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emf" ContentType="image/x-emf"/>
  <Default Extension="wmf" ContentType="image/x-wmf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gif" ContentType="image/gif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ink/ink10.xml" ContentType="application/inkml+xml"/>
  <Override PartName="/ppt/ink/ink11.xml" ContentType="application/inkml+xml"/>
  <Override PartName="/ppt/ink/ink12.xml" ContentType="application/inkml+xml"/>
  <Override PartName="/ppt/ink/ink13.xml" ContentType="application/inkml+xml"/>
  <Override PartName="/ppt/ink/ink14.xml" ContentType="application/inkml+xml"/>
  <Override PartName="/ppt/ink/ink15.xml" ContentType="application/inkml+xml"/>
  <Override PartName="/ppt/ink/ink16.xml" ContentType="application/inkml+xml"/>
  <Override PartName="/ppt/ink/ink17.xml" ContentType="application/inkml+xml"/>
  <Override PartName="/ppt/ink/ink18.xml" ContentType="application/inkml+xml"/>
  <Override PartName="/ppt/ink/ink19.xml" ContentType="application/inkml+xml"/>
  <Override PartName="/ppt/ink/ink20.xml" ContentType="application/inkml+xml"/>
  <Override PartName="/ppt/ink/ink21.xml" ContentType="application/inkml+xml"/>
  <Override PartName="/ppt/ink/ink22.xml" ContentType="application/inkml+xml"/>
  <Override PartName="/ppt/ink/ink23.xml" ContentType="application/inkml+xml"/>
  <Override PartName="/ppt/ink/ink24.xml" ContentType="application/inkml+xml"/>
  <Override PartName="/ppt/ink/ink25.xml" ContentType="application/inkml+xml"/>
  <Override PartName="/ppt/ink/ink26.xml" ContentType="application/inkml+xml"/>
  <Override PartName="/ppt/ink/ink27.xml" ContentType="application/inkml+xml"/>
  <Override PartName="/ppt/ink/ink28.xml" ContentType="application/inkml+xml"/>
  <Override PartName="/ppt/ink/ink29.xml" ContentType="application/inkml+xml"/>
  <Override PartName="/ppt/ink/ink30.xml" ContentType="application/inkml+xml"/>
  <Override PartName="/ppt/ink/ink31.xml" ContentType="application/inkml+xml"/>
  <Override PartName="/ppt/ink/ink32.xml" ContentType="application/inkml+xml"/>
  <Override PartName="/ppt/ink/ink33.xml" ContentType="application/inkml+xml"/>
  <Override PartName="/ppt/ink/ink34.xml" ContentType="application/inkml+xml"/>
  <Override PartName="/ppt/ink/ink35.xml" ContentType="application/inkml+xml"/>
  <Override PartName="/ppt/ink/ink36.xml" ContentType="application/inkml+xml"/>
  <Override PartName="/ppt/ink/ink37.xml" ContentType="application/inkml+xml"/>
  <Override PartName="/ppt/ink/ink38.xml" ContentType="application/inkml+xml"/>
  <Override PartName="/ppt/ink/ink39.xml" ContentType="application/inkml+xml"/>
  <Override PartName="/ppt/ink/ink40.xml" ContentType="application/inkml+xml"/>
  <Override PartName="/ppt/ink/ink41.xml" ContentType="application/inkml+xml"/>
  <Override PartName="/ppt/ink/ink42.xml" ContentType="application/inkml+xml"/>
  <Override PartName="/ppt/ink/ink43.xml" ContentType="application/inkml+xml"/>
  <Override PartName="/ppt/ink/ink44.xml" ContentType="application/inkml+xml"/>
  <Override PartName="/ppt/ink/ink45.xml" ContentType="application/inkml+xml"/>
  <Override PartName="/ppt/ink/ink46.xml" ContentType="application/inkml+xml"/>
  <Override PartName="/ppt/ink/ink47.xml" ContentType="application/inkml+xml"/>
  <Override PartName="/ppt/ink/ink48.xml" ContentType="application/inkml+xml"/>
  <Override PartName="/ppt/ink/ink49.xml" ContentType="application/inkml+xml"/>
  <Override PartName="/ppt/ink/ink50.xml" ContentType="application/inkml+xml"/>
  <Override PartName="/ppt/ink/ink51.xml" ContentType="application/inkml+xml"/>
  <Override PartName="/ppt/ink/ink52.xml" ContentType="application/inkml+xml"/>
  <Override PartName="/ppt/ink/ink53.xml" ContentType="application/inkml+xml"/>
  <Override PartName="/ppt/ink/ink54.xml" ContentType="application/inkml+xml"/>
  <Override PartName="/ppt/ink/ink55.xml" ContentType="application/inkml+xml"/>
  <Override PartName="/ppt/ink/ink56.xml" ContentType="application/inkml+xml"/>
  <Override PartName="/ppt/ink/ink57.xml" ContentType="application/inkml+xml"/>
  <Override PartName="/ppt/ink/ink58.xml" ContentType="application/inkml+xml"/>
  <Override PartName="/ppt/ink/ink59.xml" ContentType="application/inkml+xml"/>
  <Override PartName="/ppt/ink/ink60.xml" ContentType="application/inkml+xml"/>
  <Override PartName="/ppt/ink/ink61.xml" ContentType="application/inkml+xml"/>
  <Override PartName="/ppt/ink/ink62.xml" ContentType="application/inkml+xml"/>
  <Override PartName="/ppt/ink/ink63.xml" ContentType="application/inkml+xml"/>
  <Override PartName="/ppt/ink/ink64.xml" ContentType="application/inkml+xml"/>
  <Override PartName="/ppt/ink/ink65.xml" ContentType="application/inkml+xml"/>
  <Override PartName="/ppt/ink/ink66.xml" ContentType="application/inkml+xml"/>
  <Override PartName="/ppt/ink/ink67.xml" ContentType="application/inkml+xml"/>
  <Override PartName="/ppt/ink/ink68.xml" ContentType="application/inkml+xml"/>
  <Override PartName="/ppt/ink/ink69.xml" ContentType="application/inkml+xml"/>
  <Override PartName="/ppt/ink/ink70.xml" ContentType="application/inkml+xml"/>
  <Override PartName="/ppt/ink/ink71.xml" ContentType="application/inkml+xml"/>
  <Override PartName="/ppt/ink/ink72.xml" ContentType="application/inkml+xml"/>
  <Override PartName="/ppt/ink/ink73.xml" ContentType="application/inkml+xml"/>
  <Override PartName="/ppt/ink/ink74.xml" ContentType="application/inkml+xml"/>
  <Override PartName="/ppt/ink/ink75.xml" ContentType="application/inkml+xml"/>
  <Override PartName="/ppt/ink/ink76.xml" ContentType="application/inkml+xml"/>
  <Override PartName="/ppt/ink/ink77.xml" ContentType="application/inkml+xml"/>
  <Override PartName="/ppt/ink/ink78.xml" ContentType="application/inkml+xml"/>
  <Override PartName="/ppt/ink/ink79.xml" ContentType="application/inkml+xml"/>
  <Override PartName="/ppt/ink/ink80.xml" ContentType="application/inkml+xml"/>
  <Override PartName="/ppt/ink/ink81.xml" ContentType="application/inkml+xml"/>
  <Override PartName="/ppt/ink/ink82.xml" ContentType="application/inkml+xml"/>
  <Override PartName="/ppt/ink/ink83.xml" ContentType="application/inkml+xml"/>
  <Override PartName="/ppt/ink/ink84.xml" ContentType="application/inkml+xml"/>
  <Override PartName="/ppt/ink/ink85.xml" ContentType="application/inkml+xml"/>
  <Override PartName="/ppt/ink/ink86.xml" ContentType="application/inkml+xml"/>
  <Override PartName="/ppt/ink/ink87.xml" ContentType="application/inkml+xml"/>
  <Override PartName="/ppt/ink/ink88.xml" ContentType="application/inkml+xml"/>
  <Override PartName="/ppt/ink/ink89.xml" ContentType="application/inkml+xml"/>
  <Override PartName="/ppt/ink/ink90.xml" ContentType="application/inkml+xml"/>
  <Override PartName="/ppt/ink/ink91.xml" ContentType="application/inkml+xml"/>
  <Override PartName="/ppt/ink/ink92.xml" ContentType="application/inkml+xml"/>
  <Override PartName="/ppt/ink/ink93.xml" ContentType="application/inkml+xml"/>
  <Override PartName="/ppt/ink/ink94.xml" ContentType="application/inkml+xml"/>
  <Override PartName="/ppt/ink/ink95.xml" ContentType="application/inkml+xml"/>
  <Override PartName="/ppt/ink/ink96.xml" ContentType="application/inkml+xml"/>
  <Override PartName="/ppt/ink/ink97.xml" ContentType="application/inkml+xml"/>
  <Override PartName="/ppt/ink/ink98.xml" ContentType="application/inkml+xml"/>
  <Override PartName="/ppt/ink/ink99.xml" ContentType="application/inkml+xml"/>
  <Override PartName="/ppt/ink/ink100.xml" ContentType="application/inkml+xml"/>
  <Override PartName="/ppt/ink/ink101.xml" ContentType="application/inkml+xml"/>
  <Override PartName="/ppt/ink/ink102.xml" ContentType="application/inkml+xml"/>
  <Override PartName="/ppt/ink/ink103.xml" ContentType="application/inkml+xml"/>
  <Override PartName="/ppt/ink/ink104.xml" ContentType="application/inkml+xml"/>
  <Override PartName="/ppt/ink/ink105.xml" ContentType="application/inkml+xml"/>
  <Override PartName="/ppt/ink/ink106.xml" ContentType="application/inkml+xml"/>
  <Override PartName="/ppt/ink/ink107.xml" ContentType="application/inkml+xml"/>
  <Override PartName="/ppt/ink/ink108.xml" ContentType="application/inkml+xml"/>
  <Override PartName="/ppt/ink/ink109.xml" ContentType="application/inkml+xml"/>
  <Override PartName="/ppt/ink/ink110.xml" ContentType="application/inkml+xml"/>
  <Override PartName="/ppt/ink/ink111.xml" ContentType="application/inkml+xml"/>
  <Override PartName="/ppt/ink/ink112.xml" ContentType="application/inkml+xml"/>
  <Override PartName="/ppt/ink/ink113.xml" ContentType="application/inkml+xml"/>
  <Override PartName="/ppt/ink/ink114.xml" ContentType="application/inkml+xml"/>
  <Override PartName="/ppt/ink/ink115.xml" ContentType="application/inkml+xml"/>
  <Override PartName="/ppt/ink/ink116.xml" ContentType="application/inkml+xml"/>
  <Override PartName="/ppt/ink/ink117.xml" ContentType="application/inkml+xml"/>
  <Override PartName="/ppt/ink/ink118.xml" ContentType="application/inkml+xml"/>
  <Override PartName="/ppt/ink/ink119.xml" ContentType="application/inkml+xml"/>
  <Override PartName="/ppt/ink/ink120.xml" ContentType="application/inkml+xml"/>
  <Override PartName="/ppt/ink/ink121.xml" ContentType="application/inkml+xml"/>
  <Override PartName="/ppt/ink/ink122.xml" ContentType="application/inkml+xml"/>
  <Override PartName="/ppt/ink/ink123.xml" ContentType="application/inkml+xml"/>
  <Override PartName="/ppt/ink/ink124.xml" ContentType="application/inkml+xml"/>
  <Override PartName="/ppt/ink/ink125.xml" ContentType="application/inkml+xml"/>
  <Override PartName="/ppt/ink/ink126.xml" ContentType="application/inkml+xml"/>
  <Override PartName="/ppt/ink/ink127.xml" ContentType="application/inkml+xml"/>
  <Override PartName="/ppt/ink/ink128.xml" ContentType="application/inkml+xml"/>
  <Override PartName="/ppt/ink/ink129.xml" ContentType="application/inkml+xml"/>
  <Override PartName="/ppt/ink/ink130.xml" ContentType="application/inkml+xml"/>
  <Override PartName="/ppt/ink/ink131.xml" ContentType="application/inkml+xml"/>
  <Override PartName="/ppt/ink/ink132.xml" ContentType="application/inkml+xml"/>
  <Override PartName="/ppt/ink/ink133.xml" ContentType="application/inkml+xml"/>
  <Override PartName="/ppt/ink/ink134.xml" ContentType="application/inkml+xml"/>
  <Override PartName="/ppt/ink/ink135.xml" ContentType="application/inkml+xml"/>
  <Override PartName="/ppt/ink/ink136.xml" ContentType="application/inkml+xml"/>
  <Override PartName="/ppt/ink/ink137.xml" ContentType="application/inkml+xml"/>
  <Override PartName="/ppt/ink/ink138.xml" ContentType="application/inkml+xml"/>
  <Override PartName="/ppt/ink/ink139.xml" ContentType="application/inkml+xml"/>
  <Override PartName="/ppt/ink/ink140.xml" ContentType="application/inkml+xml"/>
  <Override PartName="/ppt/ink/ink141.xml" ContentType="application/inkml+xml"/>
  <Override PartName="/ppt/ink/ink142.xml" ContentType="application/inkml+xml"/>
  <Override PartName="/ppt/ink/ink143.xml" ContentType="application/inkml+xml"/>
  <Override PartName="/ppt/ink/ink144.xml" ContentType="application/inkml+xml"/>
  <Override PartName="/ppt/ink/ink145.xml" ContentType="application/inkml+xml"/>
  <Override PartName="/ppt/ink/ink146.xml" ContentType="application/inkml+xml"/>
  <Override PartName="/ppt/ink/ink147.xml" ContentType="application/inkml+xml"/>
  <Override PartName="/ppt/ink/ink148.xml" ContentType="application/inkml+xml"/>
  <Override PartName="/ppt/ink/ink149.xml" ContentType="application/inkml+xml"/>
  <Override PartName="/ppt/ink/ink150.xml" ContentType="application/inkml+xml"/>
  <Override PartName="/ppt/ink/ink151.xml" ContentType="application/inkml+xml"/>
  <Override PartName="/ppt/ink/ink152.xml" ContentType="application/inkml+xml"/>
  <Override PartName="/ppt/ink/ink153.xml" ContentType="application/inkml+xml"/>
  <Override PartName="/ppt/ink/ink154.xml" ContentType="application/inkml+xml"/>
  <Override PartName="/ppt/ink/ink155.xml" ContentType="application/inkml+xml"/>
  <Override PartName="/ppt/ink/ink156.xml" ContentType="application/inkml+xml"/>
  <Override PartName="/ppt/ink/ink157.xml" ContentType="application/inkml+xml"/>
  <Override PartName="/ppt/ink/ink158.xml" ContentType="application/inkml+xml"/>
  <Override PartName="/ppt/ink/ink159.xml" ContentType="application/inkml+xml"/>
  <Override PartName="/ppt/ink/ink160.xml" ContentType="application/inkml+xml"/>
  <Override PartName="/ppt/ink/ink161.xml" ContentType="application/inkml+xml"/>
  <Override PartName="/ppt/ink/ink162.xml" ContentType="application/inkml+xml"/>
  <Override PartName="/ppt/ink/ink163.xml" ContentType="application/inkml+xml"/>
  <Override PartName="/ppt/ink/ink164.xml" ContentType="application/inkml+xml"/>
  <Override PartName="/ppt/ink/ink165.xml" ContentType="application/inkml+xml"/>
  <Override PartName="/ppt/ink/ink166.xml" ContentType="application/inkml+xml"/>
  <Override PartName="/ppt/ink/ink167.xml" ContentType="application/inkml+xml"/>
  <Override PartName="/ppt/ink/ink168.xml" ContentType="application/inkml+xml"/>
  <Override PartName="/ppt/ink/ink169.xml" ContentType="application/inkml+xml"/>
  <Override PartName="/ppt/ink/ink170.xml" ContentType="application/inkml+xml"/>
  <Override PartName="/ppt/ink/ink171.xml" ContentType="application/inkml+xml"/>
  <Override PartName="/ppt/ink/ink172.xml" ContentType="application/inkml+xml"/>
  <Override PartName="/ppt/ink/ink173.xml" ContentType="application/inkml+xml"/>
  <Override PartName="/ppt/ink/ink174.xml" ContentType="application/inkml+xml"/>
  <Override PartName="/ppt/ink/ink175.xml" ContentType="application/inkml+xml"/>
  <Override PartName="/ppt/ink/ink176.xml" ContentType="application/inkml+xml"/>
  <Override PartName="/ppt/ink/ink177.xml" ContentType="application/inkml+xml"/>
  <Override PartName="/ppt/ink/ink178.xml" ContentType="application/inkml+xml"/>
  <Override PartName="/ppt/ink/ink179.xml" ContentType="application/inkml+xml"/>
  <Override PartName="/ppt/ink/ink180.xml" ContentType="application/inkml+xml"/>
  <Override PartName="/ppt/ink/ink181.xml" ContentType="application/inkml+xml"/>
  <Override PartName="/ppt/ink/ink182.xml" ContentType="application/inkml+xml"/>
  <Override PartName="/ppt/ink/ink183.xml" ContentType="application/inkml+xml"/>
  <Override PartName="/ppt/ink/ink184.xml" ContentType="application/inkml+xml"/>
  <Override PartName="/ppt/ink/ink185.xml" ContentType="application/inkml+xml"/>
  <Override PartName="/ppt/ink/ink186.xml" ContentType="application/inkml+xml"/>
  <Override PartName="/ppt/ink/ink187.xml" ContentType="application/inkml+xml"/>
  <Override PartName="/ppt/ink/ink188.xml" ContentType="application/inkml+xml"/>
  <Override PartName="/ppt/ink/ink189.xml" ContentType="application/inkml+xml"/>
  <Override PartName="/ppt/ink/ink190.xml" ContentType="application/inkml+xml"/>
  <Override PartName="/ppt/ink/ink191.xml" ContentType="application/inkml+xml"/>
  <Override PartName="/ppt/ink/ink192.xml" ContentType="application/inkml+xml"/>
  <Override PartName="/ppt/ink/ink193.xml" ContentType="application/inkml+xml"/>
  <Override PartName="/ppt/ink/ink194.xml" ContentType="application/inkml+xml"/>
  <Override PartName="/ppt/ink/ink195.xml" ContentType="application/inkml+xml"/>
  <Override PartName="/ppt/ink/ink196.xml" ContentType="application/inkml+xml"/>
  <Override PartName="/ppt/ink/ink197.xml" ContentType="application/inkml+xml"/>
  <Override PartName="/ppt/ink/ink198.xml" ContentType="application/inkml+xml"/>
  <Override PartName="/ppt/ink/ink199.xml" ContentType="application/inkml+xml"/>
  <Override PartName="/ppt/ink/ink200.xml" ContentType="application/inkml+xml"/>
  <Override PartName="/ppt/ink/ink201.xml" ContentType="application/inkml+xml"/>
  <Override PartName="/ppt/ink/ink202.xml" ContentType="application/inkml+xml"/>
  <Override PartName="/ppt/ink/ink203.xml" ContentType="application/inkml+xml"/>
  <Override PartName="/ppt/ink/ink204.xml" ContentType="application/inkml+xml"/>
  <Override PartName="/ppt/ink/ink205.xml" ContentType="application/inkml+xml"/>
  <Override PartName="/ppt/ink/ink206.xml" ContentType="application/inkml+xml"/>
  <Override PartName="/ppt/ink/ink207.xml" ContentType="application/inkml+xml"/>
  <Override PartName="/ppt/ink/ink208.xml" ContentType="application/inkml+xml"/>
  <Override PartName="/ppt/ink/ink209.xml" ContentType="application/inkml+xml"/>
  <Override PartName="/ppt/ink/ink210.xml" ContentType="application/inkml+xml"/>
  <Override PartName="/ppt/ink/ink211.xml" ContentType="application/inkml+xml"/>
  <Override PartName="/ppt/ink/ink212.xml" ContentType="application/inkml+xml"/>
  <Override PartName="/ppt/ink/ink213.xml" ContentType="application/inkml+xml"/>
  <Override PartName="/ppt/ink/ink214.xml" ContentType="application/inkml+xml"/>
  <Override PartName="/ppt/ink/ink215.xml" ContentType="application/inkml+xml"/>
  <Override PartName="/ppt/ink/ink216.xml" ContentType="application/inkml+xml"/>
  <Override PartName="/ppt/ink/ink217.xml" ContentType="application/inkml+xml"/>
  <Override PartName="/ppt/ink/ink218.xml" ContentType="application/inkml+xml"/>
  <Override PartName="/ppt/ink/ink219.xml" ContentType="application/inkml+xml"/>
  <Override PartName="/ppt/ink/ink220.xml" ContentType="application/inkml+xml"/>
  <Override PartName="/ppt/ink/ink221.xml" ContentType="application/inkml+xml"/>
  <Override PartName="/ppt/ink/ink222.xml" ContentType="application/inkml+xml"/>
  <Override PartName="/ppt/ink/ink223.xml" ContentType="application/inkml+xml"/>
  <Override PartName="/ppt/ink/ink224.xml" ContentType="application/inkml+xml"/>
  <Override PartName="/ppt/ink/ink225.xml" ContentType="application/inkml+xml"/>
  <Override PartName="/ppt/ink/ink226.xml" ContentType="application/inkml+xml"/>
  <Override PartName="/ppt/ink/ink227.xml" ContentType="application/inkml+xml"/>
  <Override PartName="/ppt/ink/ink228.xml" ContentType="application/inkml+xml"/>
  <Override PartName="/ppt/ink/ink229.xml" ContentType="application/inkml+xml"/>
  <Override PartName="/ppt/ink/ink230.xml" ContentType="application/inkml+xml"/>
  <Override PartName="/ppt/ink/ink231.xml" ContentType="application/inkml+xml"/>
  <Override PartName="/ppt/ink/ink232.xml" ContentType="application/inkml+xml"/>
  <Override PartName="/ppt/ink/ink233.xml" ContentType="application/inkml+xml"/>
  <Override PartName="/ppt/ink/ink234.xml" ContentType="application/inkml+xml"/>
  <Override PartName="/ppt/ink/ink235.xml" ContentType="application/inkml+xml"/>
  <Override PartName="/ppt/ink/ink236.xml" ContentType="application/inkml+xml"/>
  <Override PartName="/ppt/ink/ink237.xml" ContentType="application/inkml+xml"/>
  <Override PartName="/ppt/ink/ink238.xml" ContentType="application/inkml+xml"/>
  <Override PartName="/ppt/ink/ink239.xml" ContentType="application/inkml+xml"/>
  <Override PartName="/ppt/ink/ink240.xml" ContentType="application/inkml+xml"/>
  <Override PartName="/ppt/ink/ink241.xml" ContentType="application/inkml+xml"/>
  <Override PartName="/ppt/ink/ink242.xml" ContentType="application/inkml+xml"/>
  <Override PartName="/ppt/ink/ink243.xml" ContentType="application/inkml+xml"/>
  <Override PartName="/ppt/ink/ink244.xml" ContentType="application/inkml+xml"/>
  <Override PartName="/ppt/ink/ink245.xml" ContentType="application/inkml+xml"/>
  <Override PartName="/ppt/ink/ink246.xml" ContentType="application/inkml+xml"/>
  <Override PartName="/ppt/ink/ink247.xml" ContentType="application/inkml+xml"/>
  <Override PartName="/ppt/ink/ink248.xml" ContentType="application/inkml+xml"/>
  <Override PartName="/ppt/ink/ink249.xml" ContentType="application/inkml+xml"/>
  <Override PartName="/ppt/ink/ink250.xml" ContentType="application/inkml+xml"/>
  <Override PartName="/ppt/ink/ink251.xml" ContentType="application/inkml+xml"/>
  <Override PartName="/ppt/ink/ink252.xml" ContentType="application/inkml+xml"/>
  <Override PartName="/ppt/ink/ink253.xml" ContentType="application/inkml+xml"/>
  <Override PartName="/ppt/ink/ink254.xml" ContentType="application/inkml+xml"/>
  <Override PartName="/ppt/ink/ink255.xml" ContentType="application/inkml+xml"/>
  <Override PartName="/ppt/ink/ink256.xml" ContentType="application/inkml+xml"/>
  <Override PartName="/ppt/ink/ink257.xml" ContentType="application/inkml+xml"/>
  <Override PartName="/ppt/ink/ink258.xml" ContentType="application/inkml+xml"/>
  <Override PartName="/ppt/ink/ink259.xml" ContentType="application/inkml+xml"/>
  <Override PartName="/ppt/ink/ink260.xml" ContentType="application/inkml+xml"/>
  <Override PartName="/ppt/ink/ink261.xml" ContentType="application/inkml+xml"/>
  <Override PartName="/ppt/ink/ink262.xml" ContentType="application/inkml+xml"/>
  <Override PartName="/ppt/ink/ink263.xml" ContentType="application/inkml+xml"/>
  <Override PartName="/ppt/ink/ink264.xml" ContentType="application/inkml+xml"/>
  <Override PartName="/ppt/ink/ink265.xml" ContentType="application/inkml+xml"/>
  <Override PartName="/ppt/ink/ink266.xml" ContentType="application/inkml+xml"/>
  <Override PartName="/ppt/ink/ink267.xml" ContentType="application/inkml+xml"/>
  <Override PartName="/ppt/ink/ink268.xml" ContentType="application/inkml+xml"/>
  <Override PartName="/ppt/ink/ink269.xml" ContentType="application/inkml+xml"/>
  <Override PartName="/ppt/ink/ink270.xml" ContentType="application/inkml+xml"/>
  <Override PartName="/ppt/ink/ink271.xml" ContentType="application/inkml+xml"/>
  <Override PartName="/ppt/ink/ink272.xml" ContentType="application/inkml+xml"/>
  <Override PartName="/ppt/ink/ink273.xml" ContentType="application/inkml+xml"/>
  <Override PartName="/ppt/ink/ink274.xml" ContentType="application/inkml+xml"/>
  <Override PartName="/ppt/ink/ink275.xml" ContentType="application/inkml+xml"/>
  <Override PartName="/ppt/ink/ink276.xml" ContentType="application/inkml+xml"/>
  <Override PartName="/ppt/ink/ink277.xml" ContentType="application/inkml+xml"/>
  <Override PartName="/ppt/ink/ink278.xml" ContentType="application/inkml+xml"/>
  <Override PartName="/ppt/ink/ink279.xml" ContentType="application/inkml+xml"/>
  <Override PartName="/ppt/ink/ink280.xml" ContentType="application/inkml+xml"/>
  <Override PartName="/ppt/ink/ink281.xml" ContentType="application/inkml+xml"/>
  <Override PartName="/ppt/ink/ink282.xml" ContentType="application/inkml+xml"/>
  <Override PartName="/ppt/ink/ink283.xml" ContentType="application/inkml+xml"/>
  <Override PartName="/ppt/ink/ink284.xml" ContentType="application/inkml+xml"/>
  <Override PartName="/ppt/ink/ink285.xml" ContentType="application/inkml+xml"/>
  <Override PartName="/ppt/ink/ink286.xml" ContentType="application/inkml+xml"/>
  <Override PartName="/ppt/ink/ink287.xml" ContentType="application/inkml+xml"/>
  <Override PartName="/ppt/ink/ink288.xml" ContentType="application/inkml+xml"/>
  <Override PartName="/ppt/ink/ink289.xml" ContentType="application/inkml+xml"/>
  <Override PartName="/ppt/ink/ink290.xml" ContentType="application/inkml+xml"/>
  <Override PartName="/ppt/ink/ink291.xml" ContentType="application/inkml+xml"/>
  <Override PartName="/ppt/ink/ink292.xml" ContentType="application/inkml+xml"/>
  <Override PartName="/ppt/ink/ink293.xml" ContentType="application/inkml+xml"/>
  <Override PartName="/ppt/ink/ink294.xml" ContentType="application/inkml+xml"/>
  <Override PartName="/ppt/ink/ink295.xml" ContentType="application/inkml+xml"/>
  <Override PartName="/ppt/ink/ink296.xml" ContentType="application/inkml+xml"/>
  <Override PartName="/ppt/ink/ink297.xml" ContentType="application/inkml+xml"/>
  <Override PartName="/ppt/ink/ink298.xml" ContentType="application/inkml+xml"/>
  <Override PartName="/ppt/ink/ink299.xml" ContentType="application/inkml+xml"/>
  <Override PartName="/ppt/ink/ink300.xml" ContentType="application/inkml+xml"/>
  <Override PartName="/ppt/ink/ink301.xml" ContentType="application/inkml+xml"/>
  <Override PartName="/ppt/ink/ink302.xml" ContentType="application/inkml+xml"/>
  <Override PartName="/ppt/ink/ink303.xml" ContentType="application/inkml+xml"/>
  <Override PartName="/ppt/ink/ink304.xml" ContentType="application/inkml+xml"/>
  <Override PartName="/ppt/ink/ink305.xml" ContentType="application/inkml+xml"/>
  <Override PartName="/ppt/ink/ink306.xml" ContentType="application/inkml+xml"/>
  <Override PartName="/ppt/ink/ink307.xml" ContentType="application/inkml+xml"/>
  <Override PartName="/ppt/ink/ink308.xml" ContentType="application/inkml+xml"/>
  <Override PartName="/ppt/ink/ink309.xml" ContentType="application/inkml+xml"/>
  <Override PartName="/ppt/ink/ink310.xml" ContentType="application/inkml+xml"/>
  <Override PartName="/ppt/ink/ink311.xml" ContentType="application/inkml+xml"/>
  <Override PartName="/ppt/ink/ink312.xml" ContentType="application/inkml+xml"/>
  <Override PartName="/ppt/ink/ink313.xml" ContentType="application/inkml+xml"/>
  <Override PartName="/ppt/ink/ink314.xml" ContentType="application/inkml+xml"/>
  <Override PartName="/ppt/ink/ink315.xml" ContentType="application/inkml+xml"/>
  <Override PartName="/ppt/ink/ink316.xml" ContentType="application/inkml+xml"/>
  <Override PartName="/ppt/ink/ink317.xml" ContentType="application/inkml+xml"/>
  <Override PartName="/ppt/ink/ink318.xml" ContentType="application/inkml+xml"/>
  <Override PartName="/ppt/ink/ink319.xml" ContentType="application/inkml+xml"/>
  <Override PartName="/ppt/ink/ink320.xml" ContentType="application/inkml+xml"/>
  <Override PartName="/ppt/ink/ink321.xml" ContentType="application/inkml+xml"/>
  <Override PartName="/ppt/ink/ink322.xml" ContentType="application/inkml+xml"/>
  <Override PartName="/ppt/ink/ink323.xml" ContentType="application/inkml+xml"/>
  <Override PartName="/ppt/ink/ink324.xml" ContentType="application/inkml+xml"/>
  <Override PartName="/ppt/ink/ink325.xml" ContentType="application/inkml+xml"/>
  <Override PartName="/ppt/ink/ink326.xml" ContentType="application/inkml+xml"/>
  <Override PartName="/ppt/ink/ink327.xml" ContentType="application/inkml+xml"/>
  <Override PartName="/ppt/ink/ink328.xml" ContentType="application/inkml+xml"/>
  <Override PartName="/ppt/ink/ink329.xml" ContentType="application/inkml+xml"/>
  <Override PartName="/ppt/ink/ink330.xml" ContentType="application/inkml+xml"/>
  <Override PartName="/ppt/ink/ink331.xml" ContentType="application/inkml+xml"/>
  <Override PartName="/ppt/ink/ink332.xml" ContentType="application/inkml+xml"/>
  <Override PartName="/ppt/ink/ink333.xml" ContentType="application/inkml+xml"/>
  <Override PartName="/ppt/ink/ink334.xml" ContentType="application/inkml+xml"/>
  <Override PartName="/ppt/ink/ink335.xml" ContentType="application/inkml+xml"/>
  <Override PartName="/ppt/ink/ink336.xml" ContentType="application/inkml+xml"/>
  <Override PartName="/ppt/ink/ink337.xml" ContentType="application/inkml+xml"/>
  <Override PartName="/ppt/ink/ink338.xml" ContentType="application/inkml+xml"/>
  <Override PartName="/ppt/ink/ink339.xml" ContentType="application/inkml+xml"/>
  <Override PartName="/ppt/ink/ink340.xml" ContentType="application/inkml+xml"/>
  <Override PartName="/ppt/ink/ink341.xml" ContentType="application/inkml+xml"/>
  <Override PartName="/ppt/ink/ink342.xml" ContentType="application/inkml+xml"/>
  <Override PartName="/ppt/ink/ink343.xml" ContentType="application/inkml+xml"/>
  <Override PartName="/ppt/ink/ink344.xml" ContentType="application/inkml+xml"/>
  <Override PartName="/ppt/ink/ink345.xml" ContentType="application/inkml+xml"/>
  <Override PartName="/ppt/ink/ink346.xml" ContentType="application/inkml+xml"/>
  <Override PartName="/ppt/ink/ink347.xml" ContentType="application/inkml+xml"/>
  <Override PartName="/ppt/ink/ink348.xml" ContentType="application/inkml+xml"/>
  <Override PartName="/ppt/ink/ink349.xml" ContentType="application/inkml+xml"/>
  <Override PartName="/ppt/ink/ink350.xml" ContentType="application/inkml+xml"/>
  <Override PartName="/ppt/ink/ink351.xml" ContentType="application/inkml+xml"/>
  <Override PartName="/ppt/ink/ink352.xml" ContentType="application/inkml+xml"/>
  <Override PartName="/ppt/ink/ink353.xml" ContentType="application/inkml+xml"/>
  <Override PartName="/ppt/ink/ink354.xml" ContentType="application/inkml+xml"/>
  <Override PartName="/ppt/ink/ink355.xml" ContentType="application/inkml+xml"/>
  <Override PartName="/ppt/ink/ink356.xml" ContentType="application/inkml+xml"/>
  <Override PartName="/ppt/ink/ink357.xml" ContentType="application/inkml+xml"/>
  <Override PartName="/ppt/ink/ink358.xml" ContentType="application/inkml+xml"/>
  <Override PartName="/ppt/ink/ink359.xml" ContentType="application/inkml+xml"/>
  <Override PartName="/ppt/ink/ink360.xml" ContentType="application/inkml+xml"/>
  <Override PartName="/ppt/ink/ink361.xml" ContentType="application/inkml+xml"/>
  <Override PartName="/ppt/ink/ink362.xml" ContentType="application/inkml+xml"/>
  <Override PartName="/ppt/ink/ink363.xml" ContentType="application/inkml+xml"/>
  <Override PartName="/ppt/ink/ink364.xml" ContentType="application/inkml+xml"/>
  <Override PartName="/ppt/ink/ink365.xml" ContentType="application/inkml+xml"/>
  <Override PartName="/ppt/ink/ink366.xml" ContentType="application/inkml+xml"/>
  <Override PartName="/ppt/ink/ink367.xml" ContentType="application/inkml+xml"/>
  <Override PartName="/ppt/ink/ink368.xml" ContentType="application/inkml+xml"/>
  <Override PartName="/ppt/ink/ink369.xml" ContentType="application/inkml+xml"/>
  <Override PartName="/ppt/ink/ink370.xml" ContentType="application/inkml+xml"/>
  <Override PartName="/ppt/ink/ink371.xml" ContentType="application/inkml+xml"/>
  <Override PartName="/ppt/ink/ink372.xml" ContentType="application/inkml+xml"/>
  <Override PartName="/ppt/ink/ink373.xml" ContentType="application/inkml+xml"/>
  <Override PartName="/ppt/ink/ink374.xml" ContentType="application/inkml+xml"/>
  <Override PartName="/ppt/ink/ink375.xml" ContentType="application/inkml+xml"/>
  <Override PartName="/ppt/ink/ink376.xml" ContentType="application/inkml+xml"/>
  <Override PartName="/ppt/ink/ink377.xml" ContentType="application/inkml+xml"/>
  <Override PartName="/ppt/ink/ink378.xml" ContentType="application/inkml+xml"/>
  <Override PartName="/ppt/ink/ink379.xml" ContentType="application/inkml+xml"/>
  <Override PartName="/ppt/ink/ink380.xml" ContentType="application/inkml+xml"/>
  <Override PartName="/ppt/ink/ink381.xml" ContentType="application/inkml+xml"/>
  <Override PartName="/ppt/ink/ink382.xml" ContentType="application/inkml+xml"/>
  <Override PartName="/ppt/ink/ink383.xml" ContentType="application/inkml+xml"/>
  <Override PartName="/ppt/ink/ink384.xml" ContentType="application/inkml+xml"/>
  <Override PartName="/ppt/ink/ink385.xml" ContentType="application/inkml+xml"/>
  <Override PartName="/ppt/ink/ink386.xml" ContentType="application/inkml+xml"/>
  <Override PartName="/ppt/ink/ink387.xml" ContentType="application/inkml+xml"/>
  <Override PartName="/ppt/ink/ink388.xml" ContentType="application/inkml+xml"/>
  <Override PartName="/ppt/ink/ink389.xml" ContentType="application/inkml+xml"/>
  <Override PartName="/ppt/ink/ink390.xml" ContentType="application/inkml+xml"/>
  <Override PartName="/ppt/ink/ink391.xml" ContentType="application/inkml+xml"/>
  <Override PartName="/ppt/ink/ink392.xml" ContentType="application/inkml+xml"/>
  <Override PartName="/ppt/ink/ink393.xml" ContentType="application/inkml+xml"/>
  <Override PartName="/ppt/ink/ink394.xml" ContentType="application/inkml+xml"/>
  <Override PartName="/ppt/ink/ink395.xml" ContentType="application/inkml+xml"/>
  <Override PartName="/ppt/ink/ink396.xml" ContentType="application/inkml+xml"/>
  <Override PartName="/ppt/ink/ink397.xml" ContentType="application/inkml+xml"/>
  <Override PartName="/ppt/ink/ink398.xml" ContentType="application/inkml+xml"/>
  <Override PartName="/ppt/ink/ink399.xml" ContentType="application/inkml+xml"/>
  <Override PartName="/ppt/ink/ink400.xml" ContentType="application/inkml+xml"/>
  <Override PartName="/ppt/ink/ink401.xml" ContentType="application/inkml+xml"/>
  <Override PartName="/ppt/ink/ink402.xml" ContentType="application/inkml+xml"/>
  <Override PartName="/ppt/ink/ink403.xml" ContentType="application/inkml+xml"/>
  <Override PartName="/ppt/ink/ink404.xml" ContentType="application/inkml+xml"/>
  <Override PartName="/ppt/ink/ink405.xml" ContentType="application/inkml+xml"/>
  <Override PartName="/ppt/ink/ink406.xml" ContentType="application/inkml+xml"/>
  <Override PartName="/ppt/ink/ink407.xml" ContentType="application/inkml+xml"/>
  <Override PartName="/ppt/ink/ink408.xml" ContentType="application/inkml+xml"/>
  <Override PartName="/ppt/ink/ink409.xml" ContentType="application/inkml+xml"/>
  <Override PartName="/ppt/ink/ink410.xml" ContentType="application/inkml+xml"/>
  <Override PartName="/ppt/ink/ink411.xml" ContentType="application/inkml+xml"/>
  <Override PartName="/ppt/ink/ink412.xml" ContentType="application/inkml+xml"/>
  <Override PartName="/ppt/ink/ink413.xml" ContentType="application/inkml+xml"/>
  <Override PartName="/ppt/ink/ink414.xml" ContentType="application/inkml+xml"/>
  <Override PartName="/ppt/ink/ink415.xml" ContentType="application/inkml+xml"/>
  <Override PartName="/ppt/ink/ink416.xml" ContentType="application/inkml+xml"/>
  <Override PartName="/ppt/ink/ink417.xml" ContentType="application/inkml+xml"/>
  <Override PartName="/ppt/ink/ink418.xml" ContentType="application/inkml+xml"/>
  <Override PartName="/ppt/ink/ink419.xml" ContentType="application/inkml+xml"/>
  <Override PartName="/ppt/ink/ink420.xml" ContentType="application/inkml+xml"/>
  <Override PartName="/ppt/ink/ink421.xml" ContentType="application/inkml+xml"/>
  <Override PartName="/ppt/ink/ink422.xml" ContentType="application/inkml+xml"/>
  <Override PartName="/ppt/ink/ink423.xml" ContentType="application/inkml+xml"/>
  <Override PartName="/ppt/ink/ink424.xml" ContentType="application/inkml+xml"/>
  <Override PartName="/ppt/ink/ink425.xml" ContentType="application/inkml+xml"/>
  <Override PartName="/ppt/ink/ink426.xml" ContentType="application/inkml+xml"/>
  <Override PartName="/ppt/ink/ink427.xml" ContentType="application/inkml+xml"/>
  <Override PartName="/ppt/ink/ink428.xml" ContentType="application/inkml+xml"/>
  <Override PartName="/ppt/ink/ink429.xml" ContentType="application/inkml+xml"/>
  <Override PartName="/ppt/ink/ink430.xml" ContentType="application/inkml+xml"/>
  <Override PartName="/ppt/ink/ink431.xml" ContentType="application/inkml+xml"/>
  <Override PartName="/ppt/ink/ink432.xml" ContentType="application/inkml+xml"/>
  <Override PartName="/ppt/ink/ink433.xml" ContentType="application/inkml+xml"/>
  <Override PartName="/ppt/ink/ink434.xml" ContentType="application/inkml+xml"/>
  <Override PartName="/ppt/ink/ink435.xml" ContentType="application/inkml+xml"/>
  <Override PartName="/ppt/ink/ink436.xml" ContentType="application/inkml+xml"/>
  <Override PartName="/ppt/ink/ink437.xml" ContentType="application/inkml+xml"/>
  <Override PartName="/ppt/ink/ink438.xml" ContentType="application/inkml+xml"/>
  <Override PartName="/ppt/ink/ink439.xml" ContentType="application/inkml+xml"/>
  <Override PartName="/ppt/ink/ink440.xml" ContentType="application/inkml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saveSubsetFonts="1" autoCompressPictures="0">
  <p:sldMasterIdLst>
    <p:sldMasterId id="2147483660" r:id="rId4"/>
    <p:sldMasterId id="2147483672" r:id="rId5"/>
  </p:sldMasterIdLst>
  <p:notesMasterIdLst>
    <p:notesMasterId r:id="rId65"/>
  </p:notesMasterIdLst>
  <p:handoutMasterIdLst>
    <p:handoutMasterId r:id="rId66"/>
  </p:handoutMasterIdLst>
  <p:sldIdLst>
    <p:sldId id="788" r:id="rId6"/>
    <p:sldId id="774" r:id="rId7"/>
    <p:sldId id="773" r:id="rId8"/>
    <p:sldId id="1394" r:id="rId9"/>
    <p:sldId id="1395" r:id="rId10"/>
    <p:sldId id="1373" r:id="rId11"/>
    <p:sldId id="771" r:id="rId12"/>
    <p:sldId id="1396" r:id="rId13"/>
    <p:sldId id="1397" r:id="rId14"/>
    <p:sldId id="1125" r:id="rId15"/>
    <p:sldId id="1398" r:id="rId16"/>
    <p:sldId id="1045" r:id="rId17"/>
    <p:sldId id="1406" r:id="rId18"/>
    <p:sldId id="1046" r:id="rId19"/>
    <p:sldId id="1047" r:id="rId20"/>
    <p:sldId id="1043" r:id="rId21"/>
    <p:sldId id="1409" r:id="rId22"/>
    <p:sldId id="1024" r:id="rId23"/>
    <p:sldId id="1023" r:id="rId24"/>
    <p:sldId id="1025" r:id="rId25"/>
    <p:sldId id="1110" r:id="rId26"/>
    <p:sldId id="1111" r:id="rId27"/>
    <p:sldId id="1112" r:id="rId28"/>
    <p:sldId id="1113" r:id="rId29"/>
    <p:sldId id="1118" r:id="rId30"/>
    <p:sldId id="1392" r:id="rId31"/>
    <p:sldId id="1115" r:id="rId32"/>
    <p:sldId id="1116" r:id="rId33"/>
    <p:sldId id="1117" r:id="rId34"/>
    <p:sldId id="1119" r:id="rId35"/>
    <p:sldId id="1121" r:id="rId36"/>
    <p:sldId id="1026" r:id="rId37"/>
    <p:sldId id="1027" r:id="rId38"/>
    <p:sldId id="1028" r:id="rId39"/>
    <p:sldId id="1098" r:id="rId40"/>
    <p:sldId id="1104" r:id="rId41"/>
    <p:sldId id="1105" r:id="rId42"/>
    <p:sldId id="1100" r:id="rId43"/>
    <p:sldId id="1108" r:id="rId44"/>
    <p:sldId id="1107" r:id="rId45"/>
    <p:sldId id="1106" r:id="rId46"/>
    <p:sldId id="1101" r:id="rId47"/>
    <p:sldId id="1102" r:id="rId48"/>
    <p:sldId id="1093" r:id="rId49"/>
    <p:sldId id="1029" r:id="rId50"/>
    <p:sldId id="1030" r:id="rId51"/>
    <p:sldId id="1407" r:id="rId52"/>
    <p:sldId id="1408" r:id="rId53"/>
    <p:sldId id="1031" r:id="rId54"/>
    <p:sldId id="1091" r:id="rId55"/>
    <p:sldId id="1092" r:id="rId56"/>
    <p:sldId id="1417" r:id="rId57"/>
    <p:sldId id="1414" r:id="rId58"/>
    <p:sldId id="1415" r:id="rId59"/>
    <p:sldId id="1416" r:id="rId60"/>
    <p:sldId id="1410" r:id="rId61"/>
    <p:sldId id="1411" r:id="rId62"/>
    <p:sldId id="1412" r:id="rId63"/>
    <p:sldId id="772" r:id="rId64"/>
  </p:sldIdLst>
  <p:sldSz cx="9144000" cy="6858000" type="screen4x3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12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66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4DF66AE3-23C5-447E-A4A4-372CD6C3A783}" v="6" dt="2022-02-11T21:26:07.159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2692" autoAdjust="0"/>
    <p:restoredTop sz="94690"/>
  </p:normalViewPr>
  <p:slideViewPr>
    <p:cSldViewPr>
      <p:cViewPr varScale="1">
        <p:scale>
          <a:sx n="83" d="100"/>
          <a:sy n="83" d="100"/>
        </p:scale>
        <p:origin x="1048" y="51"/>
      </p:cViewPr>
      <p:guideLst>
        <p:guide orient="horz" pos="912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1.xml"/><Relationship Id="rId21" Type="http://schemas.openxmlformats.org/officeDocument/2006/relationships/slide" Target="slides/slide16.xml"/><Relationship Id="rId42" Type="http://schemas.openxmlformats.org/officeDocument/2006/relationships/slide" Target="slides/slide37.xml"/><Relationship Id="rId47" Type="http://schemas.openxmlformats.org/officeDocument/2006/relationships/slide" Target="slides/slide42.xml"/><Relationship Id="rId63" Type="http://schemas.openxmlformats.org/officeDocument/2006/relationships/slide" Target="slides/slide58.xml"/><Relationship Id="rId68" Type="http://schemas.openxmlformats.org/officeDocument/2006/relationships/viewProps" Target="viewProps.xml"/><Relationship Id="rId7" Type="http://schemas.openxmlformats.org/officeDocument/2006/relationships/slide" Target="slides/slide2.xml"/><Relationship Id="rId71" Type="http://schemas.microsoft.com/office/2016/11/relationships/changesInfo" Target="changesInfos/changesInfo1.xml"/><Relationship Id="rId2" Type="http://schemas.openxmlformats.org/officeDocument/2006/relationships/customXml" Target="../customXml/item2.xml"/><Relationship Id="rId16" Type="http://schemas.openxmlformats.org/officeDocument/2006/relationships/slide" Target="slides/slide11.xml"/><Relationship Id="rId29" Type="http://schemas.openxmlformats.org/officeDocument/2006/relationships/slide" Target="slides/slide24.xml"/><Relationship Id="rId11" Type="http://schemas.openxmlformats.org/officeDocument/2006/relationships/slide" Target="slides/slide6.xml"/><Relationship Id="rId24" Type="http://schemas.openxmlformats.org/officeDocument/2006/relationships/slide" Target="slides/slide19.xml"/><Relationship Id="rId32" Type="http://schemas.openxmlformats.org/officeDocument/2006/relationships/slide" Target="slides/slide27.xml"/><Relationship Id="rId37" Type="http://schemas.openxmlformats.org/officeDocument/2006/relationships/slide" Target="slides/slide32.xml"/><Relationship Id="rId40" Type="http://schemas.openxmlformats.org/officeDocument/2006/relationships/slide" Target="slides/slide35.xml"/><Relationship Id="rId45" Type="http://schemas.openxmlformats.org/officeDocument/2006/relationships/slide" Target="slides/slide40.xml"/><Relationship Id="rId53" Type="http://schemas.openxmlformats.org/officeDocument/2006/relationships/slide" Target="slides/slide48.xml"/><Relationship Id="rId58" Type="http://schemas.openxmlformats.org/officeDocument/2006/relationships/slide" Target="slides/slide53.xml"/><Relationship Id="rId66" Type="http://schemas.openxmlformats.org/officeDocument/2006/relationships/handoutMaster" Target="handoutMasters/handoutMaster1.xml"/><Relationship Id="rId5" Type="http://schemas.openxmlformats.org/officeDocument/2006/relationships/slideMaster" Target="slideMasters/slideMaster2.xml"/><Relationship Id="rId61" Type="http://schemas.openxmlformats.org/officeDocument/2006/relationships/slide" Target="slides/slide56.xml"/><Relationship Id="rId19" Type="http://schemas.openxmlformats.org/officeDocument/2006/relationships/slide" Target="slides/slide14.xml"/><Relationship Id="rId14" Type="http://schemas.openxmlformats.org/officeDocument/2006/relationships/slide" Target="slides/slide9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30" Type="http://schemas.openxmlformats.org/officeDocument/2006/relationships/slide" Target="slides/slide25.xml"/><Relationship Id="rId35" Type="http://schemas.openxmlformats.org/officeDocument/2006/relationships/slide" Target="slides/slide30.xml"/><Relationship Id="rId43" Type="http://schemas.openxmlformats.org/officeDocument/2006/relationships/slide" Target="slides/slide38.xml"/><Relationship Id="rId48" Type="http://schemas.openxmlformats.org/officeDocument/2006/relationships/slide" Target="slides/slide43.xml"/><Relationship Id="rId56" Type="http://schemas.openxmlformats.org/officeDocument/2006/relationships/slide" Target="slides/slide51.xml"/><Relationship Id="rId64" Type="http://schemas.openxmlformats.org/officeDocument/2006/relationships/slide" Target="slides/slide59.xml"/><Relationship Id="rId69" Type="http://schemas.openxmlformats.org/officeDocument/2006/relationships/theme" Target="theme/theme1.xml"/><Relationship Id="rId8" Type="http://schemas.openxmlformats.org/officeDocument/2006/relationships/slide" Target="slides/slide3.xml"/><Relationship Id="rId51" Type="http://schemas.openxmlformats.org/officeDocument/2006/relationships/slide" Target="slides/slide46.xml"/><Relationship Id="rId72" Type="http://schemas.microsoft.com/office/2015/10/relationships/revisionInfo" Target="revisionInfo.xml"/><Relationship Id="rId3" Type="http://schemas.openxmlformats.org/officeDocument/2006/relationships/customXml" Target="../customXml/item3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slide" Target="slides/slide28.xml"/><Relationship Id="rId38" Type="http://schemas.openxmlformats.org/officeDocument/2006/relationships/slide" Target="slides/slide33.xml"/><Relationship Id="rId46" Type="http://schemas.openxmlformats.org/officeDocument/2006/relationships/slide" Target="slides/slide41.xml"/><Relationship Id="rId59" Type="http://schemas.openxmlformats.org/officeDocument/2006/relationships/slide" Target="slides/slide54.xml"/><Relationship Id="rId67" Type="http://schemas.openxmlformats.org/officeDocument/2006/relationships/presProps" Target="presProps.xml"/><Relationship Id="rId20" Type="http://schemas.openxmlformats.org/officeDocument/2006/relationships/slide" Target="slides/slide15.xml"/><Relationship Id="rId41" Type="http://schemas.openxmlformats.org/officeDocument/2006/relationships/slide" Target="slides/slide36.xml"/><Relationship Id="rId54" Type="http://schemas.openxmlformats.org/officeDocument/2006/relationships/slide" Target="slides/slide49.xml"/><Relationship Id="rId62" Type="http://schemas.openxmlformats.org/officeDocument/2006/relationships/slide" Target="slides/slide57.xml"/><Relationship Id="rId70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1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36" Type="http://schemas.openxmlformats.org/officeDocument/2006/relationships/slide" Target="slides/slide31.xml"/><Relationship Id="rId49" Type="http://schemas.openxmlformats.org/officeDocument/2006/relationships/slide" Target="slides/slide44.xml"/><Relationship Id="rId57" Type="http://schemas.openxmlformats.org/officeDocument/2006/relationships/slide" Target="slides/slide52.xml"/><Relationship Id="rId10" Type="http://schemas.openxmlformats.org/officeDocument/2006/relationships/slide" Target="slides/slide5.xml"/><Relationship Id="rId31" Type="http://schemas.openxmlformats.org/officeDocument/2006/relationships/slide" Target="slides/slide26.xml"/><Relationship Id="rId44" Type="http://schemas.openxmlformats.org/officeDocument/2006/relationships/slide" Target="slides/slide39.xml"/><Relationship Id="rId52" Type="http://schemas.openxmlformats.org/officeDocument/2006/relationships/slide" Target="slides/slide47.xml"/><Relationship Id="rId60" Type="http://schemas.openxmlformats.org/officeDocument/2006/relationships/slide" Target="slides/slide55.xml"/><Relationship Id="rId65" Type="http://schemas.openxmlformats.org/officeDocument/2006/relationships/notesMaster" Target="notesMasters/notesMaster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39" Type="http://schemas.openxmlformats.org/officeDocument/2006/relationships/slide" Target="slides/slide34.xml"/><Relationship Id="rId34" Type="http://schemas.openxmlformats.org/officeDocument/2006/relationships/slide" Target="slides/slide29.xml"/><Relationship Id="rId50" Type="http://schemas.openxmlformats.org/officeDocument/2006/relationships/slide" Target="slides/slide45.xml"/><Relationship Id="rId55" Type="http://schemas.openxmlformats.org/officeDocument/2006/relationships/slide" Target="slides/slide50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Ahamed, Md Maruf [E CPE]" userId="6f647de5-aeca-43cd-b76c-e84c6089bcf4" providerId="ADAL" clId="{29B8B09D-B88B-49C3-9386-E46330F9037D}"/>
    <pc:docChg chg="custSel delSld modSld sldOrd">
      <pc:chgData name="Ahamed, Md Maruf [E CPE]" userId="6f647de5-aeca-43cd-b76c-e84c6089bcf4" providerId="ADAL" clId="{29B8B09D-B88B-49C3-9386-E46330F9037D}" dt="2022-02-11T23:15:42.528" v="207"/>
      <pc:docMkLst>
        <pc:docMk/>
      </pc:docMkLst>
      <pc:sldChg chg="modSp ord">
        <pc:chgData name="Ahamed, Md Maruf [E CPE]" userId="6f647de5-aeca-43cd-b76c-e84c6089bcf4" providerId="ADAL" clId="{29B8B09D-B88B-49C3-9386-E46330F9037D}" dt="2022-02-11T22:22:16.550" v="206"/>
        <pc:sldMkLst>
          <pc:docMk/>
          <pc:sldMk cId="1865281566" sldId="774"/>
        </pc:sldMkLst>
        <pc:spChg chg="mod">
          <ac:chgData name="Ahamed, Md Maruf [E CPE]" userId="6f647de5-aeca-43cd-b76c-e84c6089bcf4" providerId="ADAL" clId="{29B8B09D-B88B-49C3-9386-E46330F9037D}" dt="2022-02-11T17:23:56.027" v="68" actId="255"/>
          <ac:spMkLst>
            <pc:docMk/>
            <pc:sldMk cId="1865281566" sldId="774"/>
            <ac:spMk id="207875" creationId="{D583FDE5-0A59-BD41-A182-AC71C16B0812}"/>
          </ac:spMkLst>
        </pc:spChg>
      </pc:sldChg>
      <pc:sldChg chg="addSp delSp">
        <pc:chgData name="Ahamed, Md Maruf [E CPE]" userId="6f647de5-aeca-43cd-b76c-e84c6089bcf4" providerId="ADAL" clId="{29B8B09D-B88B-49C3-9386-E46330F9037D}" dt="2022-02-11T23:15:42.528" v="207"/>
        <pc:sldMkLst>
          <pc:docMk/>
          <pc:sldMk cId="0" sldId="1023"/>
        </pc:sldMkLst>
        <pc:inkChg chg="del">
          <ac:chgData name="Ahamed, Md Maruf [E CPE]" userId="6f647de5-aeca-43cd-b76c-e84c6089bcf4" providerId="ADAL" clId="{29B8B09D-B88B-49C3-9386-E46330F9037D}" dt="2022-02-11T17:26:07.285" v="75" actId="478"/>
          <ac:inkMkLst>
            <pc:docMk/>
            <pc:sldMk cId="0" sldId="1023"/>
            <ac:inkMk id="2" creationId="{84B3A2E2-2A7B-43B4-B99A-2A07F6983808}"/>
          </ac:inkMkLst>
        </pc:inkChg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0" sldId="1023"/>
            <ac:inkMk id="2" creationId="{F824CE5E-BE93-424C-BE8D-D422B721CD6D}"/>
          </ac:inkMkLst>
        </pc:inkChg>
      </pc:sldChg>
      <pc:sldChg chg="addSp delSp">
        <pc:chgData name="Ahamed, Md Maruf [E CPE]" userId="6f647de5-aeca-43cd-b76c-e84c6089bcf4" providerId="ADAL" clId="{29B8B09D-B88B-49C3-9386-E46330F9037D}" dt="2022-02-11T23:15:42.528" v="207"/>
        <pc:sldMkLst>
          <pc:docMk/>
          <pc:sldMk cId="0" sldId="1024"/>
        </pc:sldMkLst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0" sldId="1024"/>
            <ac:inkMk id="2" creationId="{814FA6EC-408B-4401-A136-6277CF36B7C3}"/>
          </ac:inkMkLst>
        </pc:inkChg>
        <pc:inkChg chg="del">
          <ac:chgData name="Ahamed, Md Maruf [E CPE]" userId="6f647de5-aeca-43cd-b76c-e84c6089bcf4" providerId="ADAL" clId="{29B8B09D-B88B-49C3-9386-E46330F9037D}" dt="2022-02-11T17:26:00.225" v="74" actId="478"/>
          <ac:inkMkLst>
            <pc:docMk/>
            <pc:sldMk cId="0" sldId="1024"/>
            <ac:inkMk id="2" creationId="{C896F700-1372-414C-8D9D-714FB1CB9122}"/>
          </ac:inkMkLst>
        </pc:inkChg>
      </pc:sldChg>
      <pc:sldChg chg="addSp delSp">
        <pc:chgData name="Ahamed, Md Maruf [E CPE]" userId="6f647de5-aeca-43cd-b76c-e84c6089bcf4" providerId="ADAL" clId="{29B8B09D-B88B-49C3-9386-E46330F9037D}" dt="2022-02-11T23:15:42.528" v="207"/>
        <pc:sldMkLst>
          <pc:docMk/>
          <pc:sldMk cId="0" sldId="1025"/>
        </pc:sldMkLst>
        <pc:inkChg chg="del">
          <ac:chgData name="Ahamed, Md Maruf [E CPE]" userId="6f647de5-aeca-43cd-b76c-e84c6089bcf4" providerId="ADAL" clId="{29B8B09D-B88B-49C3-9386-E46330F9037D}" dt="2022-02-11T17:26:14.619" v="76" actId="478"/>
          <ac:inkMkLst>
            <pc:docMk/>
            <pc:sldMk cId="0" sldId="1025"/>
            <ac:inkMk id="2" creationId="{69E4DE81-9549-49F3-8ABC-1E16601317A2}"/>
          </ac:inkMkLst>
        </pc:inkChg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0" sldId="1025"/>
            <ac:inkMk id="2" creationId="{982E9028-0E52-44A9-B8A2-2D4777BA608C}"/>
          </ac:inkMkLst>
        </pc:inkChg>
      </pc:sldChg>
      <pc:sldChg chg="addSp delSp">
        <pc:chgData name="Ahamed, Md Maruf [E CPE]" userId="6f647de5-aeca-43cd-b76c-e84c6089bcf4" providerId="ADAL" clId="{29B8B09D-B88B-49C3-9386-E46330F9037D}" dt="2022-02-11T23:15:42.528" v="207"/>
        <pc:sldMkLst>
          <pc:docMk/>
          <pc:sldMk cId="0" sldId="1026"/>
        </pc:sldMkLst>
        <pc:inkChg chg="del">
          <ac:chgData name="Ahamed, Md Maruf [E CPE]" userId="6f647de5-aeca-43cd-b76c-e84c6089bcf4" providerId="ADAL" clId="{29B8B09D-B88B-49C3-9386-E46330F9037D}" dt="2022-02-11T17:26:50.139" v="80" actId="478"/>
          <ac:inkMkLst>
            <pc:docMk/>
            <pc:sldMk cId="0" sldId="1026"/>
            <ac:inkMk id="2" creationId="{2DB44436-000E-485A-8A37-2548F3D7FF2B}"/>
          </ac:inkMkLst>
        </pc:inkChg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0" sldId="1026"/>
            <ac:inkMk id="2" creationId="{5A2C81E8-E6D3-4F85-94B9-57E86CA4A3AF}"/>
          </ac:inkMkLst>
        </pc:inkChg>
      </pc:sldChg>
      <pc:sldChg chg="addSp delSp">
        <pc:chgData name="Ahamed, Md Maruf [E CPE]" userId="6f647de5-aeca-43cd-b76c-e84c6089bcf4" providerId="ADAL" clId="{29B8B09D-B88B-49C3-9386-E46330F9037D}" dt="2022-02-11T23:15:42.528" v="207"/>
        <pc:sldMkLst>
          <pc:docMk/>
          <pc:sldMk cId="0" sldId="1028"/>
        </pc:sldMkLst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0" sldId="1028"/>
            <ac:inkMk id="2" creationId="{0BCC0B79-5C40-4B67-B21A-5AA17A77CB81}"/>
          </ac:inkMkLst>
        </pc:inkChg>
        <pc:inkChg chg="del">
          <ac:chgData name="Ahamed, Md Maruf [E CPE]" userId="6f647de5-aeca-43cd-b76c-e84c6089bcf4" providerId="ADAL" clId="{29B8B09D-B88B-49C3-9386-E46330F9037D}" dt="2022-02-11T17:26:56.076" v="81" actId="478"/>
          <ac:inkMkLst>
            <pc:docMk/>
            <pc:sldMk cId="0" sldId="1028"/>
            <ac:inkMk id="2" creationId="{31915556-307F-4DCA-BE86-48B7DEA5A2D1}"/>
          </ac:inkMkLst>
        </pc:inkChg>
      </pc:sldChg>
      <pc:sldChg chg="addSp delSp">
        <pc:chgData name="Ahamed, Md Maruf [E CPE]" userId="6f647de5-aeca-43cd-b76c-e84c6089bcf4" providerId="ADAL" clId="{29B8B09D-B88B-49C3-9386-E46330F9037D}" dt="2022-02-11T23:15:42.528" v="207"/>
        <pc:sldMkLst>
          <pc:docMk/>
          <pc:sldMk cId="0" sldId="1030"/>
        </pc:sldMkLst>
        <pc:inkChg chg="del">
          <ac:chgData name="Ahamed, Md Maruf [E CPE]" userId="6f647de5-aeca-43cd-b76c-e84c6089bcf4" providerId="ADAL" clId="{29B8B09D-B88B-49C3-9386-E46330F9037D}" dt="2022-02-11T17:27:31.559" v="85" actId="478"/>
          <ac:inkMkLst>
            <pc:docMk/>
            <pc:sldMk cId="0" sldId="1030"/>
            <ac:inkMk id="2" creationId="{35C4FE45-56AB-48FE-AB3B-2E5D9BF599E9}"/>
          </ac:inkMkLst>
        </pc:inkChg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0" sldId="1030"/>
            <ac:inkMk id="2" creationId="{7D1E1F7C-35C3-4DDB-96A7-B0F89F94E5E8}"/>
          </ac:inkMkLst>
        </pc:inkChg>
      </pc:sldChg>
      <pc:sldChg chg="delSp">
        <pc:chgData name="Ahamed, Md Maruf [E CPE]" userId="6f647de5-aeca-43cd-b76c-e84c6089bcf4" providerId="ADAL" clId="{29B8B09D-B88B-49C3-9386-E46330F9037D}" dt="2022-02-11T17:25:52.756" v="72" actId="478"/>
        <pc:sldMkLst>
          <pc:docMk/>
          <pc:sldMk cId="0" sldId="1043"/>
        </pc:sldMkLst>
        <pc:inkChg chg="del">
          <ac:chgData name="Ahamed, Md Maruf [E CPE]" userId="6f647de5-aeca-43cd-b76c-e84c6089bcf4" providerId="ADAL" clId="{29B8B09D-B88B-49C3-9386-E46330F9037D}" dt="2022-02-11T17:25:52.756" v="72" actId="478"/>
          <ac:inkMkLst>
            <pc:docMk/>
            <pc:sldMk cId="0" sldId="1043"/>
            <ac:inkMk id="2" creationId="{95D18FDB-F62D-4BB8-93FC-B31A27B036BE}"/>
          </ac:inkMkLst>
        </pc:inkChg>
      </pc:sldChg>
      <pc:sldChg chg="addSp delSp">
        <pc:chgData name="Ahamed, Md Maruf [E CPE]" userId="6f647de5-aeca-43cd-b76c-e84c6089bcf4" providerId="ADAL" clId="{29B8B09D-B88B-49C3-9386-E46330F9037D}" dt="2022-02-11T23:15:42.528" v="207"/>
        <pc:sldMkLst>
          <pc:docMk/>
          <pc:sldMk cId="0" sldId="1045"/>
        </pc:sldMkLst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0" sldId="1045"/>
            <ac:inkMk id="2" creationId="{1311B815-678D-49F5-954F-E79C5AAA268F}"/>
          </ac:inkMkLst>
        </pc:inkChg>
        <pc:inkChg chg="del">
          <ac:chgData name="Ahamed, Md Maruf [E CPE]" userId="6f647de5-aeca-43cd-b76c-e84c6089bcf4" providerId="ADAL" clId="{29B8B09D-B88B-49C3-9386-E46330F9037D}" dt="2022-02-11T17:25:35.692" v="70" actId="478"/>
          <ac:inkMkLst>
            <pc:docMk/>
            <pc:sldMk cId="0" sldId="1045"/>
            <ac:inkMk id="2" creationId="{2BB08364-5F7C-44C7-9D03-1A78BFAF285A}"/>
          </ac:inkMkLst>
        </pc:inkChg>
      </pc:sldChg>
      <pc:sldChg chg="addSp">
        <pc:chgData name="Ahamed, Md Maruf [E CPE]" userId="6f647de5-aeca-43cd-b76c-e84c6089bcf4" providerId="ADAL" clId="{29B8B09D-B88B-49C3-9386-E46330F9037D}" dt="2022-02-11T23:15:42.528" v="207"/>
        <pc:sldMkLst>
          <pc:docMk/>
          <pc:sldMk cId="0" sldId="1046"/>
        </pc:sldMkLst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0" sldId="1046"/>
            <ac:inkMk id="3" creationId="{D7CD4373-C2A6-4B61-AA66-3EC0B736A331}"/>
          </ac:inkMkLst>
        </pc:inkChg>
      </pc:sldChg>
      <pc:sldChg chg="addSp">
        <pc:chgData name="Ahamed, Md Maruf [E CPE]" userId="6f647de5-aeca-43cd-b76c-e84c6089bcf4" providerId="ADAL" clId="{29B8B09D-B88B-49C3-9386-E46330F9037D}" dt="2022-02-11T23:15:42.528" v="207"/>
        <pc:sldMkLst>
          <pc:docMk/>
          <pc:sldMk cId="0" sldId="1047"/>
        </pc:sldMkLst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0" sldId="1047"/>
            <ac:inkMk id="2" creationId="{75C99039-2707-40EE-9A54-C59DD3704BBD}"/>
          </ac:inkMkLst>
        </pc:inkChg>
      </pc:sldChg>
      <pc:sldChg chg="delSp">
        <pc:chgData name="Ahamed, Md Maruf [E CPE]" userId="6f647de5-aeca-43cd-b76c-e84c6089bcf4" providerId="ADAL" clId="{29B8B09D-B88B-49C3-9386-E46330F9037D}" dt="2022-02-11T17:27:48.213" v="87" actId="478"/>
        <pc:sldMkLst>
          <pc:docMk/>
          <pc:sldMk cId="0" sldId="1092"/>
        </pc:sldMkLst>
        <pc:inkChg chg="del">
          <ac:chgData name="Ahamed, Md Maruf [E CPE]" userId="6f647de5-aeca-43cd-b76c-e84c6089bcf4" providerId="ADAL" clId="{29B8B09D-B88B-49C3-9386-E46330F9037D}" dt="2022-02-11T17:27:48.213" v="87" actId="478"/>
          <ac:inkMkLst>
            <pc:docMk/>
            <pc:sldMk cId="0" sldId="1092"/>
            <ac:inkMk id="2" creationId="{7190152D-49B8-4489-BFB0-957D72424110}"/>
          </ac:inkMkLst>
        </pc:inkChg>
      </pc:sldChg>
      <pc:sldChg chg="delSp">
        <pc:chgData name="Ahamed, Md Maruf [E CPE]" userId="6f647de5-aeca-43cd-b76c-e84c6089bcf4" providerId="ADAL" clId="{29B8B09D-B88B-49C3-9386-E46330F9037D}" dt="2022-02-11T17:27:03.828" v="82" actId="478"/>
        <pc:sldMkLst>
          <pc:docMk/>
          <pc:sldMk cId="0" sldId="1100"/>
        </pc:sldMkLst>
        <pc:inkChg chg="del">
          <ac:chgData name="Ahamed, Md Maruf [E CPE]" userId="6f647de5-aeca-43cd-b76c-e84c6089bcf4" providerId="ADAL" clId="{29B8B09D-B88B-49C3-9386-E46330F9037D}" dt="2022-02-11T17:27:03.828" v="82" actId="478"/>
          <ac:inkMkLst>
            <pc:docMk/>
            <pc:sldMk cId="0" sldId="1100"/>
            <ac:inkMk id="2" creationId="{4631BA73-CC38-449E-AE76-57F44F45462F}"/>
          </ac:inkMkLst>
        </pc:inkChg>
      </pc:sldChg>
      <pc:sldChg chg="addSp">
        <pc:chgData name="Ahamed, Md Maruf [E CPE]" userId="6f647de5-aeca-43cd-b76c-e84c6089bcf4" providerId="ADAL" clId="{29B8B09D-B88B-49C3-9386-E46330F9037D}" dt="2022-02-11T23:15:42.528" v="207"/>
        <pc:sldMkLst>
          <pc:docMk/>
          <pc:sldMk cId="0" sldId="1102"/>
        </pc:sldMkLst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0" sldId="1102"/>
            <ac:inkMk id="2" creationId="{778E9813-4EC4-47C7-AE87-B932A63732F9}"/>
          </ac:inkMkLst>
        </pc:inkChg>
      </pc:sldChg>
      <pc:sldChg chg="addSp delSp">
        <pc:chgData name="Ahamed, Md Maruf [E CPE]" userId="6f647de5-aeca-43cd-b76c-e84c6089bcf4" providerId="ADAL" clId="{29B8B09D-B88B-49C3-9386-E46330F9037D}" dt="2022-02-11T23:15:42.528" v="207"/>
        <pc:sldMkLst>
          <pc:docMk/>
          <pc:sldMk cId="0" sldId="1106"/>
        </pc:sldMkLst>
        <pc:inkChg chg="del">
          <ac:chgData name="Ahamed, Md Maruf [E CPE]" userId="6f647de5-aeca-43cd-b76c-e84c6089bcf4" providerId="ADAL" clId="{29B8B09D-B88B-49C3-9386-E46330F9037D}" dt="2022-02-11T17:27:17.204" v="84" actId="478"/>
          <ac:inkMkLst>
            <pc:docMk/>
            <pc:sldMk cId="0" sldId="1106"/>
            <ac:inkMk id="2" creationId="{2E99863C-DBCF-4380-9778-5E2CB0BC82A0}"/>
          </ac:inkMkLst>
        </pc:inkChg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0" sldId="1106"/>
            <ac:inkMk id="2" creationId="{3B3CA943-6E1F-49AA-A048-3FD2D636F600}"/>
          </ac:inkMkLst>
        </pc:inkChg>
      </pc:sldChg>
      <pc:sldChg chg="addSp delSp">
        <pc:chgData name="Ahamed, Md Maruf [E CPE]" userId="6f647de5-aeca-43cd-b76c-e84c6089bcf4" providerId="ADAL" clId="{29B8B09D-B88B-49C3-9386-E46330F9037D}" dt="2022-02-11T23:15:42.528" v="207"/>
        <pc:sldMkLst>
          <pc:docMk/>
          <pc:sldMk cId="0" sldId="1107"/>
        </pc:sldMkLst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0" sldId="1107"/>
            <ac:inkMk id="2" creationId="{56E16464-8DE7-4339-8E63-39C39E85B5B5}"/>
          </ac:inkMkLst>
        </pc:inkChg>
        <pc:inkChg chg="del">
          <ac:chgData name="Ahamed, Md Maruf [E CPE]" userId="6f647de5-aeca-43cd-b76c-e84c6089bcf4" providerId="ADAL" clId="{29B8B09D-B88B-49C3-9386-E46330F9037D}" dt="2022-02-11T17:27:10.830" v="83" actId="478"/>
          <ac:inkMkLst>
            <pc:docMk/>
            <pc:sldMk cId="0" sldId="1107"/>
            <ac:inkMk id="2" creationId="{A7BB4EA9-8556-4BC0-9B7D-EAA06C0265C9}"/>
          </ac:inkMkLst>
        </pc:inkChg>
      </pc:sldChg>
      <pc:sldChg chg="addSp delSp">
        <pc:chgData name="Ahamed, Md Maruf [E CPE]" userId="6f647de5-aeca-43cd-b76c-e84c6089bcf4" providerId="ADAL" clId="{29B8B09D-B88B-49C3-9386-E46330F9037D}" dt="2022-02-11T23:15:42.528" v="207"/>
        <pc:sldMkLst>
          <pc:docMk/>
          <pc:sldMk cId="0" sldId="1111"/>
        </pc:sldMkLst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0" sldId="1111"/>
            <ac:inkMk id="2" creationId="{18FF6C9A-5BF0-4EC2-AE9B-2E834ED553B7}"/>
          </ac:inkMkLst>
        </pc:inkChg>
        <pc:inkChg chg="del">
          <ac:chgData name="Ahamed, Md Maruf [E CPE]" userId="6f647de5-aeca-43cd-b76c-e84c6089bcf4" providerId="ADAL" clId="{29B8B09D-B88B-49C3-9386-E46330F9037D}" dt="2022-02-11T17:26:17.907" v="77" actId="478"/>
          <ac:inkMkLst>
            <pc:docMk/>
            <pc:sldMk cId="0" sldId="1111"/>
            <ac:inkMk id="2" creationId="{2B88A6F6-C9EA-4235-957C-65E5A6DF302B}"/>
          </ac:inkMkLst>
        </pc:inkChg>
      </pc:sldChg>
      <pc:sldChg chg="addSp delSp">
        <pc:chgData name="Ahamed, Md Maruf [E CPE]" userId="6f647de5-aeca-43cd-b76c-e84c6089bcf4" providerId="ADAL" clId="{29B8B09D-B88B-49C3-9386-E46330F9037D}" dt="2022-02-11T23:15:42.528" v="207"/>
        <pc:sldMkLst>
          <pc:docMk/>
          <pc:sldMk cId="0" sldId="1113"/>
        </pc:sldMkLst>
        <pc:inkChg chg="del">
          <ac:chgData name="Ahamed, Md Maruf [E CPE]" userId="6f647de5-aeca-43cd-b76c-e84c6089bcf4" providerId="ADAL" clId="{29B8B09D-B88B-49C3-9386-E46330F9037D}" dt="2022-02-11T17:26:25.011" v="78" actId="478"/>
          <ac:inkMkLst>
            <pc:docMk/>
            <pc:sldMk cId="0" sldId="1113"/>
            <ac:inkMk id="2" creationId="{684E26B5-6F19-45B3-A8F7-4753958C96E0}"/>
          </ac:inkMkLst>
        </pc:inkChg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0" sldId="1113"/>
            <ac:inkMk id="2" creationId="{D25101D6-7BF6-4868-82B1-7296277EF177}"/>
          </ac:inkMkLst>
        </pc:inkChg>
      </pc:sldChg>
      <pc:sldChg chg="addSp delSp">
        <pc:chgData name="Ahamed, Md Maruf [E CPE]" userId="6f647de5-aeca-43cd-b76c-e84c6089bcf4" providerId="ADAL" clId="{29B8B09D-B88B-49C3-9386-E46330F9037D}" dt="2022-02-11T23:15:42.528" v="207"/>
        <pc:sldMkLst>
          <pc:docMk/>
          <pc:sldMk cId="0" sldId="1116"/>
        </pc:sldMkLst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0" sldId="1116"/>
            <ac:inkMk id="2" creationId="{C5675A2B-E719-4BFC-A1BF-8AC3BD009AAB}"/>
          </ac:inkMkLst>
        </pc:inkChg>
        <pc:inkChg chg="del">
          <ac:chgData name="Ahamed, Md Maruf [E CPE]" userId="6f647de5-aeca-43cd-b76c-e84c6089bcf4" providerId="ADAL" clId="{29B8B09D-B88B-49C3-9386-E46330F9037D}" dt="2022-02-11T17:26:37.780" v="79" actId="478"/>
          <ac:inkMkLst>
            <pc:docMk/>
            <pc:sldMk cId="0" sldId="1116"/>
            <ac:inkMk id="2" creationId="{D5A075CF-523C-4F2E-8DB6-68BD04FF5214}"/>
          </ac:inkMkLst>
        </pc:inkChg>
      </pc:sldChg>
      <pc:sldChg chg="addSp delSp">
        <pc:chgData name="Ahamed, Md Maruf [E CPE]" userId="6f647de5-aeca-43cd-b76c-e84c6089bcf4" providerId="ADAL" clId="{29B8B09D-B88B-49C3-9386-E46330F9037D}" dt="2022-02-11T23:15:42.528" v="207"/>
        <pc:sldMkLst>
          <pc:docMk/>
          <pc:sldMk cId="212713959" sldId="1373"/>
        </pc:sldMkLst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212713959" sldId="1373"/>
            <ac:inkMk id="4" creationId="{143C4F94-617B-47C1-B8EB-B626D1D29FF9}"/>
          </ac:inkMkLst>
        </pc:inkChg>
        <pc:inkChg chg="del">
          <ac:chgData name="Ahamed, Md Maruf [E CPE]" userId="6f647de5-aeca-43cd-b76c-e84c6089bcf4" providerId="ADAL" clId="{29B8B09D-B88B-49C3-9386-E46330F9037D}" dt="2022-02-11T17:24:24.321" v="69" actId="478"/>
          <ac:inkMkLst>
            <pc:docMk/>
            <pc:sldMk cId="212713959" sldId="1373"/>
            <ac:inkMk id="4" creationId="{4CE209E8-E712-4036-B2B5-CAF168347DDA}"/>
          </ac:inkMkLst>
        </pc:inkChg>
      </pc:sldChg>
      <pc:sldChg chg="modSp del">
        <pc:chgData name="Ahamed, Md Maruf [E CPE]" userId="6f647de5-aeca-43cd-b76c-e84c6089bcf4" providerId="ADAL" clId="{29B8B09D-B88B-49C3-9386-E46330F9037D}" dt="2022-02-11T20:37:26.106" v="205" actId="20577"/>
        <pc:sldMkLst>
          <pc:docMk/>
          <pc:sldMk cId="2607089068" sldId="1394"/>
        </pc:sldMkLst>
        <pc:spChg chg="mod">
          <ac:chgData name="Ahamed, Md Maruf [E CPE]" userId="6f647de5-aeca-43cd-b76c-e84c6089bcf4" providerId="ADAL" clId="{29B8B09D-B88B-49C3-9386-E46330F9037D}" dt="2022-02-11T20:37:26.106" v="205" actId="20577"/>
          <ac:spMkLst>
            <pc:docMk/>
            <pc:sldMk cId="2607089068" sldId="1394"/>
            <ac:spMk id="4" creationId="{3E35970F-ED5F-43BB-AD29-6CC7E96DD0E1}"/>
          </ac:spMkLst>
        </pc:spChg>
      </pc:sldChg>
      <pc:sldChg chg="addSp del">
        <pc:chgData name="Ahamed, Md Maruf [E CPE]" userId="6f647de5-aeca-43cd-b76c-e84c6089bcf4" providerId="ADAL" clId="{29B8B09D-B88B-49C3-9386-E46330F9037D}" dt="2022-02-11T23:15:42.528" v="207"/>
        <pc:sldMkLst>
          <pc:docMk/>
          <pc:sldMk cId="4260631305" sldId="1395"/>
        </pc:sldMkLst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4260631305" sldId="1395"/>
            <ac:inkMk id="5" creationId="{D727961F-9396-4BA5-BAD9-AD8B699A57B6}"/>
          </ac:inkMkLst>
        </pc:inkChg>
      </pc:sldChg>
      <pc:sldChg chg="addSp delSp">
        <pc:chgData name="Ahamed, Md Maruf [E CPE]" userId="6f647de5-aeca-43cd-b76c-e84c6089bcf4" providerId="ADAL" clId="{29B8B09D-B88B-49C3-9386-E46330F9037D}" dt="2022-02-11T23:15:42.528" v="207"/>
        <pc:sldMkLst>
          <pc:docMk/>
          <pc:sldMk cId="3052696376" sldId="1406"/>
        </pc:sldMkLst>
        <pc:inkChg chg="del">
          <ac:chgData name="Ahamed, Md Maruf [E CPE]" userId="6f647de5-aeca-43cd-b76c-e84c6089bcf4" providerId="ADAL" clId="{29B8B09D-B88B-49C3-9386-E46330F9037D}" dt="2022-02-11T17:25:39.784" v="71" actId="478"/>
          <ac:inkMkLst>
            <pc:docMk/>
            <pc:sldMk cId="3052696376" sldId="1406"/>
            <ac:inkMk id="3" creationId="{33EB3CE7-FCD4-4D61-8D0F-77C825BC4671}"/>
          </ac:inkMkLst>
        </pc:inkChg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3052696376" sldId="1406"/>
            <ac:inkMk id="3" creationId="{E824DC44-FAA1-413E-AA4B-AF789D0AE5C2}"/>
          </ac:inkMkLst>
        </pc:inkChg>
      </pc:sldChg>
      <pc:sldChg chg="addSp delSp">
        <pc:chgData name="Ahamed, Md Maruf [E CPE]" userId="6f647de5-aeca-43cd-b76c-e84c6089bcf4" providerId="ADAL" clId="{29B8B09D-B88B-49C3-9386-E46330F9037D}" dt="2022-02-11T23:15:42.528" v="207"/>
        <pc:sldMkLst>
          <pc:docMk/>
          <pc:sldMk cId="1253047668" sldId="1407"/>
        </pc:sldMkLst>
        <pc:inkChg chg="del">
          <ac:chgData name="Ahamed, Md Maruf [E CPE]" userId="6f647de5-aeca-43cd-b76c-e84c6089bcf4" providerId="ADAL" clId="{29B8B09D-B88B-49C3-9386-E46330F9037D}" dt="2022-02-11T17:27:37.517" v="86" actId="478"/>
          <ac:inkMkLst>
            <pc:docMk/>
            <pc:sldMk cId="1253047668" sldId="1407"/>
            <ac:inkMk id="2" creationId="{3D8DAD01-F4EE-42EB-BA8F-DFCEBF1C5190}"/>
          </ac:inkMkLst>
        </pc:inkChg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1253047668" sldId="1407"/>
            <ac:inkMk id="2" creationId="{AF8FCD73-414F-48A4-92D4-8AA5774997D7}"/>
          </ac:inkMkLst>
        </pc:inkChg>
      </pc:sldChg>
      <pc:sldChg chg="delSp">
        <pc:chgData name="Ahamed, Md Maruf [E CPE]" userId="6f647de5-aeca-43cd-b76c-e84c6089bcf4" providerId="ADAL" clId="{29B8B09D-B88B-49C3-9386-E46330F9037D}" dt="2022-02-11T17:25:56.995" v="73" actId="478"/>
        <pc:sldMkLst>
          <pc:docMk/>
          <pc:sldMk cId="0" sldId="1409"/>
        </pc:sldMkLst>
        <pc:inkChg chg="del">
          <ac:chgData name="Ahamed, Md Maruf [E CPE]" userId="6f647de5-aeca-43cd-b76c-e84c6089bcf4" providerId="ADAL" clId="{29B8B09D-B88B-49C3-9386-E46330F9037D}" dt="2022-02-11T17:25:56.995" v="73" actId="478"/>
          <ac:inkMkLst>
            <pc:docMk/>
            <pc:sldMk cId="0" sldId="1409"/>
            <ac:inkMk id="2" creationId="{FA0B84EF-F8CE-48A3-A5DA-074D7F2B0784}"/>
          </ac:inkMkLst>
        </pc:inkChg>
      </pc:sldChg>
      <pc:sldChg chg="delSp">
        <pc:chgData name="Ahamed, Md Maruf [E CPE]" userId="6f647de5-aeca-43cd-b76c-e84c6089bcf4" providerId="ADAL" clId="{29B8B09D-B88B-49C3-9386-E46330F9037D}" dt="2022-02-11T17:27:56.204" v="88" actId="478"/>
        <pc:sldMkLst>
          <pc:docMk/>
          <pc:sldMk cId="373779706" sldId="1411"/>
        </pc:sldMkLst>
        <pc:inkChg chg="del">
          <ac:chgData name="Ahamed, Md Maruf [E CPE]" userId="6f647de5-aeca-43cd-b76c-e84c6089bcf4" providerId="ADAL" clId="{29B8B09D-B88B-49C3-9386-E46330F9037D}" dt="2022-02-11T17:27:56.204" v="88" actId="478"/>
          <ac:inkMkLst>
            <pc:docMk/>
            <pc:sldMk cId="373779706" sldId="1411"/>
            <ac:inkMk id="3" creationId="{B829499A-AB35-4CD7-855F-EF95AAB00E25}"/>
          </ac:inkMkLst>
        </pc:inkChg>
      </pc:sldChg>
      <pc:sldChg chg="addSp">
        <pc:chgData name="Ahamed, Md Maruf [E CPE]" userId="6f647de5-aeca-43cd-b76c-e84c6089bcf4" providerId="ADAL" clId="{29B8B09D-B88B-49C3-9386-E46330F9037D}" dt="2022-02-11T23:15:42.528" v="207"/>
        <pc:sldMkLst>
          <pc:docMk/>
          <pc:sldMk cId="2042522647" sldId="1411"/>
        </pc:sldMkLst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2042522647" sldId="1411"/>
            <ac:inkMk id="3" creationId="{4D52346A-DEB1-47A9-A4C0-6297B9B3DCB9}"/>
          </ac:inkMkLst>
        </pc:inkChg>
      </pc:sldChg>
      <pc:sldChg chg="addSp delSp">
        <pc:chgData name="Ahamed, Md Maruf [E CPE]" userId="6f647de5-aeca-43cd-b76c-e84c6089bcf4" providerId="ADAL" clId="{29B8B09D-B88B-49C3-9386-E46330F9037D}" dt="2022-02-11T23:15:42.528" v="207"/>
        <pc:sldMkLst>
          <pc:docMk/>
          <pc:sldMk cId="591926110" sldId="1414"/>
        </pc:sldMkLst>
        <pc:inkChg chg="del">
          <ac:chgData name="Ahamed, Md Maruf [E CPE]" userId="6f647de5-aeca-43cd-b76c-e84c6089bcf4" providerId="ADAL" clId="{29B8B09D-B88B-49C3-9386-E46330F9037D}" dt="2022-02-11T17:28:12.343" v="89" actId="478"/>
          <ac:inkMkLst>
            <pc:docMk/>
            <pc:sldMk cId="591926110" sldId="1414"/>
            <ac:inkMk id="3" creationId="{DAA1D9E2-D8B1-4A45-9FA7-CC122EDB900D}"/>
          </ac:inkMkLst>
        </pc:inkChg>
        <pc:inkChg chg="add">
          <ac:chgData name="Ahamed, Md Maruf [E CPE]" userId="6f647de5-aeca-43cd-b76c-e84c6089bcf4" providerId="ADAL" clId="{29B8B09D-B88B-49C3-9386-E46330F9037D}" dt="2022-02-11T23:15:42.528" v="207"/>
          <ac:inkMkLst>
            <pc:docMk/>
            <pc:sldMk cId="591926110" sldId="1414"/>
            <ac:inkMk id="3" creationId="{F7A9F220-E491-43C9-A417-0832946FA356}"/>
          </ac:inkMkLst>
        </pc:inkChg>
      </pc:sldChg>
    </pc:docChg>
  </pc:docChgLst>
  <pc:docChgLst>
    <pc:chgData name="Md Maruf Ahamed" userId="6f647de5-aeca-43cd-b76c-e84c6089bcf4" providerId="ADAL" clId="{4DF66AE3-23C5-447E-A4A4-372CD6C3A783}"/>
    <pc:docChg chg="addSld delSld modSld">
      <pc:chgData name="Md Maruf Ahamed" userId="6f647de5-aeca-43cd-b76c-e84c6089bcf4" providerId="ADAL" clId="{4DF66AE3-23C5-447E-A4A4-372CD6C3A783}" dt="2022-02-11T21:57:21.194" v="39" actId="20577"/>
      <pc:docMkLst>
        <pc:docMk/>
      </pc:docMkLst>
      <pc:sldChg chg="addSp modSp">
        <pc:chgData name="Md Maruf Ahamed" userId="6f647de5-aeca-43cd-b76c-e84c6089bcf4" providerId="ADAL" clId="{4DF66AE3-23C5-447E-A4A4-372CD6C3A783}" dt="2022-02-11T20:56:01.752" v="5"/>
        <pc:sldMkLst>
          <pc:docMk/>
          <pc:sldMk cId="0" sldId="1046"/>
        </pc:sldMkLst>
        <pc:picChg chg="add mod">
          <ac:chgData name="Md Maruf Ahamed" userId="6f647de5-aeca-43cd-b76c-e84c6089bcf4" providerId="ADAL" clId="{4DF66AE3-23C5-447E-A4A4-372CD6C3A783}" dt="2022-02-11T20:56:01.752" v="5"/>
          <ac:picMkLst>
            <pc:docMk/>
            <pc:sldMk cId="0" sldId="1046"/>
            <ac:picMk id="6" creationId="{643806DD-C36C-466F-939E-BB2A65FCAD64}"/>
          </ac:picMkLst>
        </pc:picChg>
      </pc:sldChg>
      <pc:sldChg chg="modSp mod">
        <pc:chgData name="Md Maruf Ahamed" userId="6f647de5-aeca-43cd-b76c-e84c6089bcf4" providerId="ADAL" clId="{4DF66AE3-23C5-447E-A4A4-372CD6C3A783}" dt="2022-02-11T21:57:21.194" v="39" actId="20577"/>
        <pc:sldMkLst>
          <pc:docMk/>
          <pc:sldMk cId="2607089068" sldId="1394"/>
        </pc:sldMkLst>
        <pc:spChg chg="mod">
          <ac:chgData name="Md Maruf Ahamed" userId="6f647de5-aeca-43cd-b76c-e84c6089bcf4" providerId="ADAL" clId="{4DF66AE3-23C5-447E-A4A4-372CD6C3A783}" dt="2022-02-11T21:57:21.194" v="39" actId="20577"/>
          <ac:spMkLst>
            <pc:docMk/>
            <pc:sldMk cId="2607089068" sldId="1394"/>
            <ac:spMk id="4" creationId="{3E35970F-ED5F-43BB-AD29-6CC7E96DD0E1}"/>
          </ac:spMkLst>
        </pc:spChg>
      </pc:sldChg>
      <pc:sldChg chg="addSp modSp mod">
        <pc:chgData name="Md Maruf Ahamed" userId="6f647de5-aeca-43cd-b76c-e84c6089bcf4" providerId="ADAL" clId="{4DF66AE3-23C5-447E-A4A4-372CD6C3A783}" dt="2022-02-11T20:52:54.160" v="4" actId="1076"/>
        <pc:sldMkLst>
          <pc:docMk/>
          <pc:sldMk cId="3052696376" sldId="1406"/>
        </pc:sldMkLst>
        <pc:spChg chg="mod">
          <ac:chgData name="Md Maruf Ahamed" userId="6f647de5-aeca-43cd-b76c-e84c6089bcf4" providerId="ADAL" clId="{4DF66AE3-23C5-447E-A4A4-372CD6C3A783}" dt="2022-02-11T20:52:46.896" v="3" actId="1035"/>
          <ac:spMkLst>
            <pc:docMk/>
            <pc:sldMk cId="3052696376" sldId="1406"/>
            <ac:spMk id="2" creationId="{F92044ED-092D-4019-89BB-DAD795917E67}"/>
          </ac:spMkLst>
        </pc:spChg>
        <pc:graphicFrameChg chg="add mod">
          <ac:chgData name="Md Maruf Ahamed" userId="6f647de5-aeca-43cd-b76c-e84c6089bcf4" providerId="ADAL" clId="{4DF66AE3-23C5-447E-A4A4-372CD6C3A783}" dt="2022-02-11T20:52:54.160" v="4" actId="1076"/>
          <ac:graphicFrameMkLst>
            <pc:docMk/>
            <pc:sldMk cId="3052696376" sldId="1406"/>
            <ac:graphicFrameMk id="4" creationId="{8059B55D-45DC-4EC1-A0FF-FFD0CCE11783}"/>
          </ac:graphicFrameMkLst>
        </pc:graphicFrameChg>
      </pc:sldChg>
      <pc:sldChg chg="modSp add mod">
        <pc:chgData name="Md Maruf Ahamed" userId="6f647de5-aeca-43cd-b76c-e84c6089bcf4" providerId="ADAL" clId="{4DF66AE3-23C5-447E-A4A4-372CD6C3A783}" dt="2022-02-11T21:24:12.117" v="32" actId="20577"/>
        <pc:sldMkLst>
          <pc:docMk/>
          <pc:sldMk cId="3164355070" sldId="1410"/>
        </pc:sldMkLst>
        <pc:spChg chg="mod">
          <ac:chgData name="Md Maruf Ahamed" userId="6f647de5-aeca-43cd-b76c-e84c6089bcf4" providerId="ADAL" clId="{4DF66AE3-23C5-447E-A4A4-372CD6C3A783}" dt="2022-02-11T21:24:12.117" v="32" actId="20577"/>
          <ac:spMkLst>
            <pc:docMk/>
            <pc:sldMk cId="3164355070" sldId="1410"/>
            <ac:spMk id="72705" creationId="{62163E5B-9866-400A-A028-CA2A7C54442D}"/>
          </ac:spMkLst>
        </pc:spChg>
      </pc:sldChg>
      <pc:sldChg chg="del">
        <pc:chgData name="Md Maruf Ahamed" userId="6f647de5-aeca-43cd-b76c-e84c6089bcf4" providerId="ADAL" clId="{4DF66AE3-23C5-447E-A4A4-372CD6C3A783}" dt="2022-02-11T21:23:30.428" v="6" actId="2696"/>
        <pc:sldMkLst>
          <pc:docMk/>
          <pc:sldMk cId="3441458182" sldId="1410"/>
        </pc:sldMkLst>
      </pc:sldChg>
      <pc:sldChg chg="del">
        <pc:chgData name="Md Maruf Ahamed" userId="6f647de5-aeca-43cd-b76c-e84c6089bcf4" providerId="ADAL" clId="{4DF66AE3-23C5-447E-A4A4-372CD6C3A783}" dt="2022-02-11T21:23:30.428" v="6" actId="2696"/>
        <pc:sldMkLst>
          <pc:docMk/>
          <pc:sldMk cId="373779706" sldId="1411"/>
        </pc:sldMkLst>
      </pc:sldChg>
      <pc:sldChg chg="add">
        <pc:chgData name="Md Maruf Ahamed" userId="6f647de5-aeca-43cd-b76c-e84c6089bcf4" providerId="ADAL" clId="{4DF66AE3-23C5-447E-A4A4-372CD6C3A783}" dt="2022-02-11T21:23:33.772" v="7"/>
        <pc:sldMkLst>
          <pc:docMk/>
          <pc:sldMk cId="2042522647" sldId="1411"/>
        </pc:sldMkLst>
      </pc:sldChg>
      <pc:sldChg chg="del">
        <pc:chgData name="Md Maruf Ahamed" userId="6f647de5-aeca-43cd-b76c-e84c6089bcf4" providerId="ADAL" clId="{4DF66AE3-23C5-447E-A4A4-372CD6C3A783}" dt="2022-02-11T21:23:30.428" v="6" actId="2696"/>
        <pc:sldMkLst>
          <pc:docMk/>
          <pc:sldMk cId="1648835977" sldId="1412"/>
        </pc:sldMkLst>
      </pc:sldChg>
      <pc:sldChg chg="add">
        <pc:chgData name="Md Maruf Ahamed" userId="6f647de5-aeca-43cd-b76c-e84c6089bcf4" providerId="ADAL" clId="{4DF66AE3-23C5-447E-A4A4-372CD6C3A783}" dt="2022-02-11T21:23:33.772" v="7"/>
        <pc:sldMkLst>
          <pc:docMk/>
          <pc:sldMk cId="2799577343" sldId="1412"/>
        </pc:sldMkLst>
      </pc:sldChg>
      <pc:sldChg chg="addSp modSp">
        <pc:chgData name="Md Maruf Ahamed" userId="6f647de5-aeca-43cd-b76c-e84c6089bcf4" providerId="ADAL" clId="{4DF66AE3-23C5-447E-A4A4-372CD6C3A783}" dt="2022-02-11T21:25:11.146" v="34" actId="1076"/>
        <pc:sldMkLst>
          <pc:docMk/>
          <pc:sldMk cId="591926110" sldId="1414"/>
        </pc:sldMkLst>
        <pc:spChg chg="add 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00" creationId="{276F2318-526D-4579-BDE4-10A7B739CB90}"/>
          </ac:spMkLst>
        </pc:spChg>
        <pc:spChg chg="add 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01" creationId="{6BB2DD41-891A-4827-8C74-46A79A143C10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03" creationId="{33C9AC6D-C0E8-4527-8B42-59DE81226DBE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04" creationId="{7A9931CB-8BA5-4366-B26E-6E6E30AE8F6C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05" creationId="{EA1AB98B-67D7-4301-92E2-5FED1135B5EB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06" creationId="{DB50E567-FCE8-4730-8615-71FFACFEFF91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07" creationId="{C288CAE3-A353-4DDF-8844-66B2AF428F49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08" creationId="{ED6C3B16-77A0-44E4-86D0-2385BFB5ABAD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09" creationId="{EAFCBE54-3895-4C34-B364-E165C89ADBCF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10" creationId="{43E0B397-76B1-4D99-8501-133DAFC4777F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11" creationId="{D7E16A4B-3E2C-4429-B627-459D4D928432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12" creationId="{D23A068B-5315-4EB4-86B4-D1DD92278B39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13" creationId="{82B3672C-E9D8-4CC9-82F8-AA2B0C5F4130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14" creationId="{3EC45A6B-C911-4210-B2DE-A7134AD6BBF1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15" creationId="{9A9E604B-7FB3-4484-B8E9-8FF28BFC5134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16" creationId="{D89B7652-BA58-4430-B3B0-B28F4E070D38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17" creationId="{A6A6D664-E56A-4F27-AEA1-BA55F62C9EB4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20" creationId="{1DEF5169-D0F3-4A90-AD98-937094EF865A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21" creationId="{9137485F-15E7-466B-8525-B15821D3F713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22" creationId="{81C3FB12-5BB7-44BE-AD8F-286B1B0EDB95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23" creationId="{A3E81E71-09D4-4AC9-956E-141A069FAD76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24" creationId="{DE7D87A0-7DC3-4E08-8A08-6535D382BEA5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25" creationId="{9CA51DD5-A0E8-43F4-AE0B-827B1987E0E5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26" creationId="{C56200B3-45FB-43DF-A7FF-217CC61B0294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27" creationId="{22AFE0D2-8FC3-42A5-BF7E-8383D278AB8C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28" creationId="{DCBC1760-5083-4E16-AF3A-B65377F8AE55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29" creationId="{7CB04C04-ACCB-49B5-B5F0-96425085DDF5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30" creationId="{C87ECFF1-BE0A-4B36-9A99-5B5019DA3A76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31" creationId="{BDE3AC40-F6E5-4DAD-A695-835299C27742}"/>
          </ac:spMkLst>
        </pc:spChg>
        <pc:spChg chg="add 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32" creationId="{E01F51C9-6968-493C-B142-275EA74E59F8}"/>
          </ac:spMkLst>
        </pc:spChg>
        <pc:spChg chg="add 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33" creationId="{53C11699-55D3-44B5-83B8-AA507C1CAB3D}"/>
          </ac:spMkLst>
        </pc:spChg>
        <pc:spChg chg="add 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34" creationId="{189E6D4C-5AFD-4FC2-9BBD-55E7E50EDE07}"/>
          </ac:spMkLst>
        </pc:spChg>
        <pc:spChg chg="add 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35" creationId="{358AE32C-AEA4-4F53-B7FD-221FA71D0CD2}"/>
          </ac:spMkLst>
        </pc:spChg>
        <pc:spChg chg="add 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36" creationId="{32DC8AAA-3A89-440D-8D82-F3101662EEDB}"/>
          </ac:spMkLst>
        </pc:spChg>
        <pc:spChg chg="add 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37" creationId="{AA237210-C1E3-410E-A7ED-493DCD2377E7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39" creationId="{B00AB24E-8DAC-491F-9C19-9A3128695252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40" creationId="{5A8EAAE8-EB9E-4E57-8728-702B22E42BED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41" creationId="{81C102B1-1709-4BD7-BD31-BD2DCFBF46ED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42" creationId="{B12BD29E-055E-4CBD-9D0A-28BE7C695229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43" creationId="{9CF16196-6327-4339-86CD-5451D4C41079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44" creationId="{2EA184FC-1C9B-49AA-B792-4EE59D065367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45" creationId="{BFE3DBF5-D155-413D-8521-7195E9418F46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46" creationId="{6ABE14A9-35E3-4FCB-A4FA-C008660388E6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47" creationId="{E22BE69F-8E20-46E1-A324-DF207D324FCC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48" creationId="{2CBA82BB-B81B-4C6A-B6C1-5A7DF7CE79CD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49" creationId="{6780C61B-F413-4AAA-BF10-09A7C016062B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50" creationId="{C613D6E4-2962-410B-A451-1F7FD606B7D7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51" creationId="{BDDA4C43-23FC-4250-A782-B202894A4574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52" creationId="{A826F735-56CB-422C-8843-2BD9E8D4B572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53" creationId="{E28C5102-0C7D-40C1-8E0D-B31996EE985B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54" creationId="{6EF2CFD3-3E6F-4766-8778-5CCA9161EAD1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55" creationId="{6D3253CC-4066-4D0C-933A-ECD3AF708908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56" creationId="{915BC1C1-8DAD-4474-A39D-47329449D8B3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57" creationId="{59F18358-D41D-47B0-88F9-B2AA5863B8EB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58" creationId="{914503DD-F17A-49F3-971D-5D097336A7F4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59" creationId="{F5A12A88-ACF8-4DF5-A11B-60EEEEA47D78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60" creationId="{1FB20E7A-2976-4CD5-A0EF-25B231D147CA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66" creationId="{C700A51F-2BEA-4E6F-BEFA-0D31B9669C8E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67" creationId="{4F2A18F6-177F-4EDD-B6BB-F0FB3A8E0ECE}"/>
          </ac:spMkLst>
        </pc:spChg>
        <pc:spChg chg="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189" creationId="{A18DBB6F-E90F-44E1-BD16-23356725F7C1}"/>
          </ac:spMkLst>
        </pc:spChg>
        <pc:spChg chg="add 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222" creationId="{60B66FEA-557B-4253-B8C6-4FCE57F77AE7}"/>
          </ac:spMkLst>
        </pc:spChg>
        <pc:spChg chg="add mod">
          <ac:chgData name="Md Maruf Ahamed" userId="6f647de5-aeca-43cd-b76c-e84c6089bcf4" providerId="ADAL" clId="{4DF66AE3-23C5-447E-A4A4-372CD6C3A783}" dt="2022-02-11T21:25:11.146" v="34" actId="1076"/>
          <ac:spMkLst>
            <pc:docMk/>
            <pc:sldMk cId="591926110" sldId="1414"/>
            <ac:spMk id="223" creationId="{E633FCEA-1940-4D8D-99A8-EC5E68BD8555}"/>
          </ac:spMkLst>
        </pc:spChg>
        <pc:grpChg chg="add mod">
          <ac:chgData name="Md Maruf Ahamed" userId="6f647de5-aeca-43cd-b76c-e84c6089bcf4" providerId="ADAL" clId="{4DF66AE3-23C5-447E-A4A4-372CD6C3A783}" dt="2022-02-11T21:25:11.146" v="34" actId="1076"/>
          <ac:grpSpMkLst>
            <pc:docMk/>
            <pc:sldMk cId="591926110" sldId="1414"/>
            <ac:grpSpMk id="102" creationId="{7910F846-CB05-46BA-8C8A-562C50B2E747}"/>
          </ac:grpSpMkLst>
        </pc:grpChg>
        <pc:grpChg chg="add mod">
          <ac:chgData name="Md Maruf Ahamed" userId="6f647de5-aeca-43cd-b76c-e84c6089bcf4" providerId="ADAL" clId="{4DF66AE3-23C5-447E-A4A4-372CD6C3A783}" dt="2022-02-11T21:25:11.146" v="34" actId="1076"/>
          <ac:grpSpMkLst>
            <pc:docMk/>
            <pc:sldMk cId="591926110" sldId="1414"/>
            <ac:grpSpMk id="138" creationId="{103F52F2-1221-4FDE-A693-F1088D7EB063}"/>
          </ac:grpSpMkLst>
        </pc:grp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190" creationId="{73FEF84B-B026-460B-853F-8F1DF8DA1401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191" creationId="{2084AF48-5AB8-4E05-ABA4-8735D09927DB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192" creationId="{45860463-3C8C-4CC5-AA75-119DD779FBA8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193" creationId="{43563FE0-1E1C-4E87-B83E-4AE36ED2E14C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194" creationId="{D3850C20-3443-48BB-9983-8D740C115A2C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195" creationId="{C28A10DA-7923-45B3-AAA0-8CA6DEA0884B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196" creationId="{05C3B167-F528-4EBC-B529-B801D95E9C5D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197" creationId="{F1D9CEBB-97E1-40CA-9E64-83062BC846DD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198" creationId="{A2BF74C6-9267-4122-8708-34B1889493B0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199" creationId="{16E787DB-0754-4789-A88B-CBD8F18EFB97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00" creationId="{B7DB79C6-DE62-4F2E-93FF-D729013849C2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01" creationId="{4F4A2BD2-0AE3-498B-9D5B-251980A47B98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02" creationId="{C5603959-99A5-4F4C-868A-69C8732595F3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03" creationId="{F9CA7220-FDFD-4B11-ADF9-C7F68DB7C53B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04" creationId="{3645C9EE-BECA-4E59-B92F-F982C3C2F2B5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05" creationId="{1B5FDA29-43BD-4385-B6D5-1B31E8D9AE90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06" creationId="{18CBB09D-9C04-48D3-B350-0DAEDC667616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07" creationId="{24BB9F8D-2A6D-47CB-BE01-C1D3144D8DE1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08" creationId="{4E8E9944-7419-47A8-A405-6A61D28FE250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09" creationId="{9E36E08C-81C0-41C5-8F9B-C026EC9094A4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10" creationId="{0C129039-D7AB-43CB-8A13-E408D6B10E12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11" creationId="{E881D231-217F-49FB-B781-9049D5C23484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12" creationId="{76B261F0-EA4A-43D5-AD2E-97844517B7D0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13" creationId="{756E916F-AC62-42CE-BEDE-8A18AC432070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14" creationId="{775DFDAD-9710-4EB1-8117-52B749BAF5F1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15" creationId="{AB1EAA53-70B9-4175-BD4E-3AE22226998E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16" creationId="{E3C0F170-1968-4CC4-B1D1-F5247C5B7668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17" creationId="{EA674C3D-AD6F-4B1C-9351-8F6DEF9780AD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18" creationId="{C563DD63-D4D6-4BAE-AFC7-FB4917643166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19" creationId="{7EC57363-1064-4344-AE7D-31093B727943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20" creationId="{6BB65526-13A5-4782-83CA-69C71900E47F}"/>
          </ac:inkMkLst>
        </pc:inkChg>
        <pc:inkChg chg="add mod">
          <ac:chgData name="Md Maruf Ahamed" userId="6f647de5-aeca-43cd-b76c-e84c6089bcf4" providerId="ADAL" clId="{4DF66AE3-23C5-447E-A4A4-372CD6C3A783}" dt="2022-02-11T21:25:11.146" v="34" actId="1076"/>
          <ac:inkMkLst>
            <pc:docMk/>
            <pc:sldMk cId="591926110" sldId="1414"/>
            <ac:inkMk id="221" creationId="{D24C1860-4795-4443-9889-A7765A22FFB2}"/>
          </ac:inkMkLst>
        </pc:inkChg>
      </pc:sldChg>
      <pc:sldChg chg="addSp delSp mod">
        <pc:chgData name="Md Maruf Ahamed" userId="6f647de5-aeca-43cd-b76c-e84c6089bcf4" providerId="ADAL" clId="{4DF66AE3-23C5-447E-A4A4-372CD6C3A783}" dt="2022-02-11T21:26:12.231" v="38" actId="9405"/>
        <pc:sldMkLst>
          <pc:docMk/>
          <pc:sldMk cId="2633236418" sldId="1416"/>
        </pc:sldMkLst>
        <pc:inkChg chg="add">
          <ac:chgData name="Md Maruf Ahamed" userId="6f647de5-aeca-43cd-b76c-e84c6089bcf4" providerId="ADAL" clId="{4DF66AE3-23C5-447E-A4A4-372CD6C3A783}" dt="2022-02-11T21:25:47.174" v="35" actId="9405"/>
          <ac:inkMkLst>
            <pc:docMk/>
            <pc:sldMk cId="2633236418" sldId="1416"/>
            <ac:inkMk id="13" creationId="{E7737D17-D3AA-4476-9981-AFAB11AB7B93}"/>
          </ac:inkMkLst>
        </pc:inkChg>
        <pc:inkChg chg="add del">
          <ac:chgData name="Md Maruf Ahamed" userId="6f647de5-aeca-43cd-b76c-e84c6089bcf4" providerId="ADAL" clId="{4DF66AE3-23C5-447E-A4A4-372CD6C3A783}" dt="2022-02-11T21:26:07.159" v="37"/>
          <ac:inkMkLst>
            <pc:docMk/>
            <pc:sldMk cId="2633236418" sldId="1416"/>
            <ac:inkMk id="14" creationId="{4BF060C6-6DDF-49BD-8019-C6D41629E206}"/>
          </ac:inkMkLst>
        </pc:inkChg>
        <pc:inkChg chg="add">
          <ac:chgData name="Md Maruf Ahamed" userId="6f647de5-aeca-43cd-b76c-e84c6089bcf4" providerId="ADAL" clId="{4DF66AE3-23C5-447E-A4A4-372CD6C3A783}" dt="2022-02-11T21:26:12.231" v="38" actId="9405"/>
          <ac:inkMkLst>
            <pc:docMk/>
            <pc:sldMk cId="2633236418" sldId="1416"/>
            <ac:inkMk id="15" creationId="{040064B0-0388-481B-AD5B-6F08531DC8F1}"/>
          </ac:inkMkLst>
        </pc:inkChg>
      </pc:sldChg>
    </pc:docChg>
  </pc:docChgLst>
</pc:chgInfo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8.e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18.e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18.e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>
            <a:extLst>
              <a:ext uri="{FF2B5EF4-FFF2-40B4-BE49-F238E27FC236}">
                <a16:creationId xmlns:a16="http://schemas.microsoft.com/office/drawing/2014/main" id="{F16A246E-1165-E245-A7EB-0772963E03C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3" name="Rectangle 3">
            <a:extLst>
              <a:ext uri="{FF2B5EF4-FFF2-40B4-BE49-F238E27FC236}">
                <a16:creationId xmlns:a16="http://schemas.microsoft.com/office/drawing/2014/main" id="{2440F699-AA4E-4A4F-915B-4E190BCFD039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4" name="Rectangle 4">
            <a:extLst>
              <a:ext uri="{FF2B5EF4-FFF2-40B4-BE49-F238E27FC236}">
                <a16:creationId xmlns:a16="http://schemas.microsoft.com/office/drawing/2014/main" id="{EA62CF11-F0EA-0848-BA90-DDCC4F4E76E9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5" name="Rectangle 5">
            <a:extLst>
              <a:ext uri="{FF2B5EF4-FFF2-40B4-BE49-F238E27FC236}">
                <a16:creationId xmlns:a16="http://schemas.microsoft.com/office/drawing/2014/main" id="{ABB4707E-3172-FE4D-BE44-CD82F8236D0E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-128"/>
              </a:defRPr>
            </a:lvl1pPr>
          </a:lstStyle>
          <a:p>
            <a:pPr>
              <a:defRPr/>
            </a:pPr>
            <a:fld id="{F85064E9-D108-4958-BC0A-32345D0A6B4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2:28:11.72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16811 16908 1036 0,'0'0'23'0,"0"0"5"0,0 0 0 0,0 0 1 0,0 0-29 0,0 0 0 0,0 0 0 0,0 0 0 16,0 0 57-16,-6-3 6 0,6 3 1 0,0 0 0 0,0 0-52 16,0 0-12-16,0 0 0 0,0 0 0 15,0 0 54-15,0 0 8 0,0 0 2 0,0 0 0 16,0 0-52-16,-3 6-12 0,0-1 0 0,0 3 0 15,0-3 0-15,3 3 0 0,-3 0 0 0,3 3 0 0,0-1 0 0,0 1 0 16,0-1 0-16,0 1 0 0,3-1 0 0,0 1 0 16,-3 0 0-16,3-1 0 0,3-2 0 15,-3 0 0-15,3 0 0 0,3 0 0 0,-3-3 54 0,3 1 8 16,3-1 2-16,-3 0 0 0,6-2-64 0,0-1 0 16,0-2-14-16,2 0 2 0,-2 0 12 0,3-2 8 15,0-3-8-15,3-1 11 0,0 1-11 0,3-6 10 16,-1-2-10-16,1 0 10 0,6-3-10 0,-3-3 0 15,2 1 0-15,4-9 0 0,0 1 42 0,0-6 6 0,2-2 2 16,1-3 0-16,0 0-33 0,-3-3-6 16,2 0-2-16,1-2 0 15,0 2-54-15,-3 1-11 0,-4-4-3 0,4 1-481 16,0 2-96-16</inkml:trace>
  <inkml:trace contextRef="#ctx0" brushRef="#br0" timeOffset="803.019">12093 17326 1497 0,'0'0'32'0,"0"0"8"16,0 0 0-16,-6 0 4 0,6 0-36 0,0 0-8 0,0 0 0 0,0 0 0 0,0 0 44 0,-6 5 8 16,6-5 0-16,-2 6 1 0,2-1-33 0,-3 3-8 15,3 0 0-15,0 2-1 0,0 1-11 0,0 5 0 16,3 0 0-16,-1 5 0 0,-2 3 0 0,6 2 0 16,-3 3 0-16,3 0 0 15,0 3-20-15,3-3-5 0,-3 3-2 0,3-3 0 16,0-5-10-16,-3 0-3 0,3-6 0 0,0 1 0 15,0-3 28-15,0-6 12 0,0 1-12 0,0-1 12 0,3-4 0 0,-4-1 0 16,4-2 0-16,0-1 0 0,3-2 0 0,-3 0 0 16,6-2 14-16,-3-1-4 0,3-5 62 0,2-3 12 15,1-2 2-15,3-3 1 0,3 0-21 0,0-5-4 16,-1-3-1-16,4-5 0 0,0-2-17 0,3-1-4 0,0-3-1 16,2-4 0-16,4 4-27 0,-3-4-12 0,2-1 10 15,4-5-10-15,0 0 0 0,-4-3-10 0,7 3 0 0,0-8-633 16,2 1-126-16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2:28:46.48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16814 16059 2156 0,'-9'-3'48'0,"0"0"9"0,-2 1 3 0,-1-4 0 0,0-2-48 0,0 0-12 0,0 3 0 0,0 0 0 15,0-3 9-15,-3 3 0 0,0-3 0 0,-3 2 0 16,1 1 59-16,-1 0 11 0,0-3 2 0,0 3 1 15,-3-3-45-15,0 0-9 0,-2 0-1 0,-1-3-1 16,0 3-5-16,0-2-1 0,0 2 0 0,-2-3 0 16,-1 3-20-16,0 0 0 0,3 0 0 0,-3-2 0 15,1-1 13-15,-1 1-1 0,3-4-1 0,-6 4 0 16,0-1-11-16,1 1-16 0,-1-1 4 0,-3 3 1 16,0-2 11-16,-2-1 0 0,-1 0 0 0,0-2 0 0,1 3 0 15,-1-1 0-15,0 3 0 0,-6 0 0 16,4 3 0-16,-1 2 0 0,-3 3 0 0,1 0 0 15,2 3 0-15,3-1 0 0,1 1 0 0,-4 2 0 0,6 3 0 0,0 0 0 16,-2 0 0-16,-1 3 0 0,3-1 0 0,0 4 0 16,1-4 0-16,-1 3 0 0,3 3 0 0,0 0 0 15,4 0 0-15,-1 3 0 0,0-1-16 0,3 1-2 16,0 2 0-16,4 3 0 16,-4-1 18-16,3 1-12 0,-3 0 12 0,0 2-10 0,6 4 26 0,-2-7 6 15,-1 4 1-15,3 2 0 16,3-5-70-16,0 5-13 0,3-3-4 0,0 6 0 0,6-5 52 0,-3 2 12 15,6 2 0-15,0 1 0 0,1 0 0 0,4-3 13 16,1 3-2-16,3 0-1 0,0-6-10 0,3 0-14 16,3 1 3-16,3-1 1 0,0 1 10 0,3-3 0 15,3-3 0-15,5 3 0 0,-2-1 0 0,0-1 12 16,3-1-2-16,6 3-1 0,-1-3-9 0,4 0-12 16,3-3 2-16,2 1 1 0,4-3 9 0,-3-3 14 0,-1 3-3 0,4-3-1 15,0 0-10-15,-4-2-14 0,7-3 3 0,0 0 1 16,2 0 19-16,-2-3 4 0,2-2 1 0,1-1 0 15,0 1-22-15,-1-3-5 0,-2 0-1 0,3-3 0 16,-1 1 26-16,-2-4 4 0,-1 1 2 0,1-3 0 16,-3 3-29-16,-4-3-5 0,1-3-2 0,0 1 0 15,-1-1 18-15,-5-2 0 0,3-3 0 0,-4 0 0 16,-2 0 48-16,-3 0 12 0,-3 1 4 0,-3-4 0 16,-1 1-52-16,-5-1-12 0,3-2 0 0,-3 0 0 15,-3 0 19-15,0-1 4 0,0 1 1 0,-3-3 0 0,-4 1 13 16,1-1 3-16,0-3 1 0,-3-4 0 0,0-4-33 0,-3-2-8 15,0 3 0-15,-3-6 0 0,0 6 0 0,0-3 0 16,-3 0 0-16,0-6 0 0,-3 1 0 0,3-3 0 16,-3-5 0-16,0-3 0 15,-3 2-49-15,1-2-12 0,-4 1-3 0,0-7 0 16,0 1-51-16,0-3-10 0,-6-5-3 0</inkml:trace>
  <inkml:trace contextRef="#ctx0" brushRef="#br0" timeOffset="3788.551">20699 3374 1958 0,'0'0'43'0,"-6"-3"9"0,0 0 1 0,3 3 3 0,3 0-45 0,-6-5-11 0,6 5 0 0,0 0 0 15,-3-3 104-15,3 3 20 0,0 0 3 0,0 0 1 16,0 0-52-16,-6 3-9 0,3 5-3 0,0 0 0 15,0 3-51-15,3 4-13 0,0 1 0 0,-3 5 0 16,3 1 54-16,0-4 8 0,0 3 2 0,0 0 0 16,0 3-64-16,0 3 0 0,0-9-9 0,0 9 0 15,0-3 9-15,-3 2 11 0,3-5-3 0,-3 11 0 16,3-8-8-16,0 2 0 0,-3 1 0 0,3-1 0 16,0-2 0-16,-3 0 0 0,3-3 0 0,0-3 0 15,0 1-148-15,3-6-36 0,-3 0-6 0,6-2-548 16,0-3-110-16</inkml:trace>
  <inkml:trace contextRef="#ctx0" brushRef="#br0" timeOffset="4188.854">21080 3522 1958 0,'0'-11'43'0,"3"1"9"0,-3-9 1 0,0 3 3 0,0-2-45 0,0 5-11 16,-3-6 0-16,0 3 0 0,0 6 104 0,0-1 20 15,-3 3 3-15,0 5 1 0,0-5-52 0,0 8-9 16,0-5-3-16,-3 10 0 0,3-5 0 0,-3 8 0 0,0-2 0 0,0 2 0 15,0 7-51-15,4-4-13 0,-4 8 0 0,3-1 0 16,-3 1 0-16,3 2 0 0,0 3 0 0,0-3 0 16,3 3 9-16,3 5-1 0,0-8 0 0,3 0 0 15,0 3-8-15,3-3-11 0,0-2 3 0,3 2 0 16,0-3-12-16,0 1-3 0,2-3 0 0,1-3 0 16,3 0 9-16,3-8 2 0,-3 3 0 0,6 0 0 31,-3-8-14-31,0 0-2 0,5 0-1 0,-2-8 0 0,0 0 29 0,0 3 0 0,-3-3 0 15,0-8 0-15,-1 6 37 0,-2-1 14 0,0-7 2 0,-3 2 1 16,0 0-9-16,-3 0-1 0,-3-8-1 0,0 3 0 16,0 0-10-16,0-3-1 0,-6 3-1 0,0-6 0 15,-3 4-31-15,0 1 0 0,-3 1 0 0,-3 0 0 16,3 3 0-16,-6-1 0 0,0 3 0 0,0 6 0 16,-6-6 0-16,1 5-8 0,-1 3-1 0,-3 0 0 15,0 3-25-15,3 2-5 16,-3 1-1-16,3 2 0 0,4 0-85 0,2 2-18 0,0 1-3 0,3 2-1011 15</inkml:trace>
  <inkml:trace contextRef="#ctx0" brushRef="#br0" timeOffset="4553.685">21610 3323 1892 0,'0'0'53'0,"0"0"13"0,0 0-53 0,0 0-13 0,0 0 0 0,0 0 0 0,0 0 140 0,-3 3 26 16,0 2 5-16,0 3 1 0,-3 5-79 0,0-5-15 15,-3 6-3-15,0 2-1 0,0-1-38 0,0 1-7 0,0 5-1 0,-3-5-1 32,3 3-11-32,0 5-1 0,3-8-1 0,0 5 0 0,3-8-14 0,1 5 0 15,4-2 8-15,1 3-8 0,0-9 0 0,6 4 9 16,3-1-9-16,0-5 8 0,6 2-8 0,3 1 0 0,-3-8 0 0,6 2-11 16,-4-2 11-16,7 2 8 0,0-5-8 0,-3 0 11 15,0-8 1-15,-1 3 1 0,1 2 0 0,0-8 0 16,0 3-22-16,-3-2-5 0,2-1-1 0,-2 1 0 15,-3 2 63-15,-3-8 13 0,-3 3 3 0,0-3 0 16,0-3-52-16,-3 3-12 0,-6-5 0 0,0 3 0 16,0-3 27-16,-6-1 2 0,-3 1 1 0,0 3 0 15,-3-1-22-15,-3 1-8 0,-3 4 0 0,-6-1 9 16,3 7-31-16,-5 2-6 0,-1 1-2 0,-3 2 0 16,-6 3-81-16,0 3-16 15,-8 5-3-15,-4 3-1 0,0 4-151 16,-5 7-30-16</inkml:trace>
  <inkml:trace contextRef="#ctx0" brushRef="#br0" timeOffset="4824.621">20505 4109 2419 0,'0'0'53'0,"0"0"11"0,0 0 3 0,6 3 1 0,0 2-55 0,0-2-13 15,3-3 0-15,3 2 0 0,0-2 54 0,0-2 8 16,6 2 2-16,2-3 0 0,1-2 0 0,6 2 0 15,6 1 0-15,6-4 0 0,2 4-52 0,4-4-12 0,0 1 0 0,8 0 0 16,1-3 0-16,2 3 0 0,10-3 0 0,2 0 0 16,-2 0 0-16,2 2 0 0,4-1 0 0,8-1 0 15,-9 0 16-15,1 0 0 0,-4 0 0 16,4 2 0-16,-4 1-16 16,1-3 8-16,-1 3-8 0,-2-3 0 0,-10 5 0 15,-2-2 8-15,-4 2-8 0,1-5 0 0,-9 6-13 0,-1-3-6 0,-2 2-1 16,0 0 0-1,-10 1-53-15,1-1-11 0,-6 0-3 0,-3 3 0 16,-3-5-219-16</inkml:trace>
  <inkml:trace contextRef="#ctx0" brushRef="#br0" timeOffset="5218.54">20946 4387 2005 0,'0'0'44'0,"0"0"8"0,0 0 3 0,0 0 2 0,0 0-45 15,0 0-12-15,0 0 0 0,0 0 0 0,0 0 68 0,0 0 11 0,0 0 2 0,0 5 1 16,0 9-27-16,-3-1-6 0,3 3-1 0,-3 2 0 16,0-2-15-16,-3 5-3 0,3 3-1 0,-3 5 0 15,0 0-11-15,0 3-2 0,0 2-1 0,0 1 0 16,0-3-15-16,0-1 8 0,0-2-8 0,0 1 0 15,0-4 8-15,0 0-8 0,4 1 0 0,-4-6 0 16,3 0-20-16,-3 3-9 0,3-3-3 16,3-2 0-1,-3-3-192-15,6 2-40 0</inkml:trace>
  <inkml:trace contextRef="#ctx0" brushRef="#br0" timeOffset="5714.576">21223 4538 1940 0,'0'-19'43'0,"0"6"9"0,0 3 1 0,3-4 1 0,-3 1-43 0,3 0-11 0,0-3 0 0,0 3 0 0,0-3 108 0,2 0 20 16,1 3 4-16,3 0 1 15,0 2-40-15,0-2-8 0,3 2-1 0,3 1-1 0,0-1-35 0,0 3-6 16,-3-3-2-16,3 6 0 0,-1-3-28 0,4 6-12 16,-3-1 11-16,0 3-11 0,3 0 0 0,-3 3 0 15,3 2 0-15,-3 0 0 0,-1 3 0 0,-2 0 0 16,0 0 0-16,-3 3 0 0,0-1 0 0,-3 1 0 15,0 2 0-15,-6 0 0 0,0 3 0 0,0-5 0 0,-6 2 0 16,0 0 0 0,-3-2-45-16,0 2-15 0,0-2-4 0,-3 2 0 0,-2 0 52 0,2 0 12 0,-3-2 0 0,3 2 0 15,-3-2 0-15,3-3-11 0,0 2 11 0,3-2-10 16,0-3 10-16,3 1 0 16,0-1 0-16,6-5 0 0,0 0 0 0,0 0 0 15,0 0 10-15,0 0-10 0,6-3 0 0,0 1 0 16,0 2 0-16,6-6 0 0,0 1 0 0,3 2 0 0,0-2 0 15,0 0 0-15,3 2 0 0,2 1 0 0,-2-1 0 16,3 3 0-16,0 0 57 0,-3 3 6 0,3-1 1 16,-6 3 0-16,-1 3-64 0,1-5-13 0,0 5-3 0,-6 0 0 15,0 0 16-15,0 2 13 0,-6-2-2 0,0 3-1 16,0 0-2-16,-3 2 0 0,-3 0 0 0,-3 0 0 16,-3 0 0-16,-3 3 0 0,0 0 0 0,-3-3 0 15,-3 3-8-15,1-5-14 0,-4 5 3 0,0-3 1 16,0 0 10-16,0 0 0 0,0-2 0 0,1 2 0 15,2-2-24-15,0-3-2 0,0 0-1 0,3-3 0 16,0 3-121-16,6-5-25 0,3 2-5 0,0-5-880 16</inkml:trace>
  <inkml:trace contextRef="#ctx0" brushRef="#br0" timeOffset="6082.322">22023 4464 2311 0,'0'0'51'0,"0"0"10"0,3-5 3 0,0 2 0 0,-3 3-51 0,0 0-13 15,0 0 0-15,0 0 0 0,0 0 114 0,0 0 20 16,0 0 4-16,-6 0 1 0,-3 3-67 0,3-1-14 16,-2 3-2-16,-4 1-1 0,3 4-31 0,-3-2-7 15,0 3-1-15,0-1 0 0,3 6-16 0,-3-2 8 16,3 4-8-16,0 1 0 0,0-1 0 0,6 1 0 0,0-1 0 0,0 1 0 16,3-1 0-16,3-2 0 0,3 0 0 0,3-3 0 15,0 0 0-15,3-5-9 0,3 0 9 0,3 0-8 16,0-2 8-16,3-1-8 0,-1-5 8 0,1 0-8 15,3-5 8-15,0-1 0 0,0 1 0 0,0-3 0 16,-1 3 0-16,-2-9 0 0,0 4 0 0,0-3 0 16,-3-3 8-16,3 0 1 0,-4-3 0 0,4-2 0 15,-3 0 12-15,-3 0 3 0,0 0 0 0,0 0 0 16,-3 2-4-16,-3 0 0 0,-3 6 0 0,-1-8 0 16,-5 5-9-16,0-5-3 0,-3 5 0 0,-5 0 0 15,-1 3-8-15,-3-3 10 0,-3 6-10 0,-3-1 10 16,0-2-10-16,-3 2-17 0,0 3 4 0,-2 3 1 31,-1-3-24-31,-3 3-4 0,0-1 0 0,-3 4-1 0,1-1-138 0,2 1-27 0,-3-4-6 0</inkml:trace>
  <inkml:trace contextRef="#ctx0" brushRef="#br0" timeOffset="6533.222">22800 3908 1537 0,'0'0'33'0,"0"0"7"0,0 0 2 0,0 0 2 0,3 5-35 0,0 3-9 0,3-8 0 0,0 3 0 15,0-3 96-15,3 5 16 0,3-5 4 0,0 0 1 16,0 0-31-16,3 0-6 0,-1 0-2 0,4-5 0 15,0 2-18-15,3 3-3 0,-3-5-1 0,0 2 0 16,3 1-21-16,-1 2-5 0,1-6-1 0,3 4 0 16,0-1-13-16,0 1-4 0,3-1 0 0,-4 0 0 0,4 3-12 15,-3-5 0-15,0 2 8 0,-3 3-8 0,-4-5 0 0,4 5 0 16,-6-3 0-16,3 3 0 16,-6 0-41-16,-3 0-5 0,0 0-1 0,-3 3 0 15,0 2-168-15,-6-5-33 0</inkml:trace>
  <inkml:trace contextRef="#ctx0" brushRef="#br0" timeOffset="6758.939">22955 4138 1522 0,'-9'3'33'0,"9"-3"7"0,-3 5 2 0,3-5 2 0,0 0-36 16,0 0-8-16,0 0 0 0,3 3 0 0,3 2 86 0,0-5 15 0,3 3 3 0,0-3 1 15,3 0-9-15,0-3-1 0,0 1-1 0,2-1 0 16,4-5-21-16,3 3-4 0,0-3-1 0,3 0 0 15,0 3-17-15,2-3-4 0,4 2-1 0,0-2 0 16,0 0-46-16,-1 0-13 0,1 1-1 16,3-1 0-1,-6-8-14-15,0 5-2 0,2 1-1 0,1-9 0 16,0 3-195-16,0 0-39 0,-1 0-8 0,4-2-2 0</inkml:trace>
  <inkml:trace contextRef="#ctx0" brushRef="#br0" timeOffset="6999.778">23863 3614 1728 0,'0'0'38'0,"-6"-2"8"0,-3 2 2 0,3 0 0 0,0 0-39 0,0 0-9 0,0 0 0 0,0 2 0 15,0 1 104-15,0 2 20 0,0-2 3 0,0 2 1 16,0 6-52-16,1-3-9 0,-1-3-3 0,0 6 0 0,3 2-12 0,0 0-2 16,-3 3-1-16,6 3 0 0,-3-1-17 0,0 1-3 15,3 2-1-15,-3 0 0 0,6 3-9 0,-3-3-3 16,0 0 0-16,3 0 0 0,-3-2-16 0,3 2 0 15,0-3 8-15,0 1-8 0,0 0 0 0,0-6 0 16,0 0 8-16,0 0-8 16,0-2-23-1,0-1-8-15,-3 4-1 0,3-6-1 0,2-6-147 0,-2 3-28 16,3 1-7-16</inkml:trace>
  <inkml:trace contextRef="#ctx0" brushRef="#br0" timeOffset="7383.508">24199 3744 1958 0,'0'0'43'0,"-6"-5"9"0,3 2 1 0,-6-2 3 0,6 2-45 0,-3 1-11 0,-2-1 0 0,2 3 0 15,-3 0 104-15,3 0 20 0,0 0 3 0,-3 0 1 16,0 3-52-16,0 2-9 0,0 3-3 0,0 0 0 16,0 2 0-16,0 4 0 0,3-1 0 0,-3 3 0 15,3 2-51-15,0-5-13 0,1 6 0 0,2-3 0 16,0 2 0-16,0-4 0 0,6 1 0 0,0 1 0 15,0-2 0-15,2 1 0 0,4-1 0 0,0 2 0 16,3-9-31-16,0 1-9 0,0 0-1 0,3-2-1 16,3 2 22-16,0-8 4 0,-3 2 0 0,2-2 1 0,1 0 7 15,-3-2 8-15,0-4-13 0,0 1 5 16,0-3 8-16,0 3 0 0,-3-1 0 0,2-1 0 0,-2-7 40 0,-3 1 11 16,0 0 1-16,-3 0 1 15,0-1-33-15,-3-7-8 0,0 5 0 0,0-5-1 16,-6 0 33-16,0 0 8 0,0 0 0 0,-3 2 1 15,-3 1-33-15,0 2-8 0,0 3 0 0,-3 2-1 0,1-5-11 0,-4 5-12 16,6 4 2-16,-6-1 1 16,3 5-12-16,-3-5-3 0,0 0 0 0,3 5 0 15,-3-2-20-15,6 2-5 0,1 1-1 0,2 2 0 16,6 0-115-16,0 0-23 0,0 0-5 0,0 0-863 0</inkml:trace>
  <inkml:trace contextRef="#ctx0" brushRef="#br0" timeOffset="7717.941">24673 3649 1958 0,'0'0'43'0,"0"0"9"0,0 0 1 0,0 0 3 0,0 0-45 0,0 0-11 0,0 0 0 0,0 0 0 16,0 0 104-16,-6 2 20 0,0 4 3 0,0-1 1 15,0 3-52-15,-3 0-9 0,3 0-3 0,-3-3 0 16,-3 3-51-16,3 3-13 0,-3 2 0 0,3-5 0 16,0 5 0-16,0 0 0 0,3 1 0 0,0-1 0 15,4 0 0-15,-1 3 0 0,0-3 0 0,6 3 0 16,-3-3 0-16,5 0 0 0,1 3 0 0,0-8 0 15,3 0 0-15,3 0 0 0,0 0 0 0,0-3 0 16,0 3 0-16,3-5 0 0,0-3 0 0,0 3 0 16,2-3 0-16,1 0 0 0,0-3 0 0,0 0 0 15,-3-2 24-15,3 2 3 0,-3-7 0 0,0 2 0 0,-1 0 11 16,-2-3 2-16,0-2 1 0,0 0 0 16,-3-3-3-16,-3 0-1 0,0 0 0 0,0-2 0 0,-3 2-13 0,-3-3-2 15,3 6-1-15,-6-5 0 0,3 2-11 0,-6 2-2 16,0 4-8-16,-3-3 12 0,0-1-12 0,-3 6 0 15,0 1 0-15,-3-1 0 0,1 2 0 0,-1-2 0 16,-3 3-9-16,0 2 9 16,-3 1-108-16,3 2-16 0,0 0-4 0,1 0-716 15,5 2-144-15</inkml:trace>
  <inkml:trace contextRef="#ctx0" brushRef="#br0" timeOffset="8280.478">25015 3781 1914 0,'-6'-10'54'0,"6"2"13"0,-3 2-54 0,0 1-13 0,3-3 0 0,-3 0 0 15,3 0 132-15,-3 3 23 0,3-3 5 0,0 3 0 16,-3 2-49-16,3-5-11 0,0 0-1 0,0 8-1 16,3-5-46-16,0 0-10 15,-3 2-2-15,0 3 0 0,6-5-21 0,-3 2-5 0,0 3-1 0,3-5 0 16,-3 2-13-16,3 0 0 0,-3 3 0 0,3 0 0 16,-6 0-9-16,6 3-5 0,0-3-1 0,0 8 0 15,-3-5-145-15,2 5-30 0,1 0-6 0</inkml:trace>
  <inkml:trace contextRef="#ctx0" brushRef="#br0" timeOffset="9038.555">25372 3728 1872 0,'0'0'41'0,"0"0"9"0,0 0 2 0,-3-2 0 0,3 2-42 0,0 0-10 15,-3-3 0-15,3 3 0 0,0 0 97 0,0 0 18 16,-3-5 3-16,-3 5 1 0,-3 0-47 0,3 5-8 16,0-2-3-16,-3 5 0 0,0 2-27 0,1 1-6 15,-4 5 0-15,-3 2-1 0,0 3-12 0,0-2-3 0,-3 2 0 0,3 3 0 16,-3-3-1-16,1 0-1 15,-1 3 0-15,0-3 0 0,0-2 1 0,0-1 0 16,3 1 0-16,-3-1 0 0,6 1-11 0,1-3 12 16,-1-1-12-16,-3 7 12 0,3-12-12 0,3 9 0 0,-3-9 0 0,0 4 0 15,3-1 0-15,0 0 8 0,0-2-8 0,0 2 0 16,0-5 0-16,3 0 0 0,-2 0 0 0,2 0 0 31,0-3-32-31,3-3-6 0,3-2-1 0,0 0 0 16,0 0-94-16,0 0-19 0,0 0-4 0,0 0-527 0,0 0-105 0</inkml:trace>
  <inkml:trace contextRef="#ctx0" brushRef="#br0" timeOffset="9361.34">25116 4167 1602 0,'0'0'35'0,"0"0"7"0,0 0 2 0,0 0 1 0,0 0-36 0,0 0-9 16,0 0 0-16,0 6 0 0,0-6 84 0,0 0 16 16,-3 5 2-16,3-5 1 0,0 0-23 0,0 8-4 15,0-8 0-15,0 0-1 0,0 0-3 0,3 5 0 0,-3-5 0 0,0 0 0 16,0 0-3-16,0 0-1 0,0 0 0 0,0 0 0 15,0 0-11-15,0 0-2 0,0 0-1 0,0 0 0 16,3 0-26-16,-3 0-4 0,6-5-2 0,-3 2 0 16,3-5-22-16,-3 6 0 0,0-6 0 0,3 0 0 31,-3 3-174-31,0-1-30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2-15T23:09:42.49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14231 4503 1695 0,'0'0'37'0,"0"0"8"0,-6-2 2 0,3-3 1 0,-3 2-39 0,0 0-9 0,6 3 0 16,-6 0 0-16,0 0 60 0,0 0 11 0,0 0 1 16,0 0 1-16,6 0-3 0,-6 0-1 15,-3 3 0-15,9-3 0 0,-6 3-29 0,0 2-7 16,6-5-1-16,-3 5 0 0,-3 0-9 0,3 3-3 15,0 0 0-15,0 3 0 0,0-3-9 16,0 5-3-16,0-2 0 0,3 2 0 0,-3 3-8 0,3 0 0 0,0 2 9 0,0-2-9 16,0 0 0-16,0 2 0 0,3-2 0 0,0 0 0 15,0-3 0-15,0 1 0 0,3-1 0 0,0 3 0 16,0-11 0-16,0 6 0 0,0-3 0 16,3-1 0-16,0-4 0 0,0 2 0 0,0-2 0 15,3 0-8-15,-3-1 8 0,3-2 0 16,-1-2 0-16,1-1 0 0,0 0 0 0,0-2 14 0,0 0-3 0,0-6-1 15,0 3 16-15,0-2 3 16,0 2 1-16,0-5 0 0,-3-1 6 0,0 1 2 0,-1-3 0 0,-2 6 0 0,0-9 2 0,0 3 0 16,-6-2 0-1,3 4 0-15,-3-4-12 0,-3 2-3 0,0 0 0 0,0 3 0 16,-3 2-13-16,0-4-2 0,0 4-1 0,-2 0 0 16,-1 3-9-16,-3 0 10 0,0 3-10 0,-3 0 10 0,3 2-10 0,-3 3 0 15,0-5 0-15,3 5 0 0,-3 5-9 0,1-5-4 16,2 3-1-16,-3 2 0 15,3 0-22-15,3 1-4 0,-3-1 0 0,6 3-1 16,-3-3-89-16,3 1-18 0,3 2-3 0,-3-3-935 0</inkml:trace>
  <inkml:trace contextRef="#ctx0" brushRef="#br0" timeOffset="790.65">16273 4496 1314 0,'0'0'37'0,"-6"0"8"0,0-3-36 0,0 3-9 15,0 0 0-15,0-3 0 0,0 3 156 0,0 0 28 16,0 0 7-16,0 3 1 0,0-3-111 0,6 0-21 0,-9 3-5 0,3-1-1 15,0 1-14-15,0-1-2 16,0 4-1-16,0-1 0 0,0 0-16 0,3 3-3 0,-3-2-1 0,3 2 0 16,0 2-1-16,1-2 0 0,-1 3 0 0,-3 2 0 15,3 0-8-15,0 0-8 0,3 3 12 0,-3-3-12 16,3 3 8-16,-3 0-8 16,6-3 0-16,-3 3 0 0,3 0 0 0,-3-3 0 0,3 1 0 0,0-1 0 15,3 3 0-15,-3-8 0 0,2 2 0 0,1 1 0 16,0-6 0-16,3 3 0 0,-3 0 0 0,3-3-9 15,0-2 9-15,3-3 0 16,-3 3 0-16,3-3 0 0,3-3 0 0,0 3 0 0,-3-3 0 0,2-2 0 0,4 0 0 0,-3-1 0 16,3-2 0-16,0-2 8 15,-3-1 6-15,3 1 2 0,-3-3 0 0,-1-1 0 0,1-2 8 0,-3 1 1 16,0-1 1-16,0-3 0 16,-6 3 1-16,0-2 0 0,0-1 0 0,-3 3 0 15,-3 0-6-15,0 1-1 0,-3 1 0 16,-3 1 0-16,0 0-3 0,-3 5-1 0,0-3 0 0,-3 3 0 0,-3 3-3 0,0 0-1 15,-2 0 0-15,-4 5 0 16,0-3-12-16,0 3 8 0,0 3-8 0,0-1 0 0,4 1 0 0,-1 2-15 16,0 0 2-16,3 3 0 15,0 0-23-15,3-5-5 0,0 5-1 0,0 0 0 16,3 2-40-16,3-7-8 0,0 5-2 0,1 0-998 0</inkml:trace>
  <inkml:trace contextRef="#ctx0" brushRef="#br0" timeOffset="1568.84">18457 4533 1186 0,'0'0'33'0,"0"0"9"0,0 0-34 0,0 0-8 0,-3-6 0 0,3 6 0 16,0 0 107-16,-3 0 19 15,0-5 4-15,3 5 1 0,-3-3-31 0,3 3-7 0,-5 0-1 0,-1-5 0 16,0 5-32-16,0 5-6 0,0-5-2 0,-3 0 0 16,3 3-17-16,0 2-4 0,-3 1-1 0,0 2 0 15,3 2-6-15,-3-2-2 0,3 3 0 0,0 2 0 16,0 3-7-16,0 0-2 0,0-1 0 0,0 4 0 16,3-3-13-16,-3 0 11 0,4 2-11 15,-1-2 10-15,3-3-10 0,0 3 0 0,0-2 0 0,3-1 0 16,-1 0 0-16,1-2 0 15,3-1 0-15,3 3 0 0,-3-5 0 0,6-2 0 0,-3 2-11 0,6-6 11 16,0 3-10-16,-3-2 10 0,6 2-12 16,-3-5 12-16,2 0 0 0,-2 0 0 0,3 0 0 0,-3-2 0 15,0-1 0-15,0-2 0 0,0-3 12 0,-3 0-3 16,-1 0 15-16,4-3 2 0,-3 1 1 0,0-3 0 16,3-1 10-16,-6 4 3 0,3-9 0 0,-6 3 0 15,3-2-25-15,-3 5-5 0,-3-9-1 0,0 7 0 0,0-4 44 16,-3 8 9-16,-3-7 2 0,0 5 0 15,-3 0-48-15,0 2-16 0,0 3 9 16,-6 0-9-16,3 5 12 0,-3-5-4 0,-3 6 0 0,3-1 0 0,-3 3-8 0,1 0 0 16,-4 0 0-16,-3 0 0 0,3 3-9 0,0-3-4 15,-3 2-1-15,0 1 0 16,1 2-17-16,-1 1-3 0,3 2-1 0,0 0 0 16,3 0-39-1,0 2-8-15,3-2-2 0,3 3-679 0,1-1-136 0</inkml:trace>
  <inkml:trace contextRef="#ctx0" brushRef="#br0" timeOffset="2294.77">20499 4538 1314 0,'0'0'28'0,"0"0"7"0,0 0 1 0,0 0 1 0,0 0-29 0,0-5-8 15,0 5 0-15,0 0 0 0,0 0 95 0,0 0 17 16,0 0 4-16,0 0 1 0,0 0-25 0,-3-3-4 0,3 3-2 15,-6-3 0-15,6 3-31 0,-6 0-7 16,1 3 0-16,-1 0-1 0,0 2-14 0,-3 0-2 0,3 3-1 0,-3 0 0 16,3 3-10-16,-3-1-3 0,3 3 0 0,0 1 0 15,0 2-9-15,0-1-8 0,0 1 12 0,3 3-12 16,3-3 8-16,-3-3-8 0,3 3 0 0,3 0 0 16,-3-3 0-16,3 3 0 0,3-6 0 15,0 1 0-15,3 0 0 0,0-4 0 16,3 1 0-16,-3 0-9 0,3 0 1 0,3-2 0 0,-1-1 0 15,1-2 0-15,0-1 8 0,0 1-8 0,0-3 8 16,0-3-8-16,0 3 8 0,-3-2 0 0,2-1 0 0,-2-2 0 16,3-1 0-16,0-2 0 0,-3 0 8 0,3 0-8 15,0 1 16-15,-3-4 0 0,0 3-1 0,0-3 0 0,-1 1 5 16,-2-1 0-16,0 1 1 0,-3-6 0 16,0 5 11-16,-3-5 1 15,0 3 1-15,-3-3 0 0,0 3-8 16,-3 0-2-16,0 0 0 0,-3-1 0 0,-3 1-7 0,0 3-1 0,0-1-1 0,-5 3 0 15,2 0 15-15,-3 5 3 0,0-5 1 0,0 6 0 16,0-3-48-16,3 5-10 0,-3-3-1 0,0 3-1 0,1 0 2 0,-1 0 0 16,0 3 0-16,0-3 0 15,0 5-28-15,0-3-4 0,0 6-2 0,0-5 0 16,1 5-118-16,2 0-24 0,0 3-5 16</inkml:trace>
  <inkml:trace contextRef="#ctx0" brushRef="#br0" timeOffset="3308.18">20800 6472 1332 0,'0'0'29'0,"0"0"7"0,3-5 0 0,-3 5 1 0,0-3-29 0,0 3-8 0,3-5 0 0,-3 5 0 0,-3-5 91 0,3 5 17 16,0 0 3-16,-3-6 1 15,3 6-39-15,-6-2-7 0,0 2-2 0,-3 0 0 0,3 2-20 0,0 1-5 16,-3 0-1-16,3-1 0 0,-3 4-11 0,0-1-3 16,1 0 0-16,-1 3 0 0,0 0-8 0,3 0-1 15,-3 3-1-15,0-1 0 0,3 3-6 0,0-2 0 16,-3 2-8-16,3 3 12 0,3 0-12 0,-3 0 0 16,3 0 0-16,0 2 0 0,3-5 0 0,0 3 0 15,0 0 0-15,0-3 0 0,0 1 0 0,3-4 0 0,0 3 0 16,0-2-10-16,3 0 2 0,3-3 0 15,-3-3 0-15,3 3 0 0,3-6-7 0,-3 4-1 0,3-6 0 0,0 2 0 16,2-2 16 0,-2-2-11-16,3-1 11 0,0-2-10 0,0 2 10 0,0-5 9 0,3 0-1 0,-6-2-8 15,3-1 32-15,-4-2-1 16,1 0 0-16,0-1 0 0,-3 1 5 0,0-3 0 16,0 3 1-16,-6-3 0 0,3 0 1 0,-6 0 0 15,3 3 0-15,-6 0 0 0,3-3-8 16,-3 3-2-16,-3 2 0 0,0 1 0 0,-3-1-7 0,0 3-1 15,0-2-1-15,-6 2 0 0,4 0-8 0,-4 2-2 16,-3 1 0-16,3 2 0 0,-3 1-9 0,3-1 0 16,0 3 0-16,0 0 0 0,0 0-20 0,1 0 0 0,2 3 0 0,0-3 0 15,-3 2-23-15,3 1-4 0,0 0-1 16,0-1 0-16,3 1-40 0,-3 2-9 0,6-2-2 0,-6 2-914 16</inkml:trace>
  <inkml:trace contextRef="#ctx0" brushRef="#br0" timeOffset="4176.87">14076 6464 1074 0,'0'0'30'0,"-6"0"8"0,-3 0-30 0,0 0-8 0,3 0 0 0,-3 0 0 15,3 0 104-15,-3 0 19 16,0 3 4-16,0-1 1 0,3 1-52 16,-3-3-9-16,1 3-3 0,2 2 0 0,-3-2 0 0,3 2 0 0,-3 0 0 0,0 3 0 15,3 0-28-15,0 0-5 16,0 3-2-16,0 2 0 0,0 0-18 0,3 0-11 16,0 3 12-16,0 3-12 0,3-1 10 0,0 3-10 15,3-2 8-15,0 2-8 0,3-2 0 0,0-1 0 16,3-2-14-16,0-3 5 0,0 1-18 15,3-4-3-15,3 1-1 0,-3-3 0 0,2-3 31 0,1 0 0 0,3 1 0 16,-3-6 0-16,0 0 0 0,0 0 0 0,0-3 0 0,0 0 0 16,-4-2 0-16,1 0 0 0,0-3 0 0,-3 0 0 15,3 0 15-15,-3 0 9 0,3-3 1 16,-3 1 1-16,0-4 10 0,-3 1 1 0,3 3 1 0,-3-4 0 0,0-1 21 16,0 1 4-16,-3-2 1 0,0-2 0 15,-1 5 0-15,-2-3 0 0,0 3 0 0,-2-1 0 0,-1 1-52 0,0 3-12 16,-3-1 0-16,-3 3 0 15,3 0 54-15,-3 0 8 0,0 3 2 0,-3 2 0 16,3-2-52-16,-3 2-12 0,0 3 0 0,0 0 0 16,0 0-48-1,0 3-13-15,-2 0-3 0,-4 2 0 0,3-2 52 0,0 2 12 0,0 0 0 0,3 0 0 16,0 3-208-16,3-2-38 0,6 7-8 16,-3 0-2-16</inkml:trace>
  <inkml:trace contextRef="#ctx0" brushRef="#br0" timeOffset="5139.31">18428 8430 1267 0,'0'0'28'0,"0"0"5"15,0 0 2-15,0 0 1 0,-6 3-36 0,0-1 0 0,0-2 0 0,0 3 0 16,0 2 109-16,0-2 15 15,0 2 4-15,-3 1 0 0,3-1-64 0,-3 3-12 0,3 0-2 0,0 2-1 16,3-2-27-16,-3 3-6 0,0-1 0 0,3 1-1 16,-3 2 13-16,3-2 2 0,3 2 1 0,-3 0 0 15,3 3-31-15,0 0 0 0,0 0 0 0,0 0 0 16,6 0 0-16,-3 0 0 0,3-1 0 0,3 1 0 0,-3-2-24 16,3-1 3-16,3-3 0 0,0 1 0 31,0-3-39-31,0-3-8 0,3-2-2 0,-3 2 0 0,2-5 56 0,1 0 14 0,3-3 0 0,-6 1 0 15,3-1 48-15,-3-2 13 0,0 0 3 0,0-3 0 0,-3 0 0 0,0-3 0 16,-1 1 0-16,4-4 0 0,-6 4 0 0,3-3 0 16,-3-1 0-16,3 1 0 0,-3-3-14 0,-3 3-2 0,3 0-1 15,-3-1 0-15,0 1-24 0,0 3-5 0,-3-1-1 0,0 1 0 16,-3-4 38-16,0 6 7 0,0-2 2 0,-3-1 0 16,0 1-52-1,0-1-12-15,-3 3 0 0,3 0 0 0,-6 0 0 0,0 0 0 16,1 3 0-16,-4 0 0 0,-3 2 0 0,0 0 0 0,-3 3 0 15,-3 0 0-15,4 0 0 0,-1 0 0 0,0 3 0 0,0 0 0 32,0-1-72-32,0-2-16 0,3 3-4 0,-2 2-1 15,5-2-25-15,0 0-5 0,0-1-1 0,0 1-883 0</inkml:trace>
  <inkml:trace contextRef="#ctx0" brushRef="#br0" timeOffset="5779.45">18300 6345 1267 0,'0'0'28'0,"0"0"5"0,0 0 2 15,-6-3 1-15,6 3-36 0,-3 0 0 0,3 0 0 0,-9 0 0 0,9 0 109 0,-3 0 15 16,3 0 4-16,0 0 0 16,0 0 0-16,-6 0 0 0,6 0 0 0,0 0 0 15,-3 6-103-15,0 2-25 0,0-3 0 0,3 6 0 16,0-3 56-16,0 5 7 0,3-3 1 0,-3 4 0 0,3 1-52 0,0-1-12 16,3 2 0-16,-3 2 0 0,0-2 0 0,3 0 0 15,-3 5 0-15,0 0 0 16,3 3 10-16,-3 0-1 0,0 2 0 0,0-2 0 15,0 0-9-15,-3-3-12 0,2 0 2 0,-2 0 1 0,0-5 9 0,-2 3 0 16,2-6 0-16,-3 3 0 16,0-3-156-16,0-2-28 0,-3 2-7 0,3-5-692 0</inkml:trace>
  <inkml:trace contextRef="#ctx0" brushRef="#br0" timeOffset="6311.96">16600 6472 1036 0,'0'0'23'0,"-3"-5"5"0,0 2 0 0,-3-2 1 0,3 2-29 0,3 3 0 0,-3-5 0 0,3 5 0 15,0 0 108-15,-3-5 16 16,3 5 4-16,0 0 0 0,0 0-52 0,0 0-11 16,0 0-1-16,0 0-1 0,0 0-19 0,0 0-3 0,0 0-1 0,-6 5 0 15,0 0-12-15,3-2-2 16,0 5-1-16,0 0 0 0,0 0 31 15,3 2 7-15,-3 1 1 0,3 5 0 0,-3 0-52 0,3 2-12 0,0 3 0 0,0 6 0 16,-3-3 0-16,3 2 0 16,0 0 0-16,0 4 0 0,0-4 0 0,3 1 0 0,-3-1 0 0,0 0 0 15,0-4 0 1,0 1 0-16,0-1 0 0,0-1 0 0,0-3-48 0,0 1-13 16,0-3-3-16,0 2 0 0,0 1-80 15,0-3-16-15</inkml:trace>
  <inkml:trace contextRef="#ctx0" brushRef="#br0" timeOffset="6874.34">14284 8168 1074 0,'0'0'30'0,"0"0"8"16,0 0-30-16,0 0-8 0,0 0 0 0,-6 3 0 16,6-3 96-16,-6 2 19 0,3 1 3 15,-3 2 1-15,3-2-37 0,-3 2-7 0,3 1-2 16,-3 2 0-16,4 0-7 0,-4 2-2 0,3 1 0 0,0 2 0 0,-3 3-12 0,3 0-2 16,0 2-1-16,0 3 0 0,0 1-27 0,3 1-6 15,0-1 0-15,0 1-1 16,0 1-15-16,0-3 0 0,0 3 0 0,3 0 0 0,-3 0 0 0,3 2 0 15,-3 1 0-15,3 4 0 0,0-1 0 0,0-1 0 16,0 0 0-16,0 0 0 16,0-5-110-16,0 2-25 0,0-5-5 0</inkml:trace>
  <inkml:trace contextRef="#ctx0" brushRef="#br0" timeOffset="7417.83">16136 8367 836 0,'0'0'24'0,"0"0"4"0,0 0-28 0,0 0 0 16,-6-3 0-16,6 3 0 0,-3-3 108 0,-3-2 15 16,6 5 3-16,-6-3 1 0,6 3-19 0,0 0-3 15,0 0-1-15,-6 0 0 0,6 0-12 0,0 0-2 16,-6 3-1-16,6-3 0 0,-6 5-20 16,0 1-4-16,3-1-1 0,0 3 0 15,0 0-51-15,0 2-13 0,3 1 0 0,-3 2 0 0,0 3 54 0,0 0 8 0,3 0 2 0,-3 2 0 16,0-2-52-16,0 3-12 15,0-1 0-15,0 1 0 0,0-1 0 0,0 3 0 0,0 3 0 0,0 0 0 16,0 0 0-16,3 0 0 16,-3 2 0-16,3 1 0 0,0-4 0 0,0 1 0 15,3-3 0-15,-3 1 0 16,3-1-51-16,0 0-9 0,3 0-3 0,0-2-948 0</inkml:trace>
  <inkml:trace contextRef="#ctx0" brushRef="#br0" timeOffset="8105.89">20782 8282 1497 0,'0'0'32'0,"0"0"8"0,0-5 0 0,-3-1 4 0,3 4-36 0,0 2-8 16,-3-6 0-16,3 6 0 15,0 0 96-15,0 0 16 0,0 0 4 0,0 0 1 16,0 0-32-16,-6 0-6 0,0 0-2 0,3 3 0 0,-3 2-24 0,3 3-5 15,0 0 0-15,-3 3-1 0,3 2-26 0,0 3-5 16,0 0 0-16,1 2-1 0,-1 1 39 0,3-1 8 16,0 1 2-16,-3 2 0 15,3 0-52-15,0 0-12 0,-3 1 0 0,3 4 0 0,-3-2 0 0,3 2 0 16,-3 3 0-16,3 3 0 0,0 0 0 0,0 0 0 16,0-3 0-16,0 0 0 0,0-5 0 0,0 2 0 0,3-2 0 15,-3 0 0 1,0 0-64-16,3-3-16 0,-3 0-4 0,0 0 0 15,3 3-122-15,0 0-25 0</inkml:trace>
  <inkml:trace contextRef="#ctx0" brushRef="#br0" timeOffset="8525.08">20690 10208 1958 0,'0'0'43'0,"0"0"9"0,0 0 1 0,0 0 3 0,0 0-45 0,-3 6-11 16,0-1 0-16,0 3 0 0,0 0 53 0,0 0 9 16,-3 2 2-16,3 3 0 0,-3 3 0 0,3-2 0 15,-3 1 0-15,3 7 0 0,0-4-52 16,-3 3-12-16,3-2 0 0,0 5 0 0,0-1 0 0,0 1 0 15,0 0 0-15,0 3 0 0,3-6 0 0,0 3 0 0,0-1 0 16,-3 1 0 0,3 0-43-16,0-3-11 0,3 0-2 0,-3 0-1 15,0 1 4-15,0-4 1 0,0-2 0 16,3 3-573-16,-3-6-115 0</inkml:trace>
  <inkml:trace contextRef="#ctx0" brushRef="#br0" timeOffset="9056.53">18323 10285 1735 0,'0'0'38'0,"0"0"8"0,0 0 2 0,0 0 0 0,0 0-38 0,-3 5-10 0,3-5 0 0,-3 6 0 16,3 2 78-16,-2-3 14 16,2 0 2-16,-3 3 1 0,3 0-20 0,-3 3-4 0,3-1-1 0,-3 3 0 15,0 3-26-15,0-3-6 0,3 3-1 0,-3 3 0 16,0-3 12-16,3 0 3 0,-3 2 0 0,3 3 0 31,0-2-68-31,-3-1-12 0,3 1-4 0,0 2 0 0,0 0 32 0,3 0 0 16,-3 3-8-16,0 0 8 0,3 2-27 0,0 1-2 0,-3-3-1 15,3 2 0 1,0-5-28-16,0 1-6 0,-3-7 0 0,0 1-615 0,3-2-122 0</inkml:trace>
  <inkml:trace contextRef="#ctx0" brushRef="#br0" timeOffset="9561.68">16183 10163 1552 0,'0'0'44'0,"0"0"10"16,0 0-43-16,0 0-11 0,0 0 0 0,0 0 0 16,0 0 38-16,0 0 6 0,0 0 0 0,0 0 1 15,0 0 11-15,0 6 3 0,0-1 0 0,0 3 0 16,0 0-28-16,0 2-6 0,-3 1-1 0,3 5 0 0,0 0 16 0,0 2 2 15,-3 6 1-15,3 2 0 0,0 1-27 0,0 2-4 16,3 0-2-16,-3 3 0 16,0 0-10-16,3-3 0 0,-3 0 0 0,0 3 8 15,0-3-8-15,0 0-17 0,0 0 4 0,0 3 1 16,0-6-25-16,0 3-5 0,-3-5-1 0,3 0 0 16,0 0-30-16,0-6-7 15,-3 1 0-15,0-1-710 0</inkml:trace>
  <inkml:trace contextRef="#ctx0" brushRef="#br0" timeOffset="10171.84">13981 10248 1231 0,'0'0'27'0,"0"0"5"0,0 0 2 0,0 0 1 0,-6-3-35 0,6 3 0 16,0 0 0-16,0 0 0 0,0 0 80 0,0 0 8 0,0 0 3 0,0 0 0 16,0 0-29-16,0 3-6 0,-3 5 0 0,3 0-1 15,0 2-14-15,0 1-2 16,0 0-1-16,0 4 0 0,0 1-9 0,3 5-1 0,-3 1-1 16,3 1 0-16,0 1-10 0,-3 0-1 15,3 3-1-15,0-4 0 0,-1 4-7 0,-2 2 0 0,3 0-8 16,-3 3 12-16,3 0-12 0,-3 2 9 15,0-2-9-15,0 2 8 0,0-5-8 0,0-2 0 16,0-4 0-16,0 1 0 0,0-5 0 0,3-1 0 16,-3-2 0-16,3 0 0 15,-3-3-17-15,3-2-9 0,0-1-2 0,0-2 0 0,-3 0-128 16,3-2-27-16,0-1-5 0,3-2 0 0</inkml:trace>
  <inkml:trace contextRef="#ctx0" brushRef="#br0" timeOffset="65102.53">13701 4271 1256 0,'0'0'28'0,"0"0"5"0,0 0 2 0,3-6 0 0,-3 6-35 0,0-5 0 15,0 5 0-15,0 0 0 0,0 0 72 0,0 0 8 16,0 0 2-16,0 0 0 0,0 0-23 0,0 0-5 16,0 0-1-16,0 0 0 0,0 0-19 0,0 0-4 15,0 0-1-15,0 0 0 0,0 11-7 0,-3-3-2 16,3 2 0-16,-3 1 0 0,3 2-8 0,0 0-1 0,-3 3-1 16,3-3 0-16,0 6-10 0,-3-3 0 15,3 2 9-15,0-2-9 0,-3 5 0 0,3-7 0 0,0 9 0 16,0-4 0-16,0 7 0 0,0-2 0 0,0 3 0 0,0-1 0 15,0 0-11-15,0 4 0 16,0-7 0-16,0 4 0 0,0-3-4 0,0 5-1 0,0-11 0 16,0 6 0-16,0-5 1 0,-3-1 0 15,3 1 0-15,-3-1 0 0,0-2 15 0,0 3 0 0,0-4 0 16,0 1-9-16,0 3 9 0,0-1 0 0,3-2 0 0,-3 3 0 16,0-3 0-16,0 2 0 15,0-5 0-15,3 3-8 0,-3-2 8 0,3-1 0 0,0-3 0 0,-3 1 0 0,3 0 0 16,0-1 0-16,0-2 0 0,0 0 0 15,0 0-12-15,0 0-6 0,0-3-2 0,0 0 0 16,0 1 54-16,3-1 10 0,-3-5 3 0,0 5 0 0,3 1-24 16,-3-6-5-16,0 0-1 0,0 5 0 15,0-5-17-15,3 3 0 0,-3-3 0 0,6 5 0 16,-3-3 24-16,0 1 2 0,0 0 0 0,-3-3 0 16,3 0-15-16,0 2-3 0,3-2-8 0,-3 0 12 0,3 0 16 15,0 0 2-15,-3 0 1 0,3 0 0 16,0-2-40-16,0 2-8 0,0-3-2 0,0 3 0 15,-1-3 31-15,1 1 5 0,0 2 2 0,0 0 0 16,3-3-19-16,0 3 0 0,0-2 0 0,0-1 0 16,0 3 0-16,0 0 0 0,3-3 0 0,0 3 0 0,0-2-10 15,0 2-6-15,2 0 0 0,4 0-1 0,-3 0 17 0,6-3 0 16,-3 3-8-16,3 0 8 0,3-3 0 0,-4 3 0 16,7 0 0-16,-3 0 0 15,-3-2 0-15,3 2 0 0,-4 0 0 0,7 2 0 16,3-2 0-16,3 0 0 0,2 0 0 0,4 3 0 0,0-3 0 15,3 0 14-15,-1 0-2 0,-2 0-1 0,3 0-11 16,-4 0 0-16,4 0 9 0,3 0-9 0,-1 0 16 16,1 0-2-16,0 0 0 0,2 3 0 0,-8-3 3 15,3 0 1-15,-4 0 0 0,4 2 0 0,0-2-6 0,-4 0-2 0,4 0 0 16,3 0 0-16,-7 0-10 0,4 0 10 0,-3 0-10 16,-4-2 10-16,1 2-10 0,0 0 0 0,0-3 0 15,2 3 8-15,-2-3-8 0,3 1 0 16,-1 2 0-16,1 0 0 0,-3-3 0 15,-1 3 0-15,-2 0 0 0,0-3 0 0,-3 3 0 0,2-2 8 16,1 2-8-16,3-3 0 0,0 3 0 0,-1-3 0 0,1 3 0 16,0 0 0-16,0 0 0 0,-1-5 0 0,-2 5 0 0,0-2 0 0,-4 2 0 0,4-3 0 15,0 3 0-15,3-3 0 16,-1 1 0-16,1 2 0 0,3 0 0 16,-3-3 0-16,-1 3 0 0,1 0 0 0,-6-3 0 0,0 3 0 15,-1-2 0-15,4 2 0 0,-3 0 0 0,3 0 0 0,2 0 0 0,-5 0 0 16,3 0 0-16,0 0 0 15,-4 0 0-15,-2 0 0 0,3 0 0 16,-3 0 0-16,-1 0 0 0,-2 0 8 0,0-3-8 0,3 3 0 0,-3 0 0 0,2 3 0 16,1-3 0-16,3 0 0 0,-3 0 0 0,0 0 0 15,-1 0 0-15,1 0 0 0,0 2 0 0,-3-2 0 16,0 3 0-16,-1-3 0 0,-2 0 0 0,3 0 0 16,-3 3 0-16,3-3 0 0,-1 0 0 0,1 0 0 15,3 0 0-15,0 0 0 0,3 0 0 0,-4 0 0 16,4 0 0-16,0 0 0 0,0 0 0 0,-1 0 0 15,-2 0 0-15,3 0 0 0,-3 0 0 0,3 0 0 16,-1 0 8-16,7 0-8 0,-3 0 0 0,3 0 0 0,-1 0 0 0,4 0 0 31,-3 0 0-31,-1 0 0 0,-2 0 0 0,3 0 0 0,0 2 0 0,-1-2 0 16,4 0 0-16,6 0 0 0,-7 3 0 0,4-3 0 0,0 0 0 16,-1 0 0-16,1 3 0 0,-3-3 0 0,2 0 0 15,1 2 0-15,3 3 0 0,-1-5 0 0,1 0 0 0,3 0 0 16,-4 0 0-16,-2 0 0 0,0 3 0 15,-1-3 8-15,1 3-8 0,3-3 0 16,-4 2 9-16,7 1-9 0,-6 2 8 0,-1-2-8 0,1-3 10 16,-3 3-10-16,2-3 10 0,-2 2-10 0,3-2 10 0,2 3-10 15,-2-3 10-15,0 3-10 0,-1-1 10 0,1 1-10 16,-3-1 9-16,-4-2-9 0,1 3 8 0,0-3-8 16,0 0 9-16,-1 3-9 0,1-3 10 0,0 2-10 15,-3 1 8-15,-1-3-8 0,-2 3 0 0,3-1 9 0,-3-2-9 0,-1 3 10 16,-2-3-10-16,3 0 10 15,-3 0-10-15,2 0 10 0,-2 0-10 0,6 0 10 0,-3 0-10 0,-1 0 0 16,1 0 0-16,-3 0 0 0,0 0 0 16,0 0 0-16,-4 3 0 0,4-3 0 15,-3 0 0-15,-3 0 8 0,-3-3-8 0,3 3 0 0,-1-3 0 16,1 3 0-16,0-2 8 0,0 2-8 0,3-3 0 0,-3 3 0 16,-1 0 0-16,-2 0 8 0,3 0-8 15,-3 0 10-15,0-3-10 0,-3 3 10 0,0 0-10 0,-1 0 0 0,-2 0 0 16,0 0 0-16,0 0 0 15,0-2 0-15,-3 2 0 0,-3 0 0 0,3-3 0 0,-3 3 0 16,3-3 0-16,-6 3 0 16,3-2 0-16,-3 2 0 0,0-3 8 0,3 1-8 0,-3-1 0 0,0 0 0 0,0 1 0 15,0-1 8-15,-1-2-8 0,1 2 0 0,0-2 0 0,-3 2 0 16,3 0 0-16,0-4 8 0,0 1-8 0,3 1 0 16,-3 0 8-16,0-1-8 0,0-2 0 0,3 0 8 15,-3 3 0-15,0-3-8 0,0-2 12 16,3 4-4-16,-3-10 1 0,0 6 0 0,3-1 0 0,-3-7 0 15,0 7 0-15,3-7 0 16,0 2 0-16,-3-3 0 0,3 1 0 0,0 2 0 0,-3-3 0 0,3 3 0 0,0 1 1 16,-3-1 0-1,3-3 0-15,-3 3 0 0,2-5-1 0,-2 0 0 0,3 0 0 0,-3-6 0 0,0 1-9 0,0-3 12 16,0 0-12-16,0 0 12 16,0-1-12-16,0-1 0 0,0 2 0 15,0 5 0-15,0 0 8 0,0 3-8 0,0 2 0 0,-3-2 8 16,3 0-8-16,0 2 0 0,0-2 9 0,-3 0-9 15,3 0 8-15,-3 0-8 0,0 0 10 0,0-1-10 0,3 4 12 0,-3-6-4 16,0 6-8-16,0-1 12 0,0 1-4 0,0 2-8 16,0 0 11-16,0 3-11 0,0-1 8 0,0 4-8 15,0-1 0-15,0 3 0 0,-3 0 8 0,0 6-8 16,3-9 0-16,-3 6 0 16,0 2 0-16,-3 0 0 0,6 3 8 0,-3-5-8 0,-3 3 0 0,0 2 0 0,0-6 0 15,0 6 0-15,0-2 0 0,0 2 0 16,-2 0 0-16,-1 0 0 0,3 0 0 0,-3 0 0 15,0 0 0-15,-3 0 0 0,3 0 0 0,-3 2 0 16,3-2 0-16,-6 6 0 0,3-6 8 0,-3 0-8 16,-2 0 0-16,-1 0 0 0,-3 0 0 0,0 0 0 0,-6 0 0 0,-3 0 0 15,1 2 0-15,-1-2 0 16,-6 3 0-16,-2-1 0 16,5 4 0-16,-3-4 0 0,0 1 0 0,-8 0 0 0,2-1 0 0,-6-2 0 15,-2 0 0-15,-4 6 0 0,7 2 0 16,-4-6 0-16,0 1 0 0,-2 0 0 0,-4-1 0 0,1 1-16 0,-4 5 4 0,1-6 0 15,5 4 12-15,-2-4 15 0,-4 1-3 0,-6 2-1 16,7-2-11-16,-4 2-16 0,7 1 4 0,-4-1 1 16,1-3 11-16,-1 4 0 0,-2-6 0 0,-4 5 0 15,7 0 0-15,2-2 0 0,1 0 0 0,-7-1 0 16,4 1 0-16,-1 0 16 0,1 2-4 16,-4-3-1-16,9 4-11 0,-2-6 0 0,-1 0 0 0,-2 0 0 15,-1 2 0-15,1-2 0 16,5 3 0-16,-5-3 0 0,8 0 0 0,-6 0 0 0,1 0 0 0,-4-3 0 0,4 3 0 0,2 0-14 15,1 0 2-15,-1 0 0 16,1 0 12-16,2-2 0 0,-6 2 0 0,-2 0 0 0,5-6 0 0,4 6 0 16,-1 0 0-16,0-2 0 0,4 2 0 15,-4-8 16-15,-2 5-3 0,-4-2-1 0,4 5-12 0,5-3-16 16,3 3 3-16,-2-2 1 0,2-1 12 0,-3-2 15 16,1 5-3-16,-7-6-1 0,7 4-11 0,-1 2-16 15,3 0 4-15,1-5 1 0,2 2 11 0,0 0 16 16,-2 1-4-16,-1-1-1 0,-3 0-11 0,4 1 0 0,-1 2 0 0,0 0 0 15,7 2 0-15,-4-2 0 16,3 0 0-16,-2-2 0 0,2-1 0 0,-3 3 0 0,1 0 0 0,-1 0 0 16,0 0 0-16,4 3 0 0,2-1 0 0,0 1 0 15,3-3 0-15,-2 3 0 0,-1-3 0 0,0 0 0 16,-2 0 0-16,2 2 0 16,-3 1 0-16,0 0 0 0,4 2 0 0,2-3 0 15,3 4 0-15,0-4 0 0,4 1 0 0,-1 0 0 0,-3-1 0 16,0 1 0-16,1-3 0 0,-1 3 0 15,0-1 0-15,0 1 0 0,3-3 0 0,-2 3 0 16,2 2 0-16,0-3 0 0,3-2 0 0,0 6 0 0,4-6 0 0,-1 2 0 0,3 1 0 16,0-3 0-16,-3 0 0 15,3 3 0-15,-2-3 0 0,-1 0 0 0,3 0 0 0,-3 0 0 0,0 0 0 16,3 0 0-16,-3 0 0 0,-2 0 0 16,5 0 0-16,-3 0 0 0,3 0 0 0,-3 0 0 0,3 0 0 15,4 0 0-15,-1-3 0 0,0 3 0 16,0 0 0-16,3-3 0 0,-3 3 0 0,3 0 0 0,0-2 0 0,-3 2 0 15,3-6 0-15,-2 6 0 0,2-2 0 16,-3 2 0-16,3-5 0 0,-3 2 0 0,0 0 0 16,3 1 0-16,-6-1 0 0,4 3 0 0,2 0 0 15,-3-3 0-15,0 3 0 0,3 0 0 16,-3 0 0-16,3 0 0 0,0 0 0 0,0 0 0 0,0 0 0 16,3 0 0-16,-2 0 0 0,-1 0 0 0,3 3 0 0,-3-3 0 15,3 0 0-15,0 3 0 0,0-1-8 16,0 1 8-16,0-3 0 0,0 3 0 0,0 2 0 15,0-5 0-15,3 0 0 0,-2 0 0 0,-1 2 0 16,-3-2 0-16,3 0 0 0,-3 6 0 16,3-6 0-16,-3 0 0 0,0 2 0 0,0-2 0 0,0 3 0 15,3 0 0-15,-3-1 0 0,-2 1 0 0,2-3 0 0,0 3 0 0,-3-1 0 0,3 1 0 16,-3 0 0-16,3 2 0 16,0-2 0-16,3 2 0 0,-3-5 0 0,4 2 0 15,-4 1 0-15,3 2 0 0,0-2 0 0,-3 0 0 16,3-1 0-16,0 4 0 0,3-1 0 0,-3-2 0 0,3-1 0 0,-3 4 0 15,3-4 0-15,0 1 0 0,0-1 0 0,0 4 0 16,0-1 0-16,3 3 0 16,-2-8 0-16,-1 5 0 0,3-2 0 0,0 2 0 0,-3 0 8 0,3 1-8 15,0-1 0-15,-3-2 0 0,3 2 0 0,-3 0 0 16,3 1 0-16,-3 2 0 0,3-3 0 0,-3 0 0 0,3 3 0 16,-3-5 0-16,3 2 0 0,0 0 0 15,0 3-9-15,0 0-1 0,0-5 0 0,3 5 0 16,-3-6-36-1,3 4-7-15,0-6-2 0,3 5-765 0,0 0-154 0</inkml:trace>
  <inkml:trace contextRef="#ctx0" brushRef="#br0" timeOffset="71704.59">21931 3847 966 0,'0'0'27'0,"0"0"7"0,0 0-34 0,0 0 0 0,3 0 0 15,-3 0 0-15,3-8 88 0,-3 8 12 16,0-2 1-16,0 2 1 0,3-6-14 0,-3 6-4 15,0-2 0-15,0 2 0 0,0-3-17 0,0 3-4 16,-3-5-1-16,3 5 0 0,0 0-21 0,-3-3-4 0,3 3-1 0,-6 0 0 16,0-5-6-16,0 5-2 0,0 0 0 15,0 0 0-15,-3 0 0 0,0 5-1 0,3-5 0 0,-2 3 0 16,-4 2-4-16,3-5-1 16,-3 3 0-16,0 2 0 0,0-2-6 0,-3-1-2 15,0 1 0-15,-3 2 0 0,-2-2-5 0,2 2-1 16,-6-2 0-16,0 2 0 0,3-5-8 0,-6 3 12 0,7-1-12 0,-4 4 12 15,0-6-12-15,3 2 0 0,-3 1 0 0,3 2 8 16,1-5-8-16,2 0 0 0,0 3 0 0,-3-3 8 16,3 0-8-16,-3 5 0 0,4-5 0 15,-4 0 0-15,0 0 8 0,3 3-8 0,0 0 8 0,-3-1-8 16,3 1 8-16,1-3-8 0,-4 2 0 0,3 1 8 0,0 0-8 0,0-3 0 16,0 2 0-16,0 1 8 15,1 2-8-15,2-2 0 0,0-3 0 0,0 5 0 16,0-2 0-16,3-3 8 0,-3 3-8 0,0-3 0 15,-2 2 8-15,2-2-8 0,-3 3 0 0,-3-3 8 0,3 0-8 16,-3 0 10-16,0 3-10 0,1-3 10 0,-1 2-1 0,-3 1 0 16,3-3 0-16,0 2 0 0,0 1-1 0,1-3-8 15,-1 0 12-15,0 5-4 0,3-5-8 0,0 0 0 16,0 0 9-16,0 3-9 0,-2-3 8 0,-1 5-8 16,3-5 8-16,-3 0-8 15,3 0 11-15,-3 3-3 0,4-3 0 0,-4 0 0 16,3 3-8-16,0-3 12 0,3 0-12 0,-3 2 12 0,3-2 11 15,0 3 2-15,4-3 1 0,-1 3 0 0,0-3-26 0,3 0 0 16,-3 2 0-16,3 4 0 0,3-6 0 16,0 0 0-16,0 0 0 0,0 0 0 0,6 0 0 0,-6 0 0 15,6 0 0-15,0 0 0 0,0 0 0 0,-6 0 0 0,6 0 0 0,0 0 0 16,-6 2 0-16,6-2 0 16,0 0 0-16,0 0 0 0,-3 5 0 0,3-5 0 0,0 0 0 0,-3 3 0 15,3-3 0 1,-3 5 0-16,0 1 0 0,3-1 0 0,0-5 0 0,-3 5 0 15,3 1 0-15,0 2 0 0,0-3 0 0,0 0 0 0,0 0 0 0,0 3 0 16,0 0 0-16,3 0 0 0,-3-3 0 0,0 6 0 16,0 0 0-16,3-3 0 0,-3 2 0 15,0 3 0-15,3-2 0 0,-3 2 0 0,0 6 0 0,3-6 0 0,-3 3 0 0,0 2 0 16,3 1 0-16,-3-3 0 16,3 0 0-16,0 2 0 0,-3-2 0 0,3 3 0 0,0-1 0 0,-3-5 0 15,3 6 0-15,-3-3 0 16,3 0 0-16,-3-3 0 0,3 3 0 0,-3 2 0 0,0-7 0 0,3 7 0 15,-3-7 0-15,0 5 0 0,3 2 0 0,-3-4 0 16,0 4 0-16,0 3 0 0,3 0 0 0,-3 1 0 16,0-1 0-16,3 0 0 0,-3 3 0 0,0-6 0 15,3 3 0-15,-3-2 0 0,3 5 0 0,-3-8 0 16,0 2 0-16,0-2 0 0,0 3 0 16,-3-4 0-16,0 4 0 0,3-3 0 0,-3 5 0 0,0-5 0 0,0 5 0 15,0 0 0-15,0 0 18 0,0 3-2 16,0-3 0-16,0 1 0 0,0 1-25 0,3-4-6 15,-3-1-1-15,0 4 0 0,3-4 64 0,0-2 13 16,-3 2 3-16,3 1 0 0,0-6-52 0,-3 3-12 16,3-3 0-16,0 1 0 0,0-1-12 0,0 3-6 0,0-6-1 15,0 6 0-15,0-3 19 0,0 1 0 0,0-1 0 16,0 3 0-16,0-3 0 16,0 3 0-16,0 0 0 0,0 0 0 0,0-1 8 15,0 1-8-15,0 0 11 0,0 0-11 0,0-3 8 16,0 3-8-16,0-3 0 0,0 3 0 0,0 0 8 0,0-3-8 0,0 1 0 15,0 1 0-15,0-1 12 0,0-1-4 0,0 0 0 16,0 0-8-16,0-2 0 0,0 2 0 0,0-2 0 0,0 2 0 0,0 0 0 16,-3 0 0-1,3 3 0-15,0 3 0 0,0-3 0 0,-3 0 0 0,3-1 0 0,0 1 0 0,-3 0 0 16,3 0 0-16,0 0 0 0,-3-3 0 16,3 3 0-16,0-3 0 0,0 1 0 0,0-1 0 15,0 0 0-15,0-2 0 0,0 2 0 0,0 0 0 16,0-2 0-16,0-1 0 0,0 3 0 0,-3-2 0 0,3-3 0 0,0 3 0 15,0-3 0-15,-2-1 0 16,2 1 0-16,0 3 0 0,0 0 0 0,0-4 0 0,-3 1 8 16,3 3-8-16,0-3 0 0,0 3 0 0,0-1 0 0,0 1 0 15,0-3 0-15,0 2 0 0,0 1 8 16,0-1-8-16,0 4 0 0,0-4 0 0,0 3 0 16,0-2 0-16,0 2 0 0,0-2 0 0,0 2 0 15,0 0 0-15,0-2 0 0,0 2 0 16,0 0 0-16,0-2 8 0,0 0-8 0,0-1 0 0,0 1 0 0,0 2 0 15,0-3 0-15,0 1 0 0,0 0 0 0,0-1 0 16,0 1 0-16,-3-1-12 0,3 1 12 0,0-3 0 16,0 3 12-16,0-1-12 0,0 3 0 0,-3-2 0 0,3-1 0 0,0 1 0 15,0 2 0-15,0 3 0 16,0-3 0-16,0 3 0 0,0-2 0 0,-3 1 0 0,3 1 0 16,0-3 0-16,0 3 10 0,3-2-10 15,-3 1 8-15,0-1-8 0,3 2 12 16,-3-6-2-16,0 3-1 0,3 1 0 15,-3-4-1-15,3 3-8 0,-3-2 12 0,0 0-4 16,2-1 0-16,-2 1 0 0,0-3 0 0,3 2 0 16,-3-2-8-16,3-2 10 0,-3 1-10 0,3 1 10 0,-3-2-10 0,0-1 10 0,3 0-10 15,-3-5 10-15,0 0-10 0,0 6 8 0,3 2-8 0,0-3 8 16,-3-5-8-16,0 5 0 0,0-5 0 0,3 5 8 0,-3-5-8 16,0 6 0-16,0-6 0 0,0 8 0 15,0-8 8-15,0 0-8 0,3 5 0 0,-3-5 8 16,0 3-8-16,3 2 0 0,-3-5 0 0,0 5 0 15,0-5 0-15,0 5 0 0,0-5 0 0,3 6 0 16,-3-6 0-16,0 5 0 0,0-5 0 0,3 5 0 16,-3 1 0-16,0-6 0 0,3 5 0 0,-3-5 0 15,0 0 0-15,3 5 0 0,-3 3 0 0,0-8 0 16,3 5 0-16,-3 1 0 0,0-6 0 16,0 5 0-16,0 3 0 0,0-8 0 0,0 5 0 0,0 1 0 15,0-6 0-15,0 7 0 0,0-1 0 0,0-1 0 16,0 0 0-16,0 1 0 0,0-6 0 0,3 5 0 0,-3 3 0 0,3-3 0 15,-3-5 0-15,0 5 0 0,0 1 0 0,3-1 0 16,-3 0 0-16,0 3 0 0,0-8 0 0,0 6 0 0,0-6 0 0,0 5 0 16,3 3 0-16,-3-8 0 0,0 5 0 0,0-5 0 15,3 5 0 1,-3-5 15-16,0 6-3 0,0-6 0 0,3 5-12 0,-3-5-16 16,6 5 3-16,-3-2 1 0,-3-3 12 0,3 5 0 0,3-2 0 15,-3-1 0-15,0 1 0 0,3-3 0 0,-3 0 0 16,0 0 0-16,3 3 0 0,-3-3 0 0,3 0 0 0,0 0 0 15,0 0 0-15,-1 0 0 16,1 0 0-16,0 0 0 0,0 0 0 0,3 0 0 0,0-3 0 0,0 3 0 16,0 0 0-16,0 0 0 15,0 0 0-15,0 0 0 0,3 0 12 0,-3 0-2 0,3 0 0 0,-3 0 0 0,2-3-10 16,1 3-14-16,3-2 3 0,-3 2 1 16,3-3 10-16,-3 3 14 0,3-2-3 0,-3-1-1 15,3 3-10-15,-1-3-14 0,1 3 3 0,0-2 1 0,0-1 10 16,3 3 14-16,0-3-3 15,0-2-1-15,3 2-10 0,-1-2-14 0,1 2 3 0,0-2 1 0,3 2 10 0,-3-2 14 16,0 3-3-16,2-4-1 0,1 1-10 16,-3 2-12-16,0-2 2 0,0 0 1 0,-3 2 9 0,2-2 0 15,1 0 0-15,-3-1 0 16,3 1 0-16,3 0 0 0,-3-1 0 0,5 1 0 0,-5 0 0 0,3-1 0 16,0 1 0-16,0 3 0 0,-1-1 8 15,-2-2 0-15,0 5 0 0,0-3 0 0,0 0-8 0,0 1 0 16,-4 2 0-16,1-3 0 0,0-2 0 0,0 2 0 0,3 0 0 15,-3 1 0-15,3 2 0 16,-1-3 0-16,1-2-8 0,0 5 8 0,0-3 0 0,0 3 0 0,0-2 0 0,-4 2 0 16,4 0 0-1,-3 0 0-15,0 2 0 0,0-2 0 0,0 0 0 0,0 0 0 0,-1 0 0 0,-2 0 8 16,0 0-8-16,0-2 0 16,0 2 0-16,3-3 0 0,-3 3 0 0,3-3 0 0,2 1 0 15,-2-1 0-15,0 3 16 0,0 0 3 16,0-3 0-16,3 3 0 0,-3-2-19 0,2 2 8 15,-2 0-8-15,0 0 0 0,0 2 9 0,0-2-9 0,-3 3 0 16,0-3 9-16,2 0-1 0,-2 0 0 0,-3 3 0 0,3-3 0 16,-3 0 0-16,0 0-8 15,0 0 12-15,0 0-4 0,-3 0-8 0,3 0 8 0,-1-3-8 0,1 3 8 16,0 0-8-16,0 0 12 0,0 0-12 16,0 0 12-16,0 0-12 0,0-3 10 0,0 3-10 15,0 0 10-15,0 0-10 0,-1 0 0 0,1 0 0 0,0 0 8 16,0 0-8-16,-3 0 0 0,3 0 0 0,-3 0 8 15,0 3-8-15,0-3 0 0,0 0 0 0,-3 0 0 16,3 0 0-16,-3 0 0 0,0-3 0 0,-3 3 0 16,2 0 0-16,-5 0 0 0,3 0 0 0,-3 0 0 0,6-2 0 0,-6 2-11 15,0 0 3-15,3-3 0 16,-3 3-16-16,0-3-2 0,0 3-1 0,0-5 0 16,0-3-24-16,-3 3-5 0,0-3 0 0,-3 0-1 15,3 0-114-15,-5-3-22 0,2 1-5 0</inkml:trace>
  <inkml:trace contextRef="#ctx0" brushRef="#br0" timeOffset="74147.67">12778 3855 939 0,'0'0'20'0,"0"0"5"0,-3-5 1 15,-3 2 1-15,6 3-27 0,-6 0 0 0,0-5 0 0,0 2 0 0,0 3 78 0,0-2 10 16,0 2 3-16,-3 0 0 0,1 0-22 0,-1 0-4 15,3 0-1-15,-3 2 0 0,0 1 0 0,3 2-1 16,0-5 0-16,0 3 0 0,0 2-50 0,6-5-13 16,-3 0 0-16,3 0 0 0,-3 8 43 0,3-3 3 15,0 1 1-15,3-1 0 0,0 3-31 0,3-3-7 16,3 1-1-16,0 1 0 16,3-1 1-16,0 4 0 0,5-2 0 0,1-5 0 0,0 5-1 0,3 0 0 15,3-3 0-15,0 3 0 0,-1-3-8 0,1 3-11 0,0-2 3 16,3 2 0-16,0-1 8 0,2-4 0 0,1 2 0 15,3 1 0-15,0-4 27 0,2 4 7 16,-2 2 2-16,3-6 0 0,-3 4-7 0,-4-1-1 0,1-5 0 0,0 2 0 16,-3 1-28-16,-1-3-21 15,4 0 3-15,0 0 1 0,0 0 17 0,2 0 8 0,1 0-8 0,3 0 12 16,-6 0 0-16,2 0 0 0,-2-3 0 0,0 1 0 16,0-1-3-16,0 1-1 0,-1-4 0 15,1 4 0-15,3-4 4 0,0 1 1 0,-1 2 0 16,4-2 0-16,-3 2-13 0,-1-2 8 0,1 2-8 0,-3 3 0 15,0-5-15-15,-3 3-9 16,-1 2-1-16,1-8-1 0,3 8 72 0,-3-3 14 0,2 3 4 16,-2 0 0-16,3 0-52 0,-3 3-12 0,0-3 0 15,-1 0 0-15,-2 0-15 0,0 2-5 0,3-2-2 0,-3 6 0 0,-4-6 35 0,-2 0 7 16,3 0 2-16,0 2 0 16,0-2-22-16,0 0 0 0,-1 0 0 0,1 5 0 0,0-5 0 15,-3 0 0-15,0 0 0 0,3 0 0 16,-3 0 0-16,-4 0-10 0,4 3 1 0,-3-3 0 0,0 3 9 0,-3-1 9 15,0 1-1-15,0 0-8 16,0-3 13-16,-3 2-4 0,3 1-1 0,-4 0 0 0,1 5 3 16,-3-8 0-16,0 2 0 0,0 4 0 0,0-6 1 15,0 2 0-15,0 1 0 0,-3-1 0 0,0 1-3 0,3 0 0 16,-3 2 0-16,0-2 0 0,0 5-1 0,0-6 0 16,0 4 0-16,0-1 0 0,0 0-8 0,0 3 8 15,0 3-8-15,0-3 8 0,0-3-8 0,-3 5 12 16,3 4-12-16,0-4 12 0,0 9-12 0,-3-6 12 0,3 6-12 0,0-1 12 15,-3 1-12-15,3-1 0 0,-3 6 9 0,0-6-9 16,0 1 8-16,0 2-8 0,0 0 10 0,0 3-10 16,3-8 10-16,-6 5-10 15,3-2 10-15,-3-1-10 0,3 3 11 0,-3 1-11 0,3 1 12 0,-3 1-12 16,3 0 0-16,-3 2-20 0,3 4 2 0,-3-4 1 16,3 0 37-16,0 1 7 0,0 5 1 15,3-3 1-15,-3-8 5 0,3 5 1 0,-3 1 0 0,0-6 0 0,0 6-43 16,3-1-9-1,-3-2-2-15,0 5 0 0,3 3 19 0,-3-3 0 0,3 0 11 0,0 3-11 16,-3-6 17-16,3 1-3 0,0 2-1 16,-3-3 0-16,3-5-13 0,-3 3 0 0,3-3 0 0,-3 3 0 0,0-3 0 0,0 6 0 15,0-3 9-15,0 2-9 16,0 3 9-16,0-2-9 0,0-1 10 0,0 0-10 0,0 1 0 0,-3-3 0 16,3 0-13-16,0-3 4 15,0 0 20-15,-3-3 4 0,3 4 1 0,0-7 0 0,-3 4-16 16,3-1 8-16,-3 1-8 0,0 2 0 15,3-2 0-15,-3 2 8 0,3 0-8 0,-3 3 0 0,3-3 0 16,-3 0 8-16,3 3-8 0,-3-3 0 16,0 0 0-16,3-2 8 0,0 2-8 0,-3 0 0 0,0-2 0 0,3-1 0 15,0 1 0-15,-3-1 0 0,0-2 0 0,0 3 0 16,3-1 0-16,-3 1 0 0,0-1 0 0,0 3 8 0,0 1-8 16,0-1 0-16,0 0 0 15,3 0 0-15,-3 3 8 0,0-3-8 0,0 0 0 0,3-2 0 0,-3 2 0 0,0 0 0 16,0-2 0-1,3 2 0-15,-3-3 0 0,0 1 0 0,0-3 0 0,3 0 0 0,-3 2 0 0,0 1 0 16,3-1 0-16,-3 3 0 0,0 0 0 0,0-2 0 16,3 2 0-16,-3 0 8 0,3-2-8 0,-3 2 0 15,3-2 0-15,-3-4 0 0,3 4 0 0,-3-1 0 16,3-2 0-16,-3 0 0 0,3 0 0 0,0 0 0 16,-3 0 0-16,3-3 0 0,0 0 0 0,0 3 0 15,0-3 8-15,0 1-8 0,0-1 0 0,0 3 0 16,0-3 0-16,0 3 0 0,0-3 0 0,0 3 0 15,0 0 0-15,0-3 0 16,0 3 0-16,3 0 0 0,-3 0 0 0,0-3 8 16,0 3-8-16,3-3 0 0,-3 0 0 0,0-2 0 0,0 2 0 15,0-2 0-15,0-1 0 0,0-2 0 0,0 0 0 16,-3 0 0-16,3-3 0 0,0 3 8 0,-3-2-8 0,3-1 0 0,0-5 0 0,0 0 9 16,0 0-9-1,-2 5 8-15,2-5-8 0,-3 5 12 0,3-5-12 0,0 0 12 0,-6 6-12 0,0-4 12 16,6-2-12-16,-6 0 12 15,6 0-2-15,-6 3 0 0,-3-3 0 0,3-3 0 16,0 3-10-16,0-2 10 0,-3-1-10 0,0 0 10 0,0 1-10 16,0-1 0-16,0 3 0 0,-3-2 0 0,0-1 0 0,1 0 0 0,-1 3 0 15,0 0 0-15,-3-2 0 0,0 2 0 16,0 0 0-16,0 0 12 0,-3 0-12 0,3 0 0 0,1 2 0 0,-4-2 0 16,3 0 0-16,-3 3 0 15,0 0 0-15,0-3 0 0,0 2 0 0,-2 1 0 0,-1-1 0 0,-3-2 0 16,3 3 0-16,-3-3 0 15,0 3-12-15,-2-1 12 0,2 1 0 16,0 0 0-16,0-1 0 0,0 4 0 0,4-4 0 0,-4 4 0 16,3-4 9-16,0 3-1 0,0-2-8 0,0 0 0 0,-2-1 0 15,-1 1 0-15,0 0 0 0,-3-1 0 16,3 1 0-16,-2 0 0 0,2-1 0 0,-3 1 0 0,0 0 0 0,3-1 0 16,1 1 0-16,2 2 0 0,-3-2 0 0,3 2 0 15,0-2 0-15,0-1 0 0,1-2 0 16,-1 3 0-16,-3-3 0 0,3 0 0 0,0 0 0 0,-3 3 0 15,1-3 0-15,2 2-12 0,-3-2 12 16,3 0-12-16,0 3 12 0,0 0 0 0,1-3 0 0,2 2 0 0,0 1 0 0,0 0 8 16,0-1-8-16,0 1 11 15,3 0-11-15,1-1 0 0,-1-2 0 0,0 3 0 0,0-3 0 0,-3 2 0 16,3-2 0-16,0 0 0 16,0 0 0-16,1 0 0 0,-4 3 0 0,3-3 0 0,0 0 0 0,0 3 0 15,3-3 0-15,-3 2 0 0,0-2 0 0,3 3 0 16,1 0 0-16,-4-1 0 15,3-2 0-15,0 3 0 0,0 0-12 16,0-1 12-16,0 1 0 0,3 0 0 0,0-3 0 0,0 2 0 0,0 1 0 0,3 0 0 16,-2-1 0-16,2 1 0 0,0-3 0 15,0 2 10-15,0-2 1 0,-3 3 0 0,3 0-11 0,0-3 0 0,0 2 0 0,-3 1 8 16,3-3-8-16,-3 3 0 16,0-1 0-16,0-2 8 0,3 3-8 0,-3 0 0 0,0-1 9 0,1 1-9 15,2 0 0 1,-3-3 0-16,0 5 0 0,3-3 0 0,0 1-10 0,-3 0-6 15,3-1-2-15,0 1 0 0,0 0 18 0,-3-1 0 16,3-2 0-16,3 3 0 16,3-3-55-16,-6 0-7 0,6 0-2 0,-6-3 0 15,3 1-102-15,0-6-21 0</inkml:trace>
  <inkml:trace contextRef="#ctx0" brushRef="#br0" timeOffset="78407.25">17966 8118 1090 0,'0'0'24'0,"0"0"4"0,-6-3 2 0,0 1 2 0,0-1-32 0,6 3 0 16,-6-3 0-16,6 3 0 0,-6-2 88 0,6 2 11 15,-2-3 2-15,2 3 1 16,0 0-20-16,0 0-4 0,0 0-1 0,0 0 0 0,0 0-25 0,0 0-4 16,0 0-2-16,0 0 0 0,0 0-18 0,0 0-3 15,0 0-1-15,0 0 0 0,0 0-4 0,0 0-2 16,0 5 0-16,2 1 0 0,-2 2-6 0,0-3-2 15,3 3 0-15,-3 0 0 0,0 2-1 0,3 1 0 16,-3-1 0-16,3 4 0 0,-3 2 0 0,0-1 0 16,3 4 0-16,-3 2 0 0,0-2-9 15,3 4 10-15,-3-1-10 0,0 1 10 0,0 1-10 0,3-5 0 0,-3 2 0 0,0 0 8 16,0 0-8-16,0 0 0 0,-3-2 9 0,3 2-9 16,-3-2 0-16,0 2 0 15,0 3 0-15,-3-1 0 0,6 1 0 0,-5 3 0 16,2-1 0-16,0 1 0 0,-3-1 0 0,3-2 0 15,0 0 0-15,-3-3 0 0,3 3 9 0,0-3-9 16,-3-3 12-16,3 1-12 0,0-1 0 0,0 1 0 0,-3-3 0 16,3 0-12-16,-3 2 12 0,3-2 0 0,0 0 0 0,0 0 0 15,0 2 0-15,3-2 0 16,-3 0 0-16,0 0 0 0,3 0 22 0,0-3 7 16,-3 3 2-16,3-3 0 0,0 1 1 0,0-4 1 0,0 3 0 0,3 1 0 15,-3-4-33-15,0 1 0 0,0-3 0 0,3 2 0 0,-3-2 0 16,0 3 0-16,0-3 0 0,0 0 0 15,0 0 0-15,0-3 0 0,0 3 0 0,0 2 0 0,3-4 58 16,-3-1 5-16,0 0 1 0,0-5 0 16,3 6-52-16,0-4-12 0,0 3 0 15,0-2 0-15,-3-3 0 0,3 3 0 0,3-3 0 0,-3 2 0 0,-3-2 0 0,6 3 0 16,3-3 0-16,-3 0 0 16,3 0 0-16,-3 0 0 0,3-3 0 0,-1 3 0 0,1 0 13 15,0 0 0-15,0 0 0 0,0 0 0 0,3 0-13 16,-3 0 0-16,3-2 0 0,0 2 0 0,-3 0 0 0,6 0 0 15,-3 0 0-15,2 0 0 0,1 0 0 0,-3 0 0 16,3 0 0-16,0 0 0 0,0-3 0 0,-3 0-16 16,6 3 1-16,-3-2 1 0,2 2 14 0,4-3 0 15,3 1 0-15,3 2 0 0,-3-3 0 0,2 3 0 16,4 0 0-16,0 0 0 0,-3 0 8 0,3 0 4 16,-4 0 0-16,1 0 1 0,-3 0-13 0,0 0 8 0,-3 0-8 15,2 0 0-15,-2 0 0 0,0 0-20 16,-3 0 4-16,3 3 0 0,0-3 34 15,-4 0 7-15,1 0 2 0,-3 2 0 16,3-2-19-16,-3 3-8 16,0-3 8-16,3 0-8 0,-3 2 8 0,-1-2-8 0,4 0 0 15,-3 3 8-15,0 0-8 0,-3-3 0 0,0 0 0 0,0 2 0 16,0-2 0-16,-3 0 0 0,-3 0 9 0,3 0-9 16,-4 0 11-16,1 0-3 0,0 0 0 0,0 3 0 0,0-3 2 0,-3 0 0 0,3 0 0 15,-6 0 0-15,0 0-1 0,3 0 0 16,0 0 0-16,-3 0 0 0,0 0-9 0,6 3 0 0,-6-3 0 0,0 0 0 0,3-3 0 15,-3 3 0-15,0 0 0 0,6 0 0 16,-3-3 0-16,-3 3 0 0,3-2 0 0,-3 2 0 16,6-6 0-16,-3 4 0 0,0-3 0 0,0-1 0 15,-3 1 0-15,3 0 0 0,0-3 0 16,0 2 0-16,-3-1 0 0,3-1 0 0,0 0 0 0,-3 0 0 0,3-3 0 16,-3-2 0-16,3 0 0 0,-3-6 0 0,3 1 0 15,-3-1 0-15,3 1 0 0,-3-6 0 0,0 0 0 0,3 3 0 16,0-3 0-16,-3 3 0 0,3 0 23 0,-3-1 2 15,3 1 1-15,-3 0 0 0,3 0-26 0,-3 0 0 16,0 0 0-16,0-1 0 0,-3-1 8 16,3 1-8-16,0-1 0 0,-3-4 8 15,0 1-8-15,3 2 0 0,-3-3 0 0,0 4 0 0,0-1 0 0,3 3 0 16,0 2 0-16,-3 1 0 0,3-1 0 0,-3 1 0 16,3 2 0-16,-3-3 0 0,3 3 0 15,-3 0 0-15,3 1 0 0,0-1 0 0,0 0 0 0,0 0 0 0,-3-3 0 16,3 4 0-16,0-4 0 0,3 3 0 0,-3 0 0 0,0-2 0 15,0 2 0-15,0 0 0 16,3 3 0-16,-3-3 0 0,3 3 0 0,-3 2 0 0,3-2 0 0,-3 2 0 16,3 1 0-16,0-1 0 15,-3-2 0-15,3 5 0 0,0 0 0 0,-3 0 0 0,3 0 0 0,-3 0 0 16,3 3 0-16,0-3 0 0,-3 3 8 0,3-1-8 16,-3 1 0-16,2 0 0 0,-2-1 9 15,0 1-9-15,0 3 8 0,0-4-8 0,0 4 8 16,0-4-8-16,0 1 0 0,0 0 8 0,-2 2-8 15,2 3 0-15,0-5 8 0,0 5-8 0,0 0 10 0,-3-6-10 16,3 6 8-16,-3-5-8 0,3 3 0 16,0 2 9-16,-3-6-9 0,3 6 0 0,-6-2 0 15,3-4 0-15,0 4 0 0,3 2 8 0,-6 0-8 0,6 0 0 0,-6-3 0 0,0 3 0 16,0-3 8-16,0 3-8 16,-3 0 0-16,3-2 0 0,-6 2 0 0,3 0 8 15,0 0-8-15,0 0 0 0,-3 2 0 0,1-2 8 0,-4 0-8 0,0 3 0 16,-3-3 0-16,0 3 0 0,-3-3 0 0,3 0 0 15,-2 0 0-15,-1 2 0 0,0-2 0 0,0 0 0 16,0 3 0-16,3 0 0 0,0-3 11 0,1 2-3 16,-1-2-8-16,0 0 12 0,3 3-12 0,0-3-10 15,3 3 2-15,0-3 0 0,3 2 8 16,-3-2 11-16,4 3-3 0,-4-3 0 0,3 0-8 0,0 0 0 16,3 0 0-16,-6 0 0 0,3 0 0 15,0 0 0-15,-3 2 0 0,3-2 0 0,-3 0 0 16,0 3 0-16,3-3 0 0,-2 0 0 0,-1 3 0 0,-3-3-12 15,3 2 2-15,-3-2 1 0,3 3 9 0,-3 0 0 0,3-3 0 0,-3 2 0 16,3-2 0-16,-2 3 0 0,2 0 0 16,-3-1 0-16,3-2 0 0,0 3 0 0,0 0 0 15,0-1 0-15,3-2 0 0,0 3 0 16,3-3 0-16,-3 3 0 0,3-3 0 0,1 0 12 16,-1 2-2-16,0-2-1 0,6 0-9 0,-9 3-12 15,9-3 2-15,-6 0 1 0,6 0 9 0,-6 0 0 0,6 0 0 0,0 0 0 16,-6 0 0-16,6 0 0 0,-6 0 0 0,6 0 0 15,-6 2 0-15,6-2 0 0,-6 0 0 0,6 0 0 0,-6 0 0 0,0 3 0 16,6-3 0-16,-6 3 0 0,0-3 0 16,6 0 0-16,-6 2 0 0,6-2 0 0,-6 0 0 15,0 3 0-15,6-3 0 0,-9 3 0 16,9-3 0-16,-6 2 0 0,6-2 0 0,-6 3 0 0,6-3 0 16,-5 3-8-16,-1-1 8 0,0 1 0 0,6-3 0 0,-3 3 0 15,3-3 0-15,-6 2 0 0,0 1 0 0,0 0 0 16,3-3 0-16,-3 5 0 0,0-5 0 0,0 2 0 15,3-2 0-15,-3 3-8 0,6-3 8 16,-6 3 0-16,0-1 0 0,3-2 0 0,3 0 0 0,-6 3 0 16,0 0 0-16,0-3 0 15,6 0 0-15,-6 2 17 0,0 1-2 0,-3 0-1 0,3-3-14 0,6 0 0 16,-2 0 0-16,-4 2 0 16,0 1 0-16,0-3 0 0,3 0 0 0,-3 3 0 0,6-3 0 0,-3 0 0 15,-3 0 0-15,0 0 0 0,6 0 0 0,-3 0 0 16,3 0 0-16,-6 0 0 0,6 0 0 0,-6 0 0 0,3 0 0 0,3 0 0 31,0 0-48-31,0 0-13 0,-6 0-3 0,6 0 0 0,0 0 52 0,0 0 12 0,0 0 0 0,0 0 0 31,0 0-208-31,6-6-38 0,12-12-8 0,-3 2-2 16</inkml:trace>
  <inkml:trace contextRef="#ctx0" brushRef="#br0" timeOffset="-183014.72">16990 4099 1242 0,'0'0'35'0,"0"0"9"0,0 0-36 0,0 0-8 16,0 0 0-16,-3-6 0 0,3 1 68 0,-3 0 12 0,3-3 3 0,0 3 0 16,0-3 36-16,0-3 7 0,3 0 2 0,-3-2 0 15,3 0-52-15,0-3-9 0,0-2-3 0,3-1 0 16,0-7-21-16,0-1-5 0,3-7-1 0,6-1 0 16,-1-2-15-16,4 0-3 0,3 0-1 0,6-2 0 15,-3 1-7-15,3-7-2 0,2-2 0 16,1-3 0-16,0-3-9 0,-3 5 0 0,2 0 0 0,1 1 0 15,0 2 0-15,0 5 0 16,2-5 0-16,1-8 0 0,3 11 0 0,0 0 0 16,-4 2 0-16,1 3 0 0,0 8 0 0,-6 0 0 0,-1 5 0 0,-5 3 0 15,0-6 0-15,-6 9 0 0,3-1 0 0,-6 3 0 0,0 0 0 16,0 3 0-16,-4 3 0 0,1-1 0 0,0 0 0 16,0 3 0-16,-3-2 0 0,3 7-11 0,-3-5-3 0,-3 0-1 15,3 0 0-15,-3 3 0 16,0 0-24-16,0 2-5 0,0-2 0 15,-3 5-1-15,0 0 36 0,0-3 9 0,-3 3 0 0,3 0 0 16,-6-5 0-16,0 2 0 0,0 3 0 0,-3 0 0 0,0 0-21 0,-3 0 1 16,0 0 0-16,1 3 0 15,-1 2 12-15,-3-2 8 0,0 2-10 0,-3-2 10 0,0-1 0 0,-3 4 0 16,-3-1 0-16,4 0 0 0,2-2 12 0,-3 2 1 16,3-2 1-16,3 2 0 0,3-2-2 0,3 0 0 0,3-1 0 15,6-2 0-15,0 0-12 0,0 0 11 16,3-2-11-16,6 2 10 0,0-3 0 0,6 0 0 15,0-5 0-15,6 3 0 0,0 2 4 0,0-5 1 16,2 0 0-16,-2 6 0 0,0-1-7 16,0-5 0-16,0 8-8 0,2-5 12 0,-2 5-12 0,3 0 0 0,0 5 0 0,-3-2 0 15,0 2 8-15,-4 3-8 0,1 0 0 16,-3 0 0-16,-3 5 0 0,0-5 0 16,-6 5 0-16,0 3 0 0,-3-3 0 0,-3 3 0 15,-3-2 0-15,-3 1 0 0,0-4-24 0,-3 8 0 16,-3-9-1-16,0 9 0 15,0-3-28-15,-2-1-6 0,2 7-1 0,-3-7-567 16,3 1-113-16</inkml:trace>
  <inkml:trace contextRef="#ctx0" brushRef="#br0" timeOffset="-182630.9">18758 2053 1254 0,'0'0'36'0,"0"0"7"0,0 0-35 0,-3-5-8 16,-3 2 0-16,3 1 0 0,3 2 91 0,-6-3 16 15,6 3 3-15,-6 0 1 0,0 0-11 0,0 0-3 16,0 0 0-16,0 0 0 0,-3 5-37 0,4 3-8 16,-4 0-2-16,-3 3 0 0,3 2-29 0,-3 8-5 15,3 0-2-15,-3 8 0 0,0 1-14 0,0 1 0 16,3 1 0-16,-3 2 0 0,0-2 0 0,-2-3 0 16,2 6 0-16,-3-6 0 0,-3 0 24 0,3-5 3 0,-3 5 0 0,0 0 0 31,0 0-46-31,1-5-9 0,-1 0-1 0,0-3-1 0,0 0-94 0,0-5-20 15,3-3-3-15,-3 0-673 0</inkml:trace>
  <inkml:trace contextRef="#ctx0" brushRef="#br0" timeOffset="-182385.57">18222 2323 1198 0,'0'-16'34'0,"0"14"7"0,0-6-33 0,0 0-8 0,0 2 0 0,0-1 0 0,0 1 78 0,0 6 14 16,0 0 2-16,0 0 1 0,6-2 26 0,0 2 6 15,0 0 1-15,0 2 0 0,3 6-52 0,3-3-9 16,0 3-3-16,3 6 0 0,0-6-30 0,-1 5-6 16,4 3-2-16,0-6 0 0,0 4 0 15,3 1 0-15,-3-1 0 0,0-1 0 16,2 3-11-16,-2 0-3 0,-3-1 0 0,3 4 0 0,-3-3-12 0,0-3 0 16,-3 3 0-16,0 0 0 0,-1 0 0 0,4-3 0 15,-3 0 0-15,0-5 0 16,0 3-48-16,0-3-13 0,0-3-3 0,0 0-947 0</inkml:trace>
  <inkml:trace contextRef="#ctx0" brushRef="#br0" timeOffset="-181932.64">18835 2418 1825 0,'0'0'40'0,"0"0"8"0,0 0 1 0,0 0 3 0,0 0-41 0,0 0-11 16,0 0 0-16,0 0 0 0,0 0 94 0,-3-2 17 0,6-3 3 0,0 2 1 16,0-2-52-16,3 2-11 0,0-2-1 0,3-3-1 15,0 2-18-15,0 4-3 0,0-4-1 0,3 4 0 16,-3-3 7-16,0 5 1 0,0-3 0 0,0 0 0 16,0 3-36-16,-3 3 0 0,-1-3 0 0,1 3 0 0,-3 2-13 15,3-3-10-15,-3 4-1 0,0-4-1 16,-3-2 1-16,0 8 0 0,0-2 0 0,0 2 0 15,0 0-5-15,-3-3-1 0,0 3 0 0,0-3 0 0,0 3 6 0,0 0 0 16,0-5 1 0,3-3 0-16,-3 5 23 0,3-5-11 0,0 0 11 0,0 0-8 15,0 0 8-15,0 0 0 0,0 0 0 0,0 0 0 0,6 0 0 0,3 0 0 16,-3 0 0-16,3-5 0 0,0 2 0 0,0-2 14 16,0 2-3-16,0-2-1 0,3 2 10 0,-3 0 1 15,3 1 1-15,-3 2 0 0,-3-6-10 0,2 6-1 16,-2-2-1-16,-3 2 0 0,-3 0-10 0,0 0 0 15,6 2 0-15,-6-2 0 0,0 0 0 0,3 8 0 0,-3 3 0 16,-3-3 0-16,0 2 0 0,-3 4 0 16,0-1 0-16,-2 3 0 0,2 0 0 0,-3 0 0 15,0 2 0-15,-3-2 0 0,6 0 0 0,-3 0 0 0,0 2 0 16,3-7 0 0,0 2-20-16,0-5-5 0,0 0-2 0,3 0-673 0,0-3-136 0</inkml:trace>
  <inkml:trace contextRef="#ctx0" brushRef="#br0" timeOffset="-181647.65">19196 2387 1616 0,'0'0'46'0,"0"0"10"15,0 0-45-15,0 0-11 0,3-6 0 0,0 4 0 0,2-4 98 0,4 4 18 31,-3-3 3-31,3 2 1 0,0-2-36 0,6-1-6 0,-3 4-2 0,3-6 0 16,3 2-24-16,-3-2-6 0,3 1-1 0,-4 1 0 16,1-4-13-16,3 2-2 0,0 0-1 15,3-3 0-15,0 3 3 0,0 0 1 0,2 0 0 0,4-5 0 0,-3 5-45 16,0 0-8-16,3 0-3 0,-7 0 0 0,1 0 23 0,0 1 0 16,-3-1 0-16,0 2 0 0,-6 6-24 15,0-8 4-15,-1 8 0 0,-2-8 0 16,0 8-62-16,-3-5-12 0,-3 2-2 0,-3 3-584 15,0 0-117-15</inkml:trace>
  <inkml:trace contextRef="#ctx0" brushRef="#br0" timeOffset="-181376.6">19437 2040 1314 0,'0'0'37'0,"-3"0"8"0,0-5-36 0,3 5-9 0,-3-3 0 0,3 3 0 16,-3-8 132-16,3 8 25 15,0 0 5-15,-3-5 1 0,3 5-56 0,0 0-11 0,0 0-3 0,0 0 0 16,0 0-13-16,0 0-2 0,0 0-1 0,0 0 0 16,0 0-42-16,0 0-9 0,3 8-2 15,-3 0 0-15,3 2 3 0,-3 1 0 0,3 5 0 0,0 2 0 16,-3-2-27-16,3 5 0 0,0 1 0 16,0 4 0-16,0 0 0 0,0-4 0 15,0 4 0-15,0 1 0 0,0-6 0 0,-3-3 0 0,3 3 0 0,-1 1 0 16,1-1 0-16,0-5 0 0,0 5 0 0,0-8 0 15,0 6-46-15,0-4-14 0,3-1-4 0,-3 2-682 16,3-3-137-16</inkml:trace>
  <inkml:trace contextRef="#ctx0" brushRef="#br0" timeOffset="-180956.82">20336 1850 1448 0,'0'0'41'0,"0"0"9"0,0 0-40 0,0 0-10 0,-6-3 0 0,6 3 0 16,-3-5 108-16,3 5 19 0,0 0 4 0,0 0 1 15,-6 0-51-15,6 0-9 16,-6 5-3-16,0-2 0 0,-3 4-40 0,3 1-8 0,0 6-1 0,-3-1-1 0,0 3 1 0,0 5 1 15,0-5 0-15,-3 5 0 16,0-5-21-16,1 5 9 0,-1 0-9 16,0 0 0-16,0 3 0 0,0-3-12 0,-3-2 0 15,3-1 0-15,-3 1-37 0,0 2-7 0,3-2-2 0,-2-4-569 16,2 1-113-16</inkml:trace>
  <inkml:trace contextRef="#ctx0" brushRef="#br0" timeOffset="-180717.72">19940 1966 1728 0,'0'0'38'0,"0"0"8"0,0-8 2 0,3 3 0 0,-3 2-39 0,0 3-9 16,0 0 0-16,3-5 0 0,0 2 110 0,3 3 20 16,0 0 4-16,0 0 1 0,-1 0-62 0,4 3-12 0,0 5-2 15,3-3-1-15,-3 3-18 16,3 0-3-16,3 0-1 0,0 5 0 0,0-5-16 0,3 0-3 0,-4 5-1 0,1-5 0 15,0 3-4-15,0 2 0 16,0-5-1-16,3 5 0 0,0 0-11 0,-3-5 0 0,2 3 0 0,-2-1 0 16,3 1-49-1,0-3-12-15,3 3-3 0,-3-1-682 0,0-5-137 0</inkml:trace>
  <inkml:trace contextRef="#ctx0" brushRef="#br0" timeOffset="-180214.3">20598 2008 1602 0,'0'0'35'0,"0"0"7"0,3-2 2 0,0-1 1 0,-1-2-36 0,1 2-9 16,-3 3 0-16,0 0 0 0,3-5 99 0,-3 5 17 16,0 0 4-16,0 0 1 15,0 0-63-15,0 0-13 0,0 0-2 0,0 0-1 0,0 0-24 0,-3 8-5 16,-2 0-1-16,-1 2 0 15,-3-2-12-15,0 0 0 0,-3 3 8 0,0-1-8 0,-3 1 0 0,0 2 0 16,0-5 0-16,-3 5 0 0,1-5 0 0,2 5 0 16,0-2 0-16,0 2 0 0,0 0-8 0,3-2-5 15,6-3-1-15,0 3 0 0,3-1 14 0,0-5 0 16,3-5 0-16,3 8 0 0,6-5 0 0,0-3 0 16,3 0 0-16,0 0 0 15,3-3 0-15,3-2 0 0,-1 2 0 0,4-4 0 0,-3-4-18 0,0 0-1 0,-3 3 0 0,3-5 0 31,-3 0-21-31,0 2-4 0,-4-2 0 16,1 0-1-16,0 2 36 0,-3-2 9 0,0 5 0 16,0-5 0-16,-3 5 0 0,-3 0 0 0,3 0 0 0,-3 0 0 0,-3 3 49 15,3 2 12-15,-3-5 3 0,0 8 0 0,0-5-12 0,0 5-1 0,0 0-1 0,0 0 0 16,0 0-29-16,0 0-5 16,0 0-2-16,0 0 0 0,0 0 40 0,0 0 8 0,0 8 2 0,0 0 0 0,0 0-52 15,3 0-12-15,-3 5 0 0,3 0 0 0,0 3 0 0,0 0 0 16,-3 5 0-16,3 0 0 15,0 0 0-15,0 3 0 0,0-3 0 0,0 1 0 0,3 1 0 0,-3-1 0 16,3-1 0-16,-3 3 0 0,0-9 0 16,2 7 0-16,-2-6 0 0,0-1 0 15,0 4-132-15,0-8-30 16,0 2-6-16</inkml:trace>
  <inkml:trace contextRef="#ctx0" brushRef="#br0" timeOffset="-179323.63">22339 7287 1728 0,'0'0'38'0,"0"0"8"0,0 0 2 0,0 0 0 0,0 0-39 15,0 0-9-15,3 3 0 0,3-1 0 0,0 1 71 0,-3 0 12 16,3-1 2-16,-3 4 1 16,3-1-38-16,0 3-7 0,0 0-1 0,2 5-1 15,-2 0-23-15,3 6-5 0,0 5-1 0,3 2 0 16,-3 3 0-16,3 3 0 0,3 5 0 16,-3 0 0-16,3 0-10 0,3 3 10 0,-1-1-10 0,-2 4 10 0,0-1 4 0,0 3 1 15,0 3 0-15,3-1 0 0,0 1 9 16,0-6 1-16,-4 1 1 0,4-1 0 0,0-2-26 0,-3 2 0 15,3 3 8-15,0 0-8 0,-3-3 24 0,-1-2 4 16,1-3 0-16,-3-3 0 0,3-4-20 0,-3-1-8 16,-3-6 0-16,0 1 8 15,0-5-31-15,0-1-6 0,-3-4-2 16,0-1 0-16,-3-5 7 0,0 0 2 16,3-3 0-16,-6-5 0 0,0 0-178 0,3-5-36 0</inkml:trace>
  <inkml:trace contextRef="#ctx0" brushRef="#br0" timeOffset="-178720.06">22321 7218 1497 0,'0'0'32'0,"0"0"8"0,0 0 0 0,0 0 4 0,0 0-36 0,0 0-8 15,-3 6 0-15,-3 2 0 0,3-6 53 0,0 6 9 16,-3 0 2-16,3 0 0 16,-3 3-52-16,0-1-12 0,0 3 0 0,0 1 0 0,3-4 0 0,-3 6 0 15,1-3 0-15,-1 1 0 0,0 1 0 0,0-1 0 16,3-1 0 0,-3-3 0-16,3 4 0 0,0-6 9 0,-3 2-9 0,3-2 8 0,3-3-8 0,-3 1 0 0,3-6 0 0,0 0 0 15,0 0 0-15,0 0 0 16,0 0 0-16,0-6 8 0,3 1-8 0,0-5 0 0,0-4 0 0,3 1 0 15,0-3 0-15,0 0 0 0,0 0 0 0,3-2 0 16,-1-1 0-16,1 4 0 0,0-7-12 0,3 6 12 16,-3-2 44-16,0 2 16 0,3 0 3 0,0 3 1 15,0 2-23-15,-3-2-4 0,3 5-1 16,-3 0 0-16,2 3-6 16,1 0-2-16,-3 2 0 0,3 0 0 0,0 1 24 0,-3 4 4 0,3 1 0 15,0 0 1-15,0 2-23 0,-3 0-5 16,3 3-1-16,0 0 0 0,-1 0-8 0,-2 5-3 15,3-2 0-15,-3 0 0 0,0 2-7 0,-3-3-2 0,3 4 0 0,-3-4 0 16,0-2-8-16,0 0 0 0,3 3 0 0,-6-3 0 31,3-3-27-31,0 3-7 0,0-3-2 16,0-2-708-16,3-1-141 0</inkml:trace>
  <inkml:trace contextRef="#ctx0" brushRef="#br0" timeOffset="-172619.73">20604 2807 1149 0,'0'0'32'0,"0"0"8"16,0 0-32-16,0 0-8 0,0 0 0 0,0 0 0 15,0 0 80-15,0 0 13 0,0 0 3 0,0 0 1 16,0 0-26-16,5 0-6 0,1 0-1 0,-3 0 0 0,3 0-10 0,3 0-2 16,-3 0-1-16,3 0 0 15,0-5-13-15,0 5-2 0,0 0-1 0,3-3 0 16,0 3-12-16,0 0-3 0,0 0 0 0,-1 0 0 16,-2 0-10-16,3 0-2 0,0 0-8 0,-3 0 12 15,3 0-12-15,-3 0 11 0,0 0-11 0,0 0 10 0,0 0-10 0,-3 0 0 16,0 0 0-16,0 3 8 0,-3-3-8 0,-3 0 0 15,0 0 0-15,6 0 8 0,-6 0-8 0,0 0 0 16,0 0 9-16,0 0-9 0,0 0 9 0,0 0-9 16,0 0 12-16,0 0-12 0,0 0 12 0,0 0-12 15,0 0 12-15,0 0-12 0,-6-3 12 0,-3 3-12 16,3 0 12-16,-3 0-12 16,-3 0 11-16,0 0-11 0,3 0 10 0,-3 0-10 0,0 0 11 15,-3 0-11-15,3 0 12 0,1 3-12 16,-1-3 12-16,0 5-12 0,0-5 12 0,0 3-12 0,3 0 9 0,0-1-9 15,0 1 0-15,0-3 9 0,0 3 9 0,3-3 2 16,0 2 0-16,6-2 0 0,0 0 3 0,0 0 1 0,0 0 0 0,0 0 0 16,0 0 0-16,0 0 0 15,0 0 0-15,0 0 0 0,0 0-4 0,0 0-1 0,0 0 0 0,0 0 0 16,0 0 1-16,6 0 0 0,0 0 0 0,0-2 0 16,0 2-6-16,0 0-1 0,3 0 0 0,0 0 0 15,-3-3-13-15,3 3 9 0,3 0-9 16,-3 0 8-16,0 0-8 0,0 0 0 0,2-3 0 0,-2 3 0 15,0-2 0-15,3 2-9 0,-3 0 9 16,3 0-13-16,0 0-23 0,0 0-5 0,3 0-1 0,-3 0 0 16,3 0-101-16,-4 0-20 0,1 0-4 0</inkml:trace>
  <inkml:trace contextRef="#ctx0" brushRef="#br0" timeOffset="-171440.03">23253 8766 1609 0,'0'0'35'0,"0"0"7"0,0 0 2 0,0 0 2 0,0 0-37 0,0 0-9 0,0 0 0 0,0 0 0 16,-6 3 68-16,3-1 12 0,-3 4 3 0,0 2 0 15,0-3-34-15,-3 3-6 0,3 0-2 0,-3 0 0 16,3 2-9-16,-3 1-3 15,3 0 0-15,-3 4 0 0,0 1-17 0,-2 3-3 0,2-1-1 0,-3 4 0 16,0-4-8-16,3 6 0 0,-3 0 0 0,0 2 0 16,3 1 0-16,-3-1 0 0,3 1 0 0,-3-1 0 15,3-2-69-15,0 0-16 16,1-3-3-16,-4 0-508 0,-3-3-100 0</inkml:trace>
  <inkml:trace contextRef="#ctx0" brushRef="#br0" timeOffset="-171158.75">22720 9004 1728 0,'0'0'38'0,"0"0"8"0,0 0 2 0,0 0 0 0,3-5-39 15,0 2-9-15,3-2 0 0,0 0 0 16,3 2 75-16,0 1 13 0,3 2 2 0,2 0 1 0,1-3-24 0,0 3-5 15,3 3-1-15,0-1 0 0,3 1-25 0,-3-1-4 0,2 4-2 0,1 2 0 16,-3 0-15-16,0 2-3 16,0 1-1-16,-3 2 0 0,-3 0-11 0,3 3 0 0,-4 0 0 0,1 3 0 15,0-1 0-15,0 1 0 0,0-1 0 0,0 3 0 16,-3-5 0-16,0 0 0 0,0-3 0 0,3 0 0 16,-6 3-52-1,3-2-10-15,-4-4-2 0,1 1-614 0,0-3-123 0</inkml:trace>
  <inkml:trace contextRef="#ctx0" brushRef="#br0" timeOffset="-170759.2">23285 9110 1972 0,'0'0'44'0,"0"0"8"0,0 0 3 0,0-2 0 0,6-4-44 0,-3 1-11 0,0 2 0 0,0 3 0 0,3-2 82 0,0-1 14 16,0 0 4-16,0 3 0 0,0 0-33 0,0 3-7 15,0-3 0-15,0 3-1 0,3 2-31 0,-3 0-5 16,0 1-2-16,-3 1 0 0,3 4-13 0,-3 0-8 16,3 2 10-16,-3 3-10 0,-3 0 0 15,3-1 0-15,-3 1-8 0,0 0 8 16,0 3-40-16,-3-1 0 0,0 1-1 0,0-1 0 16,0 1-4-16,-3-1-1 0,3-2 0 0,-3 3 0 15,3-3 19-15,0 0 4 0,0-1 1 0,0-1 0 16,3 2 22-16,0-6-9 0,0 1 9 0,3-1 0 0,3 1 0 0,0-6 0 15,0 3 0-15,0-5 0 0,0 2 18 16,3-5 1-16,0 0 0 0,-1-3 0 0,1 1 3 16,3-4 1-16,0 1 0 0,0-3 0 0,3 0-9 0,-3 3-2 15,3-3 0-15,-3 0 0 0,3 3-12 16,-1-3 0-16,1 0 0 0,-3 3 0 0,3-1 20 0,-3 1 0 0,0 0 1 0,0-1 0 16,0 4-33-16,-3-3-8 15,3 2 0-15,-4 0-1 0,1-2-31 0,0 2-5 16,0 1-2-16,0-1-622 15,-3 0-125-15</inkml:trace>
  <inkml:trace contextRef="#ctx0" brushRef="#br0" timeOffset="-166228.53">12457 4469 1074 0,'-15'-3'30'0,"9"3"8"0,0 0-30 0,0 0-8 16,0-2 0-16,0 2 0 0,0 0 141 0,0 0 27 16,0 0 6-16,6 0 1 0,0 0-62 0,0 0-12 15,0 0-2-15,0 0-1 0,0 0-35 16,0 0-7-16,0 0-2 0,0 0 0 0,0 0-14 0,0 0-2 16,0 0-1-16,6 2 0 0,0-2-6 0,0 3-2 15,3 0 0-15,-3-1 0 0,3-2-13 0,3 3-4 16,-3 2 0-16,-1-5 0 0,4 3-12 0,0-3 8 15,0 0-8-15,0 0 0 0,3 0 0 16,0 0 0-16,3 0 0 0,0-3 0 0,-1 3 0 0,4 0-18 16,3 0 2-16,0-5 1 15,0 5-101-15,0 0-21 0,-1 0-4 0,4-3-807 0</inkml:trace>
  <inkml:trace contextRef="#ctx0" brushRef="#br0" timeOffset="-165580.02">12436 6366 1074 0,'0'0'30'0,"0"0"8"0,0 0-30 0,0 0-8 15,0 0 0-15,0 0 0 16,0 0 104-16,0 0 19 0,0 0 4 0,0 0 1 0,9 0 0 15,-3 3 0-15,0-3 0 0,-1-3 0 0,4 3-52 0,-3-2-9 16,3-1-3-16,0 0 0 0,0-2 0 0,3 2 0 16,-3 1 0-16,3-1 0 0,0-2-51 0,3 2-13 15,0-2 0-15,2 2 0 16,1-2-48-16,3 0-13 0,3 2-3 0,0-5-614 16,0 3-123-16</inkml:trace>
  <inkml:trace contextRef="#ctx0" brushRef="#br0" timeOffset="-164589.99">23660 9055 1818 0,'0'0'40'0,"0"0"8"0,0 0 1 0,0 0 3 0,0 0-42 0,6-3-10 0,0 0 0 0,0 3 0 15,3-2 72-15,0-1 13 0,3 0 3 0,3 1 0 16,0-1-30-16,0 0-6 0,0-2 0 0,0 3-1 16,2-4-22-16,-2 1-4 0,3-3-1 15,0 0 0-15,3 0-16 0,0 0-8 0,0 3 8 0,-1-3-8 16,1 3 10-1,0-3-10-15,0 2 12 0,-3 1-12 0,0 0 0 0,-1 2 0 16,-5-2 0-16,0 2 0 16,0 1-30-16,-3-1 0 0,0-2 0 0,-3 2 0 0,0 0-56 15,-3 1-11-15,-3 2-3 0,0 0 0 16,0 0-22-16,0 0-5 0,-3-3-1 0,3-2-614 0</inkml:trace>
  <inkml:trace contextRef="#ctx0" brushRef="#br0" timeOffset="-164328.4">23949 8790 1497 0,'0'0'32'0,"-6"-5"8"0,-3-3 0 16,0 2 4-16,0-1-36 0,1-1-8 0,-1 0 0 0,3 2 0 0,0 4 104 0,-3-4 20 16,9 6 3-16,0 0 1 0,0 0-38 0,-6 0-7 15,6 0-2-15,0 0 0 0,-6 6-27 0,3 2-6 16,0 0 0-16,3 0-1 0,0 2 13 0,0 1 4 16,3 2 0-16,0-2 0 0,3 2-52 0,-3 3-12 15,3 0 0-15,-3-1 0 16,3 4 0-16,0-3 0 0,-3 0 0 0,3 2 0 15,0-2 0-15,-3 0 0 0,2 5 0 0,1-2 0 0,-3-1 0 16,3 1 0-16,0-1 0 0,-3 3 0 0,3-5 0 0,0 0 0 16,-3 0 0-16,0-3 0 15,3 0-48-15,-3 1-13 0,3-6-3 0,-3 0 0 16,3-3-62-16,0 0-13 0,-3-2-2 0,6 2-792 0</inkml:trace>
  <inkml:trace contextRef="#ctx0" brushRef="#br0" timeOffset="-163986.02">24464 8578 1728 0,'0'0'38'0,"0"0"8"0,0-5 2 15,0 2 0-15,0 3-39 0,0-5-9 0,-3 2 0 0,3 3 0 16,0 0 104-16,0 0 20 0,0 0 3 0,0 0 1 15,0 0-72-15,0 0-13 0,0 0-3 0,0 0-1 16,0 0 5-16,0 0 2 0,0 0 0 0,0 0 0 16,0 0-14-16,0 0-4 0,0 0 0 0,0 0 0 0,-6 3-7 0,3 5-1 15,-3-3-1-15,0 6 0 16,0-1-6-16,0 4-1 0,1-1 0 0,-1 5 0 0,0 1-22 0,-3 2-5 16,0 3-1-16,0 0 0 15,0 0 16-15,-3-3 0 0,3 3 0 0,0-3 0 0,-3 0 0 16,0 0 0-16,3-2 0 0,-3-1 0 0,4 1 0 0,-4-1 0 15,3-2 0-15,0-3 0 16,0 3-68-16,0-3-10 0,0-2-2 0,0 0-1 16,3-1-108-16,-3-2-22 15,3-3-4-15</inkml:trace>
  <inkml:trace contextRef="#ctx0" brushRef="#br0" timeOffset="-163708.5">24253 8787 1624 0,'-3'-13'46'0,"3"8"10"0,-3-3-45 0,3 0-11 0,-3 0 0 0,0 3 0 16,0-3 124-16,0 5 22 0,3 3 5 0,0 0 1 16,0 0-55-16,0 0-10 0,0 0-3 0,0 0 0 15,0 0-15-15,0 0-3 0,0 0-1 16,0 0 0-16,3 5-52 0,3 3-13 0,-3 0 0 0,3 0 0 16,3 3 54-16,0-1 8 0,-3 1 2 0,6 0 0 15,-4-1-53-15,4 1-11 0,0-1 0 0,-3 1 0 16,3 0 0-16,-3-1 0 0,3 1 0 0,-3-3 0 15,0 2 0 1,0-2 0-16,3 0 0 0,-3-3 0 0,0 1 0 0,-1 2 0 16,1-3 0-16,-3 0 0 0,3 0-32 0,-3 1-11 0,3-4-1 15,-3 1-1-15,3 2-27 0,-3-2-6 0,3 2-1 0,0-2 0 16,-3 0-137-16,3-1-28 0,-3-2-6 0</inkml:trace>
  <inkml:trace contextRef="#ctx0" brushRef="#br0" timeOffset="-163223.56">24595 8936 1149 0,'0'0'32'0,"0"0"8"0,0 0-32 0,-6-3-8 16,6 3 0-16,-6-3 0 0,6 3 144 0,-3-2 28 0,0-4 4 16,3 1 2-16,0 0-45 0,0 2-9 0,3-2-1 0,0-1-1 15,0 1-46-15,0 0-10 0,0 0-2 0,3-1 0 16,0 1 0-16,0 0 0 0,3-1 0 0,-3 1 0 16,0 3-15-16,3-1-3 15,-3-2-1-15,3 2 0 0,0 0-21 0,-3 1-4 0,2-1 0 0,1 0-1 16,-3 1-19-16,3-1 0 0,-3 3 0 0,3 0 0 15,-3 0 0-15,0 0 0 0,-6 0 0 0,6 0 0 16,-6 0 0-16,6 5-11 0,-3 1 2 0,0-1 0 31,0 0-37-31,-3 3-7 0,0-3-2 0,-3 1 0 16,0 2 20-16,0 0 4 0,0 2 1 0,-3-2 0 16,3 0-3-16,-3 0-1 0,0 0 0 0,0 0 0 0,3-3 20 15,0 3 4-15,0-3 1 0,3-5 0 0,0 0 9 0,-3 6 12 0,3-6-2 16,3 5-1-16,0-2-9 0,3-1-12 0,3 1 2 0,-3-3 1 0,3 0 9 0,0 0 9 15,0 0-1 1,0 0-8-16,0 0 8 0,3 0-8 0,-3 0 0 0,3 0 0 0,-4 3 58 0,1-1 5 16,0 1 1-16,0 2 0 15,-3 0-52-15,0 1-12 0,0-1 0 0,-3 3 0 16,3 0 0-16,-3 0 0 0,0 2 0 0,-3 4 0 16,3-4 0-16,-3 3 0 0,-3 3 0 0,0 0 0 15,0 0 0-15,-3 0 0 0,0 3 0 0,-3-1 0 16,3-2-53-16,-6 0-7 0,0 0-2 0,3 2 0 15,-2-2-2-15,-1 0 0 0,0 0 0 0,-3 0 0 16,0 0-153-16,-3-3-31 0,-27 8-7 0,13 0-461 0</inkml:trace>
  <inkml:trace contextRef="#ctx0" brushRef="#br0" timeOffset="-162274.68">18987 9359 1429 0,'0'0'31'0,"0"0"6"0,0 0 2 15,0 0 2-15,3-3-33 0,3-2-8 0,-3 2 0 0,3 1 0 16,0-1 60-16,-3 0 9 0,3 1 3 0,0-1 0 16,3 0-16-16,-3 1-2 0,3 2-1 0,0 0 0 15,0-3-13-15,2 3-2 0,1 3-1 0,0-3 0 16,6 2-37-16,0 1-16 16,3 0 0-16,3 5 1 0,2-3 37 0,4 6 7 0,0-1 2 0,0 1 0 15,3 2-50-15,-4 3-9 0,7 0-3 0,6 2 0 16,-1 6 50-16,7 0 9 0,3 0 3 0,-1 7 0 0,1-4-22 0,-1-1-9 15,4 3 8-15,5-2-8 0,1-1 15 0,3 1-3 16,-4 2 0-16,10 3 0 0,-7-6-3 0,4 9-1 16,5-4 0-16,6 9 0 0,-11-6-8 0,2 1 0 0,4-3 0 15,5 5 0-15,-2-6 12 0,-4-2 4 0,-3 1 1 0,7 1 0 16,-4-2 6-16,1 3 1 16,-1 0 0-16,7 5 0 0,-16-3-1 0,4-5 0 0,2 1 0 0,3 1 0 15,-5-7-6-15,-4 0-1 16,-2 0 0-16,2 0 0 0,-5-9-6 0,0 4-2 15,-1-3 0-15,4 0 0 0,-10 0-8 0,-2-3 0 16,-6 0 9-16,2 0-9 0,-5-2-9 16,-3-3-7-16,-1 2 0 0,1-2-1 0,-3 3 29 15,-3-3 7-15,-4 0 1 0,-2-3 0 0,0 3-20 0,-6-3 0 16,0 1 0-16,-3-1 0 0,0 0-9 16,-7-2 1-16,1-1 0 0,-3 1 0 15,0-3-22-15,-6 0-4 0,0 0-1 0,0 0 0 0,0 0-17 16,0 0-3-16,0 0-1 0,-6-3 0 15,-3 1-96-15,3-1-19 0,-2 1-4 0</inkml:trace>
  <inkml:trace contextRef="#ctx0" brushRef="#br0" timeOffset="-161291.75">19219 9232 1074 0,'0'0'30'0,"0"-5"8"0,0-3-30 0,0 0-8 0,0-3 0 0,0 3 0 16,0 0 52-16,0 0 10 0,0 0 2 0,0 0 0 15,0 1 44-15,0-1 8 0,-3 2 3 0,0 1 0 16,3 5-37-16,-3-3-7 16,3 3-2-16,-3-5 0 0,3 5-58 0,-5 0-15 15,-4 0 0-15,3 0 0 0,0 5 54 0,-3 1 8 0,3 2 2 16,-3 0 0-16,0 2-52 0,0 3-12 0,0 1 0 0,0 1 0 16,-3-1 0-16,3 2 0 15,-3-3 0-15,3 3 0 16,-2 0-24-16,2-1-7 0,-3 4-1 0,3-6-1 15,-3 0 1-15,3 1 0 0,0-4 0 0,0 1 0 16,3-1-25-16,0 1-5 0,0-6-1 0,3 1 0 0,0-1 51 0,3-5 12 0,0 0 0 0,0 0 0 16,0 0 0-16,0 0 0 0,0 0 0 0,0 0 0 15,0 0 0-15,3 0 0 0,3-5 0 0,-3-3 0 16,3 2 0-16,0-2 0 0,3 0 0 0,-3 3 0 0,3-3 0 0,-3 3 0 16,3-3 0-1,0 0 0-15,0 3 48 0,0-3 13 0,3 2 3 0,-1-1 0 16,-2 4-18-16,3-2-3 0,0-1-1 0,0 4 0 15,0-1-8-15,0 3-2 0,0 0 0 0,0 0 0 0,0 0-10 16,0 0-2-16,-1 3-1 0,1 2 0 0,0-2-7 0,0 2-2 16,3-2 0-16,-3 4 0 0,0-1-10 0,0-4 0 15,0 4 0-15,0-1 0 0,-1-2 0 0,1 2 0 16,-3-5 0-16,3 3 0 16,-3 2-23-16,0-5-9 0,3 3-3 0,0-3-635 15,0 0-127-15</inkml:trace>
  <inkml:trace contextRef="#ctx0" brushRef="#br0" timeOffset="-156718.78">21476 12291 1792 0,'0'0'51'0,"0"0"10"0,-6-3-49 16,0 0-12-16,0 1 0 0,0 2 0 0,0 0 105 0,-3 0 19 16,3 0 3-16,-3 2 1 15,3 1-40-15,0 0-8 0,-3 2-2 0,3 0 0 16,-3 3-31-16,0 0-7 0,-2 0 0 0,-1 5-1 16,-3 1-12-16,0 1-3 0,0 4 0 0,0 2 0 0,-3 0-13 0,0 3-3 15,1 0-8-15,-4 0 12 0,3-3-12 0,0 5 0 16,0-2 0-16,0 5 0 15,3-5-16-15,-2 5-2 0,2-2-1 16,0-1 0-16,3-2-36 0,0 0-7 0,3-6-2 0,-3 3 0 16,6-5-16-16,-3-2-4 0,3-7-1 15,0 1-581-15,0 0-116 0</inkml:trace>
  <inkml:trace contextRef="#ctx0" brushRef="#br0" timeOffset="-156504.65">21023 12666 1370 0,'3'-18'39'0,"-3"10"8"0,0-5-38 16,3-1-9-16,0-1 0 0,-3-1 0 0,0 2 143 0,0 1 26 0,0 3 6 0,0-1 1 15,0-2-38-15,0 5-7 16,0 0-2-16,-3 0 0 0,3 3-57 0,0-1-11 0,0 6-2 0,0 0-1 16,0 0 10-16,0 0 1 0,0 0 1 0,0 0 0 15,0 0-56-15,9 3-14 16,-3 2 0-16,3 1 0 0,0 2 0 0,0 0 0 0,3 0 0 0,3 2 0 16,-3 1 20-16,5-1 0 0,-2 1 1 0,3 2 0 15,0-2-21-15,0-1 0 0,0 1 0 0,3-1-8 16,-4 1-72-16,4-3-15 15,0 0-2-15,0-3-1 0,-3 0-73 16,0-2-14-16,0-3-3 0,-7-3-774 0</inkml:trace>
  <inkml:trace contextRef="#ctx0" brushRef="#br0" timeOffset="-156296.09">21529 12584 1552 0,'0'0'44'0,"0"0"10"0,-3-5-43 0,3 0-11 0,0-3 0 0,-3 5 0 16,0-2 156-16,0 0 28 0,0-1 7 0,0 4 1 15,0-4-52-15,3 6-9 0,-6-2-3 0,6 2 0 0,-5-3-51 0,5 3-10 16,0 0-3-16,0 0 0 0,0 0 0 0,-6 3 0 15,3 2 0-15,-3 0 0 0,6 1-48 0,-3 2-16 16,3-1 8-16,0 4-8 0,0 0 0 0,0-1 0 16,3 3 0-16,-3 3 0 0,3-2 0 0,0 1 0 0,0 1 0 15,0 3 0-15,0 2 0 0,-1-2 0 16,1-1 0-16,0 1 0 16,3-1-57-16,-3 1-6 0,0-3-1 0,3-1 0 15,-3-1-71-15,0-1-14 0,3-3-3 0,-3 1-610 16,0-3-122-16</inkml:trace>
  <inkml:trace contextRef="#ctx0" brushRef="#br0" timeOffset="-155866.25">21782 12471 1472 0,'0'0'32'0,"0"0"8"0,0 0 0 0,0 0 1 0,0 0-33 0,0 0-8 15,0 0 0-15,0 0 0 0,0 0 79 0,0 0 13 16,0 0 4-16,0 0 0 0,0 0-23 0,0 0-4 16,0 0-1-16,0 0 0 0,6-3-26 0,0 3-6 15,0-3 0-15,3 1-1 0,-3-1 23 0,3 3 5 0,3-5 1 16,0 2 0-16,0 0 0 0,3 1 0 0,-1-4 0 16,4 1 0-1,0 0-76-15,0-3-14 0,0 3-3 0,0-3-1 0,3 0 30 0,-4 0 0 0,1 0 0 16,0 0 0-16,0 3-10 0,0-3 10 15,-3 2-10-15,-3 1 10 16,0 0-31-16,-1 2 0 0,-2-2 0 0,0 2 0 16,-3 1-38-16,0-4-8 0,0 6-2 0,0-2 0 0,-6 2-139 0,0 0-28 15</inkml:trace>
  <inkml:trace contextRef="#ctx0" brushRef="#br0" timeOffset="-155532.5">21973 12195 1228 0,'0'0'35'0,"0"0"7"0,0 0-34 0,0 0-8 16,-6-2 0-16,6 2 0 16,0 0 123-16,0 0 22 0,0 0 5 0,0 0 1 0,0 0-48 0,0 0-10 15,0 0-1 1,0 0-1-16,0 0-18 0,0 0-3 0,0 0-1 0,0 0 0 0,0 8-16 0,0 0-3 15,3-3-1-15,-3 6 0 0,3-1-13 0,3 3-4 16,-3 1 0-16,3 4 0 0,0 3-16 0,0 0-3 16,0 3-1-16,-1 3 0 15,1-3-12-15,0-3 8 0,0 0-8 0,-3 0 0 0,3-2 0 0,-3-1 0 16,0-2-8-16,0 0 8 16,-3-3-40-16,3 0 0 0,-3 0-1 0,0 1 0 15,0-4-92-15,-3-2-19 16,0 0-3-16,0 0-791 0</inkml:trace>
  <inkml:trace contextRef="#ctx0" brushRef="#br0" timeOffset="-155148.75">20964 12307 1314 0,'0'0'37'0,"0"0"8"0,0 0-36 0,0 0-9 0,0 0 0 0,0 0 0 0,0 0 102 0,0 0 18 16,0 0 4-16,0 0 1 0,0 0-46 0,0 0-10 15,0 0-1-15,0 0-1 0,0 0-4 0,0 0-1 16,0 0 0-16,6 0 0 0,0 0-5 0,0 0-1 16,2-3 0-16,1 0 0 0,3 1-18 0,3-4-4 15,0 1-1-15,3 0 0 0,6-3-19 0,0 0-4 16,5 0-1-16,4 0 0 16,0-3-9-16,3 3 0 0,-1-2 0 0,1-3 0 15,-3-1-28-15,2 1-8 0,1-3-2 16,3 3-690-16,-3-3-139 15</inkml:trace>
  <inkml:trace contextRef="#ctx0" brushRef="#br0" timeOffset="-154285.44">22708 11928 1314 0,'0'0'37'0,"0"0"8"0,0 0-36 0,0 0-9 0,0 0 0 16,0 0 0-16,0 0 97 0,0 0 18 15,0 0 3-15,0 0 1 0,0 0-37 0,0 0-7 16,-6 3-2-16,0 2 0 0,0-2-24 0,0 5-5 15,3 0 0-15,-3 2-1 0,0 1-20 0,0-1-4 16,0 4-1-16,0 1 0 0,0 1-18 0,1 3 8 0,-1-3-8 16,0 5 0-16,-3 0 15 0,3 0-4 0,0 0-1 0,-3 1 0 15,0-1-10-15,0 3-17 0,-3-3 4 0,0 3 1 32,3-3-40-32,-3-3-8 0,0 3-2 0,1 1 0 15,2-7-88-15,-3 1-18 0,0 0-3 0</inkml:trace>
  <inkml:trace contextRef="#ctx0" brushRef="#br0" timeOffset="-153812.38">22476 12177 1810 0,'-3'-8'40'0,"6"0"8"16,-3-3 1-16,0 1 3 0,3 2-42 0,0-3-10 0,-3 3 0 0,3 0 0 0,0 1 89 0,0 1 16 15,-3 1 3-15,6 2 1 0,-3 1-39 16,-3 2-8-16,6-3-2 0,0 3 0 0,2 3-18 0,-2-1-4 15,3 1-1-15,0 5 0 0,3-3-20 0,-3 3-4 16,0 0-1-16,3 0 0 0,-3 3-20 0,6-1-5 16,-3 3-1-16,0 1 0 15,-1-4-34-15,4 1-6 0,-3-3-2 0,3 2 0 16,-3-2-22-16,3 0-5 0,0 0-1 0,-3-3 0 16,0 1 11-16,3-1 1 0,-7 0 1 0,4-2 0 0,0 0 43 0,-3-1 9 0,0-2 2 15,-3 3 0-15,-6-3 25 0,6-3 6 16,0 3 1-16,-6 0 0 0,3-5 29 0,0 2 7 15,0-2 1-15,0 0 0 0,0-3 9 0,0 2 3 16,0-1 0-16,0-4 0 0,3 0-5 16,-3 1-1-16,3-1 0 0,0-2 0 0,0 2-16 0,3-2-3 0,-4 5-1 15,4 0 0-15,0-2-11 0,0 2-3 16,-3 0 0-16,3 3 0 0,-3-1-7 0,-3 4-1 0,3-1-1 0,-6 3 0 16,0 0-7-16,3 5 0 15,0 3-8-15,-3 0 12 0,0 3-12 0,0-1 0 0,3 6 0 0,-6-3 0 16,3 3-12-16,0 0-6 0,-3 0-1 0,0 3 0 15,3-4-17 1,0-1-4-16,3 1-1 0,0-1 0 0,0-1-3 16,0 0 0-16,0-2 0 0,3-3 0 0,0 0-3 15,0-3-1-15,0 0 0 0,3-2 0 0,-3-3-5 16,0-5-2-16,2-1 0 0,-2 1 0 0,3-6-15 0,0 1-3 16,-3-1-1-16,0-5-724 0</inkml:trace>
  <inkml:trace contextRef="#ctx0" brushRef="#br0" timeOffset="-153557.4">22309 11828 1933 0,'0'0'42'0,"0"0"9"0,0 0 1 0,0 0 4 0,0 0-45 15,0 0-11-15,0 0 0 0,0 0 0 0,0 0 59 0,6 2 9 0,0 1 3 0,3-3 0 16,0-3 4-16,3 3 1 16,0-2 0-16,3-1 0 0,-1 0-20 0,4 1-3 15,0-1-1-15,3-2 0 0,3-1-41 0,0 1-11 16,-1 0 0-16,1-3 0 16,0-3-65-16,0 1-15 0,6 2-4 0,2-5 0 15,1 5-121-15,3-3-25 0,44-5-5 0,-20 3-1 0</inkml:trace>
  <inkml:trace contextRef="#ctx0" brushRef="#br0" timeOffset="-153143.75">23143 11933 1630 0,'0'0'36'0,"0"0"7"0,0 0 1 0,0 0 3 0,0 0-38 0,0 0-9 15,0 0 0-15,0 0 0 0,0 0 74 0,0 0 13 16,0 0 2-16,0 0 1 0,0 0-20 0,6 0-4 0,-1-2-1 16,4-1 0-16,3 1-15 0,0-1-3 15,3-2-1-15,0-1 0 0,0 1-22 0,3-3-5 0,3 3-1 16,-4-3 0-16,7 0-18 0,-6 0 0 16,3 0 0-16,0 0 0 0,-3 0 0 0,-1-2 0 0,1 2 0 0,0 0 0 15,0 0 0-15,0 0 0 0,-3 0 0 0,0 0 0 31,-3 0-48-31,0 0-12 0,-1 3-4 0,-2-3-614 0,-3 3-123 16</inkml:trace>
  <inkml:trace contextRef="#ctx0" brushRef="#br0" timeOffset="-152901.72">23360 11666 1653 0,'0'0'47'0,"-6"-2"10"0,3-1-45 0,-3-2-12 0,6 5 0 0,0 0 0 0,0 0 104 0,0 0 20 15,0 0 3-15,0 0 1 0,0 0-36 0,0 0-6 16,0 0-2-16,0 0 0 0,0 0-25 0,0 0-6 16,0 8-1-16,3 2 0 0,-3-2-20 0,3 3-4 15,3 2 0-15,-3 3-1 0,3 0-15 0,0 0-4 16,-3 2 0-16,3 3 0 0,0 0-8 0,-3 3 0 16,3 0 0-16,0 0 0 0,-1 0 0 0,1-1-12 15,0 1 2-15,0 0 1 16,0-3-28-1,0-2-6-15,3-1-1 0,-3-2 0 0,3-3-91 0,-3 1-18 0,3-4-4 0</inkml:trace>
  <inkml:trace contextRef="#ctx0" brushRef="#br0" timeOffset="-152613.58">23919 11510 1904 0,'3'-13'42'0,"-3"10"9"0,-3-5 1 0,3 3 1 0,0-3-42 16,-3 3-11-16,3-3 0 0,-2 5 0 0,-1-2 101 0,3 2 19 0,-3 1 3 0,3 2 1 15,0 0-34-15,0 0-6 0,-6-3-2 0,6 3 0 16,-6 5-14-16,0-2-2 0,0 5-1 0,0 0 0 16,0 2-65-16,-3 4 0 15,3 1-8-15,0 1-1 0,0 3 9 0,-3 2 12 0,3 0-2 0,0 3-1 0,0-3-9 0,-3 0 0 31,3 3 0-31,-3 0 0 16,-2-3-49-16,2 0-12 0,-3-2-3 0,-3-1 0 16,3-2-101-16,0-3-21 0,0 1-4 0,0-6-1 15</inkml:trace>
  <inkml:trace contextRef="#ctx0" brushRef="#br0" timeOffset="-152037.22">23690 11724 1788 0,'3'-10'51'0,"0"2"10"0,0 0-49 0,0 0-12 16,0-3 0-16,0 1 0 0,0-1 106 0,0 3 18 15,3 0 4-15,-3 0 1 0,0 3-1 0,0 3 0 0,3-1 0 0,-3 0 0 16,0 1-102-16,3 2-26 0,-3 2 0 16,3-2 0-16,3 6 56 0,-3-4 7 0,3 3 1 0,-3 3 0 15,-1-2-52-15,4 2-12 16,0 0 0-16,0 2 0 0,0-2 0 0,0 0 0 0,0 0 0 0,3 0 0 31,0 0-67-31,0 0-16 0,0 0-3 0,-3-3-1 16,3 0-14-16,-1 3-3 0,-2-2-1 0,3-4 0 0,-6 1 78 15,3-1 16-15,-3 1 11 0,3 0-13 0,-3-1 13 0,0-2 0 16,0 0 0-16,0 0-9 0,-6 0 9 16,3-2 11-16,3-1-3 0,-3-2 0 0,0 2 46 0,-3-2 9 15,3 0 1-15,-3-3 1 0,0 2-52 0,3 1-13 0,-3-3 0 16,0 0 0-16,3 0 54 0,0 0 8 0,0-2 2 0,0 2 0 16,3-3-52-16,-1 1-12 0,1-1 0 0,0 3 0 15,3 0 54-15,-3 0 8 0,0 0 2 0,3 3 0 16,-3 0-52-16,0 2-12 0,0 0 0 0,0 3 0 15,0 0 0-15,-3 0 0 0,3 3 0 0,-3 0 0 16,3-1 0-16,-3 4 0 0,0-1 0 0,0 0 0 16,0 1-21-16,-3-1-7 0,3 0-2 0,0 0 0 15,-3 3-10 1,0-2-1-16,3-1-1 0,-3 0 0 0,0-5-12 0,0 8-2 0,3-3-1 16,0 1 0-16,-3-6-1 0,0 2 0 0,3 1 0 0,3 0 0 15,-4-1 26-15,4-2 4 0,-3 0 2 0,3 0 0 0,0-2 26 0,-3-1 0 16,3 0 0-16,0 1 0 0,-3 2 14 15,3-3 2-15,0 0 0 0,0 1 0 0,-3 2 6 0,-3 0 2 0,6 0 0 0,-3 2 0 32,-3-2 3-32,3 3 1 0,3 0 0 0,-3 2 0 0,0 0-8 0,-3 3 0 15,3 0-1-15,-3 3 0 0,0-3-11 16,-3 2-8-16,3 4 12 0,-3-1-12 0,0-3 0 0,0 1-11 16,0 0 0-16,-3-1 0 15,3 1-41-15,-3 2-9 0,0-5-2 0,0 2 0 16,0 1-1-16,-3-3 0 0,3 0 0 0,-6 2-546 0,3-2-110 0</inkml:trace>
  <inkml:trace contextRef="#ctx0" brushRef="#br0" timeOffset="-151810.6">23631 11362 2156 0,'0'0'48'0,"0"-3"9"0,0-5 3 0,3 0 0 0,3 3-48 0,0-3-12 0,0 0 0 0,5 3 0 0,-2-3 60 0,3 3 11 16,3-1 1-16,0 1 1 0,0-3-7 15,3 3-2-15,-3 0 0 0,0-3 0 0,-1 2-51 0,1-2-13 16,3 0 0-16,0-2 0 16,3 2-48-16,3 0-13 0,0-3-3 0,2 1-682 15,1 2-137-15</inkml:trace>
  <inkml:trace contextRef="#ctx0" brushRef="#br0" timeOffset="-151396.4">24253 11410 1497 0,'0'0'32'0,"0"0"8"0,0 0 0 0,0 0 4 0,0 0-36 0,0 0-8 0,0 0 0 0,0 0 0 16,0 0 104-16,0 0 20 0,0 0 3 0,0 0 1 15,0 0-52-15,0 0-9 0,6-3-3 0,0 3 0 0,0 0 0 0,3 0 0 16,0-3 0-16,-1 3 0 16,1-2 0-16,3-1 0 0,0 0 0 0,3 1 0 15,-3-1-44-15,6-2-8 0,-3 2-3 0,6 0 0 0,-4 1-1 16,1 2 0-16,3-3 0 0,-3-2 0 0,3 2-8 0,0 1 0 16,-3-1 0-1,-4-2 0-15,4-1-16 0,-6 1-4 0,3 0-2 0,-3-1 0 16,-3 1-49-16,0 3-9 0,0-4-3 15,-3 4 0-15,-3-4-166 0,-3 6-34 0</inkml:trace>
  <inkml:trace contextRef="#ctx0" brushRef="#br0" timeOffset="-151120.97">24443 11230 1710 0,'0'0'37'0,"-6"0"8"0,0-3 2 0,0 0 1 0,1 1-38 0,5 2-10 0,-3-3 0 0,3 3 0 16,0 0 112-16,0 0 21 0,0 0 4 0,0 0 1 15,0 0-41-15,0 0-8 0,0 0-1 0,0 0-1 16,0 0-23-16,0 8-4 0,0 0 0 0,0 0-1 16,0 2-22-16,3 1-4 0,0 0-1 0,-3 2 0 15,2 0-16-15,1 0-4 0,0 3-1 0,3 0 0 16,-3-3-11-16,3 1 0 0,0-1 0 0,-3 3 0 16,3-1-10-16,0 1-7 0,3 0-2 0,0 0 0 31,-3 0-37-31,0 0-8 0,3-3-2 0,0 3 0 0,-3-3-98 0,3 0-19 15,0-2-4-15</inkml:trace>
  <inkml:trace contextRef="#ctx0" brushRef="#br0" timeOffset="-150817.75">24818 10999 1713 0,'0'0'48'0,"0"-5"12"0,-3-3-48 0,3 3-12 16,-3 0 0-16,3-3 0 0,0 2 89 0,0 1 16 15,0 0 3-15,0-1 1 0,0 6-44 0,0 0-9 0,0 0-1 16,0 0-1-16,0-5-10 0,0 5-3 0,0 0 0 0,0 0 0 16,0 0-7-16,0 0-2 0,0 0 0 0,0 0 0 15,0 0 0-15,-3 5 0 0,0 1 0 0,-2 2 0 16,2 0-8-16,0 0-1 15,-3 2-1-15,0 3 0 0,0 1-10 0,-3 2-3 0,0 2 0 0,3 3 0 16,-3-2-9-16,3 2 0 0,0 0 0 0,-3 0 0 16,3 0 0-16,-3-2-11 15,3-3 1-15,0 0 0 16,3 0-26-16,0-6-4 0,-3 1-2 0,3-3 0 16,0 0-38-16,1-3-8 0,-1 0-2 0,3-5-610 0,0 0-123 0</inkml:trace>
  <inkml:trace contextRef="#ctx0" brushRef="#br0" timeOffset="-150081.75">24613 11052 1972 0,'0'0'44'0,"0"0"8"0,0-5 3 0,0 0 0 0,0 5-44 0,0-3-11 0,3-2 0 0,-3 5 0 0,0 0 69 0,0 0 12 16,3-3 3-16,-3 3 0 0,6 0-11 0,0 0-1 15,0 3-1-15,0-1 0 0,3 4-15 0,-3-1-4 16,0 0 0-16,3 3 0 15,-4 0-26-15,4 3-6 0,0-1 0 0,0 1-1 0,0 2-11 0,3-2-8 16,-3 2 9-16,3 0-9 0,0 0 0 0,0-2 0 16,0 0 0-16,0 2 0 15,-1-5-10-15,1 0-2 0,3 0 0 0,-3-3 0 0,-3 3 0 0,3-3-1 16,-3 0 0-16,0-2 0 0,0 0 13 0,-3-1-12 16,3 1 12-16,-3-3-12 15,0 0 12-15,0 3-12 0,-3-6 12 0,2 0-12 0,-2 1 12 0,3-1 0 16,-3 0 0-16,0-2 0 0,3 0 0 0,-3 0 0 0,0-1 0 15,3-2 0-15,0 0 12 0,-3 1 0 0,3-1-1 16,-3 0 0-16,0 0 4 0,3 0 1 0,-3 2 0 0,0-1 0 16,0 1 0-16,0 1 0 15,0 0 0-15,0-1 0 0,0 4 1 0,0-4 1 0,-3 6 0 0,3-2 0 16,-3 2-5-16,3-6-1 0,-3 6 0 16,0 0 0-16,3-2-3 0,-3 2-1 0,0 0 0 0,0 0 0 15,0 0-8-15,0 0 0 0,0 0 9 0,0 0-9 16,0 0 8-16,0 0-8 0,0 0 10 0,-6 8-10 15,0-3 8-15,0 3-8 0,-3 3 0 0,0-3 9 16,0 2-9-16,-3 1 0 0,0 2 0 0,3-2 0 16,0-1 0-16,1 1-9 0,-1-1 9 0,0-2-10 15,3 0-6-15,3 0 0 0,0 0-1 0,3-3 0 16,0-5-11-16,3 6-3 0,-3-6 0 0,3 2 0 16,3 1-17-16,0 0-4 0,3-3-1 0,-1-3 0 15,1 3 13-15,0-3 2 0,0 1 1 0,0-4 0 16,0 1 25-16,-3 0 12 0,3 2-12 0,-3-2 12 15,0-1 0-15,0 1 0 0,-3 0 12 0,3 2-4 0,-3-2 15 0,-3 2 2 16,3-2 1-16,0 2 0 0,-3 3 7 0,0 0 2 16,3-5 0-16,-3 5 0 0,0 0-7 0,0 0-2 15,0-5 0-15,0 5 0 0,0 0-7 0,0 0-2 16,0 0 0-16,0 0 0 0,0 0-5 0,6 8 0 0,-3-3-1 0,0 3 0 16,-3 0-11-1,3 0 0-15,0 0 9 0,-3 0-9 0,3 0 0 16,0 2 0-16,-3-2 0 0,2 3 0 0,1-1-11 15,0 1-6-15,0-3-2 0,-3 2 0 16,3-2-26-16,0 0-6 16,-3 0-1-16,3-2 0 0,-3-6-17 0,0 5-4 0,0-5-1 0,0 0 0 15,0 5-96-15,0-5-19 0,0 0-4 0,0 0-677 0</inkml:trace>
  <inkml:trace contextRef="#ctx0" brushRef="#br0" timeOffset="-149815.75">24521 10931 1381 0,'0'0'39'0,"0"0"9"0,0 0-39 0,0 0-9 0,0 0 0 0,0 0 0 0,0 0 124 0,0 0 22 15,0 0 5-15,0 0 1 0,6-3-32 0,0 3-7 16,0-3-1-16,3 3 0 0,-1-2-32 0,1 2-6 15,0-3-2-15,3 3 0 16,-3-3-24-16,3-2-6 0,0 2-1 0,3 1 0 16,-3-1-25-16,3 1-6 0,2-4-1 0,1 1 0 0,3 2-9 0,0-2 0 15,3 0 0-15,0-1 0 0,-4-2-9 16,7 3-4-16,-3-3-1 0,0 3 0 16,-3-3-44-16,3 3-9 0,-4-3-1 0,-2 0-682 15,0 0-136-15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1:54:59.6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83 10272 0 0,'0'2'222'0'0,"-4"5"-15"0"0,0 1 315 0 0,-1 3 6377 0 0,5-8-7967 0 0,0-1 1364 0 0,41-2 1529 0 0,2-10-1577 0 0,86-44-248 0 0,-36 15-69 0 0,-62 28-1111 0 0,-17 10-2552 0 0,-10 1 2154 0 0</inkml:trace>
  <inkml:trace contextRef="#ctx0" brushRef="#br0" timeOffset="395.07">14 371 12632 0 0,'0'0'269'0'0,"0"0"8"0"0,2 0-178 0 0,89-56 4633 0 0,63-2-3886 0 0,-78 30-1371 0 0,-38 13-1620 0 0,-18 6 872 0 0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1:54:58.9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675 64 12632 0 0,'-5'-8'518'0'0,"0"-6"-372"0"0,0 0-52 0 0,-8-6 1786 0 0,-13 13 1705 0 0,21 8-3362 0 0,-1 1 0 0 0,1 0-1 0 0,0 0 1 0 0,0 1 0 0 0,0 0 0 0 0,0 0 0 0 0,1 0 0 0 0,-1 0-1 0 0,1 1 1 0 0,-1-1 0 0 0,-2 4-223 0 0,-43 52 165 0 0,1 8-165 0 0,-13 35 424 0 0,53-86-408 0 0,1 0 0 0 0,0 1 0 0 0,1-1 0 0 0,1 2 0 0 0,1-1 0 0 0,0 1 0 0 0,1-1 0 0 0,1 1 0 0 0,1 0 0 0 0,1 1 0 0 0,0-1 0 0 0,1 0 0 0 0,1 1-16 0 0,31 193 0 0 0,12-31-79 0 0,-20-90-8 0 0,-3 1 0 0 0,-4 10 87 0 0,-11-60-22 0 0,-2-16-38 0 0,0 0 1 0 0,-2 0-1 0 0,0 1 1 0 0,-2-1-1 0 0,-1 1 1 0 0,-2-1-1 0 0,-2 12 60 0 0,-26 28-841 0 0,21-52 444 0 0,-38 32-1570 0 0,31-38 1296 0 0</inkml:trace>
  <inkml:trace contextRef="#ctx0" brushRef="#br0" timeOffset="385.46">0 904 8416 0 0,'0'0'305'0'0,"0"0"-48"0"0,5-3 1586 0 0,113-28 4468 0 0,-78 21-6068 0 0,189-65-71 0 0,-138 43-2273 0 0,-68 21 567 0 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1:55:04.9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 15584 0 0,'0'0'440'0'0,"0"0"103"0"0,0 0-439 0 0,0 0-104 0 0,0 0 0 0 0,0 0 0 0 0,0 0 232 0 0,0 0 24 0 0,0 0 8 0 0,0 0 0 0 0,0 0-368 0 0,0 0-80 0 0,0-12-8 0 0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1:55:03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453 106 12416 0 0,'0'0'365'0'0,"0"0"-4"0"0,0 0-113 0 0,-1 1 375 0 0,-56 84 3755 0 0,27-25-4074 0 0,-25 38-280 0 0,-71 118-3822 0 0,116-200 2405 0 0</inkml:trace>
  <inkml:trace contextRef="#ctx0" brushRef="#br0" timeOffset="304.1">1 322 11856 0 0,'0'0'429'0'0,"0"0"-165"0"0,0 0 357 0 0,6-7 2331 0 0,-5 7-2862 0 0,5-1 200 0 0,0 1 1 0 0,0 1-1 0 0,0-1 1 0 0,-1 1-1 0 0,1 0 1 0 0,0 0-1 0 0,-1 0 1 0 0,1 1-1 0 0,-1 0 1 0 0,1 0-1 0 0,-1 0-290 0 0,76 37 16 0 0,54 52-172 0 0,-71-20-3115 0 0,-55-60 2083 0 0</inkml:trace>
  <inkml:trace contextRef="#ctx0" brushRef="#br0" timeOffset="871.14">621 389 12272 0 0,'0'0'362'0'0,"0"0"-11"0"0,2 0-223 0 0,5-4 281 0 0,-7 4 31 0 0,0 0 22 0 0,0 0-32 0 0,0 0-139 0 0,0 0-60 0 0,0 0-9 0 0,0 1-19 0 0,-5 45 322 0 0,-87 84-374 0 0,79-101-924 0 0,9-21 539 0 0,4 2 188 0 0,5 3 46 0 0,-1-11 0 0 0,-1 0 0 0 0,0-1 0 0 0,0 1 0 0 0,0 0 0 0 0,1-1 0 0 0,-1 0 0 0 0,1 0 0 0 0,-1 0 0 0 0,1 0 0 0 0,0-1 0 0 0,-1 1 0 0 0,1-1 0 0 0,0 0 0 0 0,-1 0 0 0 0,1 0 0 0 0,0 0 0 0 0,-1-1 0 0 0,3 0 0 0 0,11 0 0 0 0,-8 2 1 0 0,0-1-1 0 0,0-1 1 0 0,0 1 0 0 0,0-2 0 0 0,0 1 0 0 0,0-1 0 0 0,0 0 0 0 0,-1-1 0 0 0,1 0 0 0 0,-1 0 0 0 0,7-5-1 0 0,11-7-1718 0 0,-26-13-3446 0 0,0 26 5162 0 0,-1-1-1 0 0,1 1 1 0 0,-1-1 0 0 0,0 1 0 0 0,0-1 0 0 0,0 1 0 0 0,0-1 0 0 0,0 1 0 0 0,0 0-1 0 0,-1-1 1 0 0,1 1 0 0 0,-1 0 0 0 0,0 0 0 0 0,1 0 0 0 0,-1 0 0 0 0,0 0-1 0 0,-1 0 3 0 0,-10-12 1243 0 0,-20-9 3900 0 0,32 22-4548 0 0,-9 2 2408 0 0,9 3-2918 0 0,1 0-1 0 0,-1 0 0 0 0,1 0 0 0 0,-1 0 1 0 0,1 0-1 0 0,0 0 0 0 0,0 0 0 0 0,1 0 1 0 0,-1 0-1 0 0,1 0 0 0 0,0 0 0 0 0,0 0 0 0 0,0 0 1 0 0,1 0-1 0 0,-1 0 0 0 0,1-1 0 0 0,0 1 1 0 0,0-1-1 0 0,2 3-84 0 0,3 8 219 0 0,21 40 109 0 0,20 13-354 0 0,10 1-2556 0 0,-36-53 147 0 0,-18-14 1415 0 0</inkml:trace>
  <inkml:trace contextRef="#ctx0" brushRef="#br0" timeOffset="1257.73">847 43 13824 0 0,'-11'-24'952'0'0,"9"20"-646"0"0,0-6-695 0 0,4 6 4503 0 0,15 10-2634 0 0,-5 0-1216 0 0,-1 1-1 0 0,1 0 0 0 0,-1 1 1 0 0,-1 0-1 0 0,1 1 0 0 0,-2 0 1 0 0,1 1-1 0 0,4 6-263 0 0,-11-13 121 0 0,68 75 203 0 0,-5-5 332 0 0,-17 20-852 0 0,-44-76 25 0 0,-1 1 0 0 0,-1 0 0 0 0,-1 0 0 0 0,0 0 0 0 0,-1 0 0 0 0,-1 10 171 0 0,-16 93-507 0 0,11-106 237 0 0,-1 1-1 0 0,0-1 1 0 0,-1 0-1 0 0,-1-1 1 0 0,0 1 0 0 0,-1-2-1 0 0,-1 1 1 0 0,0-1-1 0 0,-1 0 1 0 0,-7 6 270 0 0,-85 87-3134 0 0,46-59 934 0 0,39-34 1336 0 0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1:55:01.1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183 197 9928 0 0,'0'0'210'0'0,"0"0"122"0"0,0 0 340 0 0,0 0 140 0 0,0 0 27 0 0,0 0-20 0 0,-10 1 1177 0 0,-50 53 706 0 0,20 2-1941 0 0,0 33-425 0 0,30-54-442 0 0,3-1 0 0 0,1 2 0 0 0,1-1 0 0 0,2 0 0 0 0,1 1 0 0 0,2 0 0 0 0,2-1 0 0 0,2 11 106 0 0,-3-29-40 0 0,1 0-1 0 0,1 1 0 0 0,1-1 0 0 0,0 0 0 0 0,1-1 1 0 0,1 1-1 0 0,0-1 0 0 0,2 0 0 0 0,-1 0 0 0 0,2-1 1 0 0,0 0-1 0 0,1-1 0 0 0,0 0 0 0 0,2 0 0 0 0,-1-1 1 0 0,1-1-1 0 0,1 0 0 0 0,0 0 0 0 0,1-1 0 0 0,10 5 41 0 0,-9-7 17 0 0,0 0 0 0 0,0-2 0 0 0,1 0 0 0 0,0 0-1 0 0,1-2 1 0 0,-1 0 0 0 0,1-1 0 0 0,0 0 0 0 0,0-1-1 0 0,16 0-16 0 0,-28-3-2 0 0,2 0-55 0 0,1 1 0 0 0,-1-1 1 0 0,0-1-1 0 0,0 1 0 0 0,1-1 1 0 0,-1-1-1 0 0,0 1 0 0 0,0-1 1 0 0,0 0-1 0 0,0-1 0 0 0,-1 0 1 0 0,5-2 56 0 0,3-3-334 0 0</inkml:trace>
  <inkml:trace contextRef="#ctx0" brushRef="#br0" timeOffset="290.32">925 0 13456 0 0,'0'0'292'0'0,"0"0"0"0"0,0 0-116 0 0,-1 1 221 0 0,-39 65 2636 0 0,-40 33-1752 0 0,45-47-1103 0 0,3 1-1 0 0,-15 34-177 0 0,23-36-486 0 0,2 1-1 0 0,-12 49 487 0 0,-15 38-4555 0 0,40-119 2969 0 0</inkml:trace>
  <inkml:trace contextRef="#ctx0" brushRef="#br0" timeOffset="499.83">437 430 11304 0 0,'-26'-51'654'0'0,"25"50"-287"0"0,1 1 125 0 0,0 0 20 0 0,0 0-8 0 0,0 0-60 0 0,2-1-27 0 0,54-5 2616 0 0,-45 10-2874 0 0,0 1 0 0 0,0 0 0 0 0,0 0 0 0 0,-1 1 0 0 0,0 0 0 0 0,0 1 0 0 0,-1 1 0 0 0,0-1 0 0 0,0 1-1 0 0,0 1 1 0 0,5 7-159 0 0,69 94-1053 0 0,-46-55-504 0 0,-25-39 874 0 0,-2 0-11 0 0</inkml:trace>
  <inkml:trace contextRef="#ctx0" brushRef="#br0" timeOffset="1001.09">876 461 10336 0 0,'5'-8'530'0'0,"0"-1"1"0"0,0 1 0 0 0,1 0-1 0 0,1 0 1 0 0,-1 1 0 0 0,1 0-1 0 0,1 0 1 0 0,-1 1 0 0 0,1 0-1 0 0,0 0 1 0 0,1 0-1 0 0,-1 1 1 0 0,1 1 0 0 0,0-1-1 0 0,7-1-530 0 0,56-17 1120 0 0,-71 22-1120 0 0,1 1 0 0 0,-1 0 0 0 0,0-1 0 0 0,1 1 0 0 0,-1 0 0 0 0,1 0 0 0 0,-1 0 0 0 0,0 0 0 0 0,1 0 0 0 0,-1 0 0 0 0,1 0 0 0 0,-1 0 0 0 0,0 1 0 0 0,1-1 0 0 0,-1 0 0 0 0,0 1 0 0 0,1-1 0 0 0,-1 1 0 0 0,0 0 0 0 0,0-1 0 0 0,0 1 0 0 0,1 0 0 0 0,-1 0 0 0 0,0 0 0 0 0,0 0 0 0 0,0 0 0 0 0,0 0 0 0 0,0 0 0 0 0,0 1 0 0 0,1 4-160 0 0,-1 1 0 0 0,0 0 0 0 0,0-1 0 0 0,-1 1-1 0 0,0 0 1 0 0,0 0 0 0 0,0-1 0 0 0,-1 1 0 0 0,0 0-1 0 0,-1-1 1 0 0,1 1 0 0 0,-1 0 0 0 0,0-1 0 0 0,-1 1 160 0 0,3-6-3 0 0,-9 35-1669 0 0,25-36 1615 0 0,16-9 1826 0 0,40-14-204 0 0,-63 38-1213 0 0,-8-9-338 0 0,1 0 0 0 0,-1 0 0 0 0,0 0-1 0 0,-1 0 1 0 0,0 0 0 0 0,0 0-1 0 0,0 0 1 0 0,0 0 0 0 0,-1 0 0 0 0,0 0-1 0 0,0 0 1 0 0,-1-1 0 0 0,0 1-1 0 0,-1 2-13 0 0,-28 71-1368 0 0,0-19 811 0 0,8-22-391 0 0,14-30 470 0 0</inkml:trace>
  <inkml:trace contextRef="#ctx0" brushRef="#br0" timeOffset="1349.49">1319 418 10272 0 0,'0'0'222'0'0,"9"-1"1718"0"0,101-30 3733 0 0,-61 20-5014 0 0,40-13-250 0 0,45-28-798 0 0,-69 21-1718 0 0,-56 27 1692 0 0</inkml:trace>
  <inkml:trace contextRef="#ctx0" brushRef="#br0" timeOffset="1799.61">1683 122 12128 0 0,'0'0'264'0'0,"0"0"-8"0"0,0 0-24 0 0,0 0 498 0 0,0 0 241 0 0,0 0 49 0 0,-2 2-52 0 0,-27 40 2960 0 0,24 68-2219 0 0,15-35-1548 0 0,12 85-650 0 0,-8-81-975 0 0,-6-47-747 0 0,-4-20 951 0 0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1:55:12.1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10696 0 0,'0'0'232'0'0,"0"0"132"0"0,0 0 428 0 0,0 0 185 0 0,0 0 42 0 0,0 0-133 0 0,0 0-643 0 0,0 0-535 0 0,0 0-175 0 0,0 0-39 0 0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1:55:10.3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408 111 9480 0 0,'0'0'346'0'0,"0"0"-107"0"0,0 0 389 0 0,0 0 195 0 0,0 0 38 0 0,-2 1-29 0 0,-42 69 2709 0 0,-38 92-1785 0 0,28-56-1503 0 0,14-11-910 0 0,5 0-943 0 0,3-9-840 0 0,24-67 1706 0 0</inkml:trace>
  <inkml:trace contextRef="#ctx0" brushRef="#br0" timeOffset="346.12">0 375 12632 0 0,'0'-9'645'0'0,"0"3"-576"0"0,1 5 39 0 0,0 0 0 0 0,0 0 0 0 0,0-1 1 0 0,0 1-1 0 0,0 0 0 0 0,0 0 0 0 0,0 0 0 0 0,0 1 0 0 0,0-1 0 0 0,0 0 0 0 0,0 0 0 0 0,1 0 0 0 0,-1 1 0 0 0,0-1 0 0 0,0 1 0 0 0,1-1 1 0 0,-1 1-1 0 0,0 0 0 0 0,1-1 0 0 0,-1 1 0 0 0,1 0 0 0 0,-1 0 0 0 0,1 0 0 0 0,-1 0 0 0 0,0 0 0 0 0,1 0 0 0 0,-1 0 0 0 0,1 0 0 0 0,-1 1 1 0 0,0-1-1 0 0,1 1 0 0 0,-1-1 0 0 0,0 1 0 0 0,1-1-108 0 0,8 3 174 0 0,-1-1 1 0 0,1 1-1 0 0,0 1 1 0 0,-1 0 0 0 0,0 0-1 0 0,0 1 1 0 0,0 0-1 0 0,-1 1 1 0 0,1 0-1 0 0,-1 0 1 0 0,-1 0 0 0 0,1 1-1 0 0,2 3-174 0 0,29 29-1 0 0,32 37-110 0 0,-9 10-1573 0 0,-35-51-876 0 0,-19-26 1658 0 0</inkml:trace>
  <inkml:trace contextRef="#ctx0" brushRef="#br0" timeOffset="729.13">491 533 12208 0 0,'1'-2'357'0'0,"4"-6"-55"0"0,-1 1 0 0 0,2-1 0 0 0,-1 1 0 0 0,1 0 0 0 0,0 0 0 0 0,0 0 0 0 0,1 1 0 0 0,0 0 0 0 0,0 1 0 0 0,6-4-302 0 0,0 1 243 0 0,1 1 0 0 0,0 0 1 0 0,0 1-1 0 0,1 1 0 0 0,0 1 0 0 0,0 0 0 0 0,12-2-243 0 0,8 5 72 0 0,-29 2-72 0 0,3 18-16 0 0,-9-14-183 0 0,0 0 0 0 0,-1 0 0 0 0,1 0 0 0 0,-1 0 0 0 0,0 0-1 0 0,0 0 1 0 0,-1 0 0 0 0,1 0 0 0 0,-1-1 0 0 0,0 1-1 0 0,0 0 1 0 0,-1-1 0 0 0,1 0 0 0 0,-1 1 0 0 0,-3 2 199 0 0,-16 23-2239 0 0,22-30 2226 0 0,1 0-1 0 0,-1 0 1 0 0,0-1 0 0 0,0 1 0 0 0,1 0-1 0 0,-1 0 1 0 0,0 0 0 0 0,0 0-1 0 0,1 0 1 0 0,-1 0 0 0 0,0 0 0 0 0,1 0-1 0 0,-1 0 1 0 0,0 0 0 0 0,0 0-1 0 0,1 0 1 0 0,-1 0 0 0 0,0 0 0 0 0,1 1-1 0 0,-1-1 1 0 0,0 0 0 0 0,0 0-1 0 0,1 0 1 0 0,-1 0 0 0 0,0 0 0 0 0,0 1-1 0 0,0-1 1 0 0,1 0 0 0 0,-1 0 0 0 0,0 0-1 0 0,0 1 1 0 0,0-1 0 0 0,1 0-1 0 0,-1 0 1 0 0,0 0 0 0 0,0 1 0 0 0,0-1-1 0 0,0 0 1 0 0,0 0 0 0 0,0 1-1 0 0,0-1 1 0 0,1 0 0 0 0,-1 1 0 0 0,0-1-1 0 0,0 0 1 0 0,0 0 0 0 0,0 1-1 0 0,0-1 1 0 0,0 0 0 0 0,0 1 0 0 0,0-1-1 0 0,-1 0 1 0 0,1 0 0 0 0,0 1-1 0 0,0-1 1 0 0,0 0 0 0 0,0 0 0 0 0,0 1-1 0 0,0-1 1 0 0,0 0 0 0 0,-1 0-1 0 0,1 1 1 0 0,0-1 0 0 0,0 0 0 0 0,0 0 13 0 0,6 0-54 0 0,69-12 3062 0 0,-42 18-458 0 0,-32-4-2341 0 0,1-2-66 0 0,0 3-134 0 0,1 0-1 0 0,-1 0 0 0 0,1 0 1 0 0,-1 1-1 0 0,0-1 0 0 0,0 0 1 0 0,-1 1-1 0 0,1 0 1 0 0,-1-1-1 0 0,0 1 0 0 0,1 0 1 0 0,-2-1-1 0 0,1 1 1 0 0,0 0-1 0 0,-1 0 0 0 0,0 0 1 0 0,1 0-1 0 0,-2 0 1 0 0,1 0-1 0 0,0-1 0 0 0,-1 1 1 0 0,0 0-1 0 0,0 0 0 0 0,0 0 1 0 0,0-1-1 0 0,0 1 1 0 0,-1 0-1 0 0,0-1 0 0 0,0 0 1 0 0,0 1-9 0 0,-2 9 5 0 0,-18 54-874 0 0,1-7-1069 0 0,16-48 1482 0 0</inkml:trace>
  <inkml:trace contextRef="#ctx0" brushRef="#br0" timeOffset="1444.5">815 1 11144 0 0,'0'0'236'0'0,"0"0"9"0"0,-1 0-153 0 0,-5 0 41 0 0,4 0 502 0 0,2 0 213 0 0,0 0 44 0 0,0 0-41 0 0,0 0-218 0 0,0 0-97 0 0,0 0-22 0 0,0 0-70 0 0,0 0-217 0 0,0 0 161 0 0,5 4 609 0 0,44 27-343 0 0,-29-19-510 0 0,-1 1 0 0 0,-1 1 1 0 0,0 0-1 0 0,-1 1 0 0 0,0 1 1 0 0,-1 1-1 0 0,-1 1 0 0 0,1 1-144 0 0,-3-2 0 0 0,-1 1 0 0 0,0 0-1 0 0,-1 1 1 0 0,-1 0 0 0 0,-1 1 0 0 0,-1 0-1 0 0,0 0 1 0 0,-2 1 0 0 0,1 4 0 0 0,-4-9-87 0 0,-1 0 0 0 0,-1 0 0 0 0,0 0 0 0 0,-1 1 0 0 0,-1-1 1 0 0,0 0-1 0 0,-4 16 87 0 0,-6 15-778 0 0,-3-1-1 0 0,-1 0 1 0 0,-19 36 778 0 0,-64 119-4816 0 0,89-188 4106 0 0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1:55:07.8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126 116 10512 0 0,'0'0'306'0'0,"0"0"-4"0"0,0 0-124 0 0,0 0 200 0 0,0 0 108 0 0,0 0 24 0 0,-2-1 0 0 0,-1 2-372 0 0,1-1 0 0 0,-1 1 0 0 0,0 0 0 0 0,0 0-1 0 0,0 0 1 0 0,1 0 0 0 0,-1 1 0 0 0,1-1 0 0 0,-1 1 0 0 0,1-1-1 0 0,-1 1 1 0 0,1 0 0 0 0,0 0 0 0 0,0 0 0 0 0,0 0 0 0 0,0 1 0 0 0,0-1-1 0 0,1 0 1 0 0,-1 1 0 0 0,1-1 0 0 0,-1 1 0 0 0,1 0 0 0 0,0-1-1 0 0,0 1 1 0 0,0 1-138 0 0,-1-2 58 0 0,-33 86 629 0 0,26-57-507 0 0,2 1-1 0 0,1-1 1 0 0,1 1 0 0 0,2 0 0 0 0,1 0 0 0 0,2 1-1 0 0,1-1-179 0 0,-1-13 6 0 0,1 1 0 0 0,1-1 0 0 0,1 0 0 0 0,0 0 0 0 0,2-1-1 0 0,0 1 1 0 0,1-1 0 0 0,1 0 0 0 0,0 0 0 0 0,2-1-1 0 0,9 17-5 0 0,-10-24 0 0 0,1 0 0 0 0,0 0 0 0 0,0-1 0 0 0,1 0 0 0 0,0-1 0 0 0,0 0 0 0 0,1-1 0 0 0,0 0 0 0 0,1 0 0 0 0,-1-1 0 0 0,4 1 0 0 0,0-2-96 0 0,1-1-1 0 0,0 0 1 0 0,0-1-1 0 0,0-1 0 0 0,0 0 1 0 0,0-2-1 0 0,0 1 1 0 0,5-2 96 0 0,-18 1-10 0 0,1 0-174 0 0,1-1-1 0 0,0 0 1 0 0,-1 1 0 0 0,1-1 0 0 0,0-1 0 0 0,-1 1-1 0 0,1-1 1 0 0,-1 0 0 0 0,0 0 0 0 0,0 0 0 0 0,0 0 0 0 0,0-1-1 0 0,0 1 1 0 0,0-2 184 0 0,5-3-1270 0 0</inkml:trace>
  <inkml:trace contextRef="#ctx0" brushRef="#br0" timeOffset="590.97">1075 1 13584 0 0,'-2'1'398'0'0,"-59"81"1880"0"0,47-64-2081 0 0,-1 0 0 0 0,0-2 0 0 0,-1 0 0 0 0,-1-1 0 0 0,-13 9-197 0 0,-142 125 85 0 0,142-120-269 0 0,1 2 0 0 0,1 0 0 0 0,2 2 0 0 0,-2 5 184 0 0,-8 17-1424 0 0,22-31 598 0 0</inkml:trace>
  <inkml:trace contextRef="#ctx0" brushRef="#br0" timeOffset="919.31">533 246 12416 0 0,'-4'-17'857'0'0,"4"11"-772"0"0,0 5 281 0 0,0 1 120 0 0,0 0 24 0 0,0 0-10 0 0,0 0-51 0 0,9 0 401 0 0,5 5-667 0 0,0 1 0 0 0,-1 0-1 0 0,1 0 1 0 0,-1 1-1 0 0,0 1 1 0 0,10 9-183 0 0,-12-10 286 0 0,38 34 1415 0 0,54 69-2136 0 0,-47-40-1313 0 0,-41-48 61 0 0,-7-11 739 0 0</inkml:trace>
  <inkml:trace contextRef="#ctx0" brushRef="#br0" timeOffset="1323.08">1039 443 11248 0 0,'14'-33'520'0'0,"44"-33"3317"0"0,-53 61-3559 0 0,-4 4-220 0 0,0 0 0 0 0,1 0 0 0 0,-1 0 0 0 0,0 0-1 0 0,0 1 1 0 0,1-1 0 0 0,-1 0 0 0 0,0 0 0 0 0,1 1 0 0 0,-1-1-1 0 0,1 1 1 0 0,-1-1 0 0 0,1 1 0 0 0,-1 0 0 0 0,1-1 0 0 0,-1 1 0 0 0,1 0-1 0 0,-1 0 1 0 0,1 0 0 0 0,-1 0 0 0 0,1 0 0 0 0,-1 1 0 0 0,1-1-1 0 0,0 1-57 0 0,9 12 80 0 0,-10-9-80 0 0,1-1 0 0 0,-1 0 0 0 0,0 1 0 0 0,0-1 0 0 0,0 1 0 0 0,0-1 0 0 0,-1 1 0 0 0,0 0 0 0 0,1-1 0 0 0,-1 1 0 0 0,-1-1 0 0 0,1 1 0 0 0,0 0 0 0 0,-1-1 0 0 0,0 1 0 0 0,0 0 0 0 0,-9 62-376 0 0,-1 29-1153 0 0,15-21 41 0 0,16-43 282 0 0,2-30 414 0 0,20-14-47 0 0,-29 6 758 0 0</inkml:trace>
  <inkml:trace contextRef="#ctx0" brushRef="#br0" timeOffset="1701.139">1385 435 9424 0 0,'0'0'340'0'0,"5"-4"500"0"0,18-4 1570 0 0,21-4-439 0 0,89-32-343 0 0,-92 27-1500 0 0,-30 12-198 0 0,0-1 0 0 0,0 2 0 0 0,0 0 1 0 0,1 0-1 0 0,0 1 0 0 0,0 1 0 0 0,-1 0 0 0 0,12-1 70 0 0,53-9-2812 0 0,-67 11 1032 0 0,-2-2 814 0 0</inkml:trace>
  <inkml:trace contextRef="#ctx0" brushRef="#br0" timeOffset="2089.19">1660 140 9600 0 0,'0'0'353'0'0,"0"0"-122"0"0,0 0 347 0 0,0 0 177 0 0,0 0 40 0 0,0 0-34 0 0,0 0-162 0 0,0 0-73 0 0,0 0-12 0 0,-6 8 1022 0 0,3 0-1182 0 0,1 0 0 0 0,0 0 0 0 0,0 0 0 0 0,0 0 0 0 0,1 1 0 0 0,0-1 0 0 0,0 0 0 0 0,1 0 0 0 0,0 1 0 0 0,1 5-354 0 0,0 8-213 0 0,8 88 515 0 0,5-8-1560 0 0,-6-71-164 0 0,-3-18 609 0 0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1:55:14.0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78 190 7600 0 0,'12'-6'165'0'0,"-6"-7"130"0"0,-4 11 273 0 0,6-10 1000 0 0,-6 2 6363 0 0,-9 14-7133 0 0,-3 4-767 0 0,2 0-1 0 0,-1 1 1 0 0,1 0 0 0 0,1 1 0 0 0,0-1 0 0 0,0 1-1 0 0,1 1 1 0 0,0-1 0 0 0,0 1 0 0 0,2 0 0 0 0,-1 1 0 0 0,1-1-1 0 0,1 1 1 0 0,0 0 0 0 0,1 0 0 0 0,0 0 0 0 0,1 0-1 0 0,0 8-30 0 0,-1 10 33 0 0,2 0 0 0 0,2 0-1 0 0,1-1 1 0 0,1 1 0 0 0,1 0-1 0 0,1-1 1 0 0,2 0 0 0 0,1-1-1 0 0,2 0 1 0 0,0 0 0 0 0,2-1-1 0 0,7 10-32 0 0,-15-27 0 0 0,8 13 0 0 0,0 0 0 0 0,2 0 0 0 0,1-1 0 0 0,14 15 0 0 0,-20-26-1 0 0,-3-4-10 0 0,-1 0 1 0 0,1 0-1 0 0,0 0 0 0 0,1-1 0 0 0,-1 0 0 0 0,1-1 0 0 0,1 1 0 0 0,2 0 11 0 0,19 1-384 0 0,7-19-1528 0 0,-20 0 607 0 0,-8 5 611 0 0</inkml:trace>
  <inkml:trace contextRef="#ctx0" brushRef="#br0" timeOffset="875.23">708 269 8936 0 0,'-12'6'532'0'0,"-1"0"1"0"0,1 0 0 0 0,1 1-1 0 0,0 1 1 0 0,0 0 0 0 0,0 0-1 0 0,1 1 1 0 0,0 1 0 0 0,0-1-1 0 0,-4 8-532 0 0,-92 123 1290 0 0,62-67-1066 0 0,-8 26-792 0 0,32-54-1514 0 0,16-39 1524 0 0</inkml:trace>
  <inkml:trace contextRef="#ctx0" brushRef="#br0" timeOffset="1243.07">326 383 10696 0 0,'5'-32'496'0'0,"-5"30"-243"0"0,0 0 0 0 0,0 0 1 0 0,0 0-1 0 0,0 0 0 0 0,1 0 1 0 0,-1 0-1 0 0,1 0 0 0 0,0 0 1 0 0,-1 0-1 0 0,1 0 0 0 0,0 0 1 0 0,0 0-1 0 0,0 1 0 0 0,0-1 1 0 0,1 0-1 0 0,-1 1 0 0 0,0-1 1 0 0,1 1-1 0 0,-1 0 0 0 0,1-1-253 0 0,2 3 156 0 0,-1 0-1 0 0,0 0 0 0 0,1 1 1 0 0,-1-1-1 0 0,0 1 1 0 0,0 0-1 0 0,0 0 1 0 0,-1 0-1 0 0,1 0 1 0 0,0 0-1 0 0,-1 1 0 0 0,1-1 1 0 0,-1 1-1 0 0,1 1-155 0 0,-2-2 83 0 0,114 173 533 0 0,-61-106-1000 0 0,-6-26-1144 0 0,-39-36 1026 0 0</inkml:trace>
  <inkml:trace contextRef="#ctx0" brushRef="#br0" timeOffset="1863.22">733 533 11144 0 0,'0'0'236'0'0,"0"0"9"0"0,0 0-41 0 0,0 0 388 0 0,0 2 192 0 0,15 43 2996 0 0,20 27-1507 0 0,-13-25-2172 0 0,0-1-1863 0 0,2 6 1070 0 0,-21-45 105 0 0,-3-6-19 0 0</inkml:trace>
  <inkml:trace contextRef="#ctx0" brushRef="#br0" timeOffset="2415.59">313 95 7232 0 0,'0'0'264'0'0,"0"0"-60"0"0,0 0 380 0 0,6 5 1766 0 0,3-3-1949 0 0,0 0 0 0 0,0 0 0 0 0,0-1 0 0 0,0 0 0 0 0,0 0 0 0 0,0-1 0 0 0,1 0 0 0 0,-1-1 0 0 0,0 0 0 0 0,0-1 0 0 0,7-1-401 0 0,4-1 259 0 0,156-34-294 0 0,-138 30-430 0 0,-17 4 157 0 0</inkml:trace>
  <inkml:trace contextRef="#ctx0" brushRef="#br0" timeOffset="2902.66">933 572 7168 0 0,'0'0'264'0'0,"0"0"-75"0"0,0 0 320 0 0,0 0 163 0 0,0 0 31 0 0,0 0-32 0 0,0 0-169 0 0,0 0-76 0 0,0 0-12 0 0,0 0-16 0 0,0 0-53 0 0,6 0 298 0 0,51 1 2773 0 0,-13-6-2642 0 0,19-11-527 0 0,145-55-2058 0 0,-157 64 847 0 0,-45 2-1668 0 0,-6 5 1978 0 0</inkml:trace>
  <inkml:trace contextRef="#ctx0" brushRef="#br0" timeOffset="3397.35">1111 327 10512 0 0,'-9'-25'857'0'0,"9"24"-186"0"0,0 1 229 0 0,0 0 41 0 0,0 0-58 0 0,0 0-283 0 0,0 0-120 0 0,0 0-28 0 0,0 0-46 0 0,0 0-173 0 0,0 0-75 0 0,0 0-20 0 0,0 0 20 0 0,0 0 88 0 0,0 1 40 0 0,9 53 600 0 0,-5 32-580 0 0,1-26-92 0 0,-5-49-278 0 0,0 0 0 0 0,1 1 0 0 0,0-1-1 0 0,1 0 1 0 0,0-1 0 0 0,0 1-1 0 0,2 0 1 0 0,-1-1 0 0 0,1 1-1 0 0,1-1 1 0 0,0 0 0 0 0,0 0 0 0 0,1-1-1 0 0,0 0 1 0 0,1 0 0 0 0,-1 0-1 0 0,2-1 1 0 0,1 1 64 0 0,25 15-1768 0 0,-28-21 220 0 0,2-3 710 0 0</inkml:trace>
  <inkml:trace contextRef="#ctx0" brushRef="#br0" timeOffset="3748.5">1981 195 8328 0 0,'-93'27'5548'0'0,"60"-4"-4043"0"0,20-11-977 0 0,-4 1-22 0 0,1 0 0 0 0,1 2 0 0 0,0 0 0 0 0,1 0 0 0 0,-10 16-506 0 0,-83 143 638 0 0,55-96-1764 0 0,-2 0-1127 0 0,53-77 1299 0 0</inkml:trace>
  <inkml:trace contextRef="#ctx0" brushRef="#br0" timeOffset="4091.57">1550 265 9936 0 0,'0'0'361'0'0,"-1"-8"663"0"0,3 3 2917 0 0,4 0-3514 0 0,-4 3 12 0 0,-2 2 0 0 0,5 1 231 0 0,1 3-494 0 0,0-1 1 0 0,0 2-1 0 0,-1-1 0 0 0,0 1 1 0 0,0-1-1 0 0,0 1 1 0 0,-1 1-1 0 0,1-1 0 0 0,-1 1 1 0 0,-1 0-1 0 0,1 0 1 0 0,-1 0-1 0 0,2 3-176 0 0,5 8-152 0 0,2 3 63 0 0,25 40-589 0 0,3-2 1 0 0,25 27 677 0 0,-58-77-348 0 0,-1-2 0 0 0,1 1 1 0 0,1-1-1 0 0,-1 0 0 0 0,1-1 0 0 0,0 0 0 0 0,0 0 0 0 0,1 0 0 0 0,-1-1 1 0 0,8 2 347 0 0,-6-2-512 0 0</inkml:trace>
  <inkml:trace contextRef="#ctx0" brushRef="#br0" timeOffset="4675.84">1967 603 10336 0 0,'0'0'222'0'0,"1"-7"134"0"0,47-47 4098 0 0,-38 46-4135 0 0,1 0 1 0 0,0 1-1 0 0,0 1 1 0 0,1 0 0 0 0,0 0-1 0 0,0 1 1 0 0,5 0-320 0 0,-16 5 6 0 0,-1 0 0 0 0,1 0 0 0 0,0 1 1 0 0,-1-1-1 0 0,1 0 0 0 0,0 1 0 0 0,-1-1 0 0 0,1 0 1 0 0,-1 1-1 0 0,1-1 0 0 0,0 1 0 0 0,-1-1 0 0 0,1 1 1 0 0,-1-1-1 0 0,0 1 0 0 0,1 0 0 0 0,-1-1 0 0 0,1 1 1 0 0,-1-1-1 0 0,0 1 0 0 0,0 0 0 0 0,1-1 0 0 0,-1 1 1 0 0,0 0-1 0 0,0-1 0 0 0,0 1 0 0 0,0 0 0 0 0,1 0 1 0 0,-1-1-1 0 0,0 1 0 0 0,-1 0 0 0 0,1 0 0 0 0,0-1 1 0 0,0 1-1 0 0,0 0 0 0 0,0-1 0 0 0,0 1 0 0 0,-1 0 1 0 0,1-1-1 0 0,0 1-6 0 0,0 3-27 0 0,-5 62-608 0 0,-35 60-1652 0 0,32-104 1431 0 0,11-12 290 0 0,-3-9 535 0 0,0 1 0 0 0,0-1 0 0 0,1 0 0 0 0,-1 1 0 0 0,1-1 1 0 0,-1 0-1 0 0,1 0 0 0 0,0 0 0 0 0,-1 1 0 0 0,1-1 0 0 0,0 0 0 0 0,0 0 0 0 0,0 0 0 0 0,0 0 0 0 0,0 0 0 0 0,0 0 0 0 0,0-1 0 0 0,0 1 0 0 0,0 0 0 0 0,0 0 0 0 0,0-1 0 0 0,1 1 0 0 0,-1-1 0 0 0,0 1 0 0 0,0-1 0 0 0,1 1 0 0 0,-1-1 1 0 0,0 0-1 0 0,1 0 0 0 0,-1 1 0 0 0,0-1 0 0 0,1 0 0 0 0,-1 0 0 0 0,0 0 0 0 0,1-1 0 0 0,-1 1 0 0 0,1 0 31 0 0,48-23-1017 0 0,-28 3 553 0 0,-21 13-32 0 0</inkml:trace>
  <inkml:trace contextRef="#ctx0" brushRef="#br0" timeOffset="4980.11">1523 48 8536 0 0,'0'0'184'0'0,"0"0"85"0"0,-7 10 1370 0 0,5-6 3121 0 0,2-3-4733 0 0,0 0 0 0 0,0 0 0 0 0,1 0 0 0 0,-1 1 0 0 0,0-1 0 0 0,1 0 0 0 0,-1 0 0 0 0,1 0 0 0 0,-1 0 0 0 0,1 0 0 0 0,0 0 0 0 0,-1 0 0 0 0,1 0 0 0 0,0 0 0 0 0,0 0 1 0 0,-1 0-1 0 0,1 0 0 0 0,0 0 0 0 0,0-1 0 0 0,0 1 0 0 0,0 0 0 0 0,0-1 0 0 0,1 1 0 0 0,-1 0 0 0 0,0-1 0 0 0,0 0 0 0 0,0 1 0 0 0,0-1 0 0 0,1 0 0 0 0,-1 1 0 0 0,0-1 1 0 0,0 0-1 0 0,0 0 0 0 0,1 0 0 0 0,-1 0-27 0 0,51-2 1010 0 0,-45 1-972 0 0,117-24 34 0 0,9 1 144 0 0,-22 0-1120 0 0,-77 13-937 0 0,-33 11 1028 0 0,-1 0-124 0 0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1:55:32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1045 5256 0 0,'0'0'270'0'0,"0"0"197"0"0,0 0 86 0 0,0 0 21 0 0,0 0-2 0 0,0 0-16 0 0,0 0-4 0 0,0 0 0 0 0,-10 0 2768 0 0,-3-2-1200 0 0,23-2 1344 0 0,4-3-1913 0 0,60-24-1767 0 0,38-24 104 0 0,-37 24-680 0 0,-50 19-557 0 0,-16 8-456 0 0,-8 3 808 0 0</inkml:trace>
  <inkml:trace contextRef="#ctx0" brushRef="#br0" timeOffset="567.89">147 749 10392 0 0,'0'0'224'0'0,"0"0"117"0"0,0 0 367 0 0,0 0 157 0 0,0 0 30 0 0,0 0-27 0 0,0 0-145 0 0,0 0-69 0 0,0 0-12 0 0,0 0-45 0 0,0 0-179 0 0,-1 1-76 0 0,-4 6-252 0 0,1-1-1 0 0,1 1 1 0 0,-1 0 0 0 0,1 0 0 0 0,0 0 0 0 0,0 0 0 0 0,1 0-1 0 0,0 1 1 0 0,0-1 0 0 0,1 1 0 0 0,0-1 0 0 0,0 1-1 0 0,1 0 1 0 0,0-1 0 0 0,0 1 0 0 0,1 0 0 0 0,1 6-90 0 0,-1 12 11 0 0,0-6-23 0 0,1 0-1 0 0,0-1 0 0 0,2 1 0 0 0,0-1 0 0 0,2 0 0 0 0,6 18 13 0 0,19 14-1181 0 0,-26-43 711 0 0</inkml:trace>
  <inkml:trace contextRef="#ctx0" brushRef="#br0" timeOffset="971.92">813 591 8752 0 0,'0'0'318'0'0,"0"0"-100"0"0,0 0 354 0 0,0 0 178 0 0,0 0 33 0 0,0 0-23 0 0,0 0-128 0 0,0 0-59 0 0,-2 2-11 0 0,-11 12 196 0 0,1 2 0 0 0,0 0 0 0 0,1 0 0 0 0,1 1 0 0 0,-6 12-758 0 0,-54 110 144 0 0,-24 66-2358 0 0,73-151 427 0 0,12-41 1062 0 0</inkml:trace>
  <inkml:trace contextRef="#ctx0" brushRef="#br0" timeOffset="1280.83">453 915 11448 0 0,'-36'-74'712'0'0,"30"62"692"0"0,3 7 2191 0 0,39-18-1699 0 0,-26 22-1749 0 0,0 0-1 0 0,0 1 1 0 0,-1 0-1 0 0,1 1 1 0 0,0 0-1 0 0,0 1 1 0 0,-1 0-1 0 0,2 1-146 0 0,73 32-264 0 0,-74-29 215 0 0,0 0 0 0 0,0 1-1 0 0,-1 0 1 0 0,0 0 0 0 0,0 1-1 0 0,0 0 1 0 0,-1 0 0 0 0,0 1-1 0 0,5 8 50 0 0,62 97-3705 0 0,-67-105 2811 0 0</inkml:trace>
  <inkml:trace contextRef="#ctx0" brushRef="#br0" timeOffset="1703.2">813 1040 10664 0 0,'0'0'232'0'0,"-1"-1"-14"0"0,-1-2-77 0 0,0 0-1 0 0,1-1 0 0 0,-1 1 0 0 0,1-1 1 0 0,0 1-1 0 0,0 0 0 0 0,0-1 0 0 0,1 0 0 0 0,-1 1 1 0 0,1-1-1 0 0,0 1 0 0 0,0-1 0 0 0,0 0 1 0 0,0 1-1 0 0,0-1 0 0 0,1 0 0 0 0,0 1 1 0 0,0-1-1 0 0,0 1 0 0 0,0-1 0 0 0,0 1 1 0 0,1-1-141 0 0,3-5 247 0 0,-1 0 0 0 0,1 0 1 0 0,1 1-1 0 0,0-1 0 0 0,0 1 1 0 0,1 1-1 0 0,-1-1 0 0 0,2 1 0 0 0,-1 0 1 0 0,1 1-1 0 0,0 0 0 0 0,0 0 1 0 0,1 1-1 0 0,0-1-247 0 0,-7 5 21 0 0,0-1-1 0 0,0 1 1 0 0,0 0-1 0 0,0 0 1 0 0,0 0-1 0 0,0 0 1 0 0,0 0-1 0 0,0 0 0 0 0,1 0 1 0 0,-1 1-1 0 0,0-1 1 0 0,0 1-1 0 0,1-1 1 0 0,-1 1-1 0 0,0 0 1 0 0,1 0-1 0 0,-1 0 1 0 0,0 1-1 0 0,1-1 1 0 0,-1 0-1 0 0,0 1 1 0 0,0-1-1 0 0,1 1 1 0 0,-1 0-1 0 0,0 0 1 0 0,0 0-1 0 0,0 0 1 0 0,0 0-1 0 0,0 0 1 0 0,0 1-1 0 0,0-1 1 0 0,-1 1-1 0 0,1-1 1 0 0,0 1-1 0 0,-1-1 1 0 0,1 1-1 0 0,-1 0 1 0 0,0 0-1 0 0,1 0 0 0 0,-1 0 1 0 0,0 0-1 0 0,0 0 1 0 0,0 0-1 0 0,0 1-20 0 0,-1 5-417 0 0,1 1 0 0 0,-1 0-1 0 0,-1 0 1 0 0,0 0-1 0 0,0 0 1 0 0,0-1-1 0 0,-1 1 1 0 0,-1-1 0 0 0,1 1-1 0 0,-1-1 1 0 0,-1 0-1 0 0,-2 5 418 0 0,-16 48-3522 0 0,40-68 2307 0 0,7-14 2355 0 0,46-41 3667 0 0,-44 49-2836 0 0,-15 33-760 0 0,-11-8-1238 0 0,0-1-1 0 0,-2 0 0 0 0,1 1 1 0 0,-1-1-1 0 0,-1 0 1 0 0,0 0-1 0 0,-1 0 1 0 0,0 0-1 0 0,0 0 1 0 0,-1 0-1 0 0,-1-1 0 0 0,0 0 1 0 0,0 0-1 0 0,-6 8 28 0 0,1 1-321 0 0,-41 55-2310 0 0,41-62 1959 0 0</inkml:trace>
  <inkml:trace contextRef="#ctx0" brushRef="#br0" timeOffset="2191.12">467 579 7376 0 0,'0'0'158'0'0,"0"0"76"0"0,0 0 208 0 0,0 0 92 0 0,0 0 11 0 0,0 0-1 0 0,0 0-28 0 0,0 0-17 0 0,0 0-3 0 0,0 0-14 0 0,0 0-56 0 0,0 0-30 0 0,8 0 396 0 0,37-15 1400 0 0,154-40-79 0 0,-124 39-3744 0 0,-56 16 197 0 0</inkml:trace>
  <inkml:trace contextRef="#ctx0" brushRef="#br0" timeOffset="2685.44">1069 812 11392 0 0,'0'0'242'0'0,"0"0"5"0"0,0 0-110 0 0,9-1 421 0 0,19-6 1075 0 0,38-5 1363 0 0,71-26-2938 0 0,37-23-2865 0 0,-165 58 2295 0 0</inkml:trace>
  <inkml:trace contextRef="#ctx0" brushRef="#br0" timeOffset="2957.64">1274 639 9480 0 0,'0'0'346'0'0,"-5"-6"1801"0"0,19 8 5287 0 0,-10 0-7434 0 0,0 1 0 0 0,0 0 0 0 0,0 0 0 0 0,0 1 0 0 0,0-1 0 0 0,-1 1 0 0 0,0 0 0 0 0,0 0 0 0 0,0 0 0 0 0,0 0 0 0 0,0 1 0 0 0,0 1 0 0 0,1 0 0 0 0,39 85 0 0 0,10 51-238 0 0,-30-72-1220 0 0,-18-43-312 0 0,-5-14 373 0 0</inkml:trace>
  <inkml:trace contextRef="#ctx0" brushRef="#br0" timeOffset="6561.96">1739 394 1816 0 0,'0'0'75'0'0,"0"0"-67"0"0,0 0 177 0 0,0 0 67 0 0,0 0 4 0 0,0 0 31 0 0,0 0 129 0 0,6 0 1060 0 0,10-7 1403 0 0,-6-5 852 0 0,-2 18 3821 0 0,-12 23-7240 0 0,-89 161-230 0 0,5 29-2130 0 0,60-147 78 0 0,19-48 1181 0 0</inkml:trace>
  <inkml:trace contextRef="#ctx0" brushRef="#br0" timeOffset="7310.76">1362 678 9584 0 0,'-2'-3'76'0'0,"1"0"0"0"0,0-1 0 0 0,-1 1 0 0 0,1 0 0 0 0,1 0 0 0 0,-1 0 0 0 0,0-1 0 0 0,1 1 0 0 0,0 0 0 0 0,-1-1 0 0 0,1 1 0 0 0,1 0 0 0 0,-1-1 0 0 0,0 1 0 0 0,1 0 0 0 0,0-1 0 0 0,-1 1 0 0 0,2-1-76 0 0,21-35 2381 0 0,1 27-817 0 0,4 8-751 0 0,-5-1 435 0 0,69-2 648 0 0,-61 14-1479 0 0,-11 6 49 0 0,41 46 215 0 0,1 15-628 0 0,-18-25-69 0 0,-7-11-465 0 0,11 5-1471 0 0,-36-38-210 0 0,-6-5 934 0 0</inkml:trace>
  <inkml:trace contextRef="#ctx0" brushRef="#br0" timeOffset="8149.21">2054 607 12632 0 0,'0'0'269'0'0,"0"0"8"0"0,0 0-107 0 0,0 0 206 0 0,0 0 110 0 0,-10 4 1560 0 0,-42 59 351 0 0,31-23-1827 0 0,3 9-2196 0 0,13-28 1460 0 0,6-13 166 0 0,3 0 0 0 0,-3-6 0 0 0,-1-1 0 0 0,1 1 0 0 0,0-1 0 0 0,0 1 0 0 0,1-1 0 0 0,-1 0 0 0 0,0 1 0 0 0,0-1 0 0 0,1 0 0 0 0,-1 0 0 0 0,1 0 0 0 0,-1 0 0 0 0,1 0 0 0 0,-1 0 0 0 0,1 0 0 0 0,0 0 0 0 0,-1-1 0 0 0,1 1 0 0 0,0 0 0 0 0,0-1 0 0 0,-1 0 0 0 0,1 1 0 0 0,0-1 0 0 0,0 0 0 0 0,0 0 0 0 0,-1 0 0 0 0,2 0 0 0 0,-3 0 0 0 0,45-8 0 0 0,18-20 0 0 0,7-7 0 0 0,-58 25-72 0 0,-10 9-298 0 0,2-5-1219 0 0,-4 0 1573 0 0,0 4 16 0 0,0 1 0 0 0,0 0 0 0 0,0 0 0 0 0,0-1 0 0 0,0 1 0 0 0,0 0 0 0 0,-1 0 0 0 0,1 0 0 0 0,-1-1 0 0 0,1 1 0 0 0,-1 0 0 0 0,1 0 0 0 0,-1 0 0 0 0,0 0 0 0 0,1 0 0 0 0,-1 0 0 0 0,0 0 0 0 0,0 0 0 0 0,0 0 0 0 0,0 0 0 0 0,1 1 0 0 0,-1-1 0 0 0,-1 0 0 0 0,1 0 0 0 0,0 1 0 0 0,-1-1 0 0 0,-2-2 0 0 0,-32-22 1383 0 0,11 5 1108 0 0,24 20-2270 0 0,1 0 166 0 0,9 5 610 0 0,1 1-1015 0 0,-1 1 0 0 0,0 1-1 0 0,0 0 1 0 0,-1 0-1 0 0,0 0 1 0 0,0 1-1 0 0,-1 1 1 0 0,0-1 0 0 0,-1 1-1 0 0,0 0 1 0 0,5 10 18 0 0,12 57-2659 0 0,-20-43-869 0 0,-3-22 1878 0 0</inkml:trace>
  <inkml:trace contextRef="#ctx0" brushRef="#br0" timeOffset="8514.7">1371 319 9928 0 0,'0'0'210'0'0,"0"0"149"0"0,0 0 453 0 0,0 0 196 0 0,0 0 43 0 0,0 0-51 0 0,0 0-235 0 0,0 0-101 0 0,0 0-21 0 0,4-11 234 0 0,-4 11-756 0 0,11-8 1611 0 0,33-5-1487 0 0,106-38 278 0 0,54-7-4452 0 0,-177 53 2552 0 0</inkml:trace>
  <inkml:trace contextRef="#ctx0" brushRef="#br0" timeOffset="9028.94">1917 17 10784 0 0,'0'0'233'0'0,"0"0"96"0"0,6-13 5127 0 0,-3 12-5254 0 0,-1 0 0 0 0,1 1-1 0 0,0-1 1 0 0,-1 1 0 0 0,1-1 0 0 0,0 1 0 0 0,0 0-1 0 0,0 0 1 0 0,-1 0 0 0 0,1 1 0 0 0,0-1 0 0 0,0 0-1 0 0,-1 1 1 0 0,1 0 0 0 0,0 0 0 0 0,-1 0-1 0 0,1 0 1 0 0,-1 0 0 0 0,1 1 0 0 0,-1-1 0 0 0,2 1-202 0 0,13 6 414 0 0,68 39-205 0 0,0 15-6 0 0,-74-52-208 0 0,0-1 0 0 0,-1 1 1 0 0,0 0-1 0 0,-1 1 0 0 0,0 1 0 0 0,-1-1 1 0 0,0 1-1 0 0,0 0 0 0 0,-2 1 0 0 0,1 0 1 0 0,-2 0-1 0 0,1 1 0 0 0,-2-1 0 0 0,0 1 0 0 0,-1 0 1 0 0,0 0-1 0 0,-1 0 0 0 0,0 0 0 0 0,-1 15 5 0 0,-1-1-193 0 0,-1 0-1 0 0,-1 0 0 0 0,-2 0 1 0 0,0-1-1 0 0,-2 1 0 0 0,-1-1 0 0 0,-1-1 1 0 0,-2 1-1 0 0,0-1 0 0 0,-2-1 1 0 0,-6 11 193 0 0,-103 228-3015 0 0,86-196 547 0 0,17-37 970 0 0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2-15T23:09:42.49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14231 4503 1695 0,'0'0'37'0,"0"0"8"0,-6-2 2 0,3-3 1 0,-3 2-39 0,0 0-9 0,6 3 0 16,-6 0 0-16,0 0 60 0,0 0 11 0,0 0 1 16,0 0 1-16,6 0-3 0,-6 0-1 15,-3 3 0-15,9-3 0 0,-6 3-29 0,0 2-7 16,6-5-1-16,-3 5 0 0,-3 0-9 0,3 3-3 15,0 0 0-15,0 3 0 0,0-3-9 16,0 5-3-16,0-2 0 0,3 2 0 0,-3 3-8 0,3 0 0 0,0 2 9 0,0-2-9 16,0 0 0-16,0 2 0 0,3-2 0 0,0 0 0 15,0-3 0-15,0 1 0 0,3-1 0 0,0 3 0 16,0-11 0-16,0 6 0 0,0-3 0 16,3-1 0-16,0-4 0 0,0 2 0 0,0-2 0 15,3 0-8-15,-3-1 8 0,3-2 0 16,-1-2 0-16,1-1 0 0,0 0 0 0,0-2 14 0,0 0-3 0,0-6-1 15,0 3 16-15,0-2 3 16,0 2 1-16,0-5 0 0,-3-1 6 0,0 1 2 0,-1-3 0 0,-2 6 0 0,0-9 2 0,0 3 0 16,-6-2 0-1,3 4 0-15,-3-4-12 0,-3 2-3 0,0 0 0 0,0 3 0 16,-3 2-13-16,0-4-2 0,0 4-1 0,-2 0 0 16,-1 3-9-16,-3 0 10 0,0 3-10 0,-3 0 10 0,3 2-10 0,-3 3 0 15,0-5 0-15,3 5 0 0,-3 5-9 0,1-5-4 16,2 3-1-16,-3 2 0 15,3 0-22-15,3 1-4 0,-3-1 0 0,6 3-1 16,-3-3-89-16,3 1-18 0,3 2-3 0,-3-3-935 0</inkml:trace>
  <inkml:trace contextRef="#ctx0" brushRef="#br0" timeOffset="790.65">16273 4496 1314 0,'0'0'37'0,"-6"0"8"0,0-3-36 0,0 3-9 15,0 0 0-15,0-3 0 0,0 3 156 0,0 0 28 16,0 0 7-16,0 3 1 0,0-3-111 0,6 0-21 0,-9 3-5 0,3-1-1 15,0 1-14-15,0-1-2 16,0 4-1-16,0-1 0 0,0 0-16 0,3 3-3 0,-3-2-1 0,3 2 0 16,0 2-1-16,1-2 0 0,-1 3 0 0,-3 2 0 15,3 0-8-15,0 0-8 0,3 3 12 0,-3-3-12 16,3 3 8-16,-3 0-8 16,6-3 0-16,-3 3 0 0,3 0 0 0,-3-3 0 0,3 1 0 0,0-1 0 15,3 3 0-15,-3-8 0 0,2 2 0 0,1 1 0 16,0-6 0-16,3 3 0 0,-3 0 0 0,3-3-9 15,0-2 9-15,3-3 0 16,-3 3 0-16,3-3 0 0,3-3 0 0,0 3 0 0,-3-3 0 0,2-2 0 0,4 0 0 0,-3-1 0 16,3-2 0-16,0-2 8 15,-3-1 6-15,3 1 2 0,-3-3 0 0,-1-1 0 0,1-2 8 0,-3 1 1 16,0-1 1-16,0-3 0 16,-6 3 1-16,0-2 0 0,0-1 0 0,-3 3 0 15,-3 0-6-15,0 1-1 0,-3 1 0 16,-3 1 0-16,0 0-3 0,-3 5-1 0,0-3 0 0,-3 3 0 0,-3 3-3 0,0 0-1 15,-2 0 0-15,-4 5 0 16,0-3-12-16,0 3 8 0,0 3-8 0,0-1 0 0,4 1 0 0,-1 2-15 16,0 0 2-16,3 3 0 15,0 0-23-15,3-5-5 0,0 5-1 0,0 0 0 16,3 2-40-16,3-7-8 0,0 5-2 0,1 0-998 0</inkml:trace>
  <inkml:trace contextRef="#ctx0" brushRef="#br0" timeOffset="1568.84">18457 4533 1186 0,'0'0'33'0,"0"0"9"0,0 0-34 0,0 0-8 0,-3-6 0 0,3 6 0 16,0 0 107-16,-3 0 19 15,0-5 4-15,3 5 1 0,-3-3-31 0,3 3-7 0,-5 0-1 0,-1-5 0 16,0 5-32-16,0 5-6 0,0-5-2 0,-3 0 0 16,3 3-17-16,0 2-4 0,-3 1-1 0,0 2 0 15,3 2-6-15,-3-2-2 0,3 3 0 0,0 2 0 16,0 3-7-16,0 0-2 0,0-1 0 0,0 4 0 16,3-3-13-16,-3 0 11 0,4 2-11 15,-1-2 10-15,3-3-10 0,0 3 0 0,0-2 0 0,3-1 0 16,-1 0 0-16,1-2 0 15,3-1 0-15,3 3 0 0,-3-5 0 0,6-2 0 0,-3 2-11 0,6-6 11 16,0 3-10-16,-3-2 10 0,6 2-12 16,-3-5 12-16,2 0 0 0,-2 0 0 0,3 0 0 0,-3-2 0 15,0-1 0-15,0-2 0 0,0-3 12 0,-3 0-3 16,-1 0 15-16,4-3 2 0,-3 1 1 0,0-3 0 16,3-1 10-16,-6 4 3 0,3-9 0 0,-6 3 0 15,3-2-25-15,-3 5-5 0,-3-9-1 0,0 7 0 0,0-4 44 16,-3 8 9-16,-3-7 2 0,0 5 0 15,-3 0-48-15,0 2-16 0,0 3 9 16,-6 0-9-16,3 5 12 0,-3-5-4 0,-3 6 0 0,3-1 0 0,-3 3-8 0,1 0 0 16,-4 0 0-16,-3 0 0 0,3 3-9 0,0-3-4 15,-3 2-1-15,0 1 0 16,1 2-17-16,-1 1-3 0,3 2-1 0,0 0 0 16,3 0-39-1,0 2-8-15,3-2-2 0,3 3-679 0,1-1-136 0</inkml:trace>
  <inkml:trace contextRef="#ctx0" brushRef="#br0" timeOffset="2294.77">20499 4538 1314 0,'0'0'28'0,"0"0"7"0,0 0 1 0,0 0 1 0,0 0-29 0,0-5-8 15,0 5 0-15,0 0 0 0,0 0 95 0,0 0 17 16,0 0 4-16,0 0 1 0,0 0-25 0,-3-3-4 0,3 3-2 15,-6-3 0-15,6 3-31 0,-6 0-7 16,1 3 0-16,-1 0-1 0,0 2-14 0,-3 0-2 0,3 3-1 0,-3 0 0 16,3 3-10-16,-3-1-3 0,3 3 0 0,0 1 0 15,0 2-9-15,0-1-8 0,0 1 12 0,3 3-12 16,3-3 8-16,-3-3-8 0,3 3 0 0,3 0 0 16,-3-3 0-16,3 3 0 0,3-6 0 15,0 1 0-15,3 0 0 0,0-4 0 16,3 1 0-16,-3 0-9 0,3 0 1 0,3-2 0 0,-1-1 0 15,1-2 0-15,0-1 8 0,0 1-8 0,0-3 8 16,0-3-8-16,0 3 8 0,-3-2 0 0,2-1 0 0,-2-2 0 16,3-1 0-16,0-2 0 0,-3 0 8 0,3 0-8 15,0 1 16-15,-3-4 0 0,0 3-1 0,0-3 0 0,-1 1 5 16,-2-1 0-16,0 1 1 0,-3-6 0 16,0 5 11-16,-3-5 1 15,0 3 1-15,-3-3 0 0,0 3-8 16,-3 0-2-16,0 0 0 0,-3-1 0 0,-3 1-7 0,0 3-1 0,0-1-1 0,-5 3 0 15,2 0 15-15,-3 5 3 0,0-5 1 0,0 6 0 16,0-3-48-16,3 5-10 0,-3-3-1 0,0 3-1 0,1 0 2 0,-1 0 0 16,0 3 0-16,0-3 0 15,0 5-28-15,0-3-4 0,0 6-2 0,0-5 0 16,1 5-118-16,2 0-24 0,0 3-5 16</inkml:trace>
  <inkml:trace contextRef="#ctx0" brushRef="#br0" timeOffset="4176.87">14076 6464 1074 0,'0'0'30'0,"-6"0"8"0,-3 0-30 0,0 0-8 0,3 0 0 0,-3 0 0 15,3 0 104-15,-3 0 19 16,0 3 4-16,0-1 1 0,3 1-52 16,-3-3-9-16,1 3-3 0,2 2 0 0,-3-2 0 0,3 2 0 0,-3 0 0 0,0 3 0 15,3 0-28-15,0 0-5 16,0 3-2-16,0 2 0 0,0 0-18 0,3 0-11 16,0 3 12-16,0 3-12 0,3-1 10 0,0 3-10 15,3-2 8-15,0 2-8 0,3-2 0 0,0-1 0 16,3-2-14-16,0-3 5 0,0 1-18 15,3-4-3-15,3 1-1 0,-3-3 0 0,2-3 31 0,1 0 0 0,3 1 0 16,-3-6 0-16,0 0 0 0,0 0 0 0,0-3 0 0,0 0 0 16,-4-2 0-16,1 0 0 0,0-3 0 0,-3 0 0 15,3 0 15-15,-3 0 9 0,3-3 1 16,-3 1 1-16,0-4 10 0,-3 1 1 0,3 3 1 0,-3-4 0 0,0-1 21 16,0 1 4-16,-3-2 1 0,0-2 0 15,-1 5 0-15,-2-3 0 0,0 3 0 0,-2-1 0 0,-1 1-52 0,0 3-12 16,-3-1 0-16,-3 3 0 15,3 0 54-15,-3 0 8 0,0 3 2 0,-3 2 0 16,3-2-52-16,-3 2-12 0,0 3 0 0,0 0 0 16,0 0-48-1,0 3-13-15,-2 0-3 0,-4 2 0 0,3-2 52 0,0 2 12 0,0 0 0 0,3 0 0 16,0 3-208-16,3-2-38 0,6 7-8 16,-3 0-2-16</inkml:trace>
  <inkml:trace contextRef="#ctx0" brushRef="#br0" timeOffset="5779.45">18300 6345 1267 0,'0'0'28'0,"0"0"5"0,0 0 2 15,-6-3 1-15,6 3-36 0,-3 0 0 0,3 0 0 0,-9 0 0 0,9 0 109 0,-3 0 15 16,3 0 4-16,0 0 0 16,0 0 0-16,-6 0 0 0,6 0 0 0,0 0 0 15,-3 6-103-15,0 2-25 0,0-3 0 0,3 6 0 16,0-3 56-16,0 5 7 0,3-3 1 0,-3 4 0 0,3 1-52 0,0-1-12 16,3 2 0-16,-3 2 0 0,0-2 0 0,3 0 0 15,-3 5 0-15,0 0 0 16,3 3 10-16,-3 0-1 0,0 2 0 0,0-2 0 15,0 0-9-15,-3-3-12 0,2 0 2 0,-2 0 1 0,0-5 9 0,-2 3 0 16,2-6 0-16,-3 3 0 16,0-3-156-16,0-2-28 0,-3 2-7 0,3-5-692 0</inkml:trace>
  <inkml:trace contextRef="#ctx0" brushRef="#br0" timeOffset="6311.96">16600 6472 1036 0,'0'0'23'0,"-3"-5"5"0,0 2 0 0,-3-2 1 0,3 2-29 0,3 3 0 0,-3-5 0 0,3 5 0 15,0 0 108-15,-3-5 16 16,3 5 4-16,0 0 0 0,0 0-52 0,0 0-11 16,0 0-1-16,0 0-1 0,0 0-19 0,0 0-3 0,0 0-1 0,-6 5 0 15,0 0-12-15,3-2-2 16,0 5-1-16,0 0 0 0,0 0 31 15,3 2 7-15,-3 1 1 0,3 5 0 0,-3 0-52 0,3 2-12 0,0 3 0 0,0 6 0 16,-3-3 0-16,3 2 0 16,0 0 0-16,0 4 0 0,0-4 0 0,3 1 0 0,-3-1 0 0,0 0 0 15,0-4 0 1,0 1 0-16,0-1 0 0,0-1 0 0,0-3-48 0,0 1-13 16,0-3-3-16,0 2 0 0,0 1-80 15,0-3-16-15</inkml:trace>
  <inkml:trace contextRef="#ctx0" brushRef="#br0" timeOffset="6874.34">14284 8168 1074 0,'0'0'30'0,"0"0"8"16,0 0-30-16,0 0-8 0,0 0 0 0,-6 3 0 16,6-3 96-16,-6 2 19 0,3 1 3 15,-3 2 1-15,3-2-37 0,-3 2-7 0,3 1-2 16,-3 2 0-16,4 0-7 0,-4 2-2 0,3 1 0 0,0 2 0 0,-3 3-12 0,3 0-2 16,0 2-1-16,0 3 0 0,0 1-27 0,3 1-6 15,0-1 0-15,0 1-1 16,0 1-15-16,0-3 0 0,0 3 0 0,3 0 0 0,-3 0 0 0,3 2 0 15,-3 1 0-15,3 4 0 0,0-1 0 0,0-1 0 16,0 0 0-16,0 0 0 16,0-5-110-16,0 2-25 0,0-5-5 0</inkml:trace>
  <inkml:trace contextRef="#ctx0" brushRef="#br0" timeOffset="7417.83">16136 8367 836 0,'0'0'24'0,"0"0"4"0,0 0-28 0,0 0 0 16,-6-3 0-16,6 3 0 0,-3-3 108 0,-3-2 15 16,6 5 3-16,-6-3 1 0,6 3-19 0,0 0-3 15,0 0-1-15,-6 0 0 0,6 0-12 0,0 0-2 16,-6 3-1-16,6-3 0 0,-6 5-20 16,0 1-4-16,3-1-1 0,0 3 0 15,0 0-51-15,0 2-13 0,3 1 0 0,-3 2 0 0,0 3 54 0,0 0 8 0,3 0 2 0,-3 2 0 16,0-2-52-16,0 3-12 15,0-1 0-15,0 1 0 0,0-1 0 0,0 3 0 0,0 3 0 0,0 0 0 16,0 0 0-16,3 0 0 16,-3 2 0-16,3 1 0 0,0-4 0 0,0 1 0 15,3-3 0-15,-3 1 0 16,3-1-51-16,0 0-9 0,3 0-3 0,0-2-948 0</inkml:trace>
  <inkml:trace contextRef="#ctx0" brushRef="#br0" timeOffset="8105.89">20782 8282 1497 0,'0'0'32'0,"0"0"8"0,0-5 0 0,-3-1 4 0,3 4-36 0,0 2-8 16,-3-6 0-16,3 6 0 15,0 0 96-15,0 0 16 0,0 0 4 0,0 0 1 16,0 0-32-16,-6 0-6 0,0 0-2 0,3 3 0 0,-3 2-24 0,3 3-5 15,0 0 0-15,-3 3-1 0,3 2-26 0,0 3-5 16,0 0 0-16,1 2-1 0,-1 1 39 0,3-1 8 16,0 1 2-16,-3 2 0 15,3 0-52-15,0 0-12 0,-3 1 0 0,3 4 0 0,-3-2 0 0,3 2 0 16,-3 3 0-16,3 3 0 0,0 0 0 0,0 0 0 16,0-3 0-16,0 0 0 0,0-5 0 0,0 2 0 0,3-2 0 15,-3 0 0 1,0 0-64-16,3-3-16 0,-3 0-4 0,0 0 0 15,3 3-122-15,0 0-25 0</inkml:trace>
  <inkml:trace contextRef="#ctx0" brushRef="#br0" timeOffset="8525.08">20690 10208 1958 0,'0'0'43'0,"0"0"9"0,0 0 1 0,0 0 3 0,0 0-45 0,-3 6-11 16,0-1 0-16,0 3 0 0,0 0 53 0,0 0 9 16,-3 2 2-16,3 3 0 0,-3 3 0 0,3-2 0 15,-3 1 0-15,3 7 0 0,0-4-52 16,-3 3-12-16,3-2 0 0,0 5 0 0,0-1 0 0,0 1 0 15,0 0 0-15,0 3 0 0,3-6 0 0,0 3 0 0,0-1 0 16,-3 1 0 0,3 0-43-16,0-3-11 0,3 0-2 0,-3 0-1 15,0 1 4-15,0-4 1 0,0-2 0 16,3 3-573-16,-3-6-115 0</inkml:trace>
  <inkml:trace contextRef="#ctx0" brushRef="#br0" timeOffset="9056.53">18323 10285 1735 0,'0'0'38'0,"0"0"8"0,0 0 2 0,0 0 0 0,0 0-38 0,-3 5-10 0,3-5 0 0,-3 6 0 16,3 2 78-16,-2-3 14 16,2 0 2-16,-3 3 1 0,3 0-20 0,-3 3-4 0,3-1-1 0,-3 3 0 15,0 3-26-15,0-3-6 0,3 3-1 0,-3 3 0 16,0-3 12-16,3 0 3 0,-3 2 0 0,3 3 0 31,0-2-68-31,-3-1-12 0,3 1-4 0,0 2 0 0,0 0 32 0,3 0 0 16,-3 3-8-16,0 0 8 0,3 2-27 0,0 1-2 0,-3-3-1 15,3 2 0 1,0-5-28-16,0 1-6 0,-3-7 0 0,0 1-615 0,3-2-122 0</inkml:trace>
  <inkml:trace contextRef="#ctx0" brushRef="#br0" timeOffset="9561.68">16183 10163 1552 0,'0'0'44'0,"0"0"10"16,0 0-43-16,0 0-11 0,0 0 0 0,0 0 0 16,0 0 38-16,0 0 6 0,0 0 0 0,0 0 1 15,0 0 11-15,0 6 3 0,0-1 0 0,0 3 0 16,0 0-28-16,0 2-6 0,-3 1-1 0,3 5 0 0,0 0 16 0,0 2 2 15,-3 6 1-15,3 2 0 0,0 1-27 0,0 2-4 16,3 0-2-16,-3 3 0 16,0 0-10-16,3-3 0 0,-3 0 0 0,0 3 8 15,0-3-8-15,0 0-17 0,0 0 4 0,0 3 1 16,0-6-25-16,0 3-5 0,-3-5-1 0,3 0 0 16,0 0-30-16,0-6-7 15,-3 1 0-15,0-1-710 0</inkml:trace>
  <inkml:trace contextRef="#ctx0" brushRef="#br0" timeOffset="10171.84">13981 10248 1231 0,'0'0'27'0,"0"0"5"0,0 0 2 0,0 0 1 0,-6-3-35 0,6 3 0 16,0 0 0-16,0 0 0 0,0 0 80 0,0 0 8 0,0 0 3 0,0 0 0 16,0 0-29-16,0 3-6 0,-3 5 0 0,3 0-1 15,0 2-14-15,0 1-2 16,0 0-1-16,0 4 0 0,0 1-9 0,3 5-1 0,-3 1-1 16,3 1 0-16,0 1-10 0,-3 0-1 15,3 3-1-15,0-4 0 0,-1 4-7 0,-2 2 0 0,3 0-8 16,-3 3 12-16,3 0-12 0,-3 2 9 15,0-2-9-15,0 2 8 0,0-5-8 0,0-2 0 16,0-4 0-16,0 1 0 0,0-5 0 0,3-1 0 16,-3-2 0-16,3 0 0 15,-3-3-17-15,3-2-9 0,0-1-2 0,0-2 0 0,-3 0-128 16,3-2-27-16,0-1-5 0,3-2 0 0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1:56:42.259"/>
    </inkml:context>
    <inkml:brush xml:id="br0">
      <inkml:brushProperty name="width" value="0.05" units="cm"/>
      <inkml:brushProperty name="height" value="0.05" units="cm"/>
      <inkml:brushProperty name="color" value="#FF3300"/>
    </inkml:brush>
  </inkml:definitions>
  <inkml:trace contextRef="#ctx0" brushRef="#br0">10890 3040 10536 0 0,'-3'-8'215'0'0,"-15"-71"3884"0"0,18 79-3991 0 0,0-1 0 0 0,0 1 1 0 0,0-1-1 0 0,1 1 0 0 0,-1-1 0 0 0,0 0 0 0 0,0 1 0 0 0,0-1 0 0 0,0 1 0 0 0,0-1 1 0 0,-1 1-1 0 0,1-1 0 0 0,0 1 0 0 0,0-1 0 0 0,0 1 0 0 0,0-1 0 0 0,0 1 1 0 0,-1-1-1 0 0,1 1 0 0 0,0-1 0 0 0,-1 1 0 0 0,1-1 0 0 0,0 1 0 0 0,-1-1 0 0 0,1 1 1 0 0,0 0-1 0 0,-1-1 0 0 0,1 1 0 0 0,-1 0 0 0 0,1-1 0 0 0,0 1 0 0 0,-1 0 0 0 0,1 0 1 0 0,-1-1-1 0 0,1 1 0 0 0,-1 0 0 0 0,1 0 0 0 0,-1 0 0 0 0,1 0 0 0 0,-1-1 1 0 0,0 1-1 0 0,1 0 0 0 0,-1 0 0 0 0,1 0 0 0 0,-1 0 0 0 0,0 0-108 0 0,-12 5-395 0 0,7-2 416 0 0,-1 0 0 0 0,1 0 0 0 0,0 1 1 0 0,0-1-1 0 0,1 2 0 0 0,-1-1 0 0 0,1 0 0 0 0,0 1 1 0 0,0 0-1 0 0,0 0 0 0 0,0 2-21 0 0,-4 5-16 0 0,1 0 0 0 0,0 0-1 0 0,1 1 1 0 0,0 0 0 0 0,1 1 0 0 0,0-1-1 0 0,2 1 1 0 0,-1 0 0 0 0,2 0 0 0 0,0 1-1 0 0,-1 5 17 0 0,3-11-36 0 0,-1 1 0 0 0,1 0-1 0 0,1-1 1 0 0,-1 1 0 0 0,2 0 0 0 0,-1 0-1 0 0,2-1 1 0 0,-1 1 0 0 0,1 0-1 0 0,0-1 1 0 0,1 1 0 0 0,0-1-1 0 0,1 0 37 0 0,0-3-72 0 0,0 0 0 0 0,0 0 0 0 0,0-1 0 0 0,1 1 0 0 0,-1-1-1 0 0,2 0 1 0 0,-1 0 0 0 0,0-1 0 0 0,1 0 0 0 0,0 0-1 0 0,0 0 1 0 0,0 0 0 0 0,0-1 0 0 0,1 0 0 0 0,-1-1 0 0 0,1 1-1 0 0,0-1 1 0 0,-1 0 0 0 0,1-1 0 0 0,0 0 0 0 0,0 0-1 0 0,1 0 73 0 0,8-1 0 0 0,0 0 0 0 0,-1-2 0 0 0,1 1 0 0 0,0-2 0 0 0,-1 0 0 0 0,1-1 0 0 0,-1 0 0 0 0,0-1 0 0 0,0-1 0 0 0,2-2 0 0 0,3-1 0 0 0,-1 0 0 0 0,0-2 0 0 0,0 0 0 0 0,-1-1 0 0 0,2-3 0 0 0,-7 4 120 0 0,-2-1 0 0 0,1 0 0 0 0,-1 0 0 0 0,-1-2 0 0 0,0 1 0 0 0,-1-1 0 0 0,3-8-120 0 0,-7 15 117 0 0,0-1-1 0 0,0 0 0 0 0,-1 0 0 0 0,0-1 0 0 0,0 1 0 0 0,-1-1 0 0 0,0 0 1 0 0,-1 0-1 0 0,0 0 0 0 0,-1 0 0 0 0,1 0 0 0 0,-2 0 0 0 0,1 0 0 0 0,-1 0 1 0 0,-1-1-1 0 0,1 1 0 0 0,-2 0 0 0 0,1 0-116 0 0,-3-3 200 0 0,-1 0-1 0 0,0 0 1 0 0,-1 1-1 0 0,0 0 1 0 0,-1 0 0 0 0,0 0-1 0 0,-1 1 1 0 0,0 0-1 0 0,0 0 1 0 0,-3-1-200 0 0,5 7 45 0 0,-1 0-1 0 0,0 0 1 0 0,0 0-1 0 0,0 1 1 0 0,0 0 0 0 0,-1 0-1 0 0,1 1 1 0 0,-1 0-1 0 0,1 0 1 0 0,-1 1 0 0 0,0 0-1 0 0,0 0 1 0 0,0 1-1 0 0,0 0 1 0 0,1 0 0 0 0,-1 1-1 0 0,0 0 1 0 0,0 0-1 0 0,-2 2-44 0 0,-1-2-78 0 0,-49 25-1504 0 0,53-22 1479 0 0,-1 0 0 0 0,1 1 0 0 0,0 0 0 0 0,1 0 0 0 0,-1 1 0 0 0,1 0 0 0 0,0 0 0 0 0,0 0 0 0 0,1 0 0 0 0,-1 2 103 0 0,-28 46-3777 0 0,25-39 2263 0 0</inkml:trace>
  <inkml:trace contextRef="#ctx0" brushRef="#br0" timeOffset="1206.09">8802 5014 10392 0 0,'-5'-13'480'0'0,"-8"-12"2425"0"0,-18 16 863 0 0,17 12-3589 0 0,0-1 0 0 0,1 2 0 0 0,-1 0 0 0 0,1 1 0 0 0,0 0 0 0 0,0 0 0 0 0,0 2 0 0 0,1 0 1 0 0,0 0-1 0 0,0 1 0 0 0,1 0 0 0 0,0 1 0 0 0,1 1 0 0 0,-1-1 0 0 0,2 2 0 0 0,-1 0-179 0 0,-28 40 73 0 0,29-40-155 0 0,1 1 0 0 0,1 0 0 0 0,0 1 0 0 0,1 0 0 0 0,0 0 0 0 0,1 0 0 0 0,0 0 0 0 0,1 1 0 0 0,0 0 0 0 0,1 0 0 0 0,1 6 82 0 0,0-13-1 0 0,1 0 1 0 0,1 1-1 0 0,-1-1 0 0 0,2 1 1 0 0,-1-1-1 0 0,1 0 0 0 0,0 1 1 0 0,0-1-1 0 0,1 0 1 0 0,0 0-1 0 0,0 0 0 0 0,0 0 1 0 0,1 0-1 0 0,1 0 1 0 0,-1 0-1 0 0,1-1 0 0 0,0 0 1 0 0,0 0-1 0 0,1 0 1 0 0,-1 0-1 0 0,2-1 0 0 0,1 3 1 0 0,-2-4-123 0 0,0-1 0 0 0,-1 1 0 0 0,1-1 0 0 0,0 0 0 0 0,1 0-1 0 0,-1-1 1 0 0,0 0 0 0 0,1 0 0 0 0,-1 0 0 0 0,1 0 0 0 0,0-1-1 0 0,0 0 1 0 0,-1 0 0 0 0,1-1 0 0 0,0 1 0 0 0,2-1 123 0 0,-6 0-9 0 0,10 0-13 0 0,-1 0-1 0 0,1-1 1 0 0,-1 0 0 0 0,1 0-1 0 0,-1-1 1 0 0,1-1-1 0 0,2-1 23 0 0,3-2 0 0 0,1 0 0 0 0,-2-1 0 0 0,1 0 0 0 0,0-1 0 0 0,-2-1 0 0 0,1 0 0 0 0,6-6 0 0 0,69-56 876 0 0,-73 61-777 0 0,-2-2 0 0 0,1-1 0 0 0,-2 0 0 0 0,0 0 0 0 0,0-2 0 0 0,-2 0 0 0 0,0 0 0 0 0,0-1 0 0 0,-2-1 0 0 0,0 0 0 0 0,0-1 0 0 0,-2 0 0 0 0,5-14-99 0 0,-11 23 128 0 0,0 0 1 0 0,-1 0-1 0 0,0 0 0 0 0,0 0 0 0 0,-1 0 1 0 0,-1-1-1 0 0,0 1 0 0 0,0 0 0 0 0,0 0 1 0 0,-1-1-1 0 0,-1 1 0 0 0,1 0 0 0 0,-2 0 1 0 0,1 0-1 0 0,-5-8-128 0 0,4 10 98 0 0,0 0-1 0 0,-1 0 1 0 0,-1 1-1 0 0,1-1 1 0 0,-1 1-1 0 0,0 0 1 0 0,0 0 0 0 0,-1 1-1 0 0,1 0 1 0 0,-1 0-1 0 0,-6-4-97 0 0,3 1 77 0 0,0 1 1 0 0,-1 0-1 0 0,0 0 0 0 0,0 1 0 0 0,-1 0 0 0 0,1 0 0 0 0,-1 1 0 0 0,0 1 0 0 0,-1 0 0 0 0,1 1 1 0 0,-1 0-1 0 0,0 0-77 0 0,-62 2 157 0 0,54 4-172 0 0,-1 1 0 0 0,1 1 0 0 0,0 0 0 0 0,0 2 0 0 0,-17 8 15 0 0,22-9-252 0 0,1 2 0 0 0,0 0 0 0 0,0 0 0 0 0,1 1 0 0 0,0 1 0 0 0,1 0 0 0 0,0 1 0 0 0,0 0 0 0 0,1 1 0 0 0,1 0 0 0 0,0 1 0 0 0,-8 13 252 0 0,-17 48-3566 0 0,26-47 1805 0 0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2-15T23:09:42.49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14231 4503 1695 0,'0'0'37'0,"0"0"8"0,-6-2 2 0,3-3 1 0,-3 2-39 0,0 0-9 0,6 3 0 16,-6 0 0-16,0 0 60 0,0 0 11 0,0 0 1 16,0 0 1-16,6 0-3 0,-6 0-1 15,-3 3 0-15,9-3 0 0,-6 3-29 0,0 2-7 16,6-5-1-16,-3 5 0 0,-3 0-9 0,3 3-3 15,0 0 0-15,0 3 0 0,0-3-9 16,0 5-3-16,0-2 0 0,3 2 0 0,-3 3-8 0,3 0 0 0,0 2 9 0,0-2-9 16,0 0 0-16,0 2 0 0,3-2 0 0,0 0 0 15,0-3 0-15,0 1 0 0,3-1 0 0,0 3 0 16,0-11 0-16,0 6 0 0,0-3 0 16,3-1 0-16,0-4 0 0,0 2 0 0,0-2 0 15,3 0-8-15,-3-1 8 0,3-2 0 16,-1-2 0-16,1-1 0 0,0 0 0 0,0-2 14 0,0 0-3 0,0-6-1 15,0 3 16-15,0-2 3 16,0 2 1-16,0-5 0 0,-3-1 6 0,0 1 2 0,-1-3 0 0,-2 6 0 0,0-9 2 0,0 3 0 16,-6-2 0-1,3 4 0-15,-3-4-12 0,-3 2-3 0,0 0 0 0,0 3 0 16,-3 2-13-16,0-4-2 0,0 4-1 0,-2 0 0 16,-1 3-9-16,-3 0 10 0,0 3-10 0,-3 0 10 0,3 2-10 0,-3 3 0 15,0-5 0-15,3 5 0 0,-3 5-9 0,1-5-4 16,2 3-1-16,-3 2 0 15,3 0-22-15,3 1-4 0,-3-1 0 0,6 3-1 16,-3-3-89-16,3 1-18 0,3 2-3 0,-3-3-935 0</inkml:trace>
  <inkml:trace contextRef="#ctx0" brushRef="#br0" timeOffset="790.65">16273 4496 1314 0,'0'0'37'0,"-6"0"8"0,0-3-36 0,0 3-9 15,0 0 0-15,0-3 0 0,0 3 156 0,0 0 28 16,0 0 7-16,0 3 1 0,0-3-111 0,6 0-21 0,-9 3-5 0,3-1-1 15,0 1-14-15,0-1-2 16,0 4-1-16,0-1 0 0,0 0-16 0,3 3-3 0,-3-2-1 0,3 2 0 16,0 2-1-16,1-2 0 0,-1 3 0 0,-3 2 0 15,3 0-8-15,0 0-8 0,3 3 12 0,-3-3-12 16,3 3 8-16,-3 0-8 16,6-3 0-16,-3 3 0 0,3 0 0 0,-3-3 0 0,3 1 0 0,0-1 0 15,3 3 0-15,-3-8 0 0,2 2 0 0,1 1 0 16,0-6 0-16,3 3 0 0,-3 0 0 0,3-3-9 15,0-2 9-15,3-3 0 16,-3 3 0-16,3-3 0 0,3-3 0 0,0 3 0 0,-3-3 0 0,2-2 0 0,4 0 0 0,-3-1 0 16,3-2 0-16,0-2 8 15,-3-1 6-15,3 1 2 0,-3-3 0 0,-1-1 0 0,1-2 8 0,-3 1 1 16,0-1 1-16,0-3 0 16,-6 3 1-16,0-2 0 0,0-1 0 0,-3 3 0 15,-3 0-6-15,0 1-1 0,-3 1 0 16,-3 1 0-16,0 0-3 0,-3 5-1 0,0-3 0 0,-3 3 0 0,-3 3-3 0,0 0-1 15,-2 0 0-15,-4 5 0 16,0-3-12-16,0 3 8 0,0 3-8 0,0-1 0 0,4 1 0 0,-1 2-15 16,0 0 2-16,3 3 0 15,0 0-23-15,3-5-5 0,0 5-1 0,0 0 0 16,3 2-40-16,3-7-8 0,0 5-2 0,1 0-998 0</inkml:trace>
  <inkml:trace contextRef="#ctx0" brushRef="#br0" timeOffset="1568.84">18457 4533 1186 0,'0'0'33'0,"0"0"9"0,0 0-34 0,0 0-8 0,-3-6 0 0,3 6 0 16,0 0 107-16,-3 0 19 15,0-5 4-15,3 5 1 0,-3-3-31 0,3 3-7 0,-5 0-1 0,-1-5 0 16,0 5-32-16,0 5-6 0,0-5-2 0,-3 0 0 16,3 3-17-16,0 2-4 0,-3 1-1 0,0 2 0 15,3 2-6-15,-3-2-2 0,3 3 0 0,0 2 0 16,0 3-7-16,0 0-2 0,0-1 0 0,0 4 0 16,3-3-13-16,-3 0 11 0,4 2-11 15,-1-2 10-15,3-3-10 0,0 3 0 0,0-2 0 0,3-1 0 16,-1 0 0-16,1-2 0 15,3-1 0-15,3 3 0 0,-3-5 0 0,6-2 0 0,-3 2-11 0,6-6 11 16,0 3-10-16,-3-2 10 0,6 2-12 16,-3-5 12-16,2 0 0 0,-2 0 0 0,3 0 0 0,-3-2 0 15,0-1 0-15,0-2 0 0,0-3 12 0,-3 0-3 16,-1 0 15-16,4-3 2 0,-3 1 1 0,0-3 0 16,3-1 10-16,-6 4 3 0,3-9 0 0,-6 3 0 15,3-2-25-15,-3 5-5 0,-3-9-1 0,0 7 0 0,0-4 44 16,-3 8 9-16,-3-7 2 0,0 5 0 15,-3 0-48-15,0 2-16 0,0 3 9 16,-6 0-9-16,3 5 12 0,-3-5-4 0,-3 6 0 0,3-1 0 0,-3 3-8 0,1 0 0 16,-4 0 0-16,-3 0 0 0,3 3-9 0,0-3-4 15,-3 2-1-15,0 1 0 16,1 2-17-16,-1 1-3 0,3 2-1 0,0 0 0 16,3 0-39-1,0 2-8-15,3-2-2 0,3 3-679 0,1-1-136 0</inkml:trace>
  <inkml:trace contextRef="#ctx0" brushRef="#br0" timeOffset="2294.77">20499 4538 1314 0,'0'0'28'0,"0"0"7"0,0 0 1 0,0 0 1 0,0 0-29 0,0-5-8 15,0 5 0-15,0 0 0 0,0 0 95 0,0 0 17 16,0 0 4-16,0 0 1 0,0 0-25 0,-3-3-4 0,3 3-2 15,-6-3 0-15,6 3-31 0,-6 0-7 16,1 3 0-16,-1 0-1 0,0 2-14 0,-3 0-2 0,3 3-1 0,-3 0 0 16,3 3-10-16,-3-1-3 0,3 3 0 0,0 1 0 15,0 2-9-15,0-1-8 0,0 1 12 0,3 3-12 16,3-3 8-16,-3-3-8 0,3 3 0 0,3 0 0 16,-3-3 0-16,3 3 0 0,3-6 0 15,0 1 0-15,3 0 0 0,0-4 0 16,3 1 0-16,-3 0-9 0,3 0 1 0,3-2 0 0,-1-1 0 15,1-2 0-15,0-1 8 0,0 1-8 0,0-3 8 16,0-3-8-16,0 3 8 0,-3-2 0 0,2-1 0 0,-2-2 0 16,3-1 0-16,0-2 0 0,-3 0 8 0,3 0-8 15,0 1 16-15,-3-4 0 0,0 3-1 0,0-3 0 0,-1 1 5 16,-2-1 0-16,0 1 1 0,-3-6 0 16,0 5 11-16,-3-5 1 15,0 3 1-15,-3-3 0 0,0 3-8 16,-3 0-2-16,0 0 0 0,-3-1 0 0,-3 1-7 0,0 3-1 0,0-1-1 0,-5 3 0 15,2 0 15-15,-3 5 3 0,0-5 1 0,0 6 0 16,0-3-48-16,3 5-10 0,-3-3-1 0,0 3-1 0,1 0 2 0,-1 0 0 16,0 3 0-16,0-3 0 15,0 5-28-15,0-3-4 0,0 6-2 0,0-5 0 16,1 5-118-16,2 0-24 0,0 3-5 16</inkml:trace>
  <inkml:trace contextRef="#ctx0" brushRef="#br0" timeOffset="4176.87">14076 6464 1074 0,'0'0'30'0,"-6"0"8"0,-3 0-30 0,0 0-8 0,3 0 0 0,-3 0 0 15,3 0 104-15,-3 0 19 16,0 3 4-16,0-1 1 0,3 1-52 16,-3-3-9-16,1 3-3 0,2 2 0 0,-3-2 0 0,3 2 0 0,-3 0 0 0,0 3 0 15,3 0-28-15,0 0-5 16,0 3-2-16,0 2 0 0,0 0-18 0,3 0-11 16,0 3 12-16,0 3-12 0,3-1 10 0,0 3-10 15,3-2 8-15,0 2-8 0,3-2 0 0,0-1 0 16,3-2-14-16,0-3 5 0,0 1-18 15,3-4-3-15,3 1-1 0,-3-3 0 0,2-3 31 0,1 0 0 0,3 1 0 16,-3-6 0-16,0 0 0 0,0 0 0 0,0-3 0 0,0 0 0 16,-4-2 0-16,1 0 0 0,0-3 0 0,-3 0 0 15,3 0 15-15,-3 0 9 0,3-3 1 16,-3 1 1-16,0-4 10 0,-3 1 1 0,3 3 1 0,-3-4 0 0,0-1 21 16,0 1 4-16,-3-2 1 0,0-2 0 15,-1 5 0-15,-2-3 0 0,0 3 0 0,-2-1 0 0,-1 1-52 0,0 3-12 16,-3-1 0-16,-3 3 0 15,3 0 54-15,-3 0 8 0,0 3 2 0,-3 2 0 16,3-2-52-16,-3 2-12 0,0 3 0 0,0 0 0 16,0 0-48-1,0 3-13-15,-2 0-3 0,-4 2 0 0,3-2 52 0,0 2 12 0,0 0 0 0,3 0 0 16,0 3-208-16,3-2-38 0,6 7-8 16,-3 0-2-16</inkml:trace>
  <inkml:trace contextRef="#ctx0" brushRef="#br0" timeOffset="5779.45">18300 6345 1267 0,'0'0'28'0,"0"0"5"0,0 0 2 15,-6-3 1-15,6 3-36 0,-3 0 0 0,3 0 0 0,-9 0 0 0,9 0 109 0,-3 0 15 16,3 0 4-16,0 0 0 16,0 0 0-16,-6 0 0 0,6 0 0 0,0 0 0 15,-3 6-103-15,0 2-25 0,0-3 0 0,3 6 0 16,0-3 56-16,0 5 7 0,3-3 1 0,-3 4 0 0,3 1-52 0,0-1-12 16,3 2 0-16,-3 2 0 0,0-2 0 0,3 0 0 15,-3 5 0-15,0 0 0 16,3 3 10-16,-3 0-1 0,0 2 0 0,0-2 0 15,0 0-9-15,-3-3-12 0,2 0 2 0,-2 0 1 0,0-5 9 0,-2 3 0 16,2-6 0-16,-3 3 0 16,0-3-156-16,0-2-28 0,-3 2-7 0,3-5-692 0</inkml:trace>
  <inkml:trace contextRef="#ctx0" brushRef="#br0" timeOffset="6311.96">16600 6472 1036 0,'0'0'23'0,"-3"-5"5"0,0 2 0 0,-3-2 1 0,3 2-29 0,3 3 0 0,-3-5 0 0,3 5 0 15,0 0 108-15,-3-5 16 16,3 5 4-16,0 0 0 0,0 0-52 0,0 0-11 16,0 0-1-16,0 0-1 0,0 0-19 0,0 0-3 0,0 0-1 0,-6 5 0 15,0 0-12-15,3-2-2 16,0 5-1-16,0 0 0 0,0 0 31 15,3 2 7-15,-3 1 1 0,3 5 0 0,-3 0-52 0,3 2-12 0,0 3 0 0,0 6 0 16,-3-3 0-16,3 2 0 16,0 0 0-16,0 4 0 0,0-4 0 0,3 1 0 0,-3-1 0 0,0 0 0 15,0-4 0 1,0 1 0-16,0-1 0 0,0-1 0 0,0-3-48 0,0 1-13 16,0-3-3-16,0 2 0 0,0 1-80 15,0-3-16-15</inkml:trace>
  <inkml:trace contextRef="#ctx0" brushRef="#br0" timeOffset="6874.34">14284 8168 1074 0,'0'0'30'0,"0"0"8"16,0 0-30-16,0 0-8 0,0 0 0 0,-6 3 0 16,6-3 96-16,-6 2 19 0,3 1 3 15,-3 2 1-15,3-2-37 0,-3 2-7 0,3 1-2 16,-3 2 0-16,4 0-7 0,-4 2-2 0,3 1 0 0,0 2 0 0,-3 3-12 0,3 0-2 16,0 2-1-16,0 3 0 0,0 1-27 0,3 1-6 15,0-1 0-15,0 1-1 16,0 1-15-16,0-3 0 0,0 3 0 0,3 0 0 0,-3 0 0 0,3 2 0 15,-3 1 0-15,3 4 0 0,0-1 0 0,0-1 0 16,0 0 0-16,0 0 0 16,0-5-110-16,0 2-25 0,0-5-5 0</inkml:trace>
  <inkml:trace contextRef="#ctx0" brushRef="#br0" timeOffset="7417.83">16136 8367 836 0,'0'0'24'0,"0"0"4"0,0 0-28 0,0 0 0 16,-6-3 0-16,6 3 0 0,-3-3 108 0,-3-2 15 16,6 5 3-16,-6-3 1 0,6 3-19 0,0 0-3 15,0 0-1-15,-6 0 0 0,6 0-12 0,0 0-2 16,-6 3-1-16,6-3 0 0,-6 5-20 16,0 1-4-16,3-1-1 0,0 3 0 15,0 0-51-15,0 2-13 0,3 1 0 0,-3 2 0 0,0 3 54 0,0 0 8 0,3 0 2 0,-3 2 0 16,0-2-52-16,0 3-12 15,0-1 0-15,0 1 0 0,0-1 0 0,0 3 0 0,0 3 0 0,0 0 0 16,0 0 0-16,3 0 0 16,-3 2 0-16,3 1 0 0,0-4 0 0,0 1 0 15,3-3 0-15,-3 1 0 16,3-1-51-16,0 0-9 0,3 0-3 0,0-2-948 0</inkml:trace>
  <inkml:trace contextRef="#ctx0" brushRef="#br0" timeOffset="8105.89">20782 8282 1497 0,'0'0'32'0,"0"0"8"0,0-5 0 0,-3-1 4 0,3 4-36 0,0 2-8 16,-3-6 0-16,3 6 0 15,0 0 96-15,0 0 16 0,0 0 4 0,0 0 1 16,0 0-32-16,-6 0-6 0,0 0-2 0,3 3 0 0,-3 2-24 0,3 3-5 15,0 0 0-15,-3 3-1 0,3 2-26 0,0 3-5 16,0 0 0-16,1 2-1 0,-1 1 39 0,3-1 8 16,0 1 2-16,-3 2 0 15,3 0-52-15,0 0-12 0,-3 1 0 0,3 4 0 0,-3-2 0 0,3 2 0 16,-3 3 0-16,3 3 0 0,0 0 0 0,0 0 0 16,0-3 0-16,0 0 0 0,0-5 0 0,0 2 0 0,3-2 0 15,-3 0 0 1,0 0-64-16,3-3-16 0,-3 0-4 0,0 0 0 15,3 3-122-15,0 0-25 0</inkml:trace>
  <inkml:trace contextRef="#ctx0" brushRef="#br0" timeOffset="8525.08">20690 10208 1958 0,'0'0'43'0,"0"0"9"0,0 0 1 0,0 0 3 0,0 0-45 0,-3 6-11 16,0-1 0-16,0 3 0 0,0 0 53 0,0 0 9 16,-3 2 2-16,3 3 0 0,-3 3 0 0,3-2 0 15,-3 1 0-15,3 7 0 0,0-4-52 16,-3 3-12-16,3-2 0 0,0 5 0 0,0-1 0 0,0 1 0 15,0 0 0-15,0 3 0 0,3-6 0 0,0 3 0 0,0-1 0 16,-3 1 0 0,3 0-43-16,0-3-11 0,3 0-2 0,-3 0-1 15,0 1 4-15,0-4 1 0,0-2 0 16,3 3-573-16,-3-6-115 0</inkml:trace>
  <inkml:trace contextRef="#ctx0" brushRef="#br0" timeOffset="9056.53">18323 10285 1735 0,'0'0'38'0,"0"0"8"0,0 0 2 0,0 0 0 0,0 0-38 0,-3 5-10 0,3-5 0 0,-3 6 0 16,3 2 78-16,-2-3 14 16,2 0 2-16,-3 3 1 0,3 0-20 0,-3 3-4 0,3-1-1 0,-3 3 0 15,0 3-26-15,0-3-6 0,3 3-1 0,-3 3 0 16,0-3 12-16,3 0 3 0,-3 2 0 0,3 3 0 31,0-2-68-31,-3-1-12 0,3 1-4 0,0 2 0 0,0 0 32 0,3 0 0 16,-3 3-8-16,0 0 8 0,3 2-27 0,0 1-2 0,-3-3-1 15,3 2 0 1,0-5-28-16,0 1-6 0,-3-7 0 0,0 1-615 0,3-2-122 0</inkml:trace>
  <inkml:trace contextRef="#ctx0" brushRef="#br0" timeOffset="9561.68">16183 10163 1552 0,'0'0'44'0,"0"0"10"16,0 0-43-16,0 0-11 0,0 0 0 0,0 0 0 16,0 0 38-16,0 0 6 0,0 0 0 0,0 0 1 15,0 0 11-15,0 6 3 0,0-1 0 0,0 3 0 16,0 0-28-16,0 2-6 0,-3 1-1 0,3 5 0 0,0 0 16 0,0 2 2 15,-3 6 1-15,3 2 0 0,0 1-27 0,0 2-4 16,3 0-2-16,-3 3 0 16,0 0-10-16,3-3 0 0,-3 0 0 0,0 3 8 15,0-3-8-15,0 0-17 0,0 0 4 0,0 3 1 16,0-6-25-16,0 3-5 0,-3-5-1 0,3 0 0 16,0 0-30-16,0-6-7 15,-3 1 0-15,0-1-710 0</inkml:trace>
  <inkml:trace contextRef="#ctx0" brushRef="#br0" timeOffset="10171.84">13981 10248 1231 0,'0'0'27'0,"0"0"5"0,0 0 2 0,0 0 1 0,-6-3-35 0,6 3 0 16,0 0 0-16,0 0 0 0,0 0 80 0,0 0 8 0,0 0 3 0,0 0 0 16,0 0-29-16,0 3-6 0,-3 5 0 0,3 0-1 15,0 2-14-15,0 1-2 16,0 0-1-16,0 4 0 0,0 1-9 0,3 5-1 0,-3 1-1 16,3 1 0-16,0 1-10 0,-3 0-1 15,3 3-1-15,0-4 0 0,-1 4-7 0,-2 2 0 0,3 0-8 16,-3 3 12-16,3 0-12 0,-3 2 9 15,0-2-9-15,0 2 8 0,0-5-8 0,0-2 0 16,0-4 0-16,0 1 0 0,0-5 0 0,3-1 0 16,-3-2 0-16,3 0 0 15,-3-3-17-15,3-2-9 0,0-1-2 0,0-2 0 0,-3 0-128 16,3-2-27-16,0-1-5 0,3-2 0 0</inkml:trace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1-02-16T01:56:58.558"/>
    </inkml:context>
    <inkml:brush xml:id="br0">
      <inkml:brushProperty name="width" value="0.05" units="cm"/>
      <inkml:brushProperty name="height" value="0.05" units="cm"/>
      <inkml:brushProperty name="color" value="#FF3300"/>
      <inkml:brushProperty name="ignorePressure" value="1"/>
    </inkml:brush>
    <inkml:context xml:id="ctx1">
      <inkml:inkSource xml:id="inkSrc1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1" timeString="2021-02-16T01:56:42.259"/>
    </inkml:context>
    <inkml:brush xml:id="br1">
      <inkml:brushProperty name="width" value="0.05" units="cm"/>
      <inkml:brushProperty name="height" value="0.05" units="cm"/>
      <inkml:brushProperty name="color" value="#FF3300"/>
    </inkml:brush>
    <inkml:brush xml:id="br2">
      <inkml:brushProperty name="width" value="0.05" units="cm"/>
      <inkml:brushProperty name="height" value="0.05" units="cm"/>
    </inkml:brush>
    <inkml:brush xml:id="br3">
      <inkml:brushProperty name="width" value="0.05" units="cm"/>
      <inkml:brushProperty name="height" value="0.05" units="cm"/>
      <inkml:brushProperty name="color" value="#F6630D"/>
    </inkml:brush>
    <inkml:brush xml:id="br4">
      <inkml:brushProperty name="width" value="0.05" units="cm"/>
      <inkml:brushProperty name="height" value="0.05" units="cm"/>
      <inkml:brushProperty name="color" value="#008000"/>
    </inkml:brush>
    <inkml:brush xml:id="br5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7656 9876,'0'0</inkml:trace>
  <inkml:trace contextRef="#ctx1" brushRef="#br1">10890 3040 10536 0 0,'-3'-8'215'0'0,"-15"-71"3884"0"0,18 79-3991 0 0,0-1 0 0 0,0 1 1 0 0,0-1-1 0 0,1 1 0 0 0,-1-1 0 0 0,0 0 0 0 0,0 1 0 0 0,0-1 0 0 0,0 1 0 0 0,0-1 1 0 0,-1 1-1 0 0,1-1 0 0 0,0 1 0 0 0,0-1 0 0 0,0 1 0 0 0,0-1 0 0 0,0 1 1 0 0,-1-1-1 0 0,1 1 0 0 0,0-1 0 0 0,-1 1 0 0 0,1-1 0 0 0,0 1 0 0 0,-1-1 0 0 0,1 1 1 0 0,0 0-1 0 0,-1-1 0 0 0,1 1 0 0 0,-1 0 0 0 0,1-1 0 0 0,0 1 0 0 0,-1 0 0 0 0,1 0 1 0 0,-1-1-1 0 0,1 1 0 0 0,-1 0 0 0 0,1 0 0 0 0,-1 0 0 0 0,1 0 0 0 0,-1-1 1 0 0,0 1-1 0 0,1 0 0 0 0,-1 0 0 0 0,1 0 0 0 0,-1 0 0 0 0,0 0-108 0 0,-12 5-395 0 0,7-2 416 0 0,-1 0 0 0 0,1 0 0 0 0,0 1 1 0 0,0-1-1 0 0,1 2 0 0 0,-1-1 0 0 0,1 0 0 0 0,0 1 1 0 0,0 0-1 0 0,0 0 0 0 0,0 2-21 0 0,-4 5-16 0 0,1 0 0 0 0,0 0-1 0 0,1 1 1 0 0,0 0 0 0 0,1 1 0 0 0,0-1-1 0 0,2 1 1 0 0,-1 0 0 0 0,2 0 0 0 0,0 1-1 0 0,-1 5 17 0 0,3-11-36 0 0,-1 1 0 0 0,1 0-1 0 0,1-1 1 0 0,-1 1 0 0 0,2 0 0 0 0,-1 0-1 0 0,2-1 1 0 0,-1 1 0 0 0,1 0-1 0 0,0-1 1 0 0,1 1 0 0 0,0-1-1 0 0,1 0 37 0 0,0-3-72 0 0,0 0 0 0 0,0 0 0 0 0,0-1 0 0 0,1 1 0 0 0,-1-1-1 0 0,2 0 1 0 0,-1 0 0 0 0,0-1 0 0 0,1 0 0 0 0,0 0-1 0 0,0 0 1 0 0,0 0 0 0 0,0-1 0 0 0,1 0 0 0 0,-1-1 0 0 0,1 1-1 0 0,0-1 1 0 0,-1 0 0 0 0,1-1 0 0 0,0 0 0 0 0,0 0-1 0 0,1 0 73 0 0,8-1 0 0 0,0 0 0 0 0,-1-2 0 0 0,1 1 0 0 0,0-2 0 0 0,-1 0 0 0 0,1-1 0 0 0,-1 0 0 0 0,0-1 0 0 0,0-1 0 0 0,2-2 0 0 0,3-1 0 0 0,-1 0 0 0 0,0-2 0 0 0,0 0 0 0 0,-1-1 0 0 0,2-3 0 0 0,-7 4 120 0 0,-2-1 0 0 0,1 0 0 0 0,-1 0 0 0 0,-1-2 0 0 0,0 1 0 0 0,-1-1 0 0 0,3-8-120 0 0,-7 15 117 0 0,0-1-1 0 0,0 0 0 0 0,-1 0 0 0 0,0-1 0 0 0,0 1 0 0 0,-1-1 0 0 0,0 0 1 0 0,-1 0-1 0 0,0 0 0 0 0,-1 0 0 0 0,1 0 0 0 0,-2 0 0 0 0,1 0 0 0 0,-1 0 1 0 0,-1-1-1 0 0,1 1 0 0 0,-2 0 0 0 0,1 0-116 0 0,-3-3 200 0 0,-1 0-1 0 0,0 0 1 0 0,-1 1-1 0 0,0 0 1 0 0,-1 0 0 0 0,0 0-1 0 0,-1 1 1 0 0,0 0-1 0 0,0 0 1 0 0,-3-1-200 0 0,5 7 45 0 0,-1 0-1 0 0,0 0 1 0 0,0 0-1 0 0,0 1 1 0 0,0 0 0 0 0,-1 0-1 0 0,1 1 1 0 0,-1 0-1 0 0,1 0 1 0 0,-1 1 0 0 0,0 0-1 0 0,0 0 1 0 0,0 1-1 0 0,0 0 1 0 0,1 0 0 0 0,-1 1-1 0 0,0 0 1 0 0,0 0-1 0 0,-2 2-44 0 0,-1-2-78 0 0,-49 25-1504 0 0,53-22 1479 0 0,-1 0 0 0 0,1 1 0 0 0,0 0 0 0 0,1 0 0 0 0,-1 1 0 0 0,1 0 0 0 0,0 0 0 0 0,0 0 0 0 0,1 0 0 0 0,-1 2 103 0 0,-28 46-3777 0 0,25-39 2263 0 0</inkml:trace>
  <inkml:trace contextRef="#ctx1" brushRef="#br1" timeOffset="1206.09">8802 5014 10392 0 0,'-5'-13'480'0'0,"-8"-12"2425"0"0,-18 16 863 0 0,17 12-3589 0 0,0-1 0 0 0,1 2 0 0 0,-1 0 0 0 0,1 1 0 0 0,0 0 0 0 0,0 0 0 0 0,0 2 0 0 0,1 0 1 0 0,0 0-1 0 0,0 1 0 0 0,1 0 0 0 0,0 1 0 0 0,1 1 0 0 0,-1-1 0 0 0,2 2 0 0 0,-1 0-179 0 0,-28 40 73 0 0,29-40-155 0 0,1 1 0 0 0,1 0 0 0 0,0 1 0 0 0,1 0 0 0 0,0 0 0 0 0,1 0 0 0 0,0 0 0 0 0,1 1 0 0 0,0 0 0 0 0,1 0 0 0 0,1 6 82 0 0,0-13-1 0 0,1 0 1 0 0,1 1-1 0 0,-1-1 0 0 0,2 1 1 0 0,-1-1-1 0 0,1 0 0 0 0,0 1 1 0 0,0-1-1 0 0,1 0 1 0 0,0 0-1 0 0,0 0 0 0 0,0 0 1 0 0,1 0-1 0 0,1 0 1 0 0,-1 0-1 0 0,1-1 0 0 0,0 0 1 0 0,0 0-1 0 0,1 0 1 0 0,-1 0-1 0 0,2-1 0 0 0,1 3 1 0 0,-2-4-123 0 0,0-1 0 0 0,-1 1 0 0 0,1-1 0 0 0,0 0 0 0 0,1 0-1 0 0,-1-1 1 0 0,0 0 0 0 0,1 0 0 0 0,-1 0 0 0 0,1 0 0 0 0,0-1-1 0 0,0 0 1 0 0,-1 0 0 0 0,1-1 0 0 0,0 1 0 0 0,2-1 123 0 0,-6 0-9 0 0,10 0-13 0 0,-1 0-1 0 0,1-1 1 0 0,-1 0 0 0 0,1 0-1 0 0,-1-1 1 0 0,1-1-1 0 0,2-1 23 0 0,3-2 0 0 0,1 0 0 0 0,-2-1 0 0 0,1 0 0 0 0,0-1 0 0 0,-2-1 0 0 0,1 0 0 0 0,6-6 0 0 0,69-56 876 0 0,-73 61-777 0 0,-2-2 0 0 0,1-1 0 0 0,-2 0 0 0 0,0 0 0 0 0,0-2 0 0 0,-2 0 0 0 0,0 0 0 0 0,0-1 0 0 0,-2-1 0 0 0,0 0 0 0 0,0-1 0 0 0,-2 0 0 0 0,5-14-99 0 0,-11 23 128 0 0,0 0 1 0 0,-1 0-1 0 0,0 0 0 0 0,0 0 0 0 0,-1 0 1 0 0,-1-1-1 0 0,0 1 0 0 0,0 0 0 0 0,0 0 1 0 0,-1-1-1 0 0,-1 1 0 0 0,1 0 0 0 0,-2 0 1 0 0,1 0-1 0 0,-5-8-128 0 0,4 10 98 0 0,0 0-1 0 0,-1 0 1 0 0,-1 1-1 0 0,1-1 1 0 0,-1 1-1 0 0,0 0 1 0 0,0 0 0 0 0,-1 1-1 0 0,1 0 1 0 0,-1 0-1 0 0,-6-4-97 0 0,3 1 77 0 0,0 1 1 0 0,-1 0-1 0 0,0 0 0 0 0,0 1 0 0 0,-1 0 0 0 0,1 0 0 0 0,-1 1 0 0 0,0 1 0 0 0,-1 0 0 0 0,1 1 1 0 0,-1 0-1 0 0,0 0-77 0 0,-62 2 157 0 0,54 4-172 0 0,-1 1 0 0 0,1 1 0 0 0,0 0 0 0 0,0 2 0 0 0,-17 8 15 0 0,22-9-252 0 0,1 2 0 0 0,0 0 0 0 0,0 0 0 0 0,1 1 0 0 0,0 1 0 0 0,1 0 0 0 0,0 1 0 0 0,0 0 0 0 0,1 1 0 0 0,1 0 0 0 0,0 1 0 0 0,-8 13 252 0 0,-17 48-3566 0 0,26-47 1805 0 0</inkml:trace>
  <inkml:trace contextRef="#ctx1" brushRef="#br2" timeOffset="37391.06">4004 6516 4864 0 0,'0'0'241'0'0,"0"0"175"0"0,0 0 80 0 0,-5-6 1039 0 0,5-22 2481 0 0,0 26-3570 0 0,0 2-106 0 0,0 0-48 0 0,0 0-10 0 0,0 0-38 0 0,0 0-96 0 0,0 0 164 0 0,0 0 81 0 0,0 0 14 0 0,0 0-41 0 0,0 0-171 0 0,0 0-71 0 0,2 2-41 0 0,-1-1 1 0 0,1 0-1 0 0,-1 0 0 0 0,0 1 1 0 0,0-1-1 0 0,1 1 0 0 0,-1-1 1 0 0,0 1-1 0 0,-1 0 0 0 0,1-1 1 0 0,0 1-1 0 0,0 0 0 0 0,-1 0 1 0 0,1-1-1 0 0,-1 1 0 0 0,1 0 1 0 0,-1 0-1 0 0,0 0 0 0 0,0 0 1 0 0,0 0-84 0 0,1-1-13 0 0,-1 101 509 0 0,9 24-556 0 0,-4-64 60 0 0,-1 3 0 0 0,1 25-60 0 0,4 80 112 0 0,-9 51 112 0 0,-5-127-296 0 0,1 0 132 0 0,0 28 150 0 0,-5-54-193 0 0,8-5 48 0 0,7-42 89 0 0,-6-20-76 0 0,1 0-1 0 0,0 0 1 0 0,0 0 0 0 0,0 0 0 0 0,0 0-1 0 0,0 0 1 0 0,0-1 0 0 0,1 1-1 0 0,-1 0 1 0 0,0-1 0 0 0,0 1 0 0 0,1-1-1 0 0,-1 1 1 0 0,0-1 0 0 0,0 1 0 0 0,1-1-1 0 0,-1 0 1 0 0,0 0 0 0 0,1 0 0 0 0,-1 0-1 0 0,1 0 1 0 0,-1 0 0 0 0,0 0 0 0 0,1 0-1 0 0,-1 0 1 0 0,0 0 0 0 0,1-1-18 0 0,2 1-175 0 0,63-17 377 0 0,-36 6-202 0 0,68-2 0 0 0,91-5-480 0 0,-80 10 456 0 0,-8 3 24 0 0,130-14 0 0 0,-38 7 472 0 0,14 12-944 0 0,-97-8 472 0 0,121-11 335 0 0,6 14-770 0 0,-78-3 167 0 0,-66-1 215 0 0,136-12 42 0 0,98-8 11 0 0,-146 12 0 0 0,-50 22 0 0 0,-70-1 0 0 0,108-3 0 0 0,41-1 0 0 0,-111-5 0 0 0,77 5 0 0 0,-102-7 0 0 0,80-5 298 0 0,-41 8-340 0 0,-15 7-238 0 0,-42 2 280 0 0,14-2 0 0 0,89 9 0 0 0,-1-1-72 0 0,60 22 72 0 0,-133-22 0 0 0,7 1 0 0 0,82 8 0 0 0,-59-11 0 0 0,105 1 64 0 0,-74-13 238 0 0,41-16-220 0 0,-85 10-18 0 0,132 6-10 0 0,-111-1-108 0 0,22 3 54 0 0,-36-3 0 0 0,-2 8 0 0 0,-29 1 0 0 0,157-5 216 0 0,-50-12-45 0 0,-75 7-550 0 0,-14 5 379 0 0,-89 0 0 0 0,-2-4 0 0 0,2 2 0 0 0,1 1 0 0 0,0 0 0 0 0,9-10 0 0 0,17-20 26 0 0,-17-37 188 0 0,0-27 388 0 0,17-58-566 0 0,-4 53 1078 0 0,-17 10-1114 0 0,-18 4 0 0 0,-1 15 0 0 0,-8-3 0 0 0,-1 6 0 0 0,-14-47 0 0 0,11 41 0 0 0,4 20 278 0 0,5 3 162 0 0,4 7-1054 0 0,-1 12 614 0 0,1-8 0 0 0,-4 3 1338 0 0,7 35-897 0 0,0 2-292 0 0,-2-5-133 0 0,-1 0-80 0 0,-15-8-1864 0 0,10 9 1928 0 0,-54 1 121 0 0,36 5-142 0 0,-33 3 128 0 0,-164-5 686 0 0,119-5-793 0 0,-54-2 0 0 0,-41 7-542 0 0,-115 0 1076 0 0,165-5-534 0 0,-54 6 0 0 0,-5 15 0 0 0,27-4 0 0 0,28-5 0 0 0,24 6 64 0 0,-85 5-64 0 0,90-11 0 0 0,-85 18 0 0 0,83-16 0 0 0,-113-6 0 0 0,137-11 846 0 0,-13-4-1540 0 0,24 0 694 0 0,-14 5 11 0 0,44 2 42 0 0,-44-2-53 0 0,27 2 176 0 0,-55-2-112 0 0,63 2-64 0 0,-125 5 83 0 0,86 5 24 0 0,-46-9 122 0 0,72 7-256 0 0,-102-9 27 0 0,57-3 0 0 0,-48 9 64 0 0,-5-3-64 0 0,86-2 0 0 0,-68 5 64 0 0,65 5-64 0 0,-34 2 0 0 0,40-3 0 0 0,-76 3 0 0 0,93-2 0 0 0,-78-9 0 0 0,30-1 0 0 0,27 9 0 0 0,-15 4 0 0 0,-59 4 0 0 0,53-8 0 0 0,62 1 0 0 0,-55 2 0 0 0,48-4 0 0 0,-2 1 0 0 0,6 1 0 0 0,-83 10 0 0 0,54-14 0 0 0,27 10 0 0 0,54-10 0 0 0,0-1 0 0 0,-2 4 0 0 0,-17 4 0 0 0,17-4 0 0 0,-27 20 0 0 0,27-17 0 0 0,-110 83 0 0 0,104-78 0 0 0,9-8-69 0 0,4-4-291 0 0,2 0-125 0 0,0 0-25 0 0,2 1-154 0 0,6 1-638 0 0,5-5-276 0 0</inkml:trace>
  <inkml:trace contextRef="#ctx1" brushRef="#br3" timeOffset="56836.27">12535 4375 8592 0 0,'0'0'250'0'0,"0"0"4"0"0,-1 1-161 0 0,-42 8 1342 0 0,-20-3 2229 0 0,-24-9-1477 0 0,19-5-1448 0 0,-148 2 665 0 0,139 7-1329 0 0,-18 4 237 0 0,19 2-291 0 0,-9 4 32 0 0,-21 7-42 0 0,-63 25 53 0 0,23 7 107 0 0,5 5-185 0 0,-2-6 94 0 0,80-30-80 0 0,-3 1 0 0 0,-58 19 0 0 0,46-12 0 0 0,19 2 0 0 0,39-13 60 0 0,8 7 180 0 0,16 4-378 0 0,0 1 56 0 0,5 28 82 0 0,0 29 0 0 0,-4-25 0 0 0,-1 10 0 0 0,1 7 0 0 0,4 12 0 0 0,-8 88 0 0 0,-5-3 0 0 0,3 8 884 0 0,-3-88 232 0 0,4 44-1444 0 0,8-44 258 0 0,-4-26 452 0 0,1-9-382 0 0,-1 8 0 0 0,1 23 0 0 0,4-8 0 0 0,-5-42 0 0 0,-3 67-293 0 0,-1 37 558 0 0,-5-83-665 0 0,5 100 836 0 0,-4-101-436 0 0,0 34 0 0 0,3 8 8 0 0,1 41-24 0 0,4-124 16 0 0,-3-11 0 0 0,0 0 0 0 0,2 0 0 0 0,1 15 0 0 0,1-6 0 0 0,4 4 0 0 0,0 4 0 0 0,-1-1 0 0 0,-3-4 0 0 0,-1 3 0 0 0,1 1 0 0 0,-4-4 64 0 0,-1-13-64 0 0,4 18 0 0 0,-3-15 0 0 0,1-4 0 0 0,-2 1 0 0 0,0 42 0 0 0,0-41 11 0 0,0-4 32 0 0,1 2-33 0 0,2 2-20 0 0,-2 2-33 0 0,3-4 32 0 0,-3-4 11 0 0,-1-1 0 0 0,1 0 0 0 0,0 0 0 0 0,0 0 0 0 0,0 1 0 0 0,0-1 0 0 0,0 0 0 0 0,0 0 0 0 0,0 0 0 0 0,0 0 0 0 0,1-1 0 0 0,-1 1 0 0 0,0 0 0 0 0,0 0 0 0 0,1-1 0 0 0,-1 1 0 0 0,0-1 0 0 0,1 1 0 0 0,-1-1 0 0 0,1 1 0 0 0,-1-1 0 0 0,1 0 0 0 0,-1 0 0 0 0,2 0 0 0 0,-3 0 0 0 0,50-4 0 0 0,8-11 0 0 0,88-32-128 0 0,-58 23 128 0 0,-58 14 0 0 0,-12 3 0 0 0,1 0 0 0 0,0 2 0 0 0,1 0 0 0 0,0 1 0 0 0,-1 1 0 0 0,14 0 0 0 0,81-8-64 0 0,-7 3 64 0 0,-23 1 0 0 0,40-5 0 0 0,-25 0 0 0 0,38 6 0 0 0,-89 7 0 0 0,41-8 0 0 0,-44 2 0 0 0,-9 0 14 0 0,1 2-1 0 0,0 1 1 0 0,-1 2-1 0 0,8 1-13 0 0,19 0 10 0 0,6 10 54 0 0,4-10-64 0 0,10 6 168 0 0,-48-3-24 0 0,15 1-80 0 0,-14-1 54 0 0,-28-4-108 0 0,13 4 44 0 0,9 0-42 0 0,22-4-14 0 0,-49-1-150 0 0,0 0 0 0 0,0 0-1 0 0,0 0 1 0 0,-1-1 0 0 0,1 1 0 0 0,0-1-1 0 0,0 1 1 0 0,-1-1 0 0 0,1 0 0 0 0,-1 0-1 0 0,0 0 1 0 0,1-1 0 0 0,-1 1-1 0 0,0-1 1 0 0,0 1 0 0 0,0-1 0 0 0,-1 1-1 0 0,1-1 1 0 0,0-1 152 0 0,3-8-1203 0 0</inkml:trace>
  <inkml:trace contextRef="#ctx1" brushRef="#br3" timeOffset="59711.56">3047 4317 6888 0 0,'-53'15'328'0'0,"18"-4"2446"0"0,34-10-2270 0 0,-9 4 919 0 0,-2 6 860 0 0,7 10-1202 0 0,19 8-874 0 0,-10-25-144 0 0,0 0 0 0 0,1 0 0 0 0,0-1 0 0 0,0 0 0 0 0,0 0 0 0 0,0 0 0 0 0,0 0 0 0 0,0-1 0 0 0,1 0 1 0 0,-1 0-1 0 0,1-1 0 0 0,0 1 0 0 0,-1-1 0 0 0,1-1 0 0 0,5 1-63 0 0,4 2 177 0 0,269 44 563 0 0,-219-36-740 0 0,46 6 124 0 0,54 2 358 0 0,42-8-53 0 0,-20-10-109 0 0,-36-9-117 0 0,-77-1-139 0 0,60-10 85 0 0,-59 7-96 0 0,-13 0 115 0 0,13-7-88 0 0,-26 4-80 0 0,32-9 0 0 0,2 7 0 0 0,-24 10 0 0 0,73 3 0 0 0,-83 8 0 0 0,-1 3 0 0 0,2 2 0 0 0,-32 3 0 0 0,-10-4 0 0 0,6 24 0 0 0,-4 30 230 0 0,-7-45-44 0 0,1 1 1 0 0,-2-1 0 0 0,-1 1-1 0 0,0-1 1 0 0,-1 1 0 0 0,0 0-1 0 0,-2-1 1 0 0,-3 17-187 0 0,1 8 73 0 0,-5 50 137 0 0,3-30-140 0 0,-12 105-58 0 0,1 61 52 0 0,3-63 363 0 0,10-39-227 0 0,7 47 749 0 0,6-70-597 0 0,-3 212-1272 0 0,-11-205 1067 0 0,5 142 90 0 0,-4-195-173 0 0,-1-3-64 0 0,1 13 0 0 0,-1-27 11 0 0,1 26 42 0 0,4 144-53 0 0,4-163 0 0 0,-4 261 0 0 0,5-234-72 0 0,-5 151 72 0 0,0-218 0 0 0,-1-1 0 0 0,-16 26 0 0 0,-2-9 11 0 0,9-18 62 0 0,1-1 0 0 0,-1 0 0 0 0,-1 0 1 0 0,1-1-1 0 0,-1 0 0 0 0,1-1 0 0 0,-1 0 0 0 0,0-1 0 0 0,1 0 0 0 0,-1-1 1 0 0,0 0-1 0 0,0-1 0 0 0,0 0 0 0 0,-10-2-73 0 0,-177-7-85 0 0,104 15-297 0 0,-13 2 1260 0 0,-93 13-740 0 0,-11 16-138 0 0,144-17 155 0 0,-25 13-142 0 0,15-16-13 0 0,-42 1 0 0 0,4 1 0 0 0,26 2 0 0 0,27 0 134 0 0,-85 46 154 0 0,-16 5-734 0 0,128-55 446 0 0,-28 12 0 0 0,-12-8-64 0 0,53-15 64 0 0,-1 1 0 0 0,2 2 0 0 0,6-3-1274 0 0,15-5 836 0 0</inkml:trace>
  <inkml:trace contextRef="#ctx1" brushRef="#br4" timeOffset="73843.2">6430 2432 8752 0 0,'0'0'318'0'0,"0"0"71"0"0,-3-2-121 0 0,0 1 1025 0 0,-3-2-280 0 0,5 2-60 0 0,0 1 89 0 0,-2-4-1157 0 0,2 4 2787 0 0,0 0 942 0 0,-4 4-3586 0 0,1 1 0 0 0,0-1 0 0 0,1 1-1 0 0,-1-1 1 0 0,1 1 0 0 0,0 0 0 0 0,0 0-1 0 0,0 1 1 0 0,1-1 0 0 0,0 0 0 0 0,0 1-1 0 0,0 0 1 0 0,1-1 0 0 0,0 1 0 0 0,0 0-1 0 0,0 0 1 0 0,1 0 0 0 0,0 0 0 0 0,0-1-1 0 0,0 1 1 0 0,1 0 0 0 0,0 0 0 0 0,0 0-1 0 0,0 0-26 0 0,0 21 36 0 0,3 75 182 0 0,-4 63 21 0 0,-3-24-123 0 0,-11 49-106 0 0,9 8 202 0 0,0-91-389 0 0,10 14 176 0 0,-5 147 734 0 0,4-236-332 0 0,-4-31-382 0 0,0-1-1 0 0,0 1 1 0 0,0 0-1 0 0,0 0 0 0 0,0 0 1 0 0,0 0-1 0 0,0 0 1 0 0,0 0-1 0 0,1 0 0 0 0,-1 0 1 0 0,0 0-1 0 0,0 0 1 0 0,1-1-1 0 0,-1 1 0 0 0,1 0 1 0 0,-1 0-1 0 0,0 0 1 0 0,1-1-1 0 0,0 1 1 0 0,-1 0-1 0 0,1 0 0 0 0,-1-1 1 0 0,1 1-1 0 0,0 0 1 0 0,0-1-1 0 0,-1 1 0 0 0,1-1 1 0 0,0 1-1 0 0,0-1 1 0 0,0 1-1 0 0,0-1 0 0 0,-1 0 1 0 0,1 0-1 0 0,0 1 1 0 0,0-1-1 0 0,0 0 1 0 0,0 0-1 0 0,0 0 0 0 0,0 0 1 0 0,0 0-1 0 0,0 0-19 0 0,8 2 55 0 0,13-5 18 0 0,24-9 3 0 0,63-19-140 0 0,-46 18 128 0 0,16 1-64 0 0,99-7 0 0 0,-82 8-53 0 0,127-14 42 0 0,-104 21 75 0 0,89 4-64 0 0,46-32-72 0 0,-104 29 72 0 0,-75-1 0 0 0,32-3 0 0 0,71-22-16 0 0,-23 17 16 0 0,-107 17 0 0 0,59 7 0 0 0,-54-5 0 0 0,13 2 0 0 0,6-6 0 0 0,114-3 0 0 0,-120 7 0 0 0,19 14-13 0 0,-33 2-294 0 0,15 9-214 0 0,-43-24 450 0 0,5 0 71 0 0,-23-4 0 0 0,-1-2 0 0 0,1 0 0 0 0,-1 1 0 0 0,0-2 0 0 0,3 1 0 0 0,-3-5 12 0 0,14-33 218 0 0,-16 25-184 0 0,2-44 274 0 0,-1-40 48 0 0,-7-105 728 0 0,-12 45-656 0 0,6 86-242 0 0,1-15 60 0 0,4 13-12 0 0,-1-31-508 0 0,1 50 262 0 0,-1-3 0 0 0,1-35 0 0 0,1 2 0 0 0,-2 33 0 0 0,1 16 0 0 0,3-63 0 0 0,1 74 0 0 0,-8 3 0 0 0,6 19 0 0 0,-1 2 0 0 0,-2 0 0 0 0,0 0 0 0 0,-20-12 0 0 0,7 4 0 0 0,-10 0 0 0 0,-37-3 0 0 0,-7 14 0 0 0,-38 5 439 0 0,-10 4-846 0 0,-53 0 1101 0 0,66-4-660 0 0,-66 7-370 0 0,-18 18-56 0 0,37-26 1032 0 0,33 1-640 0 0,-72 9-282 0 0,41 1-84 0 0,-66-21 366 0 0,-13 20 0 0 0,138 2 0 0 0,44-7 0 0 0,-12-1 0 0 0,-68-11 0 0 0,5 8 0 0 0,30 3 0 0 0,42-2 0 0 0,-86 0 704 0 0,129-6-704 0 0,0-2 0 0 0,0 2 0 0 0,0-2 0 0 0,2 2-18 0 0,5 1-69 0 0,2 0 10 0 0,0 0-15 0 0,0 0-110 0 0,0 0-43 0 0,0 0-10 0 0,0 0-147 0 0,0 0-617 0 0,0 0-270 0 0,0 0-57 0 0</inkml:trace>
  <inkml:trace contextRef="#ctx1" brushRef="#br2" timeOffset="93646.37">6146 7702 8752 0 0,'0'0'190'0'0,"0"0"134"0"0,0 0 455 0 0,0 0 196 0 0,0 0 38 0 0,-5 9 1150 0 0,-30 30-1031 0 0,18-23-663 0 0,0 2 0 0 0,1 0-1 0 0,1 1 1 0 0,1 0 0 0 0,1 1 0 0 0,0 0 0 0 0,2 2 0 0 0,-6 12-469 0 0,-116 311 184 0 0,84-207-117 0 0,-30 91-39 0 0,-9 15 45 0 0,70-198-138 0 0,17-45-278 0 0,1-1-133 0 0,0 0-32 0 0,0 0 66 0 0,1-1 292 0 0,21-28-308 0 0,-15 20-30 0 0,-1 2-21 0 0</inkml:trace>
  <inkml:trace contextRef="#ctx1" brushRef="#br2" timeOffset="94248.37">5362 8865 12240 0 0,'0'0'266'0'0,"0"0"1"0"0,0 0-54 0 0,0 0 406 0 0,0 0 196 0 0,0 0 38 0 0,0 0-42 0 0,0 0-217 0 0,0 0-91 0 0,0 0-21 0 0,0 0-26 0 0,0 0-101 0 0,0 0-47 0 0,0 0-11 0 0,5 5-54 0 0,68 64-126 0 0,-5-9-294 0 0,11-1-134 0 0,-43-44 239 0 0,-9-14 72 0 0,26-25 394 0 0,5-39 86 0 0,-10 8-1684 0 0,-43 50 694 0 0</inkml:trace>
  <inkml:trace contextRef="#ctx1" brushRef="#br2" timeOffset="119228.81">5729 9696 12416 0 0,'0'0'365'0'0,"0"0"-4"0"0,0 0-159 0 0,0 0 178 0 0,0 0 106 0 0,0 0 24 0 0,-2 0 2 0 0,-3 0-360 0 0,0 0 0 0 0,0 1 0 0 0,0-1 0 0 0,0 1 0 0 0,1 1 0 0 0,-1-1 1 0 0,0 1-1 0 0,0 0 0 0 0,1 0 0 0 0,-1 0 0 0 0,1 0 0 0 0,0 1 1 0 0,0 0-1 0 0,0 0 0 0 0,0 0 0 0 0,0 0 0 0 0,-1 2-152 0 0,4-4 84 0 0,1 0-69 0 0,0-1-1 0 0,0 0 1 0 0,-1 1-1 0 0,1-1 1 0 0,0 1-1 0 0,0-1 1 0 0,0 1-1 0 0,0-1 1 0 0,-1 0-1 0 0,1 1 1 0 0,0-1-1 0 0,0 0 1 0 0,-1 1-1 0 0,1-1 1 0 0,0 0-1 0 0,-1 1 1 0 0,1-1-1 0 0,0 0 1 0 0,-1 0-1 0 0,1 1 1 0 0,-1-1-1 0 0,1 0 1 0 0,0 0-1 0 0,-1 0 1 0 0,1 1-1 0 0,-1-1 1 0 0,1 0-1 0 0,-1 0 1 0 0,1 0-1 0 0,0 0 1 0 0,-1 0-1 0 0,1 0 1 0 0,-1 0-1 0 0,1 0 1 0 0,-1 0-1 0 0,1 0 1 0 0,-1 0-1 0 0,1 0 1 0 0,-1 0-1 0 0,1-1 1 0 0,0 1-1 0 0,-1 0 1 0 0,1 0-1 0 0,-1 0 0 0 0,1-1 1 0 0,0 1-1 0 0,-1 0 1 0 0,1 0-1 0 0,0-1 1 0 0,-1 1-1 0 0,1 0 1 0 0,0-1-1 0 0,-1 1 1 0 0,1 0-1 0 0,0-1 1 0 0,0 1-1 0 0,-1-1 1 0 0,1 1-1 0 0,0 0 1 0 0,0-1-1 0 0,0 1 1 0 0,0-1-1 0 0,0 1-14 0 0,-11-50 443 0 0,10 49-439 0 0,1 1 0 0 0,-1-1-1 0 0,0 1 1 0 0,1 0 0 0 0,-1 0 0 0 0,0-1 0 0 0,0 1-1 0 0,1 0 1 0 0,-1 0 0 0 0,0 0 0 0 0,0 0-1 0 0,0 0 1 0 0,1 0 0 0 0,-1 0 0 0 0,0 0 0 0 0,0 0-1 0 0,1 0 1 0 0,-1 0 0 0 0,0 1 0 0 0,0-1 0 0 0,1 0-1 0 0,-1 1 1 0 0,0-1 0 0 0,1 0 0 0 0,-1 1-1 0 0,0-1 1 0 0,1 1 0 0 0,-1-1 0 0 0,0 1 0 0 0,1-1-1 0 0,-1 1 1 0 0,1-1 0 0 0,-1 1 0 0 0,1 0-1 0 0,-1-1 1 0 0,1 1 0 0 0,0 0 0 0 0,-1-1 0 0 0,1 1-1 0 0,0 0 1 0 0,-1-1 0 0 0,1 1 0 0 0,0 0 0 0 0,0 0-5 0 0,-3 2 0 0 0,-45 90 1 0 0,-112 142 0 0 0,89-108-2160 0 0,53-89 14 0 0,18-37 1349 0 0</inkml:trace>
  <inkml:trace contextRef="#ctx1" brushRef="#br2" timeOffset="119670.35">5312 9819 8752 0 0,'-23'-60'4678'0'0,"6"37"-2375"0"0,8 5 163 0 0,0-7-1282 0 0,22 24-1184 0 0,-8 3 0 0 0,1 1 0 0 0,-1 0 0 0 0,0 0 0 0 0,0 1 0 0 0,0-1 0 0 0,-1 1 0 0 0,1 0 0 0 0,-1 1 0 0 0,0-1 0 0 0,0 1 0 0 0,1 0 0 0 0,7 9 0 0 0,132 144 0 0 0,-104-118 109 0 0,58 47 422 0 0,-31-32-3112 0 0,-62-52 1419 0 0</inkml:trace>
  <inkml:trace contextRef="#ctx1" brushRef="#br2" timeOffset="120407.48">5841 10024 10696 0 0,'0'0'389'0'0,"0"0"-146"0"0,0 0 311 0 0,0 0 166 0 0,0 0 31 0 0,0 0-10 0 0,0-2-70 0 0,9-33 2829 0 0,5 16-2934 0 0,-4 11-368 0 0,18-4 164 0 0,-24 13-373 0 0,1 0 1 0 0,-1 1-1 0 0,0 0 0 0 0,0-1 0 0 0,1 2 0 0 0,-1-1 0 0 0,0 0 0 0 0,-1 1 0 0 0,1 0 0 0 0,0 0 0 0 0,-1 0 0 0 0,0 0 0 0 0,0 0 0 0 0,0 1 0 0 0,0-1 0 0 0,0 1 1 0 0,-1 0-1 0 0,1 0 0 0 0,-1 0 0 0 0,0 0 0 0 0,0 0 0 0 0,-1 1 0 0 0,1-1 0 0 0,-1 1 0 0 0,1 2 11 0 0,-2 51-1072 0 0,-4-43 671 0 0,4-14 306 0 0,0-1 52 0 0,0 0 119 0 0,1-1 28 0 0,90-54 1615 0 0,-45 36-1106 0 0,-37 17-536 0 0,25 4 442 0 0,-32 0-493 0 0,0-1 1 0 0,0 1-1 0 0,0-1 0 0 0,0 1 0 0 0,0 0 0 0 0,0 0 0 0 0,-1 0 0 0 0,1 0 0 0 0,-1 0 0 0 0,1 0 1 0 0,-1 0-1 0 0,0 1 0 0 0,0-1 0 0 0,0 0 0 0 0,0 1 0 0 0,0-1 0 0 0,-1 1 0 0 0,1-1 0 0 0,-1 1 1 0 0,1-1-1 0 0,-1 1 0 0 0,0-1 0 0 0,0 1 0 0 0,0 0-26 0 0,0 5 24 0 0,-1-1 0 0 0,1 1 0 0 0,-1 0 1 0 0,0 0-1 0 0,-1-1 0 0 0,0 1 0 0 0,0-1 0 0 0,-1 1 0 0 0,0-1 0 0 0,0 0 0 0 0,-2 1-24 0 0,-39 71 76 0 0,-33 8-452 0 0,67-78 81 0 0,9-7 160 0 0,0-1 0 0 0,-1 1 1 0 0,1-1-1 0 0,0 1 0 0 0,-1-1 0 0 0,1 1 0 0 0,-1-1 1 0 0,1 0-1 0 0,-1 0 0 0 0,0 0 0 0 0,0 0 0 0 0,1 0 1 0 0,-1 0-1 0 0,0 0 0 0 0,0-1 0 0 0,0 1 0 0 0,0-1 1 0 0,0 1-1 0 0,0-1 0 0 0,0 0 0 0 0,0 1 1 0 0,0-1-1 0 0,0 0 0 0 0,0-1 0 0 0,-1 1 135 0 0,-6-7-1870 0 0</inkml:trace>
  <inkml:trace contextRef="#ctx1" brushRef="#br2" timeOffset="121414.81">6709 9381 8752 0 0,'0'0'318'0'0,"0"0"-19"0"0,0 0 694 0 0,0 0 325 0 0,0 0 67 0 0,0 0-86 0 0,0 0-421 0 0,0 0-187 0 0,-2 1-34 0 0,-43 42 2133 0 0,26-19-2211 0 0,2-2-424 0 0,1 1-1 0 0,1 0 0 0 0,1 2 0 0 0,1-1 0 0 0,1 2 1 0 0,-7 23-155 0 0,-30 109-174 0 0,4 55-2178 0 0,36-155-281 0 0,-2-43 884 0 0,9-13 756 0 0</inkml:trace>
  <inkml:trace contextRef="#ctx1" brushRef="#br2" timeOffset="121738.5">6376 9712 10664 0 0,'-47'-81'916'0'0,"16"29"3736"0"0,31 50-4493 0 0,0 0 0 0 0,0 0 0 0 0,1 1 0 0 0,-1-1 0 0 0,1 0 0 0 0,-1 0 1 0 0,1 1-1 0 0,0-1 0 0 0,-1 0 0 0 0,1 0 0 0 0,0 1 0 0 0,0-1 1 0 0,0 1-1 0 0,0-1 0 0 0,1 1 0 0 0,-1 0 0 0 0,0-1 0 0 0,1 1 0 0 0,-1 0 1 0 0,1 0-1 0 0,-1 0 0 0 0,1 0 0 0 0,-1 0 0 0 0,1 0 0 0 0,0 0 1 0 0,-1 0-1 0 0,2 0-159 0 0,2 1 50 0 0,1 0 0 0 0,0 0 0 0 0,0 0 1 0 0,-1 1-1 0 0,1-1 0 0 0,-1 1 1 0 0,1 1-1 0 0,-1-1 0 0 0,1 1 0 0 0,-1 0 1 0 0,0 0-1 0 0,1 1 0 0 0,-1-1 0 0 0,0 1 1 0 0,-1 0-1 0 0,1 0-50 0 0,20 11 98 0 0,130 72-98 0 0,61 41-946 0 0,-162-108-2864 0 0,-41-18 2391 0 0</inkml:trace>
  <inkml:trace contextRef="#ctx1" brushRef="#br2" timeOffset="122446.95">7033 9578 10696 0 0,'0'0'232'0'0,"0"-10"2269"0"0,0 7 4831 0 0,-14 91-7182 0 0,-9 2-358 0 0,11 4-954 0 0,29-82 1212 0 0,-14-12-55 0 0,1-1-1 0 0,-1 1 0 0 0,0-1 0 0 0,1 0 1 0 0,-1 0-1 0 0,1 0 0 0 0,-1 0 0 0 0,0 0 0 0 0,0-1 1 0 0,0 1-1 0 0,0-1 0 0 0,0 0 0 0 0,0 0 0 0 0,0 0 1 0 0,-1-1-1 0 0,1 1 0 0 0,-1 0 0 0 0,1-1 1 0 0,-1-1 5 0 0,6-3-3 0 0,57-56 3 0 0,-21 16 22 0 0,-35 27 284 0 0,-9 13-306 0 0,0 5-11 0 0,-1-1-1 0 0,0 1 0 0 0,0 0 1 0 0,0-1-1 0 0,0 1 0 0 0,0 0 1 0 0,-1 0-1 0 0,1 0 0 0 0,-1 0 1 0 0,1 0-1 0 0,-1 0 0 0 0,0 0 1 0 0,0 1-1 0 0,0-1 0 0 0,0 1 0 0 0,0-1 1 0 0,0 1-1 0 0,0-1 0 0 0,0 1 1 0 0,0 0-1 0 0,-1 0 12 0 0,-25-18 1744 0 0,26 19-1595 0 0,-3-1-133 0 0,-2-2 28 0 0,6 2 182 0 0,1 1 66 0 0,0 0 10 0 0,0 0-11 0 0,0 0-55 0 0,0 0-20 0 0,0 0-7 0 0,-4 10-110 0 0,13 20-272 0 0,21 21 479 0 0,41 69-488 0 0,-54-87 171 0 0,67 144-1945 0 0,-84-176 1520 0 0,0-1-11 0 0,0 0-183 0 0,0 0-769 0 0,0 0-340 0 0,0 0-68 0 0</inkml:trace>
  <inkml:trace contextRef="#ctx1" brushRef="#br2" timeOffset="123095.83">6342 9393 5256 0 0,'-2'1'282'0'0,"-35"9"3306"0"0,5-2-682 0 0,15-9 3893 0 0,83-45-6249 0 0,34-36-538 0 0,-45 42-14 0 0,25-14 250 0 0,70-13 560 0 0,-85 47-820 0 0,-63 20-68 0 0,-2 0-89 0 0,0 0-10 0 0,0 0 3 0 0,0 0-21 0 0,0 0-90 0 0,0 0-38 0 0,0 0-10 0 0,0 0-114 0 0,0 0-476 0 0,0 0-208 0 0,0 0-39 0 0</inkml:trace>
  <inkml:trace contextRef="#ctx1" brushRef="#br3" timeOffset="131828.97">12133 7820 10512 0 0,'0'0'306'0'0,"0"0"-4"0"0,0 0-112 0 0,0 0 249 0 0,0 0 128 0 0,0 0 29 0 0,0 0-7 0 0,0 0-45 0 0,0 0-21 0 0,0 0-3 0 0,0 0-14 0 0,0 0-56 0 0,0 0-31 0 0,0 0-3 0 0,0 0-10 0 0,0 0-45 0 0,0 0-17 0 0,0 0-7 0 0,0 0-14 0 0,-11 1 637 0 0,6 2-879 0 0,1 0 1 0 0,-1 0-1 0 0,1 0 1 0 0,0 1-1 0 0,0 0 0 0 0,0 0 1 0 0,1 0-1 0 0,-1 0 1 0 0,1 1-1 0 0,0-1 0 0 0,0 1 1 0 0,0 0-1 0 0,1 0 1 0 0,-1 0-1 0 0,1 0 0 0 0,1 0 1 0 0,-1 0-1 0 0,1 1 1 0 0,0-1-1 0 0,0 1-81 0 0,-7 117 111 0 0,8-103-29 0 0,1 98-66 0 0,0 16-16 0 0,-12 97 0 0 0,-6 62 0 0 0,12-202-106 0 0,1-20-266 0 0,0-31-38 0 0,-1-13-247 0 0,4-22 569 0 0,1-3-5909 0 0,0-2 4300 0 0</inkml:trace>
  <inkml:trace contextRef="#ctx1" brushRef="#br3" timeOffset="132550.43">12128 7714 10600 0 0,'0'0'308'0'0,"0"0"-2"0"0,-1-1-196 0 0,-2-1 3 0 0,3 1 410 0 0,0 1 170 0 0,0 0 38 0 0,0 0-46 0 0,-15-2 1748 0 0,-26 36-2181 0 0,21-8-163 0 0,1 2 0 0 0,1 0-1 0 0,1 1 1 0 0,2 0 0 0 0,0 2 0 0 0,3-1-1 0 0,-7 25-88 0 0,-13 47-1383 0 0,23-51 775 0 0,24-70 608 0 0,76-194 1975 0 0,-37 75-191 0 0,-41 98-1168 0 0,2 15-264 0 0,-14 23-347 0 0,1 0 0 0 0,0 0 0 0 0,0 1 0 0 0,0-1 0 0 0,0 1 0 0 0,0-1 0 0 0,0 1 0 0 0,0 0 0 0 0,1 0 0 0 0,-1 0 0 0 0,0 0 0 0 0,1 0 0 0 0,-1 0 0 0 0,1 1 0 0 0,-1-1 0 0 0,3 0-5 0 0,-5 1 0 0 0,10 1 19 0 0,-1-1-1 0 0,0 1 0 0 0,1 0 0 0 0,-1 1 0 0 0,0 0 1 0 0,0 1-1 0 0,0 0 0 0 0,0 0 0 0 0,0 1 1 0 0,-1 0-1 0 0,0 1 0 0 0,0 0 0 0 0,0 0 0 0 0,0 0 1 0 0,-1 1-1 0 0,0 1 0 0 0,0-1 0 0 0,0 1-18 0 0,41 44 0 0 0,-3 4-1969 0 0,-37-46 1458 0 0</inkml:trace>
  <inkml:trace contextRef="#ctx1" brushRef="#br3" timeOffset="138459.62">12394 9385 10912 0 0,'0'0'396'0'0,"0"0"-140"0"0,0 0 360 0 0,0 0 184 0 0,0 0 37 0 0,0 0-36 0 0,0 0-190 0 0,0 0-88 0 0,0 0-13 0 0,0 0-55 0 0,0 0-214 0 0,-2 1-90 0 0,-2 2 4 0 0,0 0 1 0 0,0 1-1 0 0,0 0 0 0 0,0-1 1 0 0,1 1-1 0 0,0 1 0 0 0,0-1 1 0 0,0 0-1 0 0,0 1 1 0 0,0 0-1 0 0,1-1 0 0 0,0 2-155 0 0,-3 2 98 0 0,-60 139 166 0 0,33-62-264 0 0,-48 143-376 0 0,41-121-448 0 0,11-47-520 0 0,19-41 769 0 0</inkml:trace>
  <inkml:trace contextRef="#ctx1" brushRef="#br3" timeOffset="138888.84">11919 9849 9480 0 0,'5'-74'440'0'0,"-2"11"1084"0"0,2 28 2137 0 0,4 3 305 0 0,-9 31-3896 0 0,1 0-1 0 0,0 0 0 0 0,-1 0 1 0 0,1 0-1 0 0,0 0 0 0 0,0 0 0 0 0,0 0 1 0 0,0 0-1 0 0,0 0 0 0 0,0 0 1 0 0,0 0-1 0 0,0 0 0 0 0,0 1 1 0 0,0-1-1 0 0,0 0 0 0 0,0 1 0 0 0,1-1 1 0 0,-1 1-1 0 0,0 0 0 0 0,0-1 1 0 0,1 1-1 0 0,-1 0 0 0 0,0 0 0 0 0,1-1 1 0 0,-1 1-1 0 0,0 0 0 0 0,0 0 1 0 0,1 1-1 0 0,-1-1 0 0 0,0 0 0 0 0,1 0 1 0 0,-1 1-1 0 0,0-1 0 0 0,1 0-69 0 0,44 22 2052 0 0,152 129-2052 0 0,-92-72-1797 0 0,-24-39 254 0 0,-69-36 939 0 0</inkml:trace>
  <inkml:trace contextRef="#ctx1" brushRef="#br3" timeOffset="139382.01">12513 9834 8752 0 0,'-1'-67'7252'0'0,"4"59"-6909"0"0,-1 0 0 0 0,1 1 0 0 0,0-1 0 0 0,1 1 0 0 0,0 0 0 0 0,0 0 0 0 0,1 1 0 0 0,-1-1 0 0 0,2 1 1 0 0,-1 0-1 0 0,0 0 0 0 0,1 1 0 0 0,0-1 0 0 0,1 1 0 0 0,-1 1 0 0 0,1-1 0 0 0,0 1 0 0 0,4-2-343 0 0,33-2 196 0 0,-21 24-196 0 0,-20-12-62 0 0,0 0-1 0 0,0 0 0 0 0,-1 0 1 0 0,1 0-1 0 0,-1 0 0 0 0,0 1 1 0 0,0-1-1 0 0,-1 1 0 0 0,1 0 0 0 0,-1-1 1 0 0,0 1-1 0 0,0 0 0 0 0,-1 0 1 0 0,1 0-1 0 0,-1 0 0 0 0,-1 4 63 0 0,3 9-178 0 0,-8 151-2759 0 0,-11-70-35 0 0,26-48 2417 0 0,-6-44 529 0 0,-2-6 30 0 0,-1 1 0 0 0,1-1 0 0 0,-1 0 0 0 0,1 0 0 0 0,0 0 1 0 0,-1 0-1 0 0,1 0 0 0 0,0 0 0 0 0,0 0 0 0 0,-1 0 0 0 0,1-1 0 0 0,0 1 1 0 0,0 0-1 0 0,0 0 0 0 0,0-1 0 0 0,0 1 0 0 0,0-1 0 0 0,0 1 1 0 0,0-1-1 0 0,1 1 0 0 0,-1-1 0 0 0,0 1 0 0 0,0-1 0 0 0,0 0 1 0 0,0 0-1 0 0,1 0 0 0 0,-1 0 0 0 0,0 0-4 0 0,4 1 60 0 0,-2-1 30 0 0,0 0 1 0 0,1 0-1 0 0,-1 0 1 0 0,0 0 0 0 0,1-1-1 0 0,-1 0 1 0 0,0 1 0 0 0,0-1-1 0 0,0-1 1 0 0,0 1-1 0 0,0 0 1 0 0,0-1 0 0 0,0 1-1 0 0,0-1 1 0 0,0 0-91 0 0,0 0 137 0 0,41-29 621 0 0,-12 2-549 0 0,17-28-1075 0 0,-40 45 373 0 0</inkml:trace>
  <inkml:trace contextRef="#ctx1" brushRef="#br3" timeOffset="139896.9">11825 9452 7600 0 0,'0'0'165'0'0,"0"0"87"0"0,0 0 281 0 0,0 0 126 0 0,0 0 21 0 0,0 0-17 0 0,0 0-101 0 0,0 0-46 0 0,0 0-10 0 0,0 0-17 0 0,0 0-60 0 0,0 0-21 0 0,0 0-6 0 0,0 0-22 0 0,0 0-84 0 0,0 0-38 0 0,0 0-8 0 0,0 0 32 0 0,0 0 148 0 0,0 0 67 0 0,0 0 13 0 0,5 0 514 0 0,3-1-860 0 0,0 0 0 0 0,0-1-1 0 0,0-1 1 0 0,0 1-1 0 0,-1-1 1 0 0,1 0 0 0 0,-1-1-1 0 0,0 0 1 0 0,6-4-164 0 0,8-4 159 0 0,53-24 353 0 0,68-31-208 0 0,-25 20-304 0 0,-34 19 0 0 0,-38 9-93 0 0,-4 3-1695 0 0,-33 16 1365 0 0</inkml:trace>
  <inkml:trace contextRef="#ctx1" brushRef="#br3" timeOffset="143618.64">13094 9124 8752 0 0,'13'-19'-267'0'0,"-9"13"2622"0"0,-1 1 4956 0 0,-37 53-6231 0 0,32-45-1073 0 0,-12 35 49 0 0,0 0 1 0 0,3 1-1 0 0,-5 27-56 0 0,2 40 0 0 0,-7 64-200 0 0,7-72-1136 0 0,5-54-215 0 0,5-28 943 0 0</inkml:trace>
  <inkml:trace contextRef="#ctx1" brushRef="#br3" timeOffset="143996.07">12774 9499 11856 0 0,'-43'-56'1358'0'0,"42"55"-1155"0"0,0 0-1 0 0,1 0 0 0 0,-1 0 1 0 0,1 0-1 0 0,-1 0 1 0 0,1-1-1 0 0,-1 1 0 0 0,1 0 1 0 0,-1 0-1 0 0,1 0 1 0 0,0-1-1 0 0,0 1 0 0 0,0 0 1 0 0,0-1-1 0 0,0 1 0 0 0,0 0 1 0 0,0 0-1 0 0,0-1 1 0 0,0 1-1 0 0,0 0 0 0 0,1 0 1 0 0,-1 0-1 0 0,1-1 1 0 0,-1 1-1 0 0,1 0 0 0 0,-1 0 1 0 0,1 0-1 0 0,0 0 1 0 0,-1 0-1 0 0,1 0 0 0 0,0 0 1 0 0,0 0-1 0 0,0 0-202 0 0,40-18 1862 0 0,26 19-1658 0 0,-51 5-251 0 0,-1 1 0 0 0,0 0 0 0 0,0 1 0 0 0,0 1 0 0 0,-1 0 0 0 0,0 1 0 0 0,0 0-1 0 0,-1 1 1 0 0,2 4 47 0 0,48 28 0 0 0,-40-27-147 0 0,1 0-1 0 0,1-1 1 0 0,0-2 0 0 0,0 0-1 0 0,1-2 1 0 0,1 0-1 0 0,5-1 148 0 0,4-2-2461 0 0,-23-6 1274 0 0</inkml:trace>
  <inkml:trace contextRef="#ctx1" brushRef="#br3" timeOffset="144641.49">13307 9508 10512 0 0,'0'0'306'0'0,"0"0"-4"0"0,0-2-194 0 0,32-57 4908 0 0,-22 43-4495 0 0,0 0 0 0 0,2 0 0 0 0,-1 1 0 0 0,2 1 0 0 0,0 0 0 0 0,1 0 0 0 0,0 2 0 0 0,1 0 0 0 0,1 0 0 0 0,0 1-521 0 0,30-21 17 0 0,-20 16-17 0 0,-21 16 0 0 0,2 5 0 0 0,-4-1-28 0 0,0 0-1 0 0,-1 0 1 0 0,0 0-1 0 0,0 1 1 0 0,0-1-1 0 0,0 1 1 0 0,-1-1-1 0 0,1 1 1 0 0,-1 0-1 0 0,0-1 0 0 0,-1 1 1 0 0,1 0-1 0 0,-1 0 1 0 0,0 0-1 0 0,0 0 1 0 0,-1 0-1 0 0,1-1 1 0 0,-1 3 28 0 0,0 13-119 0 0,-13 55-1262 0 0,5-44 394 0 0,10-30 883 0 0,12-1-60 0 0,76-59 1390 0 0,-62 47-400 0 0,-25 11-757 0 0,0 0 0 0 0,0 1 0 0 0,0-1 0 0 0,0 1 0 0 0,0-1 0 0 0,1 1 0 0 0,-1 0 0 0 0,0 0 0 0 0,0 0 0 0 0,0 0 0 0 0,0 1 0 0 0,0-1 0 0 0,0 1 0 0 0,0-1 0 0 0,0 1 0 0 0,0-1 0 0 0,0 1 0 0 0,0 0-1 0 0,0 0 1 0 0,0 0 0 0 0,0 0 0 0 0,0 1 0 0 0,-1-1 0 0 0,1 0 0 0 0,-1 1 0 0 0,1-1 0 0 0,-1 1 0 0 0,2 1-69 0 0,-1 2 84 0 0,1 0-19 0 0,0 1 0 0 0,0-1 1 0 0,-1 1-1 0 0,0 0 0 0 0,0 0 1 0 0,-1 0-1 0 0,1 0 0 0 0,-1 0 1 0 0,0 0-1 0 0,-1 0 1 0 0,0 1-1 0 0,0-1 0 0 0,0 3-65 0 0,-2 6 35 0 0,-1 0 0 0 0,0 0 0 0 0,-1 0 0 0 0,-1 0 1 0 0,0-1-1 0 0,-1 0 0 0 0,-2 5-35 0 0,-47 98 138 0 0,-17 50-288 0 0,63-138-1124 0 0,8-28 801 0 0,1-1-40 0 0,0 0-21 0 0,0 0-2 0 0</inkml:trace>
  <inkml:trace contextRef="#ctx1" brushRef="#br4" timeOffset="150696.91">9414 2523 6744 0 0,'0'1'252'0'0,"-3"4"-214"0"0,0-2 397 0 0,-21 15 1350 0 0,3-5-421 0 0,-3 6-673 0 0,4-9 1840 0 0,20-10-2503 0 0,0 1 1 0 0,-1-1 0 0 0,1 0-1 0 0,0 1 1 0 0,0-1 0 0 0,0 0-1 0 0,0 1 1 0 0,0-1 0 0 0,0 1-1 0 0,0-1 1 0 0,0 0 0 0 0,0 1-1 0 0,0-1 1 0 0,0 1 0 0 0,0-1-1 0 0,0 0 1 0 0,0 1 0 0 0,1-1-1 0 0,-1 0 1 0 0,0 1 0 0 0,0-1-1 0 0,0 0 1 0 0,1 1 0 0 0,-1-1 0 0 0,0 0-1 0 0,0 1 1 0 0,0-1 0 0 0,1 0-1 0 0,-1 1 1 0 0,0-1 0 0 0,1 0-1 0 0,-1 0 1 0 0,0 0 0 0 0,1 1-1 0 0,-1-1 1 0 0,0 0 0 0 0,1 0-1 0 0,-1 0 1 0 0,0 0 0 0 0,1 0-1 0 0,-1 1 1 0 0,1-1 0 0 0,-1 0-1 0 0,0 0 1 0 0,1 0 0 0 0,-1 0-1 0 0,1 0 1 0 0,-1 0 0 0 0,0 0-1 0 0,1 0 1 0 0,-1-1 0 0 0,1 1-1 0 0,-1 0 1 0 0,0 0 0 0 0,1 0-1 0 0,-1 0 1 0 0,0 0 0 0 0,1-1 0 0 0,-1 1-1 0 0,0 0 1 0 0,1 0-29 0 0,54-23 1178 0 0,-47 17-1098 0 0,30-17 19 0 0,2 1 0 0 0,0 1-1 0 0,1 3 1 0 0,1 1 0 0 0,19-4-99 0 0,63-16 284 0 0,110-51-284 0 0,113-59 165 0 0,-94 13 340 0 0,-129 64-345 0 0,-41 32-72 0 0,2 5 0 0 0,13-2-88 0 0,20-6 139 0 0,62-33-139 0 0,-62 34 107 0 0,184-73 31 0 0,-99 22 260 0 0,-88 36-641 0 0,-3 3 504 0 0,79-39-341 0 0,-107 43 80 0 0,-57 32 13 0 0,0 1 0 0 0,1 2 0 0 0,1 1 0 0 0,0 0-1 0 0,30-6-12 0 0,22-6 0 0 0,-32 14 0 0 0,13-2 0 0 0,-23 2 0 0 0,-34 8 0 0 0,-1 1 0 0 0,1-3 0 0 0</inkml:trace>
  <inkml:trace contextRef="#ctx1" brushRef="#br4" timeOffset="153261.56">9529 2334 8592 0 0,'0'0'250'0'0,"0"0"4"0"0,0 0-92 0 0,0 0 209 0 0,0 0 114 0 0,0 0 25 0 0,0 0 2 0 0,0 0 0 0 0,0 0 0 0 0,0 0 0 0 0,0 0 5 0 0,0 0 24 0 0,0 0 17 0 0,0 0 2 0 0,0 0-35 0 0,0 0-146 0 0,0 0-69 0 0,0 0-12 0 0,0 0-20 0 0,0 0-71 0 0,0 0-30 0 0,0 0-8 0 0,0 0-7 0 0,0 0-28 0 0,0 0-7 0 0,-1 1-6 0 0,-11 41 287 0 0,-3 14-312 0 0,-27 82-880 0 0,-4 7 1416 0 0,38-118-764 0 0,7-11 440 0 0,2-14-33 0 0,0-1-261 0 0,0-1 1 0 0,-1 1-1 0 0,1 0 0 0 0,0 0 0 0 0,0-1 1 0 0,0 1-1 0 0,0 0 0 0 0,0-1 0 0 0,0 1 1 0 0,0-1-1 0 0,0 1 0 0 0,0-1 0 0 0,0 1 1 0 0,1-1-1 0 0,-1 0 0 0 0,0 0 0 0 0,0 0 1 0 0,0 0-1 0 0,0 1 0 0 0,0-1 0 0 0,1-1 1 0 0,-1 1-1 0 0,0 0 0 0 0,0 0 0 0 0,0 0 1 0 0,0-1-1 0 0,0 1 0 0 0,0 0 0 0 0,1-1-14 0 0,45-14 256 0 0,88-53-408 0 0,-106 55-804 0 0,-15 6 392 0 0</inkml:trace>
  <inkml:trace contextRef="#ctx1" brushRef="#br4" timeOffset="160430.94">13635 581 6800 0 0,'0'0'144'0'0,"0"0"144"0"0,0 0 478 0 0,0 0 208 0 0,0 0 39 0 0,0 0-60 0 0,0 0-287 0 0,0 0-122 0 0,0 0-28 0 0,0 0-4 0 0,0 0 0 0 0,0 0 0 0 0,0 0 0 0 0,0 0-68 0 0,-1 1-290 0 0,-28 42 1895 0 0,0 28-2033 0 0,19-42-16 0 0,-10 30 0 0 0,-2-1 0 0 0,-23 40 0 0 0,21-52 0 0 0,8-14 0 0 0,-1-1 0 0 0,-1 0 0 0 0,-2-1 0 0 0,-21 23 0 0 0,-30 43-876 0 0,30-42-1167 0 0,33-46 1531 0 0</inkml:trace>
  <inkml:trace contextRef="#ctx1" brushRef="#br4" timeOffset="160888.75">13068 1057 8536 0 0,'-35'-57'604'0'0,"30"27"2008"0"0,14-5-656 0 0,8 12 56 0 0,9 6-449 0 0,14 11-781 0 0,-28 9-594 0 0,0 1-1 0 0,-1 0 1 0 0,1 0 0 0 0,-1 2 0 0 0,0-1 0 0 0,-1 1 0 0 0,0 1-1 0 0,8 6-187 0 0,31 17 28 0 0,150 92-144 0 0,-185-115 131 0 0,92 60 428 0 0,-56-25-741 0 0,-38-29-4871 0 0,-12-13 3603 0 0</inkml:trace>
  <inkml:trace contextRef="#ctx1" brushRef="#br4" timeOffset="161480.49">13754 990 10512 0 0,'0'0'306'0'0,"0"0"-4"0"0,0 0-76 0 0,0 0 401 0 0,0 0 196 0 0,-10-4 3188 0 0,4 1-3813 0 0,5 2-20 0 0,0 0 44 0 0,0-1-185 0 0,0 0 1 0 0,1 1-1 0 0,-1-1 1 0 0,1 0-1 0 0,0 0 1 0 0,-1 0-1 0 0,1 0 1 0 0,0 0-1 0 0,0 0 1 0 0,0 1-1 0 0,0-1 1 0 0,1 0-1 0 0,-1 0 1 0 0,0 0-1 0 0,1 0 1 0 0,0 0-1 0 0,-1 1 1 0 0,1-1-1 0 0,0 0 1 0 0,0 1-1 0 0,0-1 1 0 0,0 0-1 0 0,0 1 1 0 0,0-1-1 0 0,0 1 1 0 0,0-1-1 0 0,1 1 1 0 0,-1 0-1 0 0,2-1-37 0 0,45-35 931 0 0,-2 21-859 0 0,-44 16-58 0 0,1-1-1 0 0,-1 0 0 0 0,1 1 0 0 0,-1 0 0 0 0,1-1 0 0 0,-1 1 0 0 0,1 0 1 0 0,-1 0-1 0 0,0 1 0 0 0,1-1 0 0 0,-1 0 0 0 0,1 1 0 0 0,-1 0 1 0 0,1-1-1 0 0,-1 1 0 0 0,0 0 0 0 0,0 0 0 0 0,1 0 0 0 0,-1 1 1 0 0,0-1-1 0 0,0 0 0 0 0,0 1 0 0 0,0-1 0 0 0,0 1 0 0 0,-1 0 0 0 0,1 0 1 0 0,0 0-1 0 0,-1 0 0 0 0,0 0 0 0 0,1 0 0 0 0,-1 0 0 0 0,0 0 1 0 0,0 0-1 0 0,0 1 0 0 0,0-1 0 0 0,0 0 0 0 0,-1 1 0 0 0,1-1 0 0 0,-1 1 1 0 0,1-1-1 0 0,-1 0 0 0 0,0 1 0 0 0,0-1 0 0 0,0 1 0 0 0,0-1-13 0 0,-1 14-87 0 0,0 0 0 0 0,-1-1 0 0 0,-1 1 0 0 0,0-1-1 0 0,-1 0 1 0 0,-1 0 0 0 0,0 0 0 0 0,-1-1 0 0 0,0 1-1 0 0,-8 9 88 0 0,-24 43-362 0 0,16-16 328 0 0,22-50 38 0 0,0 0 0 0 0,0 1 0 0 0,0-1 0 0 0,1 0 0 0 0,-1 0 0 0 0,0 1 0 0 0,1-1 0 0 0,-1 0 0 0 0,1 0 0 0 0,0 0 0 0 0,-1 0 0 0 0,1 1 0 0 0,0-1 0 0 0,-1 0 0 0 0,1 0 0 0 0,0 0 0 0 0,0-1 0 0 0,0 1 0 0 0,0 0 0 0 0,0 0 0 0 0,0 0 0 0 0,0-1 0 0 0,0 1 0 0 0,0 0 0 0 0,0-1 0 0 0,1 1-1 0 0,-1-1 1 0 0,0 0 0 0 0,0 1 0 0 0,1-1 0 0 0,-1 0 0 0 0,0 0 0 0 0,0 1 0 0 0,1-1 0 0 0,-1 0 0 0 0,0 0 0 0 0,0-1 0 0 0,1 1-4 0 0,97-14 475 0 0,20-11 1159 0 0,-26 4-1298 0 0,-55 7-4088 0 0,-37 14 1825 0 0</inkml:trace>
  <inkml:trace contextRef="#ctx1" brushRef="#br4" timeOffset="165602.29">14402 494 6808 0 0,'0'0'385'0'0,"0"0"410"0"0,0 0 182 0 0,0 0 42 0 0,0 0 5 0 0,0 0 0 0 0,0 0 0 0 0,0 0 0 0 0,0 0-70 0 0,0 0-288 0 0,0 0-122 0 0,-1 1-29 0 0,-35 26 101 0 0,2 13-38 0 0,17-2-164 0 0,-24 85-1302 0 0,-2 25 808 0 0,29-72-494 0 0,-9-17-2595 0 0,19-51 2337 0 0</inkml:trace>
  <inkml:trace contextRef="#ctx1" brushRef="#br4" timeOffset="165975.87">14042 636 9208 0 0,'-38'-31'2688'0'0,"38"31"-1914"0"0,0 0-104 0 0,0 0-44 0 0,0 0-8 0 0,0 0-30 0 0,0-9 294 0 0,2 7-807 0 0,0 0 0 0 0,0 1 0 0 0,0-1 0 0 0,1 1 1 0 0,-1-1-1 0 0,0 1 0 0 0,1 0 0 0 0,-1 0 0 0 0,0 0 0 0 0,1 0 0 0 0,-1 0 0 0 0,1 0 0 0 0,0 1 0 0 0,-1-1 0 0 0,1 1 0 0 0,0 0 0 0 0,-1 0 1 0 0,1 0-1 0 0,-1 0 0 0 0,1 0 0 0 0,0 1 0 0 0,-1-1 0 0 0,1 1 0 0 0,1 0-75 0 0,-1-1 3 0 0,6 1-49 0 0,-1 0-1 0 0,1 0 0 0 0,0 0 1 0 0,-1 1-1 0 0,1 0 0 0 0,-1 1 1 0 0,0 0-1 0 0,0 0 0 0 0,5 3 47 0 0,65 50 204 0 0,30 85 699 0 0,-69-97-1071 0 0,-29-33-27 0 0,-1 0-1 0 0,2-1 0 0 0,0 0 1 0 0,0 0-1 0 0,0-1 1 0 0,1-1-1 0 0,1 0 1 0 0,-1-1-1 0 0,7 3 196 0 0,-10-6-1144 0 0,0-4-338 0 0</inkml:trace>
  <inkml:trace contextRef="#ctx1" brushRef="#br4" timeOffset="166411.22">14589 758 12568 0 0,'0'0'366'0'0,"0"-13"148"0"0,0 10-305 0 0,0-1 1 0 0,0 1 0 0 0,0-1 0 0 0,1 1 0 0 0,0-1-1 0 0,0 1 1 0 0,0 0 0 0 0,0-1 0 0 0,0 1 0 0 0,1 0 0 0 0,-1 0-1 0 0,1 0 1 0 0,0 0 0 0 0,0 0 0 0 0,0 0 0 0 0,0 0-1 0 0,0 0 1 0 0,1 1 0 0 0,0-1 0 0 0,-1 1 0 0 0,1 0-1 0 0,0 0-209 0 0,59-26 1456 0 0,-56 25-1408 0 0,0 2 0 0 0,0-1 0 0 0,0 0 0 0 0,0 1 0 0 0,0 0 0 0 0,0 0 0 0 0,0 1-1 0 0,0 0 1 0 0,0 0 0 0 0,0 0 0 0 0,4 2-48 0 0,-7-2-79 0 0,11 13-393 0 0,-12-6 464 0 0,-1 0-1 0 0,0 0 0 0 0,0 0 0 0 0,0 0 0 0 0,-1 0 0 0 0,0 0 0 0 0,0 0 1 0 0,0 0-1 0 0,-1 0 0 0 0,-1 0 0 0 0,0 5 9 0 0,-7 35-1424 0 0,9-45 1029 0 0,74-34 647 0 0,-61 29 732 0 0,-11 3-541 0 0,0 1-437 0 0,-1 0 0 0 0,1 0-1 0 0,-1 0 1 0 0,1 0 0 0 0,-1 0 0 0 0,0 0-1 0 0,1 1 1 0 0,-1-1 0 0 0,0 1 0 0 0,0-1-1 0 0,0 1 1 0 0,0-1 0 0 0,0 1 0 0 0,0 0-1 0 0,-1-1 1 0 0,1 1 0 0 0,0 0 0 0 0,-1 0-1 0 0,1-1 1 0 0,-1 1 0 0 0,0 0 0 0 0,0 0-1 0 0,0 0 1 0 0,0 0 0 0 0,0 0 0 0 0,0-1-1 0 0,0 1 1 0 0,0 0 0 0 0,-1 0-6 0 0,1 5-2 0 0,-1 5 2 0 0,-1 1 0 0 0,0-1 0 0 0,-1 0 0 0 0,0 0 0 0 0,-1 0 0 0 0,0-1 0 0 0,-1 1 0 0 0,-1-1 0 0 0,0 1 0 0 0,-1 3-224 0 0,0-1 0 0 0,-1 0 0 0 0,-1 0-1 0 0,0-1 1 0 0,-1 0 0 0 0,0 0-1 0 0,-1-1 1 0 0,-1-1 0 0 0,-12 10 224 0 0,8-12-1149 0 0,2-5-219 0 0</inkml:trace>
  <inkml:trace contextRef="#ctx1" brushRef="#br4" timeOffset="166899.4">13865 387 10536 0 0,'0'0'308'0'0,"0"0"-2"0"0,0 0-127 0 0,0 0 192 0 0,0 0 107 0 0,0 0 24 0 0,0 0 24 0 0,0 0 96 0 0,0 0 39 0 0,0 0 10 0 0,5-3 399 0 0,98-48 1698 0 0,-46 27-2367 0 0,124-79-401 0 0,-109 56-305 0 0,-54 35 114 0 0</inkml:trace>
  <inkml:trace contextRef="#ctx1" brushRef="#br4" timeOffset="167354.16">14987 9 10696 0 0,'0'0'232'0'0,"1"-1"-14"0"0,2-5-95 0 0,-3 4 270 0 0,0 2 106 0 0,0 0 12 0 0,0 0-18 0 0,0 0-77 0 0,0 0-31 0 0,0 0-7 0 0,0 0-34 0 0,0 0-135 0 0,0 0-60 0 0,0 0-11 0 0,0 2 19 0 0,-19 41 494 0 0,3 1 0 0 0,1 0 0 0 0,-6 39-651 0 0,17-70-24 0 0,-36 122-1064 0 0,9-41-29 0 0,9-39-380 0 0,13-39 209 0 0</inkml:trace>
  <inkml:trace contextRef="#ctx1" brushRef="#br4" timeOffset="167733.57">14800 257 10696 0 0,'-8'-22'596'0'0,"8"21"-441"0"0,0 0 1 0 0,-1 1 0 0 0,1-1 0 0 0,0 0-1 0 0,0 0 1 0 0,0 1 0 0 0,0-1 0 0 0,-1 0-1 0 0,1 0 1 0 0,0 1 0 0 0,1-1 0 0 0,-1 0-1 0 0,0 0 1 0 0,0 1 0 0 0,0-1 0 0 0,0 0-1 0 0,0 0 1 0 0,1 1 0 0 0,-1-1-1 0 0,0 0 1 0 0,1 1 0 0 0,-1-1 0 0 0,0 0-1 0 0,1 1 1 0 0,-1-1 0 0 0,1 0 0 0 0,-1 1-1 0 0,1-1 1 0 0,0 1 0 0 0,-1-1 0 0 0,1 1-1 0 0,-1 0 1 0 0,1-1 0 0 0,0 0-156 0 0,40 4 1587 0 0,-25 7-1523 0 0,-1 1 0 0 0,0 0 1 0 0,-1 1-1 0 0,-1 0 0 0 0,0 1 0 0 0,0 0 0 0 0,-2 1 0 0 0,0 1 0 0 0,0 1-64 0 0,31 34 0 0 0,-12-18-190 0 0,-7-4-717 0 0,-15-20 460 0 0</inkml:trace>
  <inkml:trace contextRef="#ctx1" brushRef="#br4" timeOffset="168497.74">15324 194 12152 0 0,'0'0'356'0'0,"0"0"-7"0"0,0 0-138 0 0,0 0 230 0 0,0 0 126 0 0,0 0 29 0 0,0 0-34 0 0,0 0-156 0 0,0 0-72 0 0,0 0-12 0 0,0 0-13 0 0,0 0-44 0 0,0 0-17 0 0,0 0-7 0 0,0 2-41 0 0,-27 96 304 0 0,-7-25-557 0 0,12-32-30 0 0,13-13-42 0 0,9-26 118 0 0,0-1 1 0 0,0 1-1 0 0,0-1 0 0 0,1 1 1 0 0,-1 0-1 0 0,1-1 0 0 0,-1 1 1 0 0,1-1-1 0 0,0 1 0 0 0,-1-1 1 0 0,1 0-1 0 0,0 1 0 0 0,0-1 1 0 0,0 0-1 0 0,0 1 0 0 0,0-1 1 0 0,0 0-1 0 0,1 0 0 0 0,-1 0 1 0 0,0 0-1 0 0,1 0 0 0 0,-1 0 1 0 0,0 0-1 0 0,1-1 0 0 0,-1 1 1 0 0,1 0-1 0 0,-1-1 0 0 0,1 1 1 0 0,-1-1-1 0 0,1 0 0 0 0,0 1 1 0 0,-1-1-1 0 0,1 0 0 0 0,0 0 1 0 0,0 0 6 0 0,60-5-218 0 0,-8-10 218 0 0,-27 3 0 0 0,11-6 128 0 0,-32 14-128 0 0,-5 3 0 0 0,1 0 0 0 0,0 0 0 0 0,-1 0 0 0 0,1 0 0 0 0,-1-1 0 0 0,1 1 0 0 0,-1 0 0 0 0,1-1 0 0 0,-1 1 0 0 0,0-1 0 0 0,1 1 0 0 0,-1-1 0 0 0,0 0 0 0 0,0 1 0 0 0,0-1 0 0 0,0 0 0 0 0,-1 0 0 0 0,1 0 0 0 0,0 0 0 0 0,-1 0 0 0 0,1 0 0 0 0,-24-52 113 0 0,5 24-32 0 0,-3-5 485 0 0,4 13 626 0 0,17 21-1077 0 0,0 1-23 0 0,0 0-11 0 0,0 0-1 0 0,0 0-1 0 0,0 0-7 0 0,0 16-233 0 0,18 67 395 0 0,11 22-250 0 0,3 5-504 0 0,-18-61 608 0 0,-1 5-685 0 0,-9-23-2007 0 0,-3-28 1675 0 0,3 3-20 0 0</inkml:trace>
  <inkml:trace contextRef="#ctx1" brushRef="#br5" timeOffset="-183747.83">3934 4356 5984 0 0,'0'0'253'0'0,"0"0"-10"0"0,0 0-3 0 0,-1 2 0 0 0,-16 46 1648 0 0,8-30-863 0 0,-22 56 2035 0 0,17-39-1868 0 0,1 20-20 0 0,17-7-1149 0 0,1-21-23 0 0,9 17 553 0 0,-9-27-153 0 0,16 100 81 0 0,-21 89-356 0 0,13-89-61 0 0,9 8 11 0 0,-13-41 117 0 0,-5-38-128 0 0,5 39 0 0 0,0 8-11 0 0,1-7-53 0 0,7 18 1194 0 0,-12-56-1105 0 0,-2 153 156 0 0,-6-63-21 0 0,-1-17-224 0 0,4 269 128 0 0,-5-349-61 0 0,1 16 26 0 0,0-2 54 0 0,4 48-131 0 0,-4-24-123 0 0,-1-43 227 0 0,5-1 448 0 0,0 18-352 0 0,-4-35-141 0 0,3 1 45 0 0,-3 0-27 0 0,-1 8-18 0 0,-5 0 96 0 0,7-17-161 0 0,2-1 2 0 0,-2-2 36 0 0,-6 29 82 0 0,8-30-109 0 0,1-3 22 0 0,0 5-22 0 0,0-4 22 0 0,1 1-33 0 0,3 0-10 0 0,14 6 0 0 0,-9-11 0 0 0,129-50-117 0 0,-20 32 96 0 0,60 16-97 0 0,-37-1 54 0 0,-82-1 78 0 0,86 3 108 0 0,-38 6-274 0 0,-1 7 152 0 0,24 3 0 0 0,7-7 235 0 0,-22-25-470 0 0,-61 10 235 0 0,34 3 0 0 0,85 11 0 0 0,-120-2 0 0 0,3-1 130 0 0,-2-7-61 0 0,-22-2-204 0 0,12 4 135 0 0,177-2 0 0 0,-66 3 0 0 0,-83 1 0 0 0,34-21 64 0 0,-27 3 54 0 0,-8 6-108 0 0,19 11-10 0 0,22 0 0 0 0,-60 4 0 0 0,5 3 0 0 0,-33-3 0 0 0,36-3 122 0 0,-23 0-46 0 0,-29 1-12 0 0,1-2-108 0 0,0 1-36 0 0,35 3 62 0 0,-35-5 18 0 0,9-11 64 0 0,-2-35 54 0 0,-12 7-108 0 0,1-25-10 0 0,-1-18 1416 0 0,-2 16-808 0 0,-3-84-704 0 0,-3 21 243 0 0,-5 36-19 0 0,-12-100 107 0 0,12 113-225 0 0,-5-46-10 0 0,-8-10 0 0 0,-9 33-22 0 0,0-2-324 0 0,4-25 346 0 0,11-13 0 0 0,15 40 0 0 0,6 35 0 0 0,-3-176 0 0 0,2 170 0 0 0,7-42 0 0 0,1-3 0 0 0,-7 40 0 0 0,-5-111 82 0 0,4 99-172 0 0,-4-14 354 0 0,-4 56-489 0 0,4 17 449 0 0,0 33-351 0 0,1-2 21 0 0,2-3 84 0 0,-3 0 22 0 0,-1-2 0 0 0,-6 3 0 0 0,-32 0 283 0 0,-34 11 120 0 0,-139-3-393 0 0,101 0 1 0 0,-13 0-280 0 0,5-3 377 0 0,-72-5 98 0 0,-88 14-504 0 0,120-9 7 0 0,-59-12 880 0 0,-21 21-510 0 0,118-9-815 0 0,52-5 1209 0 0,-30-7-801 0 0,-91-9 936 0 0,8 16-1424 0 0,118 5 1418 0 0,25-6-364 0 0,-19 1-238 0 0,10-3 250 0 0,0 3 0 0 0,-1 2 1 0 0,-36 3-251 0 0,19-1 136 0 0,35 3-1729 0 0,9 2 1427 0 0,-19 6 166 0 0,4 8 98 0 0,35-18 0 0 0,1 0 118 0 0,-41 28-216 0 0,35-22 58 0 0,0-1 0 0 0,1 1 0 0 0,0 1-1 0 0,0-1 1 0 0,1 1 0 0 0,0 0 0 0 0,0 0-1 0 0,-2 7-57 0 0,-4 4 30 0 0,-20 37-30 0 0,-3 40 0 0 0,11 8-392 0 0,22-95 193 0 0,0 0-1 0 0,0 0 1 0 0,1 0-1 0 0,0 0 1 0 0,1 0-1 0 0,0 0 0 0 0,0 0 1 0 0,1 0-1 0 0,2 4 200 0 0,1-1-1396 0 0,7 0-356 0 0</inkml:trace>
  <inkml:trace contextRef="#ctx1" brushRef="#br5" timeOffset="-179939.34">3992 5270 8592 0 0,'0'0'250'0'0,"0"0"4"0"0,0 0-92 0 0,0 0 209 0 0,0 0 114 0 0,0 0 25 0 0,0 0-13 0 0,-2 2-60 0 0,-3 3-21 0 0,3-4-6 0 0,2-1-12 0 0,-1 1-39 0 0,-5 1-20 0 0,4-1-3 0 0,-8 0 574 0 0,6 0-672 0 0,-1 0 0 0 0,1 0 0 0 0,0-1 0 0 0,0 0 0 0 0,0 1 0 0 0,0-1 0 0 0,0-1 0 0 0,-1 1 0 0 0,1-1 0 0 0,0 1 0 0 0,0-1 0 0 0,0 0 0 0 0,0-1 0 0 0,0 1 0 0 0,0-1 0 0 0,-3-2-238 0 0,-17-4 553 0 0,-38-11 447 0 0,-80-26 224 0 0,-67-40-184 0 0,14 13-433 0 0,161 62-430 0 0,-128-42-9 0 0,-89-27-312 0 0,51 4 200 0 0,62 24-176 0 0,86 27 120 0 0,22 12 0 0 0,2-1 0 0 0,-1-2 0 0 0,2-1 0 0 0,0-1 0 0 0,0-1 0 0 0,-128-131 424 0 0,13 23-632 0 0,21 32 376 0 0,24 31-168 0 0,25 7 0 0 0,43 27 0 0 0,24 23 0 0 0,1 0 0 0 0,4 1-12 0 0,-1 3-36 0 0,-2-1 50 0 0,2 2-28 0 0,5-5-967 0 0,-3 4 358 0 0</inkml:trace>
  <inkml:trace contextRef="#ctx1" brushRef="#br5" timeOffset="-178994.58">1593 4108 11552 0 0,'0'0'334'0'0,"-5"-7"126"0"0,-16-14 2466 0 0,20 21-2528 0 0,1 0-12 0 0,0 0-24 0 0,0 0-90 0 0,0 0-44 0 0,-2 0-11 0 0,0 2-201 0 0,0-1 0 0 0,0 0 0 0 0,0 0 0 0 0,0 1 0 0 0,0-1 0 0 0,0 1-1 0 0,0 0 1 0 0,1-1 0 0 0,-1 1 0 0 0,0 0 0 0 0,1 0 0 0 0,0 0-1 0 0,-1 0 1 0 0,1 1 0 0 0,0-1 0 0 0,0 0 0 0 0,0 0 0 0 0,0 1 0 0 0,1-1-1 0 0,-1 1 1 0 0,1-1 0 0 0,-1 0 0 0 0,1 1 0 0 0,0-1 0 0 0,0 3-16 0 0,-1 4 67 0 0,5 98-243 0 0,13 7 411 0 0,-15-95-346 0 0,-2-19 109 0 0,0 0 0 0 0,0-1 1 0 0,0 1-1 0 0,1 0 0 0 0,-1 0 1 0 0,0 0-1 0 0,0 0 0 0 0,0 0 1 0 0,0-1-1 0 0,0 1 0 0 0,0 0 1 0 0,1 0-1 0 0,-1 0 0 0 0,0 0 0 0 0,0 0 1 0 0,0 0-1 0 0,0 0 0 0 0,0 0 1 0 0,1 0-1 0 0,-1 0 0 0 0,0 0 1 0 0,0 0-1 0 0,0 0 0 0 0,0 0 1 0 0,1 0-1 0 0,-1 0 0 0 0,0 0 0 0 0,0 0 1 0 0,0 0-1 0 0,0 0 0 0 0,1 0 1 0 0,-1 0-1 0 0,0 0 0 0 0,0 0 1 0 0,0 0-1 0 0,0 0 0 0 0,1 0 1 0 0,-1 0-1 0 0,0 0 0 0 0,0 0 0 0 0,0 0 1 0 0,0 1-1 0 0,0-1 0 0 0,1 0 1 0 0,-1 0-1 0 0,0 0 0 0 0,0 0 1 0 0,0 0-1 0 0,0 0 0 0 0,0 1 1 0 0,0-1-1 0 0,0 0 0 0 0,0 0 0 0 0,0 0 2 0 0,9-50 0 0 0,-5 2 0 0 0,5-67 531 0 0,1 2 610 0 0,11 27-897 0 0,-16 74 56 0 0,-4 12-222 0 0,-1 0-6 0 0,0 0 13 0 0,1-1-16 0 0,2 0-55 0 0,-1 0-1 0 0,0 0 1 0 0,1 0-1 0 0,0 0 1 0 0,-1 0-1 0 0,1 1 0 0 0,0-1 1 0 0,-1 1-1 0 0,1 0 1 0 0,0 0-1 0 0,-1 0 0 0 0,1 0 1 0 0,0 0-1 0 0,0 0 1 0 0,-1 1-1 0 0,1 0 1 0 0,-1-1-1 0 0,1 1 0 0 0,0 0 1 0 0,0 0-14 0 0,14 4-119 0 0,41 8 83 0 0,-12-6 217 0 0,-26-7-782 0 0,-11-3 235 0 0</inkml:trace>
  <inkml:trace contextRef="#ctx1" brushRef="#br5" timeOffset="-171930.6">595 3551 11520 0 0,'0'0'334'0'0,"-2"0"5"0"0,-5 0-218 0 0,-8 2 238 0 0,7 3 178 0 0,5-3-231 0 0,-2 1-30 0 0,-1 1 0 0 0,1 0 1 0 0,0 1-1 0 0,0-1 0 0 0,0 1 1 0 0,1 0-1 0 0,0 0 0 0 0,0 1 1 0 0,0-1-1 0 0,0 1 0 0 0,1 0 0 0 0,0 1-276 0 0,-15 39 456 0 0,-2 48-104 0 0,17-63-308 0 0,-15 134-289 0 0,0-14 217 0 0,-4-18-1438 0 0,14-89-22 0 0,4-33 976 0 0</inkml:trace>
  <inkml:trace contextRef="#ctx1" brushRef="#br5" timeOffset="-171534.87">342 4002 7448 0 0,'-57'-75'5614'0'0,"52"36"-3430"0"0,13 27-1141 0 0,-6 10-960 0 0,-1 0 1 0 0,1 0 0 0 0,0 0-1 0 0,0 1 1 0 0,0-1 0 0 0,0 1-1 0 0,0 0 1 0 0,0-1 0 0 0,1 1-1 0 0,-1 0 1 0 0,0 0-1 0 0,1 0 1 0 0,-1 1 0 0 0,1-1-1 0 0,-1 0 1 0 0,1 1 0 0 0,-1 0-1 0 0,1-1 1 0 0,-1 1 0 0 0,1 0-1 0 0,-1 1 1 0 0,1-1 0 0 0,-1 0-1 0 0,1 1 1 0 0,-1-1-1 0 0,1 1 1 0 0,-1 0 0 0 0,1 0-1 0 0,-1 0 1 0 0,0 0 0 0 0,0 0-1 0 0,1 0 1 0 0,-1 1 0 0 0,0-1-1 0 0,0 1 1 0 0,0-1-1 0 0,0 1-83 0 0,107 108 168 0 0,25 24-809 0 0,-116-118-64 0 0,-9-12 307 0 0</inkml:trace>
  <inkml:trace contextRef="#ctx1" brushRef="#br5" timeOffset="-171074.17">727 3895 9664 0 0,'0'0'353'0'0,"0"0"-93"0"0,-3-6 998 0 0,3 4 5612 0 0,6 4-6772 0 0,-1 0 1 0 0,1 0-1 0 0,-1 0 1 0 0,0 1 0 0 0,1 0-1 0 0,-1 0 1 0 0,-1 0-1 0 0,1 1 1 0 0,0-1-1 0 0,-1 1 1 0 0,0 0 0 0 0,0 1-1 0 0,0-1 1 0 0,-1 1-1 0 0,1-1 1 0 0,1 4-99 0 0,3 2 60 0 0,36 46-113 0 0,4 34-441 0 0,-17 4-947 0 0,-30-93 750 0 0,-1-1-723 0 0,0 0-311 0 0</inkml:trace>
  <inkml:trace contextRef="#ctx1" brushRef="#br5" timeOffset="-170559.89">72 3587 9376 0 0,'-27'8'637'0'0,"-16"7"1892"0"0,42-14-2081 0 0,1-1-6 0 0,0 0-2 0 0,0 0 0 0 0,0 0 0 0 0,0 0 0 0 0,0 0-14 0 0,0 0-54 0 0,0 0-20 0 0,0 0-7 0 0,0 0-23 0 0,0 0-96 0 0,0 0-39 0 0,0 0-10 0 0,0 0 1 0 0,18-5 372 0 0,79-33 842 0 0,27-22-372 0 0,-58 5-738 0 0,-3-14-112 0 0,-28 27-106 0 0,-32 36-118 0 0,17 6-3720 0 0,-12 7 2475 0 0</inkml:trace>
  <inkml:trace contextRef="#ctx1" brushRef="#br5" timeOffset="-170182.06">1065 3232 9704 0 0,'0'-7'562'0'0,"0"-1"-463"0"0,4-19 2258 0 0,-4 26-1801 0 0,0 1-20 0 0,0 0-6 0 0,0 0-26 0 0,0 0-100 0 0,0 0-42 0 0,0 0-8 0 0,0 0-13 0 0,0 0-47 0 0,0 0-26 0 0,0 0-4 0 0,0 0-16 0 0,0 0-66 0 0,0 0-29 0 0,0 0-8 0 0,-1 1-9 0 0,-4 16-72 0 0,-1 0 0 0 0,2 1 0 0 0,1-1 1 0 0,0 0-1 0 0,1 1 0 0 0,1 0 0 0 0,0 0 0 0 0,2-1 0 0 0,1 12-64 0 0,-1 17-14 0 0,-1 210-4002 0 0,0-240 3026 0 0,4 0-30 0 0</inkml:trace>
  <inkml:trace contextRef="#ctx1" brushRef="#br5" timeOffset="-169621.68">972 3335 7448 0 0,'-17'-22'1093'0'0,"8"10"5038"0"0,13 35-1161 0 0,31 31-4737 0 0,1-10-594 0 0,44 54 806 0 0,13-11-827 0 0,-54-55-597 0 0,-2-3-1926 0 0,-29-23 2172 0 0</inkml:trace>
  <inkml:trace contextRef="#ctx1" brushRef="#br5" timeOffset="-169026.64">1415 3525 11280 0 0,'-2'-5'208'0'0,"0"0"0"0"0,0 0 0 0 0,0 1 1 0 0,1-1-1 0 0,0 0 0 0 0,0 0 0 0 0,0-1 1 0 0,0 1-1 0 0,1 0 0 0 0,0 0 0 0 0,0 0 0 0 0,1 0 1 0 0,-1 0-1 0 0,1 0 0 0 0,0-1 0 0 0,0 1 1 0 0,1 1-1 0 0,-1-1 0 0 0,1 0 0 0 0,0 0 1 0 0,1 1-1 0 0,0-2-208 0 0,16-28 1188 0 0,26-21 66 0 0,-13 38-787 0 0,-30 18-414 0 0,3 4-103 0 0,-1 1-1 0 0,-1 0 0 0 0,1 0 0 0 0,-1 1 0 0 0,0-1 0 0 0,-1 1 0 0 0,0-1 0 0 0,0 1 0 0 0,0 0 0 0 0,0 0 0 0 0,-1 0 1 0 0,-1 0-1 0 0,1 0 0 0 0,-1 0 0 0 0,0 0 0 0 0,-1 0 0 0 0,1 0 0 0 0,-1 0 0 0 0,-1 0 0 0 0,1 0 0 0 0,-1 0 0 0 0,-3 5 51 0 0,-13 52-1299 0 0,14-53 1135 0 0,4-9 100 0 0,0-2-2 0 0,0 0-4 0 0,0 0-2 0 0,0 0 0 0 0,0 0-4 0 0,0 0-16 0 0,0 0-4 0 0,1-1 0 0 0,42-46 689 0 0,-25 24 107 0 0,3-1 146 0 0,-13 15 145 0 0,-7 9-962 0 0,0-1 1 0 0,0 1-1 0 0,0 0 0 0 0,0-1 0 0 0,0 1 0 0 0,0 0 1 0 0,0 0-1 0 0,0 0 0 0 0,0 0 0 0 0,0 0 1 0 0,0 0-1 0 0,0 0 0 0 0,1 0 0 0 0,-1 0 0 0 0,0 1 1 0 0,0-1-1 0 0,0 0 0 0 0,0 1 0 0 0,0-1 1 0 0,0 0-1 0 0,0 1 0 0 0,0-1 0 0 0,0 1 0 0 0,-1 0 1 0 0,1-1-1 0 0,0 1 0 0 0,0 0 0 0 0,0 0 1 0 0,-1-1-1 0 0,1 1 0 0 0,0 0 0 0 0,-1 0 0 0 0,1 0 1 0 0,0 0-1 0 0,-1 0 0 0 0,1 0 0 0 0,-1 0 1 0 0,0 0-30 0 0,12 45 168 0 0,-14-28-116 0 0,0 0-1 0 0,-2 0 1 0 0,0 0 0 0 0,-1-1 0 0 0,0 1 0 0 0,-2-1-1 0 0,-2 5-51 0 0,-2 5-76 0 0,-24 59-330 0 0,5-7 50 0 0,20-65-2956 0 0,1-13 1619 0 0</inkml:trace>
</inkml:ink>
</file>

<file path=ppt/ink/ink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01:23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364 87 10448 0 0,'6'-8'469'0'0,"1"-5"-463"0"0,-2 2 135 0 0,15-28 5306 0 0,-19 38-4751 0 0,-14-13 3492 0 0,-13 14-3276 0 0,21 2-869 0 0,0 0 0 0 0,0 0-1 0 0,0 0 1 0 0,0 1 0 0 0,0-1 0 0 0,1 1-1 0 0,-1 1 1 0 0,1-1 0 0 0,0 1 0 0 0,0-1-1 0 0,0 1 1 0 0,0 0 0 0 0,1 0-1 0 0,0 1 1 0 0,-1-1 0 0 0,2 1 0 0 0,-1 0-1 0 0,0 0 1 0 0,1 0 0 0 0,-1 2-43 0 0,-4 7 189 0 0,-1 4-202 0 0,1 0 0 0 0,1 1-1 0 0,1 0 1 0 0,1 0 0 0 0,1 0-1 0 0,0 1 1 0 0,1-1 0 0 0,1 1-1 0 0,1-1 1 0 0,1 1 0 0 0,1 0-1 0 0,2 7 14 0 0,30 130-59 0 0,-18-100 46 0 0,24 147 191 0 0,-26-131-244 0 0,-4 1 0 0 0,-2-1 0 0 0,-4 2 0 0 0,-5 61 66 0 0,-2-96-136 0 0,-2 1 1 0 0,-1-1 0 0 0,-3 0-1 0 0,-4 10 136 0 0,-9 9-684 0 0,21-57 580 0 0,-1 1-1 0 0,1 0 1 0 0,-1-1-1 0 0,1 1 1 0 0,-1-1-1 0 0,0 0 1 0 0,0 0-1 0 0,0 0 1 0 0,0 0-1 0 0,0 0 1 0 0,0 0-1 0 0,-1 0 1 0 0,1 0-1 0 0,-1-1 1 0 0,1 0-1 0 0,-2 1 105 0 0,-27 0-4023 0 0,21-7 2143 0 0</inkml:trace>
  <inkml:trace contextRef="#ctx0" brushRef="#br0" timeOffset="328.4">0 836 13048 0 0,'0'0'381'0'0,"0"0"-5"0"0,5-5-221 0 0,27-26 2711 0 0,48-20-598 0 0,-1 13-2071 0 0,2 2-1 0 0,63-16-196 0 0,-82 28-1632 0 0,-39 12-191 0 0</inkml:trace>
  <inkml:trace contextRef="#ctx0" brushRef="#br0" timeOffset="815.99">860 981 11344 0 0,'0'0'332'0'0,"0"0"-4"0"0,0 0-123 0 0,0 0 256 0 0,0 0 137 0 0,0 0 30 0 0,0 0-22 0 0,0 0-104 0 0,0 0-44 0 0,0 0-8 0 0,0 0-17 0 0,0 0-61 0 0,1 0-27 0 0,3 2-198 0 0,1 0-1 0 0,-1-1 1 0 0,1 1-1 0 0,-1-1 1 0 0,1-1 0 0 0,0 1-1 0 0,-1 0 1 0 0,1-1-1 0 0,0 0 1 0 0,-1 0 0 0 0,1-1-1 0 0,0 1 1 0 0,-1-1-1 0 0,1 0 1 0 0,0 0-1 0 0,-1-1-146 0 0,76-24 864 0 0,1-10-1168 0 0,-28 17 162 0 0,-35 18-832 0 0,-18 1 337 0 0,0 0-74 0 0,7 3-1370 0 0,-6-3 963 0 0</inkml:trace>
  <inkml:trace contextRef="#ctx0" brushRef="#br0" timeOffset="1292.33">864 1190 11416 0 0,'0'0'244'0'0,"0"0"8"0"0,5-7 668 0 0,53-29 3783 0 0,-4 17-3071 0 0,87-28-834 0 0,-85 34-1133 0 0,-25 8-620 0 0,-16-1 391 0 0</inkml:trace>
  <inkml:trace contextRef="#ctx0" brushRef="#br0" timeOffset="2169.48">2044 690 7448 0 0,'0'0'270'0'0,"0"0"-59"0"0,0 0 401 0 0,0 0 195 0 0,0 0 38 0 0,5-13 1862 0 0,-15 5 1800 0 0,-34 25-3099 0 0,-5 27-982 0 0,37-28-469 0 0,-20 23 17 0 0,3 2 0 0 0,1 1 1 0 0,-4 12 25 0 0,-29 52-2220 0 0,35-66-955 0 0,21-32 2185 0 0</inkml:trace>
  <inkml:trace contextRef="#ctx0" brushRef="#br0" timeOffset="2497.3">1503 899 10504 0 0,'13'-40'496'0'0,"-11"36"-279"0"0,0 0 0 0 0,-1 0 0 0 0,2 0 0 0 0,-1 0 1 0 0,0 0-1 0 0,1 1 0 0 0,0-1 0 0 0,0 1 1 0 0,0-1-1 0 0,0 1 0 0 0,1 0 0 0 0,-1 0 0 0 0,1 1 1 0 0,-1-1-1 0 0,1 1 0 0 0,0 0 0 0 0,0 0 0 0 0,0 0 1 0 0,0 0-1 0 0,1 1 0 0 0,-1 0 0 0 0,1-1-217 0 0,2 1 190 0 0,-1 0-1 0 0,1 0 0 0 0,-1 0 1 0 0,1 1-1 0 0,-1 0 0 0 0,1 1 0 0 0,-1-1 1 0 0,1 1-1 0 0,-1 0 0 0 0,1 1 1 0 0,-1 0-1 0 0,5 2-189 0 0,-3-1 42 0 0,-1 1-1 0 0,1 1 1 0 0,-1-1-1 0 0,0 1 1 0 0,-1 1-1 0 0,1-1 1 0 0,-1 1-1 0 0,0 0 1 0 0,-1 0-1 0 0,1 1 1 0 0,-1 0-1 0 0,0 0 1 0 0,-1 0-1 0 0,3 6-41 0 0,58 92 64 0 0,-55-92-305 0 0,0 0 0 0 0,1-1 0 0 0,0 0 0 0 0,1-1 0 0 0,1 0 0 0 0,6 4 241 0 0,29-3-1923 0 0,-35-16 1245 0 0</inkml:trace>
  <inkml:trace contextRef="#ctx0" brushRef="#br0" timeOffset="2951.46">2164 966 10392 0 0,'0'0'532'0'0,"0"0"225"0"0,0 0 124 0 0,0 0 30 0 0,0 0-23 0 0,0 0-128 0 0,0 0-59 0 0,0 0-12 0 0,0 0-35 0 0,0 17 1407 0 0,14 69-992 0 0,16 0-1399 0 0,-7-35-884 0 0,-18-39 676 0 0,3 0-20 0 0</inkml:trace>
  <inkml:trace contextRef="#ctx0" brushRef="#br0" timeOffset="3548.89">1433 552 10720 0 0,'0'0'233'0'0,"14"0"38"0"0,73-3 3585 0 0,-25-6-2576 0 0,45-14-673 0 0,-10-5-607 0 0,28 1-464 0 0,-64 19-417 0 0,-30 4 107 0 0</inkml:trace>
  <inkml:trace contextRef="#ctx0" brushRef="#br0" timeOffset="3883.37">2744 623 12416 0 0,'0'0'365'0'0,"0"0"-4"0"0,-1 1-133 0 0,-33 41 3280 0 0,-34 65-1455 0 0,43-60-1803 0 0,-49 107-168 0 0,10-17-1243 0 0,34-82-1339 0 0,25-46 1482 0 0</inkml:trace>
  <inkml:trace contextRef="#ctx0" brushRef="#br0" timeOffset="4272.74">2404 733 9880 0 0,'0'0'360'0'0,"0"0"-138"0"0,0 0 309 0 0,0 0 158 0 0,0 0 30 0 0,0 0-22 0 0,0 0-121 0 0,0 0-52 0 0,0 0-10 0 0,0 0 27 0 0,0 0 123 0 0,1 1 52 0 0,73 125 2242 0 0,6-13-2846 0 0,9-23-461 0 0,-28-45-2087 0 0,-56-38 1734 0 0</inkml:trace>
  <inkml:trace contextRef="#ctx0" brushRef="#br0" timeOffset="4727.11">2807 1091 11088 0 0,'0'0'234'0'0,"0"0"6"0"0,4-4 622 0 0,35-33 3786 0 0,27-10-2019 0 0,-65 46-2603 0 0,47-16 389 0 0,-33 13-264 0 0,-7 8-85 0 0,-2 0-12 0 0,7 8-44 0 0,-13-11-52 0 0,1 1-1 0 0,0-1 1 0 0,0 0-1 0 0,-1 0 1 0 0,1 1 0 0 0,-1-1-1 0 0,1 0 1 0 0,-1 1-1 0 0,0-1 1 0 0,0 0-1 0 0,1 1 1 0 0,-1-1-1 0 0,0 0 1 0 0,0 1-1 0 0,0-1 1 0 0,0 1-1 0 0,0-1 1 0 0,-1 0-1 0 0,1 1 1 0 0,0-1-1 0 0,-1 0 1 0 0,1 1-1 0 0,-1 0 43 0 0,-2 10-484 0 0,-14 24-2609 0 0,17-26 573 0 0,25-2 2857 0 0,28-16 1713 0 0,-23 22-651 0 0,-15 20 708 0 0,-15-28-2114 0 0,0 0 1 0 0,-1 0-1 0 0,1-1 0 0 0,-1 1 1 0 0,0 0-1 0 0,0 0 0 0 0,-1 0 1 0 0,0 0-1 0 0,0-1 0 0 0,0 1 1 0 0,-1-1-1 0 0,0 0 0 0 0,-2 4 7 0 0,-51 88 148 0 0,15-34-277 0 0,0-7-1247 0 0,33-49 865 0 0</inkml:trace>
  <inkml:trace contextRef="#ctx0" brushRef="#br0" timeOffset="5251.95">3344 915 9360 0 0,'0'0'340'0'0,"0"0"-111"0"0,0 0 356 0 0,0 0 177 0 0,0 0 35 0 0,0 0-42 0 0,1 1-218 0 0,7-1-317 0 0,-1 1 1 0 0,0-1-1 0 0,1-1 0 0 0,-1 1 1 0 0,0-1-1 0 0,1 0 1 0 0,-1-1-1 0 0,0 0 0 0 0,0 0 1 0 0,0-1-1 0 0,0 1 1 0 0,-1-1-1 0 0,4-2-220 0 0,10-4 288 0 0,68-34 164 0 0,20-8-416 0 0,-26 27-957 0 0,-33 18-999 0 0,-39 8 1299 0 0</inkml:trace>
  <inkml:trace contextRef="#ctx0" brushRef="#br0" timeOffset="5656.67">3587 663 11608 0 0,'-4'-31'721'0'0,"7"35"7392"0"0,12 26-7645 0 0,-10-11-342 0 0,0-1-1 0 0,-2 2 1 0 0,0-1-1 0 0,-1 0 1 0 0,0 10-126 0 0,1 5 72 0 0,32 143-155 0 0,-10-102-1357 0 0,-7-43-1154 0 0,-14-25 1493 0 0</inkml:trace>
  <inkml:trace contextRef="#ctx0" brushRef="#br0" timeOffset="6100.14">4482 505 11728 0 0,'0'0'342'0'0,"0"0"4"0"0,0 0-122 0 0,0 0 314 0 0,0 0 166 0 0,0 0 31 0 0,0 0-15 0 0,0 0-95 0 0,0 0-45 0 0,-1 0-11 0 0,-23 11 710 0 0,-12 13-103 0 0,-9 11-368 0 0,-26 41-375 0 0,41-29-393 0 0,3 1 0 0 0,-21 49-40 0 0,11-11-969 0 0,-2-2-2893 0 0,30-76 2262 0 0</inkml:trace>
  <inkml:trace contextRef="#ctx0" brushRef="#br0" timeOffset="6419.82">4106 646 10912 0 0,'0'-34'624'0'0,"0"33"-10"0"0,0-5 668 0 0,1 5 3103 0 0,16 27-2944 0 0,18 57-1276 0 0,23 36-165 0 0,-25-67-929 0 0,31 18-1062 0 0,-55-63 1480 0 0</inkml:trace>
  <inkml:trace contextRef="#ctx0" brushRef="#br0" timeOffset="6982.17">4381 958 12416 0 0,'0'-1'365'0'0,"2"-11"4"0"0,1 0 0 0 0,0 1 0 0 0,0 0 0 0 0,1-1 0 0 0,1 2 0 0 0,0-1 0 0 0,1 0 0 0 0,-1 1 0 0 0,2 0 0 0 0,0 0 0 0 0,0 1 0 0 0,1 0 0 0 0,0 0 0 0 0,0 0 0 0 0,1 1 0 0 0,0 1 0 0 0,1 0 0 0 0,4-3-369 0 0,-7 5 0 0 0,0 1 0 0 0,0-1 0 0 0,1 2 0 0 0,-1-1 0 0 0,1 1 0 0 0,0 0 0 0 0,0 1 0 0 0,0 0 0 0 0,0 0 0 0 0,6 0 0 0 0,-10 1 0 0 0,-1 1 0 0 0,1 0 0 0 0,0 1 0 0 0,-1-1 0 0 0,1 0 0 0 0,-1 1 0 0 0,1 0 0 0 0,-1 0 0 0 0,1 0 0 0 0,-1 0 0 0 0,1 1 0 0 0,-1-1 0 0 0,0 1 0 0 0,0 0 0 0 0,0 0 0 0 0,0 0 0 0 0,0 0 0 0 0,0 0 0 0 0,0 1 0 0 0,-1 0-32 0 0,0 0 0 0 0,0 1-1 0 0,0-1 1 0 0,0 0-1 0 0,-1 1 1 0 0,1 0-1 0 0,-1-1 1 0 0,0 1-1 0 0,0 0 1 0 0,0-1 0 0 0,-1 1-1 0 0,1 0 1 0 0,-1 0-1 0 0,0 0 1 0 0,0 0-1 0 0,0 0 1 0 0,-1-1-1 0 0,1 1 1 0 0,-1 0 0 0 0,0 0-1 0 0,0 0 1 0 0,0-1-1 0 0,-1 1 1 0 0,1-1-1 0 0,-1 1 1 0 0,0-1-1 0 0,-1 2 33 0 0,-37 51-2555 0 0,-2-12 477 0 0,41-43 1825 0 0,1-1 49 0 0,0 0 11 0 0,0 0 17 0 0,0 0 69 0 0,0 0 38 0 0,0 0 5 0 0,1 1 25 0 0,46-5 895 0 0,-30-1-349 0 0,28-2 1407 0 0,-43 7-1796 0 0,0 1-1 0 0,0-1 1 0 0,0 0-1 0 0,0 1 1 0 0,0-1-1 0 0,0 1 1 0 0,0-1-1 0 0,0 1 1 0 0,0 0 0 0 0,0 0-1 0 0,0 0 1 0 0,0 0-1 0 0,-1 0 1 0 0,1 0-1 0 0,0 1 1 0 0,-1-1-1 0 0,1 0 1 0 0,-1 1-1 0 0,0-1 1 0 0,1 1-1 0 0,-1 0 1 0 0,0-1-1 0 0,0 1 1 0 0,0 0 0 0 0,0 0-1 0 0,0 0-117 0 0,4 20 273 0 0,-14 40 575 0 0,-32 21 6 0 0,31-68-1223 0 0,0-1 0 0 0,-1 0 0 0 0,-1 0 0 0 0,0-2 0 0 0,-1 1 0 0 0,-7 3 369 0 0,-11 4-2509 0 0,18-15 1243 0 0</inkml:trace>
  <inkml:trace contextRef="#ctx0" brushRef="#br0" timeOffset="7718.76">5348 485 12416 0 0,'0'0'365'0'0,"0"0"-4"0"0,0 0-114 0 0,0 0 368 0 0,0 0 185 0 0,0 0 37 0 0,-1 2-80 0 0,-38 39 1052 0 0,-12 10-417 0 0,-18 16-1120 0 0,-42 80-432 0 0,32-46-1026 0 0,56-73-181 0 0,14-16 601 0 0</inkml:trace>
  <inkml:trace contextRef="#ctx0" brushRef="#br0" timeOffset="8116">4909 584 12416 0 0,'-4'-40'1308'0'0,"27"25"2943"0"0,-16 18-4007 0 0,1 0-101 0 0,1 0 0 0 0,-1 1-1 0 0,0 0 1 0 0,0 0 0 0 0,0 1-1 0 0,0 0 1 0 0,-1 0 0 0 0,0 1-1 0 0,3 2-142 0 0,48 66 8 0 0,56 124-3355 0 0,-97-177 1644 0 0,-12-14 794 0 0</inkml:trace>
  <inkml:trace contextRef="#ctx0" brushRef="#br0" timeOffset="8736.84">5440 714 10696 0 0,'1'-1'232'0'0,"3"-3"-14"0"0,8-3-95 0 0,-11 7 270 0 0,-1 0 106 0 0,0 0 12 0 0,0 0 1 0 0,0 0 0 0 0,0 0 0 0 0,0 0 0 0 0,0 0-70 0 0,-1 1-292 0 0,-39 80-134 0 0,-7-3-16 0 0,-1 13 0 0 0,46-84 0 0 0,-2 2 0 0 0,4 8-67 0 0,5-2-21 0 0,-4-13 93 0 0,-1-1 0 0 0,1 1 1 0 0,0-1-1 0 0,0 0 0 0 0,0 1 1 0 0,0-1-1 0 0,0 0 0 0 0,0 0 1 0 0,0 1-1 0 0,1-1 0 0 0,-1 0 1 0 0,0 0-1 0 0,1-1 0 0 0,-1 1 0 0 0,1 0 1 0 0,-1 0-1 0 0,1-1 0 0 0,-1 1 1 0 0,1-1-1 0 0,-1 1 0 0 0,1-1 1 0 0,0 1-1 0 0,0-1-5 0 0,3 1 29 0 0,-3-1-27 0 0,4 2-1 0 0,-1 0-1 0 0,1-1 1 0 0,0 0 0 0 0,-1 0 0 0 0,1 0-1 0 0,0-1 1 0 0,0 0 0 0 0,-1 0 0 0 0,1 0-1 0 0,0-1 1 0 0,-1 1 0 0 0,1-2 0 0 0,1 1-1 0 0,16-7 0 0 0,3 0 0 0 0,-24 7-120 0 0,1 0 1 0 0,-1 0-1 0 0,1 0 1 0 0,-1 0-1 0 0,1 0 1 0 0,-1-1-1 0 0,0 1 1 0 0,0-1-1 0 0,0 0 1 0 0,0 0-1 0 0,0 1 1 0 0,0-1-1 0 0,0 0 1 0 0,0-1-1 0 0,-1 1 1 0 0,1 0-1 0 0,-1 0 1 0 0,0-1 0 0 0,1 1-1 0 0,-1-1 1 0 0,0 1-1 0 0,-1-1 1 0 0,1 1-1 0 0,0-1 1 0 0,-1 1-1 0 0,1-1 1 0 0,-1 0-1 0 0,0-1 120 0 0,0-2-283 0 0,-1 1-1 0 0,0 0 0 0 0,-1-1 1 0 0,1 1-1 0 0,-1 0 0 0 0,0 0 0 0 0,0 0 1 0 0,-1 0-1 0 0,1 0 0 0 0,-1 0 1 0 0,-3-3 283 0 0,-8-17 412 0 0,-1 9 1812 0 0,4 8-207 0 0,5 7 1771 0 0,-3 17-2396 0 0,6-10-1219 0 0,1 1-1 0 0,0 0 1 0 0,1 0-1 0 0,0 1 1 0 0,0-1-1 0 0,0 0 1 0 0,1 0-1 0 0,0 1 0 0 0,1-1 1 0 0,-1 0-1 0 0,1 0 1 0 0,1 0-1 0 0,-1 0 1 0 0,1 0-1 0 0,2 3-172 0 0,9 45-433 0 0,0 6 938 0 0,5 26-3828 0 0,-13-70 1692 0 0,-5-9 1063 0 0</inkml:trace>
  <inkml:trace contextRef="#ctx0" brushRef="#br0" timeOffset="9679.22">4922 291 6800 0 0,'0'0'144'0'0,"0"0"81"0"0,0 0 216 0 0,0 0 95 0 0,0 0 22 0 0,0 0-80 0 0,0 0-352 0 0,0 0-114 0 0,0 0 309 0 0,0 0 154 0 0,0 0 33 0 0,0 0-66 0 0,0 0-220 0 0,0 0 164 0 0,5 6 1054 0 0,-1-2-1290 0 0,3 2-134 0 0,25 1 1280 0 0,44-6-432 0 0,-15-8-640 0 0,25-6-102 0 0,-50 6-68 0 0,10 2-54 0 0,8-2 64 0 0,-45 10-75 0 0,-8-3-42 0 0,8 1-185 0 0,-6 2 168 0 0,-2-2-17 0 0,-1-1-8 0 0,0 0 19 0 0,0 0-14 0 0,0 0-6 0 0,0 0 0 0 0,0 0-6 0 0,0 0-23 0 0,0 0-16 0 0,0 0-3 0 0,0 0-11 0 0,0 0-45 0 0,0 0-21 0 0,0 0-3 0 0,0 0-42 0 0,0 0-172 0 0,0 0-77 0 0,0 0-18 0 0,0 0 69 0 0,0 0 288 0 0</inkml:trace>
  <inkml:trace contextRef="#ctx0" brushRef="#br0" timeOffset="11843.18">5888 690 7384 0 0,'0'0'270'0'0,"0"0"-98"0"0,0 0 239 0 0,0 0 124 0 0,0 0 29 0 0,0 0-32 0 0,0 0-150 0 0,0 0-59 0 0,0 0-16 0 0,0 0 47 0 0,0 0 213 0 0,0 0 89 0 0,0 0 16 0 0,6 0 775 0 0,77-7 1870 0 0,60-18-2611 0 0,-43 9-887 0 0,11 2-1390 0 0,-66 4 452 0 0,-14 3-155 0 0,-22 4 764 0 0</inkml:trace>
  <inkml:trace contextRef="#ctx0" brushRef="#br0" timeOffset="12403.8">6141 438 8872 0 0,'0'0'325'0'0,"0"0"-104"0"0,0-6 761 0 0,0 5 5801 0 0,5 51-5007 0 0,-5 227-1190 0 0,6-190-774 0 0,2-30-1178 0 0,1-25-66 0 0,-5-24 953 0 0</inkml:trace>
  <inkml:trace contextRef="#ctx0" brushRef="#br0" timeOffset="13888.07">7156 332 10240 0 0,'0'0'298'0'0,"0"0"-3"0"0,1-2-188 0 0,3-12-11 0 0,-4 13 337 0 0,0 1 142 0 0,0 0 29 0 0,0 0 4 0 0,0 0 1 0 0,0 0 6 0 0,0 0 1 0 0,0 0-24 0 0,0 0-102 0 0,-2 1-46 0 0,-20 14 721 0 0,-2 9-350 0 0,-48 43 125 0 0,-4 12-703 0 0,4-8-170 0 0,51-52-172 0 0,0 1 0 0 0,2 1 0 0 0,0 1 0 0 0,-5 10 105 0 0,-43 63-732 0 0,27-17-2490 0 0,36-71 2308 0 0,3-6-87 0 0,1-1-20 0 0</inkml:trace>
  <inkml:trace contextRef="#ctx0" brushRef="#br0" timeOffset="14155.77">6677 457 10512 0 0,'0'0'306'0'0,"0"0"-4"0"0,0 0-124 0 0,14-3 1745 0 0,28 22 2960 0 0,-31-11-4385 0 0,34 47 699 0 0,-2 24-1117 0 0,11-5-512 0 0,-51-69 50 0 0,1-1 0 0 0,0 1 0 0 0,0-1 0 0 0,0 0 0 0 0,0-1-1 0 0,1 1 1 0 0,-1 0 0 0 0,1-1 0 0 0,0 0 0 0 0,0 0-1 0 0,0-1 1 0 0,0 0 0 0 0,1 1 0 0 0,3 0 382 0 0,3 1-1665 0 0</inkml:trace>
  <inkml:trace contextRef="#ctx0" brushRef="#br0" timeOffset="14953.73">7059 690 10968 0 0,'0'0'234'0'0,"1"-5"44"0"0,33-29 2123 0 0,-4 11 631 0 0,-3 11-2126 0 0,-26 12-869 0 0,0 0-1 0 0,1 0 1 0 0,-1 0-1 0 0,0 1 0 0 0,1-1 1 0 0,-1 1-1 0 0,0-1 1 0 0,0 1-1 0 0,0-1 1 0 0,0 1-1 0 0,1 0 0 0 0,-1 0 1 0 0,0-1-1 0 0,0 1 1 0 0,0 0-1 0 0,0 0 0 0 0,-1 0 1 0 0,1 0-1 0 0,0 0 1 0 0,0 0-1 0 0,0 0 0 0 0,-1 0 1 0 0,1 1-1 0 0,-1-1 1 0 0,1 0-1 0 0,-1 0 0 0 0,1 0 1 0 0,-1 1-1 0 0,0-1 1 0 0,0 0-1 0 0,1 1 0 0 0,-1-1 1 0 0,0 0-1 0 0,0 1 1 0 0,0-1-1 0 0,-1 1-36 0 0,-7 128-1905 0 0,13-87 949 0 0,-4-40 870 0 0,0-1-1 0 0,0 1 1 0 0,0-1 0 0 0,1 1-1 0 0,-1-1 1 0 0,1 0 0 0 0,-1 1 0 0 0,1-1-1 0 0,0 0 1 0 0,0 0 0 0 0,0 0 0 0 0,0-1-1 0 0,0 1 1 0 0,1 0 0 0 0,-1-1-1 0 0,1 0 1 0 0,-1 1 0 0 0,1-1 0 0 0,-1 0-1 0 0,1 0 1 0 0,-1 0 0 0 0,1-1 0 0 0,0 1-1 0 0,-1-1 1 0 0,1 1 0 0 0,0-1-1 0 0,0 0 1 0 0,0 0 0 0 0,-1 0 0 0 0,1 0-1 0 0,0-1 1 0 0,0 1 0 0 0,-1-1 0 0 0,3 0 86 0 0,64-42 64 0 0,-59 35 0 0 0</inkml:trace>
  <inkml:trace contextRef="#ctx0" brushRef="#br0" timeOffset="15674.21">6594 291 9424 0 0,'0'0'200'0'0,"0"0"113"0"0,0 0 350 0 0,0 0 147 0 0,0 0 29 0 0,0 0-66 0 0,0 0-306 0 0,0 0-136 0 0,0 0-31 0 0,0 2-15 0 0,4 5 180 0 0,-4-7-247 0 0,0 0 23 0 0,5 11 1471 0 0,-2-9-1627 0 0,0 0 1 0 0,-1-1 0 0 0,1 1-1 0 0,0-1 1 0 0,0 1-1 0 0,0-1 1 0 0,0 0 0 0 0,1 0-1 0 0,-1-1 1 0 0,0 1 0 0 0,0 0-1 0 0,1-1 1 0 0,-1 0-1 0 0,0 0 1 0 0,0 0 0 0 0,1 0-1 0 0,-1-1 1 0 0,0 1-1 0 0,3-2-85 0 0,93-13 114 0 0,-2-1-104 0 0,-13 4 462 0 0,-9 4-745 0 0,1-8-163 0 0,-11 0-1032 0 0,-33 5-605 0 0,-27 11 1316 0 0</inkml:trace>
  <inkml:trace contextRef="#ctx0" brushRef="#br0" timeOffset="15995.32">7835 327 10696 0 0,'0'0'389'0'0,"-5"4"555"0"0,-18 13 2324 0 0,-12 30-1366 0 0,-18 19-440 0 0,-79 53-624 0 0,3 2-727 0 0,59-23-3584 0 0,66-93 1285 0 0,3-4 999 0 0</inkml:trace>
  <inkml:trace contextRef="#ctx0" brushRef="#br0" timeOffset="16301.97">7444 370 12392 0 0,'0'-8'849'0'0,"0"7"-785"0"0,0 0 0 0 0,0 1 0 0 0,0-1 0 0 0,0 0 0 0 0,0 1-1 0 0,0-1 1 0 0,0 0 0 0 0,0 1 0 0 0,1-1 0 0 0,-1 0 0 0 0,0 1 0 0 0,0-1 0 0 0,1 0 0 0 0,-1 1 0 0 0,0-1 0 0 0,1 1 0 0 0,-1-1 0 0 0,0 0 0 0 0,1 1-1 0 0,-1-1 1 0 0,1 1 0 0 0,-1-1 0 0 0,1 1 0 0 0,0 0 0 0 0,-1-1 0 0 0,1 1 0 0 0,-1-1 0 0 0,1 1 0 0 0,0 0 0 0 0,-1 0 0 0 0,1-1 0 0 0,0 1-1 0 0,-1 0 1 0 0,1 0 0 0 0,0 0 0 0 0,-1 0 0 0 0,1 0-64 0 0,8 1 319 0 0,0 2-1 0 0,0-1 1 0 0,0 2-1 0 0,0-1 0 0 0,-1 1 1 0 0,1 0-1 0 0,-1 1 1 0 0,0 0-1 0 0,0 0 1 0 0,-1 1-1 0 0,1-1 1 0 0,-1 2-1 0 0,1 1-318 0 0,111 99 5 0 0,-63-45-941 0 0,-3-15-3325 0 0,-52-46 3243 0 0</inkml:trace>
  <inkml:trace contextRef="#ctx0" brushRef="#br0" timeOffset="16766.41">7871 666 10696 0 0,'18'-39'1976'0'0,"-14"32"-1439"0"0,0 0 1 0 0,1 0 0 0 0,0 1 0 0 0,0-1 0 0 0,1 1 0 0 0,-1 0 0 0 0,1 1 0 0 0,1 0 0 0 0,2-2-538 0 0,5-2 326 0 0,0 1 1 0 0,1 0 0 0 0,-1 1 0 0 0,2 1 0 0 0,-1 0 0 0 0,13-2-327 0 0,16 1 53 0 0,-35 7-53 0 0,-1 1 0 0 0,-3 5 0 0 0,-19 38-310 0 0,-2-22-446 0 0,-4-7-2593 0 0,22-14 3284 0 0,-1 0 0 0 0,1 1 0 0 0,-1-1 0 0 0,1 0 0 0 0,0 0 0 0 0,-1 0 0 0 0,1 0 0 0 0,0 0 0 0 0,0 0 0 0 0,0-1 0 0 0,-1 1 0 0 0,1-1 0 0 0,0 1 1 0 0,0-1-1 0 0,0 1 0 0 0,0-1 0 0 0,0 0 0 0 0,0 0 0 0 0,0 0 0 0 0,0 0 0 0 0,0-1 0 0 0,0 1 0 0 0,0 0 0 0 0,0-1 0 0 0,0 1 0 0 0,1-2 65 0 0,5 2-87 0 0,68-7 1696 0 0,-72 6-1473 0 0,0 1 0 0 0,0-1 1 0 0,-1 1-1 0 0,1 0 0 0 0,0 1 1 0 0,0-1-1 0 0,0 0 0 0 0,-1 1 0 0 0,1 0 1 0 0,0 0-1 0 0,-1 0 0 0 0,1 1 1 0 0,-1-1-1 0 0,1 1 0 0 0,-1 0 0 0 0,0-1 1 0 0,1 2-1 0 0,-1-1 0 0 0,0 0 1 0 0,0 1-1 0 0,-1-1 0 0 0,1 1 0 0 0,0 1-136 0 0,-2 24 1080 0 0,-3-19-1059 0 0,0-1 0 0 0,0 1 0 0 0,-1-1 0 0 0,0 0 0 0 0,-1 0 0 0 0,1 0 0 0 0,-2-1 0 0 0,1 1-1 0 0,-1-1 1 0 0,0 0 0 0 0,-1 0-21 0 0,0 2 2 0 0,-51 57-2 0 0,34-43-244 0 0,-2-1 0 0 0,0-2 0 0 0,-1 0 0 0 0,-20 9 244 0 0,1-8-1498 0 0,32-18 861 0 0</inkml:trace>
  <inkml:trace contextRef="#ctx0" brushRef="#br0" timeOffset="17279.73">8487 541 9696 0 0,'0'0'353'0'0,"0"0"-118"0"0,1 0 365 0 0,37-5 2841 0 0,23 5-432 0 0,78 0-2968 0 0,-55-7-41 0 0,-27 2-401 0 0,1-2-2125 0 0,-48 7 2006 0 0</inkml:trace>
  <inkml:trace contextRef="#ctx0" brushRef="#br0" timeOffset="17814.47">8699 387 10696 0 0,'0'0'389'0'0,"0"0"-112"0"0,0 0 459 0 0,0 0 234 0 0,0 0 43 0 0,0 0-60 0 0,0 0-287 0 0,0 0-122 0 0,0 0-29 0 0,0 0-3 0 0,0 0 0 0 0,0 0 0 0 0,0 9 599 0 0,-5 59 796 0 0,14 83-1485 0 0,0-88-422 0 0,-8-57-202 0 0,1-1-1 0 0,-1 0 1 0 0,1 1-1 0 0,0-1 0 0 0,0 0 1 0 0,1 0-1 0 0,0 0 1 0 0,0 0-1 0 0,0 0 0 0 0,0-1 1 0 0,1 1-1 0 0,-1-1 1 0 0,1 0-1 0 0,0 0 1 0 0,0 0-1 0 0,1-1 0 0 0,-1 1 1 0 0,6 2 202 0 0,-2-5-1623 0 0,-3-1-331 0 0</inkml:trace>
  <inkml:trace contextRef="#ctx0" brushRef="#br0" timeOffset="18690.05">9467 356 7496 0 0,'0'0'160'0'0,"3"-4"324"0"0,-3 4 2646 0 0,-1 0 3341 0 0,-54 30-4783 0 0,-26 34-470 0 0,-3 22-1138 0 0,35-38-106 0 0,-38 67-1804 0 0,56-66-1631 0 0,30-48 2167 0 0,1-1-182 0 0</inkml:trace>
  <inkml:trace contextRef="#ctx0" brushRef="#br0" timeOffset="18988.52">9094 402 11576 0 0,'0'0'249'0'0,"0"0"-1"0"0,0 0-117 0 0,0 0 79 0 0,0 0 57 0 0,0 0 12 0 0,0 0 55 0 0,0 0 230 0 0,0 0 99 0 0,0 0 17 0 0,0 0-40 0 0,2 1-195 0 0,66 66 2372 0 0,0 18-2505 0 0,8-12-312 0 0,-32-44-1774 0 0,-27-23 764 0 0</inkml:trace>
  <inkml:trace contextRef="#ctx0" brushRef="#br0" timeOffset="19438.16">9573 663 10360 0 0,'9'-23'480'0'0,"14"-19"3082"0"0,17 15-1065 0 0,-16 23-1942 0 0,-23 4-190 0 0,1 4-402 0 0,0 0-1 0 0,-1 1 0 0 0,1-1 1 0 0,-1 0-1 0 0,0 0 0 0 0,0 1 1 0 0,-1-1-1 0 0,0 1 0 0 0,1-1 1 0 0,-1 0-1 0 0,0 1 0 0 0,-1-1 1 0 0,1 1-1 0 0,-1-1 0 0 0,0 0 1 0 0,0 1-1 0 0,-1-1 0 0 0,1 0 1 0 0,-1 0-1 0 0,0 0 0 0 0,0 0 1 0 0,0 0-1 0 0,0 0 0 0 0,-1-1 1 0 0,-1 2 37 0 0,-1 7 111 0 0,-29 67-2878 0 0,12-23 642 0 0,17-30 1172 0 0,5-25 802 0 0,0 0 14 0 0,8 10 1 0 0,0-8 275 0 0,0-1 0 0 0,0-1 0 0 0,0 1 0 0 0,0-1 0 0 0,0 0 0 0 0,1-1 0 0 0,-1 0 0 0 0,0 0 0 0 0,0-1 0 0 0,0 0 1 0 0,0-1-1 0 0,0 1 0 0 0,0-1 0 0 0,5-3-139 0 0,-6 4 46 0 0,46-16 191 0 0,-39 13-427 0 0</inkml:trace>
  <inkml:trace contextRef="#ctx0" brushRef="#br0" timeOffset="20134.54">10264 296 10664 0 0,'0'0'232'0'0,"0"0"65"0"0,0 0 148 0 0,0 0 61 0 0,0 0 7 0 0,0 0 47 0 0,-10 1 1823 0 0,-20 18-824 0 0,-14 31 273 0 0,-57 57-808 0 0,-25 0-1050 0 0,-14 6-2174 0 0,131-108 1782 0 0,4-1-3199 0 0,5-4 2031 0 0</inkml:trace>
  <inkml:trace contextRef="#ctx0" brushRef="#br0" timeOffset="20481.09">9958 327 11720 0 0,'-9'-38'708'0'0,"9"37"-231"0"0,0 1 164 0 0,0 0 30 0 0,0 0-32 0 0,0 0-169 0 0,0 0-76 0 0,0 0-12 0 0,0 0-18 0 0,0 0-56 0 0,0 0-20 0 0,0 0-7 0 0,0 0 6 0 0,10 8 674 0 0,43 58 534 0 0,-33-45-1985 0 0,-1 1 1 0 0,-1 0-1 0 0,0 1 1 0 0,-2 1-1 0 0,12 25 490 0 0,-24-42-1484 0 0,-3-5-334 0 0</inkml:trace>
  <inkml:trace contextRef="#ctx0" brushRef="#br0" timeOffset="21017.76">10234 587 10696 0 0,'0'0'232'0'0,"1"-8"32"0"0,2 1 37 0 0,1 0 1 0 0,0 1 0 0 0,0-1-1 0 0,1 1 1 0 0,-1 0 0 0 0,1 0 0 0 0,1 0-1 0 0,-1 1 1 0 0,1-1 0 0 0,0 1-1 0 0,0 1 1 0 0,0-1 0 0 0,1 1 0 0 0,0 0-1 0 0,0 1 1 0 0,0 0 0 0 0,0 0-1 0 0,0 0 1 0 0,1 1 0 0 0,-1 0-1 0 0,3 0-301 0 0,55-6 1115 0 0,-64 8-1114 0 0,0 1 0 0 0,0-1 1 0 0,0 1-1 0 0,-1-1 0 0 0,1 1 0 0 0,0 0 0 0 0,0-1 0 0 0,-1 1 1 0 0,1 0-1 0 0,0-1 0 0 0,-1 1 0 0 0,1 0 0 0 0,-1 0 1 0 0,1 0-1 0 0,-1 0 0 0 0,1-1 0 0 0,-1 1 0 0 0,1 0 0 0 0,-1 0 1 0 0,0 0-1 0 0,0 0 0 0 0,1 0 0 0 0,-1 0 0 0 0,0 0 0 0 0,0 0 1 0 0,0 0-1 0 0,0 0 0 0 0,0 0 0 0 0,0 0 0 0 0,-1 0 0 0 0,1 0 1 0 0,0 0-1 0 0,0 0 0 0 0,-1 0 0 0 0,1 0 0 0 0,0-1 1 0 0,-1 1-1 0 0,1 0 0 0 0,-1 0 0 0 0,1 0 0 0 0,-1 0 0 0 0,0-1 1 0 0,1 1-1 0 0,-1 0 0 0 0,0 0 0 0 0,1-1 0 0 0,-1 1 0 0 0,0-1 1 0 0,0 1-1 0 0,0 0-1 0 0,-61 53-3937 0 0,46-43 2359 0 0,10-7-701 0 0,20-8 1917 0 0,68-16 2921 0 0,-35 24-386 0 0,-46-3-2105 0 0,0-1 0 0 0,0 1 0 0 0,0-1 0 0 0,0 1 0 0 0,0-1 1 0 0,0 1-1 0 0,0 0 0 0 0,0-1 0 0 0,0 1 0 0 0,0 0 0 0 0,0 0 0 0 0,0 0 1 0 0,-1 0-1 0 0,1 0 0 0 0,0 0 0 0 0,0 0 0 0 0,-1 0 0 0 0,1 0 0 0 0,-1 0 0 0 0,1 0 1 0 0,-1 1-1 0 0,0-1 0 0 0,1 0 0 0 0,-1 0 0 0 0,0 0 0 0 0,0 1 0 0 0,0-1 0 0 0,0 0 1 0 0,0 0-1 0 0,0 1 0 0 0,0-1 0 0 0,0 0 0 0 0,0 0 0 0 0,-1 0 0 0 0,1 1 0 0 0,0-1 1 0 0,-1 0-69 0 0,-21 49 697 0 0,16-38-579 0 0,-51 78-53 0 0,-1-23-1385 0 0,51-59 1085 0 0,0-1 1 0 0,0 0-1 0 0,-1-1 1 0 0,1 0-1 0 0,-2 0 0 0 0,1-1 1 0 0,-1 0-1 0 0,0 0 0 0 0,-9 3 235 0 0,5-5-1510 0 0</inkml:trace>
  <inkml:trace contextRef="#ctx0" brushRef="#br0" timeOffset="21646.35">9839 217 3064 0 0,'-32'-8'2215'0'0,"26"4"-334"0"0,2-1 152 0 0,2 5 2542 0 0,28-15-3863 0 0,6 8-16 0 0,8 2 152 0 0,48-2 390 0 0,31-6-813 0 0,-7-14-601 0 0,-33 12 250 0 0,-26 10-676 0 0,-46 1-495 0 0,0 4 483 0 0</inkml:trace>
  <inkml:trace contextRef="#ctx0" brushRef="#br0" timeOffset="22083.87">10925 284 12632 0 0,'0'0'269'0'0,"0"0"8"0"0,0 0-93 0 0,0 0 270 0 0,0 0 139 0 0,0 0 23 0 0,0 0-9 0 0,-1 1-66 0 0,-56 53 2585 0 0,22-15-2008 0 0,-27 33-408 0 0,12 2-846 0 0,-37 36 404 0 0,20-12-4658 0 0,66-97 3561 0 0</inkml:trace>
  <inkml:trace contextRef="#ctx0" brushRef="#br0" timeOffset="22521.43">10743 276 11216 0 0,'-1'0'241'0'0,"-2"-3"88"0"0,2 2 223 0 0,1 1 96 0 0,0 0 22 0 0,0 0-14 0 0,0 0-68 0 0,0 0-32 0 0,0 0-4 0 0,0 0-50 0 0,0 0-207 0 0,0 0-95 0 0,4 11 200 0 0,5 57 2161 0 0,-4-32-1894 0 0,4 10-589 0 0,17 40-107 0 0,-25-84 29 0 0,1 2-92 0 0,0 0 1 0 0,0 1-1 0 0,0-1 1 0 0,1 0-1 0 0,0 0 1 0 0,-1 0-1 0 0,1-1 1 0 0,1 1-1 0 0,-1-1 0 0 0,0 1 1 0 0,1-1-1 0 0,3 2 92 0 0,24 10-2098 0 0,-21-11 1156 0 0</inkml:trace>
  <inkml:trace contextRef="#ctx0" brushRef="#br0" timeOffset="23271.59">11231 536 9936 0 0,'0'0'361'0'0,"0"0"-121"0"0,0 0 353 0 0,0 0 177 0 0,0 0 35 0 0,0 0-36 0 0,0 0-190 0 0,0 0-88 0 0,0 0-13 0 0,0 0-39 0 0,0 0-147 0 0,-2 1-61 0 0,-66 49 434 0 0,-53 16-91 0 0,90-41-446 0 0,25-17-128 0 0,4 0 0 0 0,2 2-60 0 0,10 13-8 0 0,-7-21 60 0 0,-2 0 5 0 0,1 0-1 0 0,-1 0 0 0 0,1 0 0 0 0,0 0 1 0 0,0 0-1 0 0,0 0 0 0 0,0 0 0 0 0,0-1 1 0 0,0 1-1 0 0,1-1 0 0 0,-1 0 0 0 0,1 1 1 0 0,-1-1-1 0 0,0 0 0 0 0,1 0 0 0 0,0-1 0 0 0,0 1 4 0 0,7 0-16 0 0,0-1 0 0 0,0 1 0 0 0,0-2 0 0 0,-1 0-1 0 0,1 0 1 0 0,0-1 0 0 0,0 0 0 0 0,0 0-1 0 0,-1-1 1 0 0,1-1 0 0 0,8-4 16 0 0,29-8-76 0 0,-41 14-65 0 0,0 1 0 0 0,-1-1 0 0 0,0 0 0 0 0,1-1 1 0 0,-1 1-1 0 0,0-1 0 0 0,0 0 0 0 0,-1 0 0 0 0,1-1 1 0 0,-1 0-1 0 0,1 1 0 0 0,-1-1 0 0 0,0-1 0 0 0,0 1 0 0 0,-1-1 1 0 0,1 0 140 0 0,-2-34-1062 0 0,-11 19 1837 0 0,-5 0 625 0 0,2 8 109 0 0,-9 4 1080 0 0,-8 22-1158 0 0,24 4-811 0 0,10 25-147 0 0,8 11-298 0 0,1 13-162 0 0,-1 0-27 0 0,0 5-697 0 0,-5-17-916 0 0,-7-37 211 0 0,-1-12-1905 0 0,0-6 2363 0 0</inkml:trace>
</inkml:ink>
</file>

<file path=ppt/ink/ink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2:38:34.01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16136 2884 1594 0,'0'0'35'0,"0"0"7"0,0 0 2 0,0 0 1 0,0 0-36 0,0 0-9 0,0 0 0 0,0 0 0 15,0 0 82-15,0 0 14 0,0 0 4 0,0 0 0 16,0 0-38-16,0 0-7 0,0 0-2 0,0 0 0 16,0 11-5-16,3-9-2 0,0 6 0 0,-3 0 0 15,0 0-16-15,3 3-3 0,-3-3-1 0,3 2 0 16,-3 4-10-16,0-1-1 0,3-3-1 0,-3 4 0 15,2 1-6-15,-2-1 0 0,0 2-8 0,3-1 12 16,-3 4-12-16,0-6 8 0,3 6-8 0,-3-3 0 16,3 2 0-16,-3-2 0 0,3 0 0 0,-3 2 0 15,3 1 0-15,-3-1 0 0,0 6 0 0,0-8 0 16,0 5 0-16,0 0 0 0,3 3 0 0,-3 0 0 0,0 3 0 16,3-4 0-16,-3 1 0 0,3 3 0 0,0 2 9 15,0-8-9-15,0 5 8 0,0 3-8 0,-3-2 24 0,3-1-1 16,0 3 0-16,0 6 0 0,0-6 11 15,0 8 2-15,0 0 1 0,0 0 0 0,0 0-7 16,3-2-2-16,-3-1 0 0,3 6 0 0,-3-6-10 16,0 3-2-16,0 3-1 0,3 5 0 15,-3 0 4-15,3 0 1 0,-3-3 0 0,3 3 0 0,-3 0-9 0,0-5-2 16,0-1 0-16,0 9 0 0,0 2-9 0,0-5 0 16,-1 6 9-16,1-1-9 0,0-5 0 0,0 0 9 15,0-6-9-15,-3 9 0 0,3 0 8 0,0-1-8 16,0 4 0-16,0 4 0 0,0-12 0 0,0 2 0 0,0-3 0 0,0 3 0 15,0 0 0-15,0 0 0 0,0 5 0 0,0 3 0 16,0-5 0-16,0-3 0 0,0-3 0 0,0 3 0 16,0-5 0-16,0 5 0 0,-3 2 0 0,3 4 0 15,0-4 0-15,0 1 0 0,0-3 0 0,-3 0 0 16,3-6 8-16,0 4-8 0,0-1 0 0,0 8 0 16,0-2 0-16,0 0 0 0,0-3 0 0,3 2 0 15,-3-4 8-15,0-1-8 0,0 0 0 0,0 6 0 16,0-1 0-16,0 1 0 0,0 2 0 0,-3 1 0 15,2-6 0-15,1 0 0 0,-3-3 8 0,3 6-8 16,0-1 0-16,-3 1 10 0,0 2-10 0,3 3 8 16,-3-5-8-16,0-1 8 0,0-2-8 0,0 3 8 15,0 0-8-15,3 2 0 0,-3 3 9 0,0 0-9 16,3-3 8-16,-3-5-8 0,0 3 10 0,3-1-10 0,-3 1 9 16,0 2-9-16,0 3 8 0,0 0-8 15,0-3 10-15,0-2-10 0,0-3 12 0,0 5-12 16,0-2 11-16,0 2-11 0,3 0 10 0,-3 6-10 0,0-9 10 0,0 1-10 15,0-3 10-15,0 3-10 0,0-3 10 0,0 2-10 16,0 4 10-16,0 1-10 0,0-1 10 0,0-4-10 16,0-2 10-16,3 3-10 0,-3-8 10 0,3 5-10 15,0 2 10-15,-3 6-10 0,3-3 8 0,-3-2-8 16,3-3 0-16,-3 3 9 0,3-9-9 0,-3 4 0 0,0 2 9 16,3 0-9-16,-3 2 0 0,0-2 9 0,0 0-9 0,0 0 0 15,0-2 9-15,0-4-9 0,0 1 0 0,0 0 9 16,-3 2-9-16,3 0 0 0,0 1 0 0,0 2 0 15,0-6 0-15,0-2 0 16,0-2 0-16,-3 2 0 0,3-5 0 0,0-1 0 0,-3 1 8 0,3-3-8 16,0 0 0-16,0-2 0 0,-3-1 0 15,3 1 0-15,0-3 0 0,-3-3 0 0,0-3-9 0,3-2 9 32,-3-5-79-32,0-3-9 0,3-3-1 0,0-5-1 15,-3-5-127-15,3-11-26 0</inkml:trace>
  <inkml:trace contextRef="#ctx0" brushRef="#br0" timeOffset="1176.543">12995 4025 1254 0,'0'0'36'0,"-6"0"7"0,-3 2-35 0,3 4-8 16,-2-6 0-16,2 2 0 0,-3 1 92 0,3 2 17 15,-3-5 3-15,0 3 1 0,-3 2-20 0,3-2-4 16,-3-1-1-16,0 4 0 0,0-6-19 0,0 2-4 16,3 4-1-16,1-4 0 0,-1-2-20 0,3 3-5 0,0-1-1 0,0 1 0 15,6-3-14-15,0 0-2 16,-6 3-1-16,6-3 0 0,0 0-10 0,0 0-3 0,-3 5 0 0,3-5 0 15,0 5-8-15,3 3 0 16,0-2 0-16,0-4 8 0,3 4-8 0,3-1 0 0,0 3 9 0,-1-6-9 16,7 4 9-16,-3-4-9 0,3 1 12 0,3 0-12 15,-3-1 12-15,3 1-4 0,3-3 0 16,2 3-8-16,1-3 10 0,6 2-10 0,0-2 8 0,5 3-8 16,-2-3 9-16,6 3-9 0,0 2 10 0,2-5-10 15,-2 0 13-15,0 0-3 0,5-5-1 0,7 2 0 16,-3 3-9-16,-1 0 12 0,4 0-12 0,2 0 12 15,-5 0-4-15,3-3 0 0,2 1 0 0,7 2 0 16,-7 0 6-16,4 0 1 0,-1 0 0 0,1-3 0 16,-1 3-7-16,1-3 0 0,3 3-8 0,2 0 12 15,-2 0-4-15,-1 0-8 0,1 0 11 0,2 0-11 16,1 0 8-16,2 0-8 0,-2 0 0 0,5 0 0 16,-8-2 0-16,2-1 8 0,7 3-8 0,-1-3 0 15,1 6 11-15,-7-3-11 0,4-3 10 0,2 3-10 16,-2-2 0-16,2 2 0 0,0 0 0 0,4 0 0 15,-10-6 0-15,4 4 8 0,2 2-8 0,7 0 9 16,-7 0 0-16,-2 0 0 0,2-8 0 0,4 8 0 0,-4-3-9 0,4 3 12 16,-4 0-12-16,6 0 12 0,-5-5-4 0,-4 5-8 15,4-3 12-15,5 3-4 0,-5 0 0 0,-1 0-8 16,-2-2 12-16,5 2-4 0,-2 0 0 0,-1 0 0 16,0 0 0-16,4 0 0 0,-7-6-8 0,1 6 10 0,2 0-10 15,4 0 10-15,-7 0-10 0,-2 0 12 0,2-2-12 0,4 2 12 16,-1 0-12-16,-2 0 8 0,-1 0-8 0,1 0 8 15,-4 0-8-15,1-6 0 16,-1 6 9-16,4 0-9 0,-7 0 8 0,1 0-8 16,-1-2 8-16,1-1-8 0,-4 0 11 0,1 3-3 0,2 0 0 0,-2 0 0 15,-3 0 1-15,-4-2 0 0,-2 2 0 0,2-3 0 16,-5 0-9-16,0 1 8 16,-1 2-8-16,1 0 8 0,-6 0-8 0,-1 0 0 0,-2 0 0 0,-3 0 0 15,-3 0 0-15,-7 0 0 0,1 0 8 0,-3-3-8 16,-3 3-12-16,0 0-4 0,-3 0 0 0,-3 0-1 31,-4 0-168-31,-2-2-34 0</inkml:trace>
  <inkml:trace contextRef="#ctx0" brushRef="#br0" timeOffset="4830.995">13769 3257 1519 0,'0'0'43'0,"0"0"9"0,0 0-41 0,0 0-11 0,0 0 0 0,0 0 0 16,0 0 103-16,-6 0 18 0,6 0 4 0,-6 3 1 16,0 2-41-16,0-2-8 0,0 5-1 0,1 2-1 15,-1 1-9-15,-3 5-2 0,3 2 0 0,-6 3 0 16,0 1-51-16,-3 4-13 0,0 1 0 0,-3 2 0 0,-3-3 28 0,1 1 4 16,-4 2 0-16,0 0 0 0,-3-8 0 0,3 3 0 15,-2 0 0-15,2-1 0 0,0-1-44 16,3-1-9-16,0 0-2 0,3 0 0 0,1-8 3 0,-4 1 0 15,3-4 0-15,-3-2 0 16,0-3-125-16,3 1-25 0,3-4-5 16,1-4-1-16,-1-1-64 15,9-5-12-15</inkml:trace>
  <inkml:trace contextRef="#ctx0" brushRef="#br0" timeOffset="5033.425">13225 3612 1587 0,'2'-8'35'0,"-2"-8"7"0,0 3 2 0,3-3 0 0,-3 3-35 0,0-3-9 0,0-3 0 0,3 9 0 15,-3-6 102-15,0 3 18 0,3 5 4 0,-3-3 1 16,3 6-41-16,-3 2-8 15,3 0-1-15,-3 3-1 0,6 0-15 0,0 0-3 16,0 3-1-16,0 0 0 0,0 5-11 0,3 0-3 0,0 0 0 0,-3 2 0 16,3 3-5-16,0 1-2 0,3-1 0 0,-3 3 0 15,3-3-3-15,2 3-1 0,-2 0 0 0,6-3 0 16,-3 3-30-16,6-3 0 0,-3 6 0 0,3-4 0 16,-1 7 0-16,1-4 0 0,0 6 0 0,0-3 0 15,-3-2 0-15,0 2-20 0,0-3 4 0,-1 1 0 16,-2-3-70-1,-3 2-14-15,3-7-2 0,-3-1-672 0,0 1-134 0</inkml:trace>
  <inkml:trace contextRef="#ctx0" brushRef="#br0" timeOffset="5297.783">13906 3644 1792 0,'0'0'51'0,"0"0"10"0,-6-3-49 0,6 3-12 15,0 0 0-15,0 0 0 16,0 0 136-16,0 0 25 0,0 0 5 0,0 0 1 0,0 0-63 0,0 0-12 16,0 0-2-16,0 0-1 0,3 8-20 0,-3-6-4 15,3 6-1-15,0 3 0 0,0 0-51 0,0 4-13 16,0 4 0-16,0-6 0 0,0 11 0 0,0-5 0 16,0 2-9-16,0 5 9 0,0-7 0 0,0 2 0 0,3-3 0 15,0 4 10-15,-3-7-26 0,3 1-6 0,0-2-1 16,0 1 0-1,0-1-113-15,0-4-22 0,5 3-5 0,-2-10-916 0</inkml:trace>
  <inkml:trace contextRef="#ctx0" brushRef="#br0" timeOffset="5599.266">15002 3286 2156 0,'0'0'48'0,"0"-5"9"0,3 0 3 16,-3-3 0-16,2 5-48 0,-2-5-12 0,3 3 0 0,-3-3 0 15,3 3 88-15,-3 5 16 0,0-6 4 0,0 6 0 16,0-2-64-16,0 2-12 0,0 0-2 0,0 0-1 16,0 0 27-16,0 0 6 0,0 0 1 0,-6 5 0 0,1 3-50 0,-1 5-13 15,0-2 0-15,-3 2 0 0,0 8 0 0,0-5 0 16,0 8 0-16,-3 2 0 0,0-2 25 15,-3 0 0-15,0 2 0 0,-3 4 0 16,1-9-17-16,-4 0-8 0,0 3 0 0,0-6 8 16,0 1-28-16,-3-6-7 15,4 3-1-15,2-6 0 0,0 1-106 0,3 0-22 0,0-3-4 16,0-1-596-16,3-1-120 0</inkml:trace>
  <inkml:trace contextRef="#ctx0" brushRef="#br0" timeOffset="5818.458">14659 3493 1728 0,'6'-11'38'0,"-3"-5"8"0,0-2 2 0,0-1 0 0,-3 1-39 0,6-1-9 16,-3 1 0-16,0-1 0 0,0 6 104 0,0 2 20 0,-3 3 3 0,3-2 1 16,0 2-17-16,-3 5-3 0,0 3-1 0,0 0 0 15,0 0-39-15,0 0-8 0,6 0-2 0,0 5 0 16,3 6-26-16,0 2-4 0,3 1-2 0,0 4 0 16,-1 3-26-16,1 0 0 0,0 1 8 0,3-1-8 15,0 3 0-15,0-3 0 0,0-5 0 0,0 5 0 16,0-5 0-16,-1 0 0 0,-2-1 0 0,3-1 0 31,-3-1-49-31,3 0-12 0,-3-2-3 0,0-3 0 0,3 0-153 0,-3-1-31 16,-1-1-7-16,1-4-666 0</inkml:trace>
  <inkml:trace contextRef="#ctx0" brushRef="#br0" timeOffset="6097.782">15118 3622 1958 0,'0'0'43'16,"0"0"9"-16,0-5 1 0,3 0 3 0,0-3-45 0,3 0-11 0,-1 0 0 0,1 3 0 15,3-3 83-15,0 2 14 0,0 4 3 0,3-6 1 16,0 5-8-16,0 1-1 0,-3-1-1 0,3 3 0 0,-3 0-22 0,0 0-4 16,0 0-1-16,-3 3 0 0,-1-1-51 0,1 1-13 15,0 5 0-15,-3 0 0 0,3-6 0 0,-6 6 0 16,3 0 0-16,-3 3 0 0,-3-3 0 0,3 0 0 16,-3 2 0-16,0 1 0 0,-3-1 0 0,3 1 0 15,-3 5 0-15,1-8 0 0,2 5 0 0,0-2 0 0,0 2 0 16,0 0 0-16,3-2 0 0,0 2 0 0,0-2 0 15,3-1 0-15,0-2 0 0,3 3 0 16,-1-1 0-16,1-7 0 0,6 2 0 0,-3 3 0 0,3-8 0 0,-3 3 0 16,3-3 0-16,3-3 0 15,0 3 0-15,3-8 0 16,0 0-48-16,5 0-13 0,4 0-3 0,6-2-1152 0</inkml:trace>
  <inkml:trace contextRef="#ctx0" brushRef="#br0" timeOffset="6623.983">17490 2874 2286 0,'0'0'50'0,"0"0"10"0,-6 0 3 0,3-6 1 0,-3 4-51 0,0 2-13 0,0-6 0 0,0 4 0 16,0 2 69-16,0 0 11 0,6 0 3 0,-9 2 0 15,3-2-42-15,1 6-8 0,-4 2-1 0,3-6-1 16,-3 9-31-16,3 5-15 0,0-6 2 0,0 9 0 16,-3 2 13-16,3 5 0 0,0 1 0 0,0 5 0 15,0 2 16-15,0-5 7 0,0 3 1 0,0 2 0 16,0 1-24-16,0 4 9 0,0 1-9 15,-3 10 0-15,6-7 36 0,-2 4 1 16,-1-4 0-16,0 2 0 0,3-8-49 0,-3 0-9 0,-3 0-3 0,3 2 0 16,0 1 39-16,-3 0 7 0,0 2 2 0,0-5 0 15,-3 0-24-15,0-8 0 0,0-2 0 0,-3 2 0 16,4-8 0-16,-1 0 0 0,-3-2 0 0,3-3 0 16,0 0-98-16,0-6-24 0,0-2-5 0,0 3-1025 15</inkml:trace>
  <inkml:trace contextRef="#ctx0" brushRef="#br0" timeOffset="6840.493">17049 3530 1930 0,'0'0'55'0,"-3"-8"11"0,6 3-53 0,-3-1-13 0,3 4 0 16,0-6 0-16,3 2 127 0,0 4 22 0,3-6 5 0,0 5 1 15,6-2-73-15,0 2-14 0,0 1-4 0,6 2 0 16,-1-6-16-16,4 4-4 0,0 2-1 0,0 0 0 15,0-6-21-15,-3 6-4 16,2-2-1-16,-2 2 0 0,3 0-17 0,0 0 8 16,3 0-8-16,5 0 0 15,1 2-95-15,3-2-25 0,6 6-6 0,-1-6-1026 0</inkml:trace>
  <inkml:trace contextRef="#ctx0" brushRef="#br0" timeOffset="9329.366">13739 4623 2188 0,'-3'-6'48'0,"-2"1"11"0,2-3 1 0,-3 3 1 0,0-1-49 0,0-1-12 15,0-1 0-15,-3 0 0 0,-3 2 54 0,3 1 8 16,-3-3 2-16,-3 3 0 0,0 0 0 0,0 2 0 15,1 0 0-15,-4 1 0 0,0 2 0 0,-3 0 0 16,3 5 0-16,0 0 0 0,-3 3-52 0,4 3-12 0,-1 5 0 0,0-1 0 16,3 7 0-16,0-1 12 0,3 3-3 0,0-1-1 15,0 1-8-15,6 3 0 0,-3-6-10 16,7 0 10-16,-1 3 0 0,0-6-9 16,6 4 9-16,0-4 0 0,-1 3 0 0,7-2 0 0,3-1 0 0,0 6 0 15,6-11 0-15,0 3 0 0,6 0 0 16,3-3 0-16,-1 3-12 0,1-11 4 15,3 3 0-15,0-2 0 0,-1-4 8 0,-2-4 0 0,3-4 0 16,-3-2 0-16,3 3 0 0,-4-11 0 0,4 3 0 16,0 0 0-16,-3-3 0 0,-1 3 0 0,-2-1 0 0,0-1 8 15,-3 1 10-15,-3 1 2 0,-3 3 1 0,-3-4 0 16,-1-2 22-16,-5-2 4 0,0-1 1 0,-3 1 0 16,-3-3-48-16,-3 0-13 0,0-3-1 0,-3-3 0 15,-3 3 14-15,1 1 0 0,-4 1 9 0,-6 1-9 16,3 5 0-16,-6-2 0 0,0 5 0 0,0 2 0 15,1 1-24-15,-1 4 3 0,0 1 0 0,0 2 0 16,3 3-10-16,0 0-1 0,0 0-1 0,4 0 0 16,-4 0-87-16,3 3-18 0,3 2-3 0,3 1-624 15,3 1-125-15</inkml:trace>
  <inkml:trace contextRef="#ctx0" brushRef="#br0" timeOffset="9839.725">14749 4527 2030 0,'-9'0'57'0,"9"0"14"0,-6-5-57 0,-3 2-14 0,3 3 0 0,-3 0 0 15,3 0 105-15,-3 0 19 0,0 0 3 0,3 0 1 16,-3 3-52-16,0 2-9 0,3-2-3 0,-3 5 0 16,3 0-51-16,0 2-13 0,0 1 0 0,1 5 0 15,-1 0 0-15,3 2 0 0,0 1 0 0,0 5 0 16,3-6 0-16,0 1 0 0,0-1 0 0,3 3 0 16,0-5 54-16,3 3 8 0,2-3 2 0,1-1 0 15,0-1-52-15,6-1-12 0,0 0 0 0,3-2 0 16,0-1 0-16,3 1 0 0,-1 0 0 0,4-4 0 15,0 1-16-15,0-2-7 0,0-1-1 0,0-2 0 16,-1-3 24-16,1-3 0 0,0 3 0 0,3-8 0 16,0 3 22-16,-1-1-1 0,1-1 0 0,0-1 0 15,0 0-21-15,-6 0 0 0,2 0 0 0,-5-3 0 16,0 1 36-16,0-1 2 0,-3-2 1 0,-3-3 0 16,0 0-8-16,-3-2-2 0,0-4 0 0,-7 1 0 0,4-3-11 0,-6 3-2 15,3-5-1-15,-6 5 0 0,3-3-5 0,-6 3-1 16,1-1 0-16,-4 4 0 0,-3 2-9 15,0 0 8-15,-3 3-8 0,-6 2 8 0,3-5-8 0,-6 9 0 16,1 1 0-16,-7-2 0 16,3 3-24-16,-3 2-3 0,3 3-1 0,-5 0 0 15,2 0-91-15,-3 3-18 0,0 2-4 0,-5 3-699 0,2-2-139 16</inkml:trace>
  <inkml:trace contextRef="#ctx0" brushRef="#br0" timeOffset="11472.382">16954 4541 1728 0,'0'0'38'0,"0"0"8"0,0 0 2 0,-6-3 0 0,6 3-39 0,-6 0-9 0,0 0 0 0,-3 0 0 15,3 0 104-15,1 0 20 0,-1 0 3 0,-3 3 1 16,3-3-52-16,0 5-9 0,0-3-3 0,0 6 0 16,0-5-51-16,0 5-13 0,0 0 0 0,0 5 0 15,3 0 25-15,-3 3 3 0,0 3 0 0,3-1 0 16,3 3-17-16,-3 1-3 0,6-4-8 0,-3 1 12 16,3-1-12-16,3 1 0 0,0-1 8 0,0-2-8 15,3-3 24-15,0 1 3 0,3-1 0 0,0-3 0 0,0 1-41 16,-1-3-8-16,4 0-2 0,-3-3 0 15,3 0 39-15,0-2 7 0,3 0 2 0,0-3 0 0,0-3-24 16,-1 3 0-16,1-5 0 0,3 2 0 0,-3-2 13 16,3 0-1-16,-3 2-1 0,0-8 0 0,-1 3 33 0,-2 3 8 15,0-5 0-15,0-1 1 0,-3 0 9 0,0-2 2 16,-3 0 0-16,-3-3 0 0,3 3-52 0,-3-6-12 16,-3-2 0-16,0 3 0 0,0-4 0 0,-3 1 0 0,0 0 0 15,-3 3 0-15,0-6 54 0,0 3 8 0,-3 2 2 0,-3 1 0 16,0 4-52-16,-6-2-12 15,0 6 0-15,-3-1 0 0,0 3 0 0,-2-2 0 16,-4 4 0-16,0 4 0 0,-3-1-8 0,3 3-5 16,-3 0-1-16,4 3 0 15,-1 2-12-15,-3 0-2 0,3 3-1 0,-3 0 0 16,4-2-95-16,-4 4-20 0,0 3-3 0,3 6-1121 0</inkml:trace>
  <inkml:trace contextRef="#ctx0" brushRef="#br0" timeOffset="13326.57">13790 5768 1785 0,'0'0'39'0,"-6"-2"8"0,-3 2 1 0,3 0 4 0,3-3-42 0,-3 3-10 0,6 0 0 0,-6 3 0 15,0-1 99-15,0 1 17 0,-2 0 4 0,2 5 1 16,0-3-47-16,-3 3-10 0,0 2-1 0,3 4-1 16,-3-1-25-16,3 3-5 0,-3 2 0 0,3 1-1 15,0 2-13-15,0 0-2 0,0 0-1 0,0 0 0 16,3-2-3-16,0 2-1 0,3-5 0 0,0 2 0 16,0-2-11-16,6 0 8 0,-3-3-8 0,6 1 8 15,-3-4-8-15,3 3 0 0,3-5 0 0,-3 0 8 16,6 0-8-16,-3-2 0 0,3-4-12 0,-1-2 12 15,4-2 0-15,3-1 0 0,0-2 0 0,3-1 0 16,-3-2 11-16,2 0 9 0,1 1 3 0,0-1 0 16,-3-3 14-16,-3 3 3 0,0-2 1 0,-4-1 0 0,1 0-33 15,-6-2-8-15,3 0 0 0,-6-3 0 16,0 0 0-16,-3-2 0 0,0-1 0 0,-3-2 0 0,-3 0 53 0,-3 0 9 16,0-1 2-16,-3 1 0 0,-3 0-52 0,0 0-12 15,-2 5 0-15,-4-2 0 0,0 2 0 0,-3 2 0 16,0 4 0-16,0 2 0 0,-3 0 0 0,4 3 0 15,-1 2 0-15,0 0 0 16,0 3-48-16,3-5-13 0,0 5-3 0,1 5 0 16,2-5 0-16,0 0 0 0,3 3 0 0,0 0-751 0,3-1-150 0</inkml:trace>
  <inkml:trace contextRef="#ctx0" brushRef="#br0" timeOffset="13835.553">15088 5617 1792 0,'0'0'51'0,"0"0"10"0,0 0-49 0,0 0-12 0,0 0 0 0,0 0 0 15,0 0 105-15,0 0 19 0,0 0 3 0,0 0 1 16,0 0-12-16,-6 3-3 0,3 5 0 0,-3 0 0 16,3 3-46-16,0-1-10 0,0 3-1 15,0 3-1-15,0 0-15 0,0 3-4 0,0 4 0 0,3 1 0 16,-3 3-13-16,3 2-3 0,-3 3-1 16,3-3 0-16,0 0-9 0,3-3-2 0,-3 1 0 15,0-3 0-15,3-1-8 0,0-1 10 0,0-4-10 0,0 1 10 16,0-1-10-16,-3 1 0 0,3-1 0 0,0 1 0 15,0-1 8-15,-3 3-8 16,3-2 0-16,0 2 8 0,-3-2-8 0,0-1 0 16,0 1 0-16,3-4 0 0,-3 1-93 15,0-2-15-15,0-1-2 0,0 0-726 0,0-2-144 0</inkml:trace>
  <inkml:trace contextRef="#ctx0" brushRef="#br0" timeOffset="14507.338">13927 6901 2077 0,'0'0'45'0,"0"0"10"16,0 0 1-16,0 0 4 0,0 0-48 0,0 0-12 0,0 0 0 0,0 0 0 0,0 0 89 0,0 0 16 16,0 0 3-16,0 0 1 0,3 5-40 0,-3 3-8 15,0 3-1-15,3-1-1 0,-3 6-20 0,0 0-4 16,0 5-1-16,0 3 0 0,-3 2-14 0,3 3-4 15,0 3 0-15,-3-3 0 16,3-2-8-16,0 2-8 0,0-3 9 0,0 1-9 0,3-6 15 16,-3 5-3-16,0-2-1 0,3 0 0 0,-3 3-11 0,0-1 0 15,3 0 0-15,-3 1 8 0,0-1-8 0,0 1 0 16,0-3 0-16,0-1 0 0,0-1 0 0,0-4 0 16,0 1 0-16,0-3 0 15,0-3-112-15,0 3-20 0,3-6-5 0,0 1-1024 0</inkml:trace>
  <inkml:trace contextRef="#ctx0" brushRef="#br0" timeOffset="15372.254">15028 7184 1728 0,'0'0'38'0,"-6"-3"8"16,0 1 2-16,0-1 0 0,1 0-39 0,-1-2-9 0,0 5 0 0,0-3 0 15,0 1 104-15,-3-1 20 0,3 3 3 0,-3 0 1 0,3 0-50 0,0 3-10 16,-3-1-1-16,3 1-1 0,0 2-3 0,-3 3-1 16,3 0 0-16,0 0 0 0,0 5-50 0,0-2-12 15,0 5 0-15,3 0 0 0,-2 0 0 0,2-3 0 16,3 3 0-16,-3 0 0 0,3-1 0 0,3 1 0 15,0 3 0-15,2-1 0 0,1-2 0 16,0 3 0-16,0-3 0 0,3 2 0 0,0-2 0 0,0 0 0 16,0-3 0-16,6-2 0 0,-3-1 0 0,0 1 0 15,6-3 0-15,-4-3 0 0,1 0 0 0,3-2 0 16,-3-3 0-16,3-3 0 0,3 1 0 0,-3-4 0 16,0-1 0-16,-1-1 0 0,1 0 22 0,-3-3 2 15,0 0 0-15,0 1 0 0,-3-3 2 0,0 2 1 0,-3-2 0 0,0 0 0 16,-3-1-1-16,-1 4 0 0,1-6 0 0,-3 3 0 15,0-1-1-15,0-1 0 0,-6 1 0 16,0 1 0-16,0-3-9 0,-3 3-3 0,1-3 0 0,-4 3 0 16,-3 0 0-16,0-1 0 0,0 1 0 0,-3 0 0 15,0 2-13-15,-3 1 0 0,-3 2 0 0,1 0 0 16,-1 3-48-16,-3 2-13 16,3 0-3-16,-3 1 0 0,0 2-148 0,1 2-31 0</inkml:trace>
  <inkml:trace contextRef="#ctx0" brushRef="#br0" timeOffset="19156.682">16951 5604 2188 0,'0'0'48'0,"0"0"11"0,0 0 1 0,0 0 1 0,0 0-49 0,0 0-12 16,0 0 0-16,0 0 0 0,0 0 105 0,0 0 19 16,0 0 3-16,0 11 1 0,0-3-52 0,-3 0-9 15,3 0-3-15,0 0 0 0,0 2-16 0,-3 1-3 16,3-3-1-16,0 5 0 0,0-3-18 0,-3 6-4 15,3-2-1-15,0 1 0 0,0 4-21 0,0 0 0 0,0-1 0 16,0 3 0-16,0-2 0 0,3 2 0 16,-3 0 0-16,0-2 0 0,3-1 0 0,-3 1 0 0,3-1 0 15,-3-2 0-15,3 0 0 0,-3-3 0 16,3 3 0-16,0 0 0 0,-3-3 0 0,3 0 0 0,0 1 0 0,0-4 0 16,-3 3-16-16,3 1-4 0,0-4 0 0,0 3-1 31,0-2-92-31,0 2-19 0,0-2-3 0,3 2-1 15,-3-2-124-15,-3 2-24 0</inkml:trace>
  <inkml:trace contextRef="#ctx0" brushRef="#br0" timeOffset="19738.208">17038 7202 2188 0,'0'0'48'0,"0"0"11"0,0 0 1 0,0 0 1 0,0 0-49 0,0 0-12 0,0 0 0 0,0 0 0 16,0 0 105-16,0 8 19 0,0 0 3 0,0-2 1 16,3 2-52-16,-3 2-9 0,0-2-3 0,2 5 0 15,-2-2-51-15,3-1-13 0,-3 4 0 0,3-1 0 16,-3 0 0-16,3 0 0 0,-3 3 0 0,0 3 0 15,0-1 54-15,3 1 8 0,-3-1 2 0,0 3 0 16,0 1-52-16,0-1-12 0,3-3 0 0,-3 4 0 16,0-7 0-16,3 4 0 0,-3-6 0 0,0 0 0 15,3 1-48-15,-3-1-13 0,3-3-3 0,-3 1 0 16,3 0 52-16,0-1 12 0,0-2 0 0,0 3 0 16,0-3-159-16,0-3-29 0,0 3-5 0</inkml:trace>
  <inkml:trace contextRef="#ctx0" brushRef="#br0" timeOffset="22134.387">14210 8639 1552 0,'0'0'44'0,"0"0"10"0,0 0-43 0,0 0-11 0,0 0 0 0,0 0 0 16,0 0 142-16,0 0 26 0,0 0 6 0,0 0 1 15,0 0-75-15,0 0-16 0,0 0-2 0,0 0-1 0,0 0 4 16,0 0 1-16,0 0 0 0,-3 5 0 0,3-5-33 16,-3 6-6-16,0-1-2 0,3 3 0 0,-3 0-10 15,3 0-3-15,-3 5 0 0,3 0 0 0,0 1-10 0,-3 1-2 16,3 1-1-16,0 3 0 15,-3-1-9-15,3 1-2 0,0-1 0 0,-3 4 0 0,3-4-8 0,-3 3 0 16,3-2 0-16,-3-1 8 0,3 1-8 0,-3 2 0 16,3 0 0-16,-3 0 0 0,3 3 0 15,0 0 0-15,-3 2 0 0,3-2 0 0,0-3 0 0,0 3 0 16,0-3 0-16,0 1 0 0,0-1-17 0,0-3-6 16,0 1-1-16,0-3 0 15,0 0-83-15,0-3-17 0,3 0-3 0,0 0-692 16,0-2-138-16</inkml:trace>
  <inkml:trace contextRef="#ctx0" brushRef="#br0" timeOffset="22694.737">15171 8843 1926 0,'0'0'42'0,"0"0"9"0,0 0 1 0,0 0 3 0,0 0-44 0,0 0-11 0,0 0 0 0,0 0 0 16,0 0 102-16,0 0 18 15,0 0 4-15,0 0 1 0,0 0-39 0,0 0-8 0,0 0-2 0,0 0 0 16,0 0-60-16,3 5-16 0,0 3 0 0,0 0 0 16,0 3 54-16,0-1 8 0,0 3 2 0,-3 1 0 15,3-1-52-15,0 3-12 0,-3 0 0 0,3 2 0 16,-3 3 31-16,0 1 3 0,0 1 1 0,0 6 0 16,0-2-5-16,0 2-1 0,0-2 0 0,-3-1 0 15,3-2-29-15,0 0 0 0,0-6 0 0,0 1 0 16,0-3-8-16,0-1-8 0,0 1-2 0,3-3 0 15,-3-2 18-15,0 0 0 0,0-1 0 16,0 1 0-16,3-3-20 0,-3 0-8 16,3 0 0-16,0 0-1 0,0 0-187 0,0-3-36 0</inkml:trace>
  <inkml:trace contextRef="#ctx0" brushRef="#br0" timeOffset="50410.771">17058 8785 1807 0,'0'0'40'0,"0"0"8"0,0 0 1 0,0 0 2 0,0-3-41 0,0 3-10 0,0 0 0 0,0 0 0 16,3-5 91-16,-3 5 16 0,0 0 3 0,3-6 1 15,-3 6-40-15,0 0-8 0,0 0-2 0,0 0 0 16,0 0-13-16,0 0-4 0,0 0 0 0,0 0 0 15,0 0-13-15,0 0-3 0,0 0-1 0,3 6 0 16,0-1-8-16,0 3-2 0,0-3 0 0,-3 6 0 16,3-3-4-16,-3 0-1 0,3 2 0 0,-3 1 0 15,3 2-4-15,-3-2-8 0,3 2 11 0,-3 3-11 16,0-3 23-16,0 0-3 0,3 1 0 0,-3-1 0 0,0 0-31 16,3 3-6-16,-3 0-2 0,0 2 0 0,0 3 19 15,3-2 0-15,-3-1-8 0,3 4 8 16,-3-4-12-16,0 3 2 0,0-2 0 0,3-1 0 0,-3-2 10 0,0 0-13 15,3-3 5-15,-3 1 8 0,3-4-9 16,-3 1 9-16,0-3 0 0,3 0 0 0,-3 0 0 0,0 0 0 16,3-3 0-16,-3-5 0 0,0 0 0 0,0 0 0 15,0 0 0-15,0 0 0 0,0 0 0 0,0 0 0 16,0 0 10-16,0 0-2 0,0 0 12 0,0 0 2 16,0 0 1-16,0 0 0 0,-3-5-11 0,-3-3-1 15,3 2-1-15,0-2 0 0,-3-2 24 0,3-1 5 16,-3 1 1-16,0-4 0 0,0 1-13 0,0 0-3 15,0 0 0-15,0-3 0 0,-3 3-24 0,4 2 0 0,-4 0-9 16,3 1 9-16,-3-1 0 0,0 6 0 0,3 0 0 0,-3-1 9 16,0 4-9-16,0 2 0 0,0 0 0 0,0 0 0 15,0 2 0-15,3 1 0 0,-3 0 0 0,-3 2 0 16,4 3 0-16,-1 0 0 0,0 2 0 0,0 1 0 16,3 2 0-16,-3 0 0 0,3 1 0 0,0-1 0 15,0 0 0-15,0 0 0 0,0 1 0 0,0 1 0 16,3-1 0-16,0-4 0 0,0 4 0 0,0-4 0 15,3 1 0-15,0 2 0 0,0-5 0 0,3 2 0 16,-3-4 0-16,3 2 0 0,3 0 0 0,0-3 0 16,0 0 0-16,3-2 0 0,0 2 0 0,0-2 0 15,3-3 0-15,0 2 0 0,0 1 0 0,2 0 0 16,-2-6 0-16,3 0-11 0,-3 3 1 0,3-2 0 16,0-4 10-16,0 4 0 0,0-1 0 0,3 1 0 15,-4-1 0-15,1 0 0 0,0 1 0 0,0-1-8 31,0-2-153-31,0-1-31 0,0 4-5 0</inkml:trace>
  <inkml:trace contextRef="#ctx0" brushRef="#br0" timeOffset="54257.391">18201 9137 1526 0,'0'0'43'0,"3"-6"10"0,3 4-42 0,3-4-11 0,0 4 0 0,6-4 0 16,0 1 117-16,9 0 22 0,0-3 4 0,5 3 1 16,4-3-44-16,3 2-9 0,3-2-2 0,2 3 0 15,-5-3-33-15,9 0-6 0,2 0-2 0,10 0 0 16,2 3-10-16,-2 0-2 0,-4 2-1 0,1-2 0 15,0 0-22-15,-4 2-4 0,4 0-1 0,2 1 0 16,-5 2-8-16,-6 0 0 0,-1 2 0 0,-5 1 0 16,-6-3 0-16,-4 3 8 0,1-1-8 0,-6-2 0 0,0 3 8 15,-3-3-8-15,-4 5 8 0,-2-2-8 0,0 0 0 0,-3-1 0 16,-3 1-12-16,-3-1 12 16,0 1-57-16,-6-3-4 0,0 0-1 0,0 0 0 15,0 0-146-15,-6 5-28 0</inkml:trace>
  <inkml:trace contextRef="#ctx0" brushRef="#br0" timeOffset="54845.614">18493 8867 1724 0,'0'0'38'0,"0"0"8"16,0 0 2-16,0 0 0 0,0 0-39 0,0 0-9 0,0 0 0 0,0 0 0 0,0 0 113 0,0 0 21 16,-3-3 4-16,3 3 1 15,0 0-17-15,0 0-3 0,-3-5-1 0,3 5 0 0,0 0-92 0,0 0-18 16,-3-3-8-16,-3 3 0 0,-3 0 0 0,3 0 0 15,-3 3 0-15,-2 2 0 0,2-2 0 0,-6 2 0 16,3 3 0-16,-6 0 0 0,3 0 16 0,-3 2 6 16,0 1 2-16,0 2 0 0,1-2-39 0,2 5-7 15,-3-3-2-15,3 5 0 0,3-2 24 0,0 3 0 16,0-1 0-16,3-2 0 0,0 0 0 0,3 0 0 16,3 3 0-16,0-4 0 0,1-1 0 0,-1-1 0 0,3 0 0 0,3 0 0 15,-1-2 0 1,1-1 0-16,0-2 0 0,3 0 0 0,0 0 0 0,0 0 0 15,6-2 0-15,0-1 0 0,0-3 0 0,3 4 0 0,3-4 0 16,0 1 0-16,2 0 16 0,1-3 8 0,0 0 2 16,3 0 0-1,-3 0-42-15,-3 0-8 0,2 0-1 0,1 0-1 16,0 0-30-16,-3-3-7 0,0 0-1 0,-3 3-1049 0</inkml:trace>
  <inkml:trace contextRef="#ctx0" brushRef="#br0" timeOffset="56308.597">20589 8467 1771 0,'0'0'39'0,"0"0"8"0,0 0 1 0,0 0 2 0,0 0-40 0,0 0-10 0,3-2 0 0,-3 2 0 16,0 0 88-16,0 0 16 0,0 0 4 0,0 0 0 16,6-3-35-16,-6 3-6 0,0 0-2 0,3 5 0 15,0 3-27-15,-1-3-6 0,-2 3 0 0,0 3-1 16,3 0-16-16,-3-1-3 0,0 1-1 0,-3 5 0 16,3-3-11-16,-2 5 0 0,2 3 9 0,-3 3-9 15,0 0 25-15,0 5 1 0,0 0 0 0,0 0 0 16,0 1-26-16,-3-1 0 0,3 0 0 0,-3 0 0 15,3 0 0-15,-3-3 0 0,0 1 0 0,0-1 0 16,0 1 0-16,0-1 0 0,3 1 0 0,-3-1 0 16,-3-2 0-16,6 2 0 0,-3-4 0 0,0-1 0 15,3-3 0-15,-3-2 0 0,3-3 0 0,-3 1 0 16,3-6 0-16,0 0 0 0,1-3 0 0,-1-3 0 16,3-2 0-16,0 0 0 0,0 0 0 0,0 0 0 15,-3 0 0-15,-3-7 0 0,3-1 0 0,0 0 0 16,0-6 56-16,-3-1 7 0,3-4 1 0,-3 1 0 0,3-4-52 15,-3 1-12-15,3 0 0 0,-3 2 0 0,0-2 0 16,-3 5 0-16,3 1 0 0,-3 1 0 0,-3 1 0 0,0 3 0 16,3-1 0-16,-2 6 0 0,-1-3 0 0,0 5 0 15,0-2 0-15,0 2 0 0,-3 3 27 0,3 0 2 0,0 0 1 16,0 3 0 0,0-1-48-16,3 1-10 0,1 2-1 0,-1 3-1 0,0-2 30 15,3 2 0-15,0 2 0 0,0 1 0 0,0-1 0 0,3 6 0 16,0-3 0-16,3 3 0 0,-3 0 0 15,3 0 0-15,3 0 0 0,0 2 0 0,3-2 0 0,-3-2 0 16,6 1 0-16,0-1 0 0,0-4 0 0,5-2 0 0,1 3 0 0,6-6 0 16,0 0 0-16,3 1 0 15,6-6 0-15,-1 0 0 0,1 0 0 0,3-6 0 0,-3 4 0 0,-1-6 0 32,-2 2-57-32,-3-2-6 0,-3 1-1 0,0-4 0 0,0 0 103 0,-4 1 20 0,-2-1 4 0,3 1 1 15,-6-4-52-15,3 4-12 0,-3-3 0 0,-3 2 0 16,0 0 0-16,-3 1 0 0,0-1 0 0,-3 3 0 15,0 0 55-15,-3 0 8 0,0 3 1 0,-3 0 1 16,3 0-29-16,0 5-7 0,-6-3-1 0,0 3 0 16,0 0-8-16,-3 0-3 0,0 5 0 0,3-2 0 15,-3 5-17-15,3-3 0 0,0 3 0 0,0 3 0 0,0-1 0 16,3 1 0-16,0 2 0 0,0 3 0 0,3-3 0 16,0 0 0-16,6 1-12 0,-3 1 3 15,3-1-24 1,0-4-5-16,3 3-1 0,0-5 0 0,3 0 39 0,3 0 16 0,0-2 0 15,-1-1-1-15,4-2-15 0,0-1 0 0,0-2-9 0,0 0 9 0,0 0 0 16,-3-2-9-16,0-1 9 0,-4 0 0 0,1 1 0 16,-3-4 0-16,0 1 0 0,-3-3 0 0,0 0 0 0,-3 0 8 15,-3 0-8-15,0-2 0 0,-3-4 10 0,-3 1-2 16,0-3-8-16,-3 3 12 0,0-3-12 0,-3 0 9 16,1 0-9-16,-1 1 8 0,0 1-8 0,0-1 0 15,-3 1 0-15,3 4 0 0,0-1 0 0,3 3 0 16,0-2 0-16,0 2 0 0,6 0 0 0,-3 0 0 15,6 2 0-15,-3 1 0 0,3-3 0 0,3 3-9 0,0 0 9 16,3 2 0-16,3-2-11 0,3 2 11 0,0-2-10 0,3 2 10 16,0 0-8-16,0 1 8 0,3-1 0 0,-1 3-9 15,-2 0 9-15,0 0 0 0,3 3-9 0,-3-1 9 16,0 1 0-16,-3 2 0 0,3 1 0 0,-3 2 0 16,-1-3-8-16,-2 3 8 0,3 0 0 0,-3 2 0 15,3 1 0-15,-3 2 0 0,0 0 0 0,-3 3 0 16,3 0 0-16,-3 3 0 0,0-1 0 0,-3 1 0 15,0-1 0-15,0 1 0 0,0-1 0 0,0-2 8 16,-3 0-8-16,0-3 0 0,0-2 0 0,0-1 0 16,-3-2 0-16,3-2 0 0,0 2 0 0,0-8 0 15,0 0 0-15,0 0 0 0,0 0 0 0,0 0 0 16,0 0 0-16,-3-8 0 0,3 2 0 0,0-4 0 16,0-1 0-16,0 1 0 0,0-6 0 0,3 3 0 15,0-6 0-15,3 3 0 0,-3 0 9 0,3-2-9 16,2 2 8-16,1 0-8 0,-3 0 10 0,6 0-10 0,-3 6 9 0,3-1-9 15,0 1 8-15,3 2-8 0,-3 0 0 0,0 2 0 16,3 4 8-16,-1-1-8 0,-2 0 0 0,-3 1 0 16,3 2 0-16,-3 2 0 0,3 1 8 0,-3 0-8 15,0-1 8-15,0 6-8 0,0-2 8 0,-3 2-8 16,0-1 0-16,0 4 8 0,0 2-8 0,-3-2 0 16,2 2 0-16,-2 3 0 0,0-3 0 0,-3 3 8 0,3 0-8 15,0 2 0-15,-3-2 0 0,3-2 0 16,-3 1 0-16,-3 1 0 15,3-5-34-15,0-1-2 0,-3 1-1 0,0-3 0 16,0-3-119-16,3-5-24 0,-5 6-5 0,-1-4-1002 0</inkml:trace>
  <inkml:trace contextRef="#ctx0" brushRef="#br0" timeOffset="56495.154">21407 8835 2383 0,'0'0'52'0,"-3"-8"12"0,3 3 1 0,-3-3 2 0,3 3-54 0,0-1-13 0,0 1 0 0,0 5 0 16,0 0 75-16,0 0 12 0,0 0 2 0,0 0 1 16,0 0-41-16,0 0-8 0,0 0-1 0,0 0-1 15,6 3-18-15,-3 2-3 0,-3-5-1 0,3 5 0 0,3 0-17 16,-3 1 0-16,3-4-11 0,-3 4 11 16,6-4-183-16,-6 1-29 0</inkml:trace>
  <inkml:trace contextRef="#ctx0" brushRef="#br0" timeOffset="56778.503">21788 8679 2286 0,'0'-8'50'0,"0"0"10"0,0 0 3 0,0-3 1 0,0 4-51 0,0-1-13 16,0 0 0-16,0 2 0 0,0 1 96 0,0 5 17 16,0 0 3-16,0 0 1 0,0 0-50 0,0 0-11 15,0 0-1-15,3 8-1 0,-3 3-25 0,0 2-5 16,0 3 0-16,0 2-1 0,0 3-7 0,0 1 0 0,0 1-1 0,0 4 0 15,-3-3-2-15,3 2 0 0,-3-2 0 0,0 2 0 16,0-2 0-16,3 0 0 0,-6 2 0 0,3 4 0 16,-3 1-13-16,0 4 11 0,-2 2-11 0,5 0 10 15,-3-3-10-15,3-2 0 0,-3 0 0 0,3-6 0 16,-3-2 0-16,3-3 8 0,0 0-8 0,0-2 0 16,0-6 0-16,0 3-20 0,0-3 3 0,0-2 1 31,3-3-88-31,0 0-18 0,0-3-3 15,0-5-719-15,0 0-143 0</inkml:trace>
  <inkml:trace contextRef="#ctx0" brushRef="#br0" timeOffset="56945.269">21723 9179 2004 0,'-9'-13'56'0,"3"7"14"16,3-1-56-16,-3-1-14 0,3-3 0 0,0 3 0 16,0-3 141-16,0 4 26 0,3 1 5 0,3-2 0 15,-3 3-75-15,6 0-15 0,-3-1-3 0,3 1-1 0,3 2-36 16,-3 1-7-16,3-1-2 0,0-2 0 0,0 5-9 0,2-3-1 15,1 1-1-15,-3-1 0 0,3-2-22 0,3-1 9 16,0 1-9-16,6-3 0 16,3 3-144-16,8-6-35 0</inkml:trace>
  <inkml:trace contextRef="#ctx0" brushRef="#br0" timeOffset="58447.518">22699 8851 1270 0,'0'0'28'0,"0"0"5"0,3 3 2 0,3 2 1 0,-6-5-28 0,3 0-8 0,-3 0 0 0,6 5 0 16,0-5 108-16,-6 0 20 0,3 3 4 0,-3-3 0 15,6 0-13-15,-6 0-3 0,6-3-1 0,-6 3 0 16,0 0-26-16,0 0-5 0,0 0 0 0,0-5-1 0,0 5-19 15,0 0-4-15,-3-5-1 0,-3-1 0 16,0 4-23-16,0-1-4 0,-3-2 0 0,0 5-1 0,3-3-11 0,-3 3-1 16,-3 0-1-16,3 3 0 0,0-1-6 15,0 1-2-15,-2 0 0 0,-1 2 0 16,3 0-10-16,-3 3 0 0,0-3 0 0,3 3 0 0,-3 3 0 0,3-3 0 16,0 0 0-16,0 2 0 0,0-2-16 0,3 3 0 15,3-1 1-15,0 1 0 16,0-3-17-16,3 3-3 0,3-1-1 0,0 1 0 15,0-1-8-15,3 1-1 0,3-3-1 0,0 5 0 16,0-5 11-16,0 0 3 0,3 0 0 0,0-3 0 0,0 0 20 16,3-2 12-16,-3 0-12 0,5-3 12 0,-2 0-9 0,3-3 9 0,3 3 0 15,0-3-9-15,0-2 9 0,3 0 0 0,-1 2 8 0,1-2-8 16,0 0 20-16,-3-1 0 0,3 1 0 0,-4 2 0 16,1-4 15-16,-3 1 2 0,-3-2 1 0,0 0 0 15,-3 0 4-15,0 3 1 0,-3-3 0 0,3 0 0 16,-4 0-7-16,1-2 0 0,0 2-1 15,-3 2 0-15,3-4-5 0,-3 5-1 0,0-3 0 0,-3 0 0 16,3 0-3-16,-3 2-1 0,0-1 0 0,0 1 0 16,-3 1-2-16,0-3-1 0,0 3 0 0,0-1 0 15,-3 1-3-15,0 3-1 0,-3-1 0 0,0-2 0 16,0 5-6-16,0-3 0 0,0 3-1 0,-3 0 0 16,0 0-11-16,0 0 8 0,1 3-8 0,-4-3 8 15,3 5-8-15,-3-2 0 0,0 2 0 0,0 0 0 16,3 3-13-16,-3-3 1 0,3 3 1 0,0 0 0 15,0 0-13-15,6 0-2 0,-3 0-1 16,3 0 0-16,3 0-9 0,0 0-1 0,3 0-1 0,3 0 0 16,0-3-3-16,3 3-1 0,0-3 0 0,0 1 0 0,3-4 14 0,-3 1 2 15,3-1 1-15,-3 1 0 0,3-3 17 0,-3-3 8 16,0 1-8-16,-3 2 8 0,2-3 0 0,-2-2 0 16,3 2 0-16,-3-2 0 0,0 2 17 0,-3-2 6 15,3 2 1-15,-3-2 0 0,3 2 6 0,-3-2 2 16,-3 5 0-16,3-3 0 0,-3 3-8 15,6-2-2-15,-3-1 0 0,-3 3 0 0,6-2-12 0,-6 2-2 16,0 0-8-16,6 0 12 0,0 0-12 0,-3 0 0 16,3 2 0-16,0 1 0 0,-3 2 0 0,3-2 0 15,-3-1 0-15,3 4 0 0,0-1 0 0,-3 0 0 16,2 3 0-16,1 0 0 0,0-3 0 0,0 3 0 0,0-2 0 0,0 2 0 16,0 0 0-16,0-3 0 0,-3 3 0 0,3-3 0 15,3 0 0-15,-3-2 0 0,0 2 0 0,0-2 0 16,0-3 0-16,0 3 0 0,0-3 0 0,0 0 0 15,0-3 0-15,0 3 0 0,0-3 0 0,-3 1 0 16,2-4 0-16,1 4 11 0,-3-4-2 0,3 1 0 16,-3 0 15-16,3 0 2 0,-3-3 1 0,0 0 0 15,0 2-4-15,0-2-1 0,0 3 0 0,3-3 0 16,-3 0-6-16,0 0 0 0,3 0-1 0,-3 0 0 16,3 3-6-16,0-3-1 0,-3 0 0 0,3 0 0 15,0 3-8-15,0-3 0 0,0 3 9 0,0-3-9 16,0 3 0-16,0-1 0 0,0 4 0 0,-4-1 8 15,4-2-8-15,0 5 0 0,0-3 0 0,-3 3 0 16,-3 0 0-16,6 3 0 0,0-3 0 0,-3 2 0 0,3 1 0 16,-3 0 0-16,0 2 0 0,0 0 0 15,0 1 0-15,0-1 0 0,0 0 0 0,-3 3 0 16,3-3 0-16,-3 3 0 0,0 0-9 0,3 0 9 0,-3 0-18 0,0 0 1 16,0 0 0-16,3 0 0 15,-3 0-7-15,0-3-2 0,0 3 0 0,3 0 0 16,-3-3 2-16,3 3 1 0,0-5 0 0,0 2 0 0,0 1 8 0,3-4 2 15,0-2 0-15,0 0 0 0,3 0 5 0,0 0 8 0,2-2-13 0,-2-1 5 16,6-2 8-16,0 2-10 0,3-2 10 0,0-1-10 16,0 1 10-16,3 0 0 0,-1-1 0 0,1 1 0 15,-3-3 0-15,3 3 0 0,-3-3 0 0,3 3 0 16,-6-3 10-16,-1 0-2 0,-2 0-8 0,0 0 12 16,-3 0 7-16,0-3 1 0,0 3 0 0,0 1 0 15,-3-1 8-15,0 0 3 16,-3 2 0-16,0 1 0 0,-3 0-5 0,0 5-1 0,0-5 0 0,0 5 0 15,0 0-2-15,-6-3-1 0,-3 0 0 0,3 3 0 16,-3 3-9-16,0-3-1 0,0 3-1 0,-3 2 0 16,3 0-11-16,-3 3 0 0,1 0 9 0,-1 0-9 15,3 0 0-15,-3 0 0 0,6 0 0 0,0 0 0 16,0 0 0-16,3 0 0 0,3 2 0 0,3-2-8 16,0 3 8-16,6-1 0 0,0 1 0 0,3 2-8 15,0 0 8-15,-1-2 0 0,1-3 0 0,3 2-8 16,3-4 8-16,0 2 0 0,3-3 0 0,3 0 0 15,2-2 0-15,1 2-8 0,3-2 8 0,-3-1-8 16,0 1-23-16,-1-3-4 0,1 3-1 16,-3-1 0-16,0-2-170 0,-6 0-34 0</inkml:trace>
  <inkml:trace contextRef="#ctx0" brushRef="#br0" timeOffset="59455.49">21892 9973 1728 0,'0'0'38'0,"3"-8"8"0,0 3 2 0,0-1 0 0,0 1-39 0,0-3-9 15,0 3 0-15,0-1 0 0,0 1 104 0,0 2 20 16,-3 3 3-16,0 0 1 0,0-5 0 0,0 5 0 16,0 0 0-16,0 0 0 0,0 0-52 0,-6 0-9 0,0 0-3 15,-3 3 0-15,3 2-51 0,-3 0-13 16,-2 1 0-16,2 4 0 0,-6 1 25 0,3-1 3 0,-3 6 0 0,-3-2 0 16,-3 1-19-16,0 1-9 15,-5 0 10-15,-4 0-10 0,0 0 0 0,0 0 0 16,1 0 0-16,-4 0 0 15,6-1-25-15,0-1-5 0,0 2-1 0,4 2 0 16,2-2 31-16,0 0 0 0,3-3 0 0,-3 3 0 16,3-3-57-16,-2 0-6 0,-1 1-1 0,3-1 0 15,0-3-102-15,3 1-21 0,0 0-4 0,0-3-794 0</inkml:trace>
  <inkml:trace contextRef="#ctx0" brushRef="#br0" timeOffset="59842.487">21333 10002 1792 0,'0'0'51'0,"0"-8"10"0,0 3-49 0,0-1-12 15,3 1 0-15,0 0 0 0,0-3 105 0,0 3 19 16,0-1 3-16,0 4 1 0,0-1 0 0,0 0 0 15,0 1 0-15,-3 2 0 0,6-3-103 0,-6 3-25 16,3 0 0-16,-3 0 0 0,5 3 56 0,-2 2 7 16,3 0 1-16,0 1 0 0,-3 1-52 0,3 4-12 0,0 0 0 0,0 2 0 15,0 0 0-15,3 0 0 16,0 1 0-16,0-1 0 0,3 0 54 0,0 0 8 16,0 0 2-16,0-2 0 0,2 0-52 0,1 2-12 0,0-5 0 15,3 5 0-15,0-5 0 16,-3 3 0-16,0-1-12 0,3 1 12 0,-4-3 0 0,1 2 0 0,-3 1 0 15,0-3 0-15,0 2 8 0,-3 1-8 16,0-3 0-16,3 2 0 0,-3-2 0 0,-3 0 0 0,3-2 0 16,-3 2 0-1,0-3-45-15,2 0-15 0,-2 0-4 0,0-2 0 16,0 2-153-16,-3-2-31 0,-3-3-7 0,3 11-1 0</inkml:trace>
  <inkml:trace contextRef="#ctx0" brushRef="#br0" timeOffset="74098.218">13975 8541 1630 0,'0'0'36'0,"-6"0"7"0,0-2 1 0,3-1 3 0,-3 0-38 0,0-2-9 0,3 2 0 0,-3 3 0 0,0-2 57 0,0-1 10 16,3 0 1-16,3 3 1 0,-6-2-22 0,6 2-5 15,-3-3-1-15,3 3 0 0,0 0-5 0,0 0-2 16,0 0 0-16,0 0 0 0,0 0-19 0,0 0-4 16,0 0-1-16,3-2 0 0,6-1-10 0,0 0 0 15,0 3 0-15,3-2 0 0,0 2 0 0,3 0 0 16,2-3 0-16,1 3 0 0,6-3 0 0,-3 3 0 16,0 0 0-16,0-2 0 0,-1 2 0 0,4 0 0 15,3-3 0-15,3 0 0 0,0 1 0 0,2 2-14 16,4-3 2-16,3 3 0 0,-1 0 12 0,-2 0 0 0,0-3 0 0,0 3 0 15,-4-2 0-15,4 2 0 0,3-3 0 16,2 3 0-16,1 0 0 0,0 0 0 0,2 0 0 16,-2 0-9-16,-3 0 9 0,-1 0 0 0,-2 0 0 15,3 0 0-15,-3 0 0 0,2 3 0 16,1-3 0-16,6 2 0 0,-4-2 0 0,-2 0 0 0,0 3 0 0,-4-3 0 16,1 3 0-16,0-3 0 0,0 2 0 0,5-2 0 15,-2 3 0-15,0 0 0 0,5-1 0 0,-2 4 0 16,0-4 0-16,-4 4 0 0,-2-4 0 0,6 3 0 15,-4-2 0-15,1 0 0 0,6 2 0 0,-1 0 0 16,1 1 0-16,-3-1 0 0,-1 0 0 0,-2 3 0 16,0-5 0-16,-1 2 0 0,1-2 0 0,3 2 0 15,0-2 0-15,-1 2-8 0,4 0 8 0,0 1 0 16,-4-1-11-16,-2-3 11 0,-3 1-13 0,5 2 5 0,-2-5 8 16,0 3-10-16,2 0 10 0,1-1-10 0,0 4 10 15,-1-4-12-15,-2 4 12 0,-3-4-12 16,-3 1 12-16,-4-3 0 0,4 3 0 0,0-3-8 15,-3 2 8-15,-1-2-13 0,4 3 5 0,-3-1 8 0,0-2-16 16,-1 3 4-16,-2 0 0 0,0-1 1 0,-3-2 11 16,0 3-13-16,-4-3 5 0,-2 3 8 15,0-3-9-15,0 0 9 0,-3-3 0 0,0 3 0 0,0 0 0 0,-1 0-8 16,-2 0 8-16,3 0 0 0,-3 0 0 0,0 3 0 16,0-3 0-16,-3 0 0 0,0 0 0 0,0 2 0 15,0-2 0-15,0 3 0 0,-3 0 0 0,0-1 0 16,-6-2 0-16,3 6 0 0,2-4 0 0,-5-2 0 0,0 0 0 15,0 6 0-15,0-6 0 0,3 5 0 0,-3-5 9 0,-3 8-9 16,3-3 8-16,0-5-8 0,0 5 8 0,-3 3-8 16,1-2 8-16,2-1-8 0,0-5 0 0,-3 8 8 15,0-3-8-15,0 0 12 0,0 3-12 0,0-2 12 16,3 2-12-16,-3-1 0 0,0-1 9 0,3 2-9 16,-3-3 0-16,3 3 8 0,-3 0-8 0,3 0 0 15,-3 0 0-15,0 0 0 0,3 2 0 0,-3 1 0 16,0-3 10-16,3 2-2 0,-3 1-8 0,0 2 12 15,0-5-4-15,3 3 0 0,-3-1-8 0,0 1 12 16,0-1-12-16,3 1 0 0,-3 0 8 0,0 2-8 16,3-3 0-16,-3 4 0 0,0-1 0 0,3 3 0 15,0 0 0-15,-3 0 0 0,3-1 0 0,0 4 0 16,0-1 0-16,3 1 0 0,-3 0 0 0,0-4 0 16,0 4 0-16,3-3 0 0,-3 0 0 0,0 0 0 15,0-3 0-15,3 3 0 0,-3-3 0 0,3 0 0 16,-3 0 0-16,3 1 0 0,-3-1 0 0,0 0 0 0,0 0 0 0,0 0 0 15,0 1 0-15,0-1 0 0,0 3 0 0,-3-3 0 16,3 0 0-16,0 3 0 0,-3 0 0 0,3-3 0 16,0 3 0-16,-3 0 0 0,3-3 0 0,-3 3 0 15,3-5 0-15,0 2 0 0,-3 0 8 0,3-2 0 16,0 2-8-16,-3-5 12 0,3 0-12 0,-3 2 0 16,3-2 0-16,-3-2 0 0,3-1 0 0,0-5 0 15,-3 5 0-15,0 1 0 0,3-6 20 0,-3 5 0 16,0 0 1-16,3-5 0 0,0 0 3 0,-3 5 0 15,3-5 0-15,-6 3 0 0,6-3-7 0,-3 5-1 0,-3-2 0 16,6-3 0-16,-6 3 4 0,0-1 0 16,6-2 0-16,-5 0 0 0,5 0 1 0,-9 3 1 15,3-3 0-15,0 3 0 0,6-3-1 0,-9 0 0 0,3 2 0 16,-3-2 0-16,3 0 3 0,-3 0 0 0,3 0 0 0,-6 0 0 16,3 0-12-16,-3 3-1 0,0-3-1 0,-5 3 0 15,2-3-10-15,0 2 0 0,-3-2 9 16,0 3-9-16,0-3 8 0,0 2-8 0,-3-2 10 0,1 3-10 15,2 0-9-15,-3-1-8 0,0 1-2 0,0 0 0 16,3-1 42-16,1 1 8 0,-4 2 1 0,3-2 1 16,-6 0-23-16,3-1-10 0,-6 4 8 0,1-4-8 15,-4-2 8-15,0 3-8 0,0-1 0 0,-5 1 8 0,2 0 13 16,3 2 3-16,-3-2 0 0,1 2 0 0,2 0-24 0,-3 1 0 16,-3-4 0-16,-5 1 0 0,2-1-9 15,-6 4-7-15,1-1 0 0,-1 0-1 0,3 3 27 16,4-2 6-16,-4 2 0 0,-6-3 1 15,4-3-26-15,-4 4-6 0,-2 2-1 0,-4-3 0 0,9 3 26 0,1 0 5 16,-1 0 1-16,-3 0 0 0,1-3-16 0,-4 0 0 16,1 1 0-16,-4-1 0 0,6 3 0 15,4-3-12-15,2 0 3 0,-6 1 0 0,1-1 9 16,-1-2 12-16,-2 2-2 0,-1-2-1 0,0 2-9 0,7-2 0 16,-1-1 0-16,0 1 0 0,4-3 0 0,-4 0 0 15,-3 2 0-15,-2-2 0 0,2 0 0 0,4 0 0 16,2 0 0-16,-3 0-11 0,10-2 11 0,-4 2 0 0,-3-3 8 15,-2 1-8-15,2 2 0 0,-3-3 0 0,4 0 0 0,-4 1 0 16,6 2 0-16,3-3 0 0,1-2 0 0,-1 2 0 16,-3 0 0-16,-2 1 0 0,2 2 0 0,-6-3 0 15,7 0 0-15,-1 3 0 0,0-2 0 0,6 2 0 16,1 0 0-16,2 0 0 0,3 0 0 0,-3-3 0 16,1 3 0-16,-1-3 0 0,3 3 0 0,-3 0 0 15,7 0 0-15,-4-2 0 0,3 2 0 16,0 2 0-16,6-4 0 0,-3 2 0 0,7 0 0 0,2 0 0 15,-3-3 0-15,3 1 0 0,3 2 0 0,3-3 0 16,0 0 0-16,0 3 0 0,6 0 0 0,-3-2 0 16,0-4 0-16,0 4 0 0,0-4 0 0,3 4 0 15,0-4 0-15,0 1 0 0,0-3 0 0,3 3 0 16,0-3 0-16,0 3 0 0,0-3 0 0,3-3 0 16,-3 3 0-16,3 0 0 0,0 0 0 0,0-2 0 15,0 2 0-15,3-3 0 0,0 3 0 0,0-2 0 16,-1-1 0-16,1 1-12 0,3-4 2 0,0 4 0 0,-3-3 10 15,0-1 0-15,0 1 0 0,0-3 0 0,0 0 0 0,0 0 0 16,0-5 0-16,0 0 0 0,-3-3 0 0,0 0 0 16,3 1 0-16,-4-4 0 0,1 3 0 0,0 3 0 15,0 0 0-15,0 0 0 0,0-3 0 0,3 0 9 16,-6 0-9-16,3-2 0 0,0 0 10 0,-3-1-10 16,0-2 8-16,3-3-8 0,-3 0 0 0,0 3 0 15,0-2 8-15,0 1-8 0,3 4 0 0,-3 0 0 16,0 2 0-16,0-3 0 0,0 3 0 0,-3 1 0 0,3-1 0 15,0 0 0-15,0-2 0 0,-3 2 0 16,3-3 0-16,0 1 0 0,0-1 0 0,0 4 0 16,0-4 0-16,0 3 0 0,2 3 0 0,-2 0 0 0,0 2 0 15,0 1 0-15,3 2 0 0,-3-2 0 0,3 4 0 0,0-2 0 16,0 3 0-16,0 3 0 0,-3-1 0 16,3 0 0-16,0 3 0 0,0-2 0 0,0 5-9 15,0-1 9-15,3 1 0 0,-3 2 0 0,0 3 0 16,0-2 0-16,3-1 0 0,0 3 0 0,-4 0 0 0,4 0 9 15,-3 3-9-15,3-1 0 0,0 1-12 0,0 0 12 16,0-1-10-16,3-2 10 0,-3 3 0 0,0 0-9 16,3-1-11-16,-3-2-1 0,3 0-1 0,-3 3 0 15,2-3-38-15,1 3-7 0,0-3-1 0,3 2-1 16,0 1-115-16,-3-3-22 0,3 2-5 0</inkml:trace>
</inkml:ink>
</file>

<file path=ppt/ink/ink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2:40:19.540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brush xml:id="br1">
      <inkml:brushProperty name="width" value="0.05292" units="cm"/>
      <inkml:brushProperty name="height" value="0.05292" units="cm"/>
      <inkml:brushProperty name="color" value="#00B050"/>
    </inkml:brush>
  </inkml:definitions>
  <inkml:trace contextRef="#ctx0" brushRef="#br0">16671 9266 1958 0,'0'0'43'0,"0"0"9"0,0 0 1 0,0 0 3 0,0 0-45 0,0 0-11 0,3 6 0 0,-3-6 0 15,6 2 52-15,-3 4 9 0,0-4 2 0,-3 3 0 16,3 3 1-16,0-2 1 0,-3 2 0 0,3 0 0 16,0-1-1-16,-3 1 0 0,0 0 0 0,3 0 0 15,-3 3-51-15,0-1-13 0,0 1 0 0,0 2 0 16,0 1 54-16,0 4 8 0,0 1 2 0,0 2 0 15,-3 0-52-15,3 5-12 0,-3 1 0 0,0-1 0 16,0-2 0-16,0 3 0 0,0-4 0 0,0 1 0 16,0 0 0-16,0 2 0 0,3-4 0 0,-6 4 0 15,3 1 0-15,0 4 0 0,1 1 0 0,-1 2 0 16,3 3 0-16,-3-2 0 0,3-3 0 0,-3 2 0 0,3-2 26 16,-3 0 2-16,3-3 1 0,-3 5 0 15,0-2-20-15,0 5-9 0,3 0 8 0,-3 5-8 16,0 1 9-16,3-6-9 0,0 0 10 0,-3 0-10 0,0-3 8 15,3 0-8-15,-3 1 0 0,0 2 9 0,3 0-9 16,-3 3 8-16,3 2-8 0,0 3 8 0,0-5-8 0,0-3 8 16,-3-3-8-16,3 3 8 0,0-2-8 0,-3-4 0 15,3 4 9-15,0 2-9 0,-3 0 8 0,3 0-8 16,0 0 10-16,0 0-10 0,0-5 8 0,0-1-8 16,3-1 0-16,-3-1 9 0,0-3-9 0,0-2 0 0,0 0 0 15,0 2 8-15,0-2-8 0,0 2 0 16,0 1 0-16,0-1 0 0,0 1 0 0,0-1 0 0,0-5 8 15,0 3-8-15,0-3 0 0,0 1 0 0,3-4 0 16,-3-2 0-16,0 0 0 0,0 0 0 0,0-3 0 16,0 0 0-16,0 0 0 0,0-2 8 0,0-3-8 15,0 3 0-15,-3-3 0 0,3-1 0 0,0 1 8 0,-3-2-8 16,3 2 0-16,-3-3 0 0,3-5 0 0,0 5 0 16,0-5 0-16,0 0 0 0,0 0 0 0,0 0-11 31,0 0-37-31,0 0-7 0,0 0-1 0,0 0-1 15,0 0-97-15,0-5-19 0,0 0-4 0,-3-6-936 0</inkml:trace>
  <inkml:trace contextRef="#ctx0" brushRef="#br0" timeOffset="3032.158">16716 9295 1228 0,'0'0'35'0,"0"0"7"0,0 0-34 0,0 0-8 0,0 0 0 0,0 0 0 16,0 0 96-16,0 0 18 0,0 0 3 0,0 0 1 0,0 0-43 0,0 0-9 15,0 0-2-15,0 0 0 0,0 0-23 16,0 0-5-16,3 0 0 0,3-2-1 0,0 2 1 0,3 0 0 16,-3-3 0-16,3 3 0 0,-3 0-8 0,6 0-2 15,-3-3 0-15,2 3 0 0,1-2-12 0,0 2-2 16,0 0-1-16,3-3 0 0,0 1-11 0,3 2 0 16,0-3 0-16,0 0 0 0,-4 3 0 0,4-2 0 15,0 2 0-15,-3-3 0 0,6 0 0 0,-3 3 8 16,0-2-8-16,2 2 0 0,4-3 0 0,0 0 0 0,0 1 0 15,0 2 0-15,2-3 0 0,1 0 0 16,0 1 0-16,0 2 0 0,0-6 0 0,-4 6 0 16,1-2 0-16,0 2 0 0,0-3 0 0,0 3 0 0,2 0 0 15,4 0 0-15,-3-2 0 0,0 2 0 0,3 0 0 0,-1-3 0 16,-2 0 8-16,3 3-8 0,0-2 0 0,-4 2 8 16,1 0-8-16,0-3 8 0,-3 3-8 15,3 0 8-15,-1 0-8 0,4-3 0 0,0 3 0 0,0 0 0 16,-3-2 0-16,2-1 8 0,1 3-8 0,0-3 0 15,0 3 0-15,-4-2 8 0,1-1-8 0,-3 0 0 16,3 3 0-16,-3-2 0 0,2-1 0 0,1 3 0 16,3-3 0-16,0 1 0 0,-1-1 8 0,1 1-8 15,0-4 0-15,0 4 0 0,0 2 0 0,2-3 0 16,-5 0 0-16,-3 1 0 0,3-1 0 0,-1 0 0 16,1 3 0-16,-3-2 0 0,3-1 0 0,0 0 0 0,-1 1 0 15,1-1 0-15,0 3 0 0,0-2 8 16,0 2-8-16,-4-3 0 0,4 0 0 0,-3 3 0 0,0-2 0 0,-3 2 0 15,-1 0 0-15,1 0 0 0,0 0 0 0,0-3 0 16,0 3 0-16,3-3 8 0,-4 3-8 16,4 0 0-16,0-2 0 0,0 2 0 0,0 0 0 0,0-3 0 15,-4 3 0-15,4 0 0 0,-3 0 0 0,3 0 0 16,-3 0 0-16,-1 0 0 0,-2 0 0 0,0 0 0 16,0 0 0-16,3 0 0 0,-3-3 0 15,3 3 0-15,-4 0 0 0,4-2 0 0,0 2 0 0,-3-3 0 16,6 3 0-16,-6 0 0 0,2 0 0 0,-2 0 0 15,3 0 0-15,-3 0 0 0,-3 0 0 0,0 3 0 16,0-3 0-16,0 2 0 0,-4-2 0 0,1 0 8 0,0 3-8 0,0 0 0 16,-3-3 12-16,0 2-4 0,-3-2 0 0,0 3 0 15,3 0 12-15,-3-3 3 0,0 2 0 0,-3-2 0 16,3 3-3-16,0-3 0 0,-3 3 0 0,3-3 0 16,0 2-4-16,-3-2-2 0,3 3 0 0,-1-1 0 15,1-2-4-15,-3 3-1 0,3-3 0 0,0 3 0 16,-3-1 0-16,3 1 0 0,0 0 0 0,0-3 0 15,0 2 4-15,0 1 1 0,0 0 0 0,0-3 0 16,3 2-5-16,-3 1-1 0,0 0 0 0,0-1 0 16,3-2-8-16,-3 0 12 0,3 3-12 0,-1-1 12 15,-2-2-12-15,3 3 0 0,0-3 0 0,-3 3 8 16,3-3-8-16,0 2 0 0,-3-2 0 0,3 0 0 0,-3 0 0 16,0 0 8-16,0 3-8 0,0-3 0 15,0 3 0-15,0-3 0 0,-6 0 8 0,3 2-8 0,-3-2 8 16,6 3-8-16,-6-3 12 0,3 3-4 15,-3-3-8-15,3 5 0 0,-3-5 0 0,3 5 0 16,-3-5 8-16,3 6-8 0,-3-4 12 0,0 6-4 0,0-8-8 0,0 5 12 16,0 1-12-16,0 2 12 0,0-8-12 0,0 5 8 15,0 3-8-15,-3 0 8 0,0-3-8 0,3 0 8 16,-3 3-8-16,0 0 8 0,3-2-8 0,-3 1 10 16,0 1-10-16,-3-2 10 0,3 2-10 0,0 0 12 15,0-3-12-15,-3 3 12 0,3 2-12 0,0-2 0 16,0 3 0-16,-3-3 8 0,3 2-8 0,0 1 0 15,-3 0 9-15,3 2-9 0,-3 0 0 0,3 0 0 16,0 3 0-16,-3 0 8 0,3-3-8 0,0 3 0 0,0 0 0 0,-3 0 0 16,3 0 0-16,0-3 0 0,0 3 0 15,0-3 0-15,0 0 0 0,0-2 0 0,1 2 0 0,-1 0 0 16,0-2 0-16,0 2 0 0,3-2 0 0,-3-1 0 16,0 1 0-16,0 0 0 0,3-1 0 15,-3 1 0-15,3-1 0 0,-3 1 0 0,0-1 0 0,3 4 0 16,-3-4 0-16,3 6 0 0,-3-3 0 0,0 3 0 15,3-2 0-15,-3 1 0 0,3 4 0 0,-3-3 0 16,3 2 0-16,-3-2 0 0,3 0 0 0,0 3 0 16,-3-4 0-16,3 1 0 0,0-2 0 0,0 1 0 15,-3-1 0-15,3-1 0 0,0 3 0 0,0-3 0 16,-3 3 0-16,3-3 0 0,0 0 0 0,0 1 0 16,-3-1 0-16,3 0 0 0,0 3 0 0,-3 0 0 15,3 2 0-15,-3 1 0 0,3-1 0 0,0 4 0 16,-3 1 0-16,3-2 0 0,0 1 0 0,0-1 0 0,0 0 0 0,0-2 0 15,0-1 0-15,0 1 0 0,0-1 0 0,0-2 0 16,0 0 0-16,0 2 0 0,-3-4 0 0,3 1 0 16,0 4 0-16,0-3 0 0,0 0 0 0,0 0 0 15,-3-1 0-15,3 7 8 0,0-1-8 0,-3 3 0 16,3-3 0-16,0 3 8 0,0-3-8 0,0 0 0 16,0 0 8-16,0 0-8 0,0-2 8 15,0-1-8-15,0 1 8 0,0-1-8 0,0-2 8 16,-3 3-8-16,3-3 8 0,0 0-8 0,-3-1 8 0,3 1-8 15,0 3 8-15,-3 2-8 0,3-2 8 0,0 4-8 16,-3-2 10-16,3 6-10 0,-3-6 8 0,3 3-8 16,0-6 0-16,0 4 9 0,0-4-9 0,0 1 0 0,0-3 9 0,-3 2-9 15,3-2 0-15,0 0 8 0,-3-3-8 0,3 0 0 16,-3 1 0-16,3-1 8 0,0 0-8 0,-3 0 0 16,3 0 0-16,-3 1 0 0,3-1 0 0,-3 3 8 15,3-3-8-15,-3 0 0 0,3 3 0 16,-3 0 8-16,3-3-8 0,-3 3 0 0,3 0 0 0,-3 0 8 15,3-3-8-15,-3 0 0 0,3 3 0 0,-3-3 0 16,3 1 0-16,0-4 0 0,-2 3 0 0,2-2 0 16,0 0 0-16,-3-1 0 0,3 1 0 0,0-1 0 15,-3 1 0-15,3 0 0 0,0-4 0 0,0 4 0 16,0-3 0-16,-3 3 0 0,3-3 0 0,0-1 8 16,0 1-8-16,-3 3 0 0,3-3 0 0,0 0 0 15,0 2 0-15,-3-2 0 0,3 3 0 0,0-3 0 16,0 0 0-16,-3 2 0 0,3 1 0 0,0 0 0 15,0-1 0-15,-3-2 0 0,3 3 0 0,-3-1 0 0,3 1 0 0,0-1 0 16,-3 1 0-16,3-3 0 0,-3 3 0 0,3-4 0 16,-3 1 0-16,3 0 0 0,-3 0 0 0,3 0 0 15,-3-2 0-15,3-1 0 0,-3 0 0 0,0 3 8 16,0-3-8-16,0-2 0 0,3-3 0 0,-3 5 0 16,0 1 0-16,0-4 8 0,0 4-8 0,3-6 0 15,-6 2 0-15,0 3 8 0,0-2-8 0,0 0 0 16,0-1 8-16,0-2-8 0,-3 3 0 0,3-3 9 0,-3 0-9 15,1 3 0-15,2-3 9 0,-3 0-9 16,0 2 0-16,-3-2 9 0,3 0-9 0,0 0 0 0,-3 3 0 16,0-3 0-16,0 0 0 0,0 0 0 0,0 0 8 15,1 0-8-15,-1 0 0 0,0 0 0 0,0-3 0 0,0 3 0 16,0 0 0-16,0 0 0 0,0 0 0 16,0 0 0-16,0 0 0 0,0-2 0 15,4 2 8-15,-4 0-8 0,0 0 0 0,0 0 0 16,3-3 0-16,-3 3 0 0,3 0 0 0,-3 0 0 0,0 0 0 0,-3 0 0 15,3 0 0-15,-2 0 0 0,-1 0 0 0,-3 0 0 16,3 3 0-16,-3-3 0 0,3 2 0 0,-6-2 0 16,3 0 0-16,-2 3 0 0,2-3 0 0,-3 0 0 15,0 3 0-15,-3-3 8 0,3 2-8 0,4-2 0 16,-4 0 0-16,0 0 0 0,0 0 8 0,-3 3-8 16,0-3 0-16,-2 3 0 0,-1-1 0 0,-3 1 0 15,0-1 0-15,1-2 0 0,-1 3 0 0,0 0 0 16,3-1 0-16,-2 1 0 0,2 0 0 0,0-1 0 0,3 1 0 15,-3 2 0-15,1-2 0 0,-4 0 0 0,3-1 0 0,0-2 0 16,-3 0 8-16,1 3-8 0,2 0 0 0,0-1 0 16,-3-2 0-16,4 3 0 0,-1-3 0 15,3 2 0-15,0-2 0 0,0 3 0 0,0-3 0 16,1 3 0-16,-1-3 0 0,-3 2 0 0,3-2 0 0,-3 0 0 16,1 3 0-16,-1-3 0 0,0 0 0 15,0 3 0-15,4-1 0 0,-4 1 0 16,3-3 0-16,3 3 0 0,0-1 0 0,0-2 0 0,1 3 0 0,-1 0 0 15,0-3 0-15,0 2 0 0,-3-2 0 0,3 0 0 16,1 0 0-16,-1 0 0 0,0 0 0 0,-3 0 0 16,3 0 0-16,0 0 0 0,1 0 0 0,-1 0 0 0,0 0 0 15,0 0 0-15,3 3 0 0,0-3 0 0,0 3 0 0,4-3 0 16,-4 2 0-16,3-2 0 0,0 0 0 0,0 0 0 16,0 0 0-16,-3-2 0 0,0 2 0 0,1 0 0 15,-1 0 0-15,3-3 0 0,-3 3 0 0,0 0 0 16,3 0 0-16,0 0 0 0,1 0 0 0,-1 0 0 15,0 0 0-15,0 0 0 0,3 0 0 0,-3 0 0 16,0 3 0-16,3-3 0 0,0 0 0 0,0 0 0 16,1 2 0-16,2-2 0 0,0 0 0 0,0 3 0 15,0-3 0-15,-3 0 0 0,6 2 0 0,-3-2 0 16,3 0 0-16,-3 0 0 0,3 0 0 0,-3 3 0 16,0-3 0-16,3 0 0 0,-3-3 0 0,1 3 0 15,-1 0 0-15,0 0 0 0,0 0 0 0,0 0 0 16,0 0 0-16,3 0 0 0,-3 0 0 0,0 0 0 15,3 0 0-15,0 0 0 0,-3 0 0 0,3 0 0 16,-3 0 0-16,3-2 0 0,-3 2 0 0,4-3 0 16,-4 3 0-16,3 0 0 0,0 0 0 0,0 0 0 0,0 0 0 0,0 0 0 15,0 0 0-15,6 0 0 0,-6 0 0 0,6 0 0 16,-6-2 0-16,0 2 0 0,0 0 0 0,3-3-11 16,3 3 11-16,-9-3-8 0,3 3 8 0,3-2 0 15,-3 2 10-15,6 0-10 0,-6-3 0 0,3 0 8 16,-3 3-8-16,0-2 0 0,6 2 0 0,-6-3 0 0,6 3 8 15,-5-3-8-15,-1 1 0 0,3-4 0 0,-3 4 8 0,0-4-8 16,6 6 0-16,-3-5 0 0,-3 3 8 0,0-4-8 16,3 4 0-16,0-4 8 0,0 1-8 15,0-3 0-15,-3 3 9 0,3-1-9 0,0-1 8 16,0 1-8-16,0-2 0 0,0 0 8 0,3 0-8 0,-3-2 0 16,3 2 0-16,-3-3 0 0,3 1 8 15,0-3-8-15,0-1 0 0,0 1 0 16,0 2 0-16,0-2 0 0,3-3 0 0,0 3 0 0,-3-3 0 0,3 3 0 15,0-3 0-15,0 3 0 0,0-3-8 0,3-2 8 32,0 2-102-32,0-6-16 0,0 1-3 0,0-5-1168 0</inkml:trace>
  <inkml:trace contextRef="#ctx0" brushRef="#br0" timeOffset="4255.185">18195 9298 1164 0,'0'0'32'0,"0"0"9"0,0 0-33 0,0 0-8 0,0 0 0 0,0 0 0 0,0 0 131 0,0 0 24 16,0 0 5-16,0 0 0 0,0 0-29 0,0 0-7 16,0 0 0-16,0 0-1 0,0 0-32 0,0 0-7 15,0 0 0-15,0 0-1 0,0 0-11 0,0 0-1 16,0 0-1-16,0 0 0 0,0 5-19 0,-3 1-4 16,3 2-1-16,-3-1 0 0,3-1-20 0,-2 2-4 15,-1-3-1-15,0 3 0 16,0 0-9-16,0 2-3 0,3-2 0 0,-3 3 0 0,0 0-9 0,0 2 0 15,3-3 0-15,-3 4 0 0,3 4 0 0,-3-2 0 16,3 3 0-16,0 2 0 0,-3-3 0 0,3 3 0 16,0 1 0-16,-3-1 0 0,3 3 0 0,-3-1 0 15,3-1 0-15,0 4 0 0,-3-5 0 0,3 3 0 0,0 2 0 16,0 4 0-16,0-1 0 0,0 0 8 0,0 5-8 16,0 3 8-16,0-2 0 0,0-1-8 15,3-2 12-15,-3 0-4 0,3-1 0 16,-3 1-8-16,3-3 12 0,-3 3-4 0,0-3-8 0,3 5 0 0,-3 1 0 0,0-1 0 15,0 1 0-15,0-4 0 0,3 4 8 0,-3-4-8 16,0-1 0-16,0-1 0 0,0 0 0 0,0-3 0 16,0 1 0-16,0-3 0 0,3 5 0 0,-3-3 0 15,-3 1 0-15,3 2 8 0,3-3-8 0,-3 3 0 16,0-5 0-16,0 0 0 0,0 0 0 0,0-1 0 16,0-1 0-16,0-1 0 0,0-3 8 0,3 3-8 15,-3-5 0-15,0 0 0 0,0 0 0 0,0 0 0 16,0 0 0-16,0 2 0 0,3-2 0 0,-3 3 0 15,0-3 0-15,3 0 0 0,-3 2 0 0,0 1 0 16,3-4 0-16,-3 1 0 0,0 3 0 0,3-3 0 0,-3 0 0 0,0-1 0 16,3-1 0-16,-3 2 0 0,0-3 0 0,3 0 0 15,-3 0 8-15,0 1-8 0,2-1 0 0,-2 0 0 16,0 0 0-16,0-2 0 0,0 2 0 0,0 0 0 16,0-2 0-16,0 2 0 0,0 0 0 15,0 1 0-15,0 1 0 0,0-1 0 16,3 2 0-16,-3-1 0 0,0 1 0 0,0 0 0 0,0 0 0 0,0 3 0 15,3-4 0-15,-3 1 0 0,0 0 0 0,0-3 0 0,3 3 0 16,-3-3 0-16,0 1 0 0,0 2 0 0,3-3 0 0,-3 0 0 16,0 0 0-16,0 1 8 15,0-1-8-15,0-3 0 0,0 4 0 0,0-1 0 0,0-3 0 16,0 1 0-16,0 2 0 0,0-2 8 0,0 2-8 16,0 0 0-16,0 0 0 0,0 1 8 0,0-1-8 0,0 0 0 15,0-2 8-15,0 2-8 0,-3 0 0 0,3 0 8 16,0 1-8-16,-3-4 0 0,3 3 0 0,0-2 8 15,0 2-8-15,0-2 0 0,0 2 0 0,0-2 0 16,0-1 0-16,0 1 0 0,-3 2 8 0,3-2-8 16,0-1 0-16,0-2 0 0,0 3 0 0,0-1 8 15,0-2-8-15,0 3 0 0,-3-3 0 0,3 0 0 16,0-3 0-16,-2 0 0 0,2-5 8 0,0 0-8 16,0 0 0-16,0 0 0 0,0 0 0 0,0 0 8 31,0 0-36-31,0 0-7 0,0 0-1 0,2-5-1 0,1 0-135 0,0-3-26 15,0-3-6-15,-6-2-925 0</inkml:trace>
  <inkml:trace contextRef="#ctx0" brushRef="#br0" timeOffset="5390.117">16668 10825 1036 0,'0'0'23'0,"0"0"5"0,-6-3 0 0,1 3 1 0,-1-3-29 0,0 3 0 0,0-2 0 0,0 2 0 16,0-3 57-16,0 3 6 0,0 0 1 0,0-2 0 15,-3 2-16-15,3 0-2 0,0 0-1 0,0 0 0 16,0 2 11-16,0-2 1 0,6 0 1 0,-9 3 0 15,3-1-17-15,0 1-3 0,6-3-1 0,-6 3 0 16,0-1 3-16,1 1 1 0,5-3 0 0,-3 5 0 16,3-5 1-16,-6 3 0 0,6-3 0 0,0 0 0 0,0 0-15 0,0 0-3 15,3 5-1-15,0-2 0 0,0 2 1 16,2-2 0-16,1-3 0 0,0 3 0 0,0-1-8 0,3-2 0 16,0 0-1-16,0 3 0 0,0-3-6 0,3 0-1 15,3 0 0-15,-3 2 0 16,6-2 0-16,-1 0-8 0,1 0 12 0,0-2-4 15,3 2 3-15,0-3 0 0,3 3 0 0,-1-2 0 0,4-1 1 16,0 0 1-16,0-2 0 0,0 2 0 0,-1-2-1 0,1 2-1 16,0-2 0-16,6 2 0 0,-1-2-2 0,4 0 0 15,3 2 0-15,3-2 0 0,-7-3-9 0,4 5 8 16,0-2-8-16,-4 0 8 0,1-1-8 0,0 1 0 16,3 0 0-16,-1 0 0 0,1-1 8 0,0 4-8 15,-1-4 0-15,1 4 8 0,0-1-8 0,-7 0 0 0,1 1 9 16,0-1-9-16,0 0 13 0,-1 1-1 15,1-1-1-15,0-2 0 0,3 2-2 0,-4 3 0 0,1-2 0 0,3-1 0 16,-6 3-1-16,2 0-8 0,-5-3 12 0,0 1-4 16,0 2-8-16,0-3 0 0,-1 0 0 0,1 1 0 15,3-1 0-15,-3 3 0 0,-1-3 0 0,4 3 0 16,-3 0 0-16,0 3 10 0,0-3-10 0,-4 3 10 16,4-3-10-16,-3 2 8 0,0-2-8 0,-3 3 8 15,-1-3-8-15,1 0 0 0,3 0 9 0,-3 0-9 16,0 0 0-16,3 0 0 0,-4 0 0 0,4 3 8 15,0-3-8-15,-3 2 9 0,3 1-9 0,-3-3 10 16,-1 3-10-16,-2-1 12 0,3 1-12 0,0-3 12 16,-3 3-3-16,-3-1 0 0,3-2 0 0,-4 0 0 15,4 3-9-15,-3-3 0 0,3 0 0 0,-3 0 0 0,3 0 0 16,0 0 0-16,-1 0 8 0,-2 0-8 0,6 0 8 16,-3 0-8-16,3 0 0 0,-3 0 8 15,0 0-8-15,-1 0 0 0,1 2 9 0,0 1-9 16,0-3 0-16,0 3 9 0,-3-3-9 0,3 2 0 0,0 1 0 0,-4-3 0 15,1 3 0-15,-3-1 0 0,3-2 0 0,-3 3 0 16,3-3 0-16,0 3 0 0,-3-1 8 0,3-2-8 16,-1 0 0-16,-2 3 0 0,3-3 0 0,-3 3 8 15,3-3-8-15,-3 2 0 0,3 1 8 0,-3-3-8 0,3 3 0 16,-1-1 0-16,-2-2 9 0,3 3-9 0,0-3 0 0,-3 0 9 16,3 2-9-16,-3-2 0 0,3 3 0 0,-3-3 8 15,2 0-8-15,-2 0 0 16,0 3 0-16,0-3 0 0,-3 0 0 0,0 0 0 0,0 0 8 0,0 0-8 15,-3-3 0-15,0 3 0 0,3 0 9 0,-3-3-9 16,0 3 0-16,3 0 9 0,-3-2-9 16,2 2 0-16,1-3 0 0,-3 3 0 0,3-2 0 15,3-1 0-15,-3 0 0 0,3 3 0 0,0 0 0 0,0-2 0 16,3-1 0-16,0 3 0 0,0 0-10 0,-1-3 10 16,1 3-22-16,0-2 3 0,-3 2 1 0,3-3 0 15,-3 3-3-15,-3 0-1 0,0-3 0 0,0 3 0 16,-3 0-16-1,0-2-3-15,-1 2-1 0,-5 0 0 0,6-3-83 0,-3 3-17 0,0-5-3 16,0 2-1-16</inkml:trace>
  <inkml:trace contextRef="#ctx0" brushRef="#br0" timeOffset="6412.807">15377 8173 1552 0,'0'0'44'0,"0"0"10"0,0 0-43 0,0 0-11 0,0 0 0 0,6-2 0 0,-3 2 53 0,2 0 9 15,1 0 2-15,-3 0 0 0,3 2-1 0,-6-2 0 16,6 0 0-16,0 6 0 0,0-4-15 0,3 4-4 15,-3-1 0-15,3 0 0 0,0 1-18 0,0 2-4 16,0-1-1-16,0 1 0 0,3 3 27 0,0-3 4 16,-1 5 2-16,4-2 0 0,0-1-18 15,0 4-4-15,0-4-1 0,3 3 0 0,-3 1 9 0,3-4 3 16,-1 3 0-16,1-2 0 0,0 2-43 0,0 0-9 16,-3-2-2-16,3 0 0 0,-3-1 11 0,0 3 16 15,-1-2-4-15,4 0-1 0,-3-1-11 0,3 1 0 16,-3-1 0-16,3 4 0 0,0-6 0 0,-3 2 0 15,2-2 0-15,-2 3 0 0,3-1 23 0,-3 1 2 0,0-1 1 0,0 1 0 16,0 0-14-16,0-1-4 0,-4 1 0 0,4 2 0 16,-3-2 0-16,0 2-8 0,3-3 12 0,-3 4-4 15,-3-4-8-15,3 1 12 16,0-1-12-16,-3 1 12 0,3 0-12 0,-4-4 0 0,1 4 0 0,3 0 8 16,-3-1-8-16,0-2 8 0,0 0-8 0,3 3 8 15,-3-3-8-15,0 0 0 0,0-1 0 16,0-1 8-16,0 2 1 0,0-3 0 0,-3 3 0 15,2-3 0-15,1 1-9 0,0-1 0 0,0 0 0 0,0 3 0 16,3-3 0-16,-3 1 0 0,0-1 0 0,0 0 0 16,0 0 0-16,0 1 0 0,0 2 0 0,0-3 0 15,0 0 0-15,-1 3 12 0,1-2-12 0,-3-1 12 16,3 3-12-16,0 0 0 0,-3-3 0 0,3 3 8 16,-3-3-8-16,0 3-11 0,3 0 3 0,-3 0 0 15,0 0 16-15,0 0 4 0,-3 0 1 0,3 2 0 16,0-2-13-16,-3 0 8 0,3 0-8 0,-3 3 0 0,2-3 0 0,-2 2 8 15,3-2-8-15,-3 0 0 0,0 0 0 0,0 3 0 16,0-3 8-16,0 2-8 0,0-2 0 0,0 0 0 16,0 3 8-16,3-3-8 0,-3 2 0 0,0-2 8 15,0 0-8-15,3 0 0 0,-3-3 0 0,0 3 8 16,3-2-8-16,-3 2 0 0,0-3 0 0,3 0 0 0,-3 0 0 0,0 1 0 16,3-4 0-16,-3 4 8 0,0-4-8 15,3 1 0-15,-6-3 0 0,3 3 8 16,0-1-8-16,-3-2 0 0,6 0 0 0,-3 3 0 15,3-3 0-15,-3 0 0 0,2 0-13 0,-2-3-9 0,3 3-2 16,0-2 0 0,-3-4-139-16,3 4-28 0,-3-4-5 0,3 1-2 0</inkml:trace>
  <inkml:trace contextRef="#ctx0" brushRef="#br0" timeOffset="6874.116">16683 8240 1758 0,'0'0'50'0,"-3"-6"10"0,0 1-48 0,0 0-12 16,0-3 0-16,0 3 0 0,0-1 112 0,0 1 20 16,-2-3 4-16,2 3 1 0,0-1-7 0,-3 4-2 15,3-4 0-15,-3 4 0 0,3-1-48 0,-3 1-9 16,0 2-3-16,-3 0 0 0,3 0-27 0,0 0-5 0,0 5-2 0,-3-3 0 15,0 4-14-15,0-1-2 0,0 3-1 0,-3 0 0 16,0 3-17-16,1-1 0 0,-4 3 8 0,0 6-8 16,0-1 9-16,0 4-1 0,-6-1-8 0,3 3 12 15,1-1-12-15,-1-1 0 0,0 1 0 0,0-4 0 16,0 2 0-16,3-2-15 0,-3-1 3 0,3 1 1 31,4-6-33-31,-4 0-8 0,3 0 0 0,-3 1-1 16,6-4-74-16,-3-2-14 0,3 0-3 0,-3-3-623 0,6 1-124 0</inkml:trace>
  <inkml:trace contextRef="#ctx0" brushRef="#br0" timeOffset="7182.749">16189 8173 1983 0,'0'0'44'0,"0"0"8"16,0-5 3-16,-3 0 1 0,3 0-45 0,0 5-11 0,0-6 0 0,0 6 0 0,0 0 89 0,0 0 16 15,0 0 3-15,0 0 1 0,0 0-35 0,0 0-7 16,0 0-2-16,0 0 0 0,0 0-13 0,0 0-2 16,6 3-1-16,0 0 0 0,-3-1-25 0,3 4-6 15,0-1-1-15,-3 3 0 0,3 0-6 0,3 0-2 16,-3 0 0-16,3 5 0 0,3 0-9 0,0 0 0 16,-1 3 0-16,4 0 0 0,0 0 0 0,0 2 0 15,0 1 0-15,3-1 0 16,0 1 0-16,-3 0 0 0,2-4 0 0,-2 1 0 0,0-2 0 0,0-1 0 15,0 0 0-15,0 0 0 0,-3 0 8 0,0-2-8 16,-3 0 12-16,3-3-4 16,-4-1-88-16,1-1-19 0,-3-1-3 0,3 0-1 15,0-2-117-15,0 0-23 0,0-3-5 0,-3 0 0 0</inkml:trace>
  <inkml:trace contextRef="#ctx0" brushRef="#br0" timeOffset="7402.11">16725 8454 1958 0,'0'0'43'0,"0"0"9"0,0 0 1 0,0-5 3 0,0 5-45 0,0-6-11 0,0 6 0 0,0 0 0 16,-3-5 104-16,3 5 20 0,0 0 3 0,0 0 1 16,0 0 0-16,0 0 0 0,0 0 0 0,0 0 0 15,-3 5-103-15,0 3-25 0,3-2 0 0,-3-1 0 16,3 3 56-16,0 0 7 0,0 2 1 0,0-2 0 16,0 0-64-16,0 3-18 0,-3-3-1 0,3 2 0 15,0-2 31-15,0 3 5 0,0-1 2 0,0 1 0 16,0 2-32-16,0-2-7 0,0 2 0 0,0 0-1 31,0 1-69-31,0-1-14 0,0 0-2 0,0 0-1 0,0 0-119 0,0 1-24 0,-3 12-5 16,0-5-1-16</inkml:trace>
  <inkml:trace contextRef="#ctx0" brushRef="#br0" timeOffset="7874.364">15445 8930 1926 0,'0'0'42'0,"-3"-8"9"0,0 0 1 0,0 0 3 16,0 0-44-16,-3 1-11 0,0-1 0 0,0 0 0 15,0 0 112-15,0 2 20 0,0 1 4 0,-2 0 0 16,2 0-50-16,-3-1-10 0,3 4-3 0,-3 2 0 0,3-3-21 15,-3 3-5-15,0 3-1 0,0-1 0 0,0 1-18 0,-3 2-3 16,3 1-1-16,-3 1 0 0,0 4-12 0,1 0-2 16,-1 4-1-16,0-1 0 0,-3 2-26 0,3-1-6 15,-3 1-1-15,-3 3 0 0,3 2 24 0,0 3 0 16,1 2 0-16,-1 1 0 0,0-1 0 0,3-2 0 16,-3 0 12-16,3 0-4 15,0-6-63-15,0 1-13 0,0-3-2 0,0-1-1 16,1 1-140-16,-4-5-28 0</inkml:trace>
  <inkml:trace contextRef="#ctx0" brushRef="#br0" timeOffset="8426.988">14918 8975 1792 0,'3'-13'51'0,"0"8"10"0,0-1-49 0,0 1-12 0,0 0 0 0,0 0 0 16,0-1 100-16,3 4 16 0,-3-1 4 0,-3 3 1 15,6 0-21-15,-3 0-5 0,3 3-1 0,0-1 0 16,0 4-25-16,0-1-5 0,0 3 0 0,0 0-1 16,3 0-24-16,-4 2-5 0,4 1-1 0,-3 2 0 15,3 3-20-15,3 0-4 0,-3 2-1 0,3 1 0 16,0-1-8-16,0 4 0 0,0-4 0 0,3 3 0 16,0-2 0-16,-4-3 0 0,4-1 0 0,0 1 0 15,-3-5-21 1,3 0-10-16,-3-4-1 0,0 1-1 0,0 0-103 0,0-2-21 0,0-4-4 15,-1 4-1-15,1-4 70 16,-3-2 15-16,3 0 2 0,-3 0 1 0,0 0 18 0,-3 0 4 0,3-2 1 16,-3 2 0-16,0 0 41 0,-3-3 10 0,-3 3 0 0,0 0 0 15,3-3 49-15,3 1 12 0,-3-1 3 0,0-2 0 16,-3-1 33-16,3 4 7 0,0-4 2 0,3-1 0 0,-3 1-22 0,0-2-5 16,3 0-1-16,-1 3 0 0,1-3-18 0,3 3-4 15,0 0-1-15,-3-3 0 0,3 2-31 0,0 4-5 16,0-4-2-16,0 4 0 0,0-1-17 0,-3 3 0 15,3 0 0-15,-6 3 0 0,3-1 0 0,0 4 0 16,-3-1 0-16,0 3 0 0,0 0 0 0,0 0 0 0,-3 2 0 0,-3-2 0 16,0 3 0-16,0-1 0 0,0 1 0 0,-3 0 0 15,0 2 28-15,0 0 3 0,-3-2 0 16,3 2 0-16,-3-3-23 0,3 4-8 0,0-6 0 0,0 2 0 16,3 1 0-16,0-3 0 0,0 0 0 15,0 0 0-15,3 0 0 0,3-3 0 0,0-2 0 16,0 2 0-16,3-3 0 0,0 4-10 15,3-6 10-15,0 0-8 16,3 0-15-16,0 0-2 0,0-3-1 0,2 0 0 0,4 1 26 0,-3-3 0 0,3 2 0 0,0-2 0 31,0-1-58-31,6 1-6 0,-4-3-2 0,4-3-748 0,0-2-150 0</inkml:trace>
  <inkml:trace contextRef="#ctx0" brushRef="#br0" timeOffset="9072.231">17389 8861 1608 0,'0'0'45'0,"0"0"11"0,0-5-44 0,0 5-12 0,0 0 0 0,-3-5 0 16,3 5 144-16,0 0 26 0,0 0 6 0,0 0 0 15,0 0-89-15,-6 0-19 0,0 5-3 0,0-2-1 16,0 5 0-16,0 2-1 0,0 1 0 0,0 2 0 16,0-2-50-16,0 2-13 0,3 0 0 0,0 3 0 15,0-3 0-15,3 1 0 0,0 1 0 0,0-1 0 16,3-1 0-16,0 3 0 0,0-3 0 0,3-2 0 15,0-1 0-15,3 1 0 0,0-3 0 0,0-3 0 16,0 0 0-16,3 1 0 0,0-6 0 0,3 0 0 16,-1-3 0-16,1 0 0 0,3-2 0 0,0-3 0 15,0 0 49-15,-3 0 5 0,3-2 1 0,-1-1 0 16,-2 0-37-16,0 1-7 0,-3-1-2 0,0-2 0 0,0 2 24 0,-3-2 5 16,-3 3 1-16,0-4 0 0,0 1-19 0,-3 0-3 15,-3-3-1-15,0 0 0 0,0 3-5 0,-6-3-2 16,0 0 0-16,0 3 0 0,-6 0-9 0,3 2 0 15,-6-2 0-15,0 2 0 0,0 1 0 0,-2 2 0 0,-1 2 0 16,-3 4 0-16,0-3 0 0,3 5 0 0,0 0 0 0,0 5 0 31,4-3-100-31,-4 4-23 0,6-1-4 0,-3 3-1 16,3-3-111-16,0 6-22 0,-9 13-5 0,9-11-1 0</inkml:trace>
  <inkml:trace contextRef="#ctx0" brushRef="#br0" timeOffset="9499.734">19121 8753 1609 0,'0'0'35'0,"0"-5"7"0,0-1 2 0,0-2 2 0,0 6-37 0,0-3-9 16,0-1 0-16,0 1 0 0,0 5 80 0,-3-3 13 16,0-2 3-16,3 5 1 0,-3-3 25 0,3 3 5 15,0 0 1-15,0 0 0 0,0 0-52 0,0 0-9 16,-6 3-3-16,0 0 0 0,3 2 0 0,-3 3 0 15,3 2 0-15,0 4 0 0,-3-1-51 0,4 0-13 16,-1 3 0-16,0 0 0 0,0 0 0 0,0 0 0 16,0 2 0-16,3 1 0 0,-3-3 0 0,3-1 0 15,0-1 0-15,0 2 0 0,0-1 0 0,0-1 0 16,0-1 0-16,3 3 0 0,-3-3 0 0,3 3 0 0,0-3 0 16,-3 0 0-16,3 1 0 0,0-1 0 0,-3 0 0 0,0-2 0 31,3 2-153-31,-3-3-34 0,0 4-6 0,-3-4-543 0,3 3-109 0</inkml:trace>
  <inkml:trace contextRef="#ctx0" brushRef="#br0" timeOffset="10123.185">16121 9848 1810 0,'0'0'40'0,"-6"0"8"0,-3 0 1 0,0-2 3 0,0 2-42 0,3 0-10 0,-3 0 0 0,0 2 0 15,3-2 103-15,-3 3 18 0,0 2 4 0,0 3 1 16,3 0-57-16,-2 3-11 0,2-1-2 0,0 6-1 15,3 0-35-15,-3 3-8 0,6-3 0 0,-3 5-1 16,6-5-11-16,0 2 0 0,0-2 0 0,3 0 0 16,3 0 0-16,-3-3 0 0,5 0 0 0,1-2 0 15,0 2-16-15,3-5-6 0,0 3-1 0,0-4 0 16,0-1 23-16,0-4 0 0,3 4 0 0,-4-6 0 16,1 2 0-16,3-4 0 0,-3 2 0 0,0-3 0 15,0-2 40-15,3-1 12 0,-6 1 2 0,-1 0 1 16,1-3-37-16,-3 0-7 15,0 3-2-15,0-3 0 0,-3 0 43 0,-3 0 9 0,0-3 2 0,-3 1 0 16,0 2-19-16,-3-3-3 0,0-2-1 0,-3 0 0 16,-3 0-19-16,0-1-4 0,0-2-1 0,-3 3 0 15,1 3-8-15,-1-1-8 0,-3 0 12 0,0 6-12 0,0 0 0 16,0 5 0-16,0 0 0 0,-3 0-12 16,1 5-35-16,-4 0-6 15,0 6-2-15,-3 2 0 16,0 0-156-16,3 6-31 0,-26 21-6 0,11-9-2 0</inkml:trace>
  <inkml:trace contextRef="#ctx0" brushRef="#br0" timeOffset="10629.736">16034 11515 2044 0,'0'0'45'0,"0"0"10"0,0 0 1 0,0 0 1 0,0 0-45 0,0 0-12 16,0 0 0-16,0 0 0 15,0 0 86-15,0 0 15 0,0 0 3 0,-3 8 1 0,0 0-33 0,0 3-8 16,3-1 0-16,-2 6-1 0,-1 0-20 0,3 0-4 15,-3 3-1-15,3-1 0 0,0 1-11 0,0-1-3 16,0 1 0-16,0-1 0 0,0 1-8 0,0-1-3 16,0 1 0-16,0 2 0 0,0-3-13 0,3 4-15 15,-3-1 3-15,0 0 1 0,3 0 25 0,-3 3 5 16,2-3 1-16,-2 0 0 0,3 0-32 0,-3-2-7 16,0-1-1-16,3 1 0 0,-3-6 20 0,0-2 0 15,3 2 0-15,-3-5 0 0,3 3 0 0,0-6 0 16,0 0 0-16,0 0 0 15,0-2-180-15,3-3-32 0,3 0-6 0</inkml:trace>
  <inkml:trace contextRef="#ctx0" brushRef="#br0" timeOffset="12226.994">19035 11214 1549 0,'0'0'44'0,"0"0"9"0,0 0-42 0,0 0-11 0,0-6 0 0,0 4 0 16,3-3 105-16,-3-1 19 0,3 4 4 0,-3 2 1 15,0-6-52-15,0 6-10 0,3-5-3 0,-3 5 0 16,3-5 52-16,-3 5 9 0,0 0 3 16,0 0 0-16,0 0-103 0,0 0-25 0,0 0 0 0,0 0 0 15,0 0 0-15,0 0 0 0,0 0 0 0,3 8 0 16,-3-3 43-16,3 6 3 0,-3-4 1 0,0 7 0 16,0-1-24-16,0 0-5 0,-3 3-1 0,3 0 0 15,-3 5-17-15,0-2 0 16,3-1 0-16,-3 3 0 0,3 0-10 0,-3 3-6 0,0-3 0 0,0 6-1 15,3-3 17-15,-3 2 0 0,0-2-8 0,3 2 8 16,-3-2-40 0,3-3-4-16,0 1 0 0,-3-4-1 0,3 1 36 0,0-6 9 0,0 0 0 0,0 0 0 15,0-2 0-15,0-1-10 0,0-2 10 0,0 0-10 16,0-2 10-16,0-6 0 0,0 0 0 0,0 0 0 16,0 0 0-16,0 0 0 0,0 0 10 0,0 0-10 15,0 0 0-15,0 0 0 0,0-6 0 0,-3-2 0 16,0 0 28-16,3-2 0 0,-3-1 0 0,3-2 0 15,-3 0-20-15,0 0-8 0,0-3 0 0,-3 0 9 16,3 0-1-16,-3-3-8 0,0 4 12 0,0-1-4 0,0 2 2 0,-3-1 0 16,1 4 0-16,-1 0 0 0,-3 1 0 0,0 2 0 15,0 3 0-15,0-1 0 0,-3 4-10 0,0-1 10 16,3 3-10-16,-3 5 10 0,3-2-10 0,1 5 0 16,-4 0 0-16,3 2 0 0,0 4 0 0,3 2-11 0,0-1 11 15,0 1-12-15,0 3 12 0,6-1 11 16,-3-2-3-16,6 0 0 0,0-3-8 15,0 1 0-15,3-1 0 0,3-3 0 0,0 1 0 0,3 0 0 0,0-4 0 16,0 1 0-16,3 0 0 0,0-2 0 0,0-1 0 0,0 0 0 16,2 1 0-16,1-4 0 15,0 1 0-15,0-3 0 0,3 2-12 0,-3-2-4 0,0-2 0 0,0-1-1 32,-4 1-24-32,7-1-5 0,-3-2-1 0,6-1 0 15,-3 1-116-15,0 0-23 0,0-1-5 0,2 1-1 0</inkml:trace>
  <inkml:trace contextRef="#ctx0" brushRef="#br0" timeOffset="14484.833">19154 9653 1922 0,'0'0'54'0,"0"0"13"0,0 0-54 0,0 0-13 0,-3-3 0 0,3 3 0 16,0 0 128-16,-3-5 24 0,3 5 4 0,-3-3 0 15,3 3-73-15,0 0-15 0,0 0-4 0,0 0 0 0,0 0 0 0,0 0 0 16,-3-5 0-16,3 5 0 0,0 0-51 0,0 0-13 16,0 0 0-16,0 0 0 0,0 0 54 0,0 0 8 15,-3 8 2-15,0 2 0 0,3-2-52 0,0 0-12 16,-3 5 0-16,3 1 0 0,0 1 0 0,-3 1 0 15,3 0 0-15,0 5 0 0,-3 1 0 0,3 1 0 0,0 1 0 16,0 5 0-16,0 0 0 0,0 0 0 0,0-2 0 0,0-1 0 16,0-2 0-16,3 0 11 0,-3-5-11 15,0-1 10-15,3-2-10 0,0 0 0 0,0 0-10 16,-3-3 10 0,3 0-27-16,0-2 1 0,0 2 0 0,0-5 0 15,0 3-123-15,3-4-25 0,-3 1-5 0,3-2-981 0</inkml:trace>
  <inkml:trace contextRef="#ctx0" brushRef="#br0" timeOffset="15117.616">17621 11375 1846 0,'0'0'40'0,"-3"-5"9"0,-3 2 2 0,3-2 1 0,3 5-41 0,-6-3-11 0,3 1 0 0,3 2 0 16,-6-3 118-16,0 3 22 0,6 0 4 0,-6 0 0 16,0 0-35-16,6 0-7 0,-6 0-2 0,3 5 0 15,-3-2-46-15,3 0-10 0,3-3-1 0,-3 8-1 16,0-3-18-16,1 5-4 0,2 1-1 0,0 0 0 15,0 2-31-15,0 3-5 0,-3 2-2 0,3 3 0 16,0 3 35-16,0 0 8 0,0 0 0 0,0 0 1 16,0-1-40-16,0-1-8 0,0-1-1 0,0-3-1 15,3 1 25-15,-3-3 0 0,0 0 0 0,0-3 0 0,0 3 0 0,0-3 0 16,0-3 0-16,0 1 0 0,0 0 0 16,0-3 0-16,-3 0 0 0,3-1 0 15,0-1-108-15,0-6-16 0,0 0-3 0,0 0-649 16,0 0-131-16</inkml:trace>
  <inkml:trace contextRef="#ctx0" brushRef="#br0" timeOffset="15840.65">17392 9904 1728 0,'0'0'38'0,"0"0"8"0,0 0 2 0,0 0 0 0,-3-3-39 0,-3 1-9 0,6 2 0 0,-6 0 0 16,0 0 91-16,0 0 16 0,6 0 3 0,-6 2 1 15,3 1-44-15,-3 2-9 16,0 3-2-16,3 0 0 0,-3 3-26 0,3 2-6 0,0 3 0 0,0 0-1 16,0 0-23-16,0-1 8 15,3 4-8-15,0 0 0 0,0-1 0 0,0-2 0 16,3 5 0-16,0-2 0 0,3-4 0 0,-3 1 0 15,3 0 0-15,0-3 0 0,0-2 0 0,0 2 0 0,3-5 0 16,-3 3 0-16,3-6 0 0,0 3 0 0,0-5 0 0,3-1 0 16,0 1 0-16,2-3 0 0,1-3 0 0,0 1 0 15,0-4 0-15,3-2 0 0,0 0 0 0,3 1 0 16,-4-4 56-16,1 0 6 0,3-2 2 0,-3 0 0 16,3 0-52-16,-3-1-12 0,-3 1 0 0,-1 0 0 15,-2 0 53-15,0-3 8 0,-3 0 2 0,0 0 0 16,-3 0-17-16,0-2-3 0,-3-1-1 0,0-2 0 15,-3 3-9-15,0-4-1 0,-3 4-1 0,-3-1 0 16,-3 1-12-16,0 2-3 0,0 3 0 0,-3-3 0 16,-3 3-5-16,-2 5-2 0,-1-3 0 0,-6 3 0 15,0 5-9-15,0 1 0 0,1-1 0 0,-4 6 0 16,0 2-24-16,0 3-8 0,0 3 0 0,1 2-1 16,-1 5-133-16,-6 1-26 0,0 7-6 0</inkml:trace>
  <inkml:trace contextRef="#ctx0" brushRef="#br0" timeOffset="42308.679">12939 3220 2269 0,'-6'-5'64'0,"-3"2"15"0,0 3-63 0,0 0-16 0,-3 0 0 0,0-5 0 31,-3 5 54-31,0-3 8 0,4 3 2 0,-4 0 0 0,0 0-52 0,0 3-12 0,-3 2 0 0,6-5 0 16,-3 3 31-16,3 2 3 0,3-2 1 0,0 2 0 15,4 0-23-15,2 1-12 0,0 4 12 0,3-7-12 16,3 5 8-16,0 0-8 0,2 0 0 0,4 2 0 15,0 1 24-15,3 2-3 0,3 0 0 0,-3 1 0 16,3 1-31-16,0-4-6 0,0 5-2 0,0-3 0 16,-1 0 18-16,-2-2 0 0,3 2 0 0,-3 0 0 15,-3-2 0-15,0 0 8 0,0-1-8 16,-6-2 0-16,0 3 0 0,0-1 11 0,-3-2-11 0,-6 3 10 16,0-1-1-16,-3-2 0 0,0 0 0 0,-6 0 0 15,-3 3-9-15,-2-3 0 0,-1-6 0 16,-3 6 0-16,0-2 8 0,0-1-8 0,-3 3 12 0,4-6-4 15,-1 4-8-15,3-4-9 0,0 4 9 0,3-4-13 16,3 1 13-16,1-3 0 0,2 0 0 0,3 0 0 16,0 0-42-16,6-3-6 0,3 3 0 15,-3-5-1-15,6 0-159 0,0-3-32 0</inkml:trace>
  <inkml:trace contextRef="#ctx0" brushRef="#br0" timeOffset="42661.946">13094 3331 1877 0,'-6'6'79'0,"3"-1"-63"16,-3 5 89-16,0-7 19 0,0 5 3 0,0 3 1 15,0-3-51-15,3 2-9 0,0 3-3 0,-3-2 0 16,6 0-13-16,-3-1-2 16,3 3-1-16,3 1 0 15,0-6-41-15,3 2-8 0,0 1 0 0,0-3 0 0,6 0 0 16,0-3 0-16,-1 3 0 0,4 0 0 0,0-8 9 0,0 2-9 0,3 4 0 0,0-6 9 15,0-6 2-15,0 4 0 0,-1-4 0 16,1 1 0-16,-3-3 5 0,0 6 2 0,-3-6 0 0,0-6 0 16,-3 6 22-16,0 1 5 0,-3-7 1 0,0 4 0 15,-3-3 3-15,0 5 1 0,-3-8 0 0,3 2 0 16,-6 1-14-16,0 0-4 0,0 2 0 0,-3-4 0 16,-3 4-16-16,0 0-4 0,0 1-1 15,-3 2 0-15,-3 0-11 0,0 0 0 0,0 5 0 0,-3-7 0 16,1 7-18-16,-1 0-6 0,-3 1 0 15,3-1-1-15,0 3-24 0,3 0-5 16,0 0-1-16,4 0 0 0,5 3-98 16,6-3-20-16,0 0-4 0</inkml:trace>
  <inkml:trace contextRef="#ctx0" brushRef="#br0" timeOffset="42911.629">13531 3289 1972 0,'0'0'83'15,"0"0"-67"1,0 0 90-16,0 0 18 0,0 0 3 0,0 0 1 16,0 5-52-16,0 3-11 0,0-3-1 0,3 3-1 15,-3 3-19-15,3 0-3 0,0 4-1 0,0-4 0 0,0 5-40 16,0 2-14-16,0 4 0 0,0 1 0 0,0-1 62 0,0-7 13 0,0 7 3 0,-3-4 0 31,0 3-52-31,0-2-12 0,3-1 0 0,-6-2 0 0,3 3 0 0,-3-9 0 16,0 4 0-16,0 1 0 0,0-4 0 15,0 5 0-15,0-8 0 0,0 2 0 16,-3 1-48-16,3 0-13 0,0-3-3 0,0-3 0 16,0 0-51-16,3-5-10 0,0 0-3 0</inkml:trace>
  <inkml:trace contextRef="#ctx0" brushRef="#br0" timeOffset="43162.521">13549 3278 2172 0,'0'-13'61'0,"3"0"15"0,0 0-61 0,3 2-15 0,0-2 0 0,3 2 0 16,0 1 75-16,0 2 12 0,5 0 2 0,-2 5 1 15,0-5-21-15,0 6-4 0,0-1-1 0,0 3 0 16,0 0 0-16,-3 3 0 0,3-1 0 0,-3 6 0 16,0 0-51-16,0 0-13 0,-3-3 0 0,2 6 0 15,-2-3 0-15,-3 5 0 0,0-8 0 0,0 6 0 16,-3 2 0-16,0-5 0 0,-3 3 0 0,-3-1 0 15,0 1 34-15,0-1 4 0,-2 6 1 0,-1-8 0 16,-3 3-39-16,0-1 0 0,0-2 0 0,-3 0 0 16,3 0-91-16,-3-2-13 0,-3 2-2 0</inkml:trace>
  <inkml:trace contextRef="#ctx0" brushRef="#br0" timeOffset="43590.074">14091 3514 2480 0,'0'0'52'0,"0"-3"12"16,0 3-52-16,0-2-12 0,0 2 0 0,0 0 0 15,0 0 99-15,0 0 17 0,0 0 3 0,0 0 1 16,0 0-56-16,0 0-12 0,0 0-1 0,3 2-1 16,-3 6-26-16,-3 3-4 0,3-1-2 0,-6 4 0 15,0-1-9-15,0 3-1 0,-3-3-8 0,-3 3 12 16,0 0-24-16,-3 0-4 0,-3-1-2 0,0 7 0 16,1-4-112-16,-1 6-22 0,0-3-5 0</inkml:trace>
  <inkml:trace contextRef="#ctx0" brushRef="#br0" timeOffset="44800.986">14823 3345 2280 0,'0'-11'64'0,"0"3"16"0,0 0-64 0,0 0-16 0,0 3 0 0,0-3 0 16,0 5 87-16,0-5 14 16,0 3 3-16,0 5 1 0,0 0-36 0,0-5-7 0,0 5-2 0,0 0 0 15,0 0-23-15,0 0-5 0,0 0 0 0,0 0-1 16,0 0-21-16,0 0-10 0,0 0 10 0,0 0-10 16,-3 10 0-16,3-2-13 0,3 0 1 0,-3 0 0 15,3 5 12-15,0-5 0 0,0 6 0 0,3-4 0 16,0 3-9-16,3-2 1 0,0 0 0 0,0-4 0 15,2 1-39-15,1-5-7 0,0 0-2 0,0-3 0 16,3 0 45-16,0-6 11 0,0 1 0 0,-3 2 0 16,6-4 0-16,-4-7 0 0,-2 6 0 0,3-5 0 15,-6 0 0-15,0 2 0 0,0-2 0 0,-3 2 0 16,0 1 0-16,-3-1 0 0,0 1 0 0,-3 2 0 16,-3 0 48-16,0-3 12 0,3 3 3 0,-3 0 0 15,-3 3-50-15,3-3-13 0,0 0 0 0,-3 3 0 16,3 2 56-16,3 3 7 0,0 0 1 0,0 0 0 15,0 0-64-15,0 0 0 0,0 0-12 0,0 0 2 16,0 0 10-16,0 8 14 0,0 0-3 0,0 0-1 16,3 0-10-16,0 5 0 0,0 3 0 0,0 0 0 15,0 5 0-15,0 0 0 0,0 8 0 0,-3-2 0 16,3 2 0-16,-3 0 0 0,3 0 0 0,-3 0 0 0,-3-5 0 16,3 3 0-16,-3-6 0 0,-3-3 0 15,-3 1 0-15,3-1 0 0,-6 1 0 0,0-3 0 0,0 5 0 16,1-5 0-16,-4 5 0 0,-3-8 0 15,3 3 0-15,0 0-14 0,0-3 3 0,0 3 1 0,-3-8 10 0,4 0 0 0,-1 0 0 16,0 0 0-16,0-3 11 0,3-5-3 16,-3 0 0-16,6 0 0 0,0-5-8 0,3 2 0 0,0-5 0 15,3-2 0-15,6-1 0 0,3-5 0 0,3 0 0 0,3 3 0 32,6-5-20-32,0 2-7 0,3-3-1 0,2 6 0 15,1-8-6-15,3 5-2 0,0-8 0 0,0 6 0 0,-1-4 36 0,1 4 0 0,0 5 0 16,-3-9 0-16,0 9 0 0,-6-3 0 0,-1 3 0 0,1 3 0 15,-6 2 0-15,-3-3 0 0,3 3 0 0,-6 0 0 16,0 6 44-16,-3-4 16 0,-3 6 4 0,0 0 0 16,0 0-52-16,3 8-12 0,-3 0 0 0,3 0 0 15,-6 5 0-15,3-2 0 0,-3 5 0 0,0 0 0 16,0-6 0-16,0 9 0 0,0-9 0 0,3 4 0 16,0-1 0-16,0 0 0 0,0 3 0 0,3-6 0 15,3 1 0-15,0 0 0 0,0 2 0 0,3-8 0 16,0 3 0-16,0 0 9 0,2 0-9 0,4-5 8 15,-3 2-8-15,0-5 0 0,0 0 0 0,3-5 0 16,-3 2 0-16,0-2 0 0,3 2 0 0,-3-8-11 16,-1 6 11-16,1 0 0 0,0-8 0 0,0 2 0 15,-3 3 0-15,0-3 0 0,-3-2 0 0,0 3 0 16,0-6 49-16,-3 0 12 0,0 3 3 0,-3-6 0 16,0 1-52-16,-3-1-12 0,0 1 0 0,0 2 0 15,-3 3 0-15,-3-6 0 0,0 8 0 0,0 3 0 16,-3 1 0-16,0-4 0 0,0 6 0 0,1 2 0 15,-4 3 0-15,3-3-8 0,-3 3 8 0,3 3-13 16,0 0-14-16,0-3-2 0,3 2-1 0,0 1 0 16,3 0-85-16,6-3-17 0,0 8-3 0,0-1-1 15,6 1-72-15,3-5-16 0,3 2-2 0</inkml:trace>
  <inkml:trace contextRef="#ctx0" brushRef="#br0" timeOffset="45221.401">15644 3352 1963 0,'9'-13'40'0,"-6"11"12"0,0-4-42 0,-3 1-10 0,3-3 0 0,-3 3 0 15,0-1 144-15,0 1 28 0,0 0 4 0,-3 2 2 16,3 3-65-16,0-8-13 0,-3 3-2 0,3 5-1 16,0 0-20-16,0 0-4 0,0 0-1 0,0 0 0 15,0 0-42-15,0 0-9 0,0 0-1 0,-6 5-1 16,0 3-11-16,4 0-8 0,-1 3 9 0,0 2-9 16,0 0-13-16,3 3-9 0,-3 0-2 0,3 3 0 15,3-4 40-15,-3 1 7 0,6 5 1 0,-3-7 1 16,2 2-25-16,4-6 0 0,-3 3 0 0,3 1 0 15,3-9 0-15,-3 0 0 0,3 0-8 0,0 1 8 16,3-6 0-16,-3 0-11 0,3 0 11 0,-3-6-8 16,2 1 8-16,1-3 0 0,0 0 0 0,3-2 0 15,-6-1-10-15,3 1-6 0,0-9-2 0,0 3 0 16,-4 0 18-16,1 0 0 0,-3 1 0 0,3-4 0 16,-6 0 48-16,3 4 12 0,-3 1 4 0,0-2 0 0,0 3-52 15,-3 5-12-15,0-2 0 0,0 2 0 0,-3 0 0 16,0 5 0-16,0-2 0 0,0 5 0 15,0 0 36-15,0 0 4 0,0 0 0 0,0 0 1 0,0 0-14 0,-6 5-3 0,0 3-1 16,-3 3 0-16,3 2-23 0,-3 3-10 16,3 2 1-16,-3 4 0 0,0 1 9 0,3-1 12 15,-3-1-2-15,4 3-1 0,-1-6-19 0,0 1-4 0,3-4-1 16,0 1 0 0,3-2-78-16,0-1-16 0,3-3-3 0</inkml:trace>
  <inkml:trace contextRef="#ctx0" brushRef="#br0" timeOffset="46604.026">16695 3286 1824 0,'0'0'38'0,"0"0"8"0,-6 0-37 16,6 0-9-16,0 0 0 0,-6 3 0 0,6-3 53 0,0 0 9 0,-6 5 2 0,6-5 0 15,0 0 0-15,0 3 0 0,0-3 0 0,0 0 0 16,0 0 0-16,0 0 0 0,0 0 0 0,0 0 0 15,0 0 0-15,0 0 0 0,0 0 0 0,0 0 0 16,0 0-52-16,0 0-12 0,0 0 0 0,0 0 0 16,0 0 63-16,0 0 9 0,0 0 3 0,-6-3 0 15,0-2-18-15,1 5-3 0,-4-3-1 0,0 3 0 16,-3 3-42-16,0 2-11 0,0-5 0 0,-3 8 0 16,3-5 0-16,-3 5 0 0,3 2 0 0,0-2 0 15,-2 3 0-15,2-1 0 0,0 6 0 0,3-5 0 16,0 2 0-16,0 3 0 0,3 3 0 0,3-1 0 15,3 1-33-15,0-6-9 0,3 5-2 16,3-2 0-16,0-3 3 0,3 3 0 0,3-5 0 0,0 5 0 16,3-8 6-16,-1 0 2 0,4 0 0 0,3-3 0 15,3-2 18-15,0 2 4 0,3-5 1 0,2-5 0 16,1 2 10-16,-3 0-10 0,3-2 10 0,-1 0-10 16,-2-3 10-16,-3 0 0 0,0-3 8 0,-3 3-8 15,-3-2 0-15,-1-6 0 0,-2 3 0 0,-3-3 8 16,0-3 44-16,0 1 10 0,-3-3 2 0,0-1 0 0,-3 6 0 15,-3-7 0-15,3 4 0 0,-6 1 0 0,0 4-52 0,0-2-12 16,-3 6 0-16,0-1 0 0,-3 3 40 16,0 0 6-16,0 3 1 0,-6 0 0 0,3 5-24 0,-3 0-5 15,0 0-1-15,0 5 0 0,0-5-17 0,-2 3 0 0,2 2 0 16,-3 3 0-16,3-3 0 0,3 6 0 16,0-3 0-16,3 5 0 0,0 0 0 0,3 1 0 15,0 1 0-15,0 1 0 16,6 0-48-16,0 0-12 0,0 3-4 0,3-4 0 15,3-4 8-15,0 0 2 0,3-1 0 0,0-2 0 16,0-3-16-16,0 1-3 0,-1-4-1 0,4-2 0 0,-3-2 59 0,0 2 15 0,0-6 0 0,0 1 0 16,-3 0 0-16,0 0 0 0,0-3 0 0,0-3 0 15,0 3 48-15,-3-2 13 0,2 2 3 0,-2-3 0 16,3 3-52-16,-3-3-12 0,0 4 0 0,3-1 0 16,-3 2 0-16,0 1 0 0,0 2 0 0,0-2 0 15,0 5 0-15,0 0 0 0,0 5 0 0,-3-5 0 16,3 6 0-16,-3-1 0 0,3 6 0 0,0-4 0 15,0 4 0-15,-3 0 0 0,3 5 0 0,-3-6 0 16,2 3 0-16,-2 1 0 0,0-1 0 0,0 3 0 16,0-8 0-16,0 2 0 0,0 1 0 0,0-3 0 15,-3 0 0-15,0 0 0 0,3-3 0 0,-3 3 0 16,0-8 0-16,0 0 0 0,0 0 0 0,0 0 0 16,0 0 0-16,0 0 0 0,0 0 0 0,0 0 0 15,0 0 34-15,0 0 4 0,-3-8 1 0,0 0 0 16,0-3-11-16,3 1-3 0,0-3 0 0,0-1 0 15,0-2-25-15,3 1 0 0,0-4 0 0,-3 1 0 16,6-1 0-16,0 0 0 0,0 1 0 0,0 2 0 16,0 0 0-16,3 0 0 0,-3 0 0 0,3 3 0 0,0 5 0 0,0-5 0 15,3 5 0-15,-3 3 0 0,0 2 0 0,-1-5 0 0,1 8 0 16,0 0 0 0,0 0-16-16,0 0-8 0,-3 0-1 0,3 3-1 0,-3 2 42 0,0 0 8 15,0 3 1-15,0 0 1 0,0 3-26 0,-3-1 0 16,0 6 0-16,0-2 0 0,0 1-46 15,0 1-14-15,0 6-4 0,0-7 0 0,0 1 52 0,-3 0 12 0,0-3 0 0,3 3 0 16,-3-5 0-16,0 5 0 16,0-8 0-16,0 0 0 0,0 0 0 0,0-3 0 0,0-5 0 0,0 0 0 15,0 0 0-15,0 0 0 0,0 0 0 0,0 0 0 16,0 0 0-16,3-5 0 0,0-1 0 0,3-2 0 16,-3 0 0-16,2-2 0 0,1-1 0 0,0 1 0 15,3-6 48-15,0 3 13 0,0-6 3 16,0 8 0-16,3-4-52 0,0-4-12 0,0 8 0 0,0-4 0 15,0 4 0-15,0 3 0 0,-1 0 0 0,1 3 0 16,-3-1 0-16,0 4 0 0,0 2 0 0,0 0 0 16,-3 2 0-16,3 1 0 0,-3 2 0 0,0 3 0 15,0 3 0-15,-3-3 0 0,0 5 0 0,0 0 0 16,0 1 0-16,-3 1 0 0,3 1 0 0,-3 6 0 16,3-9 0-16,-3 3 0 0,0-3 0 0,3 3 0 15,-3-6-48-15,0 4-13 0,3-1-3 0</inkml:trace>
  <inkml:trace contextRef="#ctx0" brushRef="#br0" timeOffset="48078.494">18425 3273 2310 0,'0'-5'48'0,"0"2"11"0,3-5-47 0,-3 8-12 0,0-5 0 0,0 2 0 16,0 3 85-16,3-5 15 0,-3 0 4 0,0 5 0 15,0 0-64-15,0 0-13 0,0 0-3 0,0 0 0 16,0 0 23-16,-3 10 4 0,0-7 1 0,0 10 0 16,-3-5-44-16,3 5-8 0,-3 3 0 0,3-3 0 15,0 6 0-15,0-1 0 0,0 1-8 0,3 2 8 16,0-2 0-16,3-1 0 0,0 1-10 0,0-1 10 16,3-5-16-16,0 3 2 0,0-2 0 0,3-6 0 15,0-1-14-15,-1-1-2 0,4 2-1 0,-3-8 0 16,3 0 19-16,0 0 3 0,0-6 1 0,0 4 0 15,-3-6 8-15,0 0 11 0,0 3-3 0,0-9 0 16,0 4-8-16,-3-3 0 0,-1-1 0 0,4 1 0 0,-6 3 53 16,3-9 9-16,0 8 2 0,-3-4 0 0,0-1-52 0,3 2-12 15,-3-1 0-15,0 1 0 0,0 6 54 0,0-8 8 0,0 11 2 16,0-3 0-16,0 0-52 0,0 0-12 16,0 6 0-16,-3 2 0 15,0 0 0-15,0 0 0 0,0 0 0 0,0 0 0 16,0 0 0-16,3 2 0 0,0 6 0 0,-3 0 0 0,3 0 0 0,-3 3 0 0,0-1 0 15,3 4 0-15,-3 1 0 0,3-4 0 0,-3 2 0 0,3 3 0 32,0-3-48-32,0-2-13 0,3 2-3 0,-3 0 0 0,3-7 52 0,0 4 12 0,3-4 0 15,-1 2 0-15,4-8 0 0,0 0 0 0,0 0 0 0,3-6 0 16,-3-2 0-16,3 0 0 0,3 0 0 0,-3 1 0 16,0-7 0-16,-1 1 0 0,1 2 0 0,0-4 0 15,0 1 17-15,-3-2 7 0,0 1 0 0,0 1 1 16,-3-2 5-16,-3 3 1 0,3 0 0 0,-6 0 0 15,0 2-10-15,0 3-1 0,-1-5-1 0,-2 5 0 16,-2 0-6-16,2 0-1 0,-3 0 0 0,-3 3 0 16,3 0-28-16,-3 2-5 0,-3 3-2 0,3 0 0 15,6 0 23-15,-6 3 0 0,0-1 0 0,6-2 0 16,-6 6 0-16,6-1 0 0,0 3 0 0,0 0 0 16,3 0 0-16,3 0 0 0,0 2 0 0,0-2 0 15,3 5 0-15,0 3 0 0,0-5 0 0,-1 2 0 16,1 3 0-16,0 3 0 0,0-1 0 0,0 1 0 0,0 4 13 15,0-1 7-15,-3-7 2 0,-3 7 0 0,0-7-22 16,-3 7 9-16,0-12-9 0,-3 9 0 16,0-9 10-16,-3 6-10 0,3-3 8 0,-6 1-8 0,0-4 0 15,3 1 0-15,-3-3 0 0,0-3-11 0,0 0 2 0,1 1 0 16,-1-1 0-16,3-2 0 16,6-3 9-16,0 0-10 0,0 0 10 0,0 0-10 15,0 0 0-15,0 0 0 0,6 0 0 0,3-6 0 0,2 1 1 0,1 0 0 16,3-3 0-16,6 0 0 0,0-8 9 0,6 3-8 0,-1 0 8 0,7-3-8 15,-3 0 8-15,0-5 0 0,2 5 8 0,1-5-8 16,-6-3 12-16,0 5-3 0,0-2 0 0,-4 3 0 16,-5-1-9-16,0 0 0 0,0 4 0 0,-6 1 0 15,-3-4 0-15,0 7 0 0,-3 3 0 0,-3-5 0 16,-6 5 0-16,0 3 0 0,0 2 0 0,-6-2 0 16,-3 2 53-16,0 3 9 0,0 0 2 0,-3 3 0 15,0 2-52-15,0-2-12 0,1 5 0 16,-4 0 0-16,6 2-11 0,0 1-5 0,0 2 0 15,3 3-1-15,3 0 27 0,0 2 6 0,3 1 0 0,3 2 1 16,3 0-17-16,3 0 0 0,0 1 0 0,3-7 0 16,3 7 0-16,3-12 0 0,0 9 0 0,6-9 0 15,-1-2-48-15,4 0-12 0,3 3-4 0,6-11 0 16,2 2-102-16,4-2-21 0,3-2-4 0</inkml:trace>
  <inkml:trace contextRef="#ctx0" brushRef="#br0" timeOffset="48539.861">20520 3128 2283 0,'-12'-11'48'0,"12"11"10"0,0 0-46 0,0 0-12 0,0 0 0 0,0 0 0 31,0 0 84-31,0 0 16 0,0 0 2 0,-3 8 1 0,0 0-32 0,3 5-7 0,-3-5 0 0,0 3-1 16,3 7-23-16,0-7-4 0,-3 2 0 0,3 3-1 15,0 2-18-15,-3 1-3 0,3-1-1 0,-3 6 0 16,3-3-13-16,0 3 9 0,-3 3-9 0,3-1 8 16,0 1-8-16,-3-4 0 15,3 1 9-15,0 3-9 0,0-9 0 0,0 1 0 0,0-6 0 0,0 3 0 16,0-6 0-16,0-2 0 0,0 0 0 0,0 3 8 16,0-11-8-16,0 0 8 0,0 0-8 0,0 0 8 15,0 0-8-15,0 0 11 0,0 0-11 0,0-11 12 16,-2 6 0-16,-1 0 1 0,3-9 0 0,-6 4 0 15,3-1-5-15,-3 1-8 0,-3-9 11 0,0 9-11 16,0-6 11-16,-6 0-11 0,3 3 10 0,-6-3-10 16,3 5 8-16,-3 1-8 0,1-1 0 0,-4 6 9 15,6-1-9-15,-3 6 0 0,0 0 0 0,3 6 0 16,3-1 0-16,0 6 0 0,1-1 0 0,-1 1-11 16,3 5 11-16,3-6-10 0,0 3 10 0,0 3-10 15,3 0 10-15,0-3 0 0,3 3 0 0,0-2 0 16,3-1 0-16,0-3 0 0,3 1 0 0,0-1 0 15,3-2 0-15,0 0 0 0,3-2 0 0,-1-1 8 16,7 3-8-16,0-8 0 0,3 0-11 0,0 0 11 16,6 0-128-16,-1 0-20 0,4 0-4 0</inkml:trace>
  <inkml:trace contextRef="#ctx0" brushRef="#br0" timeOffset="48777.442">20833 3405 2200 0,'0'0'46'0,"0"0"10"0,0 0-45 15,0 0-11-15,6 3 0 0,0-3 0 0,0 0 101 0,5 3 19 0,-2-3 3 0,3 0 1 16,3 0-39-16,0 0-7 0,3 0-2 0,0 2 0 16,0-2-28-16,3-2-5 0,-1 2-2 0,4-3 0 15,3 3-18-15,0-3-4 0,0 3-1 0,2-5 0 16,-2 2-18-16,0 3 0 0,-3-5 0 0,-1 5 0 15,-2 0 0-15,0 0-9 0,-3 0-1 0,-3 5 0 16,0-5-133-16,-3 3-26 0,-3 2-6 16</inkml:trace>
  <inkml:trace contextRef="#ctx0" brushRef="#br0" timeOffset="49004.817">21023 3612 1948 0,'-27'2'40'0,"19"1"11"15,2-3-41-15,0 3-10 0,6-3 0 0,0 0 0 16,0 0 101-16,0 0 19 0,0 0 3 0,0 0 1 16,0 0-32-16,0 0-5 0,0 0-2 0,9 0 0 0,-4 0-16 0,4 0-3 0,0-3-1 0,0 0 0 31,3 3-21-31,0-2-5 0,0 2-1 0,3-6 0 0,0 4-16 16,3 2-3-16,-1-5-1 0,1-1 0 15,3 4-18-15,-3-1 8 0,3 0-8 0,0 1 0 16,0 2 0-16,-1-6-12 0,1 4 0 0,3-4 0 15,-3 4-119-15,3-6-23 0,-3 3-5 0</inkml:trace>
  <inkml:trace contextRef="#ctx0" brushRef="#br0" timeOffset="49275.904">21764 3265 2229 0,'-6'-16'46'0,"6"8"12"0,-3 3-46 0,3 5-12 0,0 0 0 0,0-5 0 16,0 5 117-16,0 0 22 0,0-3 4 0,0 3 1 16,0 0-44-16,0 0-9 0,0 0-2 0,0 0 0 15,0 0-30-15,0 0-7 0,0 0 0 0,3 5-1 16,-3 3-10-16,3 3-1 0,-3 2-1 0,0-2 0 16,0 7-13-16,0-2-2 0,-3 5-1 0,3 0 0 15,-3 3-11-15,0 0-1 0,1 3-1 0,2-6 0 16,-3 3-10-16,3-3 0 0,-3 0 0 0,3-3 8 15,0 1-16-15,0-3-4 0,0 0-1 0,0 0 0 16,3-3-149-16,0 0-30 0,-1 3-5 0</inkml:trace>
  <inkml:trace contextRef="#ctx0" brushRef="#br0" timeOffset="61412.609">12748 4350 2184 0,'0'0'45'0,"0"0"11"16,0 0-44-16,0 0-12 0,0 0 0 0,0 0 0 0,0 0 84 0,0 0 16 0,0 0 2 0,0 0 1 16,0 3-50-16,0 5-9 0,3 0-3 0,-3 2 0 15,0 1-18-15,3 2-4 0,-3 3-1 0,0 2 0 32,-3 1-10-32,3-1-8 0,0 6 9 0,-3 5-9 0,0-8 0 0,0 6 8 0,0 2-8 0,0 0 0 15,0-2 0-15,0-1 0 0,-3-2 8 0,3 0-8 16,0-6 0-16,-2 3 0 0,2-5-12 0,0 3 12 15,-3-6-38-15,3 3-1 0,3-6 0 16,-3 1 0-16,3 0-115 0,0-3-23 0,3-3-5 16</inkml:trace>
  <inkml:trace contextRef="#ctx0" brushRef="#br0" timeOffset="61731.997">12724 4374 1845 0,'-6'-11'38'0,"1"1"10"0,2 2-38 0,3 0-10 0,0 0 0 0,0 0 0 15,6 3 97-15,-1 2 18 0,1-5 3 0,3 3 1 0,3-1-37 0,3 4-7 0,0-1-2 16,0 3 0 0,0 0-13-16,0 0-4 0,3 5 0 0,-1-2 0 15,-2 5-24-15,0 0-4 0,-3-3-2 0,3 6 0 16,-3 2-16-16,0-2-10 0,-3-1 12 0,3 6-12 15,-3-5 10-15,-4 2-10 0,1 0 8 0,0 0-8 0,-6 3 8 0,0-2-8 16,-3-1 8-16,-3 5-8 0,0-5 26 0,-2 3 0 0,-1 3 0 0,-3-1 0 31,0-4-42-31,0 2-9 0,-3-3-2 0,0 3 0 0,0-6 14 0,-3 1 2 0,1-1 1 16,-1 4 0 0,3-9-28-16,0 0-6 0,0-2 0 0,0-3-1 15,6 0-151-15,0-3-31 0,3-2-5 0</inkml:trace>
  <inkml:trace contextRef="#ctx0" brushRef="#br0" timeOffset="62085.877">13111 4411 2149 0,'-6'5'44'0,"0"-2"12"0,1-1-44 0,-1 4-12 0,0-1 0 0,3 3 0 15,-3 0 95-15,3 0 17 0,-3 0 3 0,3 0 1 16,0 2-50-16,-3 1-10 0,3-1-1 0,0 1-1 15,3 2-43-15,-3 1-11 0,3 1 0 0,0 1 0 16,0 0 0-16,3-3 0 0,0 3 0 0,0 0 0 16,3-3 0-16,0 1 0 0,0-4 0 0,3-2 0 15,0 3 26-15,2-3 3 0,1-6 1 0,0 1 0 16,0-3-19-16,3 0-11 0,0 0 12 0,0-5-12 16,0-1 22-16,0-2-2 0,0 0-1 0,-1 1 0 15,-2-1 17-15,-3-8 3 0,3 5 1 0,-6 1 0 16,3-6-2-16,-3 2 0 0,0-1 0 0,0-1 0 15,-3 0-8-15,-3 3-2 0,3-1 0 0,-3-4 0 0,0 7-14 16,-3-5-3-16,3 6-1 0,-6-1 0 16,0 3 9-16,0-5 1 0,-3 2 1 0,0 6 0 0,-3-3-21 15,-3 3 0-15,0 0 0 0,1 5 0 16,-4-3-47-16,-3 3-13 0,0 0-4 0,3 0 0 16,0 3-51-16,3-1-10 0,1 1-3 0</inkml:trace>
  <inkml:trace contextRef="#ctx0" brushRef="#br0" timeOffset="62445.936">13695 4342 2390 0,'-6'-11'50'0,"6"11"10"0,-3-2-48 0,-3-1-12 0,3 1 0 0,-3-1 0 15,0 0 88-15,0 1 16 0,0 2 2 0,-3 0 1 16,0 0-35-16,0 2-6 0,0 1-2 0,-2 2 0 15,-1-2-51-15,0 2-13 0,0 3 0 0,-3-5 0 16,6 5 0-16,-3 0 0 0,0-3 0 0,6 3 0 16,0 0 0-16,3 2 0 0,0-2 0 0,0 3 0 15,6-3 0-15,3 2 0 0,3-2 0 0,-3 3 0 16,6 0 0-16,0-4 0 0,3 4 0 0,0 2 0 16,0-5 0-16,2 3 0 0,-2-1 0 0,-3 1 0 15,0 0 0-15,-3-1 0 0,3-2 0 0,-6 0 0 16,0 0 0-16,-3 0 0 0,-3 2 0 0,0-4 0 15,-3 2 24-15,-3 0 1 0,0 0 1 0,-3-1 0 0,-3 1-18 16,-3 0-8-16,0 0 8 0,-2 3-8 16,-1-3-19-16,-3 0-9 0,3 0-1 0,-3 0-1 0,3-3 30 0,-3 0 0 15,7 1 0-15,-1-1 0 16,0 0-57-16,3-2-6 0,3-1-1 0</inkml:trace>
  <inkml:trace contextRef="#ctx0" brushRef="#br0" timeOffset="62760.172">14076 4623 2169 0,'0'0'45'0,"0"0"11"15,0 0-45-15,3-8-11 0,0 2 0 0,-3 6 0 16,0 0 137-16,0 0 26 0,3-2 5 0,-3 2 0 16,0 0-67-16,0 0-13 0,0 0-4 0,0 0 0 15,0 0-31-15,0 5-6 0,3 6-2 0,-3-4 0 16,0-1-13-16,-3 7-4 0,0-2 0 0,-3 2 0 16,0 0-15-16,0 3-3 0,-3-3-1 0,0 6 0 15,-3-6-9-15,0 3 0 0,0-3 0 0,0 3 0 16,1 2-33-16,-4-2-6 0,0 0-1 0,0 3 0 15,0-1-173-15,0 1-35 0</inkml:trace>
  <inkml:trace contextRef="#ctx0" brushRef="#br0" timeOffset="65025.549">15445 4329 1579 0,'0'0'32'0,"-3"-5"10"0,3 5-34 0,-3-3-8 0,3 3 0 0,0 0 0 16,0 0 116-16,0 0 22 0,-6-5 4 0,6 5 1 15,0 0-75-15,0 0-16 0,0 0-2 0,0 0-1 16,0 0 12-16,0 0 3 0,0 0 0 0,0 0 0 16,0 0 0-16,0 0 0 0,0 0 0 0,0 0 0 15,0 0-52-15,0 0-12 0,0 0 0 0,0 8 0 16,-3-3 0-16,3 3 0 0,0 0 0 0,-3 2 0 16,3 1 0-16,-3 2 0 0,0-2 0 0,0 5 0 15,0-3 0-15,0 3 0 0,0-3 0 0,-3 3 0 16,3-3 0-16,0 0 0 0,-3 0 0 0,4 3 0 15,-1-2 0-15,0-1 0 0,3 0 0 0,-3-2 0 16,-3-3-203-16,3 2-43 0</inkml:trace>
  <inkml:trace contextRef="#ctx0" brushRef="#br0" timeOffset="65271.277">15659 4342 1824 0,'-6'-11'38'0,"6"11"8"0,-3-5-37 0,0 3-9 0,3 2 0 0,-3-6 0 16,3 6 104-16,0 0 20 0,0 0 3 0,0 0 1 16,0 0-52-16,0 0-9 0,0 0-3 0,0 0 0 15,0 0 0-15,-2 8 0 0,-1-3 0 0,0 6 0 16,3-3-51-16,0 0-13 0,0 3 0 0,-3 2 0 16,3-3 0-16,-3 4 0 0,3-1 0 0,-3 0 0 15,0 3 0-15,3-3 0 0,-3 0 0 0,3 6 0 16,-3-3-48-16,0 2-13 0,0-2-3 0,0 3 0 15,3-3-102-15,3 2-21 0,-3-2-4 0</inkml:trace>
  <inkml:trace contextRef="#ctx0" brushRef="#br0" timeOffset="65656.863">17076 4334 1579 0,'0'0'32'0,"0"0"10"0,0 0-34 0,0 0-8 0,0 0 0 0,0 0 0 16,0 0 156-16,0 0 28 0,0 0 7 0,0 0 1 15,0 0-103-15,0 0-20 0,0 0-4 0,0 8-1 16,0-5 0-16,0 2 0 0,0 0 0 0,0 3 0 16,0-2 0-16,0 4 0 0,0-2 0 0,-3-3 0 15,3 3-51-15,0 0-13 0,-3 0 0 0,3 3 0 16,0-3 0-16,-3 2 0 0,3-2 0 0,0 3 0 15,0-3-12-15,0 2-6 0,0 1-1 0,0-3 0 16,0 2-72 0,3-2-14-16,0 3-3 0</inkml:trace>
  <inkml:trace contextRef="#ctx0" brushRef="#br0" timeOffset="65853.784">17261 4490 2232 0,'-3'-5'64'0,"3"-3"12"15,-3 3-60-15,0-1-16 0,3 6 0 0,0-5 0 16,0 5 81-16,0 0 14 0,0 0 2 0,0 0 1 16,0 0-35-16,0 0-7 0,0 0-2 0,0 0 0 15,0 0-22-15,0 0-5 0,0 0-1 0,0 5 0 16,0 3-12-16,0 0-2 0,0 0-1 0,0-2 0 0,3 4-11 0,-3-2 0 16,3 5 0-16,0-5-11 15,0 3-166-15,3 2-34 0</inkml:trace>
  <inkml:trace contextRef="#ctx0" brushRef="#br0" timeOffset="66365.322">19011 4358 1804 0,'0'0'37'0,"0"0"10"0,0 0-38 0,0 0-9 0,0 0 0 0,0 0 0 0,0 0 116 0,0 0 20 0,0 0 5 0,0 0 1 16,-3 5-58-16,3 3-12 0,0 0-3 0,-3 0 0 15,3 3-37-15,0-3-7 0,-3 2-1 0,0 1-1 16,3-3-15-16,0 2-8 0,-3 1 8 0,3-1-8 16,-3 1 0-16,3 2 0 0,-3-5 0 0,3 3 0 15,0-1-88-15,0 1-18 16,0-3-4-16</inkml:trace>
  <inkml:trace contextRef="#ctx0" brushRef="#br0" timeOffset="66569.308">19190 4490 1976 0,'3'-13'41'0,"-3"8"9"16,0-1-40 0,0-1-10-16,0 1 0 0,0-2 0 0,0 3 120 0,-3 0 23 0,3-1 4 0,-3 1 1 15,3 5-57-15,0 0-11 0,0 0-3 0,0 0 0 16,0 0-25-16,0 0-6 0,0 0-1 0,0 0 0 15,0 0-22-15,0 0-5 0,0 5-1 0,-3 3 0 16,3 0-9-16,0 0-8 0,0 0 12 0,-3 3-12 16,3-1 8-16,0 1-8 0,-3 2 0 0,3 3 0 15,0 0-15-15,0 2-9 0,0-2-3 0,3 5 0 16,0-5-189-16,0 5-39 0</inkml:trace>
  <inkml:trace contextRef="#ctx0" brushRef="#br0" timeOffset="67293.167">20523 4075 1691 0,'6'0'71'16,"0"0"-57"-1,-3 0 80-15,-3 0 16 0,6 0 3 0,-6 0 1 16,0 0-33-16,3 5-6 0,3-2-2 0,-3 2 0 16,-3 6-25-16,3-3-6 0,-3 0-1 0,-3 5 0 15,0 0-17-15,0 3-3 0,0 2-1 0,-3 1 0 0,0 2-10 0,0 3-2 0,-3-3-8 0,0 6 12 16,0-1-12-16,0-2 8 0,0 2-8 0,1 1 0 15,-1-6 8-15,3 0-8 0,-3 0 0 0,3-2 9 16,3-1-9-16,-3 1 0 0,3-1 0 0,3 1 0 16,-3-6 0-16,3 0 0 0,0-2 0 0,3-1 0 15,-3-2 26-15,3-2 3 0,-3-6 1 0,0 0 0 16,0 0-30-16,0 0 0 0,3 0 0 16,3-3 0-16,-3-5 57 0,0 0 6 15,0-2 1-15,0-1 0 0,0 0-52 16,-3-4-12-16,0 1 0 0,0-4 0 0,-3 5 0 0,3-1 0 0,-3-4 0 0,-3 7 0 15,0-7 0-15,0 4 0 0,-3-1 0 0,0 1 0 16,-3 4 54-16,0 2 8 0,0-3 2 0,-3 6 0 16,0 0-52-16,1 2-12 0,-1 3 0 0,-3 0 0 15,3 3 0-15,0-1 0 0,-3 4 0 0,6 2 0 16,-3 2 0-16,4 1 0 0,2-1 0 0,-3 1 0 16,6 2-48-16,0 0-13 15,0 3-3-15,3-5 0 0,0 7 64 0,3-7 26 0,3 2-2 0,3 3 0 16,0-3-24-16,0 0 0 0,3 1-12 0,3-1 12 15,-1-2-20-15,4-1 4 0,3-2 1 0,0 0 0 16,3 3-30-16,3-11-7 0,0 2 0 0,-1 3-1 16,4-5-187-16,0-5-36 0</inkml:trace>
  <inkml:trace contextRef="#ctx0" brushRef="#br0" timeOffset="67498.852">20854 4448 1337 0,'11'-3'56'0,"-2"3"-44"16,3 0 107-16,3-5 21 0,0 2 5 0,-3 1 1 15,3 2-48-15,0-3-10 0,3 0-1 0,-4 1-1 16,1 2-50-16,0-3-9 0,3 0-3 0,-3 1 0 16,0 2-24-16,0-3 0 0,0 3 0 0,0 0 0 15,-1-5 56-15,-2 5 7 0,0 0 1 0,0 0 0 31,-3 0-103-31,0 0-20 0,0 5-4 0</inkml:trace>
  <inkml:trace contextRef="#ctx0" brushRef="#br0" timeOffset="67733.985">20800 4670 1552 0,'0'0'44'0,"0"0"10"16,6 3-43-16,3-1-11 0,-3-2 0 0,6 3 0 16,-3-3 104-16,6-3 20 0,-4 3 3 0,7-2 1 15,-3-1-52-15,3-2-9 0,0 2-3 0,3 1 0 16,-3-6-51-16,-1 2-13 0,4 1 0 0,0-3 0 16,3 5 0-16,0-4 0 0,0-1 0 0,2 0 0 15,1 2-68-15,3 1-17 0,-3-3-3 0</inkml:trace>
  <inkml:trace contextRef="#ctx0" brushRef="#br0" timeOffset="68134.269">21592 4387 1831 0,'-9'0'77'0,"0"0"-61"16,3 0 88-16,0 3 17 0,0-3 4 0,0 2 1 15,6-2-50-15,-6 8-9 0,3-2-3 0,0 4 0 16,0-7-51-16,3 5-13 0,0 0 0 0,-3 2 0 16,3-2 0-16,3-2 0 0,-3 4 0 0,3-2 0 15,3 5 28-15,0-7 2 0,0 4 1 0,0 3 0 16,3-5-31-16,0 3 8 0,3-1-8 0,0 1 0 16,0-3 0-16,2 0 8 0,1 0-8 0,3 2 0 15,-3-7 10-15,3 2-10 0,0-2 10 0,0 0-10 16,-3-3 11-16,2 0-11 0,-2-3 12 0,0 0-12 15,0-2 19-15,-3 2-3 0,3-4-1 0,-3 1 0 16,-3 1 22-16,0-3 5 0,0 0 1 0,-1 0 0 16,-2-2 3-16,-3 2 1 0,3 2 0 0,-3-7 0 15,0 2-15-15,-3 4-4 0,0-4 0 0,0 0 0 16,-3 3-13-16,0-2-3 0,-3-1-1 0,3 1 0 16,-6 2-11-16,4 0 0 0,-4-3 9 0,-3 3-9 15,0 0 0-15,0 3 0 0,0-3 0 0,-3 0 0 16,0 3-15-16,-6 0-7 0,1 2-2 0,-4 3 0 15,0 0-104-15,0 3-20 0,-6-1-5 0</inkml:trace>
  <inkml:trace contextRef="#ctx0" brushRef="#br0" timeOffset="74350.709">19490 11748 1910 0,'0'0'40'0,"0"0"9"0,0 0-39 0,0 0-10 0,6 0 0 0,0 0 0 16,3 0 86-16,3 0 15 0,0 0 3 0,3 0 1 15,0 0-31-15,6 3-6 0,-1-3-2 0,4 3 0 16,3 2-3-16,-3-3-1 0,3 4 0 0,-1 2 0 16,4-3-36-16,-3 3-7 0,6 0-2 0,-1 2 0 15,1 1 24-15,6 5 5 0,5 0 1 0,-2 2 0 16,-6 1-38-16,3 2-9 0,-4 3 0 0,1 0 0 0,0-1-8 15,-4 1-4-15,4-3-1 0,0 1 0 16,-3-1 21-16,-4-5 4 0,1 0 0 0,0-1 1 0,-6-1-13 16,0-1-10-16,-4 0 2 0,-2-2 0 0,0-1 8 0,-6 1 9 15,3-1-1-15,-6-2-8 0,0 0 0 0,-3 0 0 0,0-2 0 16,0 1 0 0,-3-1-38-16,0-1-2 0,0 0 0 0,-3-5 0 15,3 3-142-15,-3-3-29 0,0 0-5 0</inkml:trace>
  <inkml:trace contextRef="#ctx0" brushRef="#br0" timeOffset="74831.332">20642 12013 1474 0,'-6'-3'62'0,"6"3"-50"15,-3-5 107-15,3 5 21 0,-6 0 4 0,6 0 0 16,0 0-55-16,0 0-11 0,-6-3-2 0,6 3-1 16,0 0 42-16,0 0 9 0,0 0 2 0,0 0 0 31,0 8-103-31,0 0-25 0,0 0 0 0,3 0 0 16,0 3 0-16,0-3 0 0,3 2 0 0,0 1 0 0,0-1 56 0,0-2 7 0,0 3 1 0,0-1 0 15,-3 1-52-15,3 2-12 0,-3-2 0 0,0-1 0 16,-3 4 0-16,0-4 0 0,0 1 0 0,-3-1 0 15,0 4 0-15,-3-4 0 0,0 3 0 0,0 1 0 16,-3-4 0-16,3 3 0 0,-3 3 0 0,0-2 0 16,0-1 0-16,0-3 0 0,-2 4 0 0,2-1 0 15,-3-3 0-15,3-2 0 0,0 3 0 0,0 0 0 16,0-6-48 0,0 3-13-16,0-6-3 0</inkml:trace>
  <inkml:trace contextRef="#ctx0" brushRef="#br0" timeOffset="75470.713">21473 11873 2066 0,'0'0'43'0,"0"0"10"0,0 0-42 16,0 0-11-16,0 0 0 0,-6-3 0 0,6 3 104 0,0 0 20 0,0 0 3 0,0 0 1 15,0 0-52-15,-6 3-9 0,3 2-3 0,0 0 0 16,0 3-51-16,0 3-13 0,0-1 0 0,0 6 0 16,3-3 0-16,-3 6 0 0,0-1 0 0,0 4 0 15,0-1 0-15,0 0 0 0,0 0 0 0,0 0 0 16,0 0 54-16,-3 1 8 0,3-4 2 0,0 3 0 16,0-2-52-16,-3-3-12 0,3 0 0 0,0-1 0 15,0 1 0-15,0-2 0 0,3 1 0 16,-3-1 0-16,3-4-48 0,0-2-13 15,0 0-3-15,0-3 0 0,0-5 52 0,0 0 12 0,0 0 0 0,0 0 0 16,0 0 0-16,0 0 0 0,0 0 0 0,0 0 0 16,0 0 48-16,0-8 13 0,0 1 3 0,-3-1 0 15,0-3-52-15,-3 0-12 0,4-2 0 0,-7 3 0 16,0 2 0-16,-3-3 0 0,0 1 0 0,-3 2 0 16,0 0 0-16,0 0 0 0,0 2 0 0,-3 1 0 15,1 0 0-15,-4 2 0 0,3 3 0 0,0 0 0 16,3 0 0-16,0 3 0 0,3-1 0 0,0 4 0 0,-2-4 0 15,5 4 0-15,3 2 0 0,-3-3 0 16,6 3 0-16,0-3 0 0,0 3 0 0,3 3 0 16,0-3 0-16,3 2 0 0,3 1 0 0,0-1 0 15,0-2 0-15,6 3 0 0,-3-1 0 0,5-2 0 0,1 0 0 16,3 0 0-16,0-2 0 0,3-1 0 16,0-2-100-16,2-3-22 0,4 0-5 0</inkml:trace>
  <inkml:trace contextRef="#ctx0" brushRef="#br0" timeOffset="75748.63">21690 12187 2176 0,'0'0'62'0,"3"-5"13"0,0 3-60 0,3-4-15 0,-3 4 0 0,3-1 0 16,3 0 74-16,0 1 12 0,0-1 2 0,0 3 1 15,2-3-20-15,-2 3-4 0,3-2-1 0,0-1 0 16,0 3-51-16,0 0-13 0,0-3 0 0,3 3 0 16,0 0 54-16,0 0 8 0,2 0 2 0,1 0 0 15,0 0-74-15,-3 0-14 0,3 0-4 0,0 3 0 16,-3-3 28-16,0 0 0 0,-1 0 0 0,1 3 0 16,-3-1-21-16,-3-2-3 0,0 3 0 0,0 0 0 15,-3-1-88-15,-3 4-17 0,3-4-4 16,-6-2-1-16,0 0-67 0,0 0-14 0</inkml:trace>
  <inkml:trace contextRef="#ctx0" brushRef="#br0" timeOffset="75987.535">21758 12365 1824 0,'0'0'76'0,"0"0"-60"15,0 0 89-15,0 0 19 0,0 0 3 0,6-6 1 16,-3 4-52-16,0-1-9 0,3 1-3 0,0-1 0 15,-3 3 0-15,3-3 0 0,0 1 0 0,3-1 0 16,-3 0 0-16,3 3 0 0,-3-2 0 0,3-1 0 16,0 0-51-16,3 3-13 0,0-2 0 15,-3-1 0-15,2 3 0 0,4-3 0 0,-3 3 0 0,3 0 0 16,0 0 8-16,0 0-8 0,3-2 11 0,0 2-11 16,-1 0 0-16,1-3-16 0,0 3 2 0,0-3 0 15,3 3-157-15,-3-2-31 16,3 2-6-16</inkml:trace>
  <inkml:trace contextRef="#ctx0" brushRef="#br0" timeOffset="76298.306">22407 12174 2245 0,'3'-8'47'0,"0"0"10"15,0 0-45-15,0 0-12 0,0 3 0 0,0-3 0 16,0 3 86-16,0 2 15 0,-3 3 3 0,3-2 1 15,-3 2-29-15,0 0-5 0,0 0-2 0,0 0 0 16,0 0-15-16,0 0-3 0,3 2-1 0,-3-2 0 0,3 6-13 16,-3-1-2-16,0 3-1 0,0 0 0 15,0-3-12-15,-3 3-2 0,3 3-1 0,-3-3 0 16,3-1-3-16,-3 4-1 0,0 0 0 0,-3-1 0 16,3 3-3-16,0 3-1 0,-3-2 0 0,3 4 0 0,-3 1-11 0,0 2 12 15,0 0-12-15,1 3 12 0,-1-3-12 0,0 0 0 0,0 0 9 16,0-2-9-16,3-1 24 0,-3-4 1 0,3 1 0 0,0-4 0 15,3 0-25-15,-3-1 0 0,3-2 0 0,-3 0 0 32,3 0-46-32,0-3-14 0,3 1-4 0,-3-1 0 0,3 0-51 15,0-2-10-15,0-1-3 0</inkml:trace>
  <inkml:trace contextRef="#ctx0" brushRef="#br0" timeOffset="81545.518">18824 9385 782 0,'0'0'33'0,"0"0"-33"15,0 0 92-15,0 0 11 0,2-2 2 0,-2 2 1 16,0 0-17-16,0 0-3 0,6-3-1 0,-6 3 0 16,0 0-13-16,0 0-4 0,0 0 0 0,0 0 0 15,3 0-24-15,3 0-4 0,0 0-2 0,-3 0 0 16,3 3 2-16,3-3 1 0,-3 0 0 0,3 2 0 15,0 1-33-15,3 0-8 0,-3-3 0 0,3 5 0 16,0-5 0-16,0 3 0 0,2-3 0 0,-2 2 0 16,3 1 20-16,3-3 1 0,0 0 1 0,3 0 0 15,3 0-35-15,-1-3-7 0,7 3-2 0,0 0 0 16,0 0 22-16,-1 0 0 0,4 3 0 0,-3-3 0 16,0 3 13-16,-6-3 7 0,-1 0 2 0,-2-3 0 15,0 3-35-15,0 0-7 0,-3-3-2 0,0 1 0 16,-1 2 22-16,-2 0 0 0,0-3 0 0,0 3 0 0,-3 0 47 15,0 0 13-15,-3 3 4 0,-3-3 0 0,3 0-52 0,-3 0-12 16,0 0 0-16,-6 0 0 0,0 0 54 0,3 2 8 16,-3-2 2-16,0 0 0 0,6 3-52 0,0 0-12 0,-6-3 0 15,2 5 0-15,1-3 54 0,-3-2 8 16,6 8 2-16,-3-2 0 0,0-1-52 0,3 3-12 16,-3-3 0-16,0 3 0 0,0-3 0 15,0 3 0-15,0 3 0 0,-3-3 0 16,3 2 0-16,-3 1 0 0,0 0 0 0,3-1 0 0,-3 3 0 0,0 1 0 15,-3-1 0-15,3 0 0 0,0 3 0 0,-3-3 0 0,3 0 0 0,-3 3 0 16,0-2 54-16,3-1 8 0,-3 0 2 0,0 0 0 16,0 1-52-16,0-1-12 0,0 0 0 0,0 0 0 15,0 0 0-15,0 3 0 0,0-2 0 0,0 4 0 16,1-2 0-16,-1 2 0 0,3 1 0 0,-3 2 0 16,-3 0 0-16,3-2 0 0,0 2 0 0,0-2 0 15,0-1 0-15,0 1 0 0,0-4 0 0,-3 4 0 16,3-6 0-16,0 3 0 0,0-3 0 0,0 3 0 15,3-3 0-15,-3 1 0 0,0-1 0 0,0 3 0 16,0-3 0-16,0 3 0 0,3 0 0 0,-3 2 0 16,3-2 0-16,-3 5 0 0,3-2 0 0,-3 2 0 15,3 0 0-15,-3 0 0 0,3 0 0 0,0 1 0 16,-3-4 0-16,3 1 8 0,-3-1-8 0,3 1 0 16,0-3 8-16,-3 0-8 0,3-1 0 0,0 1 9 15,0-3-9-15,-3 1 10 0,3 2-10 0,0-3 10 16,0 3-10-16,-3 0 10 0,0-1-10 0,3 4 10 15,-3-1-21-15,3 4-4 0,-3-1-1 0,3 0 0 0,-3 0 16 0,0 3 0 16,0-3 0-16,3 3 0 16,-3-6 0-16,0 1 0 0,3-3 0 0,-3 2 0 0,3 1 0 15,-3-3 0-15,0 2 0 0,1-2 0 0,-1 0 0 0,0 3 0 16,0-4 0-16,0 4 0 0,0 0 48 0,3 2 13 0,-3-3 3 16,0 6 0-1,0-3-52-15,3 0-12 0,-3 3 0 0,0-3 0 0,0 1 0 0,3-4 0 0,0 1 0 16,-3-4 0-16,3 1 0 0,-3 0 0 0,3 0 0 0,0 0 0 15,-3-3 0-15,3 0 0 0,0 1 0 0,-3-1 0 16,3 0 0-16,-3 3 0 0,3-3 0 0,-3 3 0 16,3-3 0-16,0 3 0 0,-3 0 0 0,3 0 0 15,0 2 0-15,-3-2 0 0,3-2 0 0,0 1 0 16,0-1 0-16,0-1 0 0,0 0 0 16,0 0 0-16,0-2 0 0,0 0 0 0,0-1 0 0,3 1 0 15,-3-3-13-15,0 0-6 0,0-1-1 0,0 1 0 16,0 0 20-16,0-2 0 0,0-1 0 0,0 0 0 15,0 1 0-15,0-1 0 0,3 0 0 0,-3-5 0 16,0 5 0-16,0-5 0 0,0 6 0 0,0 2 0 16,0-8 0-16,0 5 0 0,0-5 0 0,3 5 0 15,-3-5 15-15,0 6 3 0,0-6 1 0,0 7 0 16,0-7-30-16,0 6-5 0,0-6-2 0,0 5 0 16,0-5 18-16,0 0 0 0,0 5 0 0,0-5 0 15,0 8 16-15,0-8 0 0,0 6 0 0,0-1 0 16,0-5-25-16,0 8-5 0,0-8-1 0,-3 5 0 15,3 0 15-15,0-5 0 0,0 6 0 0,-3 2 0 0,3-8 0 16,0 0 0-16,0 5 0 0,-3 0 0 0,3-5 0 0,0 5 0 16,0-5 0-16,-3 8 0 0,3-8 0 0,-3 6 0 15,3-6 0-15,-3 5 0 0,3-5 0 0,-6 5 0 0,6-5 0 16,0 0 0 0,-6 3 0-16,6-3 8 0,-6 3-8 0,6-3 0 0,-6 2 8 0,0-2-8 15,-3 0 0-15,3 0 0 0,0 0 0 16,-3-2 0-16,4 2 8 0,-4-3-8 0,-3 0 0 0,3 1 0 15,0-1 0-15,-3-2 0 0,0 2 8 0,0 3-8 0,0-5 0 16,-3 5 0-16,3-3 0 0,-5 0 0 0,2 1 0 0,-3 2 0 16,3-3 0-16,-3 3 0 0,3-2 0 0,-3 2 0 15,3 0 8-15,1 0-8 0,-1 0 0 0,0 0 0 16,0 0 0-16,3 0 8 0,-3 0-8 0,3 2 0 16,0-2 0-16,3 3 0 0,-3-3 0 0,-2 0 0 15,2 0 0-15,-3 0 0 0,3 0 0 0,-6 2 0 16,6-2 0-16,-3 0 0 0,0 0 0 0,3 3 0 15,-2 0 0-15,2-3 0 0,-3 2 0 0,3 1 0 16,-3 0 0-16,6-1 0 0,-3 1 0 0,3 0 0 16,0-3 0-16,0 5 0 0,0-5 0 0,1 3 0 15,-1 2 0-15,3-5-9 0,0 3 9 0,0-1 0 16,0 1 0-16,0 2 0 0,0-5 9 0,0 3-9 16,3 2 0-16,-3-5 0 0,6 0-10 0,-3 3 10 15,-3 2 0-15,6-5 0 0,-6 3 0 0,6-3 0 16,-3 2 0-16,3-2 0 0,0 0 0 0,-3 3 0 15,3-3-8-15,0 0 8 0,0 0 0 0,0 0 0 16,0 0 0-16,-6 3 0 0,6-3 0 0,0 0 0 16,0 0 0-16,0 0 0 0,0 0 0 0,0 0 0 0,0 0 0 15,0 0 0-15,0 0 0 0,0 0 0 0,0 0 0 0,-6-3 0 0,6 3 0 16,-3-3 0-16,-3-2 0 0,6 5 0 16,-3-5 0-16,3-1 0 0,-3 1 0 15,3-3 0-15,-3 0 0 0,3 3 0 0,0-3-8 0,0 0 8 0,0 0 0 0,0 0 0 16,0 0 0-16,0 0 0 0,3-2 0 0,-3 2 0 15,0-3 0-15,0 1 0 0,0-1 0 16,0 0 0-16,0 1 0 0,0-1 0 0,0 1 0 0,0-4 0 16,0 1 0-16,0 3 0 0,0-6 0 0,0 0 0 15,0 0 0-15,0-2 0 0,0-1 0 0,0-2 0 16,-3 0 8-16,3-1-8 16,0 1 8-16,0 0-8 0,0 0 10 0,0 2-10 15,0 1 12-15,0-1-12 0,0 1 8 0,0 2-8 0,0 0 0 0,0 0 0 16,-3-2 0-16,3 2 0 0,0 0 0 0,0-3 0 15,-3 1 12-15,3-3-12 0,-3 0 12 0,0-3-12 16,3 0 11-16,0-2-11 0,0 2 10 0,-3-3-10 16,3 3 9-16,-2 3-9 0,2 0 8 0,0 0-8 15,0 2 0-15,0 1 0 0,-3-1 8 0,3 1-8 16,3-1 0-16,-3 3 0 0,0-2 0 0,0-1 0 16,-3-2 0-16,3 3 0 0,0-3 0 15,3-1 0-15,-3 1 0 0,0 0 0 0,2-3 0 0,-2 3 0 16,0 0-12-16,3 2-8 0,-3 1-2 0,3-1 0 15,0 3 36-15,0 1 7 0,-3 1 2 0,3-2 0 16,-3 3-23-16,3 0 0 0,-3 0 0 0,3-3 8 0,-3 3-8 16,3-3 0-16,-3 0 0 0,3 0 0 0,-3-2-18 15,3-1-5-15,0-2-1 0,-3-3 0 0,3 3 42 16,-3 0 8-16,3-3 2 0,0 3 0 16,-3 0-45-16,3 2-9 0,-3 3-2 0,3 0 0 15,0 3 48-15,-3 0 8 0,3 0 3 0,0 2 0 0,-3-2-23 16,3 2-8-16,-3 1 0 0,0-1 0 0,0-2 8 0,3 2-8 15,-3 1 0-15,0-1 9 0,0-2-9 16,0 0 0-16,-3-1 0 0,3-2 0 0,3 1 8 0,-3-1-8 0,0-5 0 0,3 2 8 16,-3 0-8-16,0 1 0 0,0-1 0 0,3-2 0 15,-3 5 10-15,3 1-10 0,0-1 12 0,-3 2-12 16,3 1 0-16,0 0 0 0,0 2 0 0,-3-2 0 16,3 5 0-16,0-2 0 15,0 2 0-15,0-3 0 0,0 3 0 0,0 0 0 0,0 0-10 0,0 0 10 16,0 0 0-16,0 0 0 0,3 3 0 0,-3-3 0 15,2 0 0-15,-2 0 0 0,3 0 0 0,0 0 0 16,3 1 0-16,-3-4 0 0,3 3 0 0,-3 0 0 16,3-2 0-16,0 2 0 0,0-3 0 0,0 3 0 15,0 0 0-15,0-2 0 0,0-1 0 0,0 3 0 16,0-3 0-16,-1 3 0 0,1 1 0 0,0-1 0 16,-3 2 0-16,3-2 0 0,-3 0 0 0,0 3 0 15,0-3 0-15,0 3 0 0,0 0 0 0,0-1 0 16,-3 1 0-16,3 2 0 0,-3-2 0 0,0 2 0 15,-3 1 0-15,3-1 0 0,0 1 8 0,-3-4-8 16,0 6-18-16,3-2-6 0,-3-1 0 0,0 3-1 16,3-3-118-16,0 1-23 0,0-1-5 0</inkml:trace>
  <inkml:trace contextRef="#ctx0" brushRef="#br1" timeOffset="89082.721">17109 11148 1314 0,'-9'2'37'0,"-3"1"8"0,3-3-36 0,0 0-9 0,0 0 0 0,0 0 0 16,3 0 53-16,-2 0 9 0,8 0 2 0,-6 0 0 15,6 0-1-15,-6 0 0 0,6 0 0 0,0 0 0 16,0 0-13-16,-6-3-2 0,6 3-1 0,0 0 0 15,0 0-23-15,0 0-5 0,0 0-1 0,0 0 0 16,0 0-18-16,0 0 0 0,0 0 0 0,0 0 0 16,0 0 55-16,3-5 7 0,0 2 2 0,0 1 0 15,3-1-64-15,2 0-15 0,-2 3-1 0,6-2-1 0,-3 2 17 16,3-3 0-16,0 0 0 0,6 3 0 16,-3 0 0-16,6 0 9 0,-3 0-1 0,2 0 0 15,4 0-8-15,0 3 0 0,0-3 0 0,0 3 0 0,-1-3 9 16,1 0 0-16,0-3 0 0,0 3 0 0,3-3-9 15,-1 3 0-15,4 0 0 0,3-2 0 0,-3 2 13 0,2 0 1 16,1 0 0-16,0 0 0 0,-3 0-3 0,2 0-1 16,-5-3 0-16,6 3 0 0,-6-3 0 0,3 3 0 0,-1-2 0 15,4 2 0-15,0-3 1 0,-3 3 0 16,5 0 0-16,-2 0 0 0,-3 0-1 0,0 3 0 0,-4-3 0 16,4 0 0-16,-3-3 0 0,0 3 0 0,-1-2 0 0,1-1 0 15,0 0-2-15,3 3 0 0,-3-2 0 0,2-1 0 16,-2 3-8-16,3 0 10 0,0 0-10 0,-3 0 10 15,-1-3-2-15,1 3-8 0,-3-2 12 0,0 2-4 16,-3-3 0-16,2 0-8 0,-2 1 12 0,0 2-4 16,-3-3 23-16,3 0 4 0,0 1 1 0,-1 2 0 15,-2-3-48-15,0 3-8 0,3-2-3 0,-3 2 0 16,3 0 23-16,-3-3 0 0,-1 3 0 0,1 0 0 16,0-3 0-16,0 3 8 0,3 0-8 0,-6-2 0 15,3 2 0-15,-4 0 0 0,1-3 8 0,0 0-8 16,0 1 0-16,3-1 0 0,-3 0 0 0,0 3 0 15,3 0 0-15,-4-2 0 0,1 2 0 0,3 0 0 16,-3 0 0-16,3 0 0 0,-3 0 0 0,3 2 0 16,-3-2 0-16,-1 0 0 0,1 0 0 0,0 3 8 15,-3-3-8-15,3 3 12 0,-3-3-12 0,3 2 12 16,-3-2-12-16,0 0 0 0,-1 3-12 0,-2-3 12 16,3 0 0-16,-3 0 0 0,-3 0 0 0,3 0 0 15,-3 0 0-15,3 0 0 0,-3 0 0 0,0-3 0 0,0 3 0 0,0 0 0 16,0 0 0-16,0 0 0 0,-6 0 0 0,3 0 8 0,3 0-8 0,-6 0 8 15,0 0 1-15,0 0 0 0,6 0 0 0,-6 0 0 16,0 0 3-16,0 0 0 0,0 0 0 0,0 0 0 16,3 3-2-16,-3-3 0 0,0 0 0 0,0 0 0 15,0 0-2-15,6 3-8 0,-6-3 12 0,0 0-4 16,3 5 3-16,-3-5 0 0,0 0 0 0,3 5 0 16,-3-5 2-16,2 5 1 0,-2-5 0 0,0 6 0 15,0 2-4-15,0-3-1 0,0 0 0 16,0 3 0-16,0-3-9 0,0 3 8 0,0-2-8 0,0 2 8 15,0 0-8-15,3 0 0 0,-3 2 0 0,0 1 8 16,0-3-8-16,3 2 0 0,-3 1 0 0,0-1 0 16,0 1 0-16,0 0 0 0,0-1 0 0,0 1 0 15,-3 2 0-15,3-2 0 0,0-1 0 0,-3 1 0 16,1 2 0-16,2 0 0 0,-3-2 8 0,0 2-8 16,3 0 0-16,-3 0 0 0,0-2 0 0,0 2 8 15,0 3-8-15,0-3 0 0,0 3 0 0,0 0 0 16,0 0 0-16,3 0 0 0,-3 2 8 0,0 1-8 15,0-1 0-15,3 1 0 0,-3-1 0 0,3 1 0 16,0-3 0-16,0 2 0 0,-3-2 0 0,3 3 0 16,-3-3 0-16,3 0 0 0,0-3 0 0,-3 3 0 0,3-3 0 15,0 0 0-15,0 0 0 0,0 1 0 0,0-1 0 16,0-3-16-16,0 4 3 0,0-1 0 16,0 0 13-16,0 0 0 0,0 1 0 0,0 1 0 15,3-1 0-15,-3-1 0 0,3 0 0 0,-3 0 0 0,0-2 0 0,0 2 0 16,3-2 0-16,-3-1 0 0,0 1 0 15,0-1 0-15,0-2 0 0,0 3 0 0,0-3 0 0,0-3 0 16,0 3 0-16,0-3 0 0,0 1 0 0,0-1 0 0,0-2 0 16,0 2 0-16,0-5 0 0,0 0 0 0,0 5 0 0,0-5 0 15,-3 3 48-15,3-3 13 0,-3 5 3 16,3-5 0-16,0 0-52 0,-3 3-12 0,3-3 0 0,0 0 0 16,-6 3 0-16,6-3 0 0,-6 2 0 0,0 1 0 15,0-1 0-15,0-2 0 0,0 0 0 0,-3 0 0 16,3 3 0-16,0-3 0 0,-3 0 0 0,0-3 0 15,1 3 28-15,-4 0 2 0,0-2 1 0,-3 2 0 16,3-3-31-16,-3 3 8 0,-3 0-8 0,0-2 0 16,-2 2 0-16,2-3 0 0,-3 0 0 0,0 3 0 15,0-5 0-15,-3 5 8 0,3-3-8 0,-2 1 0 16,2-1-24-16,3 0-8 0,-3 3-2 16,0-2 0-16,0-1 58 0,-2 3 12 0,2-3 3 0,-3 3 0 15,0-2-39-15,0-1 0 0,-2 3 0 0,2-3 0 16,0 1 0-16,0-1 0 0,0 3 0 0,1-2 0 15,-1-1 0-15,3 0 0 0,3 3 0 0,-3-2 0 16,0-1 0-16,-2 3 0 0,2-3 0 0,0 3 0 16,-3 0 0-16,3-2 0 0,-6 2 0 0,4-3 0 15,-1 3 0-15,0 0 0 0,-3 0-11 0,0 0 11 0,1 0 0 16,2 0 0-16,-6 0-8 0,3 0 8 16,-3 0 0-16,4 0 0 0,-4 3 0 0,-3-1-9 15,0-2 9-15,1 3 0 0,-1-3 0 0,0 3 0 0,3-1 0 0,-2-2 0 16,2 0 0-16,3 0 0 0,-3 0 0 0,4 0 0 15,-1 3 0-15,0-3-8 0,0 0 8 0,0 3 0 0,1-1 0 16,-1 1 0-16,3-3 0 0,-3 0 0 0,3 2 0 0,1 1 0 16,2-3 0-16,0 0 0 0,3 3 0 0,0-3-8 15,3 2 8-15,0-2 0 0,1 0 0 0,-1 0 0 16,3 3 0-16,3-3 0 0,-3 0 0 16,3 3 0-16,-3-1 0 0,3-2-8 0,0 3 8 0,0 0 0 15,0-1 0-15,0-2 0 0,1 3 0 16,-1 0 0-16,0-1 0 0,0-2 0 0,0 3 0 0,0 0-8 15,0-1 8-15,3-2 0 0,-3 3 0 0,3-1 0 16,0-2 0-16,-3 3 0 0,3-3 0 0,0 0 0 16,0 3 0-16,0-3 0 0,0 0 0 0,4 0 0 15,2 0 0-15,-6 0 0 0,0 0 0 0,6 0 0 16,-6 0 0-16,3 0 0 0,3 0 0 0,0 0 0 16,-6 0 0-16,6 0 0 0,0 0 0 0,-6-3 0 15,6 3 0-15,-6-3 0 0,6 3 0 0,-3 0 0 16,-3-5 0-16,6 5 0 0,-3-2 0 0,0-4 0 15,0 4-16-15,0-4-5 0,0 1-1 0,0 2 0 16,3-2 22-16,-3-3 0 0,0 3 0 0,0-3 0 16,3 0 0-16,-3-3 0 0,0 1 0 0,3-3 0 15,-3-1 17-15,0 1 8 0,3-3 2 0,0 0 0 16,-3 0-43-16,3-2-9 0,0 2-2 0,-3-2 0 16,3 2 27-16,0 0 0 0,0-3 0 0,-3 1 0 15,3 2 46-15,0-3 14 0,0 1 4 0,0-1 0 16,0 1-103-16,0-1-20 0,-3 1-4 0,3-3-1 0,0-1 103 15,0 1 20-15,0-3 4 0,3 3 1 0,-3-3-52 0,0 3-12 16,3 3 0-16,0-3 0 0,-3 2 0 0,0 3 0 16,3 0 0-16,0-2 0 0,-3 5-16 0,3-3-5 0,0 0-2 15,-3 0 0-15,3 3 37 0,-3-3 7 16,3 3 2-16,0-3 0 0,-3 0-23 0,3 3 0 0,0-6 0 0,-3 3 0 16,3 0 0-16,0-2 0 0,0 2 0 0,-3-3 0 15,3 4 0-15,0 1 0 0,0-2 0 0,0 3 0 16,-3 0-9-16,3 2-7 0,0 1 0 0,-3-3-1 15,0 5 17-15,3 0 0 0,-3 0 0 0,0 2 0 16,0-1 10-16,0 1 6 0,-3 4 0 0,3-4 1 16,0 4-17-16,0 2 0 0,-3-6 0 0,3 6 0 15,-3-2-28-15,3 2-8 0,-3-3-3 0,3 3 0 16,3-3-193-16,0-2-40 0</inkml:trace>
</inkml:ink>
</file>

<file path=ppt/ink/ink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2:42:45.432"/>
    </inkml:context>
    <inkml:brush xml:id="br0">
      <inkml:brushProperty name="width" value="0.05292" units="cm"/>
      <inkml:brushProperty name="height" value="0.05292" units="cm"/>
      <inkml:brushProperty name="color" value="#00B050"/>
    </inkml:brush>
    <inkml:brush xml:id="br1">
      <inkml:brushProperty name="width" value="0.05292" units="cm"/>
      <inkml:brushProperty name="height" value="0.05292" units="cm"/>
      <inkml:brushProperty name="color" value="#FF0000"/>
    </inkml:brush>
    <inkml:context xml:id="ctx1">
      <inkml:inkSource xml:id="inkSrc63">
        <inkml:traceFormat>
          <inkml:channel name="X" type="integer" max="9600" units="cm"/>
          <inkml:channel name="Y" type="integer" max="7200" units="cm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T" name="resolution" value="1" units="1/dev"/>
        </inkml:channelProperties>
      </inkml:inkSource>
      <inkml:timestamp xml:id="ts1" timeString="2022-02-11T22:44:30.169"/>
    </inkml:context>
  </inkml:definitions>
  <inkml:trace contextRef="#ctx0" brushRef="#br0">14757 3270 1920 0,'0'0'0'0,"0"0"0"0,0 0 153 0,0 0 222 16,0 0-183-16,-5 0-154 0,5 0-30 0,-6-2-8 16,0 2 0-16,3 2 52 0,-3-2 10 0,0 3 2 0,0 0 0 15,0 2-52-15,0 0-12 0,-3-2 0 0,0 10 0 16,0-8 0-16,-3 11 0 0,0-5 0 0,0 7 0 16,0-2 24-16,1 0 3 0,-4 5 0 0,3-5 0 15,-3 5-43-15,0-5-9 0,3 3-2 16,-3-1 0-16,0-2 12 0,3 3 3 0,-2-9 0 0,-1 6 0 15,3-3-144 1,0 1-28-16,0-9-5 0</inkml:trace>
  <inkml:trace contextRef="#ctx0" brushRef="#br0" timeOffset="264.811">14335 3315 1637 0,'3'-8'69'0,"-3"3"-55"15,3 0 98-15,3 2 20 0,-3-5 4 0,0 8 1 16,3-5-46-16,0 0-10 0,-3 5-1 0,2-3-1 16,1 6-43-16,3-3-9 0,-3 2-2 0,0 1 0 15,3 2 32 1,-3 3 7-16,0 0 0 0,3 0 1 0,0 5-34 16,0-5-7-16,0 3-2 0,0 2 0 0,0 3-11 15,0-3-3-15,0 3 0 0,-1 0 0 0,1-3-8 16,0 3 0-16,3 3 0 0,-3-9 8 0,3 9-8 0,-3-9 0 0,3 1 0 15,0 5 0-15,-3-8 0 0,3 2 0 0,0-2 0 0,-1 3 0 16,-2-3-76 0,3 0-16-16,0-6-4 0</inkml:trace>
  <inkml:trace contextRef="#ctx0" brushRef="#br0" timeOffset="521.059">14909 3405 1831 0,'0'0'38'0,"0"0"9"16,0 0-38-16,0 0-9 0,0 0 0 0,0 0 0 15,0 0 114-15,0 0 21 0,-3 3 4 0,0 5 1 16,3-3-49-16,0 3-10 0,0 0-1 0,0 3-1 16,0-1-24-16,3-2-5 0,-3 3-1 0,3 5 0 15,0-6-21-15,-3 1-5 0,3 5-1 0,0-6 0 0,0 1-14 16,0 5-8-16,0 0 8 0,-3-6-8 15,3 9 24-15,0-9 0 0,-3 4 0 0,3-1 0 16,-3-3-71-16,0 4-13 0,3-1-4 0,-3-5 0 16,0 5 0-16,3-5 0 0,-3 3 0 0</inkml:trace>
  <inkml:trace contextRef="#ctx0" brushRef="#br0" timeOffset="835.424">15442 3194 2269 0,'0'-3'64'0,"0"-5"15"0,0 3-63 0,0 5-16 0,0-3 0 0,0 3 0 15,0 0 105-15,0 0 19 0,0 0 3 0,0 0 1 16,0 0-52-16,0 0-9 0,0 0-3 0,0 0 0 15,0 0-52-15,-6 3-12 0,0 2 0 0,-3 3 0 16,0 0 0-16,3 5 0 0,-6-5 0 0,4 5 0 16,-1 3 12-16,-3 0 0 0,3-5-1 0,-3 7 0 15,0-2-11-15,-3 5 0 0,0-5 0 0,0 5 8 16,0 1-8-16,1-7 0 0,-1 7 0 0,0-7 0 16,3 1-8-16,-3 0-4 0,0-3-1 0,3 1 0 15,0-4-92-15,0 1-19 0,0-3-3 0</inkml:trace>
  <inkml:trace contextRef="#ctx0" brushRef="#br0" timeOffset="1081.541">15138 3286 2053 0,'-3'-16'58'0,"1"6"13"16,-1 2-57-16,3-3-14 0,-3 3 0 0,3 3 0 0,-3-3 92 0,3 3 16 0,0 5 4 0,0 0 0 15,0 0-30-15,0 0-6 0,0 0 0 0,0 0-1 16,3 0-28-16,3 0-6 0,-1 0-1 0,1 5 0 15,0-5-23-15,3 8-5 0,-3-5 0 0,3 5-1 16,0 2-11-16,0 1 8 0,3-1-8 0,-3 6 8 16,3-5-8-16,-3 5 0 0,3 2 0 0,0-2 0 15,-1 5 0-15,-2-7 0 0,3 9 0 0,0-7 8 16,-3 5-8-16,0-5 0 16,0 0 0-16,0 3 8 0,0-9-87 0,-3 6-17 15,3-3-4-15</inkml:trace>
  <inkml:trace contextRef="#ctx0" brushRef="#br0" timeOffset="1406.631">15481 3485 1824 0,'3'-8'76'0,"0"-3"-60"16,0 1 140-16,0-1 29 0,3 3 6 0,0 0 1 0,3 0-103 15,-4 0-20-15,4 3-4 0,-3 2-1 0,3-5-6 0,0 8-2 16,-3 0 0-16,3 0 0 15,-3 0-33-15,0 0-7 0,0 3-2 0,-3 2 0 16,0 1-14-16,0-1 11 0,0 0-11 0,0 3 10 0,-3 5-10 16,0-7 12-16,-3 4-12 0,0 4 12 15,0-4-12-15,0 1 0 0,0 5 9 0,-3-6-9 16,3 3 0-16,0 1 0 0,-3-1 0 0,3 3 8 0,0-6-8 16,3 1 0-16,0-1-8 0,0 1 8 0,0-3 0 0,3-3-8 15,0 6 8-15,3-8 0 16,0 2 0-16,0-3-8 0,3 1 8 0,0 2 0 0,0-2 0 0,0-3 0 15,3 3 0-15,-1 2 0 0,1-5 0 0,0 0 0 16,3 0 0-16,0 0 8 0,-3 0-22 0,3 0-4 0,-3-5-1 0,0 2 0 16,0 0-139-16,2 3-28 15,-2-2-6-15</inkml:trace>
  <inkml:trace contextRef="#ctx0" brushRef="#br0" timeOffset="1945.995">13695 3913 1854 0,'0'0'78'0,"0"0"-62"16,0 0 100-16,-3-2 21 0,0-4 4 0,3 6 1 15,-3-2-38-15,-3-1-7 0,0 3-1 0,-3 0-1 16,3 0-38-16,-3 3-7 0,0-1-2 0,0 1 0 15,-3 5-20-15,0 0-4 0,1 0 0 0,-7 3-1 16,3 4-13-16,-6-4-2 0,0 8-8 0,0-4 12 16,-2 7-12-16,-1-7 0 0,0 7 0 0,-3-1 0 15,3 3 0-15,0-3 0 0,4 3 0 0,-4-1 0 16,0 4-10-16,0-9-5 0,0 4-1 0,1-1 0 16,2-3-79-16,-3-5-16 0,3 1-3 15</inkml:trace>
  <inkml:trace contextRef="#ctx0" brushRef="#br0" timeOffset="2205.84">13201 4062 2030 0,'3'-19'57'0,"0"1"14"0,0 2-57 16,-3 2-14-16,3 1 0 0,0 3 0 0,0-1 105 0,-3 3 19 0,3 3 3 0,0 0 1 16,-3 5-52-16,0 0-9 0,2-3-3 0,4 3 0 15,-3 0 0-15,3 3 0 0,0 2 0 0,3 0 0 16,-3 3-51-16,3 0-13 0,0 3 0 0,0-1 0 15,0 3 0-15,0-2 0 0,0 2 0 0,3 0 0 16,-3 1 0-16,3 2 0 0,-1-6 0 0,-2 9 0 16,3-3 0-16,3 5 0 0,-6-5 0 0,3 5 0 15,0-3 0-15,0 1 0 0,-3 2 0 16,0-3 0-16,0 1 0 0,-3-3 0 16,-1-3 0-16,1 3 0 15,0-3-151-15,-3-2-33 0,3 2-6 0</inkml:trace>
  <inkml:trace contextRef="#ctx0" brushRef="#br0" timeOffset="3234.463">13597 4331 1314 0,'0'0'37'0,"0"0"8"0,0 0-36 0,3-2-9 16,0-3 0-16,0 2 0 0,-1-2 104 0,1 2 20 0,0-2 3 0,3 2 1 16,-3-2-52-16,3 2-9 0,3-2-3 0,-3 0 0 15,3-1 0-15,-3 4 0 0,3-1 0 16,0-5 0-16,0 3 0 0,0-1 0 0,0 4 0 0,0-4 0 16,-3 4 0-16,3 2 0 0,-3-5 0 0,2 5 0 15,-2 0-51-15,-3 0-13 0,3 0 0 0,-6 0 0 16,0 0 0-16,3 5 0 0,0-3 0 0,-3 6 0 15,0-2 0-15,-3 2 0 0,0 0 0 0,0 0 0 16,0 2-12-16,-3-2-4 0,0 3-2 0,1-3 0 16,-4 2 5-16,3-2 1 0,0 3 0 0,-3-3 0 15,3 0 12-15,-3 2-12 0,3-7 12 0,0 5-12 16,0-3-13-16,3 0-3 16,3-5 0-16,0 6 0 0,0-6 28 0,0 5 0 0,3 0 0 0,3-2 0 15,-3-1 0-15,3-2 0 0,0 3 0 0,0-3 0 16,0 3 0-16,0-3 0 0,0 0 0 0,0 0 0 15,0 0 0-15,2 0 0 0,-2 0 0 0,0 2 0 16,0-2 0-16,0 0 0 0,0 3 0 0,0 0 0 16,-3-3 20-16,-3 0 10 0,3 2 2 0,-3-2 0 15,3 8-19-15,-3-5-3 0,3 2-1 0,-3 1 0 16,-3 1 11-16,3-1 3 0,-3-1 0 0,-3 3 0 0,3 0-23 16,-3 0-13-16,-3-3 1 0,3 3 1 15,0 0 11-15,-2 0 0 0,-1 0 0 0,0 0 0 16,0 2-9-16,0-7-7 0,0 5 0 0,-3-3-1 15,3 1-25-15,0-1-5 0,0-2-1 0</inkml:trace>
  <inkml:trace contextRef="#ctx0" brushRef="#br0" timeOffset="3602.989">14240 4064 2206 0,'5'-2'63'0,"-2"-6"13"16,0 0-61-16,0 2-15 0,0 1 0 0,0 3 0 16,0-4 119-16,0 4 21 0,-3-6 4 0,0 8 0 15,0 0-64-15,3-3-12 0,-3 3-4 0,0 0 0 16,0 0-51-16,0 0-13 0,0 0 0 0,0 0 0 15,-9 0 54-15,3 0 8 0,-3 3 2 0,1 5 0 16,-1-6-64-16,-3 6-20 0,0 3 0 0,-3-1 0 16,3 4 32-16,-3-1 7 0,0 5 1 0,0-2 0 15,-2 5-20-15,-1-2 0 0,0 2 0 0,0 3 0 16,0-3 0-16,-3 3-17 0,3-3 3 0,1 0 1 16,-1 3-31-16,3-8-5 0,-3 0-2 0,3 0 0 0,0-3 26 15,3 0 5-15,3 0 0 0,-3-2 1 16,3-3-189-16,4 0-39 0,-1 0-7 0</inkml:trace>
  <inkml:trace contextRef="#ctx0" brushRef="#br0" timeOffset="3885.412">13856 4154 1824 0,'-3'-24'38'0,"3"14"8"0,0 2-37 0,0 3-9 0,3-3 0 0,0-3 0 16,0 6 132-16,-1-3 24 0,1 5 4 0,0 1 2 15,0-4-54-15,3 4-12 0,-3 2-1 0,3 0-1 16,-3 0-45-16,3 0-9 0,0 0-1 0,0 0-1 16,3 2-11-16,0 4-3 0,0-4 0 0,0 3 0 15,0 3-24-15,0 0 8 0,3 0-8 0,-3 3 0 16,2 5 0-16,1-6 0 0,0 6 0 0,3 3 0 16,-3-6 0-16,0 3 0 0,0 2 0 0,0 1 0 15,-3-6 0-15,0 3 8 0,3 0-8 0,-4 0 0 16,-2-3 9-16,3 0-9 0,-3 3 10 0,0-8-10 15,0 5-16-15,0-2-8 0,3 2-3 0,-6-8 0 16,0 3-218-16,0-2-44 0</inkml:trace>
  <inkml:trace contextRef="#ctx0" brushRef="#br0" timeOffset="4304.804">14418 4321 1846 0,'0'0'78'0,"0"0"-62"16,0 0 115-16,0 0 23 0,0 0 5 0,0 0 1 15,0 0-65-15,0 0-13 0,0 0-2 0,0 0-1 16,0 0-55-16,0 0-10 0,0 0-2 0,-6 5-1 16,0 0-11-16,0-2 0 0,-3 5 0 0,0 0 0 15,0-3 0-15,1 3 0 0,-1 0 0 0,-6 0 0 16,6 0 0-16,-3 0 0 0,3 0 0 0,-3 5 0 15,3-8 53-15,0 3 9 0,0 0 2 0,0 0 0 16,3 0-103-16,0-2-20 0,0 1-4 0,-2 1-1 16,5 0 52-16,0-5 12 0,0 2 0 0,3-5 0 15,0 6 0-15,0-1 0 0,0-5 0 0,3 5 0 16,0 0 0-16,0-2 0 0,3 2 0 0,-1-5 0 16,1 3 48-16,0 2 13 0,3-5 3 0,0 0 0 15,0 0-103-15,3 0-20 0,0 0-4 0,0 0-1 16,0 0 103-16,0 0 20 0,0 0 4 0,0 0 1 15,-1 0-72-15,1-5-15 0,0 5-2 0,0 0-1 16,0 0 10-16,0-3 1 0,0 3 1 0,-3 0 0 16,3 0-37-16,-3 0-7 0,3-5-2 0,-7 2 0 15,1 1-149-15,0-1-31 0</inkml:trace>
  <inkml:trace contextRef="#ctx0" brushRef="#br0" timeOffset="4590.847">14472 4342 2066 0,'-6'-5'43'0,"0"2"10"16,3 0-42-16,-3 1-11 0,6 2 0 0,-3-5 0 0,3 5 96 0,0 0 18 0,0 0 3 0,0 0 1 16,0 0-44-16,0 0-9 0,0 0-1 0,0 0-1 15,0 0-13-15,6 2-2 0,-3 1-1 0,3 2 0 16,-3 3-17-16,0 0-3 0,3-5-1 0,-3 7 0 15,0 1-14-15,0 2-2 0,0-5-1 0,0 3 0 16,0 2 0-16,0 0 0 0,-1 0 0 0,-2 1 0 16,3-1-9-16,-3 5 8 0,0-5-8 0,0 6 8 15,0-3-8-15,0 2 0 0,0 1 9 0,0-1-9 16,0 1 0-16,0-1 8 0,-3 1-8 16,3 0 0-16,-2-4 0 0,2 1 0 0,0 0 0 0,-3 3 0 15,3-9-64-15,0 4-16 0,-3-1-4 16</inkml:trace>
  <inkml:trace contextRef="#ctx0" brushRef="#br0" timeOffset="8376.922">15871 4744 1866 0,'-3'-8'52'0,"3"0"13"15,0 3-52-15,0-3-13 0,0 0 0 0,0 3 0 16,0 0 89-16,-3-1 15 0,3 1 4 0,0 5 0 15,0-5-36-15,0 5-6 0,-3-3-2 0,3 3 0 16,0 0-45-16,0 0-10 0,0 0-1 0,-6 3-8 16,3 5 0-16,-3 0 0 0,0 2-10 0,0 1 10 0,0 5 13 15,0-6 11-15,0 1 1 0,3 5 1 16,0-6-26-16,0 4 8 0,3-1-8 0,0 0 0 16,0-2 0-16,3-1 0 0,3-2 0 0,0 0 0 15,0-3 0-15,3 1 0 0,0-1-8 0,3-2 8 0,0-3-8 16,3 0 8-16,-1 0-10 0,4-3 10 0,0 3 0 15,0-5 0-15,0-1-8 0,0-2 8 16,0 3 9-16,-1-3 5 0,1 3 1 0,-3-8 0 0,-3 2 18 0,0 0 4 0,-3-2 1 16,-3 0 0-16,0 2 2 0,-3-2 1 0,0-3 0 0,-3 3 0 15,0-3-10-15,-3 6-3 0,3-9 0 16,-6 3 0-16,0 3-14 0,0 0-3 0,-3 0-1 0,3-1 0 16,-6 4-10-16,3-1 0 0,-3 3 9 0,0 0-9 15,1 3 0-15,-1 0-10 0,-3 2 1 0,3 0 0 16,0 3-35-16,0 0-6 0,0 3-2 0,3 0 0 15,3-1-144-15,3 4-30 0,0-1-6 0</inkml:trace>
  <inkml:trace contextRef="#ctx0" brushRef="#br0" timeOffset="8734.648">16362 4630 1683 0,'0'0'71'16,"0"0"-57"-1,0 6 122-15,-3-1 25 0,0 3 5 0,0-3 1 16,0 3-73-16,3 0-14 0,-3 0-4 0,0 0 0 16,3 3-34-16,0-6-7 0,-3 6-2 0,3-4 0 15,3 1-15-15,-3 0-3 0,3 0-1 0,0 0 0 16,3 3-3-16,0-3-1 0,0-3 0 0,3 0 0 16,0 3-10-16,0-2-9 0,3-1 9 0,-1 0-13 0,1-2 13 0,3-1 0 0,0-2 0 15,0 3 0-15,0-6 0 0,-3 3 0 0,3-2 0 16,-3-1 0-16,-1-2 32 0,1 0 10 0,-3-1 2 15,6 1 0-15,-6-3-11 0,0 3-1 0,3-3-1 0,-3-3 0 16,-3 3 2-16,3-2 1 0,-3-4 0 0,-3 1 0 16,0 3-7-16,-3-6-2 0,0 3 0 0,0-3 0 15,-3 2-13-15,-3 6-2 0,0-7-1 16,-3 4 0-16,3 3-9 0,-3 0 8 0,-3 3-8 16,3 0 8-16,-3 2-8 0,-3 3-9 15,3-3 9-15,-5 3-13 0,2 3-27 0,-3-3-6 0,0 0-1 0,-3 3 0 31,3 2-108-31,0 0-21 0,1 0-5 0</inkml:trace>
  <inkml:trace contextRef="#ctx0" brushRef="#br0" timeOffset="9683.897">18573 4609 1854 0,'0'0'78'16,"-5"-2"-62"-1,2-1 68-15,-3 0 13 0,6 3 3 0,-6 0 1 16,-3 0-36-16,3 3-7 0,-3 0-2 0,0 2 0 16,0 6-32-16,-3-4-8 0,3 4 0 0,-3 0-1 15,3 2-15-15,-3 0 11 0,3 6-11 0,1-6 10 16,2 3-10-16,0 0 0 0,0-3 0 0,3 3 0 16,0-3 0-16,3 3 0 0,0-6 0 0,3 1 0 0,0 0-12 15,3-3 12-15,3-1-10 0,-1 1 10 0,1-2-16 0,3-1 4 16,0-2 0-16,0 2 0 0,0-5 12 0,0-5 0 15,0 5 0-15,-3-3 0 0,0 0 16 0,0-2 8 0,-3 2 3 0,-3-2 0 16,0 0 24-16,-3-3 5 0,0 0 0 0,-3 0 1 16,0-3-9-16,0 1-1 0,-3-3-1 0,0-1 0 15,-3 4-26-15,3-6-4 0,-3 3-2 16,0-3 0-16,3 0-14 0,-3 0 0 0,3 0 8 16,0-2-8-16,0 4 0 15,3-1 0-15,-3 1 0 0,3 1 0 0,3 3 0 0,0-1 0 0,0 0 0 16,3 3 0-16,0 0-10 0,3 3 10 0,3 0-8 0,-3 0 8 15,3-1-8-15,3 6 8 0,-3-8-8 0,3 8 8 16,0-5 0-16,0 2-10 0,-1 1 10 0,1-1 0 16,3 3-9-16,-3-3 9 0,0 3 0 0,3 0-9 15,0 0 9-15,-3 3 0 0,3 0 0 0,-3 2 0 16,-1 0 0-16,1 3 0 0,0 0 0 0,-3 3 0 16,0 2 0-16,0 0 0 0,0 3 0 0,-3 0 0 15,0 3 0-15,0-4 0 0,0 7 0 0,0-7 0 16,-3 1 0-16,0 3 11 0,0-3-11 0,-3 0 12 15,3-3-3-15,-3 3 0 0,3-3 0 0,-3-2 0 16,0-1-9-16,3 3 0 0,-3-5 0 0,0 3 0 16,0-3 0-16,0 0 0 0,0 0 0 0,0 0 8 15,0 0-8-15,3-3 0 0,-3 0 0 0,3 3 0 16,0-3-104-16,0 6-12 0,0-8-4 0</inkml:trace>
  <inkml:trace contextRef="#ctx0" brushRef="#br0" timeOffset="10311.947">20544 4580 1721 0,'3'-8'72'16,"0"-2"-57"-16,0 4 112 0,0-4 22 0,0 2 5 0,0 0 1 15,-3 5-66-15,3-5-13 0,0 3-2 0,-3 5-1 16,0 0-21-16,0-5-5 0,0 5-1 0,0 0 0 16,0 0-14-16,0 0-4 0,0 0 0 0,0 0 0 15,0 0-11-15,6 5-2 0,-3 3-1 0,0 0 0 16,0 5-6-16,-3 0 0 0,3 3-8 0,-3 5 12 15,3-2-12-15,0 2 8 0,-3 0-8 16,3 3 0-16,0-3 0 0,-3 0 8 0,3-2-8 0,0 5 0 16,-3-11 0-16,2 3 0 0,1 0 0 0,-3-3 0 15,3-2 0-15,0-1 0 0,-3-2 0 0,3 0 0 16,0-3-54 0,0 1-4-16,-3-6-1 0</inkml:trace>
  <inkml:trace contextRef="#ctx0" brushRef="#br0" timeOffset="10566.924">20854 4546 2032 0,'-3'-8'42'0,"0"0"10"0,0 0-41 0,0 0-11 0,0 3 0 0,3-1 0 16,0 6 89-16,0 0 16 0,0 0 3 0,0 0 1 0,0 0-37 0,0 0-8 0,0 0-2 0,0 0 0 15,0 0-21-15,0 6-4 0,0-1-1 0,3 3 0 16,0 3-3-16,-3 2-1 0,3 0 0 0,0 0 0 15,0 3-5 1,-3 3-2-16,3-1 0 0,-3 1 0 16,0-1-17-16,3 1-8 0,-3-1 0 0,0 1 8 0,2-1-8 0,-2-2 0 15,0-3 0-15,0 3 8 0,0-2-8 16,0-1 0-16,0 0 0 0,0-2-11 16,0 2-42-16,0 0-9 0,0-2-2 0</inkml:trace>
  <inkml:trace contextRef="#ctx0" brushRef="#br0" timeOffset="11136.276">22681 4496 1599 0,'0'0'33'0,"0"0"8"0,3-6-33 15,-3 6-8-15,0 0 0 0,0 0 0 0,0 0 95 0,3-8 17 0,-3 8 3 0,0 0 1 16,0 0-39-16,6 0-7 0,-6 0-2 0,3 0 0 16,3 0-12-16,0 3-2 0,-3 2-1 0,0-2 0 15,3 2-10-15,-3 3-3 0,0 5 0 0,0-2 0 16,0 5-11-16,-3 0-2 0,0 5-1 0,3 0 0 16,-3 5-10-16,0-7-3 0,3 5 0 0,-3 0 0 15,0-6-4-15,0 3-1 0,3-5 0 0,-3 3 0 16,3-6-8-16,-3 3 0 0,3-3 0 0,0-2 8 15,0 2-8-15,0-5 0 0,0 2 0 0,3-2 0 16,-3 3-110-16,2-8-21 0,1 2-4 0</inkml:trace>
  <inkml:trace contextRef="#ctx0" brushRef="#br0" timeOffset="11532.334">23074 4638 2204 0,'-3'-8'46'0,"-3"1"10"0,3-1-45 16,0 2-11-16,-3 1 0 0,3 2 0 0,3 3 88 0,-6-2 15 0,6 2 3 0,-6 2 1 16,3 1-43-16,-3 5-9 0,3-3-2 0,-2 8 0 15,2-7-22 1,0 7-5-16,0-2-1 0,0 2 0 0,0 3-11 0,3-3-2 0,0 0-1 0,0 6 0 16,0-9-11-16,0 9 0 0,3-9 0 0,0 6 0 15,0-3 0-15,3-2 0 0,-1 2 0 0,1-2 0 16,0-3 24-16,3 0-1 0,0-3 0 0,0 3 0 15,3 0-23-15,0-8 0 0,3 3 0 0,0-1 0 16,0-2-23 0,0 0-9-16,-1 0-1 0,4-2-1 0,-3 2 34 0,-3-3 0 0,3-2 0 0,0 2 0 15,-3-2 25-15,-3-1 9 16,3-2 2-16,-4 1 0 0,1-1 13 0,-3-3 3 0,3-2 1 16,-3 0 0-16,-3-1-23 0,3-2-5 0,-3 3-1 0,-3-3 0 15,0-2-10-15,0 2-2 0,-3 0-1 0,0 3 0 16,-3 0-11-16,-3-3 0 0,0 5 9 0,-3 1-9 15,-2-4-10-15,-1 6-6 0,-6 0-2 0,0 3 0 16,0 3-98-16,-3-1-19 0,1 3-4 0,-1 3-1 16,-3-1-41-16,0 6-9 0</inkml:trace>
  <inkml:trace contextRef="#ctx0" brushRef="#br0" timeOffset="12696.619">14597 6083 1824 0,'0'0'38'0,"-3"-2"8"0,-3-1-37 0,3 0-9 0,3 3 0 0,-6-2 0 15,0-1 108-15,0 0 19 0,0 3 4 0,-3 0 1 16,3 0-64-16,-3 0-12 0,0 3-2 0,0 0-1 15,0-1-21-15,-3 1-4 0,1 0 0 0,-1 2-1 16,0 0-12-16,-3 3-3 0,3 0 0 0,0 0 0 16,0 2-12-16,0 4 0 0,0-4 0 0,3 6 0 15,1-3 0-15,2 6 0 0,3-3 0 0,0 2 0 32,3 1 0-32,3-3 0 0,-3 0 0 0,6-1-10 0,2-1 2 0,1-4 0 0,3 1 0 15,0-3 0-15,3 0-2 0,0-3 0 0,3-2 0 0,-3-1 0 16,0-2 10-16,-1 0-12 0,1 0 12 0,-3-2-12 15,0-1 12-15,0-2 0 0,-3 2 0 0,0-2 0 16,0 0 46-16,-3-3 11 0,-3 0 3 0,0 0 0 16,0 0 3-16,-3-3 1 0,0 1 0 0,-3-4 0 15,0 4-52-15,0-3-12 0,0-1 0 0,-3 4 0 16,0-3 54-16,0-1 8 0,-3 4 2 0,0-1 0 16,3 1-52-16,-3 2-12 0,0 0 0 0,3 0 0 15,-3 0-10-15,3 2-5 0,-2 1-1 0,-1 0 0 16,3 0-6-16,3-1-2 0,-3 4 0 0,6 2 0 15,0 0-27-15,0 0-5 0,3-6-2 0,3 4 0 16,0-1-34-16,6 0-6 0,-1 3-2 0,1-2 0 16,6-1-14-16,0 1-3 0,0 2-1 0,3-3 0 15,0 0 38-15,-1 1 7 0,4-4 1 0,0 4 1 16,-6-1 55-16,0 3 16 0,0 0 0 0,-6 0 0 0,-1 0 48 16,-2 3 16-16,-3-3 4 0,-6 0 1 15,0 0 47-15,0 0 10 0,0 0 2 0,3 5 0 0,0 0-52 0,-3 3-9 16,-3-3-3-16,3 3 0 0,-3-2-10 0,-3 2-2 0,3 0-1 0,-3 2 0 15,3 1-31-15,0-3-5 0,1 2-2 0,-1 3 0 16,3 1-13-16,0-4 0 0,0 4 0 0,3 1 0 16,2-1 0-16,1-4 0 0,3 3 0 0,0-5 0 15,3 3 0-15,-3-6 0 0,6 1 0 0,-3-1 0 16,0-5 0-16,3 0 0 16,0 0 0-16,-4-3 0 0,4 1 0 0,-3-4 0 0,0 1 0 15,-3-3 0-15,0 3 0 0,0-3 0 0,-3 0 0 0,0-3 0 16,0 3 54-16,0-2 8 0,-3-1 2 0,0 1 0 15,0-1 0-15,-3 0 0 0,0 1 0 0,0-1 0 16,-3 3-52-16,0 0-12 0,-3-2 0 0,3 4 0 16,-3-1 0-16,-3 4 0 0,3-2 0 0,-6 2 0 15,3 0 0-15,-6 3 0 0,3 0 0 0,-3 0 0 16,-5 0-48-16,2 6-13 0,-6-4-3 0,0 4 0 16,0 1-116-16,1 4-23 0,-4 0-5 0</inkml:trace>
  <inkml:trace contextRef="#ctx0" brushRef="#br0" timeOffset="13499.825">14537 8031 2142 0,'-3'-6'60'0,"0"4"15"15,3 2-60-15,-3-6-15 0,3 6 0 0,-6-5 0 16,0 2 81-16,0 1 14 0,0 2 2 0,-2 0 1 16,-1 2-27-16,0 4-6 0,-3-4-1 0,0 6 0 15,0 0-51-15,0 3-13 0,-3-1 0 0,0 4 0 16,0-1 0-16,1-3 0 0,-1 4 0 0,0 2 0 15,3-1 0-15,3 1 0 0,0 0 0 0,0 0 0 16,3 3 0-16,3-1 0 0,3 1 0 0,0-1 0 16,3 1 0-16,3-3-15 0,3-1 3 0,3-1 1 15,0-4-1-15,3-2-1 0,3-3 0 0,-1-2 0 16,1 0 3-16,0-6 1 0,0 0 0 0,0-2 0 16,0-3-18-16,-3 0-3 0,-4-2-1 0,1 2 0 0,-3-3 31 15,-3-2 0-15,0 0 0 0,0 2 0 0,-6-2 45 0,0 0 15 16,0-1 4-16,-6 1 0 0,0 0-64 0,0 0 0 15,0 2-9-15,-3-2 0 0,-2 2 9 0,2-2 12 0,-3 0-2 0,0 0-1 16,3 2-9-16,-3-2 0 0,3 2 0 0,3 1 0 16,0-1 0-16,3 1 0 0,0-1 0 0,3 3 0 15,3-3 0-15,0 3 0 0,0 1 0 16,6-1 0-16,-3 0 0 0,3 0 0 0,3 2 0 16,0-1 0-16,0 1 0 0,0 1 0 0,-1 0 0 0,1 2 0 15,0 0 0-15,3 3 0 0,0 0 0 0,0 0 0 16,0 6 0-16,3-4 0 0,-3 6 0 0,-1 0 0 15,-2 0 21-15,3 3 3 0,0-1 0 0,-3 1 0 16,-3 5 12-16,0-6 4 0,-3 4 0 0,0 1 0 16,0-1-32-16,-3-1-8 0,0 3 0 0,-3-3 0 15,0 3 0-15,0 0 0 0,-3 0 0 0,0 5 0 16,0 0 0-16,-3 3 0 0,3 0 0 0,0 2 0 16,-3-2 0-16,3 0 0 0,-3-1 0 0,3 1 0 15,0-5 0-15,0-1 0 0,0 1 0 0,0-3 0 16,0 0-50-16,3-3-11 0,0 0-3 0,0 0 0 15,3 1-153-15,0-4-31 0</inkml:trace>
  <inkml:trace contextRef="#ctx0" brushRef="#br0" timeOffset="13950.448">14638 9523 2214 0,'-3'-5'46'0,"0"-1"11"16,0 1-45-16,0 2-12 0,3 3 0 0,0 0 0 15,0 0 73-15,0 0 13 0,0 0 2 0,0 0 1 16,0 0-20-16,-5 6-4 0,2 2-1 0,0 2 0 15,3 1 0-15,-3 2 0 0,3 0 0 0,0 6 0 16,0-1-51-16,0-2-13 0,0 0 0 0,0 3 0 16,0-1 0-16,0-2 0 0,0 3 0 0,0-4 0 15,0 1 0-15,-3 0 0 0,3-3 0 0,0 3 0 16,0 0 0-16,0 3 0 0,0-3 0 0,0-1 0 16,0-1-116-16,3-1-25 0,-3-3-6 0</inkml:trace>
  <inkml:trace contextRef="#ctx0" brushRef="#br0" timeOffset="14171.663">14811 9653 1892 0,'0'-14'80'15,"0"1"-64"-15,0 0 129 0,-3 0 27 0,3 2 4 0,-3 3 2 16,3 0-66-16,-3 3-12 0,3 5-4 0,0 0 0 16,0 0-54-16,0 0-11 0,0 0-3 0,-3 8 0 15,-3 0 29-15,3 0 6 0,0 5 1 0,0 0 0 16,0 0-52-16,3 1-12 0,-3-1 0 0,0 0 0 15,3 3 0-15,-3-3 0 0,0 3 9 0,-3 0-9 16,3 3 0-16,0-4 0 0,0 4 8 0,1 2-8 16,-1 3-25-16,0 2-7 15,3 1-2-15,-3 2 0 0,3 0-133 0,-3-3-26 0,3 4-6 0</inkml:trace>
  <inkml:trace contextRef="#ctx0" brushRef="#br0" timeOffset="14697.349">14567 11275 2187 0,'0'0'62'0,"0"0"14"0,0 0-61 0,0 0-15 0,0 0 0 0,0 0 0 16,0 0 72-16,0 0 11 0,0 0 2 0,0 0 1 16,-6 2-18-16,3 4-3 0,-3-1-1 0,6 0 0 15,-3 3 0-15,3 0 0 0,0 0 0 0,0 5 0 16,0-2-51-16,0 2-13 0,0 0 0 0,0 3 0 15,0 3 0-15,0-1 0 0,0 1 0 0,0 2 0 16,0 3 0-16,0-1 0 0,0 4 0 0,0-1 0 16,3-2 8-16,-3 0-8 0,3-3 11 0,0 0-11 15,-3-2 0-15,0-1 0 0,3-2 0 0,-3-3-12 16,0 3 12-16,3-5 0 0,-3 2 0 0,3-2 0 16,-3-1-156-16,0-2-29 0,3-2-6 0</inkml:trace>
  <inkml:trace contextRef="#ctx0" brushRef="#br0" timeOffset="15115.25">14811 11431 2116 0,'0'0'89'0,"-6"-3"-71"16,0 0 110-16,6 3 21 0,-6-2 5 0,0 2 1 15,6 0-64-15,-6 2-13 0,6-2-2 0,-3 6-1 16,-3-1-34-16,3 0-6 0,0 3-2 0,0 0 0 15,3 5-15-15,-3-2-3 0,3 2-1 0,3 3 0 16,-3 0-14-16,3 2 11 0,0-2-11 0,0 0 10 16,0 0-10-16,0 3 0 0,3-3 0 0,0-1 0 15,0-1 0-15,0-4 0 0,3 1 0 0,0-1 0 16,0 1 0-16,0-3 0 0,3 0 0 0,0-3 0 16,-3 0-15-16,2 1 2 0,-2-4 0 0,3-2 0 15,-3 3-9-15,-3-3-2 0,3-3 0 0,0 3 0 16,0-2 24-16,-3-1 0 0,0 0 0 0,3-2 0 15,-3 0 0-15,0 0 0 0,0-1 0 0,-3-2 0 16,0 0 32-16,3 0 10 0,-3-5 2 0,-3 3 1 16,3-4-21-16,-3-1-4 0,0-4 0 0,0 0-1 15,0 1 36-15,-3-1 7 0,0-2 2 0,0 5 0 16,0-2-52-16,0 5-12 0,-3-1 0 0,0 4 0 16,0 2 0-16,0 0 0 0,0 0 0 0,-3 5 0 0,0-2 0 15,0 5 0-15,0-3 0 0,-6 3 0 16,3 0-48-16,-5 3-13 0,-4 2-3 0,0 1 0 15,-3-1-104-15,0 3-20 0,-6 2-5 0</inkml:trace>
  <inkml:trace contextRef="#ctx0" brushRef="#br0" timeOffset="21194.011">20684 5766 2101 0,'3'-8'88'0,"0"0"-70"15,3 0 71-15,-3 3 15 0,0-3 2 0,0 2 1 16,0 1-27-16,-3 5-6 0,3-3-1 0,-3 3 0 0,0 0-29 0,0 0-5 0,0 0-2 0,0 0 0 16,0 0-21-16,0 0-4 0,0 0 0 0,0 8-1 15,0 3-11-15,0-1 8 0,-3 6-8 0,0 3 8 16,0 5-8-16,0-1 0 0,0 7 0 0,0-1 8 15,0-3-8-15,0 3 0 16,0 0 0-16,3 0 0 0,-3 1 0 0,0 1 0 16,3-2 0-16,-3 6 0 0,3-1 0 0,0 1 0 0,3 4 0 0,-3-2 0 15,3-2-13 1,3-6 1-16,-3 0 1 0,3-3 0 16,-3 1-1-16,3-6 0 0,0-2 0 0,-3-1 0 15,3-5-11-15,-3-2-2 0,0 2-1 0,3-5 0 0,-4 0 26 16,1-3 0-16,-3-5 0 0,0 0 0 0,0 0 16 0,0 0 8 0,0 0 1 0,3-2 1 15,0-4-17-15,-3 1-9 0,3 0 10 0,-6-3-10 16,3 0 16-16,-3 0-2 0,-3 0-1 0,1 0 0 16,-1-2 3-16,-3-1 0 0,0 0 0 0,-6 1 0 15,3-1-4-15,0 3-1 0,0-2 0 0,-3 2 0 16,0 2-11-16,3-1 0 0,-2 4 9 0,-4-2-9 16,3 5 0-16,-3 0 0 0,3 2 0 0,-3 1 0 15,3 2 0-15,-3 3 0 0,4 0 0 0,-1 0 0 16,3 3 0-16,3-1-8 0,0 1 8 0,0 2-8 15,3 0 8-15,3-2-8 0,3 2 8 0,0 3-8 16,3-3 8-16,3 3 0 0,0-3 0 0,0 3-8 16,3 0 8-16,3-3-8 0,-3 3 8 0,6-3-8 15,-1 1-8-15,1-4-2 0,0 3 0 0,3-5 0 16,-3 3-37-16,3-3-7 0,0-3-2 0,3 3 0 16,-1-3-204-16</inkml:trace>
  <inkml:trace contextRef="#ctx0" brushRef="#br0" timeOffset="21964.254">20898 7380 1941 0,'0'0'40'0,"0"0"10"0,0 0-40 0,0 0-10 0,3-6 0 0,-3 6 0 15,0 0 105-15,0 0 19 0,0 0 4 0,0 0 1 16,3 6-53-16,3-4-10 0,-3 6-2 0,-3 0-1 15,3 5-27-15,-3 1-4 0,0 2-2 0,3 2 0 16,-3 3-14-16,0 0-2 0,0 1-1 16,0 4 0-16,0-5-13 0,0 3 9 0,0-3-9 15,0 3 8-15,0 0-8 16,0-3 0-16,0 3 0 0,0 0 8 0,-3-1-8 0,3 4 0 16,0-3 0-16,0 2 0 0,-3-2 0 0,3-3 0 15,0 3 0-15,0-6 0 0,0 1-8 0,0-6-8 0,0 3 0 16,0-3-1-16,-3-5 17 0,3 0 0 0,0-3 0 0,0-5 0 15,0 0 0-15,0 0 0 0,0 0 0 0,0 0 0 16,0 0 48-16,-3-5 12 0,0-3 4 0,0 3 0 16,0-3-52-16,-3-3-12 0,0 1 0 0,0-1 0 15,0-2 0-15,-3 2 0 0,1-4 0 0,-4 1 0 16,0 1 25-16,0 0 3 0,-3 2 0 0,0 1 0 16,0 4-17-16,-3 1-3 0,3 0-8 0,-2 2 12 15,-1 3-37-15,3 3-8 0,0 2-2 0,0 3 0 16,3 0 55-16,0 5 12 0,0-2 1 0,3 2 1 15,3 0-34-15,0 3 0 0,1 0 0 0,2 0 0 16,3-3 0-16,-3 3-9 0,3-3 9 0,3 3 0 16,-3-3 0-16,3 1-10 0,2-4 10 0,-2 1 0 15,3-1-10-15,0-2 10 0,0 3-8 0,3-3 8 16,0 0 0-16,0-3 0 0,3 0 0 0,3 1-8 16,0-1-10-16,0-2-2 0,6-3 0 0,-1 2 0 15,1 1-70-15,3-3-14 0,3 0-4 0</inkml:trace>
  <inkml:trace contextRef="#ctx0" brushRef="#br0" timeOffset="22866.642">20761 9317 2245 0,'0'0'47'0,"0"0"10"0,0 0-45 16,6-3-12-16,-6 3 0 0,0 0 0 0,0 0 86 0,0 0 15 0,0 0 3 0,0 0 1 15,0 0-43-15,0 0-9 0,0 0-1 0,3 5-1 16,0 0-23-16,-3 3-5 0,3 0-1 0,-3 3 0 15,-3 0-11-15,3 2-3 0,-3 3 0 0,0 5 0 16,0 0-8-16,0 5 0 0,0 1 0 0,0 5 8 16,-3-6-8-16,3 1 0 0,3-1 0 0,-3 0 0 15,0 1 0-15,0-3 0 0,3-3 0 0,-3 3 0 16,1 0 21-16,-1-1-1 0,3-1 0 0,-3 1 0 16,0 1-20-1,3-3 0-15,-3 3 0 0,3-3 0 0,-3 0 0 0,3-5 0 0,0 3 0 0,-3-6 0 16,3 0 0-16,0-2 0 0,0-3 0 0,0-3 0 15,0 0-8-15,0-5-7 0,0 0-1 0,0 0 0 16,0 0 26-16,0 0 5 0,0 0 1 0,0 0 0 16,0-7-16-16,0-1 0 0,-3-3 0 0,3-2 0 15,-3-3 54-15,0-3 8 0,0 3 2 0,0-5 0 16,-6 5-64-16,3-2 0 0,0 2-14 0,0 0 2 16,-3 3 12-16,0 0 0 0,0 2 0 0,0 3 0 15,0 0 0-15,-3 3 9 0,3 2-9 0,-2 1 0 16,-4-4 8-16,3 6-8 0,-3 3 0 0,0 0 0 15,0-1 0-15,0 4 0 0,0-1 0 0,1 5 0 0,-1 1 0 16,3 2-11-16,0 1 11 0,0 1-10 0,6 1 10 0,-3 5-12 16,3-2 12-16,3 2-12 0,3-2-2 0,0-1-1 0,3 1 0 15,0-3 0-15,3-1 3 0,3-1 1 0,0-4 0 16,0 1 0-16,3-3 11 16,0 0-13-16,2 0 5 0,1-3 8 0,0 0-10 15,0 1 10-15,0-4 0 0,0 1-9 0,3-3 9 0,-3-3-12 16,2 3 12-16,1-5-12 15,0 2-84-15,3-2-16 0,3 0-4 0</inkml:trace>
  <inkml:trace contextRef="#ctx0" brushRef="#br0" timeOffset="23734.981">20904 11074 2019 0,'0'0'57'0,"0"-6"13"0,0 6-56 16,0 0-14-16,3-5 0 0,-3 5 0 0,0 0 106 0,0 0 18 0,0 0 4 0,0 0 1 15,0 0-42-15,0 0-9 0,0 0-2 0,0 0 0 16,0 0-31-16,0 0-6 0,0 8-2 0,0 0 0 16,-3 2-13-16,3 6-4 0,0-3 0 0,-3 9 0 15,0-6-9-15,3 5-3 0,-3-3 0 0,0 3 0 16,0 1-8-16,0-4 0 0,0 1 0 0,0-1 8 15,0 1-8-15,0-1 0 0,0 1 0 0,0 2 8 16,0-3-8-16,-2 1 0 0,2 2 0 0,0 0 0 16,0 0 0-16,0 3 0 0,0-3-10 0,0 1 10 15,3-1-14-15,-3-3 3 0,0-2 1 0,3 0 0 16,-3-3 10-16,3 0 0 0,-3 1 0 0,3-4 0 16,-3-2 0-16,3-3 0 0,-3 3 0 0,3-2 0 15,0-6 0-15,0 0 0 0,0 0 0 0,0 0 0 16,0 0 0-16,0 0 0 0,0 0 0 0,0 0 0 15,0 0 0-15,0 0 0 0,0 0 0 0,-3-8 0 16,0 0 0-16,0-3 0 0,-3 1 0 0,3-1 0 0,-6 1 0 0,3-4 0 16,-3 1 0-16,3 2 0 0,-3-2 49 0,0 3 12 15,0-1 3-15,-3 3 0 0,4 0-52 0,-4 0-12 16,3 3 0-16,0 2 0 16,0 3 0-16,0 0 0 0,0 0 0 0,-3 3 0 0,6 2 0 0,-3 3 0 0,3 0 0 15,0 3 0-15,-3-1 0 0,3 4-16 0,0-4 3 0,3 6 1 16,-2-3 12-16,2 0 0 0,0 3 0 0,0-2-9 15,3-1 0-15,0-3 0 0,0 4 0 0,0-4 0 16,3 1 9-16,-3-1-10 0,6-2 10 0,-4 3-10 16,1-3 10-16,3-3 0 0,0 0-9 0,0 1 9 15,3-4 0-15,0-2 0 0,3 3 0 0,0 0 0 16,0-3 0-16,6-3 0 0,0 0 0 0,-1 3 0 16,1-2 11-16,0-4-3 0,3 4-8 0,3-4 12 15,-6 4-12-15,3-3 0 0,-4-1 8 0,4-2-8 16,-3 3-61-16,0-3-15 0,-3 0-4 15</inkml:trace>
  <inkml:trace contextRef="#ctx0" brushRef="#br0" timeOffset="29090.916">16305 11193 1386 0,'0'0'28'0,"0"0"8"0,0 0-28 0,0 0-8 0,0 0 0 0,0 0 0 31,0 0 111-31,0 0 21 0,0 0 4 0,0 0 0 16,0 0-35-16,0 0-7 0,0 0-2 0,0 0 0 0,0 0-19 0,0 0-4 0,0 0-1 15,0 0 0-15,3 2 4 16,0 4 0-16,0 1 0 0,0 1 0 0,0 3-15 0,-3 0-2 0,0 2-1 16,0 0 0-16,0 3-15 0,0-3-3 0,-3 3-1 0,3 3 0 15,-3-1-15-15,0 1-4 16,3-1 0-16,-3 6 0 0,0-3-8 0,0 6-8 0,0-4 9 0,0 6-9 15,0-2 22-15,3-1-2 0,-3 3 0 16,0-5 0-16,3 0-20 0,0-3-18 16,-3-2 3-16,3-1 1 0,0 1 22 0,0-3 5 0,0-3 1 0,0 3 0 15,0-6-14-15,3 1 0 0,-3 0 0 0,0-1 0 16,0-2 0-16,3 0-12 0,0 0 3 0,0 0 0 31,0-3-27-31,0-2-4 0,3-1-2 0,-3 1 0 0,3-3-123 0,3 0-25 16,-3-3-5-16</inkml:trace>
  <inkml:trace contextRef="#ctx0" brushRef="#br0" timeOffset="30012.059">18523 5596 1337 0,'3'-5'56'0,"-3"5"-44"16,0-5 144-16,0 5 28 0,3-6 7 0,-3 6 1 15,0 0-103-15,0 0-20 0,0 0-4 0,0 0-1 16,0 0 52-16,0 0 9 0,0 0 3 0,0 0 0 15,0 0-52-15,0 8-9 0,3 0-3 0,-3 3 0 16,0-1-51-16,-3 4-13 0,3 2 0 0,-3-1 0 16,3 4 12-16,-3-1-1 0,0 4 0 0,0 1 0 15,0 4-11-15,0-1-16 0,3 3 4 0,-3 1 1 16,3-1 11-16,0-3 0 0,0 1 0 0,0-1 0 16,0-5 0-16,0 3 0 0,0-3 0 0,3 0 0 15,-3-2 14-15,0-3 5 0,3 0 1 0,-3 0 0 16,0-1-20-16,3-1 0 0,0-4 0 0,-3 3 0 15,3-2-22-15,0 0-8 0,0-1-2 0,0 1 0 16,0-3-163-16,0-3-33 0,3 3-6 0</inkml:trace>
  <inkml:trace contextRef="#ctx0" brushRef="#br0" timeOffset="30714.039">18529 7658 1580 0,'0'0'67'0,"0"0"-54"16,0 0 143-16,0 0 29 0,-3-6 6 0,3 6 1 16,0 0-103-16,0 0-20 0,0 0-4 0,0 0-1 15,0 0 0-15,0 0 0 0,0 0 0 0,0 8 0 16,-3 0 0-16,3 0 0 0,0 5 0 0,0 3 0 16,0 0-51-16,0 3-13 0,0 2 0 0,0 5 0 15,-3-2 0-15,3 5 0 0,0 5 0 0,0-2 0 16,0 0 0-16,0-3 0 0,0 0 0 0,0 3 0 15,0-3 18-15,0-2 1 0,0-4 0 0,0 4 0 16,0-1-19-16,0 1 0 0,0-1 0 0,0 1 0 16,0-1 0-16,0 1 0 0,-3-4 0 0,3 1 0 15,0-3 8-15,-3 1-8 0,3-4 0 0,0 1 0 16,-3-1 0-16,3-2-9 0,0 0 1 0,0 0 0 16,0 0-56-16,0-3-10 15,0 0-2-15,3 0-1 0,-3 1-83 0,0-4-17 0,3 3-3 0</inkml:trace>
  <inkml:trace contextRef="#ctx0" brushRef="#br0" timeOffset="31418.533">18505 11232 1545 0,'0'0'32'0,"0"-5"8"0,0 5-32 0,3-5-8 15,-3-1 0-15,0 6 0 16,0-5 103-16,0 5 18 0,3-5 4 0,-3 5 1 0,0 0-30 0,0 0-5 0,0 0-2 0,0 0 0 16,0 0-19-16,0 0-4 0,0 0-1 0,0 0 0 15,0 0-13-15,0 0-2 0,0 0-1 0,0 8 0 16,0 0-9-16,3 0-3 0,-3 2 0 0,0 1 0 15,3 2-11-15,-3 0-2 0,0 3-1 0,3 3 0 16,-3-1-7-16,0 1 0 16,0 2-1-16,0 3 0 0,0-3-3 0,0 3 0 15,0-1 0-15,0 4 0 0,0-1-12 0,0-2 8 16,3 3-8-16,0-1 0 0,-3-2 8 0,3 0-8 0,0-3 0 0,-3 0 0 16,3-2 0-16,-3-1 8 0,3 1-8 15,-3-1 0-15,3-5 0 0,-3 3 0 0,3-2 8 0,-3-1-8 16,3-3 0-16,-3 1 0 0,3-1 8 0,0-2-8 15,-3 0 0-15,3 0 0 0,0 0 0 0,-3-2 0 16,3-1 0-16,0 0-13 0,-3-5 2 0,3 5 1 16,-3-5-42-16,2 6-9 0,1-4-2 0,-3-2 0 15,0 0-157-15,0 0-32 0</inkml:trace>
  <inkml:trace contextRef="#ctx0" brushRef="#br0" timeOffset="32247.08">22791 11081 1337 0,'0'0'56'0,"0"0"-44"16,0 0 132-16,0 0 28 0,0 0 4 0,0 0 2 15,0 0-80 1,0 0-16-16,0 0-3 0,0 0-1 0,0 0 40 0,0 0 8 0,6 3 2 16,-3 0 0-16,0 2-103 0,3 3-25 0,-3 0 0 0,0 5 0 15,0 3 56-15,0 0 7 0,0 2 1 0,-3 4 0 16,0-1-52-16,3 3-12 0,-3-3 0 0,0 3 0 15,-3-1 0-15,3 1 0 0,-3-3 0 0,0 3 0 16,3 0 0-16,-3 2 0 0,0-2 0 0,0 3 0 16,0-1 15-16,3 1 0 0,-3-1 0 0,0 1 0 15,3-6-15-15,-3 0 0 0,3 0 0 0,-3-2 0 16,3-4 0-16,0-1 8 0,-3-1-8 0,3-3 0 16,0 1 0-16,0 0 0 15,0-1 0-15,0-2 0 0,0-3-11 0,3 3-5 0,-3-2 0 0,0-1-1 16,3 0-39-16,-3-5-8 0,0 0-2 15,0 0 0-15,3 6-121 0,-3-6-24 0,6 0-5 16</inkml:trace>
  <inkml:trace contextRef="#ctx0" brushRef="#br0" timeOffset="32969.443">22729 9359 2276 0,'-9'-3'48'0,"0"1"9"0,-3 2-45 0,3-3-12 0,-3 3 0 0,3 3 0 0,0-3 76 0,0 2 14 0,0 1 2 16,-2 5 1-16,2-3-39 0,0 6-8 0,0-1-2 0,0 6 0 15,0 3-24-15,-3 2-6 0,0 0-1 0,3 5 0 16,0 1-13-16,0-1 0 0,0 1 0 0,3 2 0 31,1-3 0-31,-1-2 0 0,3 0 0 0,3 0 0 0,0-3 0 0,3 0 0 16,0-2 0-16,2-1 0 0,1 1-9 15,3-3 9-15,0 0 0 0,3-3-9 0,-3-3 9 16,3 1 0-16,0-3 0 0,0 0 0 16,3-6 0-16,-3 1 0 0,3-3 0 0,-4-3 11 0,4 1 33 0,0-3 8 0,0-3 0 0,0-3 1 15,0 0-42-15,-3 1-11 0,0-1 0 0,0 1 0 16,-1-4 53-16,-2-1 9 0,0 1 2 0,0-2 0 15,-3 1-34-15,0-1-6 0,0-3-2 0,-3 1 0 16,0-1-35-16,0-2-7 0,-3-3-2 0,-3 0 0 16,0 3 49-16,0-3 9 0,-3 1 3 0,-3-1 0 15,0 5-31-15,-3-2-8 0,3 5 0 0,-5-2 0 16,2 7 0-16,-3-2 0 0,3 2-10 16,-6 1 10-1,6 2-32-15,-3 2 1 0,3-2 0 0,-3 3 0 0,4 0-84 16,-1 0-17-16,0-1-3 0</inkml:trace>
  <inkml:trace contextRef="#ctx0" brushRef="#br0" timeOffset="33593.401">22720 7771 1337 0,'0'-2'56'16,"0"-4"-44"0,0 6 130-16,0 0 26 0,0 0 6 0,-3-2 1 15,3 2-75-15,-3 0-16 0,-3-3-2 0,0 6-1 16,0 2-13-16,-3 0-4 0,3 3 0 0,-3 3 0 15,3 2-52-15,-3 3-12 0,0 2 0 0,3 4 0 16,1 1 0-16,-1-1 0 0,0-1 0 0,3 3-9 16,0-6 9-16,3 1 0 0,0-1 8 0,0 1-8 15,3-3 0-15,0-1 0 0,3-1 0 0,-3-1 0 16,5-5 0-16,-2 0 0 0,3 0 0 0,0-3 0 16,0-2 0-16,3-1 0 0,0-2 0 0,3 0 0 15,0-2 0-15,0-4 0 0,3 4 0 0,-4-6 0 16,4 0 56-16,-3-3 6 0,3 1 2 0,-3-4 0 15,0 1 0-15,-3-3 0 0,3 0 0 0,-6-2 0 0,2-1-52 16,-5-4-12-16,3-1 0 0,-3 0 0 0,-3 0 54 16,0 0 8-16,0-2 2 0,-3 2 0 0,-3 3-52 15,-3-3-12-15,0 3 0 0,-3 0 0 16,-3 2 0-16,4 1 0 0,-4 2 0 0,-3 0 0 0,0 0 0 0,0 5 0 0,-3-2 0 16,0 5 0-1,0 0-48-15,1 3-13 0,-1 0-3 0,0 5 0 16,0-3-102-16,0 6-21 0,3-1-4 0</inkml:trace>
  <inkml:trace contextRef="#ctx0" brushRef="#br0" timeOffset="34276.056">22788 5699 1792 0,'0'0'51'0,"-6"3"10"0,0 2-49 15,0-2-12-15,1 2 0 0,-1 1 0 0,0-1 105 0,-3 3 19 0,3 0 3 0,-3 0 1 16,3 0-52-16,-3 2-9 0,0 1-3 0,0 2 0 16,3 3 0-16,-3 0 0 0,3 0 0 0,0 2 0 15,0 1-56-15,0-1-8 0,0-2 0 0,3 5-12 16,0-5 12-16,3 3 0 0,-3-1 0 0,6 1 0 16,-3-3 0-16,3 2 0 0,0-2 0 0,0 0 0 15,3-3 0-15,0-2 0 0,0-1 8 0,3-2-8 16,0 3 0-16,3-6 0 0,0 0 0 0,0 1 0 15,3-4 8-15,0 1-8 0,-1-3 0 0,4 0 0 16,-3-3 55-16,3 1 7 0,-3-1 2 0,0-2 0 16,0-1-52-16,0 1-12 0,0-3 0 0,-1 0 0 15,-2-2 54-15,0-1 8 0,0-2 2 0,0-3 0 16,-3 0-47-16,0-2-9 0,-3-1-8 0,0 1 12 16,0-4-12-16,0-1 0 0,-3-1-12 0,0 0 12 15,0 0 0-15,0 3 0 0,-3-3 0 0,0 3 0 0,-3 3 0 16,0 2 0-16,0 2 0 0,-3 1 0 0,-3 3 0 0,-3-1 0 15,0 0 0-15,-6 3 0 16,3 3-59-16,-6 3-4 0,1-1-1 0,-7-2 0 16,0 5-167-16,-3 2-33 0</inkml:trace>
  <inkml:trace contextRef="#ctx0" brushRef="#br0" timeOffset="34982.492">16612 5861 1824 0,'0'-5'38'0,"-3"-3"8"0,0 2-37 0,3 1-9 0,-3 0 0 0,3 5 0 15,0 0 104-15,0 0 20 0,-6-3 3 16,6 3 1-16,0 0-52 0,-6 3-9 0,0-1-3 0,-3 4 0 15,3 2 0-15,0 5 0 0,0 0 0 0,0 3 0 16,0 3-51-16,3-1-13 0,-3 3 0 0,3 0 0 16,1 1 0-16,-1-1 0 0,3-3 0 0,0 3 0 15,0-5 0-15,3 0 0 0,-1-3 0 0,1 3 0 16,3-5 0-16,0-1 0 0,0-2 0 0,3 0 0 16,0-2 0-16,3-4 0 0,0 1 0 0,0-3 0 15,3-3 0-15,0 1 0 16,0-4 0-16,2-2 0 0,-2 3 54 0,3-3 8 0,-3-2 2 0,0 2 0 15,-3-6-52-15,0 4-12 0,0-3 0 0,-3-1 0 16,-3 1 40-16,-1-3 6 0,-2 3 1 0,-3-6 0 16,0 4-24-16,-5-4-5 0,-1-2-1 0,-3 0 0 15,-3 0-1-15,0 2 0 0,-3-2 0 0,0 0 0 16,0 5-25-16,-3 3-6 0,0 2-1 0,1 0 0 16,-1 6 16-16,0 3 0 0,3-1 0 0,-3 6 0 15,0-1-49-15,3 6-11 0,-2 0-1 0,-1 5-1 16,0 6-133-16,0 2-26 0,-3 3-6 0</inkml:trace>
  <inkml:trace contextRef="#ctx0" brushRef="#br0" timeOffset="35517.638">16338 7620 2135 0,'-12'-18'44'0,"6"13"11"0,3-3-44 0,-3 2-11 0,0-2 0 0,3 3 0 15,-3 0 90-15,0 0 16 0,0 2 3 0,1 0 1 16,5 3-37-16,-6 0-7 0,0 3-2 0,0 0 0 16,0 5-51-16,0-3-13 0,3 5 0 0,0 1 0 15,0 0 0-15,0 2 0 0,0 3 0 0,3-3 0 16,0 3 0-16,3-3 0 0,0 3 0 0,3 0 0 16,0-3 13-16,0 3 0 0,0-3 0 0,3 0 0 15,2 3-13-15,1-5-18 0,3 2 4 0,0 0 1 16,0-2 13-16,6-1 0 0,-3-2 12 0,0-2-12 15,2-1 0-15,-2-5 0 0,3 0 0 0,-3 0 0 0,0-5 0 16,-3-1 0-16,0 1 8 0,-1-3-8 16,-2 0 14-16,-3-2-1 0,3-1 0 0,-3 0 0 0,-3 1 25 15,3-1 5-15,-6-2 1 0,0 0 0 0,-3-3-4 16,0 0 0-16,0 0 0 0,-3-2 0 16,-3-1-12-16,0 1-2 0,0-1-1 0,-3 1 0 0,-3-1-25 0,0 1 0 15,0-1 0-15,-5 3 0 16,2 3 12-16,-3 0 0 0,-3 5 0 0,0 0 0 0,0 3-12 0,-2 2 0 0,2 0-12 15,-3 6 12 1,3 2-64-16,0 0-4 0,3 6-2 0,1 2 0 16,-1 1-58-16,0-1-12 0,3 3-3 0</inkml:trace>
  <inkml:trace contextRef="#ctx0" brushRef="#br0" timeOffset="36132.788">16418 9168 1744 0,'-17'14'36'0,"11"-9"8"0,0 0-35 16,0 3-9-16,0 0 0 0,0 0 0 0,-3 3 75 0,3-1 13 0,0 1 2 0,-3-1 1 15,3 4-25-15,0-1-5 0,3 3-1 0,-6 0 0 16,6-3-20-16,-3 3-5 0,0-3-1 0,3 3 0 16,0 2-16-16,0 1-3 0,0 2-1 0,0 0 0 15,3-2-14-15,0 4 0 16,3-1 8-16,-3-1-8 0,6 0 0 0,-3-2 0 0,3-1 0 16,3-2 0-16,-3 0 0 0,3 0 0 0,3-3 0 0,-3 0 0 15,6-2 0-15,-3-3 0 0,3 0 0 0,0 0 0 16,-1-3 0-16,1 0 0 0,0 0 0 0,3-2 0 15,-3-3 14-15,0 0 0 0,0-3 0 0,-3 1 0 16,-1-4 14-16,1 1 4 0,0-3 0 0,0 0 0 16,-3 0-2-16,3-2 0 0,-3-1 0 0,-3-2 0 15,3 0 26-15,-3-6 6 0,0 1 1 0,0-3 0 16,0-3-17-16,-3 0-3 0,0-3-1 0,0 1 0 16,-3 2-10-16,0-2-3 0,-3 5 0 0,0-3 0 15,-3 3-13-15,0-1-2 0,0 4-1 0,-3-3 0 16,0 5-13-16,-3 0 9 0,0 3-9 0,-3-1 8 15,-6 9-8-15,-2 0-11 0,-1 2 3 0,-6 6 0 16,-6 2-116-16,-2 3-22 0,-4 5-5 0</inkml:trace>
  <inkml:trace contextRef="#ctx0" brushRef="#br0" timeOffset="38330.211">18460 9613 2030 0,'-6'0'57'0,"-3"0"14"16,4 0-57-16,-4 0-14 0,0 3 0 0,0-1 0 15,0-2 54-15,0 3 8 0,0-1 2 0,-3 1 0 16,0 2 0-16,0-2 0 0,3 2 0 0,-3 1 0 16,3-1-52-16,-2 3-12 0,2-3 0 0,0 6 0 0,0-1 0 15,0 1 0-15,0 2 0 0,0 0 0 0,3 1 0 0,0 2 0 0,0-3 0 0,3 3 0 16,0-1 0-16,3 1 0 0,3 0 0 0,-3 0 0 15,6 0 0 1,-3-3 0-16,6 0 0 0,-3 1 0 0,6-1 0 16,-3-3 0-16,3-2 0 0,3-2 0 0,-1-1 0 0,4-2 0 15,0-1 0-15,3-2 0 0,0-2 8 0,0-4 0 16,0-2-8-16,-1 0 12 0,1 1-12 0,0-4-8 0,-3 0 8 0,0-2-13 16,0 3 61-16,-4-4 13 0,1 1 3 15,-3 0 0-15,0 0-52 0,-3-1-12 0,0 4 0 0,0-3 0 16,-3 2 54-16,0-2 8 0,-3 2 2 0,-3-2 0 15,0 2-24-15,0-2-4 0,-3 0 0 0,-3 2-1 16,0-2-16-16,0 3-3 0,-3-4-1 0,-3 4 0 16,0-1-3-16,0 3-1 0,-5-2 0 0,-1 4 0 15,0 1-11-15,-6 0 0 0,0 5-12 0,-3 0 12 16,4 0-52 0,-4 2-2-16,-3 1-1 0,0 5 0 15,0-3-161-15,-2 3-32 0</inkml:trace>
  <inkml:trace contextRef="#ctx0" brushRef="#br0" timeOffset="55328.137">21032 11447 1257 0,'0'0'58'0,"0"0"-58"0,0 0 0 0,0 0 0 0,0 0 0 16,0 0 68-16,0 0 6 0,0 0 2 0,0 0 0 15,6-3-18-15,-3 3-3 0,3 0-1 0,-3-3 0 16,3 3-8-16,0-2-2 0,-3-1 0 0,3 3 0 15,0 0-11-15,0-3-2 0,0 3-1 0,0-2 0 16,0 2-17-16,3-3-3 0,-3 3-1 0,2-3 0 16,-2 3-1-16,3-2 0 0,-3 2 0 0,3 0 0 15,-3-3-8-15,3 3 0 0,-3 0 0 0,0 0 0 16,3 0-17-16,-3 0-6 0,3 0-1 0,-3 0 0 16,0 0-52-16,0 0-10 0,-6 0-2 0</inkml:trace>
  <inkml:trace contextRef="#ctx0" brushRef="#br0" timeOffset="55682.65">21083 11555 1523 0,'0'0'32'0,"0"0"7"0,0 0-31 0,0 0-8 0,0 0 0 0,0 0 0 16,0 0 94-16,0 0 18 0,0 0 3 0,0 0 1 16,0 0-72-16,0 0-13 0,0 0-3 0,0 0-1 15,0 0 29-15,0 0 7 0,0 0 1 0,0 0 0 16,0 0-27-16,6 3-5 0,0-1 0 0,-3-2-1 15,3 3-50-15,0-3-9 0,-3 0-3 0,5 3 0 16,-5-1 31-16,3-2 0 0,0 0 0 0,3 3 0 16,-3-3 20-16,0 0 9 0,3 0 3 0,-3 0 0 15,3 0-58-15,-3-3-11 0,3 3-3 0,0-2 0 16,3-1-156-16,0 0-31 0</inkml:trace>
  <inkml:trace contextRef="#ctx0" brushRef="#br0" timeOffset="56028.914">21464 11354 1501 0,'0'0'63'0,"0"0"-51"16,0 0 110-16,0 0 22 0,0 0 4 0,0 0 0 16,0 0-37-16,0 0-8 0,0 0-2 0,0 0 0 15,0 0-41-15,0 0-8 0,0 0-1 0,0 0-1 16,-3 5-18-16,3 1-4 0,0 2-1 0,-3-3 0 16,3 3-10-16,0 2-1 0,0-2-1 0,-3 0 0 15,3 3-15-15,0 2 8 0,-3-2-8 0,3 2 0 16,0 3 8-16,-3-3-8 0,3 5 0 0,0-2 9 15,0 0-9-15,0 0 0 0,0 3 0 0,0-4 8 16,0-1-8-16,3-1 0 0,-3 0 0 0,3 0 0 16,0-5-24-16,-3 3 0 0,3-6 0 0</inkml:trace>
  <inkml:trace contextRef="#ctx0" brushRef="#br0" timeOffset="66747.573">16064 10854 1386 0,'-21'8'64'0,"21"-8"-56"0,-3 2-8 0,3-2 0 0,-6 3 0 15,6-3 98-15,0 0 18 0,-6 5 4 0,6-5 1 16,0 0-31-16,0 0-6 0,0 0-2 0,0 0 0 16,0 0-40-16,0 0-8 0,0 0-2 0,0 0 0 15,0 0-13-15,0 0-3 0,6 3-1 0,0 0 0 16,0-1 3-16,0 1 1 0,3 0 0 0,-3-3 0 16,6 2-1-16,-3-2 0 0,6 0 0 0,-3 0 0 15,0 3-2-15,0-3 0 0,2 0 0 0,1 0 0 16,0 0-4-16,0 0 0 0,3 0-1 0,0 0 0 15,3 0-11-15,0 0 10 0,-1 0-10 0,4 0 10 16,-3-3-10-16,6 3 0 0,-3 0 0 0,2-2 8 16,-2 2-8-16,3 0 0 0,-3 0 0 0,3 0 0 15,-4 2 0-15,1-2-19 0,0 0 3 0,0 3 1 16,0 0 26-16,2-1 5 0,1 1 0 0,0 0 1 16,0-3-17-16,0 0 0 0,2 0 0 0,1 0 0 0,-3 0 0 0,0 0 8 15,0 0-8-15,-1 0 0 0,1 0 9 0,0 0-9 0,-3 0 0 16,2 0 9-16,1 0-9 0,0 0 0 0,3-3 9 15,-3 3-9-15,2-3 0 0,1 3 9 0,-3-2-9 16,3-1 0-16,-6 0 9 0,-1 3-9 0,1 0 0 0,-3-2 9 16,3 2 0-16,0-3 0 0,-1 3 0 0,4 0 0 15,0-3-9-15,0 3 0 0,0-2 9 16,2-1-9-16,-2 0 0 0,6-2 9 0,-3 2-9 0,-1 1 0 16,-2-1 8-16,3 1-8 0,-3-1 0 0,0 0 0 15,-1 3 8-15,4-2-8 0,0-1 0 0,3 0 0 16,-1-2 8-16,-2 2-8 0,3 1 9 0,-3-1-9 15,2 0 9-15,-5 1-9 0,3-1 8 0,-3-2-8 16,0 2 0-16,2 3 0 0,-2-2 0 0,3-1 0 16,0 0 0-16,-4 1 0 0,4-1 0 0,3 0 0 15,-6 1 0-15,2-1 8 0,1 0-8 0,-3 1 0 16,0-1 0-16,-3 3 0 0,2 0 0 0,1-3 0 16,0 3 0-16,-3-2 0 0,6 2 8 0,-4-3-8 15,4 3 0-15,-3-2 0 0,6 2 0 0,-4-3 8 16,-2 3-8-16,3 0 0 0,0-3 0 0,-3 3 0 15,-1 0 0-15,4 0 0 0,-3 0 0 0,3 0 0 16,-4 3 0-16,7-3 0 0,-3 0 0 0,3 0 0 16,-1 3 0-16,-2-3 0 0,3 0 0 0,0 0 0 15,-4 0 0-15,1 2 0 0,-3-2 0 0,3 3 0 16,3-3 0-16,-1 0 0 0,1 2 0 0,3-2 0 16,-1 3 0-16,1-3 0 0,0 0 0 0,-3 3 0 15,2-3 0-15,-5 2 0 0,3 1 0 0,0-3 0 0,-1 3 0 16,1-1 0-16,3 1 0 0,2-3 0 15,-2 0 0-15,-3 3 0 0,3-3 0 0,-1 0 0 0,-2 2 0 0,0-2 0 0,0 3 0 16,-1-3 0 0,1 3 0-16,3-3 0 0,-3 2 0 0,5-2 0 0,-5 0 0 0,3 0 0 15,-1 0 0-15,-2 0 0 0,0 0 0 0,0 0 8 16,-1 3-8-16,1-3 0 0,0 0 0 0,3 0 0 0,-4-3 8 0,4 3-8 16,0-2 0-16,-3 2 0 0,2-3 0 0,-2 3 0 15,0-3 0-15,-3 3 0 0,2 0 0 0,-2 0 0 16,3-2 0-16,-3 2 0 0,5-3 0 15,-2 3 0-15,0 0 0 0,-1-3 0 0,1 3 0 0,-3 0 8 16,3 0-8-16,-6 0 0 0,2 0 0 0,1 0 0 16,0 0 0-16,0 0 0 0,-1 0 0 0,4 3 0 15,0-3 0-15,0 0 0 0,-1 0 0 0,-2 3 0 16,0-3 0-16,-3 0 0 16,2 0 0-16,-2 2 0 0,3-2 0 0,-3 0 0 0,3 3 0 0,-1-3 0 15,1 3 0-15,3-3 0 0,-3 0 0 0,2 0 0 16,-2 0 0-16,3 0 0 0,-6 0 0 0,2 0 0 15,1 2 0-15,-6-2 0 0,3 3 0 0,-3-3 0 16,-1 2 0-16,4-2 0 0,0 3 0 0,-3-3 0 16,3 3 0-16,-4-3 0 0,1 0 0 0,0 2 0 15,0-2 0-15,-3 3 0 0,-1-3 0 0,1 0 0 16,-3 3 0-16,0-1 0 0,-3-2 0 0,3 3 0 0,-3 0 0 16,0-3 0-16,-4 2 0 0,4-2 0 0,0 3 0 0,0 0 8 0,0-1-8 15,0-2 0-15,0 3 0 16,0-3 0-16,-1 0 0 0,1 3 0 0,0-1 0 15,3-2 0-15,-3 0 0 0,0 3 0 0,3-3 9 0,-3 0-9 0,2 0 10 16,-2 0-10-16,3 2 13 0,-3-2-3 0,0 3-1 0,0 0 0 16,0-1-9-16,-3-2 12 0,0 3-12 0,-1 0 12 15,1-1-4-15,-3-2-8 0,3 3 12 16,-3 0-4-16,0-1 0 0,3 1 0 0,-3 0 0 16,0-1 0-1,-3 4 0-15,3-4 0 0,-3 1 0 0,3-1 0 0,-3 1 4 0,0 0 0 0,-1-1 0 0,1 1 0 16,0 0 0-16,-3-1 0 0,3 1 0 0,-6-3 0 15,6 5 0-15,-3-2 0 0,3 2 0 0,-3-2 0 16,0 2-12-16,0-2 12 0,3 2-12 0,-6-5 12 16,3 5-12-16,3-2 8 0,-3 2-8 0,0 1 8 15,-3-6-8-15,3 8 8 0,0-1-8 0,-3-1 8 16,3 2-8-16,0 0 0 0,-3-3 0 0,3 3 8 16,-3 2-8-16,0-2 0 0,0 0 9 0,0 6-9 15,-3-4 0-15,0 3 0 0,3 1 0 0,-3-1 8 16,0 3-8-16,0 0 0 0,0-1 0 0,0 1 0 15,0 0 0-15,0 0 0 0,3 0 0 0,-3 0 0 16,0-3 0-16,0 0 0 0,3 1 0 0,-3-1 0 16,3 0 0-16,0-2 0 0,0 4 0 0,0-1 0 15,0-1 0-15,0 0 0 0,0 0 0 0,0 1 0 16,0 1 0-16,0 1 0 0,0 0 0 0,-3 3 0 16,3-3 0-16,0 2 0 0,0 1-9 0,0 2 9 15,0-3 0-15,0-2 0 0,0 3 0 0,0-1 0 0,0-2 0 16,0 0 0-16,0-3 0 0,0 3 0 15,0-3 0-15,-3-2 0 0,3 2 0 0,0-2 0 0,-3-1 0 0,3 4 0 16,0-4 0-16,-3 1 0 0,3-1 0 0,-3 1 0 0,3 0 0 16,-3-4 0-16,0 4 0 0,3 0 0 0,-3-1 0 0,3 1 0 15,-3-3 0-15,0 2 0 0,3 1 0 0,-3-1 0 16,3 1 0-16,-3-3 0 0,3 3 0 0,-3-1 0 16,3-2 0-16,-3 0 0 0,1 3 0 0,2-1 0 15,-3-2 0-15,0 0 0 0,0 0 0 0,0 0 0 16,0 0 0-16,0 0 0 0,0-3 8 0,0 0-8 15,0 3 0-15,0-2 0 0,-3-4 0 0,3 4 0 16,-3-1 0-16,3-2 0 0,3-3 0 0,-9 5 0 16,3-3 8-16,0 1-8 0,0 0 0 0,0-1 8 15,0-2-8-15,-3 0 0 0,3 3 0 0,-3 0 0 16,0-3 0-16,-2 2 0 0,2-2 8 0,-3 3-8 16,0-3 0-16,-3 3 0 0,3-1 0 0,-6 1 0 15,3-3 0-15,-3 5 0 0,1-2 8 0,-1 0-8 16,-3-1 0-16,3 1 0 0,-3-1 0 0,0-2 8 15,0 3-8-15,1 0 0 0,-1-1 0 0,0-2 0 16,0 3 0-16,0 0 0 0,0-1 8 0,-2-2-8 16,-1 3 0-16,0 0 0 0,-3-1 0 0,-3 1 8 15,1 0-8-15,2-1 12 0,-3 1-12 0,-3-1 12 16,4-2-4-16,2 3-8 0,-3-3 12 0,0 3-4 0,1-1-8 16,-4 1 12-16,3-3-12 0,-6 5 12 15,1-2-12-15,-1-3 10 0,-3 5-10 0,3-2 10 0,1 0-10 16,-1-1 12-16,3 1-12 0,1 0 12 0,-4-1-4 15,0 1-8-15,0-1 12 0,-2 1-4 0,2-3-8 0,0 0 0 16,-5 3 0-16,5-3 8 0,0 2-8 0,3-2 0 0,1 0 0 0,-1 3 8 16,0-3-8-16,0 0 8 0,1 0-8 15,-1 0 8-15,0 0-8 0,0 0 0 16,4 0 0-16,-4 0 8 16,3 3-8-16,0-3 0 0,4 2 0 0,-4-2 0 15,3 0 0-15,0 0 0 0,0 0 8 0,-2 0-8 0,2 3 0 0,-3-3 0 0,0 0 0 0,-2 3 0 16,5-3 0-16,-3 0 0 0,0 2 0 0,1-2 0 15,2 0 0-15,0 3 0 0,3-3 0 0,-3 3 0 16,1-3 0-16,-4 0 0 0,3 0 8 0,-3 2-8 16,-2-2 0-16,5 0 0 0,-3 0 0 0,3 0 0 15,-3 3 0-15,7-3 8 0,-4 3-8 0,0-3 0 16,3 2 8-16,0-2-8 0,1 3 0 0,-1-1 8 16,-3-2-8-16,0 0 0 0,0 3 0 0,-2-3 0 15,2 0 0-15,-3 3 0 0,0-3 8 0,1 2-8 16,2 1 0-16,0 0 0 0,3-1 0 0,-3-2 0 15,1 3 0-15,-1 0 0 0,3-3 0 0,-3 0 0 16,0 2 0-16,1-2 0 0,-4 0 0 0,3 0 0 16,-3 3 0-16,3-3 0 0,-2 3 0 0,2-1 0 15,0-2 0-15,3 5 0 0,1-2 0 0,-4 0 0 16,3-1 0-16,-3-2 0 0,3 3 0 0,-2 0 0 16,-4-3 0-16,0 2 0 0,3-2 0 0,-6 3 0 15,7 0 0-15,-4-1 0 0,3 1 0 0,-3 0 0 0,7-1 0 16,-4 1 0-16,3 0 0 0,-3-1 0 15,0 1 0-15,1-1 0 0,-4-2 0 0,0 3 0 16,0-3 0-16,1 3 0 0,-1-3 0 0,0 2 0 0,0 1 0 0,3 0 0 0,1-3 0 0,-1 2 0 16,3 1 0-16,-3 0 0 0,-3-1 0 0,4 1 0 15,-1 0 0-15,-3-3 0 0,0 2 0 16,1 1 0 0,-1-3 0-16,0 3 0 0,-3-1 0 0,4 1 0 0,-1-3 0 0,3 2 0 0,0-2 0 0,0 3 0 15,1 0 0-15,-1-3 0 0,-3 2 0 0,0-2 0 16,1 3 0-16,-1-3 0 0,0 3 0 15,-3-3 0-15,4 0 13 0,2 2-2 0,0-2-1 0,-3 0 0 16,3 0-10-16,4 0-16 0,-4 0 4 0,0 0 1 16,0 0 11-16,3 0 0 0,-2 0 0 0,-4 0 0 15,3 0 0-15,0 0 0 16,3 0 0-16,-2 0 0 0,2-2 0 0,0 2 16 16,3-3-4-16,-3 3-1 0,4-3-11 0,-1 3-16 0,0-2 4 0,0 2 1 15,0-3 11-15,0 0 0 0,-2 1 0 0,-1 2 0 16,3-3 0-16,-3 1 0 0,0-1 0 0,0-2 0 15,1 2 0-15,2 0 0 0,-3 1 0 0,3-1 0 16,0 0 0-16,0 1 16 0,4 2-4 0,-1-3-1 16,-3 0-11-16,3 1-16 0,-3-4 4 0,3 4 1 15,-2-1 11-15,2 1 0 0,-3-1 0 0,-3 0 0 16,3 1 0-16,0-1 0 0,1 0 0 0,-1 3 0 16,0-2 0-16,0 2 0 0,3 0 0 0,-3-3 0 15,0 3 0-15,4-3 0 0,-1 3 0 0,0 0 0 0,0 0 0 16,3 0 0-16,-3-2 0 0,3 2 0 0,-2 0 0 0,-1-3 0 15,0 0 0-15,-3 1 0 0,0-1 0 0,3 3 0 16,-3-3 0-16,4 3 0 0,-4 0 0 0,3 0 0 16,0 0 0-16,0 0 0 0,0 0 0 0,0 0 0 15,4 0 0-15,-4 0 0 0,0 0 0 16,3 3 0-16,0-3 0 0,3 0 0 0,-3 3 0 0,0-3 0 16,1 2 0-16,-1-2 0 15,0 0 0-15,0 3 0 0,0-3 0 0,-3 3 0 0,3-3 9 0,0 0 1 0,0 0 0 0,1 2 0 16,-1-2-19-16,3 0-4 0,0 3-1 0,-3-3 0 15,6 3 14-15,-3-3 0 0,0 0 0 0,3 2 0 16,0-2 0-16,1 0 18 0,2 0-2 0,0 0-1 16,-3 0-15-16,3 0-12 0,0 0 3 0,0-2 0 15,6 2 1-15,-3 0 0 0,3 0 0 0,-6-3 0 16,6 3 8-16,0 0 0 0,-3-3 0 0,-3 1 0 16,6 2 0-16,-3-6-10 0,3 1 10 0,-3 0 0 15,3 0 0-15,-3-1 0 0,3 1 0 0,0 0 0 16,0-3 0-16,3 2 0 0,-3-1 0 0,0 1 0 15,3-2 0-15,-3 0 0 0,0 0-12 0,0 0 12 16,3-2 0-16,-3-1 0 0,0 3 0 0,3-2 0 16,-3-1 0-16,0 1 0 0,3-1 0 0,-3 0 0 15,0-2 0-15,3 0 0 0,-3-3 0 0,0 3 0 16,3-3 8-16,-3-3-8 0,0 1 0 0,0-1 0 16,3 1 20-16,-3-3-1 0,3 0-1 0,0 2 0 15,-3 1-18-15,3-1-17 0,0 0 3 0,0 1 1 16,0-1 13-16,0 4 0 0,0-1 0 0,0 0 0 15,0 0 9-15,0 0 2 0,3 0 0 0,-3 0 0 16,-3-2-11-16,2-1 8 0,1 1-8 0,0-1 8 0,0 1-8 0,0-3 12 0,0-1-12 16,0 4 12-16,-3-1-4 15,3-2 0-15,-3 5 0 0,3-2 0 0,-3 2 0 0,0 0 0 16,0 0 0-16,3 3 0 16,-3 0-8-16,0-1 12 0,0 1-12 0,3 0 12 0,-3 0 16 0,0 0 4 0,3-1 1 0,0 1 0 15,-3 0-33-15,3-3 0 0,0 0 0 16,0 0 0-16,0-2 0 0,0-1 0 0,0 1 0 0,-3-4 0 15,3 7 0-15,3-4 0 0,-3 3 0 0,0 0 0 16,0 0 0-16,-3 3 0 0,3 3 0 0,-3-1 0 16,3 0 0-16,-3 4 0 0,0-4 0 0,0 6 0 15,0-3 0-15,0 2 0 0,0 1 0 0,-3 2 0 16,0-2 0-16,3 3 0 0,-3-4 0 0,0 4 0 16,0-4-20-16,3 6-10 15,-3-2-2-15,0-1-1 0,3 0 7 0,-3 1 2 0,3-4 0 0,0 6 0 16,-3-2-89-16,3-4-18 0,0 1-3 0,0 0-1 15,6 0-45-15,-3-1-10 0</inkml:trace>
  <inkml:trace contextRef="#ctx0" brushRef="#br1" timeOffset="79303.165">20910 6205 1568 0,'0'0'32'0,"0"0"9"0,0 0-33 0,0 0-8 0,0 0 0 0,0 0 0 16,0 0 108-16,3-3 20 0,-3 3 4 15,0 0 1 1,0 0-37-16,3-2-7 0,-3 2-1 0,0 0-1 16,0 0-27-16,3-3-4 0,0 0-2 0,3 3 0 0,-3-2-18 0,3 2-3 0,-3 0-1 0,3 0 0 15,0 0-16-15,0 0-4 0,0 0-1 0,0 0 0 16,0 0-11-16,3-3 0 0,-1 3 9 0,1-3-9 15,0 3 0-15,0-2 0 0,0 2 0 0,3-3 0 16,-3 3-9-16,0-3-7 0,0 3 0 0,-3 0-1 16,3 0-47-1,-3 0-10-15,-3 3-2 0,-3-3 0 0,0 0-147 16,0 0-29-16,0 0-7 0</inkml:trace>
  <inkml:trace contextRef="#ctx0" brushRef="#br1" timeOffset="79541.837">20949 6297 1836 0,'0'0'52'0,"0"0"12"16,0 0-52-16,0 0-12 0,0 0 0 0,0 0 0 16,6-2 84-16,-6 2 13 0,6 0 3 0,-3-3 1 15,3 3-37-15,0-2-8 0,-3 2-2 0,3 0 0 16,-1-3-18-16,-2 3-3 0,3 0-1 0,0-3 0 0,3 3-12 15,-3-2-4-15,0 2 0 0,3 0 0 16,-3-3-8-16,3 3-8 0,0 0 9 0,-3-3-9 0,3 3 0 0,0-2 0 0,0-1-11 16,0 0 11-1,0 1-140-15,2-1-20 0,-2 0-4 0</inkml:trace>
  <inkml:trace contextRef="#ctx0" brushRef="#br1" timeOffset="79850.631">21276 6120 1758 0,'3'-5'50'0,"-3"5"10"0,3-3-48 0,-3 3-12 0,3-5 0 0,-3 5 0 15,3-3 100-15,-3 3 18 0,3-2 3 0,-3 2 1 16,0 0-30-16,0 0-5 0,0 0-2 0,0 0 0 16,0 0-23-16,0 0-5 0,0 0-1 0,0 0 0 15,0 0-16-15,0 0-3 0,3 0-1 0,-3 0 0 16,0 0-5-16,0 0-2 0,0 0 0 0,3 5 0 15,-3-5-10-15,3 5-3 0,-3 1 0 0,3-1 0 16,-3 0-5-16,0 3-2 0,3-3 0 0,-3 3 0 16,-3 3-9-16,3-1 10 0,0 1-10 0,-3 0 10 15,0 2-10-15,3 0 0 0,0 0 0 0,-3 1 0 16,3-1 0-16,-3 3 0 0,3-3 8 0,-3 0-8 16,3 0 0-16,-3 1 0 0,3-4 0 0,0 1 0 15,0-1-26-15,0 1-7 0,0-3-2 0,0 2 0 16,0-2-169-16,3 0-33 0</inkml:trace>
  <inkml:trace contextRef="#ctx0" brushRef="#br1" timeOffset="80487.329">21139 7792 1821 0,'0'0'52'0,"0"0"11"0,0 0-51 0,0 0-12 0,0 0 0 0,0 0 0 16,0 0 84-16,0 0 13 0,0 0 3 0,0 0 1 15,0 0-28-15,3-2-5 0,3-1-2 0,-3 1 0 16,3-1-22-16,3 0-5 0,-3 1-1 0,3-1 0 16,0 0-6-16,0 3 0 0,3-2-1 0,-3-1 0 15,3 3-13-15,-1 0-2 0,-2-3-1 0,3 3 0 16,-3 0-15-16,3-2 8 0,-3 2-8 0,0 0 0 16,0 0 0-16,0 0 0 0,3 0 0 0,-6 0 0 15,0 0-22 1,0 0-10-16,0 0-3 0,-6 0 0 0,0 0-45 0,0 0-10 0,0 0-2 0</inkml:trace>
  <inkml:trace contextRef="#ctx0" brushRef="#br1" timeOffset="80723.632">21148 7912 1554 0,'0'0'32'0,"0"0"8"0,0 0-32 16,0 0-8-16,0 0 0 0,3 0 0 16,3-3 96-16,0 3 17 0,0-3 4 0,0 3 1 15,0 0-39-15,0-2-8 0,0 2-2 0,0-3 0 16,0 3-21-16,3-3-5 0,0 3-1 0,0-2 0 16,-3-1-26-16,2 3-6 0,1-3-1 0,0 1 0 0,0-1-9 0,0 3 0 0,3-3 0 0,-3 1 0 31,0-1-20-31,3 0-8 0,0-2-3 0</inkml:trace>
  <inkml:trace contextRef="#ctx0" brushRef="#br1" timeOffset="81048.117">21523 7671 1645 0,'0'0'69'0,"0"0"-55"15,0 0 110-15,0 0 21 0,0 0 5 0,0 0 1 16,0 0-45-16,0 0-9 0,0 0-1 0,0 0-1 16,0 0-35-16,0 0-6 0,0 0-2 0,0 0 0 15,6 0-12-15,-6 0-4 0,3 5 0 0,3-2 0 16,-3 2-10-16,0 0-2 0,0 1-1 0,0-1 0 16,-3 0-8-16,3 3-2 0,-3-3 0 0,0 3 0 15,3 0-5-15,-3 3 0 0,0-3-8 0,-3 2 12 16,3 1-12-16,0 2 0 0,-3 0 8 0,3 1-8 15,0-1 0-15,-3 3 0 0,3-3 0 0,-3 5 0 16,3-4 0-16,0-1 0 0,-3 0 0 0,3 0 0 16,-3 1-20-16,3-4-9 0,0-2-3 0,0 3 0 15,0-1-139-15,0-2-28 0,0 0-5 0</inkml:trace>
  <inkml:trace contextRef="#ctx0" brushRef="#br1" timeOffset="85197.685">18166 5435 1200 0,'0'0'51'16,"0"0"-41"-1,0 0 62-15,0 0 12 0,0 0 2 0,0 0 1 16,0 0-14-16,0 0-2 0,0 0-1 0,0 0 0 16,0 0-30-16,0 0-7 0,0 0-1 0,6 0 0 15,0 0-3-15,0-5-1 0,-1 5 0 0,4-3 0 16,0 3-6-16,0 0-2 0,3 0 0 0,0 0 0 0,0 0-4 16,3 0 0-16,0 0-1 0,0 0 0 0,3 0-3 15,-1 0-1-15,1 0 0 0,3 0 0 16,0 0-11-16,0 3 10 0,0-3-10 0,-1 5 10 0,1-5-10 15,0 0 0-15,3 0 0 0,0-5 0 0,0 5 0 0,-1-3 0 16,4 0 0-16,0 3 0 0,0-2 0 0,2-1 0 0,1 3 0 16,0-3 0-16,0 3 0 0,-3 0 0 0,2 0 0 15,-2 0 8-15,0 0-8 16,0-2 0-16,-3-1 0 0,2 3 0 0,1-3 0 0,0 1 0 0,0-1 0 0,2 3 0 16,1-3 0-16,-3 3 0 0,3 0 0 0,2-2 0 15,-2 2 0-15,-3 0 0 0,3 0 0 0,0 0 0 16,-1 0 0-16,-2 0 0 0,3-8 0 0,0 8 0 15,-1-3 0-15,4 3 0 0,0-2 9 0,0 2-9 16,-4 0 8-16,4 0-8 0,-3 0 8 0,3 0-8 16,-4-3 0-16,-2 3 0 0,3-3 0 0,-3 3 8 15,3-2-8-15,-1-1 0 0,4 0 0 0,-3 3 8 16,3 0-8-16,-4 0 0 0,-2 0 0 0,3 3 8 16,0-3-8-16,-4 0 0 0,-2 0 0 0,3 0 8 15,3 0-8-15,-3 0 0 0,-1-3 0 0,1 3 0 16,3 0 0-16,0 0 0 0,-1 0 0 0,1 0 0 15,-3 3 0-15,0-3 8 0,0 3-8 0,-1-1 0 16,1-2 0-16,-3 3 0 0,0-3 0 0,0 0 0 16,-1 0 0-16,1 0 0 0,0 0 0 0,0 3 0 15,3-3 0-15,-4 2 9 0,4-2-9 0,0 3 0 16,-3-3 11-16,0 3-11 0,-3 2 10 0,2-5-10 16,-2 0 0-16,0 2 0 0,0-2 0 0,0 3 0 15,0-3 0-15,-4 0 8 0,4 0-8 0,0 0 0 16,-3 0 0-16,3 0 0 0,-3 0 0 0,2 0 0 15,1 0 8-15,-3 3-8 0,-3-3 0 0,3 2 0 0,-3-2 10 0,3 0-10 16,-3 3 10-16,-1-3-10 0,1 3 12 0,-3-1-4 0,0 1-8 16,0-3 12-16,0 3-12 0,0-1 8 0,0-2-8 0,0 3 0 15,0-3 10-15,-4 0-10 16,1 3 10-16,0 2-10 0,0-5 13 0,-3 0-3 0,3 0-1 0,0 3 0 16,0-3-9-16,0 2 12 0,0 1-12 0,-3-1 12 15,3-2-12-15,0 0 10 0,0 3-10 0,0-3 10 16,-1 3 1-16,-2-1 0 0,3 1 0 0,-3 0 0 15,3-1 1-15,-3 1 1 0,3 0 0 0,-3-1 0 16,0 1-2-16,3 0-1 0,0-1 0 0,-3 4 0 16,0-4-2-16,0 1-8 0,0-1 12 0,0 1-4 15,0 2 0-15,-3-2 0 0,3 0 0 0,-1-1 0 16,1 4 1-16,-3-4 0 0,3 4 0 0,0-4 0 16,0 3-9-16,-3-2 12 0,3 2-12 0,-3 1 12 15,0-4-12-15,3 4 8 0,-3-1-8 0,0 0 8 16,0 1-8-16,0-4 8 0,0 6-8 0,0-5 8 15,0-1-8-15,0 4 0 0,0 2 0 0,0-3 0 16,0 0 8-16,-3 3-8 0,3-3 12 0,-3 3-4 16,0-2 1-16,0-1 0 0,0 3 0 0,0-3 0 15,0 0-1-15,-3 3 0 0,3-2 0 0,0 2 0 16,-3 0-8-16,3-3 0 0,0 0 0 0,-3 3 0 0,3-3 8 0,0 3 0 0,-3 0 0 16,3 0 0-16,0 3-8 0,-3-3 0 15,3 0 0-15,0 2 0 0,-3 1 0 0,3 2 0 0,-3-2 0 0,0-1 0 16,3 3 0-16,-3 1 0 0,0-1 0 0,3 0 0 15,-3 0 0-15,0 1 0 0,3-1 0 0,-3 0 0 16,3 0 0-16,-3 1 0 0,3-1 0 0,-3 0 0 16,3-2 0-16,-3 2 0 0,3-3 0 15,-3 4 0-15,3-4 0 16,0 1 0-16,0-1 0 0,-3 1 0 0,3 0 0 0,0-3 0 0,-3 2 8 0,3-2-8 16,0 3 9-16,-3-1-9 0,3 1 10 15,0 2-10-15,-3-2 12 0,3 2-4 0,0 0-8 0,-3 3 12 16,0 0-12-16,3 0 11 0,0 0-11 0,-3 2 10 15,3-2-10-15,0 2 10 0,-3-2-10 0,0 0 10 16,3 0-10-16,0 0 8 0,-3 0-8 0,3-3 8 16,0 3-8-16,0-3 0 0,0 0 0 0,0 1 8 15,0-1 0-15,3-3 0 0,-3 1 0 0,0 2 0 16,0-2-8-16,3 2 10 0,-3 0-10 0,0 1 10 16,3-1-10-16,-3 3 8 0,3-3-8 0,-3 5 8 15,3-2-8-15,0 0 0 0,0 0 9 0,-3 3-9 16,3-4 0-16,0 1 0 0,-3 0 0 0,3 0 8 15,0 0-8-15,-3-3 0 0,3 3 0 0,0-3 0 16,-3 1 0-16,3-1 0 0,-3-3 0 0,3 4 8 16,-3-4 0-16,0 1 0 0,0-1 0 0,0 1 0 15,0-1-8-15,0 1 0 0,0 0 0 0,0-3 0 16,0 2 0-16,0 1 0 0,0 2 0 0,0-2 8 16,0 2-8-16,-3 0 0 0,3 0 8 0,0 0-8 15,0 1 0-15,-3 2 8 0,3-3-8 0,0 3 0 0,0 0 0 16,0-3 0-16,0 3 0 0,0 0 8 0,0-3-8 15,-3 0 0-15,3 3 0 0,0-3 0 16,-3 0 0-16,3 1 0 0,0-4 0 0,0 3 0 0,0-2 0 0,-3 2 0 0,3-2 0 0,0-1 0 16,0 4 0-16,0-4 0 0,0 1 0 15,0-1 0-15,0 4 0 16,0-1 0-16,0 0 0 0,0 0 0 0,0 3 0 0,0-3 0 0,0 3 0 0,0 3 0 16,0-3 0-16,0 2 0 0,0-2 0 0,0 3 8 15,0-4-8-15,0 1 0 0,0 0 0 0,3 0 0 16,-3 0 0-16,0-3 0 0,3 3 0 0,-3-3 8 15,0 1-8-15,0-4 0 0,0 3 0 0,0-2 0 16,3 2 0-16,-3-2 0 0,0-1 0 0,0 4 8 16,3-4-8-16,-3 3 0 0,0-2 8 15,0 2-8-15,0 0 0 0,0 3 8 0,0-2-8 0,0 1 0 16,3-1 0-16,-3 1 9 0,0 1-9 0,0 0 0 16,0-3 8-16,0 1-8 0,0 2 0 0,0-6 0 15,0 3 9-15,0 1-9 0,0-4 0 0,0 3 9 16,0-2-9-16,0 0 0 0,0 2 0 0,0-3 8 15,0-2-8-15,-3 3 0 0,3-3 0 0,0 2 0 16,0-2 0-16,-3 0 0 0,3 3 8 0,0-3-8 16,0 0 0-16,0 0 0 0,0 0 0 0,0 2 8 15,0-2-8-15,-3 3 0 0,3-3 0 0,0 5 0 16,0-2 0-16,-3-1 0 0,3 3 0 0,0 1 0 16,0-1 0-16,-3 0 0 0,3 0 0 0,0 3 0 0,0-3 0 0,-3 1 0 15,3-1 8-15,0 3-8 0,0-3 0 0,-3-2 0 0,3 2 0 0,0-3 0 16,0 1 0-16,0 0 0 0,0-1 0 0,0 1 0 15,0-3 0-15,-3 2 0 0,3-2 0 0,0 0 0 16,0 0 0-16,-3-3 0 0,3 3 0 0,0-2 0 16,0-1 8-1,-3 0-8-15,3-5 0 0,-3 5 8 0,3 1-8 0,0-6 0 16,-3 5 9-16,3-5-9 0,-3 5 9 16,0 1-9-16,3-6 12 0,-6 5-12 0,3-2 12 0,-2-1-12 0,5-2 12 15,-9 3-12-15,3-3 12 0,-3 2-4 0,3-2 0 0,-3 0-8 16,-3 3 11-16,3-3-11 0,0 0 10 0,-3 3-10 15,0-3 10-15,0 2-10 0,-3-2 10 0,4 0-10 16,-4 0 8-16,3 0-8 0,0 0 0 0,-3 0 0 16,3 0 0-16,-3 0 8 0,3 0-8 0,-3 0 0 15,1 0 0-15,-1-2 0 0,-3-1 0 0,0 0 0 16,-3 1 0-16,3-1 8 0,-3 1-8 0,1-1 0 16,-4 0 0-16,0 3 0 0,-3-2 0 0,3-1 0 15,-2 3 0-15,2 0 0 0,0-3 8 0,-3 3-8 16,0-2 0-16,4 2 0 0,-4-6 0 0,-3 4 0 15,0-1 0-15,0 3 0 0,-2-3 0 0,-1 1 0 16,-3 2 0-16,3-3 8 0,1 3-8 0,-1 0 0 16,0 0 0-16,3 0 0 0,-2 0 8 0,-1-3-8 15,0 3 0-15,-2 0 0 0,-1-2 0 0,-3-1 0 16,3 3 0-16,4 0 0 0,-1 0 0 0,-3 0 0 16,3 0 0-16,4 0 0 0,-1 0 0 0,-3 0 0 15,3-2 0-15,-2 2 0 0,-1 0 0 0,0 0 0 0,3 0 0 16,1 0 0-16,-4 0 0 0,3 0 0 15,3 0 0-15,1 0 0 0,-4 0 0 0,3-3 0 16,0 3 8-16,-3-3-8 0,4 3 0 0,-4 0 9 16,0 0-9-16,0 0 0 0,1 0 0 0,-1 0 0 0,3 0 0 0,0 0 0 0,0 3 0 15,1-3 0 1,-1 3 0-16,3-3 0 0,0 0 0 0,-3 0 0 16,4 0 0-16,-4 0 0 0,0 0 0 0,0 0 0 0,-2 2 0 0,2-2 0 0,0 0 0 15,0 3 0-15,3-1 0 0,1-2 0 0,-1 3 0 16,0 0 0-16,3-1 0 0,-3-2 0 0,3 3 0 15,1-3 0-15,-1 0 0 0,-3 0 0 0,3 0 0 16,-3 0 0-16,0 3 0 0,1-3 0 0,-1 2 0 0,3-2 0 16,-3 3 0-16,3 0 0 0,1-3 0 15,-1 2 0-15,0 1 0 0,3 0 0 0,3-3 0 0,-3 2 0 16,3 1 0-16,-2 0 0 0,2-1 0 0,0-2 0 16,0 0 0-16,-3 3 0 0,3-3 0 0,-3 0 0 15,0 0 0-15,4 0 0 0,-4 0 0 0,0 0 0 16,0 2 0-16,0-2 0 0,0 3 0 0,0-3 0 15,1 3 0-15,-1-1 0 0,3 1 0 0,-3 0 0 16,3-1 0-16,0 1 0 0,3 0 0 0,-3-1 0 16,3-2 0-16,1 3 0 0,-1 0 0 0,0-1 0 15,-3-2 0-15,3 0 0 0,0 3 0 0,0-3 0 16,0 0 0-16,3 0 0 0,-3 0 0 0,0 2 0 16,4-2 0-16,-4 0 0 0,0 0 0 0,0 0 0 0,3 0 0 15,-3 0 0-15,3 0 0 0,-3 0 0 16,3 3 0-16,0-3 0 0,0 0 0 0,3 0 0 0,-3 0 0 0,1 0 0 0,2 0 0 0,0-3 0 15,0 3 0-15,3 0 0 0,3 0 0 0,-6-2 0 16,0-1 0-16,6 3 0 0,-6-2 0 0,3 2 0 16,3 0 0-16,-6-6 0 15,3 1 0-15,0 0 0 16,0-1 0-16,0 1 0 0,0-3 0 0,0 3 0 16,0 0 0-16,3-3 0 0,-3-3 0 0,0 3 0 0,3-2 0 15,-3-1 0-15,0 0 0 0,3-2 0 0,-3 0 0 0,0-3 0 0,3 0 8 0,-3-2-8 16,0-1 0-16,0-5 0 0,3 0 0 0,-3 1 0 15,3-1 0-15,0-3 0 0,0 4 8 0,0-4-8 16,0 3 0-16,0 0 0 0,0 3 0 0,0-2 0 16,3-1 0-16,-3 0 0 0,0-3 0 0,3-2 0 15,0-2 0 1,0-4 0-16,0 1 0 0,0-1 0 0,0 4 0 0,3-1 0 0,-3 5 0 0,3-4 0 16,-3 4 0-16,3-2 0 0,-3 3 0 0,0-3 0 15,3-3 0-15,-3-3 0 0,3 1 0 0,-3-3 0 16,3 3 0-16,0-1 0 0,-3 3 0 0,3 1 0 15,0 2 0-15,0 2 0 0,-1 1 0 0,1-4 0 16,0 1 0-16,0 0 0 0,0-5 0 0,0 2 0 16,0-2 0-16,0 2 0 0,0-2 0 0,0 2 0 15,0 3 0-15,0 2 0 0,0 1 0 0,-3 2 0 16,3-2 0-16,0 2 0 0,-3-3 0 0,3 1 0 16,-3-1 0-16,3-2 0 0,-3-3 0 0,3 3 0 15,-3 0 0-15,0 3 0 0,0-1 0 0,-1 1 0 16,1 2 0-16,-3 0 0 0,3 3 0 0,0 0 0 15,-3 0 0-15,3 2 0 0,0-2 0 0,-3-3 0 16,3 0 0-16,-3 1 0 0,3-1 0 0,-3-3 0 16,3 4 0-16,-3-1 0 0,0-3 0 0,3 3 0 15,-3 3 0-15,0 3 0 0,0-1 0 0,0 1 0 0,0-1 0 16,0 3 0-16,0 0 0 0,0 1 0 0,0-4 0 0,0 3 0 0,0 0 0 0,0 0 0 16,0-2 0-16,0 2 0 0,0-3 0 0,0 1 0 15,0 2 0-15,0-5 0 0,0 2 0 0,3 1 0 16,-3-1 0-16,0 3 0 0,3-2 0 0,-3 2 0 15,0 0 0-15,3 3 0 0,-3 0 0 0,0 2 0 16,3 1 0-16,-3-1 0 0,0 0 0 0,0 1 0 16,3-1 0-16,-3 1 0 0,0 2 0 15,3-3 0-15,-3 1 0 0,0 2 0 16,3-3 0-16,0 0 0 0,-3 1 0 0,3-1 0 0,-3 1 0 0,3 2 0 16,-3-3-8-16,0 3 8 0,3-2 0 0,-3 2 0 15,0-3 0-15,3 1 0 0,-3-1 0 0,3 3 0 16,-3-3 0-16,3 4 0 0,-3-4 0 0,3 3 0 15,0 0-8-15,-3 0 8 0,3 0 0 0,0 3 0 16,-3 0 0-16,3-1 0 0,0 1 0 0,-3 0 0 16,3 2 0-16,0-2 0 0,0 2 0 0,-3 0 0 15,3 1-10-15,-3 2 10 0,6-5 0 0,-3 2-9 16,0 3-6-16,3-3-1 0,0 1 0 0,-1-1 0 16,1 0-116-16,3 1-23 0,0-1-5 0</inkml:trace>
  <inkml:trace contextRef="#ctx0" brushRef="#br1" timeOffset="98374.314">18996 12203 1824 0,'0'0'76'16,"0"0"-60"-1,0 0 38-15,0 0 8 0,0 0 2 0,0 0 0 16,-3 8 0-16,-3 0 0 0,0 3 0 0,0 5 0 15,-6 5-16-15,1 3-2 0,-1 5-1 0,-6 5 0 16,0 1-28-16,-3 2-5 0,0 5-2 0,-3 3 0 16,4-3 4-16,-1 6 1 0,-3 0 0 0,6 4 0 15,0-4-15-15,3 0 9 0,0 2-9 0,4 0 8 16,2-5-8-16,-3 0-14 0,6-2 3 0,-3 2 1 16,6-3 10-16,-3-2 0 0,3-1 0 0,0-2 0 15,0-8 0-15,3 0 0 0,3-5 0 0,-3-3 0 16,0-2-10-16,3 0 0 0,0-4 0 0,-3-4 0 15,3-3-190-15,0-3-37 0</inkml:trace>
  <inkml:trace contextRef="#ctx0" brushRef="#br1" timeOffset="98823.034">18398 13227 1743 0,'0'0'49'0,"6"-2"11"15,-3 2-48-15,3 0-12 0,0 0 0 0,0 0 0 16,0 2 72-16,0 1 11 0,0 0 2 0,-1-1 1 16,4 4-19-16,0 2-4 0,0-3-1 0,0 5 0 15,0 1-4-15,3 0-1 0,-3-1 0 0,0 3 0 16,0 1-57-16,0-1-19 0,0 0 0 0,0 0 0 16,-3 3 19-16,-1-3 0 0,4 3 0 0,-3 0 9 0,3-3 5 15,-3 1 1-15,0-1 0 0,3 0 0 0,-3-2-15 0,0-1 0 0,3 1 0 16,0-3 0-16,0 0 0 0,0-3 0 0,0 0 0 0,0-2 0 15,6-3 35-15,-4 0 4 0,4-3 1 0,0 1 0 16,0-4-13-16,3-2-3 0,3 0 0 0,-3 1 0 16,2-4-5-16,1 0-2 15,0-2 0-15,3 0 0 0,-3-3-27 0,0 0-6 16,-4-2 0-16,4-1-1 16,0-2-89-16,3 0-18 0,0 0-3 0</inkml:trace>
  <inkml:trace contextRef="#ctx0" brushRef="#br1" timeOffset="101413.155">20005 13365 2030 0,'0'0'57'0,"0"0"14"0,0 0-57 0,0 0-14 0,0 0 0 0,0 0 0 15,0 0 88-15,0 0 14 0,0 0 3 0,0 0 1 16,-6 3-35-16,-3-1-7 0,3 4-2 0,-3-1 0 16,1 0-30-16,-7 3-7 0,3 3-1 0,-3-1 0 15,-3 6-24-15,0 0 0 0,0 2 0 0,-6 6 0 16,4 3 0-16,-4 2 0 0,0 3 0 0,-3-1 0 0,0 1 0 15,-2 0 0-15,2-3 0 0,-3 3 0 16,3-6-24-16,3 1-9 0,1-1-3 0,-1 1 0 16,0-6-44-16,6 3-10 0,0-1-2 0,0-4 0 15,4-3-87-15,-1-3-17 0</inkml:trace>
  <inkml:trace contextRef="#ctx0" brushRef="#br1" timeOffset="101673.439">19586 13614 1963 0,'2'-16'40'0,"1"3"12"0,0-1-42 0,0 4-10 0,0-3 0 0,-3 5 0 16,0 0 75-16,3 2 13 0,-3 4 2 0,0 2 1 15,0 0-22-15,0 0-4 0,0 0-1 0,0 0 0 16,0 0 3-16,0 0 0 0,6 2 0 0,-3 6 0 16,3 3-56-16,3 2-11 0,-3 0 0 0,3 3 0 15,0 0 46-15,0 3 14 0,3-1 4 0,-3 1 0 16,3 2-64-16,0-5-18 0,-3 2-1 0,2 1 0 15,1-1 19-15,-3 1 0 0,3-1 0 0,-3 1 0 16,3-3-35-16,-3 0-9 0,0 2-3 16,0-2 0-1,0-3-13-15,0 3-4 0,-3-3 0 0,3 1 0 0,-4-4-102 0,4 1-21 0,-3-3-4 16</inkml:trace>
  <inkml:trace contextRef="#ctx0" brushRef="#br1" timeOffset="102089.81">19949 13931 1579 0,'6'-13'32'0,"-6"8"10"0,3-1-34 15,-3-2-8-15,3 0 0 0,-3 1 0 0,3-1 152 0,0 2 28 0,0-2 5 16,-1 0 2-16,1 3-95 0,0 0-18 0,3 0-4 0,0-1-1 16,0 1-4-16,3 0-1 0,-3 2 0 0,3-2 0 15,3 2 0-15,-3 0-1 0,3 1 0 0,0 2 0 16,0-3-50-16,0 3-13 0,-1 0 0 0,-2 3 0 16,3-3 0-16,-3 5 0 0,0-2 0 0,-3 2 0 15,0 0 0-15,0 1 0 0,0-1 0 0,-3 0 0 16,0 3 0-16,0-3 0 0,0 3 0 0,-3 0 0 31,0 0-22-31,-3 0-10 0,3 0-1 0,-3 3-1 16,-3-3-8-16,3 2-2 0,0-2 0 0,-3 0 0 15,3 0 14-15,-3 0 2 0,3 0 1 0,0-3 0 0,3-5 17 0,0 0 10 0,-3 6-12 0,3-6 12 16,0 0-12-16,3 2 4 0,3 1 8 0,-3-1-13 16,3-2 13-16,3-2 0 0,0-1 0 0,0 1 0 15,0-1 15-15,0-2-1 0,0 2 0 0,3-2 0 16,-4 2 19-16,1 0 4 0,0 1 1 0,-3-1 0 15,3 3-30-15,-3 0-8 0,3 3 0 0,-9-3 0 16,3 5 32-16,0 3 6 0,-3 0 1 0,0 2 0 16,0 1-19-16,-3 2-3 0,-3 0-1 0,-3 1 0 15,3-1-5-15,-3 0-2 0,-3 3 0 0,1 0 0 16,-1-3-9-16,0 0-14 0,-3 1 3 0,0-1 1 16,-3 3-16-16,3-6-3 0,-3 4-1 0,0-1 0 15,4 0-34-15,-4-2-8 0,3-3 0 0</inkml:trace>
  <inkml:trace contextRef="#ctx0" brushRef="#br1" timeOffset="102566.739">21086 13540 1824 0,'0'0'38'0,"0"0"8"16,-3-6-37-16,3 4-9 0,-3-4 0 0,3 6 0 16,0 0 115-16,0 0 21 0,0 0 4 0,-6-2 0 15,6 2-71-15,-6 0-14 0,0 0-3 0,-3 2-1 16,0 6 10-16,0 0 3 0,0 0 0 0,-3 5 0 15,0 1 0-15,-2 4 0 0,2 1 0 0,-6 4 0 16,0-1-74-16,-3 1-14 0,-3 1-4 0,0 3 0 16,-2-3 10-16,2 2 2 0,-3-2 0 0,3 2 0 15,0 1-4-15,1-3 0 0,-1 2 0 0,0-2 0 16,3-3-59-16,3 0-12 0,0 0-2 0,1-5-1 16,-1 0-106-16,3-3-20 0</inkml:trace>
  <inkml:trace contextRef="#ctx0" brushRef="#br1" timeOffset="102806.67">20615 13606 2236 0,'3'-11'64'0,"0"3"12"0,-3 0-60 0,3 0-16 0,0 6 0 0,0-4 0 16,-3 6 62-16,0 0 10 0,3-2 1 0,-3 2 1 15,6 2-9-15,0 4-1 0,0 2-1 0,0 2 0 16,0 1-51-16,3 5-12 0,3 0 0 0,-3 5 0 15,3-5 0-15,0 5 0 0,0-3 0 0,2 1 0 16,-2 2 30-16,3-5 3 0,0 2 1 0,3 1 0 16,-3 2-34-16,3-2 0 0,-3-1 0 0,2 1 0 15,-2-4-20-15,3 4-12 0,-3-3-1 0,0 0-1 16,0-3-141-16,-3 0-28 0,3-2-5 16</inkml:trace>
  <inkml:trace contextRef="#ctx0" brushRef="#br1" timeOffset="103215.496">21386 13833 1824 0,'0'0'76'0,"0"0"-60"16,0 0 116-16,0 0 24 0,0 0 5 0,0 0 1 15,0 0-66-15,0 0-12 0,0 0-4 0,0 0 0 16,-6 6-32-16,3-1-6 0,-3 0-2 0,1 0 0 15,-1 1-16-15,-3-1-4 0,0 0-1 0,-3 3 0 16,0 0-10-16,-3 0-1 0,3-3-8 0,-3 6 12 16,0 0-12-16,-3-1 8 0,1 3-8 0,-1-2 0 15,3 2 0-15,0 0 0 16,-3 3 0-16,3-2 0 0,0-1 13 0,3-3-3 0,1 4-1 16,2-4 0-16,0 1-9 0,3-1 0 0,0-2 0 15,0 0 0-15,3 0-21 0,3 0-7 16,-3-3 0-16,3 1-1 0,3-1 13 0,0-2 4 0,0 2 0 0,3-2 0 15,3 2-9-15,0-2-2 0,0 2 0 0,2-5 0 16,4 2 23-16,-3-2 12 0,3 0-2 0,0 0 0 16,-3-2-10-16,3 2-14 0,3 0 3 0,-3-3 1 15,-1 1 10-15,-2-4 0 0,3 4 0 0,-3-1 0 16,0 0-17-16,-3 1-2 0,3-4 0 0,0 4 0 16,-6-4-41-16,3 4-8 0,-3-4-1 0,0 1-1 15,-3 3-130-15,0-4-25 0,0 1-6 16</inkml:trace>
  <inkml:trace contextRef="#ctx0" brushRef="#br1" timeOffset="103484.324">21386 13929 1493 0,'-3'-6'63'15,"3"1"-51"-15,0 0 112 0,0 5 21 0,0-6 5 0,0 6 1 16,0 0-40-16,0 0-8 0,0 0-2 0,0 0 0 16,0 0-21-16,0 0-5 0,0 0-1 0,0 0 0 15,0 0-46-15,-3 8-8 0,3-2-3 0,-3 4 0 16,3 1 38-16,0-1 7 0,-3 6 2 0,3-3 0 15,0 3-52-15,-3 3-12 0,3-1 0 0,0 1 0 16,0-1 0-16,0 1 0 0,0-1 0 0,0 1 0 31,0 0 0-31,0-1 0 0,0 1 0 0,0-1 0 0,0-2 54 0,0 0 8 16,0 0 2-16,0 0 0 0,0-1-52 0,0-1-12 0,0-1 0 16,0 3 0-1,0-6-48-15,0 1-13 0,0-3-3 0,0 0 0 16,0-3-51-16,0 0-10 0,0-5-3 0,0 0 0 0,0 0-106 0,0 0-22 15</inkml:trace>
  <inkml:trace contextRef="#ctx0" brushRef="#br1" timeOffset="104043.298">20639 13315 1378 0,'-18'2'28'0,"12"1"8"0,-3-3-28 0,4 0-8 0,-4 0 0 0,0 0 0 16,3 0 80-16,-3 0 14 0,0 0 3 0,3 0 1 15,-3 3-13-15,3-3-2 0,-3 2-1 0,9-2 0 16,0 0-14-16,0 0-2 0,-3 3-1 0,3-3 0 15,0 0-23-15,0 0-5 0,3 5-1 0,3-2 0 16,0-1-6-16,3 1-2 0,0 2 0 0,3-2 0 16,3-3 25-16,3 0 5 0,-1 0 1 0,7 0 0 15,3 0-43-15,6-3-16 0,2-2 11 0,4 2-11 16,0-2 32-16,-3-3 1 0,2 3 0 0,4-3 0 16,-3 0-22-16,-1 0-11 0,1 0 10 0,0 0-10 15,-4 0 0-15,1 0 0 0,3 0 0 0,-3 1 0 16,-4-1 0-16,-2 2 0 0,-3 1 0 0,0 0 0 15,-4-1 12-15,-5 1-4 0,0 0-8 0,-3 2 12 16,-3-2-12-16,0 2-8 0,-3 1 8 0,0-1-13 16,-3-2-20-16,0 2-4 0,-3 0-1 0,0 1 0 15,-3 2-22-15,3-6-4 0,0 4 0 0</inkml:trace>
  <inkml:trace contextRef="#ctx1" brushRef="#br1">24616 8348 0,'0'0'15,"0"0"1,-74 5 15,74-5-15,0 0-16</inkml:trace>
  <inkml:trace contextRef="#ctx0" brushRef="#br1" timeOffset="105089.261">19386 5332 1257 0,'0'0'26'0,"0"0"6"0,-3-6-32 0,3 1 0 0,0 0 0 0,0 0 0 15,0-1 71-15,3-2 7 0,0-2 2 0,0 2 0 16,0-3-9-16,0 1-2 0,0-4 0 0,0 1 0 16,0-3-4-16,3-2-1 0,-3-3 0 0,3-1 0 15,3-7-5-15,0-2-2 0,3-4 0 0,-3-2 0 16,2-3-40-16,4 1-8 0,0-1-1 0,0-8-8 16,6-2 24-16,3-5-1 0,0-4-1 0,2-7 0 15,4 8-22-15,0 0 0 0,0 2 0 0,2-5 0 16,1 6-13-16,3-1-7 0,-3 3-2 0,5 0 0 15,1 8 31-15,-3 3 7 0,2 2 0 0,1 1 1 16,-6 7-27-16,0 0-6 0,-7 3 0 0,4 0-1 16,-6 5 17-16,0 0 0 0,-3 3 0 0,-1 3 0 15,-2-1 0-15,0 6 0 0,-3 0 0 16,0 2 0-16,-3 3-26 0,0 3-2 16,-3 0 0-16,0 2 0 0,-3-2-37 15,-1 2-8-15,1 3-2 0,-6 0 0 0,0 0-11 0,0 0-2 0,0 0-1 16</inkml:trace>
  <inkml:trace contextRef="#ctx0" brushRef="#br1" timeOffset="105432.946">20089 3757 1284 0,'-24'-5'59'0,"12"5"-59"16,6-5 0-16,0 2 0 0,0 3 0 0,3-8 75 0,0 3 8 0,3 0 1 0,0 2 1 15,3-5-23-15,0 0-5 0,3 0-1 0,3 0 0 16,3-2-5-16,0 2-2 0,0-3 0 0,5 3 0 15,-2-2-26-15,3-4-6 16,0 4-1-16,3 2 0 0,0-8 32 0,3 5 5 16,-1 1 2-16,1 2 0 0,6-8-27 0,-3 5-6 0,2 1-1 0,4-3 0 31,-3 5-21-31,-3-6-15 0,0 4 3 0,-1 2 0 16,-5 3 49-16,0-3 11 0,-3 2 1 0,-3 4 1 0,0-1-29 15,-3 3-5-15,-1 0-2 0,-2 5 0 0,0 1-14 0,0-4 0 0,-3 6 0 0,0 0 0 16,-3 3 54-16,0-1 8 0,-3 1 2 15,0 5 0-15,0 0-64 0,-3-6 0 0,0 9-9 16,-3-6 0-16,0 3 9 0,0-3 11 0,0 3-3 0,-3 0 0 16,0 0-8-16,1 0 0 0,2-1 0 0,-6 4 0 15,6-6-41 1,-3 3-7-16,0-3-2 0,3 3 0 0,0 0-174 0,0-5-36 0</inkml:trace>
  <inkml:trace contextRef="#ctx0" brushRef="#br1" timeOffset="106774.611">20383 5080 1325 0,'0'0'37'0,"0"0"9"0,0 0-37 0,0 0-9 0,0 0 0 0,0 0 0 16,0 0 58-16,0 0 10 0,0 0 1 0,0 0 1 16,6 0-13-16,3 0-2 0,0 0-1 0,0 0 0 15,0-5-12-15,3 2-2 0,0 3-1 0,0-2 0 16,0-1-11-16,2 0-3 0,1 3 0 0,0-2 0 15,0-1-13-15,-3 1-2 0,3-1-1 0,-3 0 0 16,0 3-9-16,0-5 10 0,-1 2-10 0,1 1 10 16,-3-1-10-16,0 0 8 0,0 1-8 0,0-1 8 15,-3 0-20-15,0 1-4 0,0 2 0 0,-6 0-1 16,0 0 17-16,0 0 0 0,0 0 0 16,0 0 0-16,0 0 48 0,0 0 12 0,0 0 4 0,0 0 0 15,-9-3-52-15,3 0-12 0,-3 3 0 0,0 0 0 16,-3 0 0-16,3 3-8 0,-3-3 8 0,1 3-13 15,-4-3 13-15,3 0 0 0,-3 2 0 0,0-2 0 16,3 0 0-16,0 3 0 0,0 0 0 0,0-1 0 16,3-2 0-16,4 3 0 0,-1 0 0 0,6-3 0 15,0 0 0-15,0 0 0 0,0 0 0 0,0 0 0 16,0 0 0-16,0 0 0 0,0 0 0 0,3 2 0 16,5-2 11-16,1 0 5 0,0 0 0 0,0 0 1 15,3-2-1-15,0 2 0 0,3-3 0 0,-3 0 0 16,3 1-8-16,-3-1-8 0,3 0 9 0,-4-2-9 15,1 2 8-15,3-2-8 0,0 5 0 0,-3-8 9 16,0 6-9-16,3-4-14 0,-3 4 3 0,0-4 1 16,0 4-50-16,-4-1-11 0,4 0-1 0</inkml:trace>
  <inkml:trace contextRef="#ctx0" brushRef="#br1" timeOffset="107700.397">18437 5030 1136 0,'0'0'24'0,"0"0"4"0,0 0-28 0,0 0 0 0,-6 3 0 0,6-3 0 16,-3 2 76-16,3-2 8 0,0 0 3 0,0 0 0 16,0 0-15-16,0 0-2 0,0 0-1 0,0 0 0 15,0 0-19-15,0 0-4 0,0 0-1 0,0 0 0 16,0 0-9-16,0 0-3 0,0 0 0 0,6 0 0 16,0 0 0-16,-1 0 0 0,4 0 0 0,-3 0 0 15,3-2-9-15,3 2-3 0,-3-3 0 0,0 0 0 16,0 1-13-16,0 2-8 0,0-3 8 0,0 0-8 15,0 1 0-15,-3 2 0 0,0-3 0 0,0 3 0 16,0-5 0-16,-4 5 8 0,4-3-8 0,-6 3 0 0,0 0 0 16,0 0 0-16,0 0 0 0,0 0 8 15,0 0-8-15,0 0 0 0,0 0 0 0,0 0 0 0,-8 3-11 0,-1-3 0 16,0 5 0-16,0-5 0 0,0 3 11 0,0-1-13 0,0 4 5 16,-3-4 8-16,3 1-11 0,0 0 11 0,0-3-8 0,-3 2 8 15,3 4 0-15,3-4 0 16,-2 1 0-16,2 2 0 0,3-5 0 0,3 0 0 0,0 0 0 0,0 0 0 15,0 0 0-15,0 0 8 0,0 0 0 0,0 0 0 16,0 0 9-16,0 0 3 0,3 3 0 0,3 0 0 16,2-3 3-16,-2 0 1 15,3 0 0-15,0 0 0 0,3-3-7 0,-3 3-1 0,3-3 0 0,-3 3 0 16,3 0-16-16,0-5 8 0,-3 0-8 0,3 2 0 16,-1-2-9-16,1-1-9 0,0 1-2 0</inkml:trace>
  <inkml:trace contextRef="#ctx0" brushRef="#br1" timeOffset="108411.914">21488 3223 1579 0,'0'0'32'0,"0"0"10"0,0 0-34 15,0 0-8-15,-3-3 0 0,3 3 0 0,-6 0 104 0,0 0 20 0,0 0 3 0,-3 0 1 16,3 3-52-16,-3 2-9 0,3-5-3 0,-3 5 0 16,-3 1 0-16,3-1 0 0,-3 3 0 0,0 5 0 15,-2-5-51-15,-1 5-13 0,0 3 0 0,-6 0 0 16,3 3 0-16,-3 4 0 0,0-1 0 15,1 1 0 1,-4 1-48-16,3-3-13 0,0 3-3 0,-3 3 0 0,3-11 36 16,1 5 8-16,2-5 0 0,-3-1 1 15,6 1-150-15,-3-2-31 0,3-1-5 0</inkml:trace>
  <inkml:trace contextRef="#ctx0" brushRef="#br1" timeOffset="108682.344">21074 3212 1580 0,'3'-13'67'16,"0"5"-54"-1,0 0 71-15,3 3 15 0,-3 2 2 0,0-2 1 16,-3 5-10-16,0 0-3 0,6 0 0 0,0 5 0 16,-3-2-19-16,3 2-4 0,-4 3-1 0,4-3 0 15,0 3-52-15,-3 8-13 0,3-8 0 0,0 5 0 16,0 3 54-16,0-3 8 0,0 3 2 0,0 3 0 15,3-1-64-15,-3 4 0 0,3 1-14 0,0-1 2 16,0-1 12-16,0 3 0 0,0-1 10 0,0-2-10 16,-1 1 0-16,1-9 8 0,0 5-8 0,-3-2 0 15,3-5-14-15,0 5-6 0,-3-8 0 0,0 2-1 16,3 1-141-16,-3-3-28 0,3-6-6 0</inkml:trace>
  <inkml:trace contextRef="#ctx0" brushRef="#br1" timeOffset="109067.564">21473 3556 1907 0,'0'0'54'0,"0"0"12"0,0 0-53 0,0 0-13 0,6 0 0 0,-3-2 0 16,3 2 80-16,0-3 14 0,-1 3 2 0,1 0 1 15,0-3-26-15,0 3-6 0,3 0-1 0,-3 0 0 16,0 0-51-16,3 3-13 0,-3-3 0 0,0 5 0 15,0-2 0-15,0 0 0 0,-3 2 0 0,3-3 0 16,-3 4 0-16,0 2 0 0,0-3 0 0,-3 0 0 16,0 6 0-16,0-3 0 0,-3-3 0 0,0 3 0 31,0 0-48-31,-3 0-13 0,3 0-3 0,-3 0 0 0,3 5 52 0,-3-5 12 0,0 0 0 0,3 2 0 16,0 1 0-16,0-3 0 0,0 3 0 0,3-3 0 15,0 2 0-15,3-7 0 0,0 5 0 0,3-3 0 16,0-2 0-16,0-1 0 0,6 1 0 0,-3-3 0 15,3 0 27-15,3 0 8 0,-1-3 1 0,1 3 1 16,0-2-16-16,0-1-3 0,0 0-1 0,-3 1 0 16,3-1-9-16,0 3-8 0,-3-5 12 0,2 2-12 0,-2-2 9 15,0 2-9-15,-3-2 0 0,0 2 9 16,0 1-9-16,0-1-16 0,0-2 4 0,0 2 1 16,-3 3-98-16,0-5-20 0,3 2-4 0</inkml:trace>
  <inkml:trace contextRef="#ctx0" brushRef="#br1" timeOffset="111384.466">14823 6533 1474 0,'-6'3'62'0,"0"-1"-50"16,6-2 79-16,-6 0 15 0,6 0 3 0,0 0 1 15,0 0-51-15,0 0-11 0,0 0-1 0,0 0-1 16,0 0 14-16,0 0 4 0,0 0 0 0,0 0 0 16,0 0-52-16,6 0-12 0,0 0 0 0,3 0 0 15,3-2 54-15,0-1 8 0,3 0 2 0,2 1 0 16,-2-4-52-16,0 1-12 0,3 0 0 0,-3 0 0 16,3-1 0-16,0-2 0 0,0 3 0 0,-1 0 0 15,1-3 0-15,0 2 0 0,3 1 0 0,-3 0 0 0,-3 0 0 16,3 2 0-16,-4-2 0 0,-2 2 0 15,0 0-48-15,0 1-13 0,-3 2-3 0,0-3 0 16,-3 3-102-16,0 0-21 0,0 0-4 0</inkml:trace>
  <inkml:trace contextRef="#ctx0" brushRef="#br1" timeOffset="112324.21">14668 8734 850 0,'0'0'17'0,"0"0"6"0,0 0-23 0,-3-5 0 0,0 0 0 0,3 5 0 15,-3-3 56-15,3 3 6 0,0-5 2 0,0 5 0 16,-3-3 0-16,3 3 0 0,-3-5 0 0,3 5 0 16,0-3-52-16,0 3-12 0,-3-5 0 0,3 5 0 15,-3-3 54-15,3 3 8 0,0 0 2 0,-3-5 0 16,3 5 0-16,-3-3 0 0,3 3 0 0,0 0 0 15,0 0-37-15,-3-2-7 0,3 2-2 0,0 0 0 0,0 0 11 0,0 0 3 16,0 0 0-16,0-5 0 0,0 5-15 16,-3-3-2-16,3 3-1 0,3-5 0 15,-3-1 20-15,3 4 4 0,3-4 1 0,0 4 0 16,0-4-11-16,3 4-3 0,0-4 0 0,3 1 0 0,0 0 31 0,3 0 7 0,0-1 1 16,0 1 0-16,-1 0-52 0,7-1-12 15,-3 1 0-15,3-3 0 0,-3 3 0 0,3 0 0 0,2-3-12 0,-2 0 12 16,-3 2 0-16,3-1 0 0,-3-1 0 0,3 0 0 15,-3 2 0-15,-1-2 0 0,1 0 0 0,0 3 0 16,-3 0 8-16,-3 0-8 0,3-1 0 0,-6 4 0 16,3-1-13-16,-6 0-9 0,3 1-2 15,-9 2 0 1,0 0-3-16,0 0-1 0,0 0 0 0,0 0 0 0,0 0-12 0,0 0-2 0,0 0-1 0,0 0 0 16,0 0-40-16,0 0-8 0,0 0-1 0</inkml:trace>
  <inkml:trace contextRef="#ctx0" brushRef="#br1" timeOffset="113295.178">22440 3157 1579 0,'-3'-11'32'0,"3"11"10"0,0 0-34 0,0-8-8 0,0 8 0 0,0 0 0 15,0 0 53-15,0 0 9 0,-6-2 2 0,0 2 0 16,-3 2 0-16,3 1 0 0,-3 2 0 0,0 3 0 16,-2-5 5-16,-1 7 2 0,-3 1 0 0,0 5 0 15,0-3-63-15,0 8-8 0,-3-5-9 0,0 5 9 16,-2 3 0-16,2 0 0 0,-3 5 0 0,3 0 0 15,-6-3 0-15,3 4 15 0,1-7-1 0,-1 4 0 16,0-1-38-16,0-5-7 0,0 1-1 0,0-1-1 16,1-3-17-16,2 1-3 0,3-9-1 0,-3 1 0 15,0 0-91-15,3-6-19 0</inkml:trace>
  <inkml:trace contextRef="#ctx0" brushRef="#br1" timeOffset="113545.685">21901 3265 1780 0,'3'-5'50'0,"0"2"12"0,-3 3-50 0,3-5-12 0,0 5 0 0,3 0 0 15,0 0 56-15,0 5 9 0,0-5 2 0,0 3 0 16,3 5-3-16,0 0 0 0,0 2 0 0,3 1 0 16,0 5-19-16,-3 2-4 0,2 3-1 0,1-5 0 15,0 6-20-15,3-1-5 0,-3 3-1 0,3-1 0 16,-3-2-14-16,0 1 8 0,0-1-8 0,0-3 0 15,-1 1 0-15,1-1 8 0,0-2-8 0,0 3 0 16,0-9-32 0,-3 4-10-16,0-6-2 0,0 2 0 0,0-5-129 15,0 1-27-15,3-1-4 0,-6-2-2 0,3 2 28 0,-1-5 6 0,-2 0 0 0</inkml:trace>
  <inkml:trace contextRef="#ctx0" brushRef="#br1" timeOffset="113947.241">22333 3636 1303 0,'-3'-11'55'16,"3"3"-44"-1,3 3 105-15,-3-3 22 0,3-3 4 0,0 3 1 0,3 0-17 0,0 0-3 0,0 1-1 0,3 1 0 32,0-2-62-32,0 0-13 0,-1 6-3 0,4-6 0 0,0 0-19 0,0 3-4 0,0-1-1 0,0 4 0 15,0 2 36-15,-3-6 6 0,0 6 2 0,0 0 0 16,0 0-52-16,-3 0-12 0,3 0 0 0,-7 6 0 16,-2-6 0-16,6 0 0 0,-6 0 0 0,0 0 0 15,3 5 0-15,-3-5-13 0,0 0 4 0,3 5 1 16,-3 0-5-16,-3 1-1 0,3 2 0 0,0-8 0 31,-3 2-22-31,0 4-4 0,3-6 0 0,-3 5-1 0,3-5 33 0,0 0 8 0,-2 8 0 0,2-8 0 31,0 8 0-31,0-8 0 0,5 2 0 0,-2 4 0 0,6-4 0 0,-3-2 0 0,6 6 0 0,-3-6 0 16,0 0 0-16,3 0 0 0,0 2 0 0,0-2 0 16,-3 0 0-16,3 3 0 0,0-3 0 0,-4 0 0 15,4 3 0-15,-3-1 0 0,0 4 0 0,0-1 0 16,-3-3 0-16,-3 6 0 0,3-2 0 0,-6 2 0 15,0 0 49-15,0 5 12 0,-3-5 3 0,-3 5 0 16,0 3-73-16,-3-3-15 0,-3 3-2 0,0 3-1 16,1-1-8-16,-4-5-1 0,0 6-1 15,0-1 0-15,-3-2 37 0,3 0 0 0,-3 0 9 0,0-3-1 16,1 0-64-16,-4 3-12 0,3-8-2 0,-3 3-1 16,0-1-97-16,0-7-19 0</inkml:trace>
  <inkml:trace contextRef="#ctx0" brushRef="#br1" timeOffset="114343.648">21794 3162 1690 0,'-9'0'35'0,"3"0"9"0,0 3-36 0,6-3-8 0,0 0 0 15,0 0 0-15,0 0 74 0,0 0 13 0,0 0 2 0,0 0 1 16,0 0-18-16,0 0-3 0,3-3-1 0,3-2 0 16,0 2-16-16,3-5-4 0,3 3-1 0,0-3 0 15,6 0-20-15,3 0-4 0,2 0-1 0,4-5 0 16,3 0 34-16,6-3 6 0,2 0 2 0,1 0 0 15,3-5-44-15,-1 2-8 0,4 1-1 0,3-1-1 16,-4 9-10-16,7-6-14 16,3 3 3-16,-1-1 1 0,-2 4 24 0,-4-1 5 0,-2 1 1 0,6 2 0 15,-10 0-32-15,4 0-7 0,0 2-1 0,-4 6 0 16,-5-5 34-16,0 3 6 0,-4 2 2 0,-2-6 0 16,-6 6-46-16,0 0-10 0,-6 0-2 0,0 6 0 15,-4-6-113-15,-2 0-23 0,0 2-5 0</inkml:trace>
</inkml:ink>
</file>

<file path=ppt/ink/ink2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2:45:05.519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23318 2498 1675 0,'-18'-8'35'0,"12"8"8"0,6 0-35 0,0 0-8 0,0 0 0 0,0 0 0 16,0 0 84-16,-3 8 16 0,3-8 2 0,-3 8 1 15,3 5-40-15,0-2-8 0,0 7-2 0,0 1 0 16,0 2-14-16,3 5-3 0,-3-2-1 0,3 5 0 15,-3 0-11-15,0-5-3 0,-3 5 0 0,3 6 0 16,-3-4-3-16,0 6-1 0,-3 0 0 0,1 6 0 16,-1-6-17-1,0 3 10-15,0-3-10 0,-3 5 8 0,0-10-8 0,0 2 8 0,0-2-8 0,0 2 8 16,0-2-8-16,0 2 0 0,0-5 0 0,-3 8 0 16,3-10-27-16,3-1-1 0,-2 4 0 0,-1-12 0 15,3 1-34-15,-3-4-7 0,6-1-2 0</inkml:trace>
  <inkml:trace contextRef="#ctx0" brushRef="#br0" timeOffset="299.836">23330 2556 2030 0,'0'-24'57'0,"3"6"14"0,0 2-57 16,3 0-14-16,0 3 0 0,0-1 0 0,0 4 54 0,3 2 8 0,0-5 2 0,0 5 0 15,0 0 0-15,2 0 0 0,-2 3 0 0,3-3 0 16,0 2 0-16,3 4 0 0,-3 2 0 0,3 0 0 16,0 0-52-16,0 8-12 0,3-8 0 0,-4 8 0 15,4 0 32-15,0 0 4 0,-3 5 1 0,3 0 0 16,-6 3-24-16,0 0-5 0,-3 5 0 0,-3 3-8 16,-3 2 11-16,-3-2-11 0,-3 0 10 0,-3 2-10 15,-6-2 8-15,0 0-8 0,-6-3 0 0,-3 0 0 16,3 0 16-16,-6-5-2 0,1 0-1 0,-1 0 0 15,3-3-43-15,-3 0-9 16,0-2-1-16,1 0-1 0,-1-3-19 0,0 0-3 0,0-1-1 16</inkml:trace>
  <inkml:trace contextRef="#ctx0" brushRef="#br0" timeOffset="694.211">24119 2567 1766 0,'-30'21'36'0,"18"-13"10"15,-3 2-37-15,0 6-9 0,-2-5 0 0,-1 7 0 0,0-2 86 16,3-3 15-16,-6 3 3 0,6 0 1 0,0 0-53 0,1 3-12 0,2-4-1 0,3 4-1 16,0-1-30-16,0-7-8 0,6 8 0 0,-3-9 0 31,3 3 0-31,3 1 0 0,0-4 0 0,3 1 0 0,3-1 0 15,0-2 0-15,0 0 0 0,3 0 0 0,3-5 0 16,-1-1 0-16,4 4 0 0,0-12 0 16,3 4 26-16,3-3 4 0,3-1 1 0,-3-2 0 0,2 0 1 0,-2-2 1 15,0-1 0-15,-3 1 0 0,0-4 49 0,-3 1 10 0,0-3 1 16,-4 0 1-16,-2 1-29 0,0-7-5 0,0-4-2 0,-6 2 0 16,0 0-19-16,0-2-4 0,0-3-1 0,-6 2 0 15,3 1-14-15,-6 2-2 0,0 3-1 0,-3 0 0 16,-3-1-5-16,1 7-2 0,-7-1 0 0,0 2 0 15,-3 4-10-15,-3 2 0 0,-3-5 0 0,1 7 0 16,2-1-33-16,0 4 1 16,-3-2 0-16,6 5 0 0,3-3-66 0,4 3-13 15,-1 3-2-15</inkml:trace>
  <inkml:trace contextRef="#ctx0" brushRef="#br0" timeOffset="1038.022">24729 2381 2067 0,'0'0'87'16,"-3"-2"-70"-1,-3-4 140-15,3 4 28 0,-6-3 6 0,3 2 1 16,-3 0-103-16,0 3-20 0,1 0-4 0,-4 3-1 16,0 0 0-16,0-3 0 0,0 5 0 0,-3-3 0 15,-3 4-51-15,3 2-13 0,-3-6 0 0,1 9 0 0,2-3 0 16,0 0 0-16,3-6 0 0,0 9 0 0,6 0 0 0,3 2 0 0,0-5 0 0,6 5 0 15,3 3 0-15,3 0 0 0,3 0 0 16,3 2 0 0,0 1-48-16,2-1-13 0,1-2-3 0,0 5 0 0,0-5 52 15,0-5 12-15,0 7 0 0,-3-7 0 0,0-1 0 16,-4 1 0-16,-2-3 0 0,0 0 0 0,-3 2 0 0,-6-2 0 16,0-5 0-16,-3 2 0 0,-3 3 0 0,-3-5 0 15,0 2 0-15,-5 3 0 0,-1-3 14 0,-6 3 6 0,3 0 0 16,-9-2 1-16,3 2-85 0,-2-6-16 0,-4 6-4 0,-3-3-1 15,0 1-86-15,-2-1-17 16</inkml:trace>
  <inkml:trace contextRef="#ctx0" brushRef="#br0" timeOffset="1364.108">22669 3678 2245 0,'0'0'47'0,"0"0"10"0,3 8-45 0,3-8-12 0,6 3 0 0,3-1 0 15,9-2 66-15,9-2 11 0,5-1 3 0,7 3 0 16,3-8-21-16,2 0-4 0,4-8-1 0,11 6 0 16,4-6-21-16,5 2-4 0,3-1-1 0,19-7 0 15,-10 4-12-15,9-3-4 0,1 0 0 16,14-3 0-16,-15 3-12 0,3-6 0 0,3 3 8 15,7 0-8-15,-19 1 0 16,0 4 8-16,-3 1-8 0,4-1 0 0,-13 6 30 16,-5 2 0-16,-4 3 0 0,-2-2 0 0,-13 2-43 0,-11 5-9 0,-4-5-2 15,-5 3 0-15,-9 2 39 0,-6-5 7 0,-6 6 2 16,0 2 0-16,-9-6-71 0,-3 6-13 16,0 0-4-16,-9 0 0 0,-6 3-167 0,-3-3-33 0</inkml:trace>
  <inkml:trace contextRef="#ctx0" brushRef="#br0" timeOffset="1622.64">23003 3884 2348 0,'-15'0'49'0,"6"8"11"15,9-8-48-15,0 0-12 0,3 0 0 0,6-5 0 16,6 2 76-16,3 3 12 0,2-8 4 0,10 0 0 0,6 3-2 15,11-8 0-15,1 0 0 0,12 2 0 16,-1-5-53-16,4 0-10 0,2 3-3 0,7-5 0 16,-1 2 13-16,3 0 3 0,1 0 0 0,8 0 0 15,-5 6-40-15,2-1-18 0,0-2 2 0,10 2 0 16,-7 1 25-16,0 2 6 0,1-3 1 0,5 3 0 16,-9-3-16-16,1 4 0 0,2-4 0 0,0 0 0 15,-11 3-48-15,-4-2-13 0,-2 2-3 0</inkml:trace>
  <inkml:trace contextRef="#ctx0" brushRef="#br0" timeOffset="6994.749">21720 10026 1829 0,'0'0'52'0,"0"0"11"16,0 0-51-16,0 0-12 0,0 0 0 0,0 0 0 15,0 0 80-15,0 0 12 0,0 0 4 0,0 0 0 16,3-3-36-16,-3 3-8 0,6-3 0 0,-3 1-1 15,-3 2-23-15,6 0-4 0,0-3 0 0,-3 0-1 16,2 3-4-16,1 0-1 0,-3 0 0 0,3 0 0 16,0 0-8-16,-3-2-2 0,3 2 0 0,3 0 0 15,-3 0-8-15,0 0 0 0,0 0 0 0,3 0 0 0,-3 0-8 0,0-3-8 0,3 3 0 16,-3 0-1 0,0 0-59-16,3 0-12 0,-3 0-3 0</inkml:trace>
  <inkml:trace contextRef="#ctx0" brushRef="#br0" timeOffset="7232.197">21764 10084 1765 0,'0'0'50'0,"0"0"11"15,0 0-49-15,0 0-12 16,0 0 0-16,0 0 0 0,6 3 67 0,-3-1 10 0,3 1 3 0,0-1 0 16,-3 1-37-16,3-3-7 0,0 3-2 0,-3-3 0 15,3 2-18-15,0 1-4 0,-3 0-1 0,3-3 0 16,0 2-11-16,0-2 0 0,0 3 0 0,0-3 8 16,0 0-8-16,3 0-16 0,-3 0 4 0</inkml:trace>
  <inkml:trace contextRef="#ctx0" brushRef="#br0" timeOffset="7712.784">22193 9904 1866 0,'0'0'52'0,"0"0"13"0,0 0-52 15,0 0-13-15,-6 5 0 0,3 1 0 0,0-4 56 0,0 3 8 0,-3 1 1 0,3-1 1 16,0 0-34-16,-3 3-8 0,0 0 0 0,0 0-1 16,0 3-15-16,0-3-8 0,1 2 8 0,-1 1-8 15,0-1 0-15,0 1 0 0,3-3 0 0,-3 3 0 16,3-3 0-16,0 2 0 0,0-2 0 0,0 0 0 15,3 0 0-15,0 0 0 0,0 0 0 0,3 0-8 16,0-3 8-16,0 0 0 0,3 1 0 0,-3-1-8 16,3-2 8-16,3-1 0 0,-3 1-9 0,2-3 9 15,1 2 0-15,0-2 0 0,0-2 0 0,3 2 0 16,-3-3 43-16,-3 1 3 0,3-1 1 0,0 0 0 16,-3-2 9-16,3 2 3 0,-3-2 0 0,0 2 0 15,0-2-12-15,0 0-3 0,0-1 0 0,-3 1 0 16,-1-3-4-16,1 3 0 0,0-3-1 0,0 3 0 15,0-3-11-15,-3 0-1 0,0-3-1 0,0 3 0 16,0 0-13-16,-3 0-2 0,0 1-1 0,0-1 0 16,0 2-10-16,1-2 0 0,-4 3 9 0,0 0-9 15,0-1-12-15,0 4-6 0,-3-3-2 0,0 2 0 16,-3 0-128-16,0 1-25 0,0-1-6 0</inkml:trace>
  <inkml:trace contextRef="#ctx0" brushRef="#br0" timeOffset="12337.663">16960 9428 1314 0,'0'0'37'0,"0"0"8"16,0 0-36-16,0 0-9 0,0 0 0 0,0 0 0 0,0 0 53 0,0 0 9 0,-6 2 2 0,6-2 0 16,-6 3 0-1,6-3 0-15,-3 5 0 0,0 1 0 16,0-1-52-16,3 0-12 0,0-5 0 0,0 5 0 15,3 1 0-15,0-1 0 0,0-2 0 0,3 2 0 16,0 0 54-16,0-2 8 0,0 0 2 0,3 2 0 0,0-5-64 16,0 2-15-16,3 1-1 0,0-3-1 15,0 0 17-15,2 0 0 0,1 0 0 0,0-3 0 0,6 3 0 0,-3-2 0 16,3-1 0-16,3 3 0 16,-1-2 0-16,4-1 0 0,0-2 0 0,0 2 0 0,-3 0 8 0,2 1 8 15,-2-4 1-15,0 1 1 0,0 0-18 0,3 2 0 0,-1-2 0 16,4 0 0-16,0 2 0 0,3-2 0 0,-4 2 0 0,4 0 0 15,0 1 0-15,0-4 0 0,-1 4 0 0,1-1 10 16,-3 0-10-16,3 1 8 0,-1-3-8 0,4 2 8 16,-3 3-8-16,3-3 0 0,2 1 0 15,1 2 0-15,-3-3 0 0,2 3 0 0,-5-3 0 0,6 1 0 16,-3-1 0-16,-1 3 0 0,1-5 0 0,3 5 8 16,-1-3-8-16,1 3 10 0,3 0-10 0,-4-3 10 15,1 3 3-15,-6 0 1 0,3-2 0 0,2 2 0 16,-2-3 2-16,0 0 0 0,5 3 0 0,1-2 0 15,-3 2 0-15,-1 0 0 0,1 0 0 0,0 0 0 16,-3 0-6-16,-1-3-1 0,1 1 0 0,0 2 0 16,-4 0-1-16,7 0 0 0,-3 0 0 15,3 0 0-15,-4 0 0 0,-2 2-8 0,3-2 12 0,-1 0-4 16,-2 0 4-16,0 0 0 0,0 0 0 0,2 0 0 16,-2 0-3-16,3 3 0 0,0-3 0 0,2 2 0 15,-2-2-1-15,-3 0-8 0,-1 3 12 0,4 0-4 16,-6-1-8-16,0 1 0 0,0-3 9 0,2 3-9 15,-2-1 8-15,3 1-8 0,2 0 8 0,-2 2-8 16,0-2 0-16,0 2 0 0,-4-2 0 0,4 2 0 16,-3-3 0-16,0-2 0 0,0 3 0 0,-1 0 8 0,4-1-8 0,0 1 0 0,0 0 0 0,5 2 0 15,-5-2 0-15,0 2 0 0,2-2 0 16,-2 2 0-16,0-2 0 0,0-1 0 0,-1-2 0 0,1 3 0 16,0-3 0-16,3 2 0 0,-1 1 0 0,1 0 8 15,0-1-8-15,-4 1 0 0,4 0 0 0,0-1 0 16,-3 1 10-16,-1-3-2 0,1 3-8 0,0-3 12 15,3 0-2-15,-1 2-1 0,4-2 0 16,-3 0 0-16,2 3-9 16,-5-3 10-16,3 0-10 0,0 0 10 0,-1 0-10 0,-2 0 0 0,3-3 0 0,0 1 8 15,-1 2-8-15,1-3 0 0,0 3 0 0,2 0 0 16,-2-3 0-16,-3 3 0 0,-3-2 0 0,5 2 0 16,-5-3 0-16,3 3 0 0,0-5 0 0,-1 5 0 15,1-3 0-15,3 0 0 0,-3 1 0 0,-1 2 0 16,1-3 0-16,0 3 8 0,-3 0-8 0,-1-2 0 15,1-1 0-15,0 3 0 0,-3-5 8 0,2 2-8 16,1 3 0-16,3-3 0 0,-3 1 0 0,5-1 0 16,-2 3 0-16,-3-3 0 0,3 1 0 0,-4-1 0 15,-2 3 0-15,0-3 0 0,0 1 0 0,0-1 8 16,-1 0-8-16,4 1 0 0,0-1 0 0,0 1 0 16,-4 2 0-16,4-3 0 0,0 3 0 0,0 0 0 0,-3 0 0 15,-1 0 0-15,-2 0 0 0,3-3 0 16,-6 3 0-16,3-2 0 0,-1-1 0 0,-2 0 0 0,3 1 0 0,0 2 0 15,0-3 0-15,-1 0 0 0,1 3 0 16,3-2 0-16,-3 2 0 0,3 0 0 16,-1-3 0-16,-2 3 8 0,0-3-8 0,0 3 0 15,-3 0 0-15,0-2 8 0,-1 2-8 0,-2 0 0 0,3-3 8 0,0 3-8 16,0-3 8-16,0 3-8 16,2-2 0-16,-2 2 8 0,3 0-8 0,-3 0 0 0,0 0 0 0,-3 0 0 0,2-3 8 0,-2 3-8 15,-3 0 0-15,3 3 0 0,-3-3 9 0,-3 0-9 16,0 0 9-16,0 0-9 0,0 0 12 0,-4 0-12 15,-2 0 16-15,3 0-3 0,-3 0-1 0,0 0 0 16,-3 0 3-16,3 0 0 0,-6 0 0 0,3 0 0 16,0 2 1-16,-3-2 0 0,6 0 0 15,-3 0 0-15,-3 0-3 0,3 3 0 0,-3-3 0 0,6 0 0 16,-3 3-5-16,-3-3 0 0,6 0-8 0,-6 0 12 16,3 2-12-16,3 4 9 0,-3-1-9 0,0-2 8 15,0 2-8-15,0 3 0 0,0 0 0 0,-3 0 0 16,3 2 0-16,-3 1 0 0,0 2 8 0,0 0-8 15,0 3 0-15,0 0 0 0,0 3 0 0,0-1 8 16,0-2-8-16,0 3 0 0,0-1 0 0,0 1 0 16,0-1 0-16,-3 3 0 0,3-2 0 0,0 2 0 15,0 0 0-15,0 0 0 0,0 1 0 0,0-1 0 16,0 2 0-16,0-1 0 0,0 1 0 0,0 4 0 16,0-3 0-16,3 2 0 0,-3-2 0 0,3 2 0 15,-3-2 0-15,3-3 0 0,-3 1 0 0,3-1 0 16,-3-3 0-16,3 1 0 0,-3 2 0 0,3-2 0 15,-3-4 0-15,0 4 0 0,0-3 0 0,0 0 0 0,0-3 0 0,0 3 0 16,0 0 0-16,0 0 0 0,0-3 0 0,-3 0 0 16,3-2 0-16,0 2 0 0,0-3 0 15,-3 1 0-15,3 0 0 0,-3-4 0 0,3 1 0 0,-3 3 0 0,0-6 0 0,3 3 0 16,-3-2 0-16,0 1 0 0,3-4 0 0,-3 2 0 16,3-5 8-16,-3 6-8 15,3-6 0-15,-3 5 8 0,3-5-8 0,-3 5 0 0,3-5 0 0,-3 6 0 16,3-6 0-16,0 0 8 0,-3 2-8 0,3-2 0 15,-6 6 0-15,6-6 0 0,-3 2 8 16,3-2-8-16,-6 3 0 0,6-3 0 0,-6 2 0 0,6-2 0 16,-6 3 0-16,0 0 0 0,6-3 0 0,-6 2 0 15,0 4 0-15,0-4 8 0,0 1-8 0,0 0 0 16,-3-1 0-16,4 1 0 0,-4 0 0 0,0-1 0 16,0 1 0-16,-3 0 0 0,3 2 0 0,-3-3 0 15,3 1 0-15,-3 0 0 0,0-1 0 0,-3 1 0 16,3 0 0-16,-2-1 0 0,2 1 8 0,0 0-8 15,-3-1 0-15,0 4 0 0,3-4 0 0,-3 1 0 16,0-1 0-16,0 1 0 0,1 0 0 0,-1-1 0 16,0 4 0-16,3-6 8 0,0 2-8 0,-3 1 0 15,0 0 0-15,0-1 0 0,-3-2 8 0,1 3-8 16,-1 0 0-16,0-1 0 0,-3 1 0 0,0-3 0 16,0 3 0-16,1-3 8 0,-4 0-8 0,-3 2 0 0,6 1 0 15,-3-1 0-15,0-2 8 0,4 6-8 16,-4-6 0-16,3 2 0 0,0 1 0 0,0 0 0 15,0-3 0-15,-5 2 0 0,-1-2 0 0,0 3 0 0,0-3 0 16,-2 0 0-16,-1 3 0 0,0-3 0 16,0 2 0-16,0 1 8 0,1 0-8 0,2-1 0 15,-3 1 0-15,0-3 8 0,1 0-8 0,-1 3 0 16,-3-3 8-16,0 0-8 0,-5-3 8 0,2 3-8 16,0 0 0-16,1 3 0 0,-1-3 8 0,0 2-8 0,0 1 0 0,1-3 0 0,-1 0 0 0,-3 0 0 15,1 0 0-15,-1 0 0 0,-3 0 0 0,1 2 0 16,5-2 0-16,-3 3 0 0,3 0 0 15,-2-3 8-15,-1 2-8 0,0-2 0 0,-2-2 0 0,-1 2 0 16,0 2 0-16,1-2 0 0,-1 3 0 0,-3 0 0 16,7-3 0-16,-4 0 0 0,0 0 0 0,1 2 0 15,-1-2 0-15,-3 0 0 0,4 0 0 0,-7 3 0 16,9-3-11-16,-2 0-7 0,2 3-2 0,0-3 0 16,-2 0 32-16,-1 0 7 0,-3 0 1 0,1-3 0 15,2 3-32-15,3 0-7 0,-3 3-1 0,4-3 0 16,-4 0 32-16,3-3 7 0,1 3 1 15,-4 0 0-15,3-3-20 0,1 3 0 0,-4-2 0 0,0 2 0 16,7-3-12-16,-1 3-7 0,0 0-1 0,0 0 0 16,1-3 32-16,-1 1 7 0,0 2 1 0,-2-3 0 15,2 3-20-15,0-3 0 0,0 3 0 0,-2 0 0 16,5-2-10-16,3 2-9 0,0 0-1 0,-2-3-1 16,-1 3 21-16,0-2 0 0,0-1 0 0,-2 3 0 15,-1-3 12-15,0 1 6 0,4 2 2 0,-1 0 0 16,0 0-32-16,3 0-7 0,4 0-1 0,-7 0 0 15,3-3 20-15,0 3 0 0,-2-3 0 0,-1 3 0 16,0-2 12-16,-3 2 7 0,1 0 1 0,2-3 0 16,0 3-32-16,0 0-7 0,4 3-1 0,-1-3 0 15,0-3 20-15,-3 3 0 0,1 0 0 0,-4 0 0 0,3 0 12 0,-3 0 7 0,1 0 1 16,-4 0 0-16,6 0-32 0,3 3-7 0,-2-3-1 16,2 2 0-16,0 1 20 0,-3-3 0 0,1 0 0 0,-1 3 0 15,0-3 12-15,1 0 7 0,-1 0 1 0,0 2 0 16,3-2-32-16,0 3-7 0,4-3-1 0,-1 3 0 15,0-3 20-15,0 0 0 0,4 0 0 0,-4 0 0 16,0 0 0 0,-3 0 0-16,3 0 0 0,-2 0 0 0,-1 0 14 0,0 0 6 0,3 0 2 0,-5 0 0 15,5 0-35-15,0 0-7 0,3 0-2 16,-6 2 0-16,4-2 22 0,-1 3 0 0,0-3 0 0,-3 0 0 16,0 0 0-16,-2 0 0 0,-1 0 0 0,0 2 0 15,3-2 0-15,1 3 0 0,-1 0 0 0,0 2 0 16,6-2 0-16,-2-3 0 0,-1 2 0 0,3 4 0 15,-3-6 0-15,0 2 0 0,1-2 0 0,-1 3 0 16,0-3 0-16,0 3 0 0,3-1 0 0,-2 1 0 16,5-3 0-16,-3 2 0 0,3 1 0 0,3 0 0 15,0-1 0-15,4 1 0 0,-1-3 0 0,0 3 0 16,3-3 0-16,-3 2 0 0,3-2 0 0,0 0 0 16,0 0 0-16,0 0 0 0,3 0 0 0,-2 0 0 15,2 0 0-15,-3 0 0 0,3 0 0 0,0 0 0 16,0 0 0-16,0 0 0 0,3 0 0 0,-3 0 0 0,0 0 0 15,3 0 0-15,0-2 0 0,0-1 0 16,0 3 0-16,0-3 0 0,0 1 0 0,1-1 0 16,-1 0 47-16,0-2 13 0,3 3 4 0,0-4 0 15,-3 1-52-15,3 0-12 0,0-3 0 0,0 0 0 0,0 0 0 16,3 0 0-16,-3 0 0 0,0-3 0 0,3 1 0 0,0-3 0 16,-3-1 0-16,3 1 0 0,0-3 0 0,0 0 0 15,0 1 0-15,0-1 0 0,0-6 13 0,0-1 0 0,3-1 0 0,-3-3 0 16,0-2-13-16,3 3-18 0,-3-1 4 0,0-2 1 15,3 5 36-15,-3 1 7 0,0-1 2 0,0 0 0 16,3 3-32-16,-3 2 8 0,0 1-8 16,3-3 0-16,-3 2 0 0,0-2 8 0,0-3-8 0,3 3 0 15,-3-3 28-15,0 0 0 0,3 0 0 16,-3 1 0-16,0 2-28 0,0 2 0 0,0-2 0 0,-3 2 0 16,3 3 0-16,0 1-18 0,0 1 2 0,0 1 1 15,0 3 15-15,0-4 12 0,0 4-3 0,0-4 0 16,0 7-9-16,0-4 12 0,0 0-12 0,3 1 12 15,-3-1-12-15,3 3 0 0,-3-2 0 0,3-1 0 16,0 0 0-16,-3 1 0 0,3-1 0 0,3 1 0 16,-3-1 0-16,0-2 0 0,-1 0 0 0,1 2 0 15,0 1 0-15,0-1 0 0,0 0 0 0,3 1 0 16,-3-1 0-16,0 1 0 0,0-1 0 0,0 3 0 16,0 0 0-16,0 0 0 0,0 3 0 0,0-3 0 15,0 3 0-15,3 2 0 0,-3-2 0 0,0 2 0 16,3 0 0-16,0 1 0 0,-3-1 0 0,3 1 0 15,0 2 0-15,3 0 0 0,0 2 0 0,0 1 0 16,0-3 0-16,-1 5 0 0,1-2 0 0,3 5 0 16,-3-3 0-16,3 6 0 0,0-1 0 0,3 1 0 15,0-1-49-15,0 4-12 0,3-1-3 0,-1 3 0 16,1-3-76-16,3 0-16 0,0-2-4 0</inkml:trace>
  <inkml:trace contextRef="#ctx0" brushRef="#br0" timeOffset="18634.343">24684 6337 1836 0,'0'0'52'0,"0"0"12"16,0 0-52-16,0 0-12 0,0 0 0 0,0 0 0 16,0 0 92-16,0 0 15 0,0 0 3 0,0 0 1 15,0 0-41-15,0 0-8 0,0 0-2 0,0 0 0 16,0 0-15-16,-6-2-3 0,6 2-1 0,-8 0 0 16,2 0-6-16,0 0-2 0,-3 0 0 0,0 0 0 15,0 0-5-15,0 0-2 0,0 0 0 0,-6 0 0 16,3 0-6-16,0 0-2 0,-3 0 0 0,1 0 0 0,-4 0-6 15,3 0 0-15,-6 0-1 0,3 0 0 16,-3 0-3-16,0 0-8 0,1 0 12 0,-1 0-4 16,0 0-8-16,-3 0 10 0,0 0-10 0,0 0 10 0,-2 0-10 15,2 0 0-15,0-3 9 0,0 3-9 0,-3 0 0 0,1 0 0 0,-1 0 0 16,0 3 0-16,0-6 0 16,1 3 0-16,-1 0 0 0,3 0 8 0,-3 0-8 0,6 0 0 0,-3-3 0 15,4 1 0-15,-1 2 0 0,0 0 0 0,3-3 0 16,-3 3 0-16,0 0 0 0,1-3 0 15,-4 3 0-15,0-2 0 0,3 2 0 0,-3 0 0 0,1-3 0 0,-1 3 0 16,0 0 0 0,3-3 12-16,0 3-4 0,-3 0 0 0,7 0-19 0,-1 0-3 15,3 0-1-15,0 0 0 0,3 0 15 0,0 0 0 0,0 0 0 16,0 0 0-16,3 0 0 0,0 0 8 0,1 0 0 0,2 3-8 16,-3-3 0-16,0 0 0 0,3 3-10 0,-3-3 10 15,3 2 0-15,0 1 0 0,0-3 0 0,3 3 12 16,-3 2-12-16,6-5 0 0,-6 3 0 0,0-1 0 15,3 3 0-15,-3-2-11 0,3 2 11 0,-3 1-8 16,3-4 8-16,-3 4 0 0,3-4 0 0,0 4 0 16,-3-4 0-16,3 4 11 0,-3-1-3 0,1 0 0 15,2-2-8-15,-3 2 8 0,3 0-8 0,-3 1 8 16,3-1-8-16,0-2 0 0,-3 4 9 0,3-1-9 16,0-1 0-16,0 3 0 0,0-3 0 0,0 3 8 15,3-2-8-15,-3-1 0 0,3 3 0 0,0-3 0 16,0 3 0-16,0 0 0 0,0 3 0 0,3-1 0 0,-3-2 0 15,0 5 0-15,0-2 0 0,3 2 0 16,-3 0 0-16,0 3 0 0,3 0 0 0,-3 3 0 0,3-4 0 16,-3 1 0-16,0 3 0 0,0-3-8 15,0 0 8-15,0-1 0 0,0 4 0 0,-3-3 0 0,3 0 0 0,0-3 0 0,0 0 0 16,0 3 0-16,0-3 0 0,0 1 0 0,0-1 0 16,0 3 0-16,3-3 0 0,-3 0 0 0,0-2 0 0,0 2 0 15,0 3 0-15,0-3 0 16,0 3 0-16,0 0 0 0,0 0 0 0,0 0 0 0,0 2 0 0,0 1 0 15,-3-1 0-15,3 1 0 0,-3-1 0 0,3 1 0 16,0-1 0-16,-3-2 0 16,3 0 0-16,0 0 8 0,-3 0-8 15,3-3 0-15,0 3 0 0,-3 0 0 0,3-3 0 0,-3 0 0 0,3 3 0 0,0-3 0 16,-3 3 0-16,3 0 0 0,0 0 0 0,-3 0 0 16,3 2 0-16,0 1 0 0,0 2 0 0,0 0 0 15,0 0 0-15,-3 0 0 0,3 1 0 0,0-1 0 16,0-3 0-16,-3 1 0 0,3-1 0 0,0 1 0 15,0-3 0-15,-3 2 0 0,3-2 0 0,-3 3 0 16,3-3 0-16,0-3 0 0,-3 5 0 0,3-2 0 16,-3 0 0-16,3 3 0 0,-3-1 0 0,3 3 0 15,-3 0 0-15,3 1 0 0,0-1 0 0,-3 3 0 16,3-6 0-16,0 3 0 0,0-2 0 0,-3-1 0 16,3-2 0-16,0 3 0 0,0-3 0 0,0-1 0 15,0 1-9-15,0-2-7 0,0-1 0 0,0 0-1 16,-3 0 29-16,3 1 5 0,0-1 2 0,0 0 0 0,-3-2-19 15,3 2 0-15,0 0 0 0,0 3 0 0,-3-3 0 16,3 3 0-16,0 0 0 0,0 0 0 16,-3-3 8-16,3 3-8 0,0 0 0 0,-3-3 0 0,3 3 0 15,0-3 0-15,-3 3 0 0,3-3 0 0,0 0 0 0,-3-2 0 16,3 2 0-16,0 0 0 0,-3-2-13 16,3 0-7-16,0-1 0 0,-3 1-1 0,3-1 21 15,0 1 0-15,-3-3 0 0,3 2 0 0,0-2 0 0,-2 0 0 0,2 0 0 16,0 0 0-16,-3 0 0 0,3 0 0 0,0-3 0 15,0 3 0-15,0-2 0 16,0 2 0-16,0-6 0 0,0 6 0 16,0-8 47-16,0 5 13 0,3 1 4 0,-3-6 0 0,0 8-64 0,0-6-15 0,0-2-1 15,2 6-1-15,-2-6 17 0,0 5 0 0,0-5 0 0,0 5 0 16,0-5 8-16,3 8-8 0,-3-3 0 0,0 1 0 16,0-6 8-16,3 5-8 0,-3 0 0 0,0 1 0 15,0-6 0-15,3 5 0 0,-3-5 0 0,3 5 0 16,-3 0 0-16,3 1 0 0,0-1 0 0,-3 0 0 15,3 1 0-15,0-1 0 0,-3-2 0 0,3 2 0 16,0 3 0-16,-3-6 0 0,3 4 0 0,0-1 0 16,0 0 14-16,0 1-3 0,0-4-1 0,0 4 0 15,0-1-10-15,0-3-14 0,0 1 3 0,0 2 1 16,3-2 10-16,-3 0 0 0,0-1 0 0,3 4 0 16,-3-4 0-16,3 1 14 0,-3 0-3 0,3-3-1 15,0 2-10-15,0 1 0 0,0 0 0 0,0-3 0 16,-1 5 0-16,1-5 0 0,0 0 0 0,3 2 0 15,-3-2 0-15,3 0-9 0,-3 0 9 0,0 0-13 16,3-2 13-16,0 2 8 0,0 0 0 0,0-3-8 16,0 3 0-16,3-2 0 0,-3 2 0 0,0 0 0 15,-1 0 0-15,1-3 0 0,0 3 0 0,0 0 0 16,3 0 0-16,0 0 0 0,0-3 0 0,0 3 0 16,0 0 0-16,3-2 0 0,-3 2 0 0,5 0 0 0,-2-3 0 15,3 3 0-15,0-3 0 0,0 1 0 0,0 2 0 0,0-3 0 16,2 0 0-16,-2 1 0 0,3 2 0 0,-3-3 0 0,0 0 0 15,-3 1 0-15,3 2 0 0,-4 0 0 0,4-3 0 0,-3 3 0 32,0-3 0-32,0 3 0 0,0 0 0 0,3-2 0 0,0 2 0 0,-1 0 0 0,-2-3 0 15,3 3 0-15,0-2 10 0,3 2-10 0,-3 0 8 16,0-3-8-16,-3 3 0 0,2-3 0 0,1 1 8 0,0 2-8 16,-3-3 0-16,0 3 0 0,3 0 0 15,-3 0 0-15,-3 0 0 0,2 0 0 0,-2 0 0 0,3 0 0 16,-3 0 0-16,0 0 0 0,0 0 0 0,0 0 0 15,0 0 0-15,0 0 8 0,2 0-8 0,-2 0 0 16,3 0 9-16,-3 0-9 0,0 0 10 0,3 0-10 16,-3 0 8-16,0 0-8 0,3-3 0 0,-3 3 9 15,2-2-9-15,-2 2 0 0,3 0 9 0,-3 0-9 16,3-3 0-16,-3 3 0 0,0-3 0 0,-3 3 8 16,3 0-8-16,0 0 0 0,-3 0 0 0,2-2 8 15,-2 2-8-15,0 0 9 0,0 0-9 0,0 0 10 16,0 0-2-16,0 0-8 0,0 0 12 0,-3 0-4 15,3 0 0-15,0 0 0 0,-3 0 0 0,3 0 0 16,0 0-8-16,-3 0 10 0,2 0-10 0,1 0 10 16,0 0-10-16,0 0 10 0,0 0-10 0,0 0 10 15,-3 0-10-15,3 0 8 0,-3-3-8 0,3 3 8 0,0 0-8 0,-3 0 0 16,3 0 9-16,0 3-9 0,-3-3 0 0,2 0 8 16,-2 0-8-16,0 0 0 0,3 0 0 0,-3 0 0 0,0 0 0 0,3 0 8 15,-3 2-8-15,0-2 0 0,3 0 0 0,-3 0 0 16,0 3 0-16,3-3 0 0,-3 0 0 0,0 3 0 15,3-3 0-15,-3 0 0 0,0 0 0 16,0 0 0 0,-1 0 0-16,1 0 0 0,0 0 0 0,0 0 0 0,0 0 0 0,0 0 0 15,-3 0 0-15,3 0 0 0,-3 0-9 0,3 0 9 0,-3 0-10 16,-3 0 10 0,6 0-50-16,-6 0-4 0,0 0-1 0,3-3 0 0,0 0 44 0,-3 3 11 0,3-2 0 0,0-1 0 15,-3 0-156-15,3-2-28 0,-3 0-7 0</inkml:trace>
  <inkml:trace contextRef="#ctx0" brushRef="#br0" timeOffset="20642.534">15859 6234 1381 0,'-6'-3'39'0,"0"1"9"16,0-4-39-16,0 4-9 0,3-4 0 0,3 6 0 15,-6-2 70-15,0-3 12 0,3 2 2 0,3 3 1 0,0 0-16 0,-3-5-3 16,3 2-1-16,0 3 0 16,0 0-33-16,-3-5-6 0,3 5-2 0,0 0 0 0,3-3 27 0,-3 3 5 0,0-5 0 0,3 2 1 15,3 0-40-15,0 1-8 0,0 2-1 0,0-3-8 16,3 0 0-16,0 3 0 0,3 0 0 0,3 0 0 15,-1 0 58-15,4 0 5 0,3 0 1 0,0 3 0 16,3-3-52-16,3 3-12 16,-1-1 0-16,4-2 0 0,-3 0 0 0,3 0 0 15,-1 0 0-15,4-2 0 0,0 2 54 0,6 0 8 16,-1-6 2-16,4 6 0 0,0 0-64 0,-4-2-20 0,4 2 0 16,0-3 0-16,-1 3 32 0,-2-2 7 15,3-1 1-15,-1 0 0 0,1 3-20 0,0 0 0 0,2 0 0 0,-5 0 0 16,0-2 0-16,-3 2 0 0,-7-3 0 0,4 0 0 15,0 3 0-15,-3 0 0 0,-1-2 0 0,1 2 0 16,0 0 36-16,-6 0 3 0,2 0 1 0,-2 0 0 16,-3 0-23-16,0 0-4 0,0 2-1 0,-3-2 0 15,-3 3 0-15,-1 0 0 0,1-3 0 0,-3 2 0 16,0-2 0-16,-3 3 0 0,3-3 0 0,-3 3 0 16,0-3-12-16,0 2-16 0,0 1 3 0,0-1 1 15,3 1 12-15,-7 2 0 0,4 1 0 0,0-1 0 16,0 0 0-16,0 1 0 0,0 2 0 0,0-1 0 15,0 1 48-15,3 0 13 0,-3 3 3 0,3-1 0 16,-3-2-52-16,0 3-12 0,2 0 0 0,-2-1 0 16,3 1-8-16,-3-1-5 0,0 1-1 0,0 0 0 15,0-1 14-15,0 1 13 0,0-3-2 0,0 2-1 16,-3 1-1-16,3-1 0 0,-3 1 0 0,0 0 0 0,0-1-1 0,-3 1 0 0,3-1 0 16,-4 4 0-16,1-4-8 15,0 1 12-15,3-1-12 0,-3 4 12 0,0-4-12 16,-3 3 10-16,3 1-10 0,0-1 10 0,-3 3-10 0,3 0 10 0,3 2-10 15,-6 1 10-15,3-1-10 16,0 1 0-16,0-1 0 0,-3 3 8 0,3-2-8 0,0-1 0 0,-3 1 0 16,3-1 8-16,0 4-8 0,0-4 0 0,-3 1 0 0,3 2 8 15,-3-3-8-15,0 1 10 0,3 2-10 0,-3-2 10 16,3 2-2-16,-3 0-8 0,0 3 12 0,3-1-4 16,-3-1-8-16,0 4 12 0,0-2-12 0,0 0 12 15,0 0-12-15,0-3 12 0,0 0-12 0,0 0 12 16,0 0-12-16,0-2 10 0,0 2-10 0,0-3 10 15,3 4-10-15,-3-4 8 0,0 1-8 0,0 2 8 16,0 3-8-16,0-3 8 0,0 5-8 16,3-2 8-16,-3 0-8 0,0 0 0 15,3 0 0-15,-3 2 8 0,0-5-8 0,3 0 0 0,-3 0 9 0,0 1-9 16,3-4 0-16,-3 3 9 0,0-2-9 0,0 2 0 16,0 0 8-16,0 0-8 0,0 3 0 0,0 0 0 15,0-3 0-15,0 3 0 0,0 2 0 0,0-2 0 16,3 0 8-16,-3 0-8 0,0 0 0 0,3-3 0 15,-3 0 0-15,0 0 0 0,0-2 0 0,0-1 0 16,0 1 0-16,0-3 0 0,0 2 0 0,0 1 0 16,0-3 8-16,0 2-8 0,0 1 0 0,0-1 0 15,-3 1 0-15,3-1 0 0,0-2 8 0,0 3-8 16,-3-4 0-16,3 1 0 0,0 0 0 0,0-3 0 0,0 1 0 16,-3-1 0-16,3 0 0 0,0-2 0 0,0-1 8 15,0 1-8-15,0-1 0 0,0-2 0 0,0 3 0 0,-3-3 0 16,3 0 0-16,0 0 0 0,0 0 0 0,0 0 0 0,0 0 0 15,0-3 0-15,0 0 0 0,0 3 0 0,0-3 0 16,0-2 0 0,0 5 8-16,0-8-8 0,-3 5 0 0,3 1 0 15,0-6 0-15,0 5 0 0,0 0 0 0,0-5 0 0,0 5 0 0,0-5 0 0,0 0 0 0,0 6 0 16,0-6 8-16,-3 8-8 0,3-8 0 0,0 5 0 16,-3 0 0-16,3-5 0 0,0 6 0 0,-3-4 0 15,3 3 8-15,0-5-8 16,-3 8 0-16,0-2 0 0,0-4 0 0,0 4 0 0,0-1 0 0,0 0 0 15,0 1 0-15,0-4 0 0,0 3 0 0,0 1 0 16,-3-4 32-16,0 4 0 0,3-4 0 0,-3 4 0 16,0-1-50-16,-3 0-10 0,4 1-3 15,-4-1 0-15,3 0 31 0,-3 0 0 0,0 1 0 0,0-4 0 16,-3 4 0-16,0-1 0 0,3-2 0 0,-3 2 0 16,-3-2 0-16,3 2 0 0,1-3 0 0,-4 4 0 15,3-4 26-15,0 4 2 0,0-4 0 0,-3 1 0 16,3 0-44-16,0 2-9 0,0-5-2 0,0 3 0 15,1-3 43-15,-1 2 9 0,0-2 2 0,0 0 0 16,0 0-42-16,0 0-8 0,0 0-1 0,0 3-1 16,-3-3 25-16,0 0 0 0,-2 0 0 0,2 0 0 15,-3 0 0-15,0 0 0 0,0 0 0 0,-3 2 0 0,0-2 0 16,1 0 0-16,-4 3 0 0,3-3 0 0,0 3 17 16,0-3 6-16,0 0 1 0,1 0 0 15,2 0-38-15,0 0-7 0,0 0-2 0,-3 0 0 0,3 0 37 0,-3 0 7 0,4 0 2 0,-7 0 0 31,3 0-35-31,0 0-8 0,0 0 0 0,-3 0-1 0,1 2 33 16,2-2 8-16,0 0 0 0,-3 3 1 0,3-3-21 16,0 3 0-16,4-3 0 0,-4 2 0 0,3 1 0 0,3-3 0 15,-3 3 0-15,-3 2 0 0,1-2 0 0,-4 2 0 0,0-2 0 16,-3 2 0-16,3 0-10 0,-2 0-6 0,-1 1-2 0,-3-1 0 16,6 0 29-16,-3 1 5 0,4-1 2 0,2 0 0 15,-3-2-18-15,6 2 0 0,0 0 0 0,0 1 0 16,0-1 0-16,1-2 0 0,2-1 0 0,0 4 0 15,0-4 0-15,3 1 0 0,0-1 0 0,0 1 0 16,0 0 0-16,3-1 0 0,0-2 0 0,3 3 0 16,-2-6 0-16,2 3 0 0,6 0 0 0,-6 0 0 15,6 0-17-15,0 0-7 0,0 0-2 0,0 0 0 16,0 0 42-16,-3 0 8 0,3 0 1 0,0 0 1 16,0 0-26-16,-6-2 0 0,6 2 0 0,0 0 0 15,-3-3-46-15,3 3-14 0,-3-5-4 0,3 2 0 16,0 3 0-16,-3-5 0 0,3 0 0 0</inkml:trace>
  <inkml:trace contextRef="#ctx0" brushRef="#br0" timeOffset="43914.389">17038 10610 1580 0,'-12'3'67'0,"3"0"-54"15,-3 2 92-15,3 0 19 0,-3 1 3 0,0 2 1 16,0-1-24-16,0 1-5 0,0 3-1 0,0 0 0 16,-2 4-3-16,-1-1-1 0,0 2 0 0,0 2 0 15,0 1-75-15,0 2-19 0,0 5 0 0,0 1 0 16,-2-1 24-16,-4 3 2 0,3 0 0 0,-3 8 0 16,0 6 10-16,-3 4 1 0,1 6 1 0,-1 8 0 15,0-3-38-15,3 3 0 0,-3 3 0 0,-3 7 0 0,1-5 15 16,-4 6-2-16,0 2 0 0,-3 8 0 0,4-5-13 15,-1 2-16-15,0 3 3 0,-3 11 1 16,10-14 49-16,-1 0 11 0,3 1 1 0,0 7 1 0,3-13-34 16,0 0-6-16,3-2-2 0,1 2 0 15,2-8 0-15,0-5-8 0,0 0 12 0,0 0-4 16,3-6-8-16,0-2 0 0,-3 0 0 0,3 0 0 0,0-11 0 0,0 1 0 0,3-4 8 16,-3-4-8-16,4-4 0 0,2-7 0 0,-3 0 0 0,3-3 0 15,0-2-10-15,0-3-4 0,0-6-1 0,0 3 0 31,3-5-31-31,0 0-6 0,0-5-2 0,0-3 0 16,0 0-102-16,0 0-20 0,0 0-4 0</inkml:trace>
  <inkml:trace contextRef="#ctx0" brushRef="#br0" timeOffset="44520.157">15755 13349 2030 0,'0'0'57'0,"0"0"14"0,0 0-57 0,0 0-14 0,0 0 0 0,0 0 0 16,0 0 54-16,0 0 8 0,0 0 2 0,0 0 0 15,0 0 0-15,0 0 0 0,0 0 0 0,0 0 0 16,0 0 0-16,0 0 0 0,3-3 0 0,-3 3 0 16,3-2-52-16,3-1-12 0,-1 3 0 0,1 0 0 15,0 3 0-15,3 2 0 0,-3 0 0 0,6 1 0 16,-3 2 13-16,3 0 0 0,0-1 0 0,0 1 0 15,3 0-13-15,0 3 0 0,-3-3 0 0,2 2 0 16,1-2 0-16,3 0-13 0,-3-2 2 0,0 2 1 16,-3-3 10-16,3-3 0 0,0 4-9 15,-4-4 9-15,1 1 0 0,0 0 0 0,0-3-9 0,-3 0 9 16,0 0 0-16,0-6 9 0,0 4-1 0,0-4 0 16,-3-1-8-16,3-1 0 0,0 0-12 0,0-6 12 15,0 1 0-15,-1 0 0 0,1-6 0 0,0 1 0 16,0-3-79-16,3-3-8 0,-3-3-1 15</inkml:trace>
  <inkml:trace contextRef="#ctx0" brushRef="#br0" timeOffset="46330.084">17020 13640 1299 0,'0'-5'55'0,"3"0"-44"31,0 2 96-31,0-2 19 0,0-1 4 0,0 1 1 0,0 0-17 0,0-1-3 0,-3 4-1 0,0 2 0 16,2-6-17-16,-2 6-3 0,0-5-1 0,0 5 0 15,0 0-20-15,0 0-4 0,0 0-1 0,0 0 0 16,0 0 0-16,-5-2 0 0,5 2 0 0,0 0 0 16,-6 0-43-16,0 2-9 0,0 3-1 0,0 1-1 15,0 2-10-15,-3 2-14 0,0 1 3 0,-3 2 1 16,0 3 18-16,0 0 4 0,-3 2 1 0,-3 4 0 15,1-1-13-15,-4 5-8 0,0-2 8 0,-3 5-13 16,0 0-16 0,3 3-3-16,-5 0-1 0,2-1 0 0,3 1-3 0,0-3-1 15,3 0 0-15,-3 1 0 0,4-7-178 0,-1-1-35 0</inkml:trace>
  <inkml:trace contextRef="#ctx0" brushRef="#br0" timeOffset="46603.265">16654 13751 2508 0,'0'0'71'0,"0"0"16"0,0 0-70 16,0-5-17-16,0 5 0 0,0 0 0 0,0 0 55 0,0 0 7 0,0 0 2 0,0 0 0 16,0 0-52-16,0 0-12 15,6 3 0-15,2 2 0 0,-2 3 44 0,3-3 5 0,3 6 2 0,-3-1 0 16,3 4-35-16,0-1-6 0,0 3-2 0,0 5 0 15,3 0-8-15,0 5 10 0,-1 1-10 0,1 2 10 16,0 0-10-16,3 0 0 0,-3 0 0 16,0 0 0-16,0-2 0 0,0-3 0 0,-3 0 0 15,-1-1 0-15,1-2-52 0,0 1-8 16,0-4-3-16,0 1 0 0,-3-6-103 0,3 0-21 16,-3-2-4-16</inkml:trace>
  <inkml:trace contextRef="#ctx0" brushRef="#br0" timeOffset="48938.226">16430 13468 1364 0,'-6'-16'28'0,"3"14"7"0,0-4-35 0,3 1 0 0,-3-3 0 0,3 5 0 16,0-2 100-16,0 5 12 0,0-5 4 0,3 0 0 16,0 2-32-16,3 0-5 0,0-2-2 0,0 5 0 15,3-3-13 1,3 1-2-16,3 2-1 0,-3-3 0 0,3 3-6 0,0 0-2 0,0 0 0 0,2 0 0 16,1 0 14-16,3-3 2 0,0 3 1 0,3 0 0 15,3-2-70-15,-1 2-20 0,4-3 0 0,3 3-1 16,-3 0 21-16,-1-3 0 0,1 3 0 0,0-2 0 15,-3-1 15-15,-4 1 4 0,1 2 1 0,-3-3 0 32,-3 0-170-32,3 1-34 0,0-1-6 0</inkml:trace>
  <inkml:trace contextRef="#ctx0" brushRef="#br0" timeOffset="49826.942">17064 14188 2176 0,'0'0'62'0,"0"0"13"0,0 0-60 0,0 0-15 0,0 0 0 0,0 0 0 16,3-5 63-16,0 2 9 0,0 0 3 0,3 1 0 15,-3 2-22-15,6-3-4 0,0 0-1 16,0 3 0-16,0 0-16 0,3-2-4 0,-3 2-1 0,3 0 0 16,0 0-12-16,-1 2-3 0,-2-2 0 0,0 3 0 15,0 0-12-15,0-1 9 16,-3 1-9-16,0 2 8 16,-3 0-8-16,-3 3 0 0,0-2 0 0,0 4 0 15,-3-2-20-15,-3 3-7 0,0-1-1 0,0 1 0 16,-3 0 0-16,0-1 0 0,0 1 0 0,1-1 0 0,-1 1 18 0,0-3 10 0,0 2-12 0,0 1 12 15,3-3 0-15,0-3 0 0,0 1 0 0,3-1 0 16,3-5 0-16,0 0 0 0,0 0 0 0,0 0 9 16,0 0 3-16,0 0 0 0,6 0 0 0,3-3 0 15,0 1 4-15,0-1 0 0,3-2 1 0,-3 2 0 16,2 0-1-16,1 1-1 0,0-1 0 0,0 3 0 16,0 0-15-16,0 0 0 0,-3 0 0 0,0 3 0 15,-3 2 0-15,0-2 0 0,3 2 0 0,-6 3 0 16,0 0 11-16,-3 2-1 0,-3 1 0 0,0 2 0 15,-3 0-10-15,-3 1 0 0,0 2 0 0,-3-3 0 16,0 5-22 0,-3-5-6-16,-3 1-2 0,3-1 0 0,-2 0-17 0,2-2-3 0,0-1-1 0,0 1 0 15,0-3-56-15,0 0-11 0,3-3-2 0</inkml:trace>
  <inkml:trace contextRef="#ctx0" brushRef="#br0" timeOffset="50194.23">17445 14085 1337 0,'0'0'56'16,"0"0"-44"-16,0 0 41 0,0 0 9 0,0 0 2 0,6 2 0 15,0-2 32-15,3 3 6 0,0 0 2 0,3-3 0 16,0 0-24-16,3 0-5 0,3 0-1 0,0-3 0 16,2 0-17-16,1 1-3 0,0-4-1 0,3 1 0 15,0 0-19-15,-4-1-4 0,1 1-1 0,3 0 0 16,0 0-13-16,-3-3-2 0,0 2-1 0,2 1 0 15,-2-3-24-15,3 3-5 0,-3 0 0 0,0-1-1 16,0 1 17-16,-4 2 12 0,1-2-1 0,-3 2-1 16,-3-2-118-16,0 2-24 0,-3 3-5 0</inkml:trace>
  <inkml:trace contextRef="#ctx0" brushRef="#br0" timeOffset="50493.059">17695 13807 2624 0,'3'-5'75'0,"0"-1"15"0,0 1-72 0,0 0-18 0,0 2 0 16,0-2 0-16,-3 5 63 0,6 0 9 0,-6 0 1 0,3-3 1 15,-3 3-25-15,6 3-5 0,0-3 0 0,-3 5-1 16,0 3-11-16,0 0-1 0,0 0-1 0,0 5 0 15,0 3-14-15,-3 5-4 0,3 0 0 0,0 3 0 16,-3 3-12-16,0 4 11 0,3 1-11 0,-3 2 10 16,0-2-10-16,3 0 0 0,-3 0 0 0,3-3 0 15,0 3-12-15,-3-3-4 0,3 0 0 0,0 3-1 16,0-3-29-16,0-3-6 0,0 3 0 16,0-2-1-16,3-6-132 0,0 0-27 0,-3-5-4 15</inkml:trace>
  <inkml:trace contextRef="#ctx0" brushRef="#br0" timeOffset="50818.988">19136 13659 1337 0,'-6'0'56'0,"0"0"-44"15,-3 2 132-15,3 1 28 0,-3-3 4 0,0 3 2 16,0 2-50-16,1 0-11 0,-4 0-1 0,3 1-1 16,-3 2-19-16,0 0-4 0,3 0-1 0,-3 2 0 15,0 1-55-15,-3 2-10 0,3 3-2 0,-3 0-1 16,-2 2-11-16,-4 1-1 0,-3 2-1 0,0 3 0 15,0 0-10-15,1 5 0 0,-1 0 0 0,-3 0 0 32,3 0-29-32,0-3-2 0,3-2 0 0,-2 0 0 15,5-3-37-15,0-5-8 0,3-3-2 0</inkml:trace>
  <inkml:trace contextRef="#ctx0" brushRef="#br0" timeOffset="51058.991">18585 13786 2508 0,'3'-8'71'0,"-3"0"16"15,3 2-70-15,0 1-17 0,0 3 0 0,0-1 0 16,-3 3 55-16,6-3 7 0,0 3 2 0,0 3 0 16,3 0 0-16,-3 2 0 0,3 0 0 0,3 3 0 15,0 0-52-15,0 3-12 0,3-1 0 0,-1 6 0 16,4 0 28-16,0 0 2 0,3 5 1 0,-3 0 0 15,3 3-50-15,0 0-9 0,-1 2-3 0,-2 1 0 16,3-4 47-16,-3-1 8 0,0 1 3 0,0-4 0 16,-3 0-95-16,-1-4-18 0,-2-1-4 0</inkml:trace>
  <inkml:trace contextRef="#ctx0" brushRef="#br0" timeOffset="51630.271">19321 14029 2082 0,'0'0'44'0,"0"0"8"0,0 0-41 15,3-5-11-15,-3 5 0 0,0 0 0 0,0-3 89 0,0 3 16 0,0 0 3 0,0 0 1 16,0 0-26-16,0 0-6 0,0 0-1 0,0 0 0 16,3 5-25-16,-6 1-6 0,3-1-1 0,-3 6 0 15,-3-3-14-15,0-1-3 0,0 1-1 0,-6 6 0 16,3-6-14-16,-3 2-4 0,-3 1 0 0,0-1 0 15,-3 1-8-15,1 0 0 0,-4 2 0 0,3-3 8 16,0 1-16-16,0-1-4 0,3 1-1 0,-3 0 0 16,6-1 13-16,1 1 0 0,-1-1 0 0,3-2 0 15,3 3 0-15,0-3 0 0,0-3 0 0,3 3 0 16,3-3 0-16,0 1 0 0,0 2 0 0,6-3 0 16,-3-2 0-16,3-1 0 0,3 1 0 0,0-1 0 15,3-2 0-15,-1-2 0 0,4 2 0 0,3-3 0 16,0-2-31-16,0 0-3 0,3-1-1 0,0 1 0 15,-1-3-35-15,1 0-7 0,-3 0-2 0,3-2 0 16,-6 2-107-16,3-3-22 0,-3 1-4 16,-4-1 0-16,1 0 116 0,-3 3 24 0,-3 0 5 0,0 3 1 0,-3-3 38 0,0 3 7 0,-3 0 1 15,0-1 1-15,0 1 89 0,-3 0 18 0,3 0 3 0,-3-1 1 16,3 6 28-16,-3-2 7 0,3-4 1 0,0 6 0 16,0 0-19-16,0 0-3 0,-3-5-1 0,3 5 0 15,0 0-21-15,0 0-4 0,0 0 0 0,0 0-1 16,0 0-27-16,0 0-4 0,0 0-2 0,-3 8 0 15,3 0-16-15,-3 2-3 16,3-2-1-16,0 3 0 0,0 2-6 0,0 3-2 16,0 0 0-16,0 2 0 0,0 4-18 0,0-1 10 15,0 3-10-15,0 2 8 0,0-2-8 0,0 0 0 0,0 2 0 0,0-2 0 16,3 0 0-16,-3 0 0 0,0-3 0 0,3-3 0 16,-3 1-17-16,0-6-6 0,3 3-1 0,-3-3 0 15,3-5-86-15,-3 3-18 0,0-6-3 0</inkml:trace>
  <inkml:trace contextRef="#ctx0" brushRef="#br0" timeOffset="52141.19">18627 13521 1568 0,'-6'5'32'0,"0"1"9"0,3-1-33 0,-3 0-8 0,0 1 0 16,3-1 0-16,-3 0 56 0,3 0 8 0,-3 1 3 0,3 2 0 15,-3-3-3-15,1 0 0 0,2 0 0 0,-3 1 0 16,3-1 14-16,0 0 2 0,0 1 1 0,3-6 0 16,-3 5-27-16,3-5-6 0,0 5 0 0,0 1-1 15,3-4 1-15,3 1 1 0,0-1 0 0,0 1 0 16,5 0-4-16,4-3-1 0,0 0 0 0,6 0 0 15,6-3-4-15,3 0-2 0,5-2 0 0,4-3 0 16,0 0-13-16,-1-2-2 0,1-1-1 0,6-2 0 16,-7 0-14-16,7-1-8 0,-3-1 10 0,-1 1-10 15,1 4 8-15,0-1-8 0,-1 1 0 0,-5 4 9 16,-3-2-9-16,-6 3 0 0,-1 2 0 0,-5-2 8 16,0 5-8-16,-6-3 0 0,3 3 0 0,-6 0 0 15,0 0-28-15,-3 0-5 0,0 0-1 0,-3 3 0 16,-6-3-126-16,0 0-26 0,0 0-5 0</inkml:trace>
  <inkml:trace contextRef="#ctx0" brushRef="#br0" timeOffset="53263.903">17359 6234 1789 0,'0'0'83'16,"0"0"-74"-16,0 0-9 0,3-5 0 0,0-3 0 16,3 0 75-16,3-3 13 0,0-2 2 0,3 0 1 0,3-3 4 0,2-3 1 0,1-2 0 0,6-3 0 15,3-5-22-15,6 0-4 0,2-5-1 0,7-9 0 16,-3-2-24-16,2-5-5 0,4-8 0 0,6-6-1 16,2 1-4-16,4-3-1 0,5-6 0 0,4-7 0 15,-4 13-34-15,-2-6 0 0,-1 4 0 0,10-14 0 16,-10 15 0-16,1-1 0 0,-1-1 0 0,10-5 0 15,-13 13 0-15,1-5 0 0,3 0 0 0,-4 2 0 16,-8 11 16-16,-4 3-3 0,-2 8-1 0,0-1 0 16,-10 6-12-16,-2 8-16 0,-3-5 3 0,0 5 1 15,-9 2 12-15,-1 6 0 0,-5-3 0 0,0 6 0 16,-3 2 0-16,-3 2 0 0,0 1 0 0,-3 0 0 16,-3 8-54-16,0-3-8 0,-3 0-2 0,3 3 0 15,-3 2 0-15,3 3 0 0,-6 0 0 0,6 0 0 16,-6 0-153-16,0 5-31 0,-3 1-7 0</inkml:trace>
  <inkml:trace contextRef="#ctx0" brushRef="#br0" timeOffset="53550.579">18779 4371 1579 0,'-12'3'74'0,"12"-3"-66"0,0 0-8 16,0 0 0-16,0 0 0 0,0 0 122 0,0 0 22 0,6-5 5 0,3-1 1 31,3 1-55-31,0 0-11 0,0-3-3 0,5 0 0 0,1 0-22 0,3 0-5 0,0 0-1 0,3 0 0 16,-3-3-16-16,-1 6-3 0,-2-3-1 0,3 6 0 15,0-1-24-15,0 3-9 0,0 0 0 0,-1 0 9 16,1 3-9-16,-3 5 0 0,3-1 0 0,-6 4 0 16,0 0 16-16,0-1 0 0,-3 6 1 0,-4-3 0 15,-2 6-17-15,0-3 8 0,-6 2-8 0,0 1 0 16,-3 2-8-16,-3 0-9 0,1 0-2 0,-4 8 0 15,-3-7-37 1,0 7-7-16,0 0-1 0,-3 2-1 0,0-7-153 16,0 3-30-16</inkml:trace>
  <inkml:trace contextRef="#ctx0" brushRef="#br0" timeOffset="54572.62">23050 5662 1758 0,'0'0'50'0,"0"0"10"16,0 0-48-16,0 0-12 0,0 0 0 0,0 0 0 15,0 0 112-15,0 0 20 0,0-5 4 0,3 0 1 16,-3 5-109-16,3-3-28 0,3-2 0 0,-3 2 0 16,3-2 56-16,3 2 7 0,-3-2 1 0,3 2 0 15,3 1 0-15,3-4 0 0,3 4 0 0,-1-3 0 16,1-1-46-16,3 4-9 0,0-4-1 0,3 4-8 16,0-4 14-16,-1 4-4 0,1-4-1 0,-3 1 0 15,3 0-20-15,-6 2-4 0,0-2-1 0,-4 2 0 0,1-2 16 16,0 2 0-16,0-2 0 0,-6 2 0 0,0 1 8 0,0-1 5 15,-3 0 1-15,0 1 0 16,-6 2-39-16,0 0-8 0,0 0-2 0,0 0 0 16,0 0-25-16,0 0-6 0,0 0-1 0,0 0 0 15,-6 2-153-15,0 4-30 0</inkml:trace>
  <inkml:trace contextRef="#ctx0" brushRef="#br0" timeOffset="55356.101">16951 5647 1337 0,'-6'0'56'15,"0"0"-44"1,0 0 92-16,0 2 20 0,3-2 3 0,3 0 1 16,-6 3 0-16,6-3 0 0,0 0 0 0,0 0 0 15,0 0-53-15,0 0-11 0,0 0-1 0,0 0-1 16,0 0-18-16,0 0-4 0,6-3-1 0,0 3 0 16,3-2-1-16,0-1 0 0,0 0 0 0,3 1 0 15,0-4-9-15,3 4-1 0,-3-4-1 0,3 4 0 16,0-4-1-16,2 1 0 0,1 0 0 0,0 2 0 15,3-2-26-15,0 0-11 0,-3-1 1 0,2 4 0 0,-2-4 10 16,3 4 0-16,-3-1 0 0,-3-2 0 16,3 0 0-16,-6 2-12 0,3 0 12 0,-4-2-12 15,1 2-17-15,0-2-4 0,-3 2-1 0,0 1 0 16,0-4-34-16,-3 6-8 0,3-2 0 0,-6-1-1 16,3 3-195-16,-6 0-40 0</inkml:trace>
  <inkml:trace contextRef="#ctx0" brushRef="#br0" timeOffset="56135.924">19970 4006 1682 0,'-12'3'35'0,"12"-3"9"0,0 0-36 0,-9 0-8 0,3 0 0 0,6 0 0 15,-6 0 114-15,0 0 21 0,6 0 4 16,-9 0 1-1,9 0-41-15,-6 0-8 0,6 0-2 0,-9 0 0 16,3 0-20-16,0 2-4 0,6-2-1 0,-9 3 0 16,0 0-51-16,3 5-13 0,-3-6 0 0,0 4 0 0,-2 4 0 0,2-2 0 15,-3 5 0-15,0 3 0 0,-3 3 0 0,-3-6 0 0,0 11 0 0,-3-3 0 16,-2 0 0-16,-1 5 0 0,0-2 0 16,-6 0 0-1,3 0-70-15,1-6-17 0,-4 1-3 0,0-1-1 16,3-4-213-16,0 2-42 0</inkml:trace>
  <inkml:trace contextRef="#ctx0" brushRef="#br0" timeOffset="56405.71">19437 4077 2066 0,'3'-15'43'0,"0"-1"10"0,-3 5-42 0,3 1-11 0,0-1 0 0,0 0 0 16,0 6 104-16,0 2 18 0,0-4 4 0,-3 7 1 15,2 0-57-15,-2 0-11 0,3 0-3 0,3 0 0 16,0 0-37-16,0 7-8 0,0-7-2 0,3 8 0 16,-3 0 44-16,3 0 9 0,-3 6 2 0,3-4 0 15,0 3-52-15,3 1-12 0,-3 1 0 0,3 1 0 16,0 3 0-16,-1-1 0 0,1 4 0 0,0 1 0 16,0-4-9-16,0 2-5 0,3 3-1 0,-3-8 0 15,0 0 3-15,0-1 1 0,-3 4 0 0,3-8 0 16,-4-1-52-16,1 6-10 0,0-8-3 0,0 0 0 15,-3 0-164-15,3-3-34 0,-3 3-6 0</inkml:trace>
  <inkml:trace contextRef="#ctx0" brushRef="#br0" timeOffset="56919.399">19842 4382 1579 0,'0'0'32'0,"-3"-3"10"0,3-7-34 16,-3 4-8-16,0 1 0 0,3-3 0 0,0 3 104 0,0-3 20 0,0 0 3 0,0 3 1 15,3-3 0-15,0 0 0 0,0 0 0 0,2 2 0 16,1-1-52-16,0-1-9 0,0 5-3 0,0-5 0 15,0 3-13-15,3-1-3 0,3 1-1 0,-3 2 0 16,0 1-24-16,3-3-5 0,0 5-1 0,-3-3 0 16,3 3-17-16,-3 0 0 0,-4 0 0 0,4 3 0 15,0-3 14-15,-3 5-1 0,0-3 0 0,0 1 0 16,-3 2-13-16,-3-5 0 0,6 3 0 0,-6 5 0 16,0-8-18-16,0 8 0 0,0-3 0 0,0 1 0 15,-3-1 5-15,3 0 1 0,-3 3 0 0,0-5 0 16,0 2 12-16,-3-2 0 0,6-3 0 0,-3 5-9 15,-3 0 24-15,3-2 5 0,3-3 0 0,0 0 1 16,0 0-21-16,0 0 0 0,0 0 0 0,0 0 0 16,0 0 0-16,0 0 0 0,0 0 0 0,0 0 0 15,0 0 0-15,0 0 0 0,0 0 0 0,0 0 0 16,0 0 0-16,0 0 0 0,0 0 0 0,0 0 0 16,6-3 0-16,-3 3 0 0,3-2 0 0,-6 2 0 15,0 0-12-15,6 0-6 0,-6 0-2 0,6 0 0 16,-6 0 32-16,0 0 7 0,6-3 1 0,-6 3 0 15,0 0-20-15,6 3 0 0,-6-3 0 0,0 0 0 16,0 0-10-16,3 2-6 0,-3-2 0 0,0 0-1 16,3 5 17-16,-3-2 0 0,0-3 0 0,0 8 0 15,0 0 12-15,-3-3 4 0,0 1 0 0,-3-1 0 0,3 0-16 0,-6 3 0 0,3-5 0 16,-3 2 0-16,3 0 0 0,-3 1 0 0,0-4 0 0,1 6 0 16,-1 0 0-16,3-8 0 0,0 5 0 0,-3-2 0 15,3 0 0-15,6-3 0 0,-6 2 0 0,6-2 0 31,0 0-108-31,0 0-24 0,0 0-4 0,0 0-2 16,0-5-86-16,0 0-18 0</inkml:trace>
  <inkml:trace contextRef="#ctx0" brushRef="#br0" timeOffset="57445.257">19853 4440 1364 0,'0'0'57'15,"-9"-3"-45"1,7 3 117-16,-4-2 24 0,0-1 5 0,6 3 1 16,-3-3-50-16,0-2-9 0,0 0-3 0,3 2 0 15,-3-5-26-15,3 3-6 0,3 0-1 0,-3-1 0 16,3 1-10-16,0 0-2 0,3 2-1 0,-3-5 0 15,3 3 15-15,2 0 3 0,1-1 1 0,-3 4 0 16,3-1-56-16,3-2-14 0,-3 2 0 0,3-2 0 16,0 2 0-16,0 0 0 0,3-2 0 0,-3 5 0 0,0 0 0 0,-1-2 0 0,1 2 0 0,-3 0 0 31,3 0 0-31,-3 2 0 0,-3 1 0 0,3 2 0 0,-3-2 54 16,-3 2 8-16,0 3 2 0,0-3 0 15,0 3-103-15,-3 3-20 0,0-3-4 0,-3 2-1 0,-3 4 52 0,3-4 12 16,-3 3 0-16,-3 3 0 0,0-8 0 15,-3 5 0-15,3 3 0 0,-3-5 0 0,0 5 0 0,1-3 0 0,-1 3 0 16,3-3 0-16,0 3 0 0,0-3 0 16,0 3 0-16,0-3 0 0,3 1 0 0,0-4 0 0,3 1 0 0,0 5 0 15,0-11 0-15,3 3 0 0,0 0 0 0,0-3 0 16,3 0 0-16,0 1 0 0,0-4 0 0,3 1 0 16,0 0 0-16,3-1 0 0,0 1 0 0,0-3 0 15,3 0 0-15,3 0 0 0,-1 0 0 0,-2 0 0 16,3-3 0-16,0 1 0 0,0-1 0 0,-3 0 0 15,3 1 0-15,0-4 0 0,0 1 0 0,-4-3 0 16,1 3 0-16,3-3 0 0,-3 3 0 16,0-3 0-16,0 0-125 0,0-3-23 15,-3 3-4-15</inkml:trace>
  <inkml:trace contextRef="#ctx0" brushRef="#br0" timeOffset="57739.048">20294 4416 2191 0,'0'0'45'0,"0"0"12"0,0 0-45 0,0 0-12 0,6-8 0 0,0 6 0 15,3-4 78-15,0 4 14 0,3-4 2 0,0 4 1 16,2-1-20-16,1-2-4 0,3 2-1 0,0-2 0 15,0 0-38-15,0-1-7 0,0 1-1 0,-1 0-1 16,1 2 9-16,0-5 3 0,0 0 0 0,0 5 0 16,-3-2-49-1,0 0-10-15,3 0-1 0,-4 2-1 0,1-2 26 0,0 2 0 0,0-2 0 0,3 2 0 32,-3 0-36-32,0-2-1 0,-3 3-1 0,2-1 0 0,-2 0-21 15,-3 1-4-15,3-1-1 0</inkml:trace>
  <inkml:trace contextRef="#ctx0" brushRef="#br0" timeOffset="58063.265">20651 4152 2280 0,'-6'-6'48'0,"0"1"9"16,0 0-45-16,3-3-12 0,0 2 0 0,0 1 0 15,0 0 104-15,3 5 18 0,0-5 4 0,0 5 1 16,0 0-43-16,0 0-9 0,0 0-2 0,0 0 0 0,0 0-58 0,0 0-15 0,0 0 0 16,0 0 0-16,0 0 54 0,0 0 8 0,3 8 2 0,-3 5 0 15,3 0-52-15,-3 3-12 0,0 2 0 0,3 4 0 16,-3 1 0-16,0-1 0 0,3 1 0 0,-3 4 0 31,0-3 0-31,3-3 0 0,-3 3 0 0,0-3 0 16,0 0 0-16,0-3 0 0,0 6 0 0,0-8 0 0,0 5 32 15,0-2 3-15,0 2 1 0,0 0 0 16,0-2-36-16,-3 2-16 0,3 0 2 0,0 0 0 16,0-5-103-16,3 3-21 0,-3-4-4 0</inkml:trace>
  <inkml:trace contextRef="#ctx0" brushRef="#br0" timeOffset="59096.803">15558 6988 1362 0,'0'0'38'0,"-6"5"10"16,3-2-39-16,-3 2-9 0,0-2 0 0,3 2 0 15,-3 1 102-15,0-4 18 0,3 1 4 0,3-3 1 16,-5 2-21-16,5-2-4 0,0 0 0 0,0 0-1 16,0 0-19-16,0 0-3 0,0 0-1 0,0 0 0 15,0 0-22-15,0 0-5 0,0 0-1 0,5-2 0 16,1-3-8-16,6 2-1 0,0-2-1 0,6-3 0 15,-3 2-18-15,6 1-4 0,0-3-1 0,-1 3 0 16,1-3-15-16,0 0 8 0,3 3-8 0,-3-3 0 16,3 0 0-16,-4 3 0 0,4-3 0 0,0 0 0 15,0 2-36-15,3 1-8 0,-3 0 0 0,-1-1-1 16,4 1-158-16,-3 3-31 0</inkml:trace>
  <inkml:trace contextRef="#ctx0" brushRef="#br0" timeOffset="59679.045">15555 8801 1178 0,'0'0'49'0,"-6"0"-39"16,6 0 106-16,-6-3 22 0,6 3 4 0,-6 0 1 16,6 0-37-16,0 0-7 0,0 0-2 0,0 0 0 15,0 0-23-15,0-5-5 0,0-1-1 0,3 1 0 16,0 0-8-16,3-1-1 0,3-1-1 0,0 1 0 16,0-2-18-16,3 0-3 0,3 3-1 0,0-3 0 15,3 3-16-15,-4-3-3 0,4 0-1 0,0 3 0 16,0-3-8-16,0 0-8 0,-3 3 9 0,3-3-9 15,-1 0 8-15,1-3-8 0,3 3 0 0,0-2 9 16,0 2-109 0,3-3-23-16,-1 3-4 0</inkml:trace>
  <inkml:trace contextRef="#ctx0" brushRef="#br0" timeOffset="60460.246">21333 4011 1824 0,'9'-10'38'0,"-3"-1"8"0,0 1-37 0,0-1-9 0,0 3 0 0,-1 0 0 15,-2 0 104-15,0 3 20 0,0-3 3 0,0 5 1 16,-3 3-52-16,0 0-9 0,0 0-3 0,0 0 0 16,0 0 0-16,0 0 0 0,0 0 0 0,-6 3 0 15,-2 0-51-15,-1 5-13 0,0 2 0 0,-3 3 0 16,-3 3 0-16,0 0 0 0,-3 3 0 0,0 4 0 15,-3 1 0-15,1 0 0 0,-4 3 0 0,0 2 0 16,0 0 0-16,3 0 0 16,-2-3 0-16,2 3 0 0,0-2-50 0,3-3-13 15,3-3-2-15,-3 0-1 0,-3-2-36 0,4-1-7 16,-4-2-2-16</inkml:trace>
  <inkml:trace contextRef="#ctx0" brushRef="#br0" timeOffset="60715.176">20934 3974 2045 0,'0'-13'58'0,"3"2"13"16,0 1-57-16,-3 2-14 0,3 5 0 0,-3 3 0 16,0 0 78-16,6 0 13 0,-3 0 2 0,3 0 1 15,0 6-37-15,0 2-7 0,0-1-2 0,0 4 0 0,0 0-17 0,2 5-4 0,1-1-1 16,0 1 0-1,0 3-12-15,0-1-2 0,0-2-1 0,0 5 0 16,3 1-2-16,0-1 0 0,0 3 0 0,0-1 0 0,3 4-9 0,-1-6 0 16,1 3 0-16,0-3 0 0,-3-3-17 0,3 1-6 15,-3-3-1-15,0 0 0 16,0-6-103-16,0 1-21 0,-1 2-4 0</inkml:trace>
  <inkml:trace contextRef="#ctx0" brushRef="#br0" timeOffset="61137.877">21360 4395 1644 0,'3'-13'34'0,"-3"13"9"0,3-3-35 0,-3-7-8 0,3 2 0 0,2 0 0 16,-2 0 108-16,3-3 20 0,0 1 4 0,0-1 1 15,3 3-37-15,0-3-7 0,0 4-1 0,0-1-1 16,3 0-3-16,-3 0-1 0,0 2 0 0,3 1 0 16,-3 2-67-16,0 1-16 0,-1 2 0 0,1 0 0 15,0 0 55-15,-3 0 7 0,0 0 2 0,0 2 0 16,0 1-52-16,-6-3-12 0,3 5 0 0,0 1 0 15,0-1-48-15,-3 3-13 0,0-5-3 0,0 5 0 16,-3-3 52-16,0 0 12 0,3 3 0 0,-6 0 0 16,3-3-54-16,0 1-8 0,0-1-2 0,0 0 0 15,0 3 52-15,3-8 12 0,0 8 0 0,0-5 0 16,0-3-54-16,0 5-8 0,0-5-2 0,3 5 0 16,3-2 80-16,0 0 15 0,3 2 3 0,0 0 1 15,0-5-16-15,3 0-3 0,3 3-1 0,-3-3 0 0,3 5 13 16,-1-5 4-16,1 3 0 0,0-1 0 0,-3 4-1 0,0-1 0 15,0 0 0-15,0 3 0 16,-3 0 3-16,-3 3 1 0,0-1 0 0,0 1 0 16,-6-1-5-16,0 1-1 0,-3 2 0 0,0 0 0 0,-6 3-2 15,0-5-1-15,0 2 0 0,-6 3 0 0,0 0-26 0,-3-3-12 16,0 3 0-16,-2 3 1 0,-1-6 11 16,-3 3 0-16,3 0 0 0,-3-3 0 0,6 3 22 0,1-6 6 15,-1-2 2-15,3 3 0 16,-3-3-134-16,3-3-28 0,0 0-4 0</inkml:trace>
</inkml:ink>
</file>

<file path=ppt/ink/ink2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2:48:20.64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16889 1686 1862 0,'0'0'52'0,"0"0"13"15,0 0-52-15,0 2-13 0,0-2 0 0,3 5 0 0,0 1 64 0,-3 2 9 0,0 0 3 0,3-6 0 16,-3 6-17-16,0 3-3 0,3-3-1 0,-3 0 0 16,0 0-15-16,0 5-4 0,3-5 0 0,-3 8 0 15,3-8-8-15,-3 5-1 0,3 3-1 0,-3-3 0 16,3 3 1-16,-3-3 0 0,3-2 0 0,-3 7 0 16,2-7 0-1,-2 5 0-15,3-3 0 0,-3 3 0 16,3 2 0-16,-3-2 0 0,3-3 0 0,-3 6 0 0,3 2-7 0,-3 0 0 15,0 0-1-15,3 3 0 0,-3-3-4 0,0 3-1 16,3 3 0-16,-3-1 0 0,0 1-14 0,0-4 0 0,0 1-12 0,0 3 12 16,0-4 0-16,-3 1 0 0,3 3 0 0,-3 2 0 15,3-5 44-15,-3 5 16 0,0 0 4 0,3 3 0 16,-3 2-52-16,3-5-12 0,-3 3 0 0,3 2 0 16,0-2 0-16,0-3 0 0,0-2 0 0,0 4 0 15,-2-2 0-15,2 1 0 0,0-1 0 0,-3 2 0 16,3 4 0-16,0-3 0 0,-3 2 0 0,3 3 0 15,0-8 0-15,0 0 0 0,0 3 0 0,0-3 0 16,0-5 0-16,0 2-10 0,0 3 2 0,0 3 0 16,0-3 8-16,0 0 0 0,0 3 0 0,0 3 0 15,3-4 0-15,-3-2 0 0,0-2 0 0,3 5 0 16,-3-9 0-16,0 4 0 0,0-3 0 0,0 5 0 16,0-8 0-16,0 5 0 0,0 1 0 0,0-3 0 15,0 2 0-15,0 1 0 0,2 2 0 0,-2 0 0 16,0-3 0-16,0 1 0 0,3-3 0 0,-3-1 0 15,0-1 0-15,0 1 0 0,3-1 0 0,-3-4 0 16,0 3 0-16,3-2 0 0,-3 5 0 0,0-6 0 16,3 6 0-16,-3 0 8 0,0-3-8 0,3 5 0 0,-3 1 0 15,0-6 0-15,3 3 0 0,-3 0 0 0,0 2 8 16,3-7-8-16,-3 2 8 0,0 0-8 0,3 0 0 0,-3-2 0 0,0-1 0 16,0 3-8-16,0-2 8 0,0-1 0 0,3 3 0 15,-3 3 0-15,0-5 0 0,0 5 0 0,0-1 0 0,0 1 0 16,0-3 0-16,0 3 0 0,3-5 0 0,-3 5 0 15,0-6 0-15,0-2 0 0,3 0 8 0,-3 2-8 16,0-4 0-16,0-1 0 0,0 0 0 0,0 0 0 16,0 1 0-16,0-4 0 0,0-2 0 0,0 3 0 15,0-3 0-15,0 0-8 0,0-1 8 0,0-7-8 16,0 0-21-16,0 0-4 0,0 0-1 0,0 0 0 16,0 0-110-16,0 0-21 0,3-5-5 15</inkml:trace>
  <inkml:trace contextRef="#ctx0" brushRef="#br0" timeOffset="2882.79">16930 1715 1094 0,'0'0'23'0,"0"0"5"0,0 0-28 0,0 0 0 0,-3-8 0 0,3 8 0 15,0 0 56-15,0 0 7 0,-6 0 1 0,6 0 0 16,-3-6 0 0,3 6 0-16,-5-2 0 0,5 2 0 0,0 0-20 0,0 0-4 0,0 0-1 0,0 0 0 15,0 0-11-15,0 0-3 0,-6 2 0 0,6-2 0 16,0 0 11-16,0 0 1 0,-3 6 1 0,3-6 0 15,0 8-10-15,0-8-1 0,0 2-1 0,0 6 0 16,3-3-3-16,0 1-1 0,0-4 0 0,2 4 0 16,-2-4-6-16,3 4-2 0,3-6 0 0,-3 2 0 15,3 4 0-15,0-6 0 0,0 0 0 0,0 0 0 16,6 5 3-16,0-5 1 0,0 0 0 0,3-5 0 16,-1 5 2-16,4 0 0 15,0-6 0-15,3 6 0 0,0-2-6 0,2 2-1 0,1-6 0 0,0 6 0 16,0-2-4-16,-3 2-1 0,2-8 0 0,1 8 0 15,0-6-8-15,3-1 0 0,3 1 0 0,-1 4 8 16,1-6-8-16,6 2 0 0,2 4 0 0,-2 2 8 16,0-6-8-16,-1 6 0 0,1-7 0 0,3 7 0 15,0-8 0-15,5 8 0 0,1-6 0 0,2 4 0 16,-2-4 0-16,-3 4 0 0,-1 2 0 0,4 0 0 16,0-6 0-16,2 6 0 0,1-5 0 0,2 5 0 15,-2-3 0-15,-3 3 0 0,-4 0 0 0,7 0 0 16,-4-5 0-16,4 5 0 0,0-2 0 0,2 2 0 15,-8 0 0-15,2 0 12 0,-2 0-12 0,0 0 12 0,-1 0-4 16,-2-6-8-16,3 6 12 0,-4-2-4 0,1 2-8 16,0 2 8-16,-1-2-8 0,-2 6 8 0,-3-6 0 0,0 0-8 0,-7 0 12 15,4 0-4-15,0-6-8 0,0 6 12 0,-1-2-12 16,4 2 12-16,-3 0-12 0,0 0 0 0,-1 0 0 0,1 0 8 16,-6 0-8-1,0 0 0-15,-4 0 0 0,1 0 0 16,0 0 0-16,-3-6 8 0,3 4-8 0,-3 2 0 0,5 0 0 15,-2-6 0-15,0 6 8 0,3-5-8 0,-3 5 0 16,2-3 0-16,-2 3 0 0,0 0 8 0,0 0-8 0,-3 0 0 0,-1-5 0 16,1 5 0-16,-3 0 0 0,3-3 0 0,-3 3 0 0,0-5 0 15,3 5 0-15,-4-2 8 0,4 2-8 0,0-6 0 16,0 6 0-16,0 0 0 0,0 0 0 0,2-2 0 16,1 2 0-16,-3 0 0 0,0 2 0 0,0-2 0 15,-3 0 0-15,2 0 0 0,-2 0 0 0,0 6 0 16,-3-6 0-16,-3 0 0 0,3 0 0 0,-3 0 0 15,0 2 0-15,-1-2 0 0,-2 0 0 0,3 0 0 16,-3 0 0-16,0 0 8 0,-3 0-8 0,3 0 0 16,-3 0 8-16,0 5-8 0,0-5 0 0,-3 0 8 15,-3 0 4-15,0 0 0 0,6 0 0 0,-6 0 0 16,0 0 2-16,0 0 1 0,0 0 0 0,0 0 0 16,3 3-4-16,-3-3-1 0,0 0 0 0,6 5 0 15,-6-5 0-15,3 3 0 0,-3-3 0 0,3 11 0 16,-3-11-2-16,0 2 0 0,0 6 0 0,3-2 0 15,-3 1-8-15,0 1 10 0,0 0-10 0,0 0 10 16,0 0-10-16,0 5 0 0,0-5 9 0,0 6-9 16,-3-6 8-16,3 5-8 0,0 3 8 0,0-3-8 15,0-3 0-15,0 4 9 0,0 2-9 0,0-3 0 0,0 3 8 16,0-3-8-16,0 3 0 0,0-3 0 0,0 3 0 0,0-3 0 16,0-2 8-16,0 2-8 0,0 3 0 0,0-3 0 15,0 3 0-15,0 0 0 0,0 0 0 0,0 2 0 16,0-2 0-16,0 5 0 0,0 3 0 0,0 0 0 15,0 5 0-15,0-3 0 0,0 4 0 0,0-1 0 16,0-6 0-16,0 7 0 0,0-7 0 0,0 1 8 0,0-3-8 0,0 6 0 16,0-3 12-16,0 5-12 0,0 0 12 0,0 0-12 15,0 8 15-15,3-5-4 0,-3 5-1 0,3 0 0 16,0-3-1-16,0-2 0 0,0 2 0 0,-3-5 0 16,3 3 0-16,0 0 0 0,0 2 0 0,0 3 0 15,0 0-9-15,-3 6 12 0,2-3-12 0,1 2 12 16,0-10-12-16,-3 2 8 0,0-5-8 0,3 8 8 15,-3-5-8-15,0 5 0 0,0 5 9 0,0-5-9 16,0 3 8-16,-3-3-8 0,3 3 8 0,0-3-8 16,0-3 8-16,0-5-8 0,0 0 8 0,0 6-8 15,0-3 8-15,-3 2-8 0,3 6 10 0,0-3-10 16,0 0 9-16,0-3-9 0,0 3 8 0,0-5-8 16,0-3 8-16,0 0-8 0,0-5 0 0,0 2 8 15,0 4-8-15,0-7 0 0,0 4 9 0,0 2-9 16,0 3 0-16,-3-1 8 0,3 4-8 0,0-6 0 15,0-3 0-15,0 1 0 0,0-3 0 0,0 2 8 16,0-7-8-16,0-1 0 0,0 1 0 0,0-1 8 16,0 1-8-16,0-1 0 0,0-2 0 0,0 5 0 0,0 0 0 0,-2 1 0 15,2 1 0-15,0 4 0 0,0-3 0 0,-3-1 0 0,3-1 0 16,0-1 8-16,0 3-8 0,-3-8 0 0,3-1 0 16,0 1 0-1,0 3 0-15,-3-6 0 0,3 0 0 0,0-2 0 16,0-1 0-16,-3 1 9 0,3 0-9 0,0-1 0 15,0 1 0-15,-3-3 0 0,3 5 0 0,0-8 0 0,0 6 0 0,-3-3 0 16,3 5 0-16,-3-8 0 0,3 3 8 16,-3 3-8-16,0-3 0 0,3 2 0 0,-3-2 8 0,0 0-8 0,0 0 0 0,0-3 0 15,0 3 10-15,0-2-10 0,-3 2 8 0,3-3-8 16,-3 0 8-16,0-2-8 0,3 2 8 0,-3-2-8 16,0-1 9-16,0 4-9 0,0-6 10 0,0 5-10 15,0-2 8-15,0-3-8 0,0 2 0 0,0 1 0 16,1 2 0-16,-1-5 8 0,6 0-8 0,-12 0 0 15,6 3 0-15,-3 0 8 0,3-3-8 0,-6 2 0 16,3 1 0-16,-3-1 0 0,3-2 0 0,-3 6 0 16,-3-4 0-16,3 1 0 0,-2 2 0 0,-4-2 0 15,3 0 0-15,-3 2 0 0,0-2 0 0,-3 2 0 16,3-3 0-16,-2 1 8 0,2 0-8 0,-3-1 0 16,3 1 0-16,-3 2 0 0,3-5 0 0,0 3 0 15,-2 0 0-15,2-1 0 0,0 1 0 0,-3 0 0 16,-3-1 0-16,-3 1 0 0,1 0 0 0,-4 2 0 15,0-3 0-15,-3 1 8 0,-2 2-8 0,2-5 0 16,3 3 0-16,0 0 0 0,1-1 0 0,-4 1 0 16,0 0 0-16,-6 2 0 0,1-2 0 0,-1-1 0 0,-3 1 0 15,7 2 0-15,-4-5 0 0,0 5 0 0,7-2 0 16,-4-3 8-16,6 3-8 0,-3-1 0 16,1 1 0-16,-4-3 0 0,0 3 0 0,-3-3 0 0,4 2 0 0,2 1 0 15,0-3 0-15,0 3 0 0,4-3 0 0,2 2 0 0,0-2 0 16,0 3 0-16,4-3 0 0,-4 0 0 0,-3 0 0 15,0 0 0-15,3 0 0 0,1 0 0 0,-4 0 0 0,3 0 0 16,0 0 0-16,3 0 0 0,-2 0 0 0,5 0 0 16,0 0 0-16,3 0 0 0,0 0 0 0,-3 3 0 15,1-3 0-15,-1 0 0 0,0-3 0 0,0 3 0 16,-3 0 0-16,1-3 0 0,-4 3 0 0,3 0 0 16,-3-2 0-16,3 2 0 0,-2 0 0 0,2 0 0 15,0-3 0-15,3 3 0 0,0 0 0 0,0-3 0 16,1 3 0-16,-1-2 0 0,0 2 0 0,0 0 0 15,-3-3 0-15,0 3 0 0,-2 0 0 0,-1-3 0 16,3 3 0-16,0-2 0 0,0 2 0 0,-2 0 0 16,5 0 0-16,0-3 0 0,0 3 0 0,0 0 0 15,3 0 0-15,1 0 0 0,2-3 0 0,-3 3 0 16,3 0 0-16,-3 0 0 0,0 0 0 0,0 0 0 16,-3 0 0-16,4 0 0 0,-4 0 0 0,0 0 0 15,0 0 0-15,3-5 0 0,-3 5 0 0,1 0 0 16,2 0 0-16,0 0 0 0,0-2 0 0,3 2 0 15,0 0 0-15,0-3 0 0,0 3 0 0,4 0 0 16,-1 0 0-16,0-3 0 0,0 3 0 0,0 0 0 16,3-2 0-16,0 2 0 0,0 0 0 0,0 0 0 15,0 0 0-15,3 0 0 0,-6 0 0 0,4 0 0 0,-1 0 0 16,-3 0 0-16,3-3 0 0,-3 3 0 0,3 0 0 0,-3 0 0 16,0 3 0-16,0-3 0 0,0-3 0 0,0 3 0 15,0 0 0-15,1 0 0 0,-1-3 0 16,3 3 0-16,0 0 0 0,-3 0 0 0,3-2 0 15,0 2 0-15,-3 0 0 0,3-3 0 0,3 3 0 16,-3 0 0-16,0-3 0 0,0 3 0 0,3-2 0 16,1 2 0-16,-1-3 0 0,0 3 0 0,0-3 0 0,0 3 0 0,0 0 0 0,0 0 0 15,-3-5-16-15,3 2-7 0,3 1-1 0,-3 2 0 16,0-3 39-16,0 1 7 0,3 2 2 0,3 0 0 16,-9-3-39-16,3 0-7 0,3 1-2 0,3 2 0 15,-6-3 39-15,0 0 7 0,0 1 2 0,0-1 0 16,6 3-39-16,-5-3-7 0,-1-2-2 0,0 2 0 15,0 1 41-15,6 2 8 0,-6-6 2 0,0 4 0 16,6 2-27-16,-6-3 0 0,0 1 8 0,3-1-8 16,-3-2 0-16,6 5 0 0,-3-3 0 0,0 0 0 15,3 3 0-15,-3-8 0 0,0 6 8 0,0-4-8 16,3 1-22-16,0 0-6 0,0 2-2 0,0-5 0 16,0 3 30-16,0 0 0 0,0-3 0 0,3 2 0 15,0 1 19-15,-3-3 9 0,3 0 3 0,0 3 0 16,-3-3-31-16,3 0 8 0,0 0-8 0,-3 3 0 15,3 0 0-15,0-3 0 0,-3 2 0 0,3 1 0 16,0-3 8-16,-3 3 0 0,6 0-8 0,-6-1 12 16,3 1-12-16,0 0 0 0,-3-1-9 0,3 1 9 15,0 2 0-15,-3 3 0 0,0-5 0 0,0 5 0 16,3-2 0-16,-3 2 0 0,3-6 0 0,-3 4 0 16,0 2 0-16,3-3 0 0,0-2-8 0,-3 5 8 15,3-3-68-15,0-2-12 0,-1 2-1 0</inkml:trace>
  <inkml:trace contextRef="#ctx0" brushRef="#br0" timeOffset="5793.319">13918 2307 1682 0,'-9'0'35'0,"0"0"9"0,3-2-36 0,0 2-8 0,6 0 0 0,0 0 0 16,0 0 80-16,0 0 15 0,0 0 2 0,0 0 1 15,0 0-47-15,0 0-10 0,0 0-1 0,0 0-1 16,0 0-11-16,0 0-1 0,0 0-1 0,6 0 0 15,-3 0 2-15,3 0 0 0,3 0 0 0,-3 0 0 16,3 0-4-16,0 0-1 0,3 0 0 0,0 0 0 16,0 0-10-16,0 0-1 0,2 0-1 0,1 0 0 15,0 0-11-15,3 0 12 0,-3 0-12 0,3 0 12 16,0 0-12-16,-3 0 8 0,2 0-8 0,1 0 8 16,3-6-8-16,0 6 8 0,3 0-8 0,0-2 8 15,2 2 0-15,1 0-8 0,3 0 12 0,0 0-4 16,-1-6-8-16,-2 6 8 0,0-2-8 0,3-1 8 15,0 3-8-15,-7-3 10 0,4 3-10 0,3-5 10 0,-3 5-10 16,2-2 12-16,4 2-12 0,0-6 12 16,0 6-4-16,-1-2 0 0,-2 2 0 0,3-6 0 15,-6 6-8-15,0 0 8 0,-1-2-8 0,-2 2 8 0,3-6-8 0,0 6 0 0,-1 0 9 16,4-5-9-16,-3 2 0 0,3 3 9 0,0 0-9 16,-1-5 0-16,-2 5 13 0,3-2-4 0,-6 2-1 0,3 0 0 15,-7-6 4-15,1 6 1 0,0-2 0 0,0 2 0 16,-3-6-3-16,3 6-1 0,-1-2 0 0,1 2 0 15,3-6-1-15,-3 6-8 0,6-5 12 0,-4 2-4 16,1 3-8-16,0 0 8 0,-3-5-8 0,3 2 8 16,-3 3-8-16,-1 0 8 0,1 0-8 0,-3-5 8 15,-3 5-8-15,3-2 10 0,-3 2-10 0,0-6 10 16,0 6-10-16,-1-2 8 0,1-1-8 0,0 0 8 16,0 3-8-16,0 0 0 0,0-5 9 0,3 5-9 15,-3 0 8-15,-1-3-8 0,1 3 10 0,3 0-10 16,-3 0 12-16,3-5-4 0,-3 5-8 0,0-3 12 15,0 3-12-15,-1 0 0 0,1 0 0 0,-3-5 0 16,0 5 8-16,0 0-8 0,0 0 0 0,0 0 9 16,0 0-9-16,-3-3 0 0,3 3 9 0,-3 0-9 15,-1 0 0-15,1 0 8 0,0-5-8 0,0 5 0 16,0 0 0-16,0-2 9 0,3 2-9 0,-3-3 0 16,0 3 9-16,0 0-9 0,3-3 0 0,-3 3 9 15,0 0-9-15,2 0 0 0,-2-5 0 0,0 5 8 16,3 0-8-16,0-3 8 0,0 3-8 0,-3 0 8 0,3 0-8 15,0 0 0-15,0-5 9 0,-3 5-9 0,3 0 8 16,-4-3-8-16,1 3 8 0,0 0-8 0,0 0 9 16,-3 0-9-16,3-5 12 0,0 5-12 0,0 0 14 0,-3-3-4 0,0 3-1 0,0 0 0 15,3 0-9-15,-3-5 10 0,0 5-10 0,0 0 10 16,0 0-10-16,0-5 0 0,0 5 0 0,-1 0 0 16,1-3 0-16,0 3 0 15,0 0 8-15,0-5-8 0,0 5 0 16,0-3 0-16,0 3 0 0,0-5 8 0,0 5-8 0,0-3 0 15,0 3 0-15,3 0 0 0,-3 0 0 0,0-5 0 0,3 5 0 0,-3 0 0 16,0-3 0-16,3 3 0 0,-3 0 8 0,-1 0-8 16,4 0 0-16,-3 0 0 0,0 0 0 0,0 0 0 15,0 0 0-15,0 0 0 0,0 0 0 0,0 3 0 16,0-3 0-16,0 0 0 0,-3 5 0 0,3-5 0 16,0 0 0-16,0 3 8 0,-3-3-8 0,3 5 0 15,0-5 0-15,-3 3 0 0,3-3 0 0,0 5-11 16,0-5-19-16,-1 3-4 0,1-3-1 0,0 5 0 15,0-5-89-15,0 0-17 0,0 0-4 0</inkml:trace>
  <inkml:trace contextRef="#ctx0" brushRef="#br0" timeOffset="6838.165">16731 2085 1583 0,'0'0'32'0,"0"0"10"0,0 0-34 15,0 0-8-15,0 0 0 0,0 0 0 16,6 0 84-16,0 0 16 0,-3 0 2 0,3 0 1 0,0 0-32 0,0 0-7 0,3 0 0 0,0 0-1 15,-3 0-31-15,2 0-7 0,4 0-1 0,-3 0 0 16,0 5-16-16,3-5-8 0,0 0 0 0,-3 0 8 16,3 0-8-16,3 3 0 0,-3-3 0 0,-3 0-11 15,2 5-113-15,-5-5-24 0</inkml:trace>
  <inkml:trace contextRef="#ctx0" brushRef="#br0" timeOffset="8439.79">14475 4763 1094 0,'0'0'46'0,"0"0"-37"15,0 0 95-15,0 0 20 0,0 0 3 0,0 0 1 16,0 0-52-16,0 0-9 0,0 0-3 0,0 0 0 15,0 0 0-15,0 0 0 0,0 0 0 0,0 0 0 16,0 0 0-16,0 0 0 0,0 0 0 0,0 0 0 16,0 0-51-16,0 0-13 0,0 0 0 0,0 0 0 15,0 0 0-15,6 0 0 0,0 0 0 0,3 0 0 16,-4-5 54-16,1 5 8 0,3 0 2 0,-3 0 0 16,3 0-52-16,-3 0-12 0,3 5 0 0,3-5 0 15,-3 0 0-15,3 0 0 0,-3 0 0 0,3 0 0 16,3 2 0-16,-4-2 0 0,4 0 0 0,0 0 0 15,0 0 0-15,0 0 0 0,3 0 0 0,-3 0 0 16,3 0 0-16,-3 0 0 0,2 0 0 0,1 0 0 16,0 0 11-16,0-2-11 0,-3 2 12 0,3 0-12 15,0 0 8-15,-4 0-8 0,4 0 0 0,-3 0 0 0,0 0 0 16,0 0 0-16,0 0-15 0,0 0 5 0,0 0 10 0,2 0 0 16,1 0 0-16,0 0 0 0,3 0 14 0,0 0 5 0,0 0 1 15,0 0 0 1,-1 0-12-16,1 0-8 0,0 0 12 0,0 0-12 0,0 0 12 15,-3 0-12-15,2 0 12 0,-2 0-12 0,3 0 13 0,-6 0-4 0,3 0-1 0,-3 0 0 16,3 0-8-16,-1 0 0 0,4 0 9 16,0 0-9-16,0 0 12 0,3 0-3 0,0 0 0 0,-1 0 0 15,1 0 1-15,0 0 0 0,0 0 0 0,0 0 0 16,-4 0-1-16,1 0 0 16,0 0 0-16,0 0 0 0,-3 0-1 0,0-5-8 0,-3 5 12 0,2 0-4 15,-2-3-8-15,3 3 12 0,3 0-12 0,-3 0 12 16,3-3-12-16,-3 3 0 0,2 0 9 0,-2 0-9 15,3 0 0-15,-3-2 9 0,3 2-9 0,-3 0 0 16,0-3 11-16,-1 3-11 0,1 0 10 0,-3 0-10 16,0-3 8-16,-3 3-8 0,0 0 0 0,0 0 9 15,0 0-9-15,0 0 12 0,-1 0-12 0,1 0 12 16,-3 0-12-16,3 0 0 0,0 0 0 0,-3 0 0 16,3 0 0-16,0 0 8 0,0 0-8 0,0 0 0 15,0 0 0-15,-1 0 0 0,4 0 8 0,-3 0-8 16,0 0 0-16,3-2 0 0,-3 2 0 0,3 0 0 15,-3 0 0-15,0 0 8 0,0 0-8 0,2 0 0 16,-2-3 8-16,0 3-8 0,0 0 8 0,0-3-8 16,-3 3 0-16,3 0 0 0,-3-2 8 0,0 2-8 0,0 0 0 0,0 0 0 15,-3 0 0-15,2 0 8 16,-2-6-8-16,0 6 0 0,3 0 0 0,-3 0 0 0,3 0 8 16,-3 0-8-16,0 0 8 0,0 0-8 15,3-2 8-15,-3 2-8 0,0-3 0 0,3 3 8 16,-3 0-8-16,0-3 10 0,3 3-10 0,-3-2 10 0,0 2-10 0,3 0 10 15,-4-3-10-15,4 3 10 0,0 0-10 0,-3-2 0 0,3 2 9 0,-3-3-9 16,3 3 0-16,0 0 0 0,0-3 0 16,0 3 0-16,-3 0 0 0,3-2 0 0,0 2 0 0,0-3 8 15,0 3-8-15,-3 0 0 0,2-3 0 0,1 3 0 16,0 0 0-16,-3 0 0 0,0 0 0 0,0 0 0 16,3 0 0-16,-3-2 0 0,3 2 0 0,-3 0 0 15,0 0 0-15,0 0 0 0,0 0 0 0,0 0 0 16,-3 0 0-16,3 0 0 0,0 0 0 15,-3 0 0-15,-3 0 0 0,6 0 0 0,-3 0 0 0,-3 0 0 16,5 0 0-16,-5 0-16 0,3 0 2 0,-3 0 1 16,0 0-89-16,0 0-18 15,6-6-3-15</inkml:trace>
  <inkml:trace contextRef="#ctx0" brushRef="#br0" timeOffset="10326.878">17862 2336 2030 0,'0'0'57'0,"0"0"14"0,0 0-57 0,0 0-14 0,0 0 0 0,0 0 0 15,0 0 105-15,0 0 19 0,0 0 3 0,0 0 1 16,0 0-103-16,0 0-25 0,0 0 0 0,0 0 0 16,0 6 42-16,-3 2 3 0,3 2 1 0,-3 3 0 31,3 1-22-31,-3-1-5 0,0 3-1 0,-3 5 0 0,3-5-18 0,0 5 0 0,-3 3 0 0,3 5 0 15,3-5 0-15,-3 2 0 0,3 1-8 0,3 2 8 16,0-3 0-16,0-7 0 0,3 2 0 0,0 0 10 16,0-5-10-16,0-3 0 0,3 0 0 0,-3-2 0 31,3 0-49-31,0-3-12 0,0-1-3 0,0-4 0 0,0 2 52 0,0-5 12 0,-1 0 0 0,1 0 0 16,0-5 48-16,0 2 13 0,-3 3 3 0,3-5 0 15,-3 3-52-15,0-6-12 0,0 2 0 0,0-2 0 16,0 0 54-16,0 3 8 0,-3-3 2 0,3 0 0 15,-3 0-52-15,3 0-12 0,-3 0 0 0,0 1 0 16,0 1 0-16,0 1 0 0,0 2 0 0,-3 3 0 16,3-5 28-16,-3 5 2 0,0 0 1 0,6 0 0 15,-6 0-31-15,3 5 0 0,2-2 0 0,-2 2 0 16,3 3-21-16,-3 0-7 0,3 0-2 0,0 5 0 16,3-5 30-16,-3 5 0 0,3-5 0 0,-3 0 0 15,3 6 0-15,0-7 0 0,0 1 0 0,0-5 0 16,0 2 0-16,0 1 0 0,0-4 0 0,-1 4 0 15,1-6 45-15,0 2 15 0,3-2 4 0,-3 0 0 16,-3-2-103-16,3 2-20 0,0-6-4 0,0 1-1 0,-3 0 52 16,3 2 12-16,-3 0 0 0,-3-5 0 0,3 1 58 15,-3 1 14-15,0-2 4 0,0 3 0 0,-3-3-34 0,0-3-6 0,0 1-2 0,-3 2 0 16,3-3-14-16,-3-2-2 0,-3 0-1 0,0 2 0 16,0-2-17-16,0 0 0 0,-3 2 0 0,0-2 0 15,3 0 0-15,-3 2 0 0,0 3 0 0,0 3 0 16,0-3 0-16,0 3 0 0,0 2 0 0,1 3 0 15,2-5-44-15,-3 5-16 0,0 5-4 16,0-5 0-16,3 3-51 0,0 5-10 0,3-3-3 0,0 3 0 16,0 5-102-16,3-2-21 0</inkml:trace>
  <inkml:trace contextRef="#ctx0" brushRef="#br0" timeOffset="11052.298">18448 2725 1728 0,'0'0'36'0,"3"-5"8"15,3 2-35-15,-3 3-9 0,3 0 0 0,-3-5 0 16,3 3 84-16,0 2 14 0,0-3 3 0,3 0 1 16,-3 3-34-16,0 0-6 0,3 0-2 0,0 0 0 15,-3-5-25-15,3 5-6 0,0 0-1 0,-3-3 0 16,3 3-8-16,-1 0-1 0,1 0-1 0,3 0 0 0,-3-5-7 0,3 2-2 0,0 3 0 0,0-5 0 15,0 0 44-15,-3 2 9 0,3-2 2 0,-3 2 0 16,3-5-36-16,-4 3-6 0,-2 2-2 0,0-5 0 16,0 3 24-16,-6-3 5 0,3 3 1 0,-6 2 0 15,0-5-9-15,-3-2-1 16,0 7-1-16,-2-5 0 0,-1 3-18 0,-3 2-3 16,0-5-1-16,-3 8 0 0,3 0-17 15,0-5 0-15,0 5 0 0,0 5 0 0,0-5 0 16,3 3 0-16,-2 2 0 0,2-2 0 0,0 2-12 0,0 3-2 0,3-3-1 15,3 6 0-15,0-3-1 0,0 5-1 0,3-5 0 16,0 5 0-16,3-5 2 0,3 3 1 0,0 2 0 0,0 0 0 16,0 0 14-16,3-2-11 0,-1 2 11 0,1 0-10 15,0 3 10-15,0-5 0 0,0 0-9 0,0 4 9 16,0-4 0-16,0 0 0 0,0-1 0 0,0 1 0 16,0 5-12-16,-3-6 12 0,3 3-12 0,-3 1 12 15,3 2 0-15,-3-3 0 0,-1 3 0 0,-2-6 0 16,3 3 0-16,-3 1 0 0,-3-4 12 0,0 1-4 15,0-1-8-15,-3-2-11 0,3 3 3 0,-6-3 0 16,3 0 8-16,-2 0 0 0,-1-6 0 0,0 1 0 16,-3 0 0-16,3-3 0 0,-3 0 0 0,0 0 0 15,3-3 0-15,-3-2 0 0,0-1 0 0,3-1 0 16,-3-1 24-16,3-3 8 0,3 0 0 0,-3 4 1 16,3-7-53-16,0 4-10 15,0-6-2-15,3 3-1 0,0-1 45 0,3-2 10 0,0 3 2 0,0 3 0 16,3-9-24-16,0 9 0 0,3-6-12 0,0 2 4 15,0 1 8-15,0 0-8 0,3 2 8 0,0 3-8 0,0-5 8 16,0 5 0-16,2 0 0 0,-2 0 0 16,3 3 0-16,0 2 0 0,0-4 0 0,-3 4 0 15,3 3 11-15,0-3 4 0,0 3 1 0,-4 0 0 0,1 3-8 0,0 0-8 0,0-1 11 0,-3 3-11 16,3 3 12-16,-3 0-12 0,0-5 12 0,0 5-12 16,-3 3 12-16,0-4-4 0,0 1 0 0,-3 0-8 15,0 0 20-15,0 0-4 0,0 0 0 16,-3 0 0-16,0 3-16 0,0-3-9 0,0 0 1 15,-3-6 0-15,3 3-6 0,0-5-1 0,-3 6 0 0,3-6 0 16,0 0-123-16,0 0-25 0,0 0-5 0</inkml:trace>
  <inkml:trace contextRef="#ctx0" brushRef="#br0" timeOffset="11208.026">18946 2569 2067 0,'-3'-18'87'0,"0"2"-70"15,3 0 89-15,-3 3 18 0,3 0 3 0,0 2 1 16,0 3-44-16,0-3-9 0,3 3-2 0,-3 6 0 16,3-6-52-16,3 8-10 0,-3-8-3 0,2 8 0 15,1 0-74-15,0 0-15 0,3 0-3 0</inkml:trace>
  <inkml:trace contextRef="#ctx0" brushRef="#br0" timeOffset="11523.127">19383 2617 2553 0,'0'0'53'0,"0"0"12"0,0 0-52 15,0 0-13-15,-3-3 0 0,3 3 0 0,-3-8 120 0,3 8 22 0,0-2 4 0,0 2 1 16,0 0-65-16,0 0-13 0,-6-3-2 0,6 3-1 16,-6 0-24-16,0 0-5 0,0 0-1 0,-3 3 0 15,0 7-20-15,1-2-5 0,-7 0-1 0,3 5 0 16,0 3-10-16,-3-5 0 0,0 7 0 0,3-2 0 15,0-3 0-15,3 3 0 0,0-2 0 0,0 1 0 16,7 1 0-16,2-2 0 0,0 1 0 0,5-4 0 16,1 2 0-16,3 3 0 0,0-3 0 0,3 3 0 15,-3-3 0-15,3 3 0 0,0-2 0 0,0-1 0 16,3-3 0-16,-3 1 0 0,3 0 0 0,-4-4 0 16,1 1 0-16,0-2 0 0,3-4 0 0,-3 1 0 15,0 0-59-15,3-3-4 0,0 0-1 0,0 0 0 16,-1-3-102-16,1 3-21 15,0-3-4-15</inkml:trace>
  <inkml:trace contextRef="#ctx0" brushRef="#br0" timeOffset="12257.405">18094 3755 1706 0,'0'0'72'0,"-6"0"-58"15,0 2 65-15,0-2 13 0,0 3 2 0,0-3 1 16,1 3 26-16,-1-3 6 0,-3 0 1 0,0 2 0 15,3-2-52-15,-3 3-9 0,0 0-3 0,3-1 0 16,-3 1 0-16,0 2 0 0,0-2 0 0,0 2 0 16,-3 0-51-16,3 3-13 0,-3 3 0 0,1 2 0 15,2-5 0-15,-3 5-15 0,3 3 3 0,0-3 1 16,3 3 11-16,-3-3 16 0,3 3-4 0,3 0-1 16,0 0-11-16,0 0 0 0,3 3 0 0,3-9 0 15,0 6 0-15,0-3 0 0,3 0 0 0,0 3 0 16,3-2 0-16,3-4 0 0,0 1 0 0,3-1 0 15,2-2-49-15,4 0-12 16,0-3-3-16,0 1 0 0,0 2 52 0,0-8 12 0,-1 0 0 0,1 0 0 0,-3 0 0 16,-3-6 0-16,0 4 0 0,-3-9 0 0,0 6 27 15,-3 0 8-15,-3-3 1 0,3-3 1 0,-4 3-2 0,-2 0-1 16,3 0 0-16,-3 0 0 0,-3 0 8 0,3 0 2 0,-3 1 0 16,3-1 0-16,-3-6-10 15,0 4-2-15,0-1 0 0,0 1 0 0,0 2-14 16,-3-3-3-16,6 3-1 0,-3-2 0 0,0 4-14 0,0 1 0 15,0 2 8-15,0 3-8 0,0 0 0 0,0 0 0 0,0 0 0 0,0 0 0 16,0 0 0-16,3 0 0 0,0 6-8 0,0 2 8 16,0 2 0-16,0 3 0 0,0-5 0 0,0 6 0 15,0-4 0-15,-3 1 0 0,3 5 0 0,0-8 0 16,-3 5-16-16,3 3 0 0,0-6 0 0,0 1 0 16,0 5-20-1,0-6-4-15,0 3-1 0,0 1 0 0,3-4-151 16,-3-2-31-16,3 3-5 0</inkml:trace>
  <inkml:trace contextRef="#ctx0" brushRef="#br0" timeOffset="12422.827">18380 3810 2124 0,'-18'-18'44'0,"3"-1"10"15,3 3-43-15,0 3-11 0,4-3 0 0,-1 6 0 16,0-1 41-16,3 0 7 0,3 4 0 0,-3 4 1 15,3-5-28-15,3 8-5 0,0-5-2 0,0 5 0 16,0 0-85-16,3-3-17 0,0-2-3 0</inkml:trace>
  <inkml:trace contextRef="#ctx0" brushRef="#br0" timeOffset="12814.417">18410 3948 1824 0,'0'0'38'0,"0"0"8"0,0 0-37 0,6 5-9 0,0 0 0 0,0-2 0 16,0 2 100-16,3-2 19 0,-1 2 3 0,1 1 1 16,0 2-55-16,0-6-10 0,0 3-2 0,0 3-1 15,0-2-26-15,0 2-5 0,0 2 0 0,0-2-1 16,-3 0-12-16,0 3-3 0,0-3 0 0,-3 2 0 15,0 1-8-15,0-1 8 0,0 4-8 0,0-6 8 16,-3 5 0-16,0-5-8 0,0-3 12 0,0 3-4 16,0 0 24-16,-3 0 4 0,3 0 0 0,0-8 1 15,0 0 20-15,0 0 4 0,0 0 1 0,0 0 0 16,0 0-7-16,0 0-2 0,0 0 0 0,0 0 0 16,-3-8-9-16,0 3-3 0,0-1 0 0,3-2 0 15,0 0-19-15,3 0-4 0,-3-2-1 0,6-1 0 16,-3 3-17-16,2-2 8 0,4-1-8 0,0 1 0 15,0-4 0-15,0 1 0 0,3 3 0 0,-3-4 0 16,6 1 0-16,-3 2-16 0,3-2 2 0,3 3 0 16,-4-1-119-16,1 0-24 0,3 1-5 15</inkml:trace>
  <inkml:trace contextRef="#ctx0" brushRef="#br0" timeOffset="13772.874">18990 4006 1580 0,'0'0'67'16,"3"-5"-54"-16,0 2 138 0,-3 0 27 0,3-4 6 0,0 1 0 15,0 1-60-15,0 0-12 0,-3-1-2 0,3 1-1 16,-3 2-15-16,0-2-3 0,0 0-1 0,-3 0 0 16,3-1-55-16,-3 1-11 0,0 2-3 0,0-2 0 15,3 5 5-15,-6-3 1 0,3 3 0 0,-3 0 0 16,0 0-14-16,-3 0-2 0,3 3-1 0,-3 2 0 15,1-2-10-15,-1 2 0 0,0 3 0 0,0 0 8 16,-3 5-8-16,3-5 0 0,0 6 0 0,0-1 0 16,3-3-14-16,0 4 5 0,3-4 1 0,0 1 0 15,0 5-9-15,6-6-2 0,0 1 0 0,0 5 0 16,6-8-9-16,0 5-1 16,0-3-1-16,3 4 0 0,0-6 8 0,0 0 2 0,3-3 0 0,-1-3 0 15,-2-2 10-15,3-2 10 0,3 2-13 0,-3-8 5 16,0 0 8-16,0 3 0 0,3-3 0 0,-4 0 0 15,1 0 20-15,0 0 5 0,-3 3 2 0,3-3 0 16,-3 0-27-16,-3 0 0 0,0 0 0 0,-3 3 0 16,0-3 56-16,0 0 7 0,-3 0 1 0,0 0 0 15,0 3-52-15,-3-1-12 0,0-2 0 0,0 0 0 16,0 3 0-16,-3 0 0 0,3-1 0 0,0 6 0 0,-3-5 0 0,3 5 0 16,0 0 0-16,0 0 0 0,0 0 25 15,0 0 3-15,0 0 0 0,0 0 0 16,-6 5-28-16,3-5 0 0,0 6 0 0,0-1 0 0,0 3 0 0,3-3 0 0,0 3-9 15,0 0 9-15,0 0-22 0,3 3-1 0,0-3 0 16,0 2 0-16,3-2 23 0,0 0 0 0,3 3 0 0,-4-3 0 31,7 2-29-31,0 1 1 0,0-3 1 0,0-6 0 0,0 1 11 0,0 2 3 0,0-5 0 16,0 3 0-16,-3-3 13 0,3-3 0 0,-3 3 0 0,-1-5-9 16,1 2 9-16,0 1 0 0,-3-6 8 0,0 0-8 15,0 3 20 1,0-3-1-16,-3 0 0 0,3 2 0 0,-3-2 5 0,0 0 0 0,-3 3 1 0,3-3 0 15,0 0-4-15,-3 3-1 0,0-3 0 0,3 3 0 16,-3 0-4-16,0-3 0 0,3 2-1 0,-3 1 0 16,0 0-15-16,0 5 9 0,0-6-9 0,0 6 8 15,0 0-8-15,0 0 0 0,0 0 0 0,0 0 0 16,0 0 0-16,0 0 0 0,0 0 0 0,3 6 0 16,0-1 0-16,-3 6 0 0,3-3 0 0,0-3 0 15,0 0-9-15,0 3 9 0,3 3 0 0,-3-3 0 16,3 2-38-16,3-2-1 0,-3 3 0 0,2-1 0 15,4-2 39-15,0 3 8 0,0-3 2 0,3-3 0 16,-3 0-10-16,3 1-12 0,0-4 2 0,-3 1 1 16,3-3 9-16,-4-3 0 0,4 3 0 0,-3-5 0 0,0 2 0 15,0-2 0-15,-3 0 0 0,0-1 0 0,-3 4 0 0,0-6 0 0,0 0 0 16,0 3 0 0,-3-1 46-16,0-2 14 0,3 3 4 0,-6-3 0 15,3 3-33-15,-3 0-7 0,0-3 0 0,3 0-1 0,-3 2-12 16,0 1-3-16,3 0 0 0,-3 5 0 0,0-5 20 0,0 5 4 15,0-6 1-15,0 6 0 0,0 0-33 16,0 0 0-16,0 0 0 0,0 0 0 16,0 0-20-16,3 0-10 0,2 6-2 0,-5-6-1 0,3 2 33 0,0 1 0 0,0 5 0 0,-3-3 0 15,3 6 0-15,0-3 0 0,-3-6 0 0,3 6 0 16,0 0 0-16,0 3 0 0,0-3 0 0,-3-3 0 16,3 0-32-1,0 6 1-15,-3-9 0 0,3 4 0 16,-3-6-77-16,0 0-16 0,3 2-4 0,-3-2 0 0,0 0-102 0,0 0-21 15</inkml:trace>
  <inkml:trace contextRef="#ctx0" brushRef="#br0" timeOffset="13920.602">19728 3972 2508 0,'-9'-14'71'0,"1"1"16"16,-1 0-70-16,3-3-17 0,0 3 0 0,0 2 0 15,0-5 55-15,3 3 7 0,0 0 2 0,0 0 0 16,3 2-52-16,0-2-12 0,3 2 0 0,0 1 0 15,0-1 0-15,3 1 0 0,0-1 0 0,0 3 0 16,6 0-151-16,-1 0-33 0,1 0-6 0</inkml:trace>
  <inkml:trace contextRef="#ctx0" brushRef="#br0" timeOffset="14176.08">19972 3585 2142 0,'-11'-10'44'0,"5"2"12"0,0 8-45 0,0-5-11 0,0 2 0 0,0 0 0 16,3 3 140-16,3 0 25 0,-6 0 6 0,6 0 1 15,-6 3-87-15,0 5-17 0,0 0-3 0,0 0-1 16,3-3-51-16,0 6-13 0,3 2 0 0,-3-3 0 16,3 9 0-16,0-9 0 0,0 9 0 0,0 2 0 15,0 3 0-15,0 5 0 0,3 3 0 0,-3 2 0 16,0-2 0-16,3 0 0 0,-3-1 0 0,3-1 0 16,-3 1 0-16,0-7 0 0,-3 0 0 0,3 2 0 15,-3-2 54-15,0 0 8 0,0 3 2 0,0-1 0 16,0-2-103-1,0 0-20-15,0-1-4 0,-3-1-1 0,3-4-51 16,0 1-10-16,0-6-3 0,0 0 0 0,3-2-51 0,-3-6-10 16,3 0-3-16</inkml:trace>
  <inkml:trace contextRef="#ctx0" brushRef="#br0" timeOffset="14391.061">19871 4194 2030 0,'-6'-16'57'0,"-3"-2"14"15,3-1-57-15,0 6-14 0,1-6 0 0,2 3 0 16,-3 3 105-16,3 3 19 0,0-6 3 0,0 5 1 15,3 1-52-15,-3 2-9 0,3-6-3 0,3 6 0 16,0 3 0-16,0-3 0 0,3 6 0 0,0-6 0 16,-1 2 0-16,7 1 0 0,-3 2 0 0,3 3 0 15,0 0-51-15,3-5-13 0,0 5 0 0,0 0 0 16,0-3 12-16,0 3 0 0,-1 0 0 0,1 0 0 16,0 0-12-16,-3-5 8 0,3 5-8 0,-3 0 0 15,3-3-11-15,-3 3-8 0,-3-2-1 0,3 2-1 16,-4 0-156-16,1 0-31 0,3 0-7 0</inkml:trace>
  <inkml:trace contextRef="#ctx0" brushRef="#br0" timeOffset="15371.11">13344 2209 2066 0,'0'-5'43'0,"0"5"10"0,0-3-42 0,0 3-11 0,0 0 0 0,0 0 0 16,0 0 156-16,-3-7 28 0,3 7 7 0,0 0 1 15,0 0-103-15,-6 2-20 0,0 6-4 0,-3 0-1 16,3 5-51-16,-3 1-13 0,0 7 0 0,-3-3 0 15,0 1 0-15,-3 5 8 0,0-3-8 0,-5-3 0 16,-1 9 10-16,0-6-10 0,-3-5 10 0,0 8-10 16,0-3 0-16,1 3 0 0,-1 2-13 0,0-2 4 15,3-3 9-15,3 3 0 0,0-6 0 0,-2 1 0 16,2-3 0-16,-3 2 0 0,3-7 0 0,0-3 0 16,0 2-227-1,-3-7-43-15,7 2-9 0</inkml:trace>
  <inkml:trace contextRef="#ctx0" brushRef="#br0" timeOffset="15633.157">12858 2400 1580 0,'0'-19'67'15,"0"9"-54"1,0-1 139-16,3 1 28 0,0 2 6 0,-3 0 1 16,3 2-87-16,3 1-16 0,-3 3-4 0,3 2-1 15,0 0-20-15,0 0-4 0,0 0-1 0,0 0 0 0,0 2 8 16,0 3 2-16,3 3 0 0,-3-2 0 0,3 2-52 0,0 0-12 0,0 5 0 0,2-5 0 15,1 0 0-15,3 5 0 0,-3-5 0 0,3 2 0 16,0 1 0-16,0 5 0 0,3 0 0 0,0-3 0 16,-4 6 0-16,4 2 0 0,0 0 0 15,0 3 0-15,-3 2 25 0,0-7 3 0,0 2 0 0,0 0 0 16,-4 0-48 0,1-8-10-16,0 3-2 0,0-2 0 15,0 1-144-15,-3-7-28 0,0 3-7 0</inkml:trace>
  <inkml:trace contextRef="#ctx0" brushRef="#br0" timeOffset="15880.562">13373 2662 1729 0,'0'-11'72'15,"0"-2"-57"1,-3 5 110-16,3-5 23 0,0 2 4 0,0 6 0 16,0-3-32-16,0 3-8 0,0 2 0 0,0 3-1 15,0 0-31-15,0 0-7 0,0 0-1 0,0 0 0 16,0 0-18-16,0 0-4 0,0 0-1 0,0 8 0 15,0 0-21-15,-3 0-5 0,3 5-1 0,0 3 0 16,0-3-8-16,0 3-2 0,0-5 0 0,0 7 0 16,0-4-4-16,0 1-8 0,0-4 11 0,0 2-11 15,0 0 9-15,-3 3-9 0,3-2 0 0,0-4 9 16,0 1-9-16,-3 5 0 0,3-8 9 0,0 5-9 16,-3-3-9-16,3 4-7 0,0-1 0 0,3-3-1 15,-3 4-144-15,3-4-29 0,0 1-6 0</inkml:trace>
  <inkml:trace contextRef="#ctx0" brushRef="#br0" timeOffset="16834.525">14957 2617 1630 0,'0'0'34'0,"0"0"7"0,0 0-33 0,0 0-8 0,0 0 0 0,0 0 0 16,0 0 147-16,0 0 27 16,-3-3 6-16,3 3 0 0,0 0-49 0,0-8-11 0,0 8-1 0,0 0-1 15,0 0-38-15,0 0-8 0,0 0-2 0,0 0 0 16,0 0-30-16,0 0-5 0,0 0-2 0,0 0 0 15,0 0-18-15,0 0-4 0,0 0-1 0,0 0 0 16,0 0-10-16,0 0 0 0,0 0 0 0,0 0 0 16,0 0-8-16,0 0-1 0,0 0 0 0,0 0 0 15,0 0-101-15,6 3-20 0,0 2-4 0</inkml:trace>
  <inkml:trace contextRef="#ctx0" brushRef="#br0" timeOffset="17110.915">15007 2990 1824 0,'0'0'76'15,"0"0"-60"1,0 0 132-16,0 0 28 0,0 0 4 0,0 0 2 15,0 0-86-15,0 0-18 0,0 0-3 0,0 0-1 0,0 0-8 0,0 0-2 0,0 0 0 0,0 0 0 16,0 0-51-16,0 0-13 0,0 0 0 0,0 0 0 16,0 0 0-16,0 0 0 0,6 0 0 0,-6 0 0 15,0 0 0-15,3 5 0 0,3-2 0 0,-3 5 0 32,0 0-202-32,0 0-43 0,0-3-9 0</inkml:trace>
  <inkml:trace contextRef="#ctx0" brushRef="#br0" timeOffset="17318.888">14996 3472 1789 0,'0'0'76'0,"-3"2"-61"16,3-2 97-16,0 8 20 0,0-8 4 0,0 0 1 15,-3 3-7-15,3-3-2 0,0 0 0 0,0 0 0 16,0 0-51-16,0 0-10 0,0 0-3 0,0 0 0 15,0 0-51-15,0 0-13 0,0 0 0 0,0 0 0 16,0 0 0-16,0 8 0 0,0-8 0 0,0 0 0 16,3 2-62-16,0 4-15 0,-3-6-3 0</inkml:trace>
  <inkml:trace contextRef="#ctx0" brushRef="#br0" timeOffset="17523.468">15019 3916 2067 0,'0'0'87'15,"0"0"-70"-15,0 0 89 0,0 0 18 0,0 0 3 0,0 0 1 16,0 0-52-16,0 0-9 0,0 0-3 0,0 0 0 31,0 0 0-31,0 0 0 0,0 0 0 0,0 0 0 0,0 0-51 0,0 0-13 0,0 0 0 0,0 0 0 31,3 5-151-31,0-2-33 0,3 2-6 0</inkml:trace>
  <inkml:trace contextRef="#ctx0" brushRef="#br0" timeOffset="17692.842">15031 4345 2488 0,'-9'10'52'0,"0"1"12"0,3-3-52 0,1 0-12 0,-1 0 0 0,0-3 0 15,3 0 73-15,3-5 12 0,0 0 3 0,0 0 0 16,0 0-65-16,0 0-13 0,0 0-2 0,0 0-8 16,0 0-21-16,0 0-11 0,0 0-3 0</inkml:trace>
  <inkml:trace contextRef="#ctx0" brushRef="#br0" timeOffset="18335.302">13555 4461 1824 0,'0'0'38'0,"0"0"8"0,0-5-37 0,-3 2-9 16,3 3 0-16,0-8 0 0,0 8 128 0,0 0 23 15,-3 0 5-15,3 0 0 0,0 0-56 0,0 0-12 0,0 0-3 0,-6-5 0 32,0 2-27-32,0 6-6 0,0 2 0 0,-3-5-1 0,0 8-26 0,-3 0-5 0,0 3 0 0,-2 2-1 15,-1 3-9-15,0 5-2 0,0 3 0 0,-3 2 0 16,3 1-8-16,-3-1 0 0,3 1 0 0,-2 2 0 15,-1-5 0-15,0-1 0 0,-3-1 0 0,0-1 0 16,0-5 0-16,-2-1 0 0,2 1 0 16,-3-5 0-16,3 0-49 15,3-4-12-15,0 1-3 0,0-2 0 0,4-4-102 0,2 4-21 16,0-6-4-16</inkml:trace>
  <inkml:trace contextRef="#ctx0" brushRef="#br0" timeOffset="18589.808">13105 4533 1792 0,'0'-19'51'0,"0"1"10"16,-3 4-49-16,3-2-12 0,0 3 0 0,0 5 0 16,0-5 85-16,0 8 15 0,0-1 2 0,0 6 1 15,0 0-11-15,0 0-3 0,0 0 0 0,6-2 0 16,0 4-20-16,0 1-4 0,3 2-1 0,0 3 0 16,3 0-51-16,0 0-13 0,3 3 0 0,0 2 0 15,0 0 54-15,-3 3 8 0,5 5 2 0,-5-2 0 16,3 2-52-16,-3 0-12 0,0 3 0 0,3 0 0 15,-6 0 0-15,3-3 0 0,0 0 0 0,-3 0 0 16,2-2 0-16,1 2 0 0,-3-8 0 0,3 6 0 0,-3-4 0 16,3-1 0-16,-3-1 0 0,0 0 0 0,0-2 0 15,-3 2 0-15,3-2 0 0,0-1 0 16,-3-2-141-16,3 3-31 0,-4-3-7 0</inkml:trace>
  <inkml:trace contextRef="#ctx0" brushRef="#br0" timeOffset="19076.933">13617 4810 2094 0,'0'0'60'0,"0"0"12"0,0 0-58 0,0 0-14 0,0 0 0 0,0 0 0 16,0 0 86-16,3-2 14 0,3 2 4 0,0 0 0 16,0 2-29-16,0 1-6 0,0 0-1 0,0 2 0 15,0 0-21-15,0 6-5 0,0-6-1 0,-3 3 0 16,3 3-19-16,-3 2-4 0,0-8-1 0,0 8 0 15,0-2-6-15,0 0-2 0,-3-1 0 0,3 1 0 16,-3-1-9-16,0 4 0 0,0-1 0 0,-3-3 0 16,3 1 0-16,-3-3 12 0,3 0-12 0,-3-3 12 15,3 0-12-15,0-5 0 0,0 0-12 0,0 0 12 16,0 0 0-16,0 0 13 0,0 0 0 0,0 0 0 16,0 0-5-16,0 0-8 0,-3-5 11 0,0 0-11 15,3 0 23-15,0-3-3 0,-3 0 0 0,3 0 0 16,0-3 2-16,3 3 0 0,-3-2 0 0,3 2 0 15,0-3-22-15,0 1 9 0,3 2-9 0,0 0 0 16,0-3 0-16,0 3 0 0,0 3 0 0,3 0 0 16,-4-3 0-16,4 2 0 0,-3 4 0 0,3-1 0 0,0 0 58 15,0 3 5-15,3-2 1 0,-3 2 0 16,0 2-52-16,3-2-12 0,-3 3 0 0,0 2 0 0,3 1 0 16,-3-1 0-16,-1-2 0 0,1 2 0 15,-3 0 54-15,3 3 8 0,0 3 2 0,-3-1 0 0,0 3-52 16,0 1-12-16,-3 2 0 0,3 2 0 0,-3-5 0 0,0 6 0 0,0-3 0 15,-3 2 0-15,3 1-28 16,0-1-9-16,0-4-2 0,0 1 0 0,0-1 0 16,0-1 0-16,0-3 0 0,0 1 0 0,0-3-162 0,3-3-33 0,-3 1-6 15</inkml:trace>
  <inkml:trace contextRef="#ctx0" brushRef="#br0" timeOffset="20005.351">20755 2024 1792 0,'-6'0'51'0,"0"0"10"0,0 0-49 0,6 0-12 0,-8 0 0 0,8 0 0 31,0 0 98-31,0 0 17 0,0 0 3 0,0 0 1 0,0 0-57 0,0 0-11 0,0 0-3 0,0 0 0 16,0 0-18-16,0 0-4 0,5 0-1 0,4 3 0 15,0-3 25-15,6 0 5 0,0 5 1 0,6-5 0 32,0 0-18-32,6 0-3 0,-4 0-1 0,7-5 0 0,0 2-6 0,3-2-2 15,-4 2 0-15,13-5 0 0,0 3-8 0,8 0-2 0,7 2 0 16,5-2 0-16,-2 2 5 0,2-5 1 0,4 3 0 0,2-3 0 16,-2 3-11-16,-4-3-3 0,4 5 0 15,2-5 0-15,-2 3-8 0,-1 0 8 0,1 2-8 16,-1-5 8-16,-8 3-8 0,-9 2 0 0,-1-5 0 15,-2 3 8-15,-7 5-8 0,1-8 10 0,-3 8-10 16,-3-5 10-16,-4 2-10 0,-5-2 10 0,-3 2-10 0,-3 3 10 16,-3-5-10-16,-6 5 12 0,0-3-12 0,-3 3 12 15,0-3-12-15,-6 3 12 0,0 0-12 0,0 0 12 16,0 0-12-16,0 0 10 0,0 0-10 0,0 0 10 16,0 0-23-16,0 0-5 0,0 0-1 0,-6 0 0 15,0 0-30 1,0 0-7-16,0 0 0 0</inkml:trace>
  <inkml:trace contextRef="#ctx0" brushRef="#br0" timeOffset="20785.327">23544 1315 1937 0,'0'-8'55'0,"3"-5"12"0,0 5-54 0,0 0-13 0,0-5 0 0,-3 5 0 32,0 0 74-32,0 0 12 0,-3 3 2 0,0-3 1 0,0 0 31 0,0 0 7 0,-3 3 1 0,3 2 0 15,-2 3-74-15,-1-5-14 0,0 5-4 0,0-6 0 16,-3 6-6-16,3 6-2 0,0-6 0 0,-3 5 0 16,0-2-28-16,0 2 0 0,0 5 0 0,-3 4 0 15,0-1 0-15,-3 3 0 0,4 5 0 16,-1 3 0-16,0-3 0 0,0 8 0 0,0 0 0 15,0 0 0-15,3 3 0 0,3-3 0 0,0 0 0 16,0 0 0-16,3-5 0 0,0 5 0 0,3-5 0 0,0 5 0 16,0 0 0-16,3 0-8 0,0 6-1 15,-3 2 0-15,3-8 9 0,0-3 0 0,0 3 0 0,-3 1 0 16,3-4 0-16,-3-7 0 0,0 2 0 0,-3 0 0 16,0-5 0-16,0 0 0 0,-3 2 0 0,0-2 0 15,-3-3 8-15,3-2 0 0,-3 2 0 0,-2 0 0 16,2-5-58-16,-3 0-11 0,0 0-3 15,0 0 0-15,0-3-59 0,0-2-12 0,3 2-2 0</inkml:trace>
  <inkml:trace contextRef="#ctx0" brushRef="#br0" timeOffset="20988.527">23169 1839 1580 0,'0'-13'67'15,"0"0"-54"-15,0 2 117 0,3-2 23 0,0 5 5 0,0 0 1 16,3 0-101-16,0-3-20 0,0 3-4 0,3 6-1 15,3-4 25-15,0 4 5 0,3-4 1 0,-3 6 0 16,3 0-17-16,2 0-3 0,-2 0-1 0,3 0 0 16,-3 0-27-16,0 0-4 0,0 6-2 0,0-6 0 15,0 0-10-15,-1 0-14 0,4 0 3 0,-3 0 1 32,3-6-136-32,-3 6-27 0,3 0-6 0</inkml:trace>
  <inkml:trace contextRef="#ctx0" brushRef="#br0" timeOffset="21204.339">23681 1709 1824 0,'0'0'38'0,"0"0"8"0,0 0-37 0,0 0-9 0,0 0 0 0,0 0 0 16,0 0 104-16,0 0 20 0,0 0 3 0,0 0 1 15,0 0-22-15,0 0-4 0,0 0-1 0,0 0 0 16,0 0-34-16,0 0-7 0,-3 6-2 0,0 2 0 16,0-1-20-16,3 7-4 0,0-6-1 0,0 8 0 15,0-3 25-15,-3 3 5 0,3 5 1 0,0-5 0 16,-3-3-52-16,3 3-12 0,-3 5 0 0,0-10 0 15,3 7 0-15,-2-2 0 0,2-3 0 0,-3-2 0 16,0 2 0-16,3-5 0 0,-3 5 0 0,0-2 0 16,3-1 0-16,-3 1 0 0,3-3 0 0,0 5 0 15,-3-5-100-15,3 5-22 0,0-5-5 0</inkml:trace>
  <inkml:trace contextRef="#ctx0" brushRef="#br0" timeOffset="22375.091">20708 4533 1288 0,'0'0'27'0,"0"0"5"0,0 0-32 0,0 0 0 0,0 0 0 0,0 0 0 16,0 0 112-16,6 0 16 0,0 0 4 0,0 0 0 16,2 0-43-16,-2 0-8 0,3 0-1 0,3 0-1 15,0 0-28-15,0 0-6 0,3 0-1 0,0 2 0 16,3-2-12-16,3 3-4 0,-1-3 0 0,1 3 0 16,3-3-8-16,-3 0-3 0,0 0 0 15,3 0 0-15,-1 0-9 0,1 0-8 0,3-3 12 0,0 3-12 16,3-3 12-16,2 3-4 15,1 0 0-15,0 0-8 0,-1 0 20 0,1 3-4 0,-3-3 0 0,6 0 0 16,-1 0-16-16,4 0 10 0,0-5-10 16,5 5 8-16,1-3 33 0,0 3 7 0,2 0 0 0,4 0 1 15,-3-3-34-15,-1 3-7 0,-2-5-8 0,3 2 11 16,-1 3 1-16,1-5 1 0,2 5 0 0,-2 0 0 16,-6 0-1-16,-4-3 0 0,-2 1 0 0,-3 2 0 15,0-3-1-15,-1 0-1 0,1 1 0 0,0-1 0 16,-6 3 22-16,-1-2 5 0,-2 2 1 0,-3 0 0 15,0 0-30-15,-3 0-8 0,-3 0 0 0,-1 0 0 16,-2 0 0-16,-3 0 0 0,0 0 0 0,0 0 0 16,-3 0 0-16,-3 0-16 0,3 0 4 0,-6 0 0 15,0 0 12-15,0 0 8 0,0 0-8 0,0 0 11 16,0 0-11-16,0 0 0 0,0 0 0 0,0 0 0 16,0 0-45-16,0 0-11 0,0 0-3 0,0 0 0 15,0-6-120-15,0 1-24 0</inkml:trace>
  <inkml:trace contextRef="#ctx0" brushRef="#br0" timeOffset="23101.349">21785 2474 2012 0,'0'0'57'0,"0"0"12"0,0 0-55 0,0 0-14 0,0-8 0 0,0 8 0 16,0 0 87-16,0 0 14 0,0-5 3 0,0 5 1 15,0 0-42-15,0-6-9 0,0 6-2 0,0 0 0 16,0 0-31-16,0 0-6 0,0 0-2 0,0 0 0 16,0 0-13-16,0 0 0 0,0 0-9 0,0 0 9 15,0 0-48-15,0 0-3 0,0 0-1 0,0 0 0 16,0 6-149-16,0-6-31 0</inkml:trace>
  <inkml:trace contextRef="#ctx0" brushRef="#br0" timeOffset="23309.726">21782 2831 1876 0,'0'0'39'0,"0"0"9"0,0 0-38 16,0 0-10-16,0 0 0 0,0 0 0 15,0 0 101-15,0 0 19 0,0 0 3 0,0 0 1 0,0 0-68 0,0 0-12 16,6-2-4-16,-6 2 0 0,3 0-26 0,-3 0-6 0,0 0 0 0,3 0-8 15,-3 0 0-15,0 0 0 0,6-6 0 0,-6 6-9 16,6 0-90 0,-6 0-17-16,3 0-4 0</inkml:trace>
  <inkml:trace contextRef="#ctx0" brushRef="#br0" timeOffset="23532.674">21797 3265 1758 0,'0'0'36'0,"0"0"10"15,-3 3-37-15,3-3-9 0,0 0 0 0,-3 5 0 16,3-5 93-16,0 0 17 0,0 0 3 0,0 0 1 16,0 0-55-16,0 0-11 0,0 0-3 0,0 0 0 15,0 0-28-15,0 0-5 0,0 0-2 0,0 0 0 16,0 0-10-16,0 0-17 0,0 0 4 0,0 0 1 15,0 0-153-15,0 0-31 0</inkml:trace>
  <inkml:trace contextRef="#ctx0" brushRef="#br0" timeOffset="23713.882">21788 3654 2019 0,'-3'5'57'0,"0"1"13"0,3-6-56 0,0 8-14 0,0-8 0 0,-3 5 0 16,3-5 54-16,0 8 8 0,0-8 2 0,0 0 0 16,0 3-46-16,0-3-9 0,0 0-1 0,3 5-8 15,-3-5-77-15,3 5-23 0,0-2-4 0</inkml:trace>
  <inkml:trace contextRef="#ctx0" brushRef="#br0" timeOffset="23866.644">21824 4025 2150 0,'0'8'91'16,"0"-3"-73"-1,0-5 84-15,0 5 17 0,0-5 3 0,0 0 1 16,3 5-72-16,-3-5-15 0,0 0-2 0,0 0-1 16,0 0-33-16,0 0-9 0,0 0-1 0</inkml:trace>
  <inkml:trace contextRef="#ctx0" brushRef="#br0" timeOffset="24483.657">23390 3538 1934 0,'-9'-6'81'16,"3"4"-65"-16,-3-4 88 0,3 4 16 15,0 2 4-15,-3 0 1 16,0 0-46-16,3 8-10 0,0-8-1 0,-3 8-1 16,0 0-35-16,0 2-8 0,0 3 0 0,0 3-1 15,1 3-15-15,-1-3-8 0,0 0 8 0,3 5-8 0,-3 3 0 0,0 2 0 16,3 1 0-16,0 2 0 0,0 2 0 0,3 4 0 0,0-1 0 16,0 1 0-1,0-4 0-15,0-2 0 0,3 1 0 0,-3 1 0 16,3 1 0-16,0 0 0 0,0 2 0 0,0 3 0 0,0 0 11 15,0 0-3-15,-3-2 0 0,3 2 0 0,0-6-8 16,-3-1 0-16,3-1 0 0,-3-3 0 0,3-2 0 0,-3 2 0 0,-3-2 0 0,3 5 0 16,-3-7 0-16,-3 1 0 15,4 1 0-15,-4 0 0 0,3-3 0 0,-3-2 0 0,0-3 0 0,0-1 0 32,0-1-152-32,0-6-32 0,0-3-6 0</inkml:trace>
  <inkml:trace contextRef="#ctx0" brushRef="#br0" timeOffset="24673.31">23038 4342 2039 0,'-3'-21'42'0,"0"5"11"15,3 0-42-15,0 3-11 0,0-3 0 0,0 3 0 16,0 5 92-16,3-5 17 0,-3 5 3 0,3 0 1 16,3 0-21-16,0 0-5 0,0 3-1 0,3-1 0 15,0 1-69-15,3 2-17 0,3 1 0 0,0 2 0 16,3 0 0-16,0 0 0 0,2 0 0 0,1 0 0 15,-3 0 55-15,3 2 7 0,0 1 2 0,0 0 0 16,-1 2-168-16,-2 0-32 0,3-2-8 0</inkml:trace>
  <inkml:trace contextRef="#ctx0" brushRef="#br0" timeOffset="25151.671">23521 4234 1824 0,'0'0'38'0,"0"0"8"0,-3-6-37 15,3 6-9-15,-3-5 0 0,3 5 0 0,0 0 99 0,0-3 17 0,0 3 4 0,3-5 1 16,-3 5-40-16,6-3-8 0,0 3-1 0,-1 0-1 16,1 3-6-16,0 2-1 0,3 1 0 0,0 2 0 15,0 5-51-15,0-5-13 0,0 2 0 0,0 6 0 16,0-3 54-16,-3 6 8 0,0-8 2 0,0 7 0 16,0-2-52-16,-3 0-12 0,0 0 0 0,0-3 0 15,-3 3 0-15,0-3 0 0,0 0 0 16,-3 1 0-16,0-1 0 0,0-3 0 0,-3 1 0 0,3 2 0 15,-3 0 0-15,3-5 0 0,-3-2 0 0,0-1 0 16,3 0 0-16,3-5 0 0,0 0 0 0,0 0 0 16,0 0 0-16,0 0 0 0,0 0 0 0,0 0 0 15,0 0 0-15,0-8 0 0,0 0 0 0,3 0 0 16,0-2 0-16,3-1 0 0,0 3 0 0,0 0 0 16,0-5 0-16,3 3 0 0,-3-1 0 0,3 0 0 15,2 1 54-15,1-1 8 0,0-2 2 0,0 0 0 16,3 2-52-16,-3 1-12 0,0 2 0 0,0-3 0 15,0 3 0-15,0 3 0 0,-3-1 0 0,-1 1 0 16,1 3 0-16,-3 2 0 0,3 0 0 0,-3 2 0 16,0 1 0-16,0-1 0 0,0 4 0 0,-3 2 0 15,3 0 28-15,-3 0 2 0,0 0 1 0,0 2 0 0,0-2-21 16,0 3-10-16,0-3 10 0,0 2-10 0,-3 1 9 16,0-1-9-16,3 1 8 0,-3-3-8 0,0 2 0 0,-3 1 0 15,3 2 8-15,0-5-8 16,-3 3-8-16,3 2-4 0,0-2-1 0,0 2 0 15,0-3-63-15,0 4-13 0,0-4-3 0</inkml:trace>
</inkml:ink>
</file>

<file path=ppt/ink/ink2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2:49:08.07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21559 680 2053 0,'0'0'58'0,"0"0"13"0,-6-5-57 0,0 2-14 0,6 3 0 0,-6-5 0 15,0 5 93-15,-3 0 16 0,3 0 3 0,0 0 1 16,-3 0-58-16,1 5-12 0,2-2-3 0,-3 5 0 15,0 0-15-15,-3 0-3 0,3 5-1 0,0 0 0 16,-3 3-5-16,0 0 0 0,0 0-1 0,0 2 0 16,0 3-3-16,0-5-1 0,4 5 0 0,-4-2 0 15,0 2-3-15,3 3 0 0,0-3 0 0,3 5 0 16,3-7-8-16,0 2 0 0,3 0 0 0,3 1 0 16,0-7 0-16,3 1 0 0,0 0 0 0,6-3 0 15,-3 1 0-15,3-1 0 0,-1-5 0 0,4 0 0 16,0 0 0-16,0-6 0 0,6 4 0 0,-3-6 0 15,6 0 0-15,-1-6 0 0,1 4 0 0,6-4 8 16,-6-2 1-16,3 0 0 0,-1 1 0 0,4-1 0 16,-6-8 21-16,-3 3 4 0,0-1 1 0,-3-2 0 15,-1-5 8-15,-5 5 1 0,0-7 1 0,0 1 0 0,-6-1-13 16,3 1-2-16,-3-4-1 0,-3 2 0 0,0 3-14 16,0 5-3-16,-3-5-1 0,0 5 0 0,-3 0-3 15,-3-2-8-15,0 2 12 0,0 0-4 0,-3 3-8 16,-3 2 0-16,0-2 9 0,-3 5-9 15,-2 0 0-15,-4 0-15 0,0 3 3 0,-3-3 0 16,0 2-25-16,0 4-5 0,-2 2-1 0,-1 0 0 16,3 0-123-16,3 0-25 0,0 2-5 0</inkml:trace>
  <inkml:trace contextRef="#ctx0" brushRef="#br0" timeOffset="630.919">22238 934 1501 0,'0'0'63'0,"0"0"-51"15,-6 0 112-15,6 0 21 0,0 0 5 0,-6 0 1 16,6 0-48-16,0 0-10 0,0 0-1 0,0 0-1 16,0 0-35-16,0 0-8 0,0 0 0 0,0 0-1 31,0 0-13-31,0 0-2 0,3 5-1 0,6-2 0 0,0-3 3 0,3 5 1 0,2-5 0 0,4 0 0 15,6-5-4-15,3 5-1 0,6-3 0 0,2 3 0 16,1-5-8-16,0 5-2 0,5-3 0 0,1 3 0 16,6-5-2-16,2 2-1 0,4-2 0 0,-1 0 0 15,-2 2-17-15,0-2 10 0,-4 2-10 0,1 3 8 16,-3-5-8-16,-1 2 0 0,1-2 9 0,0 5-9 16,-7-3 0-16,-2 3 0 0,0-5 0 0,-4 5 8 15,-5 0-8-15,0 0 0 0,-6 0 8 0,-3 0-8 16,-3 0 0-16,-4 0 0 0,-2 0 0 0,0 0 0 15,-3-5-24-15,-3 5 1 0,-3 0 0 0,0 0 0 16,0 0-24-16,0 0-5 0,0 0 0 0,0 0-1 16,0 0-106-16,0 0-21 0,0 0-4 0</inkml:trace>
  <inkml:trace contextRef="#ctx0" brushRef="#br0" timeOffset="1057.675">23268 651 1659 0,'-9'0'34'0,"3"0"10"0,6 0-36 0,0 0-8 0,0 0 0 0,0 0 0 16,0 0 72-16,0 0 12 0,0 0 2 0,3 8 1 16,3 0-26-16,3-3-5 0,2-2 0 0,1 2-1 15,0 3 5-15,3 0 0 0,0 0 1 0,0 0 0 16,0-3-20-16,-3 3-4 0,3 3-1 0,-3-1 0 16,-1-2-16-16,-2 0-3 0,3 3-1 0,-3 2 0 15,0-5-8-15,0 5-8 0,-3-5 12 0,0 5-12 16,0-2 37-16,-3 2 1 0,0 0 0 0,0-2 0 15,-3 7-46-15,-3-7-10 0,0 2-2 0,0 3 0 16,-3-3 20-16,0 3 9 0,-3-3-1 0,3 1 0 16,-6-4-8-16,3 3 8 0,0 1-8 0,-3-6 8 15,4 2-8-15,-4 3 0 0,-3-7 9 0,3 2-9 16,0 0 0-16,0 0 0 0,0-6-10 0,3 3 10 16,0 1-134-16,0-6-20 0,3 2-4 0</inkml:trace>
  <inkml:trace contextRef="#ctx0" brushRef="#br0" timeOffset="1567.584">24235 773 2187 0,'0'0'62'0,"0"0"14"0,0 0-61 0,0 0-15 0,0 0 0 0,-6 5 0 15,3 3 76-15,-3-3 13 0,0-2 3 0,-3 2 0 16,0 3-42-16,-3 0-8 0,-2-3-2 0,-1-2 0 16,0 2-6-16,0 3-2 0,-3-5 0 0,0 2 0 15,-3-5-19-15,3 5-4 0,-2-2-1 0,-1-3 0 16,3 0-8-16,-3 0 10 0,3 0-10 0,0 0 10 16,3-3-10-16,1-2 8 0,2 0-8 0,0 2 8 15,0-5-8-15,3 0 0 0,3 3 0 0,-3-8 8 16,6 5-8-16,0-3 0 0,3-2 0 0,0 0 0 15,3 2-8-15,0-2 8 0,3 0-10 0,0 2 10 16,3-2-11-16,3-3 11 0,3 3-12 0,0-3 12 16,-1 0-9-16,4 3 9 0,3 0 0 0,0-3-9 15,0 8 9-15,0 0 0 0,-1 3 0 0,4 2 0 16,-3 3 0-16,-3 3 0 0,0 2 12 0,0 3-4 16,-3 0 3-16,-1 8 1 0,-2-3 0 0,0 3 0 15,0 0 0-15,-3 2 1 0,0 1 0 0,0 2 0 16,-3-5 1-16,0 5 0 0,0-5 0 0,0 5 0 15,-3-5-4-15,-3 2-1 0,3 6 0 0,-3-3 0 0,-3-5 0 16,0 5 0-16,0 3 0 0,-6-3 0 16,3-5 0-16,-6 5 0 0,3-5 0 0,-6 0 0 0,-3-3-1 0,-2 1 0 0,-1-4 0 15,-3 3 0-15,0 1-8 0,-3-6 0 0,0-1 9 0,1-1-9 32,2 2-24-32,-3 0-10 0,6 0-2 0,0-3 0 0,1-3-22 15,2 4-5-15,0 2-1 0</inkml:trace>
  <inkml:trace contextRef="#ctx0" brushRef="#br0" timeOffset="4300.713">20860 2106 1713 0,'5'-5'72'15,"4"2"-57"1,0-2 83-16,0 2 17 0,3-5 3 0,0 3 1 16,3-3-19-16,-3 0-4 0,3 3-1 0,3-3 0 15,-4 0-35-15,1 3-8 0,3-3 0 0,0 5-1 16,0-5-29-16,0 3-6 0,0 0 0 0,0 2-1 0,-1 3-15 0,-2 0 8 15,0-5-8-15,0 5 0 0,-6 5 10 0,0-5-10 0,-3 3 10 0,0 2-10 16,-6 0 0-16,0 3 0 0,-3 0-13 0,-6 0 4 16,0 5-7-16,-3 3-2 0,0-3 0 0,-6 6 0 15,3 2 6-15,-5 0 2 0,2 3 0 16,-3 3 0 0,3-9 10-16,0 3 0 0,3 0 0 0,-3 3-8 0,4-5 8 15,-1-1 0-15,3 1 0 0,0-1 0 16,3-4 0-16,0 1-8 0,3-1 8 0,0-6 0 0,6 5 0 0,0-5 0 0,3-3 0 15,3 3 0-15,0 0 0 0,3 0 0 0,0-6 0 0,3 4 0 16,0-4 8-16,3-2 1 0,-1 0 0 0,4 0 0 16,-3-2-9-16,6 2 12 0,-3-6-12 0,3 4 12 15,0 2-12-15,2-5-12 0,-2 2 2 0,0-2 1 16,0-3-144-16,-3 2-29 16</inkml:trace>
  <inkml:trace contextRef="#ctx0" brushRef="#br0" timeOffset="4882.979">21369 1995 1982 0,'0'0'56'0,"-3"8"12"0,3-5-54 0,0 7-14 0,0-7 0 15,0 2 0-15,0 3 56 0,0-5 9 0,0-3 2 16,0 8 0 0,3-3-28-16,-3-5-6 0,2 5-1 0,-2-5 0 15,0 0-1-15,0 0-1 0,0 0 0 0,0 0 0 16,3 0 8-16,-3 0 2 0,6 0 0 0,0-5 0 0,-3 0 5 0,3 2 2 0,0-5 0 0,-3 0 0 16,3-5-15-16,-3 0-2 0,3 2-1 0,-3-2 0 15,3-3-5-15,-3 0-2 0,3-5 0 0,0 5 0 16,-3-5-3-16,3 0-1 0,0-3 0 0,-3 3 0 15,0-6-3-15,3 9-1 0,-3-3 0 0,0-1 0 16,3 7-5-16,-3-1-1 0,3 3 0 0,-3-1 0 16,0 4-8-16,2 4 0 0,-2-2 0 0,0 3 0 15,3 3 0-15,-3-4 0 0,-3 6 0 0,6 0 0 16,0 6 0-16,0-4-9 0,0 3 9 0,3 3-13 16,-3 0 13-16,3 6-11 0,-3 1 11 0,3-1-10 15,0 2 10-15,3 5-12 0,-3 0 12 0,3 3-12 16,-1-3-7-16,4-3-1 0,-3 1-1 0,0-1 0 15,3 1-1-15,-3-8 0 0,3 2 0 0,0 0 0 16,-3-5 22-16,2 0-9 0,-2-3 9 0,-3 3 0 16,3-8 0-16,-3 0 16 0,0 0-2 0,0 0 0 15,0-8 14-15,0 3 4 0,0 0 0 0,0-3 0 16,3 0-6-16,-3-3-1 0,-1 1 0 0,1-1 0 16,0-2-7-16,0-3-2 0,0 0 0 0,3-5 0 15,-3 0-6-15,0-1-2 0,3 1 0 0,0 3 0 16,0-3-8-16,-3-1 0 0,3 7 0 0,-1-1 0 15,-2 2 0-15,3-1 0 0,-3 1 0 0,0 6 0 16,3 0-28-16,-3 1-8 0,0-1-2 0,3 2 0 16,-3 1-145-16,3 5-29 0,-3 0-5 0</inkml:trace>
  <inkml:trace contextRef="#ctx0" brushRef="#br0" timeOffset="5137.476">22312 1953 2131 0,'0'0'44'0,"0"0"11"0,0 0-44 15,6 0-11-15,0-3 0 0,0 3 0 0,0-5 91 0,3 2 16 0,3 3 3 0,-3-5 1 16,6 0-11-16,-1 2-3 0,1-2 0 0,3 2 0 16,-3-5-53-16,3 3-10 0,3 2-2 0,0-2-1 15,-4 0-15-15,4 2-2 0,-3-5-1 0,3 3 0 16,0 2-13-16,0-2 0 0,2 2 8 0,-2-2-8 15,3 5-9-15,0-8-5 0,0 8-1 0,-3-5 0 16,-1 2 15-16,-2 3 0 0,0 0 0 0,-3 0 0 16,-3 0-176-16,-3 3-33 0,0 2-7 0</inkml:trace>
  <inkml:trace contextRef="#ctx0" brushRef="#br0" timeOffset="5332.218">22506 2064 2030 0,'-6'5'57'0,"6"-5"14"16,0 0-57-16,0 0-14 0,0 0 0 0,0 0 0 16,0 0 54-16,0 0 8 0,6 0 2 0,0 0 0 15,2 0 18-15,4 0 4 0,0 0 1 0,0 0 0 16,3 0-37-16,-3-5-7 0,3 2-2 0,0-2 0 0,3 2-33 0,-1-5-8 0,1 3 0 0,3 0 0 16,3 2 0-16,0-2 0 0,0-3 0 15,2 5 0 1,-2-5-49-16,3 3-12 0,0-3-3 0</inkml:trace>
  <inkml:trace contextRef="#ctx0" brushRef="#br0" timeOffset="5606.33">23241 1643 1839 0,'-9'-2'77'15,"3"-4"-61"-15,0 6 113 0,0-2 23 0,6 2 5 0,0 0 1 16,0 0-51-16,0 0-11 0,0 0-1 0,0 0-1 15,0 0-39-15,0 0-8 0,0 0-2 0,0 0 0 16,0 8-21-16,-3-1-5 0,3 1-1 0,3 0 0 16,-3 6-10-16,0-4-8 0,3 9 9 0,0-3-9 15,-3 5 11-15,3-5-11 0,-3 7 12 0,3-1-12 16,-3-1 8-16,0 0-8 0,3-3 0 0,-3 4 0 16,0-4 9-16,3 1-9 0,-3-1 0 0,3-2 9 15,0 0-9-15,0-3 0 0,-3 3 0 0,3-3 0 16,0-5 0-16,-3 3-17 0,3-1 2 0,0 1 1 15,0-3-150-15,3-3-29 0,0 3-7 0</inkml:trace>
  <inkml:trace contextRef="#ctx0" brushRef="#br0" timeOffset="5997.213">23619 1826 2090 0,'0'-45'44'0,"0"29"8"16,0-3-41-16,3 9-11 0,-3-3 0 0,0-3 0 15,0 8 134-15,0-3 25 0,0 3 5 0,0 0 0 16,-3 6-60-16,3 2-12 0,0 0-2 0,0 0-1 0,0 0-43 0,0 0-9 0,0 0-1 0,-3 8-1 16,-3 0-35-16,3 5 0 0,-3-3 0 0,3 4 0 15,0 1 0-15,0 7 0 0,3-7 0 0,-3 7 0 16,3-1 0-16,0 0 0 0,3-5 0 0,0 5 0 16,0-5 0-16,3 5 0 0,3-5 0 0,-3-3 0 15,3 3 0-15,3-5-9 0,0-1 9 16,-1-2 0-16,1 0-9 0,3 0 9 0,-3-3-10 0,3-2 10 15,0 2 0-15,-3-5 0 0,3 0 0 0,0-5 0 16,-3 2 0-16,-1-2 10 0,1 0-10 0,-3-3 12 16,3-3 6-16,-3 1 2 0,0-1 0 0,0-2 0 15,-3 0-1-15,3-3 0 0,-3 0 0 0,0 0 0 16,-3-5-2-16,3 0 0 0,-3-1 0 0,-3 4 0 16,0-3-7-16,0 0-2 0,-3-1 0 0,0 7 0 15,-3-1-8-15,0 2 10 0,0 1-10 0,-3 3 10 16,0 2-10-16,-3 2 0 0,3-2 0 0,-6 3 0 15,0 3-22-15,-2-4-6 0,-1 4-2 0,-6 2 0 16,0 2-150-16,0 4-29 0,-6-4-7 0</inkml:trace>
  <inkml:trace contextRef="#ctx0" brushRef="#br0" timeOffset="6817.571">21336 3244 1398 0,'0'0'59'15,"0"0"-47"-15,0 0 106 0,0 0 22 0,0 0 4 0,0 0 0 16,0 0-22-16,0 0-5 0,0 0-1 0,0 0 0 15,3-3-16-15,0 1-4 0,0-4-1 0,0 1 0 16,0-3-23-16,0 0-5 0,-3-2-1 0,3-1 0 16,0-5-22-1,0 3-5-15,0 0-1 0,0-6 0 0,-1 6-14 0,1-6-4 0,0 1 0 0,0-1 0 16,0 1-11-16,3-1-9 0,-3 1 12 0,0-3-12 16,3 5 8-16,-3-3-8 0,0 9 0 0,0-6 0 15,0 5 0-15,0 1 0 0,0 2 0 16,0 2 0-16,0 1 0 0,-3 5 0 15,3-3 0-15,-3 3 0 0,0 0 0 0,3 3-14 16,3 8 4-16,0-3 1 0,0 2 0 0,0 3 0 0,0 3 0 0,0 6 0 16,3-1-3-16,0 0-1 0,0 0 0 0,-1 3 0 15,4-3-13-15,0-5-2 16,0 0-1-16,0 0 0 0,3-6 7 0,-3 6 2 0,3-8 0 0,0 0 0 16,-3-5 20-16,-1-1 0 0,4 1 0 0,-3 2 0 15,0-10 12-15,-3 2 6 0,0 1 2 0,0-1 0 16,0-5 11-16,0 3 2 0,-3-3 1 0,3-3 0 15,-3 1-9-15,0-1-1 0,3-2-1 0,-1 0 0 16,-2-3-9-16,0 0-2 0,0 0 0 0,0-3 0 16,0 1-12-16,0-1 11 0,0 4-11 0,0-1 10 15,0 0-10-15,0-3 0 0,-3 9 0 0,3-6 0 16,0 5-8-16,0 1-4 0,0 2-1 0,3 0 0 16,-3 2-118-16,3 1-23 0,0 3-5 0</inkml:trace>
  <inkml:trace contextRef="#ctx0" brushRef="#br0" timeOffset="7063.721">22101 3030 1948 0,'0'0'40'0,"0"0"11"0,0 0-41 0,0 0-10 0,6 0 0 0,0 0 0 16,0-3 118-16,3 3 22 0,-1-3 4 0,1 3 0 15,0-2-41-15,3 2-9 0,0-6-2 0,0 4 0 16,3 2-35-16,0-8-7 0,3 8-2 0,0-8 0 15,2 5-30-15,4-2-6 0,0 2-2 0,3 1 0 16,0 2-10-16,2-6 0 0,1 6 0 0,-3-2 8 16,0 2-8-16,-1 0-14 0,1 0 3 0,-3 0 1 15,0-6 10-15,0 6 0 0,-3 0 0 0,-1-2 0 16,-2 2-53 0,0 2-9-16,-3-2-2 0,-3 6 0 0,-3-4-153 0,-3 4-31 15,-3-1-7-15</inkml:trace>
  <inkml:trace contextRef="#ctx0" brushRef="#br0" timeOffset="7269.126">22267 3212 2269 0,'-17'8'64'0,"5"-5"15"15,0 2-63-15,3-5-16 0,0 0 0 0,9 0 0 16,0 0 54-16,0 0 8 0,0 0 2 0,0 0 0 0,0 0 0 0,9 0 0 0,0 0 0 16,0 0 0-1,3-5 0-15,2 2 0 0,4 3 0 0,3-5 0 0,-3 2-52 16,3-5-12-16,3 6 0 0,-3-4 0 0,2 4 0 15,1-1 0-15,-3-2 0 0,3 2 0 0,0-2 0 16,-1 2 0-16,-2-2 0 0,3 0 0 0,0 2 0 0,3-5-18 16,-1 3 4-16,4 2 1 15,3-7-187-15,0 4-36 0</inkml:trace>
  <inkml:trace contextRef="#ctx0" brushRef="#br0" timeOffset="7932.718">23366 2736 2030 0,'6'-3'57'0,"0"-2"14"0,0 2-57 0,-3 3-14 0,3-5 0 0,0 5 0 16,-3-3 76-16,-3 3 12 0,5 0 2 0,-5 0 1 15,0 0-35-15,0 0-8 0,0 0 0 0,0 0-1 16,0 0-47-16,0 0 0 0,0 0-15 0,0 0 4 15,-8 3 41-15,-1 2 8 0,0 3 2 0,-6 0 0 16,0-2-64 0,-3 4-13-16,0 3-3 0,-6-5 0 0,4 6 40 0,-4-7 15 0,-3 1-1 0,3 3 0 15,0 0-22-15,4-1-5 0,-4 1-1 0,3-1 0 16,6 4 14-16,0-7 0 0,0 1 0 0,6 6 0 16,0-6 0-16,3-6 0 0,0 6 0 0,3 3 0 15,3-9 0-15,0 4 0 0,0 2 0 0,3-6-9 16,3 4 9-16,0-1 0 0,3 3 0 0,0-8 0 15,3 2 0-15,3 4 0 0,0-4 0 0,3 4 8 16,3-6 4-16,-1 2 2 0,1-2 0 0,3 3 0 16,-3-3-1-16,3 3 0 0,0-3 0 0,-4 2 0 15,1-2-5-15,3 0 0 0,-6 0-8 0,3 0 12 16,-3-2-12-16,-1 2 11 0,1-3-11 0,-3 3 10 16,0-3-40-16,-3 1-8 0,0-4-2 0</inkml:trace>
  <inkml:trace contextRef="#ctx0" brushRef="#br0" timeOffset="8219.141">23431 2688 2066 0,'-12'-10'43'0,"12"10"10"0,0 0-42 15,0 0-11-15,0 0 0 0,0 0 0 0,0 0 87 0,0 0 15 0,0 0 3 0,-3 10 1 16,3-2-16-16,0 0-3 0,0 5-1 0,3-2 0 15,-3 2-18-15,3 0-3 0,0 3-1 0,-3 0 0 16,3 5-51-16,0-5-13 0,0 5 0 0,-3 1 0 16,3-4 0-16,-3 9 0 0,0-4 0 0,0 4 0 15,0-1 0-15,0 1 0 0,0 2 0 0,0 0 0 16,-3-5 0-16,3 0 0 0,-3 2 0 0,3-5 0 16,-3 3 0-16,0-3 0 0,-3 0 0 0,3 3 0 15,0-5 0-15,0 2 0 0,0 0 0 0,1 0 0 31,-1 0-108-31,3 1-25 0,0-4-5 0</inkml:trace>
</inkml:ink>
</file>

<file path=ppt/ink/ink2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2:50:00.63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14787 13775 1067 0,'0'0'45'0,"0"0"-36"16,0 0 64-16,0 0 13 0,0 0 2 0,0 0 1 15,0 0-27-15,0 0-6 0,0 0 0 0,0 0-1 16,-6 3-3-16,6-3 0 0,0 0 0 0,0 0 0 16,0 0-2-16,-6 0-1 0,6 0 0 0,0 0 0 0,0 0-5 15,0 0-2-15,0 0 0 0,0 0 0 16,0 0-11-16,0 0-3 0,0 0 0 0,0 0 0 0,0 0-7 0,0 0-1 0,0 0-1 0,0 0 0 15,0 0-7-15,0 0-2 0,0 0 0 0,0 0 0 16,0 0 3-16,6 5 1 0,0-2 0 0,0-1 0 16,0 1 0-16,0-3 0 0,0 0 0 0,0 0 0 15,0 0-6-15,3 0 0 0,0-3-8 0,0 3 12 16,0-2-12-16,0 2 11 0,0-3-11 0,-1 3 10 16,1-3-10-16,0 1 0 15,0-1 0-15,0 3 0 0,0 0 9 0,0-3-9 16,0 3 10-16,0-2-10 0,0 2 0 0,0 0 8 0,3-3-8 0,-3 3 0 15,0 0 0-15,2-3 0 0,-2 1 0 0,0 2 0 16,3 0 0-16,-3-3 0 0,3 1 0 0,0 2 0 16,0-3 28-16,-3 3 4 0,3-3 0 0,0 3 0 15,-3-2-19-15,2-1-3 0,1 3-1 0,0-3 0 16,0 1-9-16,-3-1 10 0,6 0-10 0,-6 1 10 16,3-1-10-16,0 0 8 0,0 1-8 0,0-1 8 15,-1 1 1-15,-2-1 0 0,3-2 0 0,0 2 0 16,-3 0-9-16,0 1 10 0,0-1-10 0,0-2 10 15,-3 2 10-15,3 0 3 0,0 1 0 0,0-1 0 16,0 0-15-16,-1 1-8 0,1-3 10 0,0 2-10 16,0 3-16-16,0-3-10 0,0 1-2 0,0-1 0 15,0 3 74-15,0-5 14 0,0 2 4 0,3 3 0 16,-3-5-64-16,3 2-26 0,-1 0 2 0,1 1 0 16,0-1 24-16,0 0 0 0,0 1 0 0,-3-1 0 15,3 1 0-15,0-4 8 0,0 4-8 0,3-4 0 16,-3 4 0-16,-1-4 9 0,1 1-9 0,-3 0 0 0,3-1 9 15,0 4-9-15,-3-3 0 0,0-1 9 16,0-2-9-16,0 6 10 0,0-6-10 0,-3 2 10 0,0 4-10 16,0-3 12-16,0-1-12 0,0 4 12 0,-3-4-12 15,-1 4 0-15,-2 2 0 0,0 0 0 0,0 0 0 0,0 0 0 0,0 0 8 0,0 0-8 32,0 0-19-32,0 0-5 0,0 0-2 0,0 0 0 15,0 0-163-15,0 0-33 0</inkml:trace>
  <inkml:trace contextRef="#ctx0" brushRef="#br0" timeOffset="711.506">16028 13804 1866 0,'0'0'52'0,"0"0"13"0,0 0-52 0,0 0-13 0,0 0 0 0,0 0 0 15,0 0 80-15,0 0 12 0,0 0 4 0,0 0 0 16,0 0-20-16,0 0-3 0,0 0-1 0,0 0 0 16,0 0-19-16,0 0-4 0,0 3-1 0,3 2 0 15,-3 3-7-15,3-3-1 0,0 1-1 0,-3 2 0 16,3-3-16-16,-3 3-3 0,3 0-1 0,-3 2 0 15,3 1-11-15,-3-1-8 0,0 1 12 0,3 5-12 16,-3-3 9-16,3 3-9 0,0 3 0 0,-3-1 9 16,6 1-9-16,-3-1 0 0,0 1 0 0,0 2 0 15,0-3 0-15,3-2 0 0,-3 3 0 0,3-1 0 16,0 1 0-16,-3-3 0 0,3 0 0 0,0 2 0 16,-3 1 0-16,3-4 0 0,-3 4 0 0,3-3 0 15,-3 0 0-15,0 2 0 0,0-2 0 0,0 3 0 16,0-3 0-16,-3-1 0 0,6-1 0 0,-6-1 0 15,3 0 0-15,-1-2 0 0,1-1 0 0,-3-2 0 16,3 0 0-16,0-5 0 0,-3-3 0 0,0 0-11 16,0 0-28-16,0 0-5 0,0 0-2 0,0 0 0 15,6 0-114-15,-3-3-24 0,3-2-4 0</inkml:trace>
  <inkml:trace contextRef="#ctx0" brushRef="#br0" timeOffset="3712.518">16359 14953 1579 0,'0'0'32'0,"0"0"10"0,0 0-34 0,0 0-8 0,0 0 0 0,0 0 0 16,0 0 104-16,0-3 20 0,0 3 3 0,0 0 1 16,0 0 0-16,0 0 0 0,0 0 0 0,0 0 0 15,0 0-52-15,0 0-9 0,0 0-3 0,0 0 0 16,0 0-51-16,0 0-13 0,0 0 0 0,0 5 0 15,6 0 54-15,-3 3 8 0,0-2 2 0,3 4 0 16,-3-2-64-16,3 3 0 0,0-1-9 0,0 4 0 16,0-1 9-16,-1 3 0 0,1 2 0 0,0 1 0 15,3 2 0-15,-3 3 0 0,0 0 0 0,3 2 0 16,-3-2 0-16,3 2 0 0,-3-2 0 0,0 3 0 16,3-4 0-16,-3-1 0 0,3-1-11 0,-3 0 11 15,3 0-9-15,-3 0 9 0,0-2-8 0,-1 5 8 16,1-6-10-16,-3 1 10 0,3-1-12 0,0 1 12 15,-3-3-16-15,0-1 4 0,3 1 1 0,-3 0 0 16,3-3-15-16,-3-2-3 0,0 0-1 0,0-1 0 16,0-2 18-16,0-3 3 0,0 1 1 0,-3-6 0 15,0 0-46-15,0 0-9 0,6-3-1 0</inkml:trace>
  <inkml:trace contextRef="#ctx0" brushRef="#br0" timeOffset="4639.951">12349 9491 2187 0,'0'-5'62'0,"-3"-3"14"15,3 3-61-15,-3-1-15 0,0 1 0 0,0 0 0 16,-2 2 90-16,2-2 15 0,-3-3 3 0,-3 3 1 16,3 2-54-16,-3-2-11 0,-3 2-3 0,3-2 0 15,-3 2 19-15,-3 0 3 0,3 1 1 0,-6-1 0 16,1 1-28-16,-1 2-4 0,0 0-2 0,-3-3 0 16,-6 3 3-16,0 0 1 0,-5-3 0 0,-4 1 0 15,0 2-34-15,-5 2 0 0,-1 1 0 0,-6 0 0 16,4-1 10-16,-4 1-2 0,3-1 0 0,-5 4 0 15,2-4-8-15,0 4-9 0,1-4 9 0,-1 4-13 0,7-1 28 0,-1 0 5 16,3-2 2-16,3 2 0 0,1-2-22 0,-1-1 0 16,3 1 0-16,1 0 0 0,2-1-13 0,3 1-7 15,0 0-2-15,0 2 0 0,4-2 33 0,2-1 6 16,3 1 2-16,3 2 0 0,0-2-19 0,3-1-14 0,3 1 2 0,-3 0 1 31,6-3-49-31,6 0-9 0,0 0-3 0,0 0 0 16,0 0-64-16,0 0-14 0,0 0-2 0</inkml:trace>
  <inkml:trace contextRef="#ctx0" brushRef="#br0" timeOffset="5255.559">12007 9213 1579 0,'-12'-5'32'0,"6"2"10"0,0 1-34 16,0-1-8-16,0 0 0 0,0-2 0 0,-3 5 104 0,4-2 20 0,-1-1 3 16,0 0 1-16,0 3-52 15,0 0-9-15,0-2-3 0,0 2 0 0,6 0 52 0,0 0 9 0,0 0 3 0,0 0 0 16,0 0-103-16,0 0-25 0,0 0 0 0,0 0 0 16,0 0 43-16,0 0 3 0,0 0 1 0,0 0 0 15,0 0-25-15,0 0-5 0,3 5-1 0,3 0 0 16,3 0-16-1,-3-2 0-15,6 2 0 0,-4-2 0 0,4 2 0 0,0 1 0 0,0-4 0 0,0 6 0 16,3-2 0-16,-3 1 0 0,3-1 0 0,-3 2 0 16,0 0 0-16,-1 2 0 0,1-2 0 0,-3 3 0 15,0-3 0-15,3 2 0 0,-3 1 0 0,3-1 0 16,-3-2 0-16,-3 3 0 0,3-3 0 0,-3 2 0 16,0-2 0-16,-3 3 0 0,3-3 0 0,0 3 0 15,-3-4 0-15,-3 4 0 0,3 0 0 0,-3-1 0 16,0 1 58-16,0-1 5 0,-3 4 1 0,3-1 0 15,-3 0-64-15,0-2-18 0,-3 2-1 0,3 0 0 16,-3 0 31-16,3-2 5 0,-3 2 2 0,3-2 0 16,-3-1-19-16,0-2 0 0,0 0 0 0,0 3 0 15,3-6 0-15,-3 3 0 0,3-3 0 0,0 3 0 16,-3-5 0-16,6-3 0 0,-3 5 0 0,3-5 0 16,0 0 0-16,0 0 0 0,0 0 0 0,0 0 0 15,0 0-201-15,0 0-44 0,0 0-9 0</inkml:trace>
  <inkml:trace contextRef="#ctx0" brushRef="#br0" timeOffset="9888.177">17925 9798 1496 0,'0'0'42'0,"0"0"10"15,0 0-41-15,0 0-11 0,0 0 0 0,0 0 0 16,0 0 61-16,0 0 11 0,0 0 1 0,0 0 1 15,0 0-22-15,0 0-4 0,0 0 0 0,0 0-1 16,3 5-7-16,3 1 0 0,-4-1-1 0,7-2 0 16,0-1-6-16,0-2-1 0,3 3 0 0,0 0 0 15,3-3-12-15,0 2-2 0,0-2-1 0,6 0 0 16,-4 3-17-16,4-3 0 0,0-3 8 0,3 3-8 16,3-2 0-16,-1-1 0 0,4-2 0 0,3-1 0 15,0 4-22-15,2-4-8 0,4 4-2 0</inkml:trace>
  <inkml:trace contextRef="#ctx0" brushRef="#br0" timeOffset="10304.71">18996 9782 1242 0,'0'0'52'16,"0"0"-41"0,0 0 73-16,0 0 14 0,0 0 3 0,0 0 1 15,0 0-34-15,0 0-8 0,0 0 0 0,0 0-1 16,0 0-11-16,0 0-3 0,6 3 0 0,0 0 0 16,0-3-11-16,0 2-2 0,0-2-1 0,0 0 0 0,3 3-12 0,-3-3-3 15,3 2 0-15,0-2 0 16,3 0-16-16,-1 0 0 0,1 0 8 0,3 3-8 0,3-3 0 15,-3 0-16-15,3 3 4 0,0-3 0 16,3 2-113-16,-1-2-23 0,-2 0-4 0</inkml:trace>
  <inkml:trace contextRef="#ctx0" brushRef="#br0" timeOffset="10768.208">20065 9769 1241 0,'0'0'25'0,"0"0"8"16,0 0-33-16,0 0 0 0,0 0 0 0,0 0 0 0,6 3 82 0,-3-3 10 0,3 0 1 0,0 2 1 15,3-2-3-15,-4 0-1 0,4 0 0 0,0 0 0 16,0 0-12-16,0 0-2 0,3 0-1 0,0 0 0 16,0 0-19-16,0-2-4 0,0 2-1 0,0-3 0 15,3 3-25-15,-4-3-5 0,4 3-1 0,0-2 0 16,0 2-20-16,0-3 0 0,0 3 0 0,3 0 8 16,-3 0-8-16,-1 0 0 0,4 0 0 15,-3 0-8 1,0 0-44-16,-3 3-8 0,0-3-1 0</inkml:trace>
  <inkml:trace contextRef="#ctx0" brushRef="#br0" timeOffset="13757.68">14650 14159 1143 0,'0'0'48'0,"0"0"-38"15,0 0 84-15,0 0 17 0,0 0 3 0,0 0 1 16,0 0 10-16,0 0 3 0,0 0 0 0,0 0 0 16,0 0-40-16,0 0-8 0,0 0-2 0,0 0 0 15,0 0-13-15,0 0-2 0,0 0-1 0,0 0 0 16,0 0-18-16,0 0-3 0,0 0-1 0,0 0 0 16,3 5-22-16,0 3-5 0,0-3-1 0,0 6 0 15,0-1-12-15,0 1 0 0,0 0 0 0,0 4 0 16,3 1 0-16,-3 0 0 0,0 3 0 0,3 5 0 15,-3-1 0-15,0 1 0 0,3 3 0 0,0 2 0 16,-3-5 0-16,0-1 0 0,3 1 0 0,-3 0 0 16,3-5 24-16,-3-1 1 0,3-2 1 0,-3 0 0 15,0-3-42-15,0 3-8 0,0 0-1 0,-1-3-1 0,-2 3 26 16,3-3 0-16,0 3 0 0,0-3 0 16,0 0-31-16,0 1-1 0,0-4 0 0,0 4 0 15,3-4-30-15,-3 1-6 0,3-3-2 0</inkml:trace>
  <inkml:trace contextRef="#ctx0" brushRef="#br0" timeOffset="14662.318">15249 14939 1234 0,'0'0'25'0,"-6"3"7"0,0-3-32 0,6 0 0 0,-6 0 0 0,6 0 0 16,-6 3 64-16,6-3 7 0,0 0 1 0,-6 0 0 15,6 0-15-15,0 0-2 0,0 0-1 0,0 0 0 16,0 0-12-16,0 0-2 0,0 0-1 0,0 0 0 16,0 0-6-16,0 0-1 0,0 0 0 0,6 0 0 15,-3-3 6-15,3 3 1 0,0-3 0 0,0 1 0 16,0-1-19-16,0 0-3 0,2 1-1 0,-2-1 0 16,3-2-4-16,-3 2-2 0,3 0 0 0,0 1 0 15,-3-3-10-15,0 2 12 0,3 0-12 0,0 1 12 16,-3-1 0-16,3 0 0 0,0-2 0 0,0 2 0 15,0 1 3-15,3-1 1 0,-4 0 0 0,7 1 0 16,-3-1-8-16,0 1-8 0,3-4 11 0,0 4-11 16,0-4-8-16,3 4-9 0,-1-4-2 0,1 4 0 15,0-1 19-15,-3 0 0 0,3-2 0 0,0 2 0 0,-3 1 0 16,3-1 0-16,-4 1 0 0,1-4 0 0,0 4 18 16,-3-1 7-16,0 0 2 0,0 1 0 0,0-1-27 0,0 0 0 15,-3 3 0-15,3-2 0 0,-3 2 0 16,-1-3 8-16,4 0-8 0,-3 3 0 15,0 0-18-15,0-2-9 0,0 2-1 0,0 0-1 0,0-3 57 0,3 3 11 16,-3-3 2-16,0 3 1 0,0 0-27 0,0 0-6 16,-1-2-1-16,-2 2 0 0,3 0-8 0,0 0 10 15,0-3-10-15,0 3 10 0,-3-2-2 0,3 2-8 16,-3 0 12-16,0-3-4 0,0 3-8 0,0-3 8 0,0 3-8 16,0-2 8-16,-3-1-8 0,3 0 8 0,0 1-8 0,-3-1 8 15,3 0-8-15,-3 1 0 0,0-4 0 0,2 4 0 31,-2-3-96-31,0-1-16 0,0 1-2 0</inkml:trace>
  <inkml:trace contextRef="#ctx0" brushRef="#br0" timeOffset="18393.303">15531 15932 1102 0,'0'0'23'0,"0"0"5"0,0 0-28 0,0 0 0 0,0 0 0 0,-3 2 0 16,3-2 64-16,0 0 7 0,0 0 1 0,-6 3 1 16,6-3-12-16,-6 2-2 0,6-2-1 0,-2 3 0 15,2-3 1-15,-6 5 0 0,0-2 0 0,0 2 0 16,6-5-38-16,-3 6-7 0,-3-4-2 0,3 6 0 15,-3-2 6-15,3-1 1 0,0-3 0 0,-3 4 0 16,3-1-5-16,0 0-1 0,3-5 0 0,-3 6 0 16,0-1 2-16,3-5 0 0,-6 5 0 0,6-5 0 15,0 0-15-15,-3 6 11 0,3-6-11 0,0 0 10 16,0 0-10-16,0 0 0 0,0 0 0 0,0 0 0 16,0 0 0-16,0 0 0 0,0 0 0 0,0 0 0 15,0 0 0-15,0 0 0 0,0 0 0 0,0 0 0 16,0 0 0-16,3 2 0 0,-3-2 0 0,0 0 0 15,3 5 28-15,-3-5 4 0,3 3 1 0,-3-3 0 16,6 3-17-16,-6-3-3 0,6 0-1 0,0 2 0 0,0-2 2 16,0 0 0-16,0 0 0 0,0 0 0 0,0 0-14 0,3-2 11 0,-1-1-11 15,1 0 10-15,0 1 0 0,3-1 0 0,-3-2 0 0,3 2 0 16,0-2-2-16,-3 2-8 0,3-2 12 16,0 0-4-16,3-1-8 0,-3 4 8 0,-1-4-8 15,-2 4 8-15,3-3-23 0,-3 2-5 0,3-2 0 16,-3 2-1-16,0 0 21 0,3 1 0 15,-6-4 0-15,3 4 0 0,0-1 27 0,0-2 9 16,0 2 3-16,-1 0 0 0,1-2-11 16,0 3-3-16,0-1 0 0,-3-2 0 0,3 2-25 0,3 0 0 0,-3 1 0 0,0 2 0 15,-3-6 0-15,3 4-17 0,3-1 2 0,-3 0 1 16,0 1 14-16,-1-1 0 0,1 1 9 0,0 2-9 16,0-3 10-16,0 0-10 0,0 3 10 0,0-2-10 15,0 2 10-15,-3 0-10 0,3 0 10 0,0 0-10 16,0 2 0-16,-3-2 8 0,3 0-8 0,0 3 0 15,-4-3 0-15,4 3 9 0,0-3-9 0,-3 0 8 16,3 0-8-16,0 0 0 0,-3 0 0 0,3 0 0 16,-3 0 0-16,0-3 0 0,3 3 0 0,-3-3 0 15,0 3 0-15,0 0 0 0,0-2 0 0,0 2 0 16,0 0 0-16,0-3 0 0,0 0-12 0,-1 3 12 16,1 0 0-16,0-2 0 0,0 2 0 0,0-3 12 15,3 0-12-15,-3 3 0 0,3-2 0 0,-3-1 0 16,0 0 0-16,3 3-11 0,-3-2 11 0,3-1-8 15,-3 0 8-15,3 3 0 0,-3-2 0 0,0-1 0 16,3 1 12-16,-4 2 4 0,1-3 0 0,0 3 1 16,3-3-5-16,-3 1 0 0,0 2-1 0,0-3 0 0,0 3-3 15,0-3-8-15,0 3 12 0,0 0-4 16,-3-2-8-16,3 2 10 0,0-3-10 0,-6 3 10 0,6 0-10 16,-3 0 0-16,3-3 0 0,-6 3 0 0,6 0 0 0,-6 0 8 0,3 0-8 15,-3 0 0 1,6-2-29-16,0 2-11 0,-3-3-3 0</inkml:trace>
  <inkml:trace contextRef="#ctx0" brushRef="#br0" timeOffset="21980.569">21904 11476 1094 0,'0'0'23'0,"-3"5"5"0,3-5-28 16,0 0 0-16,-3 5 0 0,3-5 0 0,0 0 94 0,0 0 14 0,0 0 2 0,0 0 1 15,0 0-19-15,0 0-4 0,0 0-1 0,0 0 0 16,0 0-23-16,3 6-5 0,-3-6-1 0,6 5 0 16,-6-5 30-16,6 3 5 0,3-1 2 0,0-2 0 15,0 3-45-15,3-1-9 16,3 1-1-16,3-3-1 0,0 3-22 0,-1-1-4 15,7 1-1-15,-3-3 0 0,3 3-24 0,0-3-4 0,2 2-2 16,1-2 0-16,0 0 18 0,3 0 0 0,0 0 0 16,2 0 0-16,1 0 0 0,3 0 0 15,2 0 0-15,-2 0 0 0,-3 0 48 0,0 0 12 0,-4 0 4 0,1 0 0 16,-3-5-111 0,0 2-21-16,-3-2-5 0</inkml:trace>
  <inkml:trace contextRef="#ctx0" brushRef="#br0" timeOffset="30585.977">20371 725 2045 0,'0'0'58'0,"0"0"13"0,0 0-57 0,0 0-14 0,0 0 0 16,0 0 0-16,0 0 90 0,0 0 15 0,0-8 3 0,3 8 1 16,3-5-38-16,0 2-8 0,3-2-2 0,0-3 0 15,0 3-18-15,3 2-4 0,0-2-1 0,3 2 0 16,-3-2-12-16,3 2-2 0,-1-2-1 0,-2-1 0 16,3 4-14-16,-3 2-9 0,0 0 12 0,0-5-12 15,-3 5 8-15,0 0-8 0,0 0 0 0,0 5 0 16,-6-5 0-16,3 2 0 15,-3 4 0-15,-1 2 0 0,-2-3-10 0,0 3-2 0,0 0-1 0,-2 5 0 16,-1-5-11-16,-3 3-1 0,-3 2-1 0,0 0 0 16,0-2 3-16,-6 2 1 0,3-5 0 0,-3 5 0 15,0 0 6-15,0-5 2 0,3 3 0 0,-2 2 0 16,2-5 14-16,3 0-12 0,0 0 12 0,0 5-12 16,6-5 12-16,-3-3 0 0,3 3 0 0,3 0 0 15,-3 0-8-15,6-3 8 0,0 3 0 0,0-5-9 16,3 2 9-16,0 3-8 0,3-8 8 0,0 6-8 15,0-4 8-15,3-2 0 0,2 0 0 0,-2 0 0 16,3 0 0-16,0 0 9 0,-3 0-9 0,3 0 0 16,0 0 8-16,-3-2-8 0,3-4 0 0,-4 6 0 15,4-8-86-15,-3 3-24 0,3 2-5 0</inkml:trace>
  <inkml:trace contextRef="#ctx0" brushRef="#br0" timeOffset="31279.338">20862 373 1858 0,'0'0'52'0,"0"0"13"15,0 0-52-15,3-3-13 0,0-2 0 0,-3 5 0 16,3-2 94-16,0-4 16 0,0 4 3 0,-3 2 1 0,0-6-38 0,0 6-7 15,0 0-1-15,0 0-1 0,0 0-30 0,0 0-5 0,0 0-2 0,0 0 0 16,0 0-10-16,0 0-1 0,-3 0-1 0,-3-5 0 16,-2 5-18-16,-1 5 8 0,0-5-8 0,-3 6 0 15,0-4 0-15,0 4 0 0,-3-4 0 0,0 3 0 16,3-2 0-16,0 2 0 0,-3 3 0 0,4-2-9 16,2-4 9-16,-3 4 16 0,3 1-4 0,-3-4-1 15,6 2-23-15,-3 3-4 0,3-2 0 0,3-4-1 16,3-2 27-16,-6 6 6 0,6-4 0 0,0-2 1 15,0 0-17-15,-3 6 0 0,3-6 0 0,3 7 0 16,-3-4-18-16,3 2-7 16,0 1-2-16,3-4 0 0,-3-2 27 0,3 6-10 0,3-4 10 0,-3 4 0 15,6-6-8-15,-3 0 8 0,3 2 0 0,-3 4 0 16,2-6 0-16,4 0 0 0,-3 0 0 0,3 5 0 16,0-5 0-16,0 0 0 0,0 0 0 0,0 0 0 15,0 0-13-15,-4 0 4 0,4 0 1 0,-3 0 0 16,0-5-114-16,0 5-22 15,0 0-5-15</inkml:trace>
  <inkml:trace contextRef="#ctx0" brushRef="#br0" timeOffset="31530.231">20925 328 1744 0,'0'0'36'0,"-6"-3"8"0,6 3-35 0,-3-5-9 0,3 5 0 0,0 0 0 0,0 0 96 0,0 0 18 0,0 0 3 0,0 0 1 15,0 0-58-15,0 0-11 0,0 0-2 0,0 13-1 16,3-10-7-16,0 5-2 0,0 3 0 0,0-1 0 16,0-5-5-16,0 6-2 0,3 2 0 0,-3-5 0 15,0 5-9-15,0 1-1 0,0-4-1 0,0 3 0 16,0 3-11-16,0-2-8 0,0 1 12 16,-3 1-12-16,3-2 9 0,-3 1-9 0,3 1 0 15,-3-2 9-15,0 1-9 0,0-1 0 0,0 2 0 0,-3-3 0 16,3 3-42-1,0-8-1-15,0 5 0 0</inkml:trace>
  <inkml:trace contextRef="#ctx0" brushRef="#br0" timeOffset="31818.418">21276 667 2039 0,'3'0'42'0,"3"0"11"0,0-6-42 15,0 4-11-15,3 2 0 0,3-5 0 0,-3 2 98 0,3 3 18 0,0-5 3 0,0 2 1 16,-1-2-55-16,4 5-10 0,-3-3-3 0,0 3 0 16,3-5-22-16,0 5-5 15,0 0-1-15,0-6 0 16,3 6-13-16,-4-2-3 0,4 2-8 0,-3 0 12 0,3 0-12 0,-3 0 0 15,0 0 8-15,0 0-8 0,-3 2-11 0,-1-2-5 16,1 0 0-16,0 6-1 16,-3-6-119-16,-3 0-24 0,0 5-5 0</inkml:trace>
  <inkml:trace contextRef="#ctx0" brushRef="#br0" timeOffset="32045.298">21366 839 2187 0,'-6'0'62'0,"6"0"14"0,0 0-61 0,0 0-15 0,0 0 0 0,0 0 0 15,0 0 85-15,0 0 15 0,3-3 2 0,3 3 1 16,-4 0-29-16,4 0-6 0,0-5 0 0,3 5-1 16,-3-3-22-16,3 3-4 0,-3 0-1 0,3-5 0 15,3 2-16-15,-3 3-4 0,3 0-1 0,0-5 0 16,0 5-19-16,3 0 10 0,-1-3-10 0,4 3 8 15,0-5-21-15,3 5-5 0,0-5-1 0</inkml:trace>
  <inkml:trace contextRef="#ctx0" brushRef="#br0" timeOffset="32557.482">22193 447 2062 0,'3'-2'43'0,"0"-4"10"15,0 4-42-15,-3 2-11 0,3-6 0 0,-3 6 0 16,0 0 93-16,0 0 17 0,3-2 3 0,-3 2 1 15,0 0-47-15,0 0-10 0,0 0-1 0,0 0-1 16,0 0-27-16,0 0-4 0,0 8-2 0,0 0 0 16,0-1-8-16,0 9-2 0,0-2 0 0,-3 1 0 15,3 1-4-15,0 5-8 0,-3-5 11 0,3 6-11 16,-3-1 8-16,3 0-8 0,0 0 0 0,-3-5 0 16,3 5 0-16,0-2 0 0,0 2 8 0,0-5-8 15,0 2 0-15,0-2 0 0,0 0 0 0,0-3 0 16,0 3 0-16,0-3 0 0,3-5 0 0,-3 8 0 15,0-8-63-15,3 5-16 0,-3-5-3 0,0 0-1 16,0 0-177-16</inkml:trace>
  <inkml:trace contextRef="#ctx0" brushRef="#br0" timeOffset="32985.612">22666 410 1824 0,'0'-3'76'0,"-3"-4"-60"16,3 7 125-16,-3-6 26 0,3 6 5 0,0 0 0 16,0 0-72-16,0 0-16 0,-6 0-2 0,6 0-1 15,-6 6-42-15,0-4-9 0,-2 3-2 0,2 6 0 16,-3 2-19-16,0 1-9 0,0-4 8 0,0 9-8 31,-3 2-19-31,3-3-9 0,-3 3-1 0,3 3-1 0,-3-3 30 0,3 6 0 0,-3-3 0 0,4-3 0 16,2 3 0-16,-3-3 0 0,3 0 0 0,0 3 0 15,3-8 0-15,3 5 0 0,0 0 0 0,0 0 0 16,3-5 0-16,3 5 0 0,0-5 0 0,3 5 0 16,0-5 16-16,-1 0 8 0,7-3 3 0,-3 1 0 15,0-7-27-15,3 1 0 0,-3 0-14 0,3-5 5 16,0 2-8-16,0-5-2 0,-4 0 0 0,4-5 0 16,0 2 19-16,-3-2 0 0,3 2 0 0,0-5 0 15,-3 1 48-15,-3-4 12 0,0 0 4 0,0 3 0 16,-3-5-52-16,-3 0-12 0,3 2 0 0,-4-2 0 15,-2 0 54-15,0 5 8 0,0-5 2 0,-5 2 0 0,2 3-52 16,-3 0-12-16,-3-2 0 0,0 7 0 0,-3-5 0 0,0 3 0 0,-3 5 0 16,0-3 0-16,-3 3 0 15,0 0 8-15,1 3-8 0,-4-3 0 0,-3 5-11 0,0-2-8 16,-3 2-1-16,-2-2-1 16,-1 7-113-16,3-2-22 0,-3 0-5 0</inkml:trace>
</inkml:ink>
</file>

<file path=ppt/ink/ink2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2:51:27.701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14564 2149 1637 0,'3'-14'34'0,"0"9"8"0,0 2-34 0,-3-5-8 0,3 3 0 0,0-3 0 16,-3 0 132-16,3 0 24 0,-3 0 4 0,0 3 2 15,0-3-46-15,-3 0-8 0,3 0-3 0,-3 3 0 16,-3-3-29-16,3 3-5 0,-3 2-2 0,-3-5 0 16,3 3-20-16,-3 2-4 0,0-2-1 15,-3 0 0-15,0 5-20 0,-2 0-4 0,-4 0 0 0,0 0-1 16,-3 5-19-16,-3 0 0 0,3 3 0 0,-2-5 0 15,-1 10 0-15,3 0 0 0,0-2 0 0,0 7 0 16,3-2-20-16,3 5-8 16,1-5-2-16,5 5 0 0,0-2 30 0,3 0 20 0,3-1-4 0,3 1 0 15,3-4-44-15,3 1-8 0,3-2-3 0,3-1 0 16,2-5-6-16,1 0-2 0,6 0 0 0,-3-8 0 16,3 0 15-16,3 0 2 0,-3-6 1 0,2 4 0 15,-2-6 19-15,3 0 10 0,-3-3-10 0,0 1 10 16,-6 2 0-16,-1-6 15 0,1 1-2 0,-6 3 0 15,0-1 25-15,0 0 5 0,0-2 1 0,-3 5 0 16,-3-5 2-16,3 2 1 0,-3 1 0 0,0 2 0 16,0 0-38-16,0 5-9 0,-3-5 0 0,3 3 0 15,-3 5 39-15,0 0 5 0,0 0 2 0,0 0 0 0,0 0-46 16,0 0 0-16,6 5 0 0,-3 6 0 16,3 2 0-16,-3 0 0 0,3 3 0 0,0 0 0 0,-3 0 12 15,2 5 8-15,1 0 3 0,-3 1 0 0,3-4-23 16,0 1 0-16,0-1 0 0,0 1 0 0,3-3 0 15,-3-1 0-15,0 1 0 0,3 3 0 16,-3-3-47-16,3-3-13 0,0 3-4 0,0-3 0 16,0 3-122-16,0 0-25 0,3-3-5 0</inkml:trace>
  <inkml:trace contextRef="#ctx0" brushRef="#br0" timeOffset="1195.056">15222 2408 2030 0,'0'0'57'0,"0"0"14"0,0 0-57 0,0 0-14 0,0 0 0 0,0 0 0 16,0 0 54-16,0 0 8 0,0 0 2 0,0 0 0 15,3 0-52-15,0 8-12 0,-3-6 0 0,0 6 0 16,-3 3 54-16,-3-3 8 0,3 0 2 0,-6 2 0 16,3 4-52-16,-3 2-12 15,0-3 0-15,0 3 0 0,0 2 0 0,-3-2 0 0,3 5 0 0,-2-5 0 16,2 0 0-16,0 0 0 16,-3 0 0-16,3 2 0 15,0-5-48-15,0-2-13 0,3 2-3 0</inkml:trace>
  <inkml:trace contextRef="#ctx0" brushRef="#br0" timeOffset="1408.294">15859 2326 1579 0,'0'0'32'0,"0"0"10"16,0 0-34-16,0 0-8 0,0 0 0 0,0 0 0 16,3-3 88-16,0 1 15 0,3 2 3 0,0 0 1 15,0-6-84-15,3 4-23 0,-1 2 8 0,4-6-8 16,0 4-33-16,3-4-10 0,3 4-1 0</inkml:trace>
  <inkml:trace contextRef="#ctx0" brushRef="#br0" timeOffset="1576.309">16567 2225 1561 0,'0'0'32'0,"0"0"8"0,0 0-32 0,0 0-8 0,0 0 0 0,0 0 0 16,0 0 85-16,0 0 15 0,0 0 4 0,0 0 0 16,6 0-78-16,0-2-15 0,0 2-3 0,0 0-8 15,3 0-27-15,0-6-12 16,0 6-2-16</inkml:trace>
  <inkml:trace contextRef="#ctx0" brushRef="#br0" timeOffset="1742.013">17305 2172 2030 0,'6'0'57'0,"0"0"14"0,-3 0-57 0,3 0-14 0,-6 0 0 0,3-5 0 16,-3 5 107-16,0 0 18 0,0 0 4 0,3 0 1 15,-3 0-87-15,6-3-18 0,-3 3-3 0,0 0-1 16,3-5-37-16,0 5-7 0,-3-3-1 0</inkml:trace>
  <inkml:trace contextRef="#ctx0" brushRef="#br0" timeOffset="2790.682">18716 2090 1409 0,'0'0'60'15,"0"0"-48"1,0 0 72-16,0 0 14 0,0 0 3 0,0 0 1 16,6 3-29-16,-3 2-5 0,3-5-2 0,0 3 0 15,0 2-24-15,0-2-5 0,3 2-1 0,-3-5 0 16,6 5-10-16,-3-5-2 0,6 0-1 0,-3 3 0 15,0-3-1-15,2 0 0 0,1-3 0 0,0 3 0 16,3-5 2-16,0 5 1 0,-3-5 0 0,3 2 0 16,-3-5 14-16,-1 3 2 0,-2-3 1 0,0 5 0 0,-3-7 6 0,3 2 0 15,-6 5 1-15,0-5 0 0,0 0-1 0,-3 3-1 0,-3 0 0 0,0-3 0 16,-3 5-24-16,0-2-5 0,-3-3-1 0,0 3 0 16,-3 2-17-16,-3-2 0 0,0 2 0 0,0-2 0 15,-5 5 0 1,-1-3 0-16,-3 3 0 0,-3 0 0 0,3 0 0 0,0 3 0 0,-2 2 0 15,2-5 0-15,0 3-10 0,3 2-6 0,0-2 0 0,6 2-1 16,0 0-24 0,0-2-5-16,6 2-1 0,0 3 0 0,6-8-65 15,0 8-12-15,3-3-4 0,3 3 0 0,3-5-75 0,6 2-15 0,0-2-3 16,3 2-1-16,0-2 120 0,3-3 24 0,2 0 5 16,-2 0 1-16,0 0 60 0,-3-3 12 0,3 3 0 0,-6-5 8 15,-3 2 98-15,0 3 20 0,-6-5 4 0,-1 2 1 16,-2 3 22-16,-3 0 5 0,6-8 1 0,-6 8 0 15,0 0-25-15,0 0-5 0,0 0-1 0,0 0 0 16,0 0-51-16,0 0-10 0,-3-2-3 0,3 2 0 16,0 0-51-16,0 0-13 0,0 0 0 0,0 0 0 15,0 0 0-15,0 0 0 0,-3 5 0 0,3 8 0 16,3-5 0-16,0 5 0 0,0-2 0 0,3 5 0 16,-3 2 0-16,3 1 0 0,0 2 0 0,0 6 0 15,0-9 0-15,0 9 0 0,3-6 0 0,-3 2 0 0,0-1 0 16,0 1 0-16,0-1 0 0,-3-1 0 0,0-3 0 15,0 1 0-15,-3 2 0 0,-3-2 0 0,0-1 0 0,0 1 9 16,-3-4-9-16,0 4 8 0,-3-3-8 0,0-3 0 16,0 3 0-16,0-8-11 0,-3 0 25 15,0 0 5-15,-3-3 1 0,1-2 0 0,-1-3 19 0,0-3 4 16,-3 3 1-16,3-8 0 0,0 0-36 0,0-5-8 0,0 0 0 16,1 2 0-16,2-2 53 15,0-3 9-15,3 3 2 0,0-3 0 0,3-3-52 16,3 9-12-16,3-6 0 0,0-3 0 0,6 4 0 0,3-1 8 0,0 0-8 15,6-3 0-15,-3 3 0 0,2 1 0 0,4-1 0 0,3 0 0 16,0 3 0-16,0-3-8 0,-3 2 8 0,3 1 0 16,-1 3-10-16,4-1 10 0,0 3-8 0,0 0 8 15,0 0-51 1,2 3-5-16,4 2 0 0,0-2-1 0,0 5-159 0,-1 0-32 16</inkml:trace>
  <inkml:trace contextRef="#ctx0" brushRef="#br0" timeOffset="3574.394">15112 4149 1579 0,'-6'-3'32'0,"-3"-2"10"0,3 2-34 15,0 1-8-15,0-4 0 0,0 4 0 0,6 2 104 0,-3-6 20 0,3 6 3 0,0 0 1 16,-3-5-52-16,6 0-9 0,0 2-3 0,0 1 0 16,6-4-7-16,0 4-1 0,3-4-1 0,0 1 0 15,3 2-37-15,2 1-7 0,1-1-2 0,0 0 0 32,6 1 44-32,-3 2 9 0,3 0 2 0,-1 0 0 0,1 0-52 0,-3 0-12 15,0 2 0-15,0 1 0 16,0 2 0-16,-1 3 0 0,1 0 0 0,0 3 0 0,-3 5 0 15,0 0 0-15,0 5 0 0,-4 0 0 0,-2 5 0 0,-3 1 0 0,-3-1 0 0,0 3 0 16,-6 1 0-16,0-1 11 0,-3-3-2 0,-3 3 0 16,0 0-9-16,-3 3 12 0,-2 0-12 0,-1 2 12 15,0 1-20-15,-3-1-4 0,0 0-1 0,0 3 0 16,3-5 13-16,-3 0 0 0,3 0 0 0,0-8 0 16,1 2 0-16,-1-2 0 0,3 0-10 0,-3-3 10 15,3 0-60-15,0-3-8 16,3 1-2-16</inkml:trace>
  <inkml:trace contextRef="#ctx0" brushRef="#br0" timeOffset="3771.042">15290 4567 2359 0,'-6'-8'67'0,"0"0"14"0,3 0-65 16,0 0-16-16,6 3 0 0,0 2 0 15,0-5 64-15,3 8 8 0,3-8 3 0,0 6 0 0,0-4-36 0,3 4-7 0,0-3-2 0,3 2 0 32,0 0-30-32,3-2 0 0,2 2 0 0,1-5 0 15,3 6 0-15,0-1 0 0,3 0 0 0</inkml:trace>
  <inkml:trace contextRef="#ctx0" brushRef="#br0" timeOffset="5823.14">15853 4472 1458 0,'-15'0'30'0,"3"2"8"15,0-2-30-15,0 3-8 0,3-3 0 0,0 5 0 16,3-5 108-16,6 0 21 0,0 0 4 0,0 0 1 16,0 0-35-16,0 0-7 0,0 0-2 0,0 0 0 15,0 0-21-15,0 0-4 0,3 3-1 0,3-3 0 0,3 5 0 16,0-5 0-16,6 0 0 0,0 0 0 0,6 0-4 0,0 0 0 0,2-5-1 0,4 5 0 15,3 0-43-15,-3 0-16 0,3 0 11 0,-1 0-11 16,1 0 0-16,-6 0 0 16,3-3 0-16,-3 3 0 0,-1 0 0 0,1-5 0 0,0 2 0 15,0 3 0-15,-3-2 0 0,-1 2 0 0,-5 0 0 0,3 0 0 16,-6 0 0-16,0 0 0 0,0 0 0 0,-3 0 0 31,0 2-108-31,-3-2-28 0,0 0-6 0</inkml:trace>
  <inkml:trace contextRef="#ctx0" brushRef="#br0" timeOffset="7415.643">16228 4324 1751 0,'0'0'36'0,"0"0"9"0,0 0-36 0,0 0-9 0,0 0 0 0,0 0 0 15,0 0 68-15,6-3 12 0,-3 0 3 0,-3 3 0 16,6 0-15-16,-3-2-4 0,6 2 0 0,-3 0 0 16,0 0-51-16,0 2-13 15,0-2 0-15,2 3 0 0,1 0 40 0,0-1 6 0,0 1 1 0,0 2 0 16,3 3-31-16,0-5-7 0,0 2-1 16,-3 3 0-16,3-3 1 0,-6 6 0 0,3-3 0 0,-3 2 0 15,0-2-9 1,-4 3 0-16,1-1 0 0,0 4 0 0,-6-1 0 0,3-2 0 0,-5 2 0 0,-1 0 0 15,0 0 0-15,-6 0 0 0,0 3 0 0,0-2 0 16,-3 1 0-16,3 1 0 0,-3 0 0 0,3 0 0 16,0 3 0-16,3-9 0 0,1 3 0 0,-1 1 0 15,0-4 0-15,3-2 0 0,0 0 0 0,3 3 0 16,0-6-63-16,3 0-14 0,0 1-3 16</inkml:trace>
  <inkml:trace contextRef="#ctx0" brushRef="#br0" timeOffset="8425.935">17017 4112 1728 0,'-6'-13'36'0,"6"5"8"0,-3 0-35 0,3 2-9 0,0 1 0 0,-3 3 0 16,3-6 73-16,0 8 13 0,-3-6 2 0,3 6 1 0,0 0-20 0,0 0-4 0,0 0-1 0,0 0 0 15,0 0-13-15,0 0-3 0,0 0-1 0,-3 6 0 16,0 4-24-16,3 3-5 16,-3 3-1-16,0 5 0 0,3 3-29 0,-3 3-5 0,3 2-2 15,-3-3 0-15,3 3 19 0,-3 1 0 0,3-1 0 0,0 5 0 32,-3-5-8-32,3-5 8 0,0 2-12 0,-3 1 12 0,3-1-17 0,-3-5 3 15,3 3 1-15,0-3 0 16,0-2 5-16,0 0 8 0,0-4-13 0,0-1 5 0,0 1 8 0,0-9-8 0,3 2 8 15,-3-3-8-15,0-5 8 0,0 0 0 0,3-5 0 0,3 2 0 16,-3-8 0-16,3 4 9 0,0-12-1 0,3 3-8 16,-3-2 16-16,3-1-3 0,0-2-1 0,0 0 0 15,-1 2 9-15,1-7 2 0,3 7 0 0,3-10 0 16,0 3-13-16,0-3-2 0,0-1-8 0,0-1 12 16,0-1 42-16,2 3 8 0,-2 0 2 0,3-3 0 15,-3 8-52-15,0 6-12 0,0-3 0 0,-3 5 0 16,-3 0 0-16,0 8 0 0,-3-3 0 0,0 9 0 15,-4-6 54-15,-2 8 8 0,0 0 2 0,0 0 0 16,0 0-52-16,0 0-12 0,-5 8 0 0,-4 0 0 16,0 2 0-16,-3 3 0 0,0 1 0 0,-3 7 0 15,0-3-48-15,0 3-13 0,-3 3-3 16,0 0 0-16,4 0 52 0,-1-6 12 0,0 4 0 0,0-1 0 16,3-3 0-16,3-2 0 0,0 0 0 0,0 0 0 15,3-3 0-15,0 0 0 0,3 1 0 0,0-4 0 0,3 1 0 16,0-3 0-16,3 2 0 0,0-2 0 15,3-5 0-15,0 2 0 0,0 0 0 0,3 1 0 0,3-4 0 16,0 1 0-16,0 2 0 0,3-2 0 16,0-3 0-16,0 5 0 0,2-5 0 0,1 0 0 15,0 0 0-15,0 3 0 0,0-3 0 0,0 0 0 0,0 3 0 0,-1-3 0 0,-2 0 12 16,0 0-12 0,-3 0-89-16,3 0-25 0,-3-3-5 0</inkml:trace>
  <inkml:trace contextRef="#ctx0" brushRef="#br0" timeOffset="10441.878">17618 4173 1273 0,'-6'0'53'0,"0"0"-42"31,6 0 106-31,-6 0 22 0,0 2 4 0,0-2 1 0,6 0-64 0,-6 3-12 0,0 2-2 0,3-2-1 16,-3 2-1 0,3 1 0-16,3-6 0 0,-6 7 0 15,3-1 0-15,3-6 0 0,0 5 0 0,-3 3 0 0,3-8 0 0,3 8 0 16,0 0 0-16,3-5 0 0,0 2-51 0,3-3-13 0,0 1 0 15,3 0 0-15,0-3 0 0,3 0 0 0,3 0 0 0,0-3 0 16,-1 3 54-16,1-3 8 0,0 1 2 0,3 2 0 16,-3-8-52-16,3 8-12 0,0-8 0 0,-1 3 0 15,4-1 0-15,-3 1 0 0,3 2 0 0,-3 1 0 16,3-6 0-16,-4 8 0 0,1-8 0 0,-3 5 0 16,0-2-202-1,-3 2-43-15,0 3-9 0</inkml:trace>
  <inkml:trace contextRef="#ctx0" brushRef="#br0" timeOffset="12176.621">18341 4043 2030 0,'0'0'57'0,"0"0"14"16,3 0-57-16,3-3-14 0,-6 3 0 0,3-2 0 15,0 2 105-15,3 0 19 0,-3 0 3 0,3 2 1 16,-3 1-103-16,3 0-25 0,-3 2 0 0,3 6 0 16,0-3 0-16,-3 2 0 0,3 3 0 0,-3 3 0 0,-3 3 0 15,3-3 0-15,-3 5 0 0,-3-3 0 0,3 1 28 0,-3 2 1 0,3-2 0 16,-3-1 0-16,3 1-21 0,-3-4-8 16,0-1 0-16,0-1 0 0,0-3 0 15,0 1 8-15,0-3-8 0,-3 0 0 16,3-3 0-16,3-5 11 0,0 0-11 0,0 0 10 15,0 0-1-15,0 0 0 0,0 0 0 0,-3-5 0 0,0-3 1 0,3 0 0 16,0-3 0-16,0-2 0 0,0 0-10 16,3-3 0-16,3-2 9 0,-3-1-9 0,3-2 0 0,0 2 8 15,3-2-8-15,-3 3 0 0,3-3 0 0,3 5 9 0,-3-3-9 16,2 3 0-16,1 0 8 0,0 3-8 0,3 3 0 0,-3-1 0 16,0 3 0-16,-3 3 8 0,3 0-8 0,0-1 0 15,-3 4 0-15,0 2 0 0,-3 0 0 16,2 0 0-16,1 2 8 0,-3 4-8 0,3-1 0 0,-3 0 0 15,0 3 9-15,0 3-9 0,0-1 0 0,-3 1 9 16,3-1-9-16,-3 4 12 0,0-1-12 0,-3 3 12 16,3-3-22-16,-3 3-4 0,0 0-1 0,0-3 0 15,0 3 15-15,0-3 0 0,0-2 0 0,-3 2 0 16,0-5 0-16,3 0 0 0,-3-3 0 0,3-5 0 16,0 0 11-16,0 0 5 0,0 0 0 0,0 0 1 15,0 0-9-15,0 0-8 0,0 0 12 0,-3-5-12 16,0-1-12-16,0-2-8 0,3 1-3 0,0-4 0 15,0-2 70-15,3-1 13 0,0 1 4 0,0-3 0 16,3 1-52-16,0 1-12 0,0-2 0 0,3 1 0 16,0 1 0-16,0 4 0 0,3-4 0 0,-4 7 0 15,4-1 0-15,0 0 0 0,0 0 0 0,0 2 0 16,0 1 0-16,-3 3 0 0,3 2 0 0,0-6 0 16,-3 6 0-16,0 0 0 0,0 0 0 0,-1 0 0 15,-2 6 0-15,3-4 0 0,-3 1 0 0,0 5 0 16,0-3 0-16,0 6 0 0,-3-3 0 0,0 2 0 0,3 3 0 0,-3 1 0 15,0-1 8-15,0 3-8 0,0-3 0 0,0 5 0 0,0-2 0 0,0 3 0 16,0-6 0-16,0 3 0 0,0 0 0 0,0 0 0 16,0-3 0-16,3 0-12 0,0 3 1 0,-3-8 0 15,3 3-14 1,0-4-3-16,0 4-1 0,-3-8 0 0,2 2-7 0,1 0-2 16,0-2 0-16,0 0 0 0,0-1-12 15,0-2-2-15,3 0-1 0,0-2 0 0,3-1 42 0,-3 0 11 16,3-2 0-16,3 0 0 0,-3-3 0 0,3 0 0 15,2 0 0-15,1 0 0 0,-3-8 0 0,6 6 0 0,-3-6 0 0,0 0 0 16,0 0 0-16,2 0 12 0,-2 3-2 0,-3-6-1 16,3 3-9-16,-3 6 12 0,0-9-12 0,0 9 12 15,-3-4 13-15,-1 4 3 0,-2-3 1 0,0 2 0 16,-3 0 4-16,-3 4 1 0,3-1 0 0,-3-3 0 16,-3 0-1-16,3 4 0 0,-3-1 0 0,0 0 0 15,0 0-4-15,-3 2-1 0,3-2 0 0,-3 1 0 16,-3 1-8-16,3 1-3 0,-3-3 0 0,-3 5 0 15,0-2-9-15,1 2-8 0,-4 3 12 0,0 0-12 16,-3 0 0-16,0 3 0 0,0 2 0 0,-3-2 0 16,3 2-20-16,-6 3-12 0,4 0-1 0,-1 3-1 15,3-1 34-15,0 4 0 0,3-6 0 0,0 2 0 0,3 1 0 0,0 5 0 16,3-6 0-16,3 3 0 0,0 1 0 0,3-1 0 16,3 3 0-16,0-6 0 15,3 1-58-15,3-1-5 0,0-2-1 0,3 0 0 0,3-2 52 0,-3-4 12 0,6-2 0 16,-3 0 0-16,-1-2-21 0,1-1-2 0,0-2 0 0,-3-1 0 15,3 4 31-15,-3-6 5 0,0 0 2 0,-3 0 0 16,0 0 21-16,0 3 4 0,3-3 0 0,-6-3 1 16,-1 3-8-16,1 0-1 0,0 0-1 0,0 3 0 15,0-3-6-15,-3 3-1 16,0 0 0-16,3-1 0 0,-3 4-14 0,-3 2-10 0,3 0 12 0,-3 0-12 16,0 0 8-16,0 0-8 0,3 0 0 0,0 8 0 15,0-6 30-15,0 6 2 16,-3 0 1-16,3 3 0 0,-3-1-77 0,3 1-16 15,-3 5-4-15,3-6 0 0,0 9 80 0,-3-9 15 0,6 6 3 0,-3-3 1 16,0 3-56-16,3-2-11 0,0-1-3 16,0-5 0-16,0 2-23 0,0 1-5 0,3-8-1 0,-1 2 0 15,1-2 52-15,3-1 12 0,-3-2 0 0,3-2 0 16,3-4-54-16,0 1-8 0,-3-3-2 0,3 0 0 16,-3-3 52-16,2 1 12 0,-2-3 0 0,0 2 0 15,0-2 25-15,-3 2 8 0,0-2 2 0,0 0 0 16,-3-3-5-16,-3 5-1 0,3 1 0 0,0-6 0 15,-3 5 28-15,0 3 6 0,0-2 1 0,-3 2 0 16,3 3-36-16,-3-3-6 0,3 8-2 0,-3 0 0 16,0 0-32-16,0 0-6 0,0 0-2 0,0 0 0 15,0 0 20-15,0 2 0 0,3 6 0 0,0 3 0 16,-3 5 21-16,0-3 8 0,3 3 2 0,-3 2 0 16,3 3-50-16,-3 3-9 0,3 0-3 0,0 3 0 15,-3-6 31-15,3 3 0 0,0-3 0 0,0-3 0 16,-1 6 0-16,1-8 0 0,0 5 0 0,0-8 0 0,-3 3 0 15,3-3 0-15,0-2 0 0,-3 2 0 0,0-5 0 0,3 0 0 0,-3-3 0 16,0 3 0-16,3 0 0 0,-3-8 0 0,0 0 0 0,0 0 0 16,0 0 45-16,0 0 15 0,0 0 4 0,0 0 0 15,0 0-52-15,-3-8-12 0,3-2 0 0,0 2 0 16,0-3 0-16,0-5 0 0,0 3 0 0,0-3 0 16,0-2 0-16,3-1 0 0,-3-2 0 15,0-3 0-15,3-2 0 0,0 2 0 16,0-5 0-16,0-3 0 0,0 6 0 0,0 2 0 0,3-5 0 0,-3 5 0 15,3 3 0-15,0 0 0 0,0-1 0 0,0 7 0 16,0-4 0-16,0 6 0 0,3 0 0 0,-3-1 0 16,3 6 0-16,3 0 0 0,-4-2 0 0,7 5 0 15,-3 2 0-15,3 0 0 0,0 1 0 0,0 4 0 16,0 1 0-16,3 2 0 0,0 0 0 0,-4 3 0 16,4 0 0-16,-6 0 0 0,3 6 0 0,-3-7 0 15,0 4 0-15,-3 0 0 0,0 5 0 0,-3-9 0 16,-3 4 0-16,0 0 0 0,-3-1 0 0,-3-2 0 15,0 3 0-15,0-1 0 0,-3-2 0 0,-3 0 0 16,-3-3 0-16,0 3 0 0,-3-2 0 0,0-1 0 16,-3 0 0-16,1 1 0 0,-1-4 0 0,-3 1 0 15,3 0 0-15,0 2 0 0,3-5 0 0,0 0 0 16,0 0 0-16,4 0 0 0,-1-5 0 0,3 2 0 16,0 0-100-16,0 1-22 0,3-4-5 0</inkml:trace>
  <inkml:trace contextRef="#ctx0" brushRef="#br0" timeOffset="12701.374">20517 3966 2260 0,'6'-8'47'0,"0"-2"11"0,-3 2-46 0,0 0-12 0,0 5 0 0,0-5 0 16,-3 0 91-16,0 3 16 0,0 2 3 0,-3-2 1 15,-3 3-44-15,0-1-9 0,0 3-2 0,-6-3 0 16,0 6-29-16,0-3-7 0,-2 3 0 0,-4 2-1 16,3 0-19-16,-3 0 10 0,0 3-10 0,3 0 8 15,0 0-8-15,3 3 12 0,1-1-12 0,2 1 12 16,3 0-3-16,3-1 0 0,3 1 0 0,0 2 0 16,6 0-9-16,0-2 0 0,3-1 0 0,2 4 0 15,4-4-19-15,3 3-5 0,0 3-2 0,0-2 0 16,-3 1 26-16,3-1 0 0,-3 2 0 0,-1-1 0 0,-2-1 0 15,-3-1 0-15,3 0 12 0,-6 0-4 0,0 1-8 0,-3-4 0 16,0 1 0-16,0 2 8 0,-3-5 4 16,-3 2 0-16,0 1 1 0,-6-3 0 0,3 0 7 0,-6 0 0 15,0-3 1-15,-3 3 0 0,-2 0-9 0,-4-5-3 0,3 2 0 0,-3 0 0 16,0 1-9-16,0-4 8 0,4 6-8 0,-1-5 8 31,3 2-30-31,0-2-6 0,0-1-2 0,0 1 0 16,0 0-181-16,0-1-36 0</inkml:trace>
</inkml:ink>
</file>

<file path=ppt/ink/ink2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2:52:30.056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brush xml:id="br1">
      <inkml:brushProperty name="width" value="0.05292" units="cm"/>
      <inkml:brushProperty name="height" value="0.05292" units="cm"/>
      <inkml:brushProperty name="color" value="#00B0F0"/>
    </inkml:brush>
    <inkml:brush xml:id="br2">
      <inkml:brushProperty name="width" value="0.05292" units="cm"/>
      <inkml:brushProperty name="height" value="0.05292" units="cm"/>
      <inkml:brushProperty name="color" value="#7030A0"/>
    </inkml:brush>
    <inkml:brush xml:id="br3">
      <inkml:brushProperty name="width" value="0.05292" units="cm"/>
      <inkml:brushProperty name="height" value="0.05292" units="cm"/>
      <inkml:brushProperty name="color" value="#FFC000"/>
    </inkml:brush>
  </inkml:definitions>
  <inkml:trace contextRef="#ctx0" brushRef="#br0">15966 6668 1199 0,'0'0'24'0,"0"0"8"0,0 0-32 0,0 0 0 0,0 0 0 0,0 0 0 16,0 0 75-16,0 0 8 0,0 0 1 0,0 0 1 15,0 0-28-15,0 0-5 0,0 0-2 0,3 3 0 16,3-3 3-16,0 0 1 0,0 0 0 0,3 0 0 16,0 0-7-16,0 0-2 0,2-3 0 0,-2 0 0 15,6 3-7-15,-3 0-2 0,0-2 0 0,3 2 0 16,-3-3-17-16,0 3-4 0,0 0-1 0,3 0 0 16,-3 0-6-16,2-3-8 0,-2 3 11 0,3 0-11 15,0-2 10-15,0 2-10 0,3-3 8 0,0 3-8 16,0 0 0-16,-1 0 0 0,1 0 0 0,3 0 0 0,0 0 0 15,0 0 8-15,0 0-8 0,-1 0 0 0,1 3 8 16,3-3-8-16,-3 0 0 0,0 0 8 0,0 0-8 0,-1-3 0 16,-2 3 0-16,3 0 8 0,0-3-8 0,3 3 0 15,-3-2 0-15,5 2 0 0,-2-3 0 0,0 3 0 16,0 0 0-16,0 3 0 16,2-3 8-16,-2 2-8 0,0-2 0 0,0 0 8 0,0 0-8 0,0 0 0 15,-4 0 0-15,7 0 0 0,-3-2 0 0,6 2 0 16,-4-3 8-16,4 3-8 0,3 0 0 0,-3 0 0 15,3 0 0-15,-1 3 0 0,1-3 0 0,-3 2 0 16,0-2 0-16,2 0 8 0,-2 0-8 0,3 0 0 0,0-2 0 0,-1 2 8 16,4 0-8-16,0 2 0 0,-4-2 0 0,7 3 8 15,-6-3-8-15,0 0 0 0,-1 3 0 0,1-3 0 16,0 2 0-16,3-2 8 0,-4 0-8 0,4 0 0 16,0 0 11-16,-1 0-3 0,1 0-8 0,3 3 12 15,-6-3-12-15,2 0 11 0,-2 0-11 0,3-3 10 16,0 3-10-16,-4-2 0 0,7-1 9 0,-3 0-9 15,-1 3 0-15,1-2 9 0,3 2-9 0,-3-3 0 16,-7 0 11-16,4 3-11 0,-3-5 10 0,0 3-10 16,-1-1 12-16,1 0-3 0,3-2-1 0,-3 2 0 15,2-2-8-15,-2 2 0 0,0 3 9 0,0-5-9 16,-4 5 8-16,1 0-8 0,0-3 10 0,0 3-10 16,-3-2 8-16,2-1-8 0,-5 0 0 0,6 1 0 15,-6-1 8-15,3-2-8 0,2 2 0 0,-2 3 9 16,0-2-9-16,3 2 0 0,-3-3 0 0,0 3 8 15,2 0-8-15,-5 0 0 0,3 0 0 0,0 0 0 16,-3 0 0-16,-1 0 0 0,1 0 0 0,3-3 0 16,-3 3 0-16,3 0 0 0,0-2 0 0,-1-1 0 0,1 3 0 15,0 0 0-15,3-3 0 0,-3 3 0 16,-1 3 0-16,1-3 0 0,0 3 0 0,0-1 0 16,-3-2 0-16,0 3 0 0,-1-3 0 0,1 0 0 0,-3 3 0 0,0-3 0 0,0-3 0 15,3 3 0-15,-4-3 0 0,1 3 0 0,3 0 0 0,0 0 0 16,-3 0 0-16,3 0 8 0,0 0-8 0,-1 0 0 15,1 3 0-15,0-3 0 0,-3 0 8 0,3 3-8 16,0-1 0-16,-4-2 10 0,1 0-10 0,0 3 10 16,0-3-10-16,0 0 0 0,-3-3 0 0,0 3 8 15,0 0-8-15,2-2 0 0,-2 2 9 0,3-3-9 16,0 3 8-16,0 0-8 0,-3-3 8 0,3 3-8 16,-1 0 10-16,-2 0-2 0,6 0-8 0,-6 0 12 15,3 0-12-15,-3 0 9 0,3 0-9 0,-3 3 8 16,2-3-8-16,-2 0 10 0,3 0-10 0,-3 0 10 15,3 0-10-15,-3 0 8 0,0 0-8 0,0 0 8 16,-1 0-8-16,4-3 0 0,-3 3 9 0,3 0-9 16,0 0 0-16,0 0 9 0,0 0-9 0,-1 0 0 15,1 0 8-15,-3 0-8 0,0 0 0 0,3 3 0 16,-3-3 12-16,-3 3-12 0,3-1 12 0,-3 1-12 16,-1-3 16-16,-2 3-4 0,3-1-1 0,-3 1 0 15,0-1-2-15,0 1 0 0,-3 2 0 0,3-2 0 16,-3 0-9-16,0-1 0 0,0 1 9 0,-3 2-9 15,3-2 12-15,-3 2-3 0,0-2 0 0,0 2 0 16,0 0 1-16,0-2 0 0,0 2 0 0,0 1 0 0,0-1 2 16,0 0 1-16,-3 1 0 0,3 1 0 0,-3-1-2 0,0-1-1 0,2 3 0 15,-2-3 0-15,0 3-10 0,3 0 8 0,-3 0-8 0,0 0 8 32,3 0-8-32,-3 3 8 0,0-3-8 0,0-1 8 0,0 4-8 0,0-3 0 0,0 3 9 0,0-1-9 15,0 1 0-15,0-3 0 0,0 2 0 0,0 1 8 16,0-1-8-16,0-2 0 0,0 0 0 15,0 3 0-15,0-3 0 0,0 2 0 16,0-2 0-16,0 3 0 0,0-3 0 0,0 2 0 16,0 1 0-16,0 0 0 0,0-1 0 0,3 3 0 0,-3 1 0 0,0-1 0 15,0 3 0-15,0-3 9 0,0 3-9 0,0-3 0 16,0 3 8-16,0 0-8 0,0 0 0 0,0 0 0 16,0-1 9-16,0-1-9 0,0-1 0 0,0 3 9 15,-3-3-9-15,3 0 0 0,0 1 9 0,0-1-9 16,0 0 0-16,0 0 8 0,0 0-8 0,0-2 0 15,-3 0 0-15,3-1 9 0,0 3-9 0,-3-2 0 16,1 2 8-16,2-2-8 0,-3 2 0 0,0 0 0 16,3 1 8-16,0-1-8 0,-3 0 0 0,3 3 0 15,0-3 8-15,-3 3-8 0,3 0 0 0,0 0 0 16,0-3 8-16,0 3-8 0,0 0 0 0,0-3 0 16,-3 3 0-16,3-3 0 0,0-2 8 0,0 2-8 15,-3 0 0-15,3 0 0 0,0-2 0 0,-3 2 0 16,3-2 0-16,0-1 0 0,0 1 0 0,0 2 0 15,-3-2 8-15,3-1-8 0,0-2 0 0,-3 3 0 16,3-1 0-16,0 1 0 0,-3 0 0 0,3-1 0 16,-3 3 0-16,3 1 0 0,0-1 0 0,-3 0 0 15,3 0 0-15,-3 3 0 0,3-3 0 0,-3 3 0 16,3-3 0-16,-3 1 0 0,3 2 0 0,-3-3 0 16,3 0 8-16,-3 0-8 0,3 0 0 0,-3 1 0 0,3-4 0 15,-3 4 0-15,3-1 0 0,-3-3 0 0,3 4 0 0,-3-4 0 0,0 1 0 0,0-3 0 16,3 2 0-16,-3 1 0 0,0-3 0 0,3 2 0 15,-3 1 0-15,0 0 0 0,0-4 0 0,3 7 0 16,-3-4 8-16,3 1-8 0,-3 2 0 0,3 0 0 16,-3 1 0-16,0-1 0 0,0 0 0 0,0 3 0 15,3-3 0-15,-3 3 0 0,0 0 0 0,0 0 0 16,3-3 0-16,-3 0 0 0,0 0 0 0,3 1 0 16,-3-4 0-16,3 4 0 0,-3-4 0 15,3 1 0-15,-3-1 0 0,3 1 0 0,-2-1 0 0,2 1 0 16,0-3 0-16,-3 3 0 0,3-4 0 0,0 1 0 15,-3 0 0-15,3-2 0 0,0 2 0 0,0 0 0 16,0-3 0-16,0 3 0 0,0 0 0 0,0-3 0 16,0 3 0-16,0-3 0 0,0 3 0 0,0 0 0 15,0-3 0-15,0 3 0 0,0 0 0 0,0 0 0 16,0 0 0-16,0 0 0 0,0-3 0 0,0 3 0 16,0 0 0-16,0-2 0 0,0 1 0 0,0 1 0 15,0-2 0-15,0-1 0 0,0 3 0 0,-3-3 0 16,3 1 0-16,0-1 0 0,0 0 0 0,-3 3 0 15,3-3 0-15,0 1 0 0,0-1 0 0,-3 0 0 16,3 0 0-16,0 1 0 0,0-1 0 0,-3 0 0 0,3-5 0 16,0 6 0-16,0-6 0 0,-3 5 0 0,3 0 8 15,0-5-8-15,-3 6 0 0,0-1 0 0,3-5 0 16,-3 5 0-16,0 0 0 0,3-5 0 0,-3 6 0 0,0-4 0 16,3-2 8-16,-6 6-8 0,6-6 0 0,-3 5 0 15,0-2 8-15,-3-1-8 0,0 1 0 16,0 0 0-16,0-1 0 0,0 1 0 0,0-1 10 0,0 1-10 15,0 0 8-15,-3-3-8 0,3 2 0 0,0 1 0 16,-2-3 8-16,-1 3-8 0,3-3 0 0,-3 2 0 0,0-2 0 16,-3 3 0-16,3-3 0 0,0 0 8 15,0 3-8-15,-3-3 0 0,3 0 0 0,0 2 8 0,0-2-8 0,0 3 0 16,1-3 0-16,-4 0 0 0,3 0 8 0,0 0-8 16,-3 0 0-16,0 3 0 0,0-3 0 0,0 0 0 15,0 0 0-15,0 0 8 0,0 0-8 0,1 0 0 16,-1 0 0-16,0 0 0 0,-3-3 0 0,3 3 0 15,-3 0 0-15,0 0 0 0,3 0 0 0,-6 3 0 16,6-1 0-16,-2-2 0 0,-1 0 0 0,3 0 0 16,-3 0 0-16,0 3 0 0,3-3 0 0,-6 0 0 15,3 2 8-15,0-2-8 0,4 3 0 0,-7-3 8 16,0 0-8-16,-3 0 8 0,3 0-8 0,-6 0 8 16,1 0-8-16,-1-3 0 0,-6 3 9 0,3 0-9 15,-3-2 0-15,1 2 8 0,2 0-8 0,-3 0 0 16,0-3 0-16,4 3 8 0,-1 0-8 0,-3 0 0 15,0 0 0-15,-3-2 8 0,4 2-8 0,-4-3 0 16,0 3 0-16,0 0 0 0,1-3 0 0,-1 3 0 16,3 0 0-16,3 0 0 0,1 0 0 0,-4 0 8 0,3 0-8 15,0 0 0-15,1 0 0 0,-4 0 0 16,0 0 0-16,0 0 0 0,0 0 0 0,1 0 8 16,-1 0-8-16,3 0 0 0,-3 0 0 0,4 0 0 0,-1 3 0 15,3-3 0-15,0 0 0 0,0 0 0 0,1 0 0 0,-1 0 0 16,0 0 0-16,-3 0 0 0,3 0 0 0,-2 0 0 0,2 0 0 0,-3 0 0 15,3 3 0-15,0-3 0 0,0 0 0 16,1 2 0-16,-1-2 0 0,3 0 0 0,3 0 0 0,-3 0 0 16,-3 3 0-16,4-3 0 0,-1 0 0 0,-3 2 0 15,3 1 0-15,-3-3 0 0,1 0 0 0,-1 3 0 16,0-3 0-16,0 2 0 16,-3 1 0-16,4 0 0 0,-1-3 0 0,3 2 0 0,0 1 0 15,-3 0 0-15,3-3 0 0,1 0 0 0,-1 2 0 16,-3-2 0-16,3 0 0 0,-3 0 0 0,0 0 0 15,1 3 0-15,-1-3 0 0,-3 0 0 0,3 0 0 0,-3 3 0 16,4-3 0-16,-1 2 0 0,0-2 0 0,0 0 0 16,0 3 0-16,4-3 0 0,-1 0 0 0,0 3 0 15,0-3 0-15,-3 0 0 0,3 0 0 0,-2-3 0 16,-1 3 0-16,0 0 0 0,0 0 0 0,0 0 0 16,0 0 0-16,1 0 0 0,-1 0 0 0,3 0 0 15,0 0 0-15,0 0 8 0,1 0-8 0,-1 0 0 16,0 0 0-16,0 0 0 0,3 0 0 0,-6 0 0 15,3 0 0-15,1 0 0 0,-4 0 0 0,0 0 0 16,0 0 0-16,0 0 0 0,4 0 0 0,-4 0 0 16,3 0 0-16,0 0 0 0,0 0 0 0,0 3 0 15,4-3 0-15,-1 2 0 0,0-2 0 0,0 0 0 0,0 0 0 16,3 0 0-16,-3 0 0 0,1 0 0 16,-1 0 0-16,0 0 0 0,3 0 0 0,-3 0 0 15,0 0 0-15,0 0 0 0,-3 0 0 0,4 0 0 0,-1 0 0 16,0 0 0-16,0 0 0 0,0 0 0 0,0 3 0 0,0-3 0 15,4 0 0-15,-1 2 0 0,0-2 0 16,0 3 0-16,3-3 0 0,-3 0 0 0,0 3 0 16,0-3 0-16,3 0 0 0,-2 0 0 0,-1 0 0 0,0 2 0 0,-3-2 0 15,0 0 0-15,3 0 0 0,0 0 0 0,-3 0 0 0,1 0 0 16,2 3 0-16,-3-3 0 0,3 0 0 0,-3 0 0 16,3 3 0-16,3-3 0 0,-3 0 0 0,1 0 0 15,5 0 0-15,-6 2 0 0,6-2 0 0,-3 0 0 16,3 3 0-16,0-3 0 0,0 0 0 0,0 0-8 15,3 0 8-15,0 0 0 0,0 0 0 0,0 0 0 16,0 0 0-16,6 0 0 0,-6 0 0 0,6 0 0 16,-5 0 0-16,5 0 0 0,-9 0 0 0,9 0 0 15,0 0 0-15,0 0 0 0,-6 0 0 0,6 0 0 16,0 0 0-16,-3-3 0 0,3 3 0 0,-6-2 0 16,6 2 0-16,-6-3 0 0,6 3 0 0,-6-3 0 15,6 3 0-15,-3-2 0 0,3 2 0 0,-6-3 0 16,6 3 0-16,-6-3 0 0,3-2 0 0,3 5 0 15,-6-2 0-15,3-1 0 0,3 3 0 0,-6-3 0 16,3-2 0-16,-3 2 0 0,3-2 0 0,0 2 0 16,-3 1 0-16,3-4 0 0,0 4 0 0,-3-4 0 15,3 4 0-15,0-3 8 0,0-1-8 0,0 1 8 16,0 0-8-16,0-1 0 0,0 1 0 0,1 0 8 16,-1-3-8-16,3 0 0 0,0 0 0 0,-3 0 8 0,3-3-8 15,0 1 0-15,-3-1 0 0,3 1 0 0,0-4 0 0,0 4 0 16,0-3 0-16,0-1 8 0,3 1-8 0,-3 0 0 0,0 0 0 15,0 2 0-15,3-2 0 0,-3 2 0 0,0 1 8 0,3-1-8 16,-6 1 0-16,3-1 8 0,0 3-8 0,0-3 0 16,0 4 0-16,0-1 8 0,0-3-8 0,0 3 0 15,3-2 0-15,-3-1 8 0,0 0-8 0,0 3 0 16,0-2 0-16,2-1 0 16,-2-2 0-16,0 2 8 0,0 1-8 0,3-1 0 0,-3-2 0 15,0 0 0-15,0 0 0 0,3-1 0 16,-3 1 0-16,0-3 8 0,0-2-8 0,-3-1 0 0,0 1 0 0,1-1 8 15,-1 1-8-15,0 2 12 0,3-3-4 0,-3 3 0 16,3 0-8-16,-3 1 0 0,3 1 0 0,-3 1 0 16,0 0 0-16,3 2 0 0,-3 1 0 0,3-3 0 15,-3 2 0-15,3-2 0 0,-3 2 0 0,3-2 0 16,-3 2 0-16,3-2 0 0,0 2 0 0,-3-2 0 16,3 0 0-16,-3-3 0 0,0 3 0 0,3-6 0 15,-3 4 0-15,0-4 0 0,3 0 0 0,-3 1 0 16,3-1 0-16,-3 1 0 0,3 2 0 0,-3-2 0 15,3 2 0-15,0 2 0 0,-3 1 0 0,3 0 0 16,0 2 0-16,0-2 0 0,0 3 0 0,-3-1 0 16,3 3 0-16,0-3 0 0,0 1 0 0,0-3 0 0,0 2 0 15,0 3 0-15,0-5 0 0,0 2 0 0,0 1 0 16,0-1 0-16,0-2 0 0,0 0 0 16,0-1 0-16,0-1 0 0,0-4 0 0,0 3 0 0,0-2 0 0,0-1 0 15,0 1 0-15,0 2 0 0,0-3 0 0,0 3 0 16,3 0 0-16,-3 1 0 0,0 1 0 0,3 1 0 15,-3 3 0-15,0-1 0 0,3 0 0 0,-3 3 0 16,0-2 0-16,0 2 0 0,0 0 0 0,0 0 0 16,3-3 0-16,-3 3 0 0,0 1 0 15,0-4 0-15,3 0 0 0,-3 3 0 0,0-2 0 0,3-1 0 0,-3 1 0 16,3-4 0-16,-3 1 0 0,3 0 0 0,0 0 0 0,0-3 0 16,0 3 0-16,0-3 0 0,0 0 0 0,0 0 0 15,0 0 0-15,0 3 0 0,3-3 0 0,-3 3 0 16,0 2 0-16,-1-2 0 0,1 2 0 0,0 1 0 15,0-1 0-15,0 3 0 0,0 0 0 0,0 0 0 16,0 1 0-16,0-1 0 0,0 0 0 0,-3 0 0 16,3 0 0-16,0-3 0 0,-3 3 0 0,3-2 8 15,-3 2-8-15,0-3 0 0,0 1 0 0,0-1 0 16,0 0 0-16,0 1 0 0,0-3 0 16,-3 2 8-16,3-2-8 0,-3 0 0 0,0-1 0 0,3 1 0 15,-3 2 0-15,0-2 0 0,0 0 0 0,0 2 0 16,0 1 0-16,0-1 0 0,0 3 0 0,0-2-12 15,0 2-75-15,1 0-15 0,-1 0-3 0</inkml:trace>
  <inkml:trace contextRef="#ctx0" brushRef="#br1" timeOffset="36945.969">20669 3940 1592 0,'0'0'33'0,"0"0"7"16,0 0-32-16,0 0-8 0,0 0 0 0,0 0 0 16,0 0 93-16,0 0 17 0,0 0 3 0,-6-3 1 15,6 3-33-15,-3-2-6 0,-3-1-2 0,6 3 0 16,-6-3-17-16,3 3-3 0,3 0-1 0,-6-5 0 15,0 2-12-15,0 3-2 0,0 0-1 0,0-5 0 16,0 5-13-16,-2 0-2 0,2-3-1 0,-6 3 0 16,3-2-2-16,-3 2-1 0,0 0 0 0,-3 0 0 15,0 0-4-15,0 0-1 0,-3 0 0 0,1 0 0 16,-4 0-1-16,0 0-1 0,0 2 0 0,0-2 0 16,0 3-3-16,1-3 0 0,-1 0 0 0,0 5 0 15,0-5-8-15,0 0 12 0,0 0-12 0,1 0 12 0,-1 3-12 16,0 2 0-16,-3-5 0 0,0 3 8 0,0 0-8 0,-2-1 0 15,-1 1 0-15,0 0 8 0,0-3-8 0,3 2 0 0,-2 1 0 16,2-1 0-16,3 1 0 0,0-3 0 0,3 5 0 0,-3-5 0 16,4 0 0-16,-1 3 0 0,0 2 0 0,0-5 0 15,0 0 0-15,0 3 0 16,0-3 0-16,-2 3 0 0,2-3 0 16,-3 0 0-16,3 2 0 0,0-2 0 0,0 0 0 0,0 0 0 0,-2 0 0 0,2 0 0 15,3 0 0-15,-3 0 0 0,0-2 0 16,3 2 0-16,0 0 0 0,1-3 0 0,2 3 0 0,0 0 0 15,-3-3 0-15,3 3 0 0,0 0 0 0,0 0 0 16,-3 0 0-16,3 0 8 0,-3 0-8 0,1 0 0 16,-1 0 0-16,0 0 0 0,3 0 0 0,-6 0 0 15,6 0 0-15,-3 0 0 0,0 0 0 0,0 0 0 16,4 3 0-16,-4-3 0 0,3 0 0 0,-3 0 0 16,3 3 0-16,0-3 0 0,0 2 0 0,0 1 0 15,0-3 0-15,0 0 0 0,4 3 0 0,-4-3 0 16,3 2 0-16,0 4 0 0,0-6 0 0,0 2 0 15,0-2 0-15,3 5 0 0,-3-2 0 0,0 0 0 16,3-1 0-16,0 1 0 0,0-3 0 0,-3 3 0 16,3 2 0-16,0-2 0 0,-2-1 0 0,2 4 0 15,-3-6 0-15,3 2 0 0,-3 4 0 0,0-6 0 16,3 2 0-16,-3-2 0 0,0 3 0 0,0-1 0 16,3 1 0-16,-3-3 0 0,3 3 0 0,-3-1 0 0,3 1 0 15,0-3 0-15,0 3 0 0,-2-1 0 16,2 4 0-16,3-6 0 0,-3 0 0 0,6 0 0 0,-6 2 0 15,3 4 0-15,-3-6 0 0,6 0 0 0,-6 2 0 0,6-2 0 0,0 0 8 0,-3 3-8 16,3-3 8 0,0 8-8-16,0-8 0 0,-3 5 8 0,3 6-8 15,0-11 0-15,0 2 0 0,-3 6 0 0,3-2 0 16,0 1 0-16,3 1 0 0,-3 0 0 0,0 0 0 0,0 0 8 0,0 3-8 0,0-1 0 16,0 1 0-16,0 0 0 0,0 2 0 0,0-3 0 15,3 4 0-15,-3 1 0 0,0-1 0 0,0-1 0 16,0 0 0-16,0 3 0 0,0-5 0 0,0-1 0 15,0 6 0-15,0-5 0 0,0-1 0 0,0 6 0 16,0-5 0-16,0-1 0 0,0 6 0 0,0-5 0 16,0 2 0-16,3 0 0 0,-3 0 0 0,0 3 0 15,0-2 0-15,0 1 0 0,0 4 0 16,0 2 0-16,0-2 0 0,0 4 0 0,0-1 0 0,0 1 0 16,0-1 8-16,0-1-8 0,3 0 8 0,-3 0-8 15,0-2 0-15,3 2 0 0,-3-5 0 0,3 5 0 16,-3-8-9-16,0 3 9 0,3 2 0 0,-3-2 0 15,3 3 0-15,-3-1 0 0,3 4 0 0,-3-1 0 16,3 3 0-16,-3-1 0 0,3 1 0 0,-3 3 0 16,3-4 0-16,-3 1 0 0,0-3 0 0,0 6 0 15,0-6 0-15,0 0 0 0,0-2 0 0,0 2 0 16,0-3 0-16,0 4 0 0,0-4 0 0,0 3 0 16,0 0 0-16,-3 3 8 0,3 0-8 0,0 8 0 15,-3-11 8-15,3 8-8 0,0 0 0 0,-3-2 9 16,3-1-9-16,0-2 0 0,0 0 0 0,0-3 0 0,0 3 8 0,0-3-8 15,0-3 0-15,0 6 8 0,0-3-8 0,0 6 0 0,0-1 0 16,0 3 8-16,0 1-8 0,3-1 0 0,-3 2 9 16,0 1-9-16,0-3 0 0,3-2 0 0,-3-3 0 15,0 2 8-15,3-2-8 16,-3 0 0-16,0-1 0 0,3 4 8 0,-3-1-8 0,0 3 0 16,3 3 0-16,-3 3 0 0,0-4 0 0,3-2 9 0,-3 1-9 15,3 1 0-15,-3-4 8 0,3-1-8 0,-3-2 0 16,0 5 0-16,2-2 8 0,-2-1-8 15,0 3 0-15,3 3 0 0,-3 0 0 0,0 2 8 0,0 0-8 0,0-2 0 16,0 3 10-16,0-6-10 0,0-3 8 0,0 1-8 16,0-1 9-16,0 1-9 0,0-4 10 0,0 4-10 15,0 2 9-15,0 0-9 0,0 3 8 0,0 0-8 16,0-1 9-16,0 1-9 0,0-3 10 0,0 0-10 16,-3-5 9-16,3 3-9 0,0-4 8 0,0 1-8 15,0 0 0-15,0 2 0 0,0-2 8 0,0 3-8 16,0-1 0-16,0 3 0 0,0 3 0 0,0 0 0 15,0-6 0-15,0 1 0 0,0-3 8 0,0 2-8 16,3-5 0-16,-3 0 0 0,0 1 9 0,3-1-9 16,-3-3 8-16,0 3-8 0,3-2 8 0,-3 2-8 15,0 0 0-15,3 3 9 0,-3 0-9 0,0 2 0 16,3-2 9-16,-3 0-9 0,3-3 0 0,-3 3 9 16,3-3-9-16,-3-2 0 0,0-1 0 0,3 1 8 0,-3-3-8 15,0-1 0-15,3 1 0 0,-3-2 8 16,0 1-8-16,0-1 0 0,0-1 9 0,0 0-9 15,0 3 0-15,0-3 9 0,0 0-9 0,0 3 0 16,-3 0 10-16,3 0-10 0,0 0 8 0,-3 2-8 0,3-2 8 0,0 3-8 16,-3-3 0-16,3 0 8 15,0-1-8-15,-3 1 0 0,3-2 9 0,0-1-9 16,-3 0 0-16,3 0 8 0,0-2-8 0,-3-1 0 0,3 1 0 0,0 0 0 0,-3-3 0 16,3 2 8-16,0-2-8 0,0 3 0 0,0-3 0 0,0 2 0 15,0-2 0-15,0 0 0 0,0 3 0 0,0-3 0 16,-3 0 0-16,3 2 0 0,0-2 0 0,0 3 0 15,0-1 0-15,0 1 0 0,0-1 0 0,0 1 0 16,-3 2 0-16,3 0 0 0,0 1 0 0,0-1 0 16,0-3 0-16,0 4 0 0,0 2 0 0,0-3 0 15,0 0 0-15,3-2 0 0,-3 2 0 16,0 0 0-16,0-2 0 0,0-1 0 0,0 1 0 0,0-1 0 16,0-2 0-16,0 3 0 0,0-3 0 0,0 0 0 15,0 0 0-15,3-3 0 0,-3 3 0 0,0 0 8 16,0-3-8-16,0 3 0 0,0-3 0 0,0 1 0 15,0-6 0-15,0 5 0 0,0-5 0 0,3 8 0 16,-3-3 0-16,0-5 8 0,3 3-8 0,-3-3 0 16,0 5 0-16,0-5 0 0,3 5 0 0,-3-5 8 15,0 0-8-15,3 6 0 0,-3-6 0 0,3 5 0 16,-3-5 0-16,6 3 0 0,-6-3 0 0,3 5 8 16,-3-5-8-16,6 3 0 0,-3-1 0 0,3-2 0 15,0 3 0-15,-3-3 0 0,3 0 0 0,0 3 0 16,0-1 0-16,0 1 0 0,0-3 0 0,0 3 0 15,0-1 0-15,0-2 0 0,0 0 0 0,0 3 0 0,3-3 0 0,-4 0 0 16,4 2 0-16,-3 1 0 0,3-3 0 0,0 0 0 0,-3 3 0 16,3-1 0-16,0-2 0 0,3 0 0 15,-3 3 0-15,3-3 0 0,3 3 0 16,-3-1 0-16,2 1 0 0,1 0 0 0,3-1 0 0,-3 1 0 0,3-3 0 16,3 5 0-16,-3-2 0 0,-1 0 0 15,4-1 0-15,0 1 0 0,0-1 0 0,-3 1 0 16,3 2 0-16,0-5 0 0,-1 3 0 0,-2-3 0 0,3 3 0 0,0-3 0 15,3 0 0-15,0 0 0 16,2 0 0-16,4 2-8 0,0-2 8 0,0 0 0 0,-1 3 0 0,4-3 0 16,-6 0 0-16,0 3 0 0,-1-3 8 0,-2 2-8 15,0-2 0-15,0 0 0 0,0-2 0 0,0 2-8 16,2-3 8-16,1 3 0 0,0-3 0 0,3 3 0 16,-4 0 0-16,1 0 0 0,3 0 0 0,-3 0 0 15,-3-2 0-15,-1 2 0 0,1 0 0 0,-3 0 0 16,0 0 0-16,-3-3 0 0,0 3 0 0,2-3 0 15,1 1 0-15,-3-1 0 0,6 0 0 0,-3 3 0 16,0-2 0-16,0-1 0 0,2 1 0 0,-2 2 0 16,0-3 0-16,0 3 0 0,0 0 0 0,-3-3 0 15,-1 3 0-15,-2 0 0 0,0-2 0 0,0-1 0 16,0 3 0-16,-3-3 0 0,0 1 0 0,0-1 8 16,0 0-8-16,-1-2 0 0,-2 2 0 0,3 1 0 15,0-1 0-15,-3-2 0 0,3 2 0 0,0 1 0 16,0-4 0-16,3 4 0 0,-3-1 0 0,0 3 0 0,-1-3 0 15,1 1 0-15,0-1 0 0,0 3 0 16,3 0 0-16,-3-3 0 0,3 1 0 0,-3-1 8 16,0 3-8-16,0 0 0 0,-1-3 0 0,-2 3 0 15,3 0 0-15,-3 0 0 0,0 0 0 0,3 0 0 16,-6 0 0-16,3 0 0 0,0 0 0 0,-3 0 0 0,3 0 0 0,-3 0 0 0,0 0 0 16,-3 0 0-16,3-2 0 0,0 2 0 0,-3 0 0 15,2 0 0-15,-2 0 0 0,3 0 0 0,-3-3 0 0,3 3 0 16,-3 0 0-16,3 0 0 0,-3-3 0 0,0 3 0 15,3 0 0-15,-3 0 0 0,3-2 0 0,-6 2 0 16,3 0 0-16,-3 0 0 0,6 0 0 0,0 0 0 16,-6 0 0-16,3 0 0 0,3 0 0 0,-6 0 0 15,6 0 0-15,-6 0 0 0,3 0 0 16,-3 0 0-16,0 0 0 0,0 0 0 0,6 0 0 0,-6 0 8 16,0 0-8-16,0 0 0 0,0 0 0 0,0 0 0 15,0 0 0-15,0 0 8 0,6 0-8 0,-6 0 8 16,0 0-8-16,0 0 0 0,0 0 8 0,3-5-8 15,-3 5 0-15,0-6 0 0,0 1 0 0,3 0 8 16,-3 2-8-16,0-2 0 0,0-3 0 0,-3 2 8 16,3 1-8-16,0-3 0 0,-3 0 0 0,3 0 0 15,-3 0 0-15,0-2 9 0,0-1-9 0,3 1 0 16,-3-4 8-16,0-1-8 0,3-1 0 0,-3 0 0 16,0 0 8-16,0-3-8 0,3 1 0 0,-3-1 0 15,0 1 9-15,3-1-9 0,0 3 0 0,-3-2 9 16,3 2-9-16,-3 0 0 0,3 3 0 0,-3 0 0 15,3 0 8-15,0 2-8 0,-3-2 0 0,3 2 8 0,-3-2-8 16,3 2 8-16,0-2-8 0,-3 0 8 0,3-3-8 0,-3 3 0 16,3-3 9-16,0 0-9 0,-3 0 0 0,3-2 0 15,0-1 0-15,0-2 8 0,0 2-8 0,0 1 0 16,0-3 0-16,0 2 0 0,0 1 0 16,0 2 0-16,0 0 0 0,0 0 0 0,0 3 0 0,0 0 0 15,0 2 0-15,0-2 0 0,0 0 0 0,0 2 0 0,0-2 0 0,0 2 8 16,0-2-8-16,0 2 0 15,3-2 0-15,-3 0 0 0,0 0 0 0,0-1 0 0,3 1 0 0,-3-3 0 16,0 0 0-16,3 1 0 0,-3-4 0 0,0 0 0 16,3 4 0-16,-3-7 0 0,3 4 0 0,-3-1 0 15,3 4 0-15,0-4 0 0,-3 3 0 0,3 3 0 16,-3-3 0-16,3 3 0 0,0 0 0 0,-3-1 0 16,3 4 0-16,0-3 0 0,-3 2 0 0,3-2 0 15,0-1 0-15,-3 1 0 0,3 0 0 0,-3-3 0 16,0 0 0-16,3-2 0 0,-3-1 0 0,0 1 0 15,3-3 0-15,-3-1 0 0,3-1 0 0,-3 1 8 16,3 1-8-16,0 3 0 0,-3-3 0 0,3 2 0 16,0 3 0-16,-3 0 0 0,3 0 0 0,0 3 0 15,-3 0 0-15,3 0 0 0,0-1 0 0,0 1 0 16,0 0 0-16,-3 0 0 0,3 0 0 0,-1-6 0 16,1 3 0-16,0-2 0 0,0-1 0 0,-3-2 0 15,3-3 0-15,0 3 0 0,0-3 0 0,-3 0 0 16,3 3 0-16,0 0 0 0,-3 2 0 0,3 1 0 15,-3 2 0-15,3 0 0 0,-3 3 0 0,3-3 0 16,-3 3 0-16,3 0 0 0,-3-3 0 0,3 2 8 16,-3-1-8-16,3-1 0 0,-3 0 0 0,3-3 0 15,0-2 0-15,-3 0 0 0,3-3 0 0,0-2 0 16,-3 2 0-16,3 0 0 0,-3 0 0 0,3 0 0 0,-3 6 0 0,0-3 0 0,3 5 0 16,-3-3 0-16,0 4 0 0,3 1 9 0,-3-2-9 15,0 1 0-15,0-1 8 0,0 0-8 0,0 0 0 0,0 0 0 16,3-5 0-16,-3 0 0 0,0 0 0 0,0-3 0 15,0-3 0-15,0 3 0 0,0-2 0 0,0 2 0 16,0 3 0-16,0 2 0 0,0 1 0 0,0-1 0 16,0 4 0-16,-3-1 0 0,3 0 0 0,0 3 0 15,0-1 0-15,-3-2 0 0,0 3 0 16,3-3 0-16,-3-2 0 0,3-1 0 16,-3-2 0-16,3 0 0 0,-3-3 8 0,0 0-8 0,3 1 0 0,-3-1 0 15,0 0 0-15,3 3 0 0,0 0 0 0,-3-1 0 16,3 4 0-16,0 2 0 0,0 0 0 0,0 3 0 15,0-3 0-15,-3 3 0 0,3 0 0 0,0-3 0 16,-3 2 0-16,3-1 0 0,-3-4 0 0,0 1 0 16,3-1 0-16,0-5 0 0,-3 3 0 0,3-3 0 15,0 0 0-15,-3-2 0 0,3 2 0 0,-3 3 0 16,3 0 0-16,-3 2 0 0,3 1 0 0,-3-1 0 16,3 3 0-16,-3 0 0 0,0 3 0 0,3 0 0 15,-3-3 0-15,0 0 0 0,3 0 0 0,-2 1 0 16,-1-4 0-16,3 0 0 0,-3-4 0 0,0 1 0 15,3 1 0-15,-3-5 0 0,0-1 0 0,3 4 0 16,-3-1 0-16,0 3 0 0,3 2 0 0,-3 1 0 0,0-1 0 16,3 3 0-16,-3 3 0 0,0-3 0 0,3 0 0 0,-3 0 0 15,0 3 0-15,0 0 0 0,0-6 0 16,0 1 0-16,0-1 0 0,0-2 0 0,0 3 0 0,0-6 0 0,0 3 0 16,0-3 0-16,3 3 0 15,-3 2 0-15,0-2 0 0,0 2 0 0,3 1 0 16,-3 2 0-16,3 0 0 0,-3 3 0 0,0 2 0 0,0-5 0 0,3 6 0 0,-3-1 0 15,0-2 0-15,3 0 0 16,-3 0 0-16,0-1 0 0,3 4 0 0,-3-6 0 0,3 3 0 0,-3 2 0 16,0-7 0-16,3 2 0 0,-3-3 0 0,0 6 0 15,3-6 0-15,-3 4 0 0,3-1 0 0,0 0 0 16,0 0 0-16,-3 3 0 0,3-1 0 0,-3 4 0 16,3-3 0-16,0 5 0 0,-3-6 0 0,3 4 0 15,0 5 0-15,0-3 0 0,-2-3 0 0,2 3 0 16,0 3 0-16,-3 0 0 0,3-1 0 0,-3 4 0 15,3-6 0-15,0 2 0 0,-3 1 0 0,3 2 0 16,0 3 8-16,-3-5-8 0,3 3 0 0,0-4 0 16,0 6 0-16,-3-2 0 0,3-6 0 0,0 8 0 15,-3-3 0-15,0-2 0 0,3 5 0 0,-3-3 0 16,3 3 0-16,-3-5 0 0,3 5 0 0,-3-3 0 16,3 3 8-16,-3-3-8 0,3 3 0 0,-3-5 0 15,3 5 0-15,-6-2 0 0,3-6 8 0,3 8-8 16,-6-3 0-16,0 0 10 0,-3 1-10 0,3-1 8 15,-3 3-8-15,0-3 10 0,-3 3-10 0,0-5 10 16,0 5-10-16,-2-3 0 0,-4 3 0 0,0 0 8 16,-3-5-8-16,3 5 0 0,-3 0 0 0,1 0 0 15,-4 0 0-15,0 5 0 0,-3-5 0 0,0 0 0 16,-2 3-18-16,-7 2-2 0,3 1-1 0,-9 2 0 16,-2 0-171-16,-1 2-35 0</inkml:trace>
  <inkml:trace contextRef="#ctx0" brushRef="#br2" timeOffset="64744.254">21499 4027 1970 0,'0'0'56'0,"0"0"12"0,0 0-54 0,0 0-14 0,0 0 0 0,0 0 0 16,-2-2 84-16,-1-4 15 0,0 1 2 0,0 2 1 15,0-2-25-15,3 2-5 0,-3-2 0 0,0 2-1 16,3-2-21-16,-3 3-4 0,3-6-1 0,-3 5 0 16,0-2-6-16,3 2-2 0,-3 0 0 0,0-2 0 15,0 2-11-15,0-2-2 0,-3 0-1 0,3 0 0 16,-3 2-7-16,-3-2 0 0,3 2-1 0,-3 0 0 15,0-2-3-15,-3 2 0 0,3 3 0 0,-6-5 0 16,1 2-1-16,-4 1-1 0,0-1 0 0,-3 3 0 16,0-3-2-16,-3 3-8 0,1 0 12 0,-4 0-4 15,0 0-8-15,0 0 10 0,0 0-10 0,-2 0 10 16,2 0-10-16,0 0 0 0,0 3 0 0,-2 0 0 16,2-3 0-16,-6 5 0 0,0 0 8 0,0-5-8 15,4 3 0-15,-4 2 0 0,0-2 0 0,3 0 0 16,4-1 0-16,2 1 0 0,0-3 0 0,0 3 0 15,3-1 0-15,1 1 0 0,-4-3 0 0,0 2 0 0,0 1 0 16,3 2 0-16,-3-5 0 0,1 0 0 0,2 3 0 16,0 2 0-16,3-5 0 0,0 0 0 0,0 0 0 15,4 0 0-15,-1 0 0 0,0 0 0 0,3 0 0 0,3 0 0 16,-3 0 0-16,3 0 0 0,0 0 0 0,3 0 0 0,-3 0 0 0,3 0 0 16,6 0 0-16,-3 0 0 0,3 0 0 0,0 0 0 15,0 0 0-15,0 0 0 0,0 0 0 16,0 0 0-16,0 0-10 0,0 0 10 0,0 0 0 0,0 0-9 15,0 0 9-15,0 0 0 0,0 0-9 0,-3 6 9 16,3-1 0-16,0 0-9 16,0 3 9-16,0-3 0 0,0 3 0 0,0-2-8 0,3 2 8 0,-3 0 0 15,0 2 0-15,3-2 0 0,-3 0 0 0,0 5 0 16,0-2 0-16,0 2 0 0,-3 0 0 0,3 3 0 16,-3 3 0-16,3-1 0 0,-3 3 0 0,0 6 0 15,3-9 0-15,-3 4 0 0,0 1 0 0,3-1 0 16,-3 4-8-16,1-8 8 0,2 4 0 0,-3-1 0 15,0-3 0-15,0 1 0 0,0-1 0 0,0 1 0 16,3-1 0-16,-3 6 0 0,0-11 0 0,3 11 0 16,-3-10 0-16,3 4 0 0,0 1 0 0,-3-1 0 15,3 1 0-15,0-4 0 0,0-1 0 16,0 2 0-16,0-3 0 0,0 0 0 0,0-2 0 0,0-1 0 16,0-2 0-16,0 0 0 0,0 3 0 0,3-6 0 15,-3 0 0-15,0 1 0 0,3-1 0 0,-3-5 0 16,3 8 0-16,0-8 0 0,-3 0 0 0,3 8 0 15,3-6 0-15,-3 1 0 0,2 0 0 0,1-1 0 16,0 1 12-16,0-3 8 0,3 0 3 0,0 3 0 16,0-3-23-16,3 2 0 0,0-2 0 0,0 0 0 15,3 3-12-15,0-3-6 0,2 0-2 0,1 0 0 16,3 0 20-16,0 0 0 0,3 0 0 0,3 0 0 16,-1 0 10-16,-2 0-1 0,6 0 0 0,0 0 0 0,2 0 3 0,4 0 1 0,0 0 0 0,9 0 0 15,-4 0-1-15,4 0 0 0,0 0 0 0,-1 0 0 16,4 0 1-16,-6 0 0 0,-1 0 0 0,4 0 0 15,-3 0-13-15,2 0 9 0,1-3-9 0,-4 3 8 16,-5 0-8-16,-3 0 8 0,0 0-8 0,-7 0 8 16,-2 0-8-16,0 0 8 15,0 0-8-15,-3 3 8 0,-3-3-8 0,-1 0 8 0,-2 0-8 16,0 3 8-16,-3-3-8 0,-3 5 0 16,0-5 9-16,0 0-9 0,-3 0 0 0,-6 0 8 0,0 0-8 0,0 0 0 15,0 0 0-15,0 0-10 0,0 0 1 0,0 0 0 16,0 0-65-16,0 0-13 0,0 0-2 15,0 0-1-15,0 0-107 0,-6 0-22 0</inkml:trace>
  <inkml:trace contextRef="#ctx0" brushRef="#br2" timeOffset="65909.668">15389 3892 1306 0,'-6'0'27'0,"-3"-5"7"16,6 2-34-16,-3 3 0 0,6 0 0 0,0 0 0 15,-3-8 88-15,3 8 10 0,0 0 2 0,0 0 1 0,0 0-28 0,0-2-5 0,0 2-2 16,3-6 0 0,3 4-13-16,0-1-2 0,0-2-1 0,0 2 0 15,5 3-9-15,1 0-1 0,3-5-1 0,0 2 0 16,3 3-15-16,3 0-4 0,3-5 0 0,2 2 0 0,4 3-8 16,0-2-3-16,0 2 0 0,2 0 0 0,-2 0-9 0,0 0 12 15,0 0-12-15,-1-3 12 0,4 3 0 0,3-3 0 0,3 3 0 16,-1-2 0-16,-2 2 4 0,0 0 2 15,-3 0 0-15,2 0 0 0,-8 0-9 0,3 0-1 0,-6 0-8 0,-1 2 12 16,-2-2-12-16,0 0 0 0,0 0 0 0,-3 3 0 16,0-3 54-1,-3 3 8-15,-1-1 2 0,1 1 0 0,-3 2-52 0,0-5-12 16,0 3 0-16,0 2 0 0,-3-2 0 0,0 2 0 16,-3-2 0-16,3 2 0 0,-3 0 54 0,0 3 8 0,0 0 2 15,-1-5 0-15,-2 5-52 0,3 0-12 0,0 2 0 0,-3-2 0 16,3 0 0-16,0 3 0 0,0-1 0 0,-3 1 0 15,3 0 0-15,-3 4 0 0,3-4 0 0,-3 2 0 16,3 1 0-16,-3-1 0 0,3 3 0 0,-3-1 0 16,3 7 0-16,-3-6 0 0,0 5 0 0,3 0 0 15,-3 0 0-15,3 3 9 0,-3 0-9 0,3-1 8 16,-3-1-8-16,3-1 0 0,-3 0 9 0,2-3-9 16,-2 4 0-16,0-6 0 0,3 2 0 0,-3 1 8 15,0-4-8-15,0-1 0 0,0 4 0 0,0-7 8 16,3 2-8-16,-3 0 8 0,0 0-8 0,-3-2 8 15,3 2-8-15,-3-2 8 0,0-1-8 0,0 1 8 16,0 0-21-16,0-1-4 0,0 3-1 0,-3-5 0 16,0 0 50-16,3 6 11 0,-3-7 1 0,-3 1 1 15,3 0-25-15,0 0-6 0,0 0-1 0,-3 0 0 16,3-3 0-16,-3 3 0 0,0 0 0 0,-2-2 0 0,-1-1-3 16,0 3-1-16,0-3 0 0,-3 3 0 0,0-3-1 0,-6 3 0 15,3-2 0-15,-3-1 0 0,1 0 0 16,-4 1 0-16,-3-1 0 0,0-3 0 0,0 4 3 0,0-4 0 15,-2 1 0-15,-4 2 0 0,3-2-3 0,-3 2 0 0,1-2 0 16,-7 5 0-16,-3-6 0 16,0 1 0-16,-2 5 0 0,-4-3 0 0,6 3 6 0,1-2 1 15,2 2 0-15,-3-1 0 16,4-1-2-16,-4-1 0 0,3 0 0 0,-3 1 0 0,4-1-5 0,2-2 0 0,3 2-8 0,-3 0 12 16,7 0-12-16,2 3 8 0,3-2-8 0,0-1 0 15,3 0 0-15,3 1 8 0,4-4-8 0,-1 1 0 16,0-1 0-16,3 1 0 0,3-3 0 0,-3 3 0 15,9-3 0-15,0 0 0 0,0 0 0 0,0 0 0 16,0 0-28-16,0 0 0 0,0 0 1 0,0 0 0 16,3-6-89-16,0 1-17 0,3-3-4 0</inkml:trace>
  <inkml:trace contextRef="#ctx0" brushRef="#br2" timeOffset="67225.586">21470 8173 1337 0,'0'0'56'0,"0"0"-44"16,-3-5 92-16,0 3 20 0,0-4 3 0,3 6 1 15,-6-2 0-15,6 2 0 0,-3-3 0 0,-3 0 0 16,0 1-52-16,0 2-9 0,6 0-3 0,-9 0 0 15,0-3 0-15,3 3 0 0,-6 0 0 0,0 0 0 16,0 0-51-16,-5 3-13 0,-1-3 0 0,-3 0 0 16,-3 0 10-16,0 2-1 0,-5 1 0 0,-1-3 0 15,0 3-9-15,0 2-12 0,0 0 2 0,-5 0 1 16,5 1 9-16,-3-1 0 0,0-2 0 0,-2 2 0 16,-1 0 49-16,-3 1 12 0,1-1 3 0,-1 0 0 31,3 0-72-31,1 1-15 0,5 2-2 0,-3-3-1 0,3 0 42 0,0 1 8 0,1-1 1 0,2-2 1 15,0-1-26-15,3 1 0 0,-2-3 0 0,2 2 0 16,3 1 0-16,3-3 0 0,-3 0 0 0,3 0 0 16,3 0 0-16,1 0 0 0,2-3 0 0,0 1 0 15,0 2 0-15,3-3 0 0,0 1 0 0,0-1 0 16,0 3 0-16,0-3 0 0,3 1 0 0,0 2 0 16,-3 0 20-16,3-3-2 0,0 3 0 0,-2-3 0 0,2 3-6 15,0-2-2-15,6 2 0 0,-6 0 0 0,6 0-2 16,-6 2 0-16,6-2 0 0,-6 0 0 0,6 0-8 0,0 0 8 15,0 0-8-15,0 0 8 0,-6 6-8 0,6-6 0 0,-3 5 0 16,0 0 0-16,3 0 0 0,-3 1 0 0,6 2 0 16,-3 0 0-16,0 0 0 15,0-1-9-15,3 1 9 0,0 3 0 0,0 0 0 0,0-1-8 16,0 3 8-16,3 1 0 0,-3-1 0 16,3 0 0-16,-3 0 0 0,3 1 0 0,-3 1 0 0,2 1 0 0,-1448 0 0 0,2892 3 0 15,-1446-1 0-15,0 1 0 0,0 2 0 0,0 0 0 16,-3 3 20-16,3 2 8 0,-3 1 2 0,0 2 0 31,0 0-48-31,0-2-10 0,0 2-1 0,0-3-1 0,-3-2 30 0,3 0 0 0,-3 0 0 0,0-1 0 16,0 1 0-16,0-3 0 0,0 0 0 0,0 3 0 15,0-3 0-15,3 3 0 0,-2 0 0 0,-1 0 0 16,3-3 0-16,0 0 0 0,0-2 0 0,0-1 0 16,0 1 0-16,0-3 0 0,3 0 0 0,-3-6 0 15,2 3 0-15,1-2 0 0,3 0 0 0,0-4 0 16,3-1 0-16,0 2 0 0,0-3 0 0,6 0 0 15,0-2-33-15,3 0-1 0,3-1 0 0,-1-2 0 16,4 0 56-16,0 0 11 0,3 0 3 0,0 0 0 16,-1-2-28-16,-2-1-8 0,3 0 0 0,-3 1 0 15,0-1 0-15,2 0 0 0,-2 3 0 0,3-2 0 16,3-1-24-16,0 0-11 0,-1 1-2 0,4-4-1 16,-3 4 38-16,0-1 16 0,-1 1 0 0,-2-1-1 15,0 0-67-15,-3 1-14 0,-3 2-2 0,-1-3-1 16,-2 3-127-16,0-3-26 0,0 3-5 0</inkml:trace>
  <inkml:trace contextRef="#ctx0" brushRef="#br2" timeOffset="68483.929">15335 7885 999 0,'-9'3'42'16,"0"-3"-34"0,3 0 76-16,-3 0 14 0,0 0 3 0,3 2 1 15,-3-2-14-15,3 0-4 0,0 0 0 0,1 3 0 16,5-3-14-16,0 0-3 0,0 0-1 0,0 0 0 15,0 0-19-15,0 0-4 0,0 0-1 0,0 0 0 16,0 0-18-16,0 0-3 0,0 0-1 0,5 3 0 16,1-1-8-16,0 4-1 0,6-4-1 0,0 1 0 15,0 0 5-15,0-3 1 0,3 2 0 0,0-2 0 16,6 0-16-16,-1 0 11 0,4 0-11 0,3 0 10 16,3 0-10-16,3-2 0 0,2 2 0 0,1 0 0 15,0 0 20-15,-4 0 1 0,1 0 1 0,3 0 0 16,0 0 16-16,-1 0 3 0,4 0 1 0,-3 0 0 15,2 0-42-15,1 0-16 0,0 0 1 0,-3 0 0 16,-4 0 15-16,-2 0 12 0,-3 0-3 0,-3 2 0 0,-1 1-9 0,-2-1 12 16,-3 1-12-16,3 2 12 0,-3-2 41 15,0 2 9-15,0 1 2 0,-4-1 0 16,1 0-64-16,0 1 0 0,0-4 0 0,-3 3-13 0,0 1 22 0,3 2 5 0,-6-3 1 16,3 0 0-16,-3 1-3 0,3 1 0 0,-4-1 0 0,1-1 0 15,0 0-1-15,0 3-1 0,0 0 0 16,0 0 0-16,0 0 2 0,0 3 0 0,-3-3 0 0,3 5 0 15,0-3-4-15,-3 4 0 0,0-1 0 0,0 3 0 16,0 0 1-16,0 0 0 0,-4 2 0 0,1 3 0 16,-3 0-9-16,3 1 12 15,0 4-12-15,-3 0 12 0,3 1-12 16,-3-3 12-16,0 0-12 0,0-1 12 0,0 1-12 0,-3 0 8 0,3-3-8 0,-3 3 8 16,3-3-8-16,-3 3 0 0,3-3 0 0,0 6 8 15,-3-4-8-15,3 1 0 0,0 0 9 0,-2 3-9 16,2-4 0-16,0-1 8 0,0 1-8 0,0-2 0 15,2-2 0-15,-2 0 8 0,0-4-8 0,0 1 0 16,0 0 0-16,0 0 8 0,3-5-8 0,-3 2 0 16,0-3 8-16,0 1-8 0,0-3 10 0,-3 0-10 15,3 0 16-15,-2-3-4 0,2 0 0 0,0-5 0 16,-6 6 8-16,3-1 2 0,0 0 0 0,-3-2 0 16,0 2 1-16,-3-5 0 0,0 3 0 0,0-3 0 0,-3 0-4 15,-3 0-1-15,0 0 0 0,-3 0 0 16,-2 0 7-16,-1 0 2 0,-6 0 0 0,0 3 0 0,0-3-27 0,-2 2 0 15,-1-2-9-15,0 3 9 0,-3 2 0 0,1-2 0 16,-4-1 0-16,-3 4 9 0,0-1-1 16,1 3 0-16,-4 0 0 0,0 2 0 0,4 1 0 15,5 0 0-15,0-1 0 0,0 1 0 0,1-1-8 16,-1 1 10-16,0 0-10 0,1-1 10 16,2 1-10-16,0-1 0 0,0 1 0 0,3-1 0 15,4-2-12-15,2 0-7 0,3 0-1 0,3 0-1 0,0-3 21 16,3-2 0-16,3 2 0 0,3 1 0 15,-3-6-61-15,3 2-8 0,6-2-2 0</inkml:trace>
  <inkml:trace contextRef="#ctx0" brushRef="#br3" timeOffset="83050.332">17457 5287 1208 0,'0'0'25'0,"0"0"6"15,0 0-31-15,0 0 0 0,0 0 0 0,0 0 0 16,0 0 51-16,0 0 4 0,0 0 1 0,0 0 0 0,0 0-17 0,0 0-3 15,6 2-1-15,0 4 0 0,-3-6 4 0,3 2 1 0,3-2 0 0,-3 0 0 16,3 0-8 0,0 0 0-16,0 0-1 0,3 0 0 15,0 0 1-15,-1 0 1 0,1 0 0 0,0 3 0 16,3-3-5-16,0 0-2 0,0 0 0 0,0 0 0 0,0 0-8 16,0 0-2-16,2 0 0 0,-2 0 0 0,0 0-8 15,3 0-8-15,0 0 12 0,0-3-12 0,0 3 9 0,2-2-9 16,1 2 0-16,3 0 9 0,-3-6-1 15,3 4-8-15,3-1 12 0,-1 3-4 0,-2 0 3 0,3 0 0 16,-3 0 0-16,3 0 0 0,-4 0 1 0,1 0 0 0,-3 0 0 0,0 0 0 16,3 0-1-16,-3 0 0 0,-1-3 0 0,1 1 0 15,0 2-1-15,0 0 0 0,3-3 0 16,-1 3 0-16,-2 0-2 0,3 3-8 0,0-3 12 0,0 2-4 16,-3 1-8-16,-1 0 10 0,4-3-10 0,-3 2 10 15,-3-2-10-15,0 6 0 0,0-6 9 0,2 0-9 16,-2 0 8-16,3 0-8 0,-3-6 8 0,3 6-8 15,0 0 9-15,0 0-9 0,2 0 12 0,-2 6-12 16,3-6 12-16,-3 0-4 0,3 0 0 0,-3 0-8 16,-1 2 13-16,1-2-4 0,0 0-1 0,0 0 0 15,-3 0 0-15,0 0 0 0,-1 0 0 0,1 0 0 16,0 0-8-16,0-2 0 0,0 2 9 0,3 0-9 16,-3 0 8-16,-1-6-8 0,4 6 10 0,-3-2-10 15,3 2 12-15,-3 0-3 0,0 0-1 0,0 0 0 16,-1 2 0-16,1-2-8 0,-3 0 12 0,3 0-4 15,-3 0-8-15,0 0 12 0,-3 0-12 0,3 0 12 0,-4 0-4 0,1 0 0 16,0-2 0-16,-3 2 0 16,3 0 1-16,-3 0 0 0,0-3 0 0,-3 3 0 15,3 0 0-15,-3-3 0 0,3 3 0 0,-3-2 0 16,0 2 7-16,0 0 2 0,0 0 0 0,-3 0 0 16,2 0-18-16,-5 0 0 0,6 0 0 0,-6 0 0 0,3 0 0 0,-3 0 0 0,6-3 0 0,-6 3 0 15,0 0 0-15,0 0 0 0,6 0 0 0,-6 0 0 16,0 0 0-16,0 0 0 0,0 0 0 0,0 0 0 15,3 0 27-15,-3 0 1 0,0 0 1 0,0 0 0 16,0 0-14-16,0 0-3 0,6 3-1 0,-6-3 0 16,0 0-2-16,0 0 0 0,0 0 0 15,0 0 0-15,0 0 5 0,6 0 1 0,-6 0 0 16,0 0 0-16,0 0-15 0,3 5 0 0,-3-5 0 16,6 5 0-16,-6-5 0 0,3 6 0 0,-3-6 0 0,3 5 0 15,0 0 0-15,-3-5 0 0,0 6 0 0,3 1 0 16,0-1 0-16,-3 2 0 0,0-3 0 0,3 3 0 15,-3 0 0-15,0 0 0 0,3-3 0 0,-3 3 0 16,0 3 0-16,0-3 0 0,0 2 0 0,0 1 0 16,0-1 21-16,0 4 2 0,0-4 0 0,0 3 0 15,0-2-37-15,0 2-7 0,0 0-2 0,0 1 0 16,0-4 23-16,0 3 0 0,0 1 0 0,-3-4 0 16,3 6 0-16,0-8 0 0,0 5 0 0,0-2 0 15,0 2 0-15,0-2 0 0,0-1 0 0,-3 1 0 16,3-1 0-16,0 4 0 0,0-4 0 0,-3 1 0 15,3 2 22-15,0 0 9 0,-3 1 1 0,3 1 1 0,0 1-24 16,-3 0-9-16,3 0 0 0,0 3 9 0,-3-1-9 16,3 1 0-16,0-1 9 0,-3 3-9 15,3-5 0-15,-3 0 0 0,3 0 0 0,0 2 8 16,-3-4-8-16,3-1 0 0,0 0 8 0,-3 0-8 0,3 1 0 16,0-4 0-16,-3 3 0 0,3-2 8 0,-3 0 9 0,3-3 3 15,0 2 0-15,-3 1 0 16,0-1-31-16,3 3-5 0,-3 1-2 0,0-4 0 0,3 4 18 0,-3 1 0 15,0-1 0-15,3 2 0 0,-3-3 0 0,0 3 0 16,3-1 0-16,-3 1 0 0,3 3 0 0,-3-3 8 0,3 0-8 0,0-3 0 16,-2 3 0-16,2-3 0 0,0 3 0 0,-3-3 0 15,3-2 0-15,0 2 0 0,0 0 0 0,-3-2 0 16,3-1 0-16,0 1 8 0,0-1-8 0,0 1 0 16,0-3 0-16,0 3 0 0,0-1 0 0,0 1 0 15,0-1 0-15,0 1 0 0,0 2 0 0,0 0 0 16,0 1 0-16,0 1 0 0,0-1 0 0,0 2 0 15,0-1 0-15,0 1 0 0,0 0 0 0,0 3 0 16,0-3 0-16,0-1 0 0,0 1 0 0,0 0 0 16,0 0 0-16,3 0 0 0,-3-3 8 15,0 0-8-15,0 3 0 0,0-5 0 0,0 2 0 16,0-2 0-16,0-1 0 0,0 4 0 0,0-7 0 0,0 7 0 16,0-4 0-16,0 1 0 0,0-1 0 0,0 4 0 15,0-1 0-15,0 0 0 0,0 0 0 0,0 3 0 16,0 0 0-16,3 0 0 0,-3 0 0 0,0 0 0 15,2 2 0-15,-2-2 0 0,0-3 0 0,0 3 0 16,3-3 0-16,-3 1 0 0,0-1 0 0,0 0 0 16,0-2 0-16,0-1 0 0,0-2 0 0,0 3 0 15,0-1 0-15,0-2 0 0,0 0 0 0,0 0 0 16,0 0 8-16,0 0-8 0,0-3 0 0,-3 3 0 0,3-2 0 0,0-1 8 16,-2 0-8-16,2 1 0 0,0-6 0 0,0 5 0 0,-3 0 8 0,3-5-8 15,0 5 0-15,0-5 8 0,-3 6-8 16,3-6 0-16,0 5 8 0,0-5-8 0,0 0 0 0,-3 5 0 15,3-5 12-15,0 0-4 0,0 0-8 0,-6 6 12 16,6-6-3-16,-3 2-1 0,3-2 0 0,-6 3 0 16,6-3 1-16,-6 3 0 0,6-3 0 15,-9 2 0-15,3-2-9 0,0 0 10 0,6 0-10 16,-6 3 10-16,-3-3-10 16,3 2 0-16,-3-2 0 0,3 0 8 0,-3 3-8 0,0-3 0 0,-3 0 9 15,3 3-9-15,-2-3 0 0,-1 2 8 0,0-2-8 0,-3 0 0 16,0 3 0-16,0-3 9 0,0 3-9 0,-3-3 0 15,1 0 8-15,-1 2-8 0,0-2 0 0,0 3 0 16,0 0 0-16,0-1 0 0,-3 1 0 0,4 0 0 16,-1-1 0-16,0 4 0 0,0-4 0 0,0 3 0 15,0-2 8-15,0 0-8 0,1-1 0 0,-1-2 0 16,0 3 0-16,-3-3 0 0,0 3 0 0,-3-3 0 16,0 0 8-16,1 2-8 0,-4-2 0 0,0 3 0 15,0 0 19-15,1-1 0 0,2 1 0 0,-3 0 0 16,3 2-19-16,0-3 0 0,3 1 0 0,-2 0 0 15,-1-1 0-15,0 1 0 0,0 0 0 0,0-1 0 16,1 1-9-16,-4 0-6 0,3-1-1 0,-3 1 0 16,3 0 26-16,1 2 5 0,2-2 1 0,-3-1 0 15,6 1-16-15,0-1 0 0,3 1 0 0,-3 0 0 16,4-3 0-16,-4 2 0 0,0-2 0 0,0 3 0 16,-3 0 0-16,3-1 0 0,-3 1 0 0,-2 0 0 15,2-1 0-15,-3 1 0 0,3 2 0 0,-3-2 0 0,4 2 0 16,-1-2 0-16,0 2 0 0,0-2 0 0,3 2 0 0,-3-2 0 0,3-3 0 0,4 5 0 15,-4-2 0-15,3-1 0 16,3 1 0-16,-3 0 0 0,0-1 0 0,0 1 0 0,0-1 0 16,3 4 0-1,1-6 0-15,-1 2 0 0,0 1 0 0,3 0 0 0,0-3 0 0,-3 2 0 0,3-2 0 0,3 3 0 16,-3-3 0-16,3 0 0 0,6 0 0 0,-6 0 0 16,6 0 0-16,-3 0 0 0,3 0 0 0,0 0 0 15,-6 0 0-15,6 0 0 0,0 0 0 0,0 0 0 16,0 0 0-16,0 0 0 0,0 0 0 0,-6 0 0 15,6 0 0-15,0 0 0 0,-3-3 0 0,3 3 0 16,0 0 0-16,-3-2 0 0,3 2 0 0,0 0 0 16,0 0 0-16,-3-3 0 0,0-2 0 0,3 5 0 15,-3-6 0-15,1 1 0 0,2 0 0 16,-3 0 0-16,3-1 0 0,0 1 0 0,-3-3 0 0,3 0 0 16,0 0 0-16,0 0 0 0,0-2 0 0,0-1 0 15,0-2 0-15,0 0 0 0,0-1 0 0,-3 1 0 16,3-3 0-16,0 0 0 0,0 3 0 0,-3-3 0 15,3 3 0-15,0-3 0 0,-3 3 0 0,3-3 0 16,-3 3 0-16,0 0 0 0,0-1 0 0,0-1 0 16,0 1 0-16,0-2 0 0,0 3 0 0,0-3 0 15,0-2 0-15,0-1 0 0,0 1 0 0,0-3 0 0,0-1 0 16,0 1 0-16,3 0 0 0,-3-3 0 0,0 3 0 0,0 0 0 16,3 2 0-16,-3 1 0 0,0 2 0 0,0-2 0 0,3 2-9 15,-3 0 9-15,0 0 0 0,3-3 0 0,-3 1 0 0,0-1 0 16,3 1 0-16,-3-1 0 0,3-2 0 15,-3-3 0-15,3 0 0 0,-3 3 0 0,3-3 0 0,-3-2 0 16,3 5 0-16,-3 0 0 0,3 0 0 0,-3 2 0 16,3 0 0-16,-3 1 0 15,3 2 0-15,-3 0 0 0,3 0 0 0,-3 3 0 16,3-3 0-16,0 0-9 16,-3 3 9-16,3-5 0 0,0 2 0 0,0-3 0 0,0 1 0 0,0-1 0 15,0-2 0-15,0 0 0 0,0-3 0 0,0 3 0 0,0-3 0 0,0 6 0 16,0-4 0-16,3 6 0 0,-3 1 0 0,0-1 0 15,3 2 0-15,-3 1 0 0,0 0 0 0,0 2 0 16,0 1 0-16,-3-1 0 0,3-2 9 0,0 2-9 16,0-2 8-16,0 3-8 0,0-4 0 0,0 1 0 15,0 0 0-15,0-3 0 0,0 3 0 0,0-3 0 16,0 0 0-16,0-2 0 0,0-1 0 0,0 3 0 16,3-2 0-16,-3-1 0 0,0 3 0 0,0-2 0 15,3 5 0-15,0-3 0 0,-3 2 0 0,3 1 0 16,0 3 0-16,-3-1 0 0,3 0 0 0,0 3 0 15,-3-2 0-15,3 2 0 0,0 0 0 0,-3 0 0 16,0 0 0-16,0 0 0 0,3 0 0 0,-3 0 0 16,0 0 0-16,3 0 0 0,0 1 0 0,0-1 0 15,-3 0 0-15,3 0 0 0,0 0 0 0,0-3 0 16,0 1 0-16,3 2 0 0,-3-6 0 0,0 4 0 16,0-1 0-16,3-2-11 0,-3 0 11 0,3 0-13 0,0-1 13 0,0-2 0 15,-3 6 0-15,3-6 0 16,0 3 0-16,-3 0 0 0,2 2 0 0,1-2 0 0,-3 2 0 15,3 1 0-15,-3-1 0 0,0 3 0 0,0 0 0 0,0 0 0 0,0 3 0 16,0 0 0 0,0-1 0-16,-3 4 0 0,3-4 0 0,-3 6 0 15,0-5 0-15,0 5 0 0,0 0 0 0,0 0 0 0,-3-3-12 0,3 3 1 0,0 0 0 0</inkml:trace>
</inkml:ink>
</file>

<file path=ppt/ink/ink2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2:54:55.514"/>
    </inkml:context>
    <inkml:brush xml:id="br0">
      <inkml:brushProperty name="width" value="0.05292" units="cm"/>
      <inkml:brushProperty name="height" value="0.05292" units="cm"/>
      <inkml:brushProperty name="color" value="#FFC000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15987 7597 1082 0,'0'0'50'0,"0"0"-50"0,0 0 0 0,3 0 0 0,3 0 0 15,0 0 59-15,-3 0 5 0,3 0 2 0,0 0 0 16,0 0-13-16,-1 0-2 0,4 0-1 0,0 0 0 16,-3 0-3-16,3-3-1 0,0 3 0 0,0 0 0 15,0 0-18-15,3 0-3 0,-3 0-1 0,3 0 0 16,-3 0-5-16,3 0-2 0,2 0 0 0,-2 0 0 15,0 3-4-15,0-3-1 0,0 0 0 0,3 0 0 16,-3 0 3-16,3 2 0 0,3-2 0 0,-3 0 0 16,2 3-3-16,1-3-1 0,0 0 0 0,3 0 0 15,-3 0-2-15,3 0 0 0,-4 0 0 0,4 0 0 16,0 0-9-16,-3 3 8 0,3-3-8 0,-3 0 8 16,3 0-8-16,-4 0 10 0,1 0-10 0,0 0 10 15,3 0-10-15,0 0 12 0,3-3-12 0,-1 3 12 16,1 0-3-16,0-3 0 0,3 1 0 0,0 2 0 15,2-3 0-15,-2 0 0 0,0 1 0 0,3-1 0 16,-6 3-9-16,2-3 0 0,1 1 9 0,0-1-9 16,0 0 0-16,2 1 8 0,1-1-8 0,0 1 0 15,0-1 8-15,0-2-8 0,2 2 8 0,-2 3-8 16,-3-5 0-16,0 5 9 0,-1-3-9 0,1 0 0 0,0 1 12 16,-3 2-12-16,6-3 12 0,-4 0-12 0,1 1 11 0,3-1-11 15,0 1 10-15,-1-1-10 0,1 0 8 0,-3 1-8 0,3 2 0 0,0-3 9 16,-4 0-9-16,1 1 12 15,-3-4-12-15,3 4 12 0,0-1-12 0,-1-2 0 0,4 2 9 16,0-2-9-16,0 2 0 0,-1 1 9 0,1-4-9 16,0 4 0-16,0-1 8 0,-4 0-8 0,1 1 0 0,3-1 0 15,-3 0 0-15,0 1 0 0,-4-1 0 16,7 0 0-16,-3 1 8 0,0-1-8 0,3 0 0 16,-4 1 0-16,1 2 0 0,0 0 0 0,0 0 0 0,-1 0 0 15,-2 0 8-15,0 0-8 0,-3 0 0 0,3 0 0 16,0 0 0-16,-1 0 0 0,1-3 0 0,0 1 0 15,3 2 0-15,0 0 0 0,-4 0 0 0,4 0 0 16,0 0 8-16,0 0-8 0,-3 2 0 0,-1 1 0 16,1-3 0-16,-3 0 0 0,3 2 8 0,-3-2-8 15,0 0 0-15,-1 0 0 0,-2 0 0 0,6 0 0 16,-3 0 0-16,0 0 0 0,0 0 0 0,2-2 0 16,1 2 0-16,0 2 0 0,-3-2 0 0,3 0 0 15,-1 3 0-15,-2-3 8 0,0 3-8 0,-3-3 0 16,3 0 10-16,-3 2-10 0,0-2 8 0,2 0-8 15,-2 3 11-15,0-3-3 0,0 0-8 0,3 0 12 16,0 0-4-16,-1 0-8 0,1 0 11 0,3 3-11 16,-3-3 12-16,0 0-4 0,0 0 0 0,-1 0-8 15,1 2 13-15,0-2-4 0,-3 3-1 0,0 0 0 0,0-3 0 16,0 2-8-16,-1 1 12 0,1 0-4 0,0-1-8 16,-3-2 0-16,3 3 9 0,0-3-9 0,-3 3 0 15,5-3 8-15,-2 2-8 0,0 1 0 0,0-1 0 0,0-2 9 16,0 3-9-16,3 0 0 0,-7-3 14 0,1 2-4 15,0-2-1-15,0 3 0 0,-3 0 5 16,0-1 1-16,0-2 0 0,-3 3 0 0,0 0-3 16,0-1 0-16,0 1 0 0,-4-3 0 0,1 3 2 0,-3-1 0 0,3-2 0 0,-6 0 0 15,0 0 1-15,3 3 0 0,-3-3 0 0,0 0 0 16,6 5 0-16,-3-2 0 0,-3-3 0 0,3 5 0 16,0 0-6-16,-3-5-1 0,0 6 0 0,3-1 0 15,0 0-8-15,-3 1 12 0,3-1-12 0,0-3 12 16,-3 4-4-16,3-1-8 0,0 0 12 0,-3 1-4 15,3 2-8-15,0-3 12 0,-3 0-12 0,3 3 12 16,0 0-4-16,-3 0-8 0,3 0 12 0,0 0-4 16,0 2-8-16,0-2 10 0,0 3-10 0,0 0 10 15,0-1-10-15,0-2 12 0,0 3-12 0,0-1 12 16,0 1-4-16,0 2 0 0,0 0 0 0,0 1 0 16,0-1 0-16,0 3 0 0,0-3 0 0,0 5 0 15,0-2-8-15,0 0 10 0,2 3-10 0,-2-1 10 16,0 1-10-16,0-3 8 0,3 2-8 0,-3-2 8 15,0 0-8-15,0 0 10 0,0-3-10 0,0 3 10 16,0-6-10-16,-3 4 10 0,3-1-10 0,-3-3 10 16,3 1-10-16,-3 0 10 0,0 2-10 0,0-3 10 0,0 1-10 15,-3 0 8-15,3 2-8 0,-3-3 8 16,0 1-8-16,3 2 8 0,-3-2-8 0,0 2 8 16,3-2-8-16,-3-1 0 0,0 3 0 0,3-2 8 0,-3 0-8 15,0-3 0-15,3 2 9 0,-3-2-9 0,3 0 0 0,-3 0 0 0,3-3 0 16,0 3 8-16,-3-3-8 0,3 1 0 0,0-1 0 15,0-5 0-15,-3 5 0 0,3-5 9 0,0 0-9 0,0 0 0 16,0 0 9-16,0 0-9 16,0 0 0-16,0 0 9 0,0 0 1 0,0 0 0 0,0 0 0 0,0 0 0 15,-2 0-2-15,2 0-8 0,0 0 12 0,-6 0-4 16,0 0-8-16,0-2 8 0,0 2-8 0,0-3 8 16,6 3-8-16,-6 0 0 0,0-5 0 0,0 5 8 15,0-3-8-15,0 0 0 0,0 3 0 0,-3-2 8 16,3-1-8-16,0 1 0 0,-3-1 0 0,3 0 0 15,-3 1 0-15,0-1 0 0,3 3 0 0,-2-3 0 16,-1 1 0-16,0-1 0 0,0 3 0 0,0 0 0 16,-3-3 0-16,3 3 0 0,-3-2 0 0,0 2 0 15,-3-3 0-15,3 3 0 0,-2 0 0 0,-1 0 0 16,3 0 0-16,-3 0 0 0,0 0 0 0,0 0 0 16,0 0 0-16,0 0 0 0,0 0 0 0,1 0 0 15,-1 0 0-15,3 0 0 0,-3 0 8 0,0 0-8 16,0-3 0-16,0 3 0 0,0-2 0 0,-3 2 0 15,1 0 0-15,2-3 0 0,-3 3 0 0,-3 0 0 16,0 0 0-16,3 0 0 0,-2 0 0 0,-1 0 0 16,0 0 0-16,0 0 0 0,0 0 0 0,3 0 0 15,-3 0 0-15,4 0 0 0,2 0 0 0,-6 0 0 0,3 0 0 16,0-3 0-16,0 3 8 0,0-2-8 0,1 2 0 16,-4 0 0-16,0-3 0 0,-3 3 8 0,3 0-8 15,-3-2 0-15,1 2 0 0,-1 0 0 0,3 0 0 16,-3 0 0-16,0 0 0 0,4 2 0 0,-1-2 0 0,3 0 0 15,0 3 0-15,-3-3 0 0,3 0 0 0,-3 0 0 16,4 0 0-16,-4 0 0 0,0 2 0 16,0-2 0-16,0 3 0 0,-3 0 0 0,1-3 0 0,-1 2 0 0,0 1 0 15,0 0 0-15,0-1 0 0,4 1 0 0,-4 0 0 0,3-1 0 16,0 1 0-16,0 0 0 0,3-1 0 0,-2 1 0 16,2 0 0-16,0-1 0 0,-3 1 0 0,0-1 0 15,0 1 0-15,0 0 0 0,-2 2 0 0,2-2 0 16,-3 2 0-16,0-2 0 0,0 2 0 0,1 0 0 15,-1-2 0-15,3 0 0 0,0-1 0 0,-3 1 0 16,3 2 0-16,1-2 0 0,2-1 0 0,-6 1 0 16,3 0 0-16,-3-1 0 0,3 1 8 0,-2 0-8 15,-1-1 0-15,0 1 0 0,0 0 0 0,0-1 0 16,1 1 0-16,-1-3 0 0,3 3 0 0,0-1 0 16,0-2 0-16,0 3 0 0,4-1 0 0,-1 1 0 15,0-3 0-15,0 0 0 0,0 3 0 0,0-3 0 16,-3 2 0-16,4-2 0 0,-4 0 0 0,0 3 0 15,0-3 0-15,0 3 0 0,0-3 8 0,1 2-8 16,-1-2 0-16,-3 0 0 0,6 0 0 0,-3 0 0 16,3 0 0-16,0 0 8 0,1 0-8 0,-1 0 0 15,0 0 0-15,0 0 8 0,0 0-8 0,0 0 0 16,0 0 0-16,1 0 8 0,-1 0-8 0,-3 0 0 16,3 0 0-16,-3 0 0 0,0 0 8 0,1 0-8 15,-1 0 0-15,3 0 0 0,-3-2 0 0,0 2 0 0,3-3 0 0,0 3 0 0,4 0 0 16,-4-3 0-16,3 3 0 0,-3 0 0 0,3-2 0 0,-3-1 0 15,3 3 0-15,-3 0 0 0,1 0 8 0,-1 0-8 16,0-3 0-16,-3 3 0 0,3 0 0 0,-3 0 0 16,3-2 0-16,-2 2 0 0,-1-3 0 0,0 3 0 15,0 0 0-15,3 0 0 0,-3 0 0 0,1 0 0 16,2-2 0-16,0 2 0 0,0-3 0 0,0 3 0 16,0 0 0-16,0 0 0 0,1 0 0 0,-1 0 0 15,0 0 0-15,0-3 0 0,-3 3 0 0,3 0 0 16,-3 0 0-16,1 0 0 0,-1 0 0 0,0 0 0 15,3 0 0-15,-3-2 0 0,3 2 0 0,1-3 0 16,2 3 0-16,-3 0 0 0,3-3 0 0,0 3 0 16,0 0 0-16,3-2 0 0,0-1 0 0,0 3 0 15,1 0 0-15,-4-3 0 0,6 3 8 0,-3 0-8 16,0-2 0-16,3 2 0 0,-3-3 0 0,3 3 0 16,-3 0 0-16,3 0 0 0,0 0 0 0,0 0 0 15,1 0 0-15,2 0 0 0,-3 0 0 0,0 0 0 16,3 0 0-16,0 0 0 0,-3 0 0 0,3 0 0 15,0 0 0-15,0 0 0 0,0 0 0 0,0 0 0 16,0 0 0-16,0 0 0 0,-3-3 0 0,3 3 0 16,0 0 0-16,0 0 0 0,0 0 0 0,1 0 0 0,-1 0 0 0,0 0 0 15,0 0 0-15,0 0 0 0,0 0 0 0,0 0 0 0,0 0 0 0,0 0 0 16,3 0 0-16,-3 0 0 16,0 0 0-16,0 0 0 0,6 0 0 0,-6 0 0 0,6 0 0 15,-6 0 0-15,6 0 0 0,-6-2 0 0,6 2 0 0,-6-3 0 16,6 3 0-1,-6-3 0-15,6 3 0 0,-3-2 0 0,-3-3 0 16,6 5 0-16,-3-6 0 0,0 1 0 16,3 2 0-16,-3-5 0 0,0 3 0 0,3 0 0 0,0-3 0 0,-3 0 0 15,3 0 0-15,0 0 0 0,0 0 0 0,3-3 0 0,-3 1 0 0,0-1 0 16,3 1 0-16,-3-1 0 0,0-2 0 0,3 0 0 16,0 2 0-16,-3-2 0 0,3 2 0 0,0 1 0 15,0-4 0-15,-3 7 0 0,3-4 0 0,-3 0 0 16,3 1 0-16,0-1 0 0,0 1 0 0,0-4 0 15,0 4 0-15,0-1 0 0,0 1 0 0,-3-4 0 16,3 4 0-16,0-3 0 0,0-1 8 0,0 1-8 16,0 3 0-16,0-6 0 0,-3 2 0 0,3-1 0 15,0-1 0-15,0 2 0 0,0-1 0 0,-3-4 0 16,3 6 0-16,0-3 0 0,0 3 0 0,0 0 0 16,0-1 0-16,-3 1 0 0,3 2 0 0,0-2 0 15,0 3 8-15,0-1-8 0,3 3 0 0,-3 0 8 16,3 0-8-16,-3 0 0 0,2 0 0 0,1 3 0 15,0 0-8-15,3-3 8 0,-3 3 0 0,0-1 0 16,3 1 0-16,-3 0 0 0,0 2 0 0,0-2 0 16,0 2 0-16,0 0 0 0,-3 1 0 0,3-1 0 15,-3-2 0-15,3 5 0 0,-3-3 0 0,0 1 0 16,3 2 0-16,-3 0 0 0,0 0 0 0,3 0 0 16,-6 0-12-16,6 5 12 0,-3-5-10 0,2 5 10 15,1-2-71-15,3 2-8 0,-3-2-1 0</inkml:trace>
  <inkml:trace contextRef="#ctx0" brushRef="#br1" timeOffset="11021.174">20696 3966 1829 0,'3'-8'52'0,"0"-5"11"15,-3 5-51-15,3 0-12 0,-3 0 0 0,3-5 0 16,-3 3 88-16,0-1 14 0,0-2 3 0,0 2 1 16,-3 3-38-16,0-5-7 0,0 2-1 0,0 1-1 0,-3-1-18 0,0 3-3 0,-3 0-1 0,0 3 0 15,0-3-11-15,0 0-2 0,-3 3-1 0,0 0 0 16,0 2-7-16,-2 0 0 0,-1 1-1 0,-3-1 0 31,0 3-5-31,-3 0-1 0,-3-5 0 0,-2 2 0 16,-1 3-9-16,0 0 0 0,-3 0 9 0,-3 3-9 0,4 2 0 15,2-5 0-15,-3 3 0 0,0 2 8 0,4-2-8 16,-1-1 0-16,0 1 0 0,-3 0 8 0,3-3-8 0,1 2 0 16,-4 1 0-16,3 2 0 0,0-5 0 0,3 3 0 0,-2 2 0 0,2-5 0 15,3 5 0-15,3 1 0 0,0-4 0 0,0 6 0 16,4-5 0-16,2 2 0 0,0 3 0 0,0-5 0 15,0 2 0-15,0 0 0 0,3-2 0 0,0 2 0 16,0 3 0-16,-3-5 0 0,3 2 0 0,0 0-8 16,4 1 8-16,-4-1 0 0,3 0 0 0,-3 3-8 15,3-2 8-15,-3-1 0 0,3 0 0 0,3 3 0 16,-3-3 0-16,3 3-10 0,-3-2 10 0,3 2 0 16,0-3-9-16,0 5 9 0,0-2 0 0,0-2-9 15,3 2 9-15,0 2 0 0,-3-2 0 0,3 0 0 16,0 0 0-16,0 3 0 0,0-3 0 0,0 2-12 15,0 1 12-15,0-1 0 0,0 1 10 0,-3 2-10 16,0 6 0-16,3-6 0 0,-3 5 0 0,0 4-10 16,3-4 10-16,-3 6 0 0,0-3 0 0,0 3 0 15,0-3 0-15,3-2 0 0,-3 2 0 0,0-3 0 0,3-2 0 16,0 0 0-16,0 0 0 0,0-3-8 16,0 0 8-16,0 3 0 0,0-8 0 0,0 3 0 15,0-1 0-15,3-2 0 0,-3-2 0 0,3 4 0 0,-3-2 0 0,3 0 0 0,0 3 0 16,0-4 0-1,3 1 0-15,-3 3 0 0,3-3 0 0,0 0 0 16,3 0 0-16,-3 2 0 0,0-2 8 0,3 3-8 0,-3-3 0 0,3 2 0 0,0-2 0 0,0 0 0 16,0-2 0-16,-1 2 12 0,1-1-2 15,0-1-1-15,3-1 1 0,-3 0 0 0,3-2 0 0,-3 2 0 16,6 1 1-16,-3-6 0 0,3 0 0 0,3 2 0 16,2-2 1-16,1 0 0 0,0 0 0 0,3 0 0 15,3 0 5-15,2 0 2 0,1 0 0 0,3 0 0 16,-3 0-3-16,-1-2-1 0,1 2 0 0,3 0 0 15,3-6 2-15,-1 4 1 0,7-1 0 16,-3 3 0-16,-1 0-10 0,1-3-8 0,-3 3 9 16,3-2-9-16,-7 2 0 0,1 0 8 0,-6-3-8 0,3 3 0 15,-1 0 0-15,1 0 0 0,3-3 0 0,0 3 0 16,-7 3 8-16,1-3-8 0,0 3 0 0,0-1 9 16,-6 1-9-16,-3 0-11 0,-1-1 3 0,1 4 0 15,-3-4-39-15,0 4-7 0,-3-1-2 0,0 0 0 16,-3 3-177-16,-3 3-36 0</inkml:trace>
  <inkml:trace contextRef="#ctx0" brushRef="#br1" timeOffset="12069.511">20681 7578 1314 0,'0'0'37'0,"0"0"8"15,0 0-36-15,-6 3-9 0,0 2 0 0,-3-2 0 16,3-1 104-16,-3 1 20 0,3 0 3 0,-3 2 1 0,-3-2-56 0,3-1-10 0,-2 1-2 0,-1 0-1 15,-3-3-4-15,-3 2-1 0,0 1 0 0,0-1 0 16,-3-2-10-16,-2 3-3 0,-1-3 0 0,-3 0 0 16,0 3-8-16,0-3-1 0,1 0-1 0,-1 0 0 15,0 2-10-15,0-2-1 0,3 3-1 0,1-3 0 16,-4 0-8-16,0 0-2 0,0 0 0 0,-3 0 0 16,4 0-9-16,-4 0 10 0,3 0-10 0,0 0 10 15,1 0-29-15,2 0-5 0,0 0-2 0,3 3 0 16,3-3 72-16,3 0 14 0,0 2 4 0,1-2 0 15,2 3-52-15,3-3-12 0,0 0 0 0,0 0 0 16,0 0 0-16,3 3 0 0,0-3 0 0,0 0 0 16,6 0 0-16,-6 2 0 0,6-2 0 0,-6 3 0 15,6-3 0-15,0 0 0 0,-6 3 0 0,3 2 0 16,0 0 0-16,0 0 0 0,0 1 0 0,0 2 0 16,0-3 0-16,0 3 0 0,3-3 0 0,-3 3 0 15,0 0 0-15,0 3 0 0,0-3 0 0,0 2 0 16,1 3 0-16,-1 1 0 0,-3-1 0 0,3 5 0 15,0-2 0-15,-3 5 0 0,3 1 0 0,0 1 0 16,-3 1 0-16,3 0 0 0,0 3 0 0,0-1 0 16,-3-2-14-16,3 0-6 0,3-3 0 0,-3 3-1 15,0-1 21-15,0-1 0 0,3 1 0 0,-3 4 0 0,0-1 0 16,0 3 0-16,3 1 0 0,-3 1 0 0,3-2 0 16,-3 0 0-16,3-2 0 0,-3-1 0 0,3-4 0 0,-3 1 0 0,3-4 0 15,0 2 0-15,0-2 0 0,0-4 0 0,0 1 0 0,0 0 0 16,0-3 0-16,0 1 0 0,3 2 0 15,0-6 0 1,0 1 0-16,0-1 0 0,3-2 12 0,0 3-4 16,0-3 10-16,0-3 2 0,3 0 0 0,0 3 0 0,3-5 3 0,0 0 1 15,-1 2 0-15,1-5 0 16,3 0 5-16,0 0 2 0,-3 0 0 0,6-3 0 0,0 1-23 0,3-1-8 0,2 0 0 0,4 1 9 16,-3-1-9-16,6 0 0 0,3 3 0 0,-1-2 0 15,-2 2 53-15,0 0 9 0,-3 0 2 0,-1-3 0 16,1 0-52-16,0 3-12 0,-3-2 0 0,0-4 0 31,2 4-48-31,-2-1-13 0,3 1-3 0,0-1 0 0,-3 0 35 0,-4 1 6 0,4-1 2 16,-3 0 0-16,-3-2-150 0,-3 0-29 0,0-1-7 0</inkml:trace>
  <inkml:trace contextRef="#ctx0" brushRef="#br1" timeOffset="13121.909">15332 3887 1288 0,'0'0'27'0,"0"0"5"16,0 0-32-16,0 0 0 0,0 0 0 0,0 0 0 16,0 0 68-16,6 5 8 0,0-5 0 0,0 3 1 15,3 0-10-15,0-3-3 0,0 0 0 0,5 2 0 16,4-2-51-16,3 0-13 0,0-2 0 0,6 2 0 15,0-3 40-15,5 0 6 0,1 3 1 0,0-5 0 16,0 2-24-16,-1-5-5 0,1 3-1 0,0 0 0 16,3-3-17-16,-4 0 0 0,7 5 0 0,-3-7 0 0,-1 4 0 0,4 1 0 15,-3 0 0-15,-3 2 0 0,-4-2 55 0,-2 2 7 0,0-5 2 0,-6 6 0 16,3-4-52-16,-4 4-12 0,1-1 0 0,-3-2 0 16,0 2 54-16,-3 3 8 0,3-5 2 0,-3 5 0 15,-4-3-55-15,1 3-9 0,0 0 0 0,-3 3 0 16,0 2 10-16,0-5 10 0,-3 3 1 0,3 2 1 15,-3 0-4-15,0 3-1 0,0 0 0 0,0 3 0 16,-3-1-4-16,3 6-1 0,0-5 0 0,-3 5 0 16,0-3-4-16,3 3-8 0,-3 2 11 0,2-2-11 15,-2 5 9-15,0-7-9 0,3 4 0 0,-3-2 9 16,0 5-9-16,-3-5 0 0,3 3 9 0,0 2-9 16,-3 3 0-16,0-3 8 0,0 5-8 0,0-2 0 15,0 2 0-15,0 1 8 0,0-3-8 0,0 2 0 16,0-2 0-16,0-5 8 0,0 2-8 0,0-3 0 15,0-2 0-15,-3-3 0 0,6 3 0 0,-6-3 0 16,3 1 0-16,0-1 8 0,-3-2-8 0,3-1 0 16,-3 3 0-16,0-5 0 0,0 0 0 0,0 3 8 15,-3-1-8-15,4 1 0 0,-4 0 8 0,0-1-8 16,0 1 12-16,-3-3-1 0,3 2-1 0,-6 3 0 16,0-7 6-16,0 2 0 0,0 2 1 0,-3 3 0 15,-3-7 11-15,4 2 1 0,-4 0 1 0,-3 2 0 0,3-4-6 16,-3 1-2-16,0-1 0 0,-3 4 0 0,1-4-4 15,-7 2-1-15,0-3 0 0,-3 3 0 16,-2-3-5-16,-4 6-2 0,0-6 0 0,1 3 0 0,2 0-10 0,3 0 12 16,0 0-12-16,4-3 12 0,-1 3-12 0,-3 0 0 0,3 0 0 15,1 0 0-15,-1-3 0 16,3 3 0-16,0 0-8 0,3 0 8 16,1-3-27-16,5 3-1 0,0 0 0 0,3 0 0 15,3 0-98-15,3 0-20 0,3 0-4 0</inkml:trace>
  <inkml:trace contextRef="#ctx0" brushRef="#br1" timeOffset="14159.574">15320 7515 1579 0,'-18'-6'32'0,"12"4"10"0,6 2-34 0,0 0-8 0,0 0 0 0,0 0 0 15,0 0 53-15,0 0 9 0,0 0 2 0,0 0 0 16,0 0-8-16,0-6 0 0,3 4-1 0,0-4 0 15,0 1-37-15,3 3-7 0,0-4-2 0,0 4 0 16,3-4-9-16,0 4 0 0,3-4 0 0,3 4 0 16,0-4 53-16,5 1 9 0,1 0 2 0,3 0 0 15,6 2-52-15,0 0-12 0,2 1 0 0,4-1 0 16,-6 0 8-16,3 1 0 0,-1 2-8 0,1-3 12 16,3 0-12-16,-1 1 8 0,1-1-8 0,3 3 0 15,0 0 9-15,-4 0-9 0,4 3 8 0,-3-1-8 16,-4 1 12-16,-2 0-4 0,-6-1 0 0,3 4 0 15,-3-4 5-15,-4 4 1 0,4-1 0 0,-6-3 0 16,3 6 11-16,-3 3 3 0,0 0 0 0,-3-1 0 16,-4 3-28-16,4 1 0 0,-3-1-9 0,-3 3 9 0,3-3 0 15,-3 3 19-15,3-3-3 0,-3 3 0 0,0 0 0 16,-3 0 0-16,3 2 0 0,-3 1 0 0,0-3-6 0,0 2-2 16,0 1 0-16,-4 2 0 0,4 3-8 0,-3-1 8 0,0 4-8 0,3 2 8 15,-3 0-8-15,0 0 0 0,0 0 0 0,-3 0 8 16,3-2-8-1,0-3 0-15,-3 0 9 0,3-1-9 0,-3-1 0 0,-3-1 9 0,3-3-9 0,-3 3 0 16,3-2 14-16,-3 2-4 0,0 3-1 0,-3-3 0 16,3 3 5-16,0 0 1 0,0-1 0 0,-3 1 0 15,3-3 1-15,1-2 0 0,-1 0 0 0,0-1 0 16,0-5-2-16,0 3 0 0,0-3 0 0,-3-2 0 16,3 2-2-16,-3-5 0 0,3 3 0 0,-3-1 0 15,0-2 7-15,0-2 1 0,-3 1 0 0,3 1 0 16,-6-2-3-16,3-1 0 0,-3 0 0 0,0 3 0 15,0-2 21-15,-2 1 4 0,-1 1 1 16,0-2 0-16,-3 2-34 0,3 0-9 0,0-1 0 0,-3 1 0 16,-3-2 20-16,1 2-1 0,-1 0 0 0,-3-3 0 15,0 3-3-15,-3 0-1 0,1-3 0 0,-4 6 0 16,0-6-5-16,3 3-1 0,-2 0 0 0,2 0 0 16,3 0-9-16,3 0 0 0,0 0 9 0,0 0-9 15,7-3 0-15,-1 0 0 0,3 0 0 0,0 1 0 16,0-1 0-16,0-2 0 0,0-1-10 0,3 1 10 15,0 0-77-15,0-1-9 0,3-2-2 0</inkml:trace>
</inkml:ink>
</file>

<file path=ppt/ink/ink2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2:55:35.24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11742 10976 1792 0,'0'0'51'0,"0"0"10"0,0 0-49 0,0 0-12 0,0 0 0 0,0 0 0 15,0 0 54-15,0 0 8 0,0 8 2 0,0-3 0 16,3 3-52-16,-3 2-12 0,0-2 0 0,3 6 0 16,-3 1 54-16,0 1 8 0,0 3 2 0,0-1 0 15,0 3-52-15,0 1-12 0,0-1 0 0,0 3 0 16,0-6 0-16,0 3 0 0,0-2 0 0,0-1 0 15,0-2-11-15,0 0-5 0,3-3 0 0,-3 1-1 16,0-4 17-16,0 1 0 0,3-1 0 0,-3 1 0 16,0-6 0-16,0 3 0 0,0-8-8 0,0 5 8 15,0-5 12-15,0 0 5 0,0 0 2 0,0 0 0 16,0 0-19-16,0 0 0 0,0 0 0 0,0 0 0 16,0 0 41-16,0-5 5 0,3-3 1 0,0 3 0 15,0-3-24-15,0 0-5 0,3-3-1 0,-3 4 0 16,3-1 38-16,0 0 7 0,0 0 2 0,0 0 0 15,3 0-52-15,0 0-12 0,0-3 0 0,-1 3 0 16,1 3 0-16,3-3 0 0,-3 3 0 0,3 0 0 0,-3 2 29 16,3-2 3-16,0 5 1 0,0 0 0 0,-3 0-25 0,0 2-8 15,0 1 0-15,-1 0 0 0,1 2 8 0,0 3-8 0,-3 0 9 16,0 0-9-16,0 0 0 0,-3 2 0 0,0-2 0 0,0 3 0 31,-3-1-30-31,-3 1-6 0,3 2 0 0,-3-2-1 0,-3 2 22 0,0 0 5 0,0-2 1 0,-6 2 0 16,3 0-11-16,-2-2-3 0,-4 2 0 0,0 0 0 31,-3-2-7-31,3 2-2 0,0-2 0 0,0 2 0 0,3-3 77 0,-2-2 15 0,2 3 4 16,0 0 0-16,3-6-78 0,-3 0-15 0,3 0-3 15,3-2-1 1,0-3 1-16,6 0 1 0,-6 0 0 0,6 0 0 0,-3-8-29 0,3 0-5 16,0 0-2-16</inkml:trace>
  <inkml:trace contextRef="#ctx0" brushRef="#br0" timeOffset="223.93">12174 11325 2030 0,'0'0'57'0,"0"0"14"0,0 0-57 16,0 0-14-16,0 0 0 0,0 0 0 15,0 5 105-15,0 0 19 0,0 1 3 0,-3-1 1 0,3 0-75 0,-3 3-14 0,0 0-3 0,3-2-1 31,-3 1-17-31,0 1-3 0,0 0-1 0,0 0 0 0,-3 0-14 0,3 0 0 0,0 0 0 0,-3 0 0 16,3 0 0-16,0 0-18 0,-3 0 2 0,3 0 1 31,0 0-36-31,0-3-7 0,0 3-2 0</inkml:trace>
  <inkml:trace contextRef="#ctx0" brushRef="#br0" timeOffset="665.879">12564 11134 1501 0,'0'0'63'16,"0"0"-51"-1,0 0 59-15,0 0 11 0,0 0 2 0,0 0 1 16,0 0-17-16,0 0-3 0,0 0-1 0,0 0 0 16,3 0 10-16,-3 0 2 0,3-2 0 0,-3 2 0 15,3-6-20-15,-3 6-3 0,3-2-1 0,-3 2 0 16,0 0 10-16,0-6 2 0,0 6 0 0,0 0 0 16,-3-2-16-16,-3-3-2 0,0 2-1 0,0 0 0 15,-3 3-21-15,-3 3-4 0,3-3 0 0,-3 3-1 16,0 2-11-16,-3 0-8 0,0 0 12 0,-2 3-12 15,2 0 0-15,0 6 0 0,0-4 0 0,0 3 0 16,3 3 0-16,3 0 0 0,0 3 0 0,0-4 0 16,3 4-16-16,3-6 4 0,0 3 0 0,3 0 0 0,3-3-7 15,0 0-1-15,3 1 0 0,0-4 0 0,3 1-4 0,3-1 0 16,-3 1-1-16,3-3 0 16,3-3-7-16,-3 1 0 0,6-1-1 0,-4-3 0 15,1 1-26-15,0-3-5 0,3 0 0 0,-3 0-1 16,-3-3-160-16,3 1-32 0</inkml:trace>
  <inkml:trace contextRef="#ctx0" brushRef="#br0" timeOffset="859.911">12826 11317 1970 0,'0'0'56'0,"0"0"12"0,0 0-54 0,0 0-14 0,0 0 0 0,0 0 0 16,0 0 106-16,0 0 18 0,0 0 4 0,0 0 1 15,0 0-37-15,0 0-7 0,0 0-1 0,0 0-1 16,0 0-31-16,-3 8-7 0,3 0-1 0,-3 0 0 15,-3 0-20-15,3 0-4 0,-3 2 0 0,0-2-1 16,-3 3-19-16,3-1 10 0,-3 1-10 0,-3-1 8 16,3 1-25-16,-3 2-6 0,3-2-1 0,-3 2 0 15,4 0-18-15,-1 1-4 0,3-1-1 0</inkml:trace>
  <inkml:trace contextRef="#ctx0" brushRef="#br0" timeOffset="1550.387">13281 10994 1789 0,'3'-8'76'16,"0"3"-61"-16,0 0 95 0,-3-1 19 0,0 1 4 0,0 5 1 16,3-5-28-16,-3 5-6 0,0-6 0 0,0 6-1 15,0 0-54-15,0 0-10 0,0 0-3 0,0 0 0 16,0 0 22-16,0 0 4 0,0 0 1 0,0 0 0 15,0 0-37-15,3 6-7 0,-3 2-2 0,0 0 0 16,0 2-13-16,0 3 8 0,0 1-8 0,0 2 0 16,-3 2 0-16,3 1 8 0,-3 2-8 0,3 3 0 15,-3-3 0-15,0 3-12 0,3-3 3 0,0 3 0 16,-3-1-14-16,3-2-2 0,0-2-1 16,0 0 0-16,0-1 4 0,0 1 1 0,0-4 0 0,3-1 0 15,-3-1 9-15,3 0 1 0,0-2 1 0,-3-3 0 16,3 0 10-16,0-3-13 0,-3 0 5 0,0-5 8 15,0 0 0-15,0 0 0 0,0 0 0 0,0 0 0 16,6-2 0-16,-3-4 13 0,0 1 0 0,0-3 0 16,-3 0-2-16,3 0-1 0,-3 0 0 0,-3-5 0 0,3 2 3 15,-3-2 1-15,0 3 0 0,0-4 0 0,-3 4 3 0,-3-3 1 16,0 2 0-16,0-2 0 0,0 5-2 0,0-3 0 0,-3 3 0 16,0 0 0-16,1 3-5 0,-1 2-2 0,-3 1 0 0,0-1 0 15,3 6-22-15,0-1-5 0,-3 1-1 0,3 5 0 16,3 0 19-16,0 0 0 0,1 2 0 0,-1 1 0 15,3 0 8-15,0-1 4 0,0 3 2 0,0-2 0 16,6 2-22-16,-3 0-5 0,3 1-1 0,3-1 0 16,-3 0 14-16,6-2 0 0,0-1 0 15,0 1 0-15,0-1 0 0,0-2-11 0,2 3 11 0,1-3-10 16,3 0 10-16,-3 0 0 0,3-3-9 0,3 0 9 16,-3 1 0-16,3-1-11 0,-3-2 11 0,0-1-8 15,3-2 16-15,-1 0 3 0,1 0 1 0,0-2 0 16,0-4-164-16,0 1-32 0,0 0-6 15</inkml:trace>
  <inkml:trace contextRef="#ctx0" brushRef="#br0" timeOffset="1847.713">13600 11328 2288 0,'6'0'65'0,"-4"0"14"0,4-3-63 0,-3 3-16 0,0 0 0 0,-3 0 0 0,0 0 95 0,0 0 16 0,0 0 3 0,0 0 1 16,0 0-38-16,6 3-7 0,-6-3-2 0,0 0 0 16,0 5-24-16,3 3-4 0,-3-3-2 0,-3 3 0 15,3 3-18-15,-3-3-4 0,0 2-1 0,-3 1 0 31,0-1-15-31,-2 3 11 0,2-2-11 0,-3 5 10 0,0-3-10 16,0 3 0-16,-3 0-12 0,0 0 12 16,3 2-46-16,-3-2-2 0,0 3 0 0,3-1 0 15,-3-2-166-15,1 3-34 0</inkml:trace>
  <inkml:trace contextRef="#ctx0" brushRef="#br0" timeOffset="4559.813">14216 10859 1580 0,'-3'-5'67'16,"0"2"-54"-16,0-2 123 16,0 2 25-16,0-2 5 0,0 2 1 0,3 3-63 0,-6 0-12 0,0 0-2 0,0 0-1 15,0 3-20-15,3 0-4 0,-3 2-1 16,0 0 0-1,3 3-8-15,-3 0-1 0,0 0-1 0,3 3 0 16,-3 2-30-16,0 0-5 0,3 3-2 0,-3 2 0 0,3 1-17 0,-2 2 0 16,-1 0-13-16,0 6 5 0,0-1 8 0,3 3 14 15,-3 6-3-15,3-3-1 0,-3-1-10 0,3 1-14 0,0 0 3 0,0 0 1 16,3-1 10-16,-3 1 0 0,0-3 0 0,0 3 0 16,3-6 0-16,-3 3 0 0,0 1 0 0,-3-1 0 15,3-3-53 1,-3 1-9-16,0-6-2 0,-3 3 0 0,3-6-48 15,-3-2-9-15,3-3-3 0</inkml:trace>
  <inkml:trace contextRef="#ctx0" brushRef="#br0" timeOffset="4749.231">13853 11365 2033 0,'3'-6'85'16,"0"1"-68"-1,0 0 45-15,-1 2 9 0,4 0 1 0,0 1 1 16,0-1-7-16,3 0-2 0,3 1 0 0,-3 2 0 16,6-3 0-16,-3 3 0 0,3-2 0 0,0-1 0 15,3 3-64-15,-1-3-24 0,4 1 1 0,0-1 0 16,0 0-138-16,0 1-28 0,0-1-6 0</inkml:trace>
  <inkml:trace contextRef="#ctx0" brushRef="#br0" timeOffset="4959.332">14394 11380 1580 0,'0'0'67'16,"0"0"-54"0,0 0 123-16,0 0 24 0,0 0 4 0,0 0 2 0,0 0-10 0,0 0-1 0,0 0-1 0,0 0 0 15,0 0-72-15,0 0-14 0,0 0-4 16,0 0 0-16,0 0 0 0,0 6 0 0,0-1 0 0,-3 0 0 16,0 3-51-16,-3-2-13 0,0-1 0 0,1 3 0 15,-1 2 0-15,-3-2 0 0,0 3 0 0,-3 2 0 16,3 0 0-16,0 3 0 15,0 0 0-15,0 0 0 16,0 0-48-16,0 2-13 0,3-2-3 0,0 0 0 16,0 0-104-16,0-3-20 0,0-2-5 0</inkml:trace>
  <inkml:trace contextRef="#ctx0" brushRef="#br0" timeOffset="5871.25">14769 11230 1580 0,'0'0'67'0,"0"0"-54"15,0 0 92-15,0 0 19 0,0 0 3 0,0 0 1 32,0 0-52-32,0 0-9 0,0 5-3 0,0-5 0 0,0 5-4 0,0-5-2 0,3 5 0 0,0 1 0 15,0-1-37-15,3-2-7 0,-3-1-2 0,3 1 0 16,3 0-12-16,0-3 8 0,0 2-8 0,3-2 0 15,0 0 10-15,0-2-10 0,0 2 10 0,2-3-10 16,-2-2 20 0,0 2-3-16,3-2 0 0,-3-1 0 0,-3 1 9 0,3 0 2 0,-3-3 0 15,0 0 0-15,0 3 4 0,0-3 2 0,-3 0 0 0,-3 3 0 16,0-3 6-16,0 0 0 0,-3 2 1 0,0-2 0 16,0 1-9-16,-3 1-3 0,0-2 0 0,-3 3 0 15,0 0-13-15,-3 2-2 0,0-2-1 0,-3 2 0 16,0 3-5-16,-3-3-8 0,0 3 11 0,-3 3-11 15,3 0 0-15,-5 2 0 0,2 0 0 0,0 1 0 16,3-1-13-16,-3 3-3 0,3 0-1 0,0 0 0 16,4-3-15-16,2 3-2 0,0 0-1 0,3-3 0 15,0 1-74-15,3 1-15 0,3-1-4 0,0-6 0 16,3 5 0-16,3-2 0 0,3-3 0 0,0 2 0 16,2-4 38-16,4 2 7 0,3-6 2 0,-3 4 0 15,3-4 71-15,3-1 10 0,-3 1 11 0,2 1-3 16,-2-3 41-16,-3 3 8 0,0-3 2 0,-3 0 0 0,0 3 15 15,0-1 3-15,-3-2 1 0,0 6 0 16,-3-4 14-16,0 4 4 0,-3-4 0 0,-3 6 0 0,0 0-23 0,0 0-4 16,0 0-1-16,0 0 0 0,0 0-23 0,0 0-5 15,0 0 0-15,6 6-1 0,-4-1-16 0,1 3-3 0,3 3-1 16,-3 2 0-16,0 3-8 0,3 0-2 16,-3 2 0-16,0 3 0 0,0 0-9 0,0 1 8 0,-3 1-8 15,3 1 8-15,-3-3-8 0,0 3 0 0,0-3 0 16,0 6 0-16,-3-1 0 0,0 1 0 15,0-1 8-15,0 3-8 0,0-2 0 0,-3-1 0 16,3-2-12-16,-3 0 12 16,-2-6-30-16,2-2 2 0,-3 3 0 0,0-6 0 15,0-2 1-15,-3 2 1 0,3-5 0 0,-3 0 0 0,3 0 18 0,0-3 8 0,-3-2-8 0,3-3 8 16,0 0 0-16,3-3 0 0,-2-2 9 0,2-3-9 16,0 0 22-16,0 0-2 0,3-3-1 0,-3 1 0 15,3-4 0-15,3 1 0 0,0-3 0 0,0 0 0 16,3-2 1-16,3-1 0 0,0-2 0 0,3 0 0 15,0 2-3-15,2 1 0 0,4-1 0 0,0 1 0 16,0 2-9-16,3 0-8 0,0 0 9 0,3 3-9 16,-1 0 0-16,4 0 0 0,0-1 0 0,3 4 0 15,0-1 0-15,-1-2-18 0,1 2 2 0,3 3 1 16,-3-2-183-16,0 5-37 0</inkml:trace>
  <inkml:trace contextRef="#ctx0" brushRef="#br0" timeOffset="28133.402">14546 3898 1579 0,'0'0'32'0,"0"0"10"0,0 0-34 0,0 5-8 0,0 3 0 0,0-3 0 16,0 3 53-16,0 0 9 0,0 3 2 0,0-1 0 16,0 3 0-16,0-2 0 0,0 2 0 0,0 3 0 15,0 3-52-15,0-6-12 0,0 5 0 0,-3 1 0 16,0-1 0-16,0 4 0 0,0-1 0 0,0 3 0 15,0-1 39-15,-3 4 5 0,0 2 0 0,3-5 1 16,-3 2-36-16,0-2-9 0,1-3 0 0,-1 0 0 16,3 3 0-16,-3-8 0 0,0 5 0 0,3-5 8 15,-3 0-8-15,3-3 0 0,0 0 0 0,0 3-11 16,-3-10-125-16,3 1-26 0,3-1-5 0</inkml:trace>
  <inkml:trace contextRef="#ctx0" brushRef="#br0" timeOffset="28379.019">14743 3945 2030 0,'-3'-10'57'0,"3"-1"14"0,-3 3-57 0,3 0-14 0,-3 3 0 0,3 5 0 16,-3-5 54-16,3 5 8 0,0 0 2 0,0 0 0 16,0 0 0-16,0 0 0 0,-6 5 0 0,3 3 0 31,-3 2 0-31,3-2 0 0,0 6 0 0,0 1 0 0,0-1-52 0,0 4-12 0,0 1 0 0,0-1 0 15,0 3 0-15,-3 3 0 0,3-3 0 0,0 6 0 16,-3 2 0-16,3 0 0 0,0 3 0 0,-3 0 0 16,3 2 0-16,0-10 0 0,0 0 0 0,-3 2 0 15,3-5-51-15,-3 0-9 16,0-2-3-16,0 2 0 0,4-5-52 0,-4 0-10 0,0-6-3 0</inkml:trace>
  <inkml:trace contextRef="#ctx0" brushRef="#br0" timeOffset="28664.833">14335 4178 2030 0,'0'0'57'0,"0"0"14"15,0 0-57-15,0 0-14 0,0 0 0 0,0 0 0 16,0 0 80-16,0 0 14 0,3 0 2 0,6-3 1 15,-3 1-53-15,3 2-10 0,0 0-2 0,2-6-1 16,4 6 26-16,-3 0 6 0,3-2 1 0,0 2 0 0,3 0-52 0,-3 0-12 0,3 0 0 16,-4 0 0-16,4 0 29 0,0 0 3 0,0-5 1 15,0 2 0-15,0 0-21 0,3 1-12 0,-1-1 12 0,1 0-12 16,0 3 27-16,0 0-2 16,-3-2 0-16,0 2 0 15,-3 0-71-15,-1 0-14 0,-2 0-4 0,0 2 0 16,-3-2-51-16,-3 0-10 0,0 3-3 0</inkml:trace>
  <inkml:trace contextRef="#ctx0" brushRef="#br0" timeOffset="28918.001">14302 4390 1580 0,'-6'2'67'0,"0"4"-54"16,6-6 92-16,0 0 19 0,0 0 3 0,0 0 1 15,0 0 0-15,3 2 0 0,0 4 0 0,6-6 0 16,0 0-52-16,0 0-9 0,6 0-3 0,0 0 0 16,0-3 0-16,-1 0 0 0,4 1 0 0,0-1 0 15,0 0-51-15,0 1-13 0,0-1 0 0,3-2 0 16,-4 2 13-16,1-2 0 0,0 2 0 0,3 1 0 16,-3-4-5-16,3 4-8 0,2-1 11 0,-2 0-11 15,6 1-8-15,-3-1-9 0,3 3-2 0,-1-5 0 16,1 2-87-16,0-5-18 0,0 3-3 15</inkml:trace>
  <inkml:trace contextRef="#ctx0" brushRef="#br0" timeOffset="30235.487">14802 2926 1683 0,'0'0'71'0,"0"0"-57"16,0 0 62-16,0 0 13 0,6 0 3 0,-3 0 0 16,3 0 13-16,0-2 3 0,0 2 1 0,0 0 0 15,3-3-35-15,-3 3-7 0,3-2-2 0,0 2 0 16,0 0-30-16,-1 0-7 0,1 0 0 0,0 0-1 16,0 0-27-16,0 2 0 0,0 3 0 0,0 1 0 15,0 2 0-15,0 2 0 0,0 4 0 0,0-1 0 16,0 3 56-16,0 5 7 0,3 0 1 0,-4-3 0 15,-2 4-52-15,3-4-12 0,-3 6 0 0,3-8 0 16,-3 5-48-16,0-8-13 0,-3 3-3 0,3-3 0 16,-3 3 52-16,-3-8 12 0,3 3 0 0,-3-3 0 0,0 2 0 15,0-7 0-15,0-3 0 0,0 0 0 0,0 0 48 16,0 0 13-16,0 0 3 0,0 0 0 0,-3-3-36 0,-3-2-8 16,3 0 0-16,0-3-1 0,0 0 9 0,3 0 1 15,3-5 1-15,-3 2 0 0,3-2-12 16,3-3-2-16,0 0-1 0,0-2 0 15,3-1-15-15,3-2 0 0,-3-6-12 0,3 9 12 0,0-9 0 0,-1 9-8 16,1-3 8-16,0 2 0 16,0 9-28-16,-3-6-3 0,3 3 0 0,-3 5 0 15,0 0-91-15,0 2-18 0,0 4-4 0,0 2-1 0,-3 0-96 16,0 0-19-16</inkml:trace>
  <inkml:trace contextRef="#ctx0" brushRef="#br0" timeOffset="31379.98">15293 3080 1523 0,'0'8'64'0,"3"-5"-51"16,0 2 104-16,-3 0 21 0,0-5 4 0,6 8 1 16,-3-8-63-16,3 3-13 0,0-3-3 0,3 0 0 15,-3 0-5-15,3-3-2 0,-3 3 0 0,3-5 0 16,0-1-3-16,3-1-1 0,-3-1 0 0,-1 0 0 16,4 0 2-16,-3 0 0 0,0-5 0 0,0 5 0 15,-3-3-23-15,0 0-4 0,-3 4 0 0,0-4-1 16,0 3 11-16,-6 3 2 0,0-3 1 0,0 2 0 15,-3 4-17-15,0-3-4 0,-3 5-1 0,0 0 0 16,0 0-19-16,0 5 10 0,-2-3-10 0,2 4 8 0,-3 4-8 0,0 1 0 0,3 0 0 16,-3 4 0-1,3-1 0-15,0 1 0 0,3 4 0 0,0-3 0 0,0-6 0 16,6 9 0-16,0-8 0 0,0 2 0 16,6 0-49-16,0-5-12 0,0 5-3 0,3-5 0 15,3 0 0-15,0-8 0 0,0 3 0 0,3-1 0 16,2-4 43-16,4-6 8 0,0 5 1 0,6-10 1 0,0 0 11 0,2 2 16 0,1-7-4 15,3-1-1-15,-3 1-11 0,0-1 0 0,-1-2 0 16,-2-3 0-16,-3 3 0 0,0 0 0 0,-3-6 0 0,-1 3 0 16,-2 3 0-16,0 3 0 0,0-3 0 0,-3 5 0 15,0-5 53-15,-3 2 9 0,0 0 2 0,-1 1 0 16,-2 2-28-16,-3 0-4 0,3 0-2 0,-3 3 0 16,-3 3-9-16,3 4-1 0,-3-2-1 0,-3 0 0 15,0 8-6-15,0 0-1 0,0 0 0 0,0 0 0 16,0 8-12-16,0 0 9 0,-3 5-9 0,0 3 8 15,0-2-8-15,0 1 0 0,0 1 9 0,-3 0-9 16,3 3 0-16,0-1 0 0,-3 3 0 0,3 3-8 16,0 3 8-16,0-6 0 0,0 5 0 0,0 3 0 15,3-2 0-15,-2-6 0 0,2 3-11 0,0-3 11 16,2-2 0-16,-2-1 0 0,3-7 0 0,0-1 0 16,-3 1-8-16,3-3-9 0,0-3-2 0,-3-5 0 15,0 0 19-15,0 0 0 0,0 0 0 0,0 0 0 16,0 0 0-16,0 0 12 0,0-5-1 0,-3 2-1 15,0-7-2-15,0-1 0 0,-2 3 0 0,-1-5 0 16,-3 0-8-16,0 2 8 0,0-5-8 0,-3 3 8 16,0 5-8-16,0-8 0 0,0 11 9 0,0-3-9 15,0 0 0-15,0 0 0 0,1 3 0 0,-1 2 8 0,0 3-8 16,3 0 0-16,-3 3 0 0,0 2 0 0,3 3 0 0,3-5-10 16,-3 4 10-16,3 4-10 0,3 5 10 0,0-6-10 15,3 9 10-15,0-8-10 0,3 4 2 16,3 4 0-16,3-8 0 0,0 7 0 0,0-7-5 15,6 2-1-15,-3 0 0 0,3-2 0 0,0-3-10 16,-1-3-3-16,4 0 0 0,0 3 0 0,3-8 13 0,0 0 2 0,3 0 1 0,-4 0 0 16,4 0 11-16,0-5-12 0,-3 2 12 15,0-5-12-15,-3 0 12 0,-1 3 0 0,1-3 8 0,-3 0-8 16,0-2 24-16,-3 2 1 0,-3-3 0 16,0 1 0-16,0-1 12 0,-3 3 3 0,-3-8 0 0,3 3 0 15,-3-3-6-15,-3 3-1 0,3-3 0 0,-3 0 0 16,0 3-7-16,0 0-2 0,0-1 0 0,0 4 0 15,0 2-6-15,0-3-2 0,-3 6 0 0,3 0 0 16,0-1-8-16,0 6-8 0,0 0 12 0,0 0-12 16,0 0 8-16,0 0-8 0,0 0 0 0,-6 8 0 15,3 0 0-15,3 3 0 0,-3 5 0 0,3-6 0 16,0 4 0-16,3-1 0 0,-3 3 0 0,3-1 0 16,3-1-11-16,-3-1 11 0,3 0-12 0,0 3 12 15,-1-8-27-15,4 0 2 0,0 0 0 0,0 0 0 16,0-3 0-16,0-2 0 0,3-3 0 15,-3 5 0-15,3-10 16 0,0 5 9 0,0-3-10 0,-3-2 10 16,0 0-18-16,-1-1 2 0,1 1 1 0,0-3 0 16,-3 0 30-16,0-5 5 0,0 5 2 0,-3-5 0 15,0-1-2-15,0 4-1 0,0-6 0 0,-3 3 0 16,3-3 3-16,-3 3 1 0,0-1 0 0,0 4 0 0,0-6-14 16,0 5-9-16,0 3 12 0,0 0-12 0,0 3 0 15,0 3 0-15,0 2 0 0,0 0-12 16,0 0 21-16,0 0 5 0,0 0 1 0,-3 13 0 0,3-5-15 15,-3 5 0-15,3 5 0 0,0-2 0 0,-3 3 0 0,3-1 0 0,0 1 0 16,3-3 0-16,-3 0 0 0,3-3-10 0,-3-3 2 0,3 4 0 16,0-1-7-16,3-8-1 0,-3 3 0 0,3 0 0 31,3 0-82-31,0-8-17 0,0 3-3 0,3-3-1 0,3 0-154 0,-1 0-31 16</inkml:trace>
  <inkml:trace contextRef="#ctx0" brushRef="#br0" timeOffset="31933.962">16657 2995 1337 0,'0'0'28'0,"0"0"6"16,-3-2-34-16,-3-1 0 0,6 3 0 0,-3-3 0 15,3 3 108-15,0 0 16 0,0 0 2 0,0 0 1 16,0 0-50-16,0 0-9 0,0 0-3 0,0 0 0 16,0 0-8-16,0 0-1 0,0 0-1 0,0 0 0 15,3 0 14-15,3-2 3 0,0 2 1 0,-4 0 0 16,-2 0-7-16,6-6-2 0,0 4 0 0,-3 2 0 15,3-6-51-15,-6 6-13 0,3-2 0 0,-3 2 0 16,0 0 54-16,0 0 8 0,0 0 2 0,0 0 0 16,-3-5-52-16,3 5-12 0,-3-6 0 0,-3 6 0 15,-3 0 54-15,1 0 8 0,-1 6 2 0,0-1 0 0,0 3-52 16,0-6-12-16,0 9 0 0,-3 0 0 0,6-3 0 0,-3 5 0 16,3 0-12-16,0-5 12 0,0 2-8 0,0 4 8 15,3-1 0-15,3-2 0 16,0-1-11-16,3 1 11 0,0 2-10 0,3-5 10 15,0 0-15-15,3 0 3 0,3 0 1 0,0-3 0 16,3-2-23-16,6-1-5 0,-1 1-1 0,7 2 0 0,0-10 40 0,0 2 0 16,6 1 0-16,-4-1 0 0,1-2 0 0,0-3 0 15,0 5 0-15,-4-7 0 0,1 2 0 16,0-3 0-16,-3 3 0 0,0-8 0 0,-1 3 0 0,-2-3 0 16,3-2 0-16,-6 2 0 0,0 0 42 0,-6-3 16 0,0 1 3 0,-3 2 1 15,-3 3-28-15,-1-1-6 0,-5 4 0 0,-3-1-1 16,1 9 4-16,-7-6 1 0,-3 2 0 0,0 6 0 15,-6 6-13-15,-3-4-3 0,0 6 0 0,-3 3 0 16,4 5-16-16,-1-3 0 0,-3 11 0 0,3-8 0 16,3 5-8-16,3 0 8 0,0 3-13 0,1-8 5 15,5 2 8-15,0 1 9 0,3-3-1 0,6 2-8 16,0-2 0-16,6-3 0 0,3 3-10 0,0-5 10 16,0-1 0-16,5 1 0 0,1-1 0 0,3-2 0 15,0 0-8-15,6 0 8 0,3-5 0 0,-1 2 0 16,4 0-14-16,0-2 2 0,3 0 0 0,2 2 0 15,-5 0-83-15,0-5-16 16,0 3-3-16</inkml:trace>
  <inkml:trace contextRef="#ctx0" brushRef="#br0" timeOffset="34870.164">15293 3950 1812 0,'3'-2'76'0,"-3"2"-60"15,6-3 40-15,-6 3 9 0,0 0 2 0,0 0 0 16,0 0 37-16,0 0 8 0,3 3 2 0,-3-3 0 15,3 5-80-15,0 3-16 0,-3 3-3 0,0 5-1 16,0-6 5-16,-3 3 1 0,0 3 0 0,0 0 0 16,0 3-32-16,-3 2-7 0,3 3-1 0,0-3 0 15,0 0 20-15,0 3 0 0,3 5 0 0,0-8 0 16,3 3 8-16,-3-3 4 0,3-2 2 0,3-1 0 16,0-5-22-16,0 0-5 0,0-2-1 0,3-3 0 15,-3-3-5-15,3-2-1 0,0 0 0 0,0-3 0 16,0-3 20-16,0 0 0 0,3-2 0 0,-4 0 0 15,1-6 29-15,3 3 0 0,0-2 0 0,-3-1 0 16,0 0 19-16,0-2 3 0,-3 3 1 0,0-4 0 16,0 4 9-16,-3-3 3 0,0 2 0 0,-3 0 0 15,3 3-52-15,-3-2-12 0,-3 2 0 0,0 3 0 16,0-1 0-16,0 4 0 0,0 2 0 0,3 0 0 16,-3 0 0-16,-3 0 0 0,0 2 0 0,3 6 0 15,-3 0 0-15,3 3 0 0,-3-1 0 0,3 4 0 16,3-1 0-16,0 0 0 0,3 3 0 0,0-3 0 15,3 0 0-15,0-2 0 0,0 0 0 0,3-3 0 16,3-1 0-16,-3 4 0 0,3-8 0 0,0 2 0 16,-1-5-9-16,4 0 9 0,0 0-13 0,0 0 5 0,0-8 8 15,0 3 0-15,-3-1 0 0,3-1 0 0,-3-1 10 0,-3 0 1 16,-1-3 0-16,1 1 0 0,-3 2-11 0,0-6 0 0,-3 4 0 16,0-3 0-16,0 2 44 0,-3-2 16 0,0 5 3 15,0-8 1-15,-3 5-52 0,-3 1-12 0,0-3 0 16,-3 2 0-16,0 3 0 0,1-3 0 0,-4 3 0 15,-3 3 0-15,3-3 9 0,-3 6-1 0,3-4 0 16,-3 4 0-16,3 2-40 16,3 0-9-16,-3-6-2 0,4 6 0 0,2 6-91 15,0-6-18-15,6 0-4 0,0 0-1 16,0 0-27-16,6 2-4 0,0-2-2 0</inkml:trace>
  <inkml:trace contextRef="#ctx0" brushRef="#br0" timeOffset="35322.304">15737 4107 1580 0,'0'0'67'0,"0"0"-54"15,0 0 123-15,0 0 25 0,0 0 5 0,0 0 1 16,0 0-63-16,0 0-12 0,0 0-2 0,0 2-1 16,3 4-20-16,0-1-4 0,0 3-1 0,0 0 0 15,3 0-51-15,-3 0-13 0,3 5 0 0,-3-3 0 16,2 4 54-16,1 1 8 0,3 4 2 0,-3 0 0 16,0-4-52-16,3 4-12 0,0-1 0 0,0 1 0 15,0-3 0-15,-3 0 0 0,0 0 0 0,0-3 0 16,0 0 0-16,-3 0 0 0,0 3 0 0,-3-8 0 15,0 3 0-15,-3-1 0 0,0-2 0 0,0 0 0 16,-3 0 0-16,0 0 0 0,0 0 0 0,-3-3 0 0,0 1 0 16,0-1 0-16,3 0 0 0,-3-2 0 0,3-1 0 0,-3 1 0 0,3 2 0 15,1-5 0 1,5 0 0-16,-6 0 0 0,0-8 0 0,6 8 0 0,-3-2 0 16,0-4 0-16,0 1 0 0,3 0 0 0,0-3 0 0,0 0 0 15,3 0 0-15,3 0 0 0,-3 0 0 16,3-5 0-16,2 0 0 0,-2 2 0 0,6-2 0 15,-3 2 0-15,3-2 0 0,3 3 0 0,0-4 0 0,-3 9 0 0,3-8 0 16,3 2 0-16,-4 3 12 0,1 3 0 0,3-3 0 0,-3 3 0 16,0 2 8-16,0 0 2 0,-3 1 0 0,3 2 0 15,-3 0 6-15,-4 2 2 0,4 1 0 0,-3 5 0 16,0 0-30-16,-3-3 0 0,3 3 0 0,-3 0 0 16,0 3 0-16,-3-1 0 0,3 1 0 0,-3 2 0 15,0-5 0-15,0 0 0 0,-3 3 0 0,3-1 0 16,-3-5 0-16,0 3 0 0,0 0 0 0,-3 0 0 15,3-8-148-15,0 0-35 0,0 0-7 0</inkml:trace>
  <inkml:trace contextRef="#ctx0" brushRef="#br0" timeOffset="35460.983">16148 4109 2066 0,'-3'-37'43'0,"3"27"10"16,0-9-42-16,0 9-11 0,0-9 0 0,3 3 0 15,0 6 104-15,-3-6 20 0,2 5 3 0,1 0 1 16,3 4-103-16,-3-1-25 0,3 5 0 0,-3 0 0 16,3-2-20-16,0 2-10 0,3 3-2 0</inkml:trace>
  <inkml:trace contextRef="#ctx0" brushRef="#br0" timeOffset="35791.127">16418 4112 2432 0,'0'0'51'0,"0"-3"10"0,0 3-49 0,0-2-12 0,3-6 0 0,-3 2 0 16,0 1 131-16,0 5 23 0,0-5 5 0,0-1 1 15,0 6-77-15,0 0-15 0,-3-5-4 0,3 5 0 16,-6-2-51-16,-2 2-13 0,-1 0 0 0,0 0 0 16,-3 0 54-16,-3 2 8 0,0 3 2 0,-3 1 0 15,3 4-52-15,-3 4-12 0,4-1 0 0,-1 5 0 16,3 1 0-16,0 2 0 0,3 3 0 0,3 0 0 15,3-1 0-15,6-1 0 0,0-1 0 0,3 0 0 16,3-3 0-16,3-4 0 0,3-1 0 0,-1 0 0 16,4-2 0-16,3-1 0 0,0-2 0 0,3-2 0 15,-3 4 0-15,-3-7 0 0,2-1 0 0,1 4 0 16,-3-6 0-16,0 2 0 0,0-2 0 0,0-2 0 16,-4 2-48-16,1-6-13 0,3 4-3 0,-3-1 0 15,0-5-102-15,0 0-21 0,0 3-4 0</inkml:trace>
  <inkml:trace contextRef="#ctx0" brushRef="#br0" timeOffset="37471.787">16951 4136 1579 0,'0'0'32'0,"0"0"10"0,0 0-34 0,0 0-8 0,0 0 0 0,0 0 0 16,0 0 53-16,0 0 9 0,0 0 2 0,0 0 0 16,0 0 0-16,0 5 0 0,3 0 0 0,0 3 0 15,-3-8 0-15,3 3 0 0,3 5 0 0,-3-6 0 16,3-2-52-16,0 6-12 0,0-6 0 0,3 0 0 15,-3 0 54-15,3-6 8 0,0 4 2 0,0-3 0 16,0-1-52-16,2 1-12 0,-2-3 0 0,3 3 0 16,-3-1 54-16,0 4 8 0,3-9 2 0,-3 6 0 15,-3 0-13-15,0-1-3 0,0 4 0 0,-3-4 0 16,0 1-12-16,-3 0-2 0,0 2-1 0,-3-2 0 16,-3 2-7-16,0 1-2 0,-3 2 0 0,-3-6 0 0,0 6 0 15,-3-2-1-15,3 2 0 0,-3 0 0 0,1 0-23 0,-1 2 0 0,0-2 0 16,0 6 0-16,3-6 0 0,0 2 0 15,0 1 0-15,3 2 0 16,0-2-47-16,3-1-13 0,0 1-4 0,6-3 0 16,0 0 0-16,3 5 0 0,0 1 0 0,0 2 0 15,6-8 0-15,0 2 0 0,0 1 0 0,3-3 0 0,3-3 52 0,0 3 12 0,3-2 0 16,0-4 0-16,-4 4 0 0,4 2 0 0,0-6 0 0,-3 6 0 16,0-2-24-1,-3-1-3-15,-3 3 0 0,0 0 0 0,-3-3 44 0,0 3 9 16,-6 0 2-16,0 0 0 0,0 0 19 0,0 0 4 0,0 0 1 15,0 0 0-15,0 0-20 0,0 0-3 0,0 0-1 0,0 8 0 16,3-2-15-16,0 2-3 0,0 0-1 0,0 5 0 16,0-3-1-16,-1 1 0 0,1 5 0 0,-3 0 0 15,3 0 18-15,0 2 3 0,-3 1 1 0,3 2 0 16,-3 0-30-16,0-5 0 0,0 5 0 0,0-5 0 16,0 0 0-16,-3 0 0 0,0 2 0 0,0-7 0 15,-2 2 0-15,-1 0 0 0,0-2 0 0,-3-1 0 16,3-2 0-16,-3 3 0 0,0-3 0 0,0 0 0 15,0 2 0-15,-3-2 0 0,3-5 0 0,-3 2 0 16,3 0 0-16,0 1 0 0,0-4 0 0,4 1 0 16,-4 2 0-16,3-5 0 0,0 0 0 0,0 0 0 15,6 0 0-15,-6-8 0 0,3 6 0 0,0-4 0 0,0 1 0 16,3 0 0-16,0-3 0 0,0 0 0 0,3 0 0 0,3 0 0 16,0 0 0-16,0 0 0 0,3-8 0 0,3 6 0 0,-1-1 0 15,4 1 0-15,0-1 0 16,6-2 0-16,-3 2 0 0,3-2 0 0,0 5 0 15,2-5 0-15,1 0 0 0,-3 2 0 16,3 0 9-16,-3 1-9 0,0 2 8 0,-1-5-8 16,1 2 0-16,-3 1 0 0,3-4 0 0,-3 4 0 0,0 2 0 0,2-8 0 15,-2 5 0-15,0 3 0 0,-3-2 32 0,0-1 15 0,0 3 2 0,0 0 1 16,-6 0-23-16,3 0-5 0,-7 1-1 0,1 1 0 16,0-2 2-16,-6 6 0 0,3-9 0 0,-6 6 0 15,0-1-6-15,-3 1-1 0,0 3 0 0,-2-4 0 16,-1 4-6-16,-3 2-2 0,-3-6 0 0,3 6 0 15,-3 0 1-15,0 0 0 0,3 6 0 0,-3-6 0 16,1 8-9-16,-1-6-11 0,0 3 3 0,3 3 0 16,0 0-1-16,3 6 0 0,0-9 0 0,0 11 0 15,3-8-10-15,3 5-1 0,-3 3-1 0,6-6 0 16,0 4-20-16,0-1-4 0,3 0-1 0,3 0 0 16,0-2-6-16,0-3 0 0,3-3-1 0,0 0 0 15,0-2 29-15,3 0 7 0,-3-3 1 0,0-3 0 16,3 3 16-16,-4-5 0 0,4-1 0 0,-3 4 0 15,0-6 0-15,-3 3 12 0,3-1-1 0,-3-2-1 16,0 0 5-16,0 6 1 0,0-6 0 0,0-3 0 16,0 3 28-16,0 3 7 0,0 0 1 0,0-3 0 15,0 0-24-15,-3 3-5 0,3-1-1 0,0 4 0 16,-3-1-10-16,2 0-1 0,-2 3-1 0,-3 0 0 16,6 0-10-16,0 3 0 0,0 2 0 0,-3 3 8 0,3 3-24 15,-3-3-4-15,0 2-2 0,3 1 0 0,-3 5 22 0,0 0 0 16,0 5 0-16,0-8 0 0,0 3 0 0,0 0 0 15,3 5 0-15,-3-10 0 0,3 2 0 0,-3 0 0 16,3-2 0-16,0-1 0 16,-3-2-56-16,3 0-6 0,0 0-2 0,0-3 0 15,0-2-88-15,2 0-19 0,-2-6-3 0</inkml:trace>
  <inkml:trace contextRef="#ctx0" brushRef="#br0" timeOffset="37728.819">17868 3863 1998 0,'-3'-16'84'16,"0"6"-67"0,0-1 91-16,0 6 19 0,0 2 3 0,3 3 1 15,0 0-42-15,0 0-8 0,-6 3-1 0,0 5-1 16,3 2-27-16,0 6-6 0,0-3-1 0,0 3 0 16,0 3-6-16,0-1-2 0,3-2 0 0,-3 5 0 15,3-7-16-15,-3 4-3 0,3-2-1 0,0 3 0 16,0-6-8-16,0 5-1 0,0 1-8 0,3-1 12 15,-6 4-12-15,3 1 0 0,0-1 0 0,0 1 0 16,0 4 0-16,0-6-8 0,0 0-1 0,0 3 0 16,0-8-35-16,0 5-8 0,0-10 0 0,-3 7-1 15,3-10-147-15,0 3-30 0,0-1-6 0</inkml:trace>
  <inkml:trace contextRef="#ctx0" brushRef="#br0" timeOffset="38376.249">17725 4239 1577 0,'3'-5'66'0,"-3"5"-53"16,0-6 91-16,3 4 17 0,0-1 4 0,0 0 1 15,3 1-47-15,-3-1-10 0,3 3-1 0,0-3-1 16,0 3-3-16,3 0 0 0,-3 0 0 0,3 0 0 16,0 0 0-16,0 0 0 0,2 0 0 0,1-2 0 15,0 2-51-15,3 0-13 0,0 0 0 0,0-6 0 16,3 4 0-16,0 2 0 0,-1 0 0 0,1-5 0 15,0 2 0-15,0 0 0 0,0-2 0 0,-3 2 0 16,0 1 0-16,3-1 0 0,-7 0 0 0,4 1 0 16,-3-4 54-16,-3 4 8 0,3-3 2 0,-3-1 0 15,0 1-52-15,0 0-12 0,0-3 0 0,-3 2 0 16,0 4 32-16,0-6 4 0,0 0 1 0,-3 3 0 16,3-1-15-16,-4 4-3 0,1-9-1 0,0 6 0 15,0 2-7-15,-3 3-2 0,3-5 0 0,-3 5 0 16,0 0-9-16,-3-5 0 0,3 5 0 0,-3-6 0 15,3 6 0-15,-3-2 0 0,-2-6 0 0,-1 5 0 16,0 3 0-16,0-3 0 0,-3 1 0 0,0 2 0 16,0 0 0-16,0 0 0 0,0 0 0 0,-3 2 0 15,3 1 0-15,0 0 0 0,0-1 0 0,0 4 0 16,0-6 0-16,3 2 0 0,-2 4 0 0,2-4 0 16,0 3 0-16,0 1 0 0,3-1 0 0,0 0 0 15,0 3 0-15,3-2 0 0,0-1 0 0,3 3 0 16,-3 0 0-16,3 0 0 0,3-6 0 0,-3 6 0 0,3-2 0 15,0-1 0-15,0 3 0 0,2 0 0 0,-2-6 0 16,0 4 0-16,3-1 0 0,0 0 0 0,-3 1 0 0,0-1 0 0,3-3 0 16,-3 4 0-16,0-4 0 0,0 4 0 0,0-4 0 0,0 1 0 15,-3 0 0-15,3-1 0 0,0 4 0 16,-3-1 0-16,0-2 0 0,-3 2 0 0,3 0 0 0,0 0 0 16,-3 1 0-16,3-1 0 0,0 3 0 0,-3-3 0 31,0 3 0-31,3 0 0 0,-3 0 0 0,0 0 0 0,3-3 0 0,-3 3 0 0,2 0 0 15,-2 0 0-15,0 0 0 0,3-3 0 0,-3 3 0 0,3-2 0 16,0-1 0-16,-3 0 0 0,3 3 0 0,0-8 0 16,-3 0 0-16,3 3 0 0,0 2 0 0,-3-5 0 15,6 3 0-15,-3-3 0 0,0 0 0 0,3 0 0 32,-3-3-100-32,3 0-23 0,0 1-4 0</inkml:trace>
  <inkml:trace contextRef="#ctx0" brushRef="#br0" timeOffset="38894.045">18413 4051 1918 0,'6'-8'40'0,"-6"8"9"0,0 0-39 15,0 0-10-15,0 0 0 0,0 0 0 0,0 0 120 0,0 0 21 0,0 0 5 0,0 0 1 16,0 0-53-16,-3-3-10 0,3 3-3 0,-6-2 0 15,-3 2-36-15,3 0-7 0,-3 0-2 0,0 5 0 16,0-2-20-16,0-1-5 0,3 4-1 0,-3 2 0 16,3-6 9-16,0 6 1 0,3 0 1 0,0 0 0 15,3 3-21-15,3-3 0 0,0 2 0 0,3 3 0 16,3-2 0-16,-3 2-15 0,6 0 3 0,-3 1 0 16,3-1 24-16,-3 3 4 0,0-6 2 0,0 4 0 15,0-1-1-15,-3-5 0 0,0 2 0 0,0 4 0 16,-3-6-4-16,-1 2-1 0,-2 1 0 0,0-3 0 15,-2 0 2-15,-1-3 0 0,-3 3 0 0,0-3 0 16,-3 3-2-16,0-5-1 0,0 2 0 0,0 0 0 16,-6 1-11-16,3-1 8 0,-3 0-8 0,3-2 8 15,0 2-8-15,1-5 0 0,-1 3 0 0,0-1 0 16,0 1 0-16,3 0 0 0,3-3 0 0,-3 0 0 16,0 2-152-16,3-2-32 0,6 0-6 0</inkml:trace>
  <inkml:trace contextRef="#ctx0" brushRef="#br0" timeOffset="39994.898">15767 4051 1060 0,'0'0'44'0,"0"0"-35"31,0 0 74-31,0 0 14 0,0 0 3 0,0 0 1 15,0 0-27-15,0 0-6 0,0 0 0 0,0 0-1 0,0 0-24 16,0 0-5-16,0 0-1 0,0 0 0 0,0 0-5 0,0 0 0 0,0 0-1 0,0 0 0 16,3 0 5-16,2-3 0 0,-2 3 1 15,3-2 0-15,0 2-2 0,-3 0-1 0,3 0 0 0,0 0 0 16,-3 0-8-16,3 2-2 0,0-2 0 0,0 3 0 16,0-3-7-16,-6 0-1 0,3 3-1 15,3-1 0-15,0 4-15 0,-3-6 11 0,-3 0-11 16,6 2 10-1,0 4-10-15,-6-6 10 0,3 2-10 0,0 3 10 0,-3-5-10 0,6 6 0 0,-3-1 0 0,0 0 8 16,-3-5-8-16,3 6 0 0,0 2 0 0,-3-8 0 16,3 2 0-16,-3 4 0 0,0-6 0 0,0 7 8 15,0-7-8-15,0 8 0 0,0-8 9 0,-3 6-9 16,3-6 8-16,-3 5-8 0,0 3 10 0,0-3-10 16,-3-2 16-16,3 5-2 0,3-8-1 0,-6 2 0 15,0 4 1-15,0-4 0 0,3 1 0 0,-3-3 0 16,0 5-14-16,6-5 0 0,-6 3 0 0,0-3 0 15,6 0 27-15,-6 3 9 0,6-3 1 0,-6 2 1 16,6-2-11-16,-6 0-3 0,6 0 0 0,-6-2 0 16,6 2-9-16,-3-3-3 0,0-2 0 0,0 2 0 15,3 3-12-15,-3-5 0 0,3-1 0 0,0 4 0 16,0-6-155-16,-3 3-30 0</inkml:trace>
  <inkml:trace contextRef="#ctx0" brushRef="#br0" timeOffset="40843.852">14302 5477 2154 0,'3'0'61'0,"3"3"13"16,-3 0-59-16,0 2-15 0,3 0 0 0,-3 3 0 15,0 3 71-15,3-1 11 0,-3 3 2 0,0 1 1 16,0 2-46-16,-3-1-10 0,3 1-1 0,-3 3-1 16,0-1-12-16,0 1-3 0,-3-1 0 0,0 1 0 15,0 2-4-15,-3 3-8 0,3 0 11 0,-3 2-11 16,0 1 12-16,0-1-12 0,0 1 12 0,0 2-12 15,0-8-26-15,3 0-12 0,-3 0-2 0,3-5-1 16,3-3-70-16,-3-2-13 0,3-3-4 0</inkml:trace>
  <inkml:trace contextRef="#ctx0" brushRef="#br0" timeOffset="41075.749">14612 5477 2066 0,'0'-29'43'0,"-3"0"10"0,3 8-42 0,-3-3-11 0,3 8 0 15,-3 0 0-15,0 6 104 0,-3 2 20 0,3 2 3 0,-3 1 1 16,6 5-16-16,0 0-2 0,-6 3-1 0,0 2 0 16,0 3-72-16,0 5-14 0,-3 1-3 0,3 4-1 15,0 6-19-15,3-3 0 0,-3 8 0 0,0 0 0 16,0-2 0-16,3 2 0 0,-3 0 0 0,0 0 0 16,0-3 0-16,1 1 0 0,-1-1 0 0,0 3 0 15,0-2 0-15,0 2 0 0,0 3 0 0,0-3 0 16,-3 0 8-16,3 0-8 0,-3 0 12 0,3-2-12 15,-3-4-40-15,3-1-16 0,0-4-2 16,-3-2-1-16,3-3-94 0,-3 1-19 0,0-7-4 0</inkml:trace>
  <inkml:trace contextRef="#ctx0" brushRef="#br0" timeOffset="41315.969">14189 5755 2001 0,'-9'-8'41'0,"3"0"11"15,0 0-41-15,3 3-11 0,0-3 0 0,0 5 0 16,3-5 99-16,0 3 17 0,0 0 4 0,3 2 1 0,3-2-36 0,0 2-7 0,0-2-2 0,6 2 0 16,0-2 0-16,6 0 0 0,0-1 0 0,2 1 0 15,1 0-60-15,6 0-16 0,0 2 0 0,0-2 0 16,-1-1 31-16,-2 1 3 0,3 0 1 0,-3-1 0 16,0 1-25-1,-1 0-10-15,-2 0 8 0,0-1-8 16,0 4-26-16,0-1-10 0,-3 0-3 0,-1 1 0 15,-2 2-71-15,0-3-14 0,-6 3-4 0,0 3 0 16,-3-1-102-16,-6-2-21 0</inkml:trace>
  <inkml:trace contextRef="#ctx0" brushRef="#br0" timeOffset="41500.538">14272 5782 1972 0,'-6'0'41'0,"0"5"9"0,6-5-40 0,0 0-10 0,0 0 0 0,0 0 0 15,0 0 73-15,6 0 13 0,0-3 2 0,3 3 1 16,3-2 31-16,3-1 7 0,3 0 1 0,0 1 0 16,3-1-103-16,-4 0-25 0,4-2 0 0,3 2 0 15,0-2 0-15,0 0 0 0,-1-3 0 0,7 0 0 16,0 0-97-16,3-3-25 0,2 1-5 0</inkml:trace>
  <inkml:trace contextRef="#ctx0" brushRef="#br0" timeOffset="41695.351">15127 5570 2030 0,'0'0'57'0,"0"0"14"0,0 0-57 16,0 0-14-16,0 0 0 0,0 0 0 0,0 0 105 15,0 0 19-15,0 0 3 0,0 0 1 0,0 0-52 0,-3 5-9 0,3-5-3 0,0 8 0 32,0-3-51-32,0 3-13 0,3 0 0 0,-3 0 0 0,3 3 54 15,-3-3 8-15,0 0 2 0,0 2 0 0,0 1-52 0,0-1-12 0,0 1 0 16,-3 0 0-16,0 2 0 0,0-3-12 0,-3 4 3 15,0-1 0 1,3 0-88-16,-3-2-18 0,0 2-3 0</inkml:trace>
  <inkml:trace contextRef="#ctx0" brushRef="#br0" timeOffset="41858.177">15118 5527 2218 0,'-9'-55'46'0,"6"34"11"15,3 5-45-15,0-8-12 0,3 3 0 0,0 2 0 16,0 1 72-16,0 2 13 0,3 3 3 0,0 2 0 16,-1 1-56-16,4 2-12 0,-3 0-1 0,3 2-1 15,-3 1-41-15,0 2-8 0,0 1-1 0</inkml:trace>
  <inkml:trace contextRef="#ctx0" brushRef="#br0" timeOffset="42282.91">15252 5565 1910 0,'-6'15'40'0,"3"-9"9"0,3-6-39 16,0 5-10-16,0-5 0 0,0 8 0 0,3-3 92 0,0 1 16 0,0 1 3 0,0-1 1 15,3-1-30-15,-1 0-6 16,1 3 0-16,0-2-1 0,0 1-33 0,-3 1-6 0,3-2-2 0,0 2 0 16,-3 0-22-1,3 2-12-15,-3-2 12 0,-3 5-12 16,3-5 9-16,-3 3-9 0,3-1 0 0,-3 1 9 15,0 0-9-15,0 2 0 0,0-3 0 0,0 1 0 16,0-3 8-16,-3 0-8 0,3 0 0 0,0 0 8 0,-3-3-8 0,3-5 0 0,0 0 9 16,0 0-9-16,0 0 9 0,0 0-9 0,0 0 12 15,0 0-12-15,0-8 8 0,-3 0-8 0,6 0 0 0,-3-2 0 16,0 2 0-16,3-5-14 0,0 2 2 0,0 0 1 16,0 1 11-16,0-1 16 0,3 1-4 0,-3 2-1 15,3-3-11-15,0 0 0 0,0 1 0 0,0 2 8 16,0-3-16-16,0 1-4 0,0 2-1 0,0 0 0 15,0 0 40-15,2 3 8 0,1-3 1 0,0 2 1 16,0 4-10-16,0 2-3 0,0 0 0 0,0 0 0 16,0 2-16-16,0 4-8 0,-3-1 0 0,0 0 8 15,3 3-8-15,-3 0 0 0,-3 3 0 0,3-3 0 16,0 2 0-16,-3 1 0 0,-1-1 0 0,-2 1 0 16,3 2 0-16,-3-2 0 0,0 2 0 0,3 0 0 15,-3 1-108-15,0-1-23 16,3-3-5-16</inkml:trace>
  <inkml:trace contextRef="#ctx0" brushRef="#br0" timeOffset="42775.32">15799 5676 2222 0,'-3'-8'46'0,"3"0"11"0,-3 0-45 16,3 3-12-16,0-1 0 0,-3 1 0 0,3 5 99 15,0 0 17-15,-3-5 4 0,3 5 1 0,0 0-42 0,0 0-9 0,0 0-2 0,0 0 0 16,0 8-34-16,-3 0-7 0,3-1-2 0,-3 1 0 15,3 3-10-15,-3 0-3 0,3 2 0 0,0-3 0 16,-3 6-12-16,3-2 8 0,0 4-8 0,-3-2 0 16,3 5 0-16,0-2 8 0,0 2-8 0,0-3 0 15,0 1 0-15,0-1 0 0,0 1 0 0,0-3 0 16,-2-3 0-16,2 0 0 0,0-2 0 0,0-3 0 16,0 0 0-16,0-3 0 0,0-5 0 0,0 0 0 15,0 0 9-15,0 0-1 0,0 0 0 0,0 0 0 16,0-5 15-16,-3-3 2 0,3-3 1 15,0 1 0-15,0-4-5 0,0-2-1 0,0-2 0 0,0-1 0 16,3-2 0-16,-3 0-1 0,2 0 0 0,-2 0 0 16,3 0-3-16,0 2-1 0,3 1 0 0,-3-1 0 15,3 0-7-15,-3 1-8 0,3-1 11 0,3 4-11 16,-3-1 22-16,3 2-2 0,0 1-1 0,0 0 0 16,0 2-29-16,3 6-6 0,0-5 0 0,-3 4-1 15,3 1 27-15,-1 2 6 0,1 1 0 0,0 2 1 16,0 2-17-16,-3 4-11 0,0-1 2 0,0 3 0 15,-3 2 9-15,0-2-12 0,0 6 12 0,0-4-12 16,-3 3 12-16,-3-2 0 0,0 0 0 0,0 2 0 0,-3-3 0 16,-3 4 0-16,0-4 0 0,-3 3 0 0,0 1 0 15,-3-1 0-15,0-3 0 0,-6 4-8 0,6-1-14 0,-2-2-2 16,-1 2-1-16,3-5 0 16,-3 0-15-16,6 0-2 0,-3-3-1 0,6-3 0 15,-3 1-104-15,9-3-21 0,0 0-4 0</inkml:trace>
  <inkml:trace contextRef="#ctx0" brushRef="#br0" timeOffset="43217.326">16145 5575 1812 0,'0'0'76'0,"0"0"-60"16,0 0 144-16,0 0 28 0,-3 0 7 0,3 0 1 16,0 0-69-16,0 0-14 0,0 0-2 0,-6 0-1 15,0 3-50-15,3 5-11 0,-3-3-1 0,3 3-1 16,0 0-29-16,0 2-6 0,0-2 0 0,0 3-1 15,3 0-11-15,0-1 0 0,-3-2 0 0,3 3 8 16,3-3-8-16,-3 0 0 0,3 2 0 0,0-2 0 16,0 0-20-16,3 0 0 0,0 0 0 0,0-3 0 15,0 0-8-15,3-2-2 0,-1-3 0 0,1 0 0 16,0-3 30-16,3 1 8 0,0-3 1 0,0-1 0 16,0 1-9-16,0-3 0 0,0 0 0 0,3 0 0 15,-6 0 0-15,2 0 0 0,-2 0 0 0,-3 0 0 16,0 0 0-16,0 0 0 0,0-2 0 0,-3 2 0 15,0-3 53-15,0 3 9 0,-3 1 2 0,0-1 0 16,0 0-52-16,0 2-12 0,0-2 0 0,0 6 0 16,0 2 54-16,0 0 8 0,0 0 2 0,0 0 0 15,0 0-52-15,0 0-12 0,0 0 0 0,0 0 0 16,-6 2 0-16,3 6 0 0,3-2 0 0,-3 2 0 16,3 0 0-16,-3 2 0 0,3-2 0 0,0 3 0 0,3-3 0 0,-3-1 0 15,3 1 0-15,-3 0 0 16,3 0-48-16,3 0-13 0,-3 0-3 0,3 0 0 0,0-3 52 15,3 6 12-15,0-6 0 0,3 3 0 16,-3-2-54-16,3-1-8 0,3-3-2 0,-4 1 0 16,4-3-176-16,-3-3-36 0</inkml:trace>
  <inkml:trace contextRef="#ctx0" brushRef="#br0" timeOffset="43493.751">16686 5215 2415 0,'-6'-2'68'0,"6"2"16"15,-6 0-68-15,6 0-16 0,0 0 0 0,-9 5 0 16,6 0 75-16,-2 0 11 0,2 1 2 0,0 4 1 16,0-2-20-16,0 3-4 0,0 2-1 0,0 0 0 15,0 3 0-15,0 5 0 0,0-2 0 0,0 7 0 16,3 1-51-16,-3-1-13 0,0 6 0 0,0-3 0 15,3 0 0-15,-3-2 0 0,3-1 0 0,0 1 0 16,-3-6 0-16,3 0 0 0,0-3 0 0,-3 4 0 16,3-4 0-16,0 3 0 0,-3-5 0 0,3 3 0 15,-3-3-100-15,3 0-22 0,0-1-5 0,-3-1-1 16,0-4-109-16,3-2-23 0</inkml:trace>
  <inkml:trace contextRef="#ctx0" brushRef="#br0" timeOffset="43947.423">16570 5670 2245 0,'-6'-5'47'0,"3"-3"10"0,0 3-45 0,3 0-12 0,-3-3 0 0,6 2 0 15,-3 4 67-15,3-4 11 0,3 1 2 0,0 2 1 16,0-2-21-16,0 3-4 0,6-4 0 0,-3 4-1 16,6-4-37-16,0 4-7 0,0-6-2 0,2 2 0 15,4 1-9-15,0-3 0 0,3 0 0 16,0 0 0-16,3 0-100 0,-1 0-23 0,1-2-4 0,0-1-1 15,0 3-80-15,-3 0-17 0,-1 0-3 16,-2 1-1-16,-3-1 129 0,-3-3 25 0,0 3 6 16,-3 0 1-16,-3 5 112 0,-6-2 24 0,0 0 4 0,-3 5 0 15,0 0 71-15,-3 0 13 0,-3 0 4 0,-3 0 0 16,0 0-27-16,3 0-5 0,-3 3 0 0,-3 2-1 16,6 0-50-16,-3 0-9 0,0 3-3 0,3-2 0 15,0 2-1-15,3 0 0 0,-3-1 0 0,3 4 0 16,3 0-51-16,0-1-13 0,0 1 0 0,3-1 0 15,0 4 54-15,3-4 8 0,-3 3 2 0,3-2 0 16,0 0-52-16,3-1-12 0,-3 1 0 0,3-1 0 16,-3 1 0-16,0-3 0 0,0 0 0 0,-3 0 0 15,0 0 0-15,0 0 0 0,-3 0 0 0,0-1 0 16,0 4 0-16,-3 0 0 0,-3-1 0 0,0 1 0 16,0-1 0-16,-3 4 0 0,0-4 0 0,-3 3 0 0,0-2 0 15,-3 0 0-15,0-1 0 0,1 1 0 0,-4-1 0 0,0 1 0 16,0 0 0-16,-3-4 0 15,3 1-48-15,-3 0-13 0,1 0-3 0,-1-2 0 16,0-1-160-16,-3 0-33 0</inkml:trace>
  <inkml:trace contextRef="#ctx0" brushRef="#br0" timeOffset="44368.385">15097 4895 2747 0,'0'0'78'0,"0"0"17"0,0 0-76 0,0 0-19 0,0 0 0 0,0 0 0 16,0 0 55-16,0 0 7 0,0 0 2 0,0 0 0 16,0 0-43-16,0 0-8 0,0 0-1 0,0 0-1 31,-3 5-163-31,-3 1-33 0</inkml:trace>
  <inkml:trace contextRef="#ctx0" brushRef="#br0" timeOffset="51656.424">13132 13079 1765 0,'0'0'50'0,"3"-5"11"0,-3 0-49 0,3 2-12 0,-3-2 0 0,0 5 0 16,0-6 101-16,0 1 18 0,0 0 3 0,0-1 1 16,0 6-19-16,-3-5-4 0,3 0-1 0,-3 0 0 15,0-1-25-15,-3 1-5 0,3 0-1 0,-3 2 0 16,0-2-23-16,0 2-5 0,1 0 0 0,-1 1-1 15,-3 2-39-15,3 0 0 0,-6 0 0 0,3 0 0 16,0 2 35-16,-3 4 5 0,0-4 2 0,3 6 0 16,-3 0-32-16,3 3-10 0,-3-1 0 0,3 6 0 15,1 0 0 1,-1 3 0-16,3 2-15 0,0 0 5 0,3-2-20 0,0 2-4 16,0-5-1-16,3 2 0 15,0-2-16-15,0-3-3 0,3-2-1 0,0-3 0 16,0 0-6-16,3-3-2 0,3 0 0 0,-3-5 0 0,5 0 33 0,-2-2 6 0,3-1 2 0,0-5 0 15,0 0 22-15,0 0 15 0,0 0-3 0,0-5 0 16,0 2-12-16,3-2 0 0,-3 0 0 0,-4 2 0 16,1-2 54-16,-3 3 8 0,3 2 2 0,-3-3 0 15,-3 3-27-15,0 0-5 0,0 0 0 0,-3 3-1 16,3 0 1-16,-3-1 1 0,-3 1 0 0,3 0 0 16,0 5 18-16,0 0 3 0,0-3 1 0,0 3 0 15,0 0-26-15,0 0-5 0,0 0 0 0,0 0-1 16,0 0-23-16,0 0-18 0,0 0 3 0,3 8 1 15,0 5 14-15,0 1 0 0,3 1 0 0,0 4 0 16,0-3 0-16,0 5 0 0,3-2 0 0,-3 2 0 16,3-3 19-16,-3 3 6 0,3-5 2 0,0 3 0 15,-1-6-27-15,1 3 0 0,0-3-9 0,0 0 9 0,-3-2-26 0,3 2 2 0,0 0 0 16,0-2 0 0,-3-3-93-16,0 0-19 0,3 0-3 0</inkml:trace>
  <inkml:trace contextRef="#ctx0" brushRef="#br0" timeOffset="60309.982">13629 13119 1413 0,'-6'5'29'0,"0"-2"7"0,0 2-28 0,1-2-8 0,-1 2 0 0,3 0 0 16,-3 1 64-16,3-1 12 0,0 0 3 0,0-2 0 16,0 2-11-16,0 3-1 0,0-5-1 0,3 5 0 15,0-8-10-15,-3 5-3 0,3 0 0 0,0 3 0 16,0-3-12-16,3 1-2 0,0-1-1 0,0 0 0 15,3 1-2-15,0-1 0 0,0-2 0 0,3 2 0 16,-4 0-6-16,7-2-2 0,-3-1 0 0,3 1 0 16,-3 2-4-16,3-5 0 0,0 3-1 0,0-3 0 15,0 0 14-15,0 3 3 0,0-3 1 0,-1 0 0 16,1 0-33-16,3 0-8 0,0 0 0 0,0 0 0 16,0-3 0-16,3 3 0 0,0-3 0 0,0-2 0 15,-1 2-36-15,1 1-8 0,3-3-3 16,0-1 0-16,-3 1-5 0,0 0-2 15,-1-1 0-15,-2 1 0 0,3 2-101 0,-3-2-20 0,0 2-4 16</inkml:trace>
  <inkml:trace contextRef="#ctx0" brushRef="#br0" timeOffset="60847.832">14016 13042 1659 0,'0'0'34'0,"0"0"10"0,0 0-36 0,0 0-8 0,0 0 0 0,0 0 0 16,0 0 91-16,0 0 16 0,0 0 3 0,0 0 1 16,0 0-31-16,0 0-7 0,0 0-1 0,0 0 0 15,0 0-20-15,0 0-5 0,3 0-1 0,0 3 0 16,3-1-32-16,0-2-6 0,0 6-8 0,0-4 11 16,0 1 42-16,0 0 9 0,3 2 2 0,-3-2 0 15,3 2-52-15,-3-2-12 0,0 2 0 0,0-3 0 16,0 4 0-16,0-1 0 0,-1-2 0 0,1 2 0 15,-3 0 0-15,3 1 0 0,0-1 0 0,-3 0 0 16,0 3 0-16,3-3 0 0,-3 3 0 0,0-2 0 16,0 2 0-16,-3-1 0 0,3 1 0 0,-3 0 0 15,3 0 0-15,-3 0 0 0,0 0 0 0,0 3 0 16,-3-3 0-16,0 2 0 0,0-2 0 0,0 0 0 16,0 3 0-16,0-3 0 0,-3 0 0 0,3 0 0 0,-3-1 0 15,0 1 0-15,-3 0 0 0,4 0 0 16,-4 0 0-16,0-2 0 0,0 1 0 0,0-1 0 15,0-1 0-15,0 0 0 0,3-2-9 0,-3 2 9 0,3-2-8 16,0 0 8-16,0-1 0 0,6-2-9 16,-6 3-22-16,6-3-4 0,0 0-1 0,0 0 0 15,0 0-148-15,0 0-29 0</inkml:trace>
  <inkml:trace contextRef="#ctx0" brushRef="#br0" timeOffset="88163.326">14629 12923 2030 0,'0'0'57'0,"0"0"14"0,3-5-57 0,-3 5-14 0,-3-6 0 0,3 6 0 16,0 0 83-16,-3-5 13 0,3 5 4 0,-2-2 0 15,2 2-41-15,-9 0-8 0,3 0-2 0,0 0 0 16,-3 2-23-16,3 1-5 0,0-1-1 0,-3 4 0 16,3-1 3-16,-3 0 0 0,3 3 0 0,0-2 0 15,0 2-23-15,0-1 0 0,3 1 0 0,-3 0 0 16,3 0 0-16,0 3-15 0,3-3 3 0,3 0 0 15,-3 0 12-15,3-3-11 0,3 3 11 0,-3-3-10 16,6 0 10-16,-3 1-8 0,3-1 8 0,0 0-8 16,0 1 8-16,3-4 0 0,0 4 0 0,0-4 0 15,0 4 15-15,2-4 5 0,-2 3 0 0,0-2 1 16,0 2-21-16,0 1 0 0,-3-1 0 0,0 3 0 16,0 0 0-16,-6 0 0 0,3 0 0 0,-3 0 0 15,-3 2 0-15,0 1 0 0,0-1 0 0,-3 4 0 0,0-1 0 16,-3 0 0-16,0 0 0 0,-3 3 0 0,3-3 0 0,-6 1 0 15,3-1 0-15,-6 0 0 0,3 0 0 16,0-2 0-16,1 0 0 0,-1-1 0 16,0 1-47-16,0-1-13 0,0 1-4 0,0-1 0 0,0-2 64 15,0 0 0-15,0 3 12 0,-3-3-2 0,3 0-23 0,1-3-5 0,-1 0-1 16,0 1 0 0,3-4-23-16,-3 4-5 0,6-4-1 0,-3-2 0 15,3 3-94-15,0-3-19 0,6 0-4 0</inkml:trace>
  <inkml:trace contextRef="#ctx0" brushRef="#br0" timeOffset="88500.995">14606 12942 1824 0,'0'0'76'15,"0"0"-60"1,0 0 89-16,0 0 19 0,0 0 3 0,0 0 1 16,0 0 0-16,0 0 0 0,0 0 0 0,0 0 0 15,6 0-103-15,3-3-25 0,-4 0 0 0,4 3 0 16,3 0 56-16,3-2 5 0,0 2 2 0,3-3 0 16,0 3-50-16,0-3-13 0,3 3 0 0,-1-2 0 15,1-1 56-15,-3 0 7 0,3 3 1 0,-3-2 0 16,0-1-64-16,-1 0-21 0,-2 3 0 0,-3-2 0 15,0-1 21-15,0 1 0 0,0 2 0 0,-3-3 0 0,0 3 0 16,0-3 0-16,0 3 0 0,-3-2 8 16,3 2 8-16,-3 0 0 0,-1-3 1 0,-2 3 0 15,-3 0-65-15,0 0-12 0,0 0-4 0,0 0 0 16,6-3 0-16,-6 3 0 0,0 0 0 0,0 0 0 16,0 0-154-16,0 0-31 0</inkml:trace>
  <inkml:trace contextRef="#ctx0" brushRef="#br0" timeOffset="94639.881">12977 14455 2066 0,'0'0'43'0,"0"0"10"0,0 0-42 0,-6 3-11 0,1 2 0 0,5-5 0 16,-3 3 89-16,3-3 16 0,0 0 3 0,-6 5 1 15,6-5-21-15,0 5-4 0,0-5 0 0,-3 8-1 16,3-3-73-16,0 3-10 0,0-2-11 0,3-1 3 15,0 0 8-15,0 1 11 0,3-1-3 0,-1 0 0 16,4 0-8-16,-3-2 0 0,3 2 0 0,3-2 0 16,0-3 0-16,0 3 0 0,3-3 0 0,3 2 0 15,3-4 0-15,-1-1 0 0,4-2 9 0,3-1-9 16,-3-4 0-16,3 2 0 0,-4-5 0 0,1-1 0 16,-3 1 0-16,-3 0 0 0,0-3 0 0,-3 3 0 15,0-3 0-15,-4 0 0 0,1 0 0 16,-3 3 0-16,-3 0 0 0,0 0 0 0,0 2 0 0,-3 0 0 15,-3 3 0-15,0 1 0 0,-3 1 0 0,-6 4 0 16,3-1 0-16,-3 0 0 0,0 1 0 0,-5 4 0 16,-1 1 21-16,0 0 10 0,-6 2 1 0,0 3 1 15,-3 0-23-15,0 5-10 0,-2 0 8 0,-1 3-8 16,3 3 27-16,3 2 0 0,0 0 0 0,1 3 0 16,2-3-27-16,6 0 0 0,0 0 0 0,0 0 0 15,6 1-23-15,0-4-9 0,0 1-3 0,6-1 0 16,0 1 5-16,3-3 1 0,0-1 0 15,3 4 0-15,3-6 29 0,0 3 0 0,3 0 0 0,3-3 0 0,3 0 0 0,-1 1 0 0,4-1 0 0,0-3 0 16,0 1 18-16,0 0 10 16,0-3 1-16,-1-3 1 0,-2-2-30 0,0-1 8 0,0 1-8 15,0-3 0 1,-3-5-22-16,0 2-7 0,0-2-2 0,-1-3 0 16,1-3-129-16,3 0-25 0,0 1-6 0</inkml:trace>
  <inkml:trace contextRef="#ctx0" brushRef="#br0" timeOffset="95038.632">13781 14524 2017 0,'-12'8'42'0,"12"-8"10"16,-6 2-42-16,6-2-10 0,0 0 0 0,0 0 0 15,0 0 96-15,-3 6 16 0,3-6 4 0,0 0 1 16,0 0-47-16,0 0-10 0,0 5-1 0,3 0-1 0,3-2-19 0,-3 2-4 15,6-5-1-15,0 3 0 16,0 0-6-16,6-1 0 0,0-2-1 0,3 0 0 0,2 0-27 0,1 0 8 0,6 0-8 0,0 0 0 16,-3-2 0-16,2-1 0 0,1-2 8 15,0 2-8-15,-3 0 0 0,0 1-9 0,-3-1 9 16,-1 0-13 0,1 3-11-16,0 0-3 0,0-2 0 0,0 2 0 15,-3 0-53-15,2-3-10 0,-2 3-2 0,0 0-1 16,-3 0-128-16,3 0-26 0</inkml:trace>
  <inkml:trace contextRef="#ctx0" brushRef="#br0" timeOffset="95440.79">14219 14310 2176 0,'-6'-3'62'0,"0"3"13"16,0 0-60-16,6 0-15 0,0 0 0 0,-6 0 0 15,6 0 74-15,0 0 12 0,0 0 2 0,0 0 1 16,0 0-25-16,-3 3-4 0,3-3-2 0,0 7 0 16,0 1-42-16,3 0-8 0,0 0-8 0,3 0 12 15,0 3 41-15,0-1 9 0,3 1 2 0,0 2 0 16,2-2-52-16,1 2-12 0,0 0 0 0,-3 3 0 0,3-5 0 15,0 2 0-15,-3 3 0 0,3-3 0 0,-3-2 0 0,0 2 0 16,0-3 0-16,-3 1 0 0,-3 0 15 16,3-1 0-16,-3-2 0 0,0 5 0 0,-1-5-24 15,-2 0-5-15,0 0-1 0,-2 0 0 0,2 0 15 0,-3 0 0 0,-3 0 0 0,3 0 0 16,-3 0 11 0,-3-3 5-16,3 3 0 0,-3 0 1 15,0 0-27-15,0-3-6 0,-3 3 0 0,3-3-1 0,-3 3 17 0,3-2 0 0,-3-1 0 16,3 0 0-1,1 1-57-15,-1-4-5 0,0 1-1 0,3 0 0 16,-3-1-123-16,0-4-25 0</inkml:trace>
  <inkml:trace contextRef="#ctx0" brushRef="#br0" timeOffset="104647.448">14844 14278 1592 0,'-9'-13'33'0,"6"10"7"0,0-2-32 0,0-1-8 0,0-2 0 0,0 3 0 16,3 0 107-16,-3 0 19 0,0-1 4 0,0 1 1 15,-3 0-30-15,3 2-5 0,0-2-2 0,-3 2 0 16,3 0-25-16,3 3-5 0,-6 0 0 0,6 0-1 16,-6-2-7-16,6 2 0 0,-3 0-1 0,-3 0 0 15,6 0-22-15,-9 2-4 0,3 4-1 0,1-1 0 16,-1 3-12-16,0 0-2 0,0 0-1 0,0 2 0 16,-3 4-13-16,3 2 0 0,0 2 0 0,-3 3 0 15,3 3 0-15,0 0 0 0,0 5 0 16,0 0 0-16,0 0 0 0,0-5 0 0,3 2 0 0,0-2 0 15,3 0-58-15,0-3-5 0,0 0-1 0,3 3 0 16,0-5 0-16,0-3 0 0,3-1 0 16,0 1 0-16,3-2 29 0,0-4 6 0,0 1 1 0,3-3 0 15,0 0 10-15,0-6 2 0,3 1 1 0,-1-3 0 16,4-3 15-16,-3 1 0 0,0-4 0 0,3 1-9 16,-3-3 25-16,0 0 6 0,0 0 1 0,-4-2 0 0,-2-1-1 15,0 0 0-15,0 4 0 0,-3-4 0 16,-3 0 46-16,0 3 10 0,0 0 2 0,-3 1 0 0,0-1-16 0,-3 0-2 15,-3 2-1-15,0 1 0 0,0 0-15 0,-6 0-3 0,0-1-1 16,-5 4 0-16,2 2-21 0,-6 0-4 16,0 0-1-16,0 2 0 0,-3 1-16 0,1 2 10 0,-4 0-10 15,3 3 8-15,0 0-8 0,0 0-11 0,4 0 3 0,2 3 0 16,0-1-32 0,3 1-5-16,0 0-2 0,0-1 0 15,3-2-132-15,3 3-26 0,3-6-6 0</inkml:trace>
  <inkml:trace contextRef="#ctx0" brushRef="#br0" timeOffset="105409.774">15237 12973 1500 0,'-3'-5'31'0,"0"0"8"0,3-1-31 0,0 1-8 0,0 0 0 0,3 0 0 15,0-1 97-15,0 1 19 0,3 0 3 0,0-3 1 16,0 2-32-16,5 1-5 0,-2-3-2 0,3 3 0 16,3 0-11-16,0-3-2 0,0 2-1 0,3 1 0 15,0 2-16-15,2-2-3 0,4 0-1 0,0 0 0 16,6-1-17-16,0 4-3 0,2-6-1 0,4 2 0 16,-3 1-14-16,0 0-2 0,-1 0-1 15,-2 2 0-15,3 0 2 0,-6 1 0 0,2-1 0 16,-2 0 0-16,-3 3-11 0,3 3 12 0,-3-3-12 0,-1 3 12 15,-2-1 1-15,-3 4 1 0,0-4 0 0,0 6 0 16,-6-3 5-16,0 3 1 0,-3 3 0 0,-1 0 0 16,-2-1 0-16,0 1 0 0,-3-1 0 0,0 6 0 15,0-3-6-15,-3 3-1 0,0 3 0 0,0-1 0 16,0 3-13-16,-3 1 9 0,0 1-9 0,3 7 8 16,-3 1-8-16,0 4 0 0,3-1 0 0,-3 6 0 15,0-3 0-15,0 0 0 0,3-3 0 0,-2 6 0 16,-1 2 0-16,-3 3-12 0,3 3 2 0,0 2 1 15,-3-5-2-15,3-2 0 0,0-1 0 0,-3 3 0 16,3-3 11-16,-3-2 0 0,3 2 0 0,-3-2 0 16,3 2 0-16,0-2 0 0,0 0 0 0,3-1 0 15,-3-4 0-15,0-4 0 0,0-1 0 0,3-1 0 16,-3-3 0-16,0 1 0 0,0-4 0 0,0 4 0 16,-3-3 0-16,3 2 0 0,-3-2 0 0,0 2 0 15,-3-2 0-15,0-5-20 0,1 2 4 0,-1-3 1 0,-3 1 37 16,0-3 7-16,0-3 2 0,-3 3 0 0,0-3 1 0,0-5 1 0,0 3 0 0,-3-1 0 15,1-2-33-15,-1 3 0 0,-3-1 0 0,0-2 0 16,0 3 0-16,0-3 0 0,1 0 0 0,-4 2 0 16,3-4 0-16,3 2 0 0,0-3 0 0,0 0 0 15,3 3 0-15,1-5 0 0,-1 2 0 0,6-2 0 16,0-1 0-16,0-2 0 0,3 3 0 0,6-3 0 31,0 0-44-31,0 0-16 0,0 0-4 0,3-8 0 16,6-3-164-16,0 1-32 0</inkml:trace>
  <inkml:trace contextRef="#ctx0" brushRef="#br0" timeOffset="105870.934">17014 13029 2508 0,'-3'-5'71'0,"0"-1"16"0,3 6-70 0,0-5-17 0,0 0 0 0,0 5 0 16,0 0 71-16,0 0 10 0,0 0 3 0,0 0 0 15,0 0-32-15,0 0-7 16,0 0-1-16,-6 8 0 0,3 2 16 0,0 3 4 0,0 6 0 0,-3 2 0 16,3 6-64-16,0 7 0 0,-3 3-9 0,3 3 0 15,-3-1 9-15,0 1 0 0,0 0 0 0,-3 5 0 16,0 0 0-16,0 5 0 0,0 0 0 0,1 3 0 15,-1-2 0-15,-3-6 0 0,3 0 0 0,-3 2 0 16,3-2-15-16,0 0-1 0,3-3 0 0,-3 1 0 16,0-6-25-16,3-5-6 15,0-3-1-15,0-3 0 0,0-5-151 0,0-5-30 0,0 0-7 0</inkml:trace>
  <inkml:trace contextRef="#ctx0" brushRef="#br0" timeOffset="106313.262">16716 13770 2296 0,'0'0'65'0,"0"-6"14"15,0 1-63-15,3 0-16 0,0 0 0 0,3 2 0 16,0-2 54-16,3 2 8 0,3-2 2 0,0 2 0 16,3-2-10-16,-1 0-2 0,4 2 0 0,0-2 0 15,0 2-13-15,0 0-3 0,3 1-1 0,0-1 0 0,-4 0-16 16,-2 3-3-16,3 0-1 0,-3 0 0 0,3 0 3 15,-3 3 1-15,3 0 0 0,-3-1 0 0,-4 1-19 0,1 2-16 16,-3 1 4-16,0 1 0 0,-3 1 12 0,0 0 0 0,0 3 0 16,-6-1 0-16,3 1-10 0,-6 0 1 0,3 2 0 15,-6 3 0-15,3-3-8 0,0 0-2 0,0 0 0 0,3 3 0 32,-3-5-10-32,3 2-3 0,3 0 0 0,0-2 0 15,0 0-19-15,6-4-4 0,0 1-1 16,0-5 0-16,3 0 36 0,3-3 6 0,0 0 2 0,-1-3 0 0,4-2 12 0,0-3 0 0,3 0 0 15,-3 0 0-15,0-3 35 0,-3 3 9 16,0-2 3-16,-1-1 0 0,-2 1 9 0,-3-1 3 0,-3 1 0 0,0-1 0 16,0-2-11-16,-3 2-3 0,0 1 0 0,-3-1 0 15,0 0 1-15,-3 1 0 0,0 2 0 0,-3-3 0 16,-3 1-19-16,0 2-4 0,-3 0-1 0,-5 3 0 16,-1-1-11-16,-3 4-3 0,0-1 0 0,-6 0 0 15,3 3-8-15,-2 0 0 0,-1 0 0 0,0 3-11 16,3-3-57-16,3 3-12 0,3-3-3 0,1 2 0 15,2 1-124-15,3 0-25 0</inkml:trace>
  <inkml:trace contextRef="#ctx0" brushRef="#br0" timeOffset="106630.06">17862 13047 2795 0,'-6'-2'58'0,"0"-4"14"0,6 6-57 0,-3-5-15 0,3 5 0 0,0 0 0 31,0 0 52-31,0 0 7 0,0 0 1 0,0 0 1 0,0 0 5 0,0 0 1 0,-6 3 0 0,0 2 0 16,0 6-67-16,0 2 0 0,-3 3-11 0,3 5 1 15,1 5 10-15,-4 4 12 0,3 1-2 0,0 4-1 16,-3-1-9-16,3 0 0 0,0 1 0 0,-3 2-11 15,3 3 11-15,-3-1 0 0,-3 6 0 0,3 3 0 16,0-6-12-16,0 1 4 0,3-1 0 0,-3 0 0 16,4-2-5-16,-4 0-1 0,6-3 0 0,-3 5 0 15,0-5-18 1,0 0-3-16,3-2-1 0,-3-1 0 16,3-5-31-16,-3-5-6 0,3-3-2 0</inkml:trace>
  <inkml:trace contextRef="#ctx0" brushRef="#br0" timeOffset="107448.525">17469 13860 2067 0,'0'-6'87'16,"0"-1"-70"0,0 1 87-16,3 1 18 0,0-3 3 0,3 3 1 15,-3 2-60-15,6-2-12 0,-3 2-2 0,6 0-1 16,0 1-15-16,3-1-4 0,2 1 0 0,1-1 0 15,3 3-12-15,3-3-4 0,3 3 0 0,-3-2 0 16,-1-1-16-16,1 3 8 0,0-3-8 0,0 1 0 0,3-1 8 0,-1 3-8 0,7 0 0 0,-3-3 0 31,3 3-18-31,2-2-7 0,4-1-2 0,-3 3 0 16,-3-3 15-16,-4 1 2 0,1-1 1 0,-3 0 0 0,-3 1 9 0,-3-1 0 16,-4 1 0-16,-2-1 0 0,0-2 0 15,-3 2 0-15,-3-2 0 0,-3 2 0 16,0-5 0-16,-6 3 0 0,0-3 0 0,-3 0 0 0,-3 0 46 0,-3 0 14 15,0-3 4-15,-3 4 0 0,0-4-20 0,-3 3-3 0,3 0-1 16,-5 3 0-16,-1-1-14 0,-6 4-3 0,0 2-1 0,0 0 0 16,-2 2-10-16,-1 4-1 0,0 2-1 0,0 0 0 15,3 0-10-15,4 0 0 0,-1-1 9 0,3 4-9 16,6 0 0-16,0-1 0 0,3 1-10 0,3-1 10 31,3 1-34-31,0-3 0 0,3 2 0 0,3 1 0 0,3-3-16 0,3 3-3 0,0-3-1 0,6-3 0 16,0 0 7-16,3 0 2 0,5-2 0 0,-2 0 0 15,3-3-4-15,0-3-1 0,0 3 0 0,-1-5 0 16,-5 2 29-16,3-2 5 0,-6 0 2 0,-3-1 0 16,0-2 60-16,0 3 12 0,-3 0 2 0,-3-1 1 15,0 1 1-15,-3 0 0 0,3 0 0 0,-3 2 0 16,-3-2-13-16,0 5-2 0,3-3-1 0,-3 3 0 16,0 0-8-16,0 0-2 0,0 0 0 0,0 0 0 15,0 0-16-15,0 0-3 0,0 0-1 0,0 0 0 16,0 0-16-16,0 0 8 0,-3 5-8 0,3 3 0 15,0 3 0-15,0-3 0 0,3 2 0 0,-3 1 0 16,2-1-31-16,4 1 0 0,0 0 0 0,0-3 0 16,3 0-15-16,0-1-3 0,0-1-1 0,6-1 0 15,-3-5-20-15,6 0-4 0,0 0-1 0,2-5 0 0,-2-1 60 0,6-1 15 16,0-4 0-16,-3-2 0 0,3 2 0 0,-1-5 0 0,1 0 0 16,-3-2 0-16,-3-1 0 0,-3-2 0 15,0 0 0-15,0 0 0 0,-6-6 20 16,2 1 4-16,-5-1 1 0,3-2 0 0,-6 3 30 0,3-1 5 0,-3 1 2 15,-3 2 0-15,0 0-11 0,0 1-3 0,0-1 0 0,-3 3 0 16,0-1 7-16,0 1 1 0,-3 0 0 16,3 5 0-16,-3-2-34 0,0 4-6 0,0-1-2 0,4 4 0 15,-4 0 29-15,0 6 5 0,3 0 2 0,3 5 0 16,0 0-40-16,-9 5-10 0,3 3 0 0,0 3 0 16,0 2 0-16,0 5 0 0,0 1 0 15,0 2 0-15,3 0-49 16,0 3-12-16,0 0-3 0,3 2 0 0,0 3 52 0,0 3 12 0,3 0 0 0,0 2 0 15,0-2 0-15,3-3 0 0,3 0 0 0,-3 0 0 16,3-5-105-16,0-5-19 0,0-1-3 0</inkml:trace>
  <inkml:trace contextRef="#ctx0" brushRef="#br0" timeOffset="107743.266">18996 13481 2066 0,'0'0'43'0,"9"-2"10"0,0 2-42 16,3-6-11-16,0 4 0 0,3-1 0 0,3 0 104 15,-1-2 20-15,4 3 3 0,3-4 1 0,-3 4-43 0,3-4-8 0,3 4-1 0,-4-4-1 16,1 1-18-16,-3 2-3 0,3-2-1 0,-6 3 0 15,2-1-42-15,-5 0-11 0,0 1 0 16,0-1 0 0,-3 0 0-16,0-2 0 0,0 2 0 0,0 3 0 0,-3-2 0 0,-3-1 0 0,3 0 0 0,-3 3 0 15,-6 0-100 1,0 0-23-16,0 0-4 0</inkml:trace>
  <inkml:trace contextRef="#ctx0" brushRef="#br0" timeOffset="107965.063">19026 13709 2553 0,'0'0'53'0,"0"0"12"16,0 0-52-16,6 0-13 0,3 0 0 0,0-3 0 16,3 1 92-16,3-1 15 0,-1 0 3 0,4-2 1 15,3 0-75-15,0-3-16 0,3 0-2 0,0 0-1 16,-1 0-17-16,1 0 0 0,3-3 0 0,-3 4 0 15,-3-1 55-15,-1-3 7 0,1 0 2 0,-3 3 0 16,6 1-103-16,-3-4-20 0,6 3-4 0,-1-3-1 16,4 4-154-16,6-1-31 0</inkml:trace>
  <inkml:trace contextRef="#ctx0" brushRef="#br0" timeOffset="108308.494">20181 13166 2253 0,'0'0'95'0,"0"0"-76"15,0 0 71-15,0 0 14 0,0 0 4 0,0 0 0 16,0 0-15-16,0 0-2 0,0 0-1 0,0 0 0 15,0 6-34-15,3 2-6 0,-6 0-2 0,3 0 0 16,0 2-18-16,0 3-4 0,-3 1-1 0,0 2 0 16,0-1-25-16,0 1 0 0,-3 3 0 0,0-1 0 15,0 3 0-15,0-2 0 0,0 2 0 0,-3 0 0 16,3 1 0-16,0 1 0 0,-3 1 0 0,3 3 0 16,0-4 0-16,1 1 0 0,2 3 0 0,-3-1 0 15,0-5 0-15,3 0 0 0,3-2 0 0,-3-3 0 16,3-6-97-16,0 1-25 0,0-3-5 15,3 0-1-15,0-3-102 0,3-2-21 0</inkml:trace>
  <inkml:trace contextRef="#ctx0" brushRef="#br0" timeOffset="108579.89">20458 13323 2515 0,'6'-24'52'0,"-3"13"12"0,0 3-51 0,-3-5-13 0,3 2 0 0,-3 1 0 16,0-1 112-16,3 1 20 0,-3 2 4 0,0 0 1 15,3 5-53-15,-3 3-12 0,0 0-1 0,0 0-1 16,0 0-19-16,0 0-4 0,0 0-1 0,0 5 0 16,0 3-17-16,0 6-3 0,-3-1-1 0,3 3 0 15,-3 0-6-15,0-1-2 0,3 4 0 0,-3 0 0 16,-3-1-8-16,3 1-1 0,-3-1-8 0,0 6 12 16,0-3-12-16,0 6 0 0,0-1 8 15,-3 3-8-15,0-2 0 0,3 2 0 0,0 2 0 16,-3-1 0-16,3-7 0 0,0 1 0 0,0-3 0 15,-3-2 0-15,6-1 0 0,-3-4-21 0,4-1 3 0,-4 0 1 16,6-2-61-16,-3-3-12 16,3 0-2-16</inkml:trace>
  <inkml:trace contextRef="#ctx0" brushRef="#br0" timeOffset="122676.888">7762 10137 1552 0,'0'0'44'0,"0"0"10"0,-3-5-43 0,3 5-11 0,-5-3 0 0,5 3 0 16,0 0 88-16,0 0 15 0,0 0 3 0,0 0 1 16,0 0-18-16,0 0-3 0,0 0-1 0,-3 3 0 15,3-3-68-15,-6 5-17 0,6 0 0 0,-3 0 0 16,3 3 47-16,0 0 5 0,0-2 2 0,0 4 0 16,0-2-35-16,0 5-7 0,0-2-2 0,0 2 0 15,0 3-10-15,3 3 0 0,-3-1 0 0,0 3 0 16,0 0 0-16,3 3 0 0,-3 0 0 0,0 0 0 15,3 0 0-15,-3-3 0 0,0 3 0 0,3-3 0 16,-3-3 0-16,0 3 0 0,0-2 0 0,0 2 0 16,0-2 0-16,0-1 0 0,0 1 0 0,0 2 0 15,-3 0 0-15,3-2 0 0,0 2 0 0,0 0 0 16,-3 0 0-16,3-2 0 0,0-1 0 0,-3 1 0 16,3-1 0-16,0-5 0 0,-3 3 0 0,3-5 0 15,-3 2 0-15,0-2 0 0,3-1 0 0,-3 1 0 0,3-3 0 16,-3 0 0-16,3-3 0 0,0 3 0 0,0-3 0 15,-3 1 0-15,3-6 0 0,0 5 0 0,0-5 0 16,0 0 0-16,0 5 0 0,0-5 0 0,0 0 0 0,3 5 0 16,-3-5 0-16,0 0 0 0,6 3 0 0,-3-3 0 0,3 3 0 0,0-3 0 15,-1 0 53-15,1 0 9 0,0 0 2 0,0-3 0 32,3 3-103-32,0 0-20 0,0-3-4 0,0 1-1 0,3-1 76 15,0 3 16-15,0-3 2 0,3 1 1 0,-3-1-31 0,5 3 0 0,-2-2 0 16,0-1 0-16,3 0 0 0,0 1 0 0,0-1 0 0,0 0 0 15,-3 1 0-15,-1-1 0 0,4 0 0 0,-6 1 0 16,3-1 0-16,0 3 8 0,0-3-8 0,0 1 0 16,0-1 28-16,-1 3 4 0,4-2 0 0,-3 2 0 15,0 0-52-15,3-3-11 0,0 3-1 0,0 0-1 16,-3 0 33-16,2-3 0 0,1 3 0 0,-3 0 0 16,3 0 20-16,0 0 10 0,0 0 2 0,-3 0 1 15,-1 0-77 1,1 0-16-16,3 0-4 0,-6 0 0 0,3 3 52 0,-3-3 12 0,0 3 0 0,-3-3 0 15,3 0 0-15,0 2 0 0,-1 1 0 0,1-1 0 16,-3-2 0-16,3 0 0 0,0 3 0 0,0-3 0 16,0 0 0-16,0 3 0 0,3-1 0 0,-3-2 0 15,3 3 0-15,-4-3 13 0,1 0-2 0,3 3-1 16,-3-3-10-16,0 2 0 0,0-2 0 0,0 0 0 16,0 3-13-16,0-3 5 0,0 0 8 0,-1 0-13 15,1 3 13-15,0-3-9 0,-3 2 9 0,3-2-8 16,-3 3 8-16,0-3-10 0,0 3 10 0,0-3-10 0,-3 2 10 0,3-2-12 15,-3 0 12-15,3 3-12 0,-3-1 12 0,0 1 0 0,2-3 0 16,-2 5-8-16,0-5 20 0,0 3 4 16,3 0 0-16,-3-1 1 15,0-2-65-15,0 3-12 0,0 0-4 0,0-1 0 0,0-2 52 0,0 3 12 0,0-3 0 16,0 3 0-16,0-3 0 0,0 2 0 0,0-2 0 16,-3 3 0-16,3-3 22 15,-6 0 7-15,6 3 2 0,-3-1 0 0,-3-2-31 0,5 0 0 0,-5 0 0 0,0 0 0 16,6 0 0-16,-6 0 0 0,0 0 0 0,0 0 0 15,0 0 0-15,0 0 0 0,0 0 0 0,0 0 0 16,0 0 0-16,0 0 0 0,0 0 0 0,0 0 0 16,0 0 0-16,0 0 0 0,0-2 0 0,3-4 9 15,-3-2 5-15,0 3 1 0,3 0 0 0,-3-3 0 16,0 2 5-16,0-1 0 0,0-1 1 0,0 0 0 16,3-3-1-16,-3 3 0 0,0-2 0 0,0-1 0 15,3-2 16-15,-3-3 4 0,0 0 0 0,0 0 0 16,0-2-40-16,0-1 0 0,0-2 0 0,0 0-12 15,0 0 12-15,0 2 8 0,0-2-8 0,0 0 11 16,0 5 7-16,0-3 2 0,0 3 0 0,0 1 0 16,0-1-12-16,0 0-8 0,3 0 12 0,-3 3-12 15,0-3 10-15,3 3-10 0,0-3 8 0,-3 3-8 16,0-3 12-16,0 2-4 0,3-1 0 0,-3-1 0 16,0 2-8-16,0-1 12 0,0 1-12 0,0-2 12 15,-3 3 6-15,3 0 2 0,0 2 0 0,-3-2 0 16,3 3-20-16,-3-1-16 0,0 0 4 0,0 1 0 15,3-1 12-15,-3 3 16 0,3 0-3 0,-3 0-1 0,3 3-12 16,0-3 0-16,-3 3 0 0,3-3 0 16,0 3 0-16,0-3 0 0,0 2 0 0,-3 1 0 0,3 0 0 0,0 0 0 0,0-1 0 15,-3 1 0-15,3 0 0 0,0-1 0 0,-2 1 0 16,-1 0 0-16,3 0 8 0,-3-1-8 0,0 1 11 16,3 0-11-16,-3-3 0 0,0 2 0 0,0 1 0 0,0 0-12 15,-3-3 12-15,3 3 0 0,-3-3 0 0,0 0 0 16,3 2 25-16,-3-1 8 0,0-1 2 0,0 0 0 15,0 2-25-15,0-2-10 0,-3 0 8 0,3 1-8 16,0 1 8-16,-3-2-8 0,3 3 8 0,0 0-8 16,0-3 0-16,-2 2 8 0,5 4-8 0,-6-3 0 15,3 2 8-15,0-2-8 0,-3 2 0 0,0 0 8 16,-3 1-8-16,0 2 0 0,-3-3 0 0,0 0 0 16,0 1 0-16,-2 2 0 0,-4-3 8 0,0 3-8 15,3-3 0-15,-6 3 0 0,3 0 0 0,1 3 8 16,-1-3-8-16,3 3 0 0,0-3 0 0,0 0 0 15,3 0 0-15,0 2 0 0,0-2 9 0,1 0-9 16,-1 3 12-16,3-3-3 0,0 3 0 0,-3-3 0 16,0 0-9-16,3 2 0 0,-6-2 0 0,3 3 0 15,1-3 0-15,-4 0-12 0,0 3 2 0,0-3 1 16,0 2 9-16,3 1 0 0,-3 0 0 0,1-3 0 16,-1 2 0-16,0 1 0 0,0-1 0 0,3 4 0 15,-3-4 0-15,3 1 0 0,0 0 0 0,4 2 0 16,-4-2 0-16,0-1 0 0,3 4 0 0,-3-4 0 0,0 4 0 15,0-1 0-15,0-3 0 0,-3 4 0 0,1-1 0 16,-1 0 0-16,3 1 0 0,-3-1 8 0,0-2-8 16,0 2 0-16,-3 0 0 0,4 3 8 0,-1-5-8 0,3 2 0 0,0 0 0 15,0 1 0-15,3-1 0 0,-3 0 0 0,6-2 0 0,-3 2 0 16,4 0 0-16,-1 1 0 16,3-4 0-16,0 4 0 0,0-1-21 0,6-5 1 15,-3 5 0-15,3-5 0 16,-3 6-30-16,3-1-6 0,0-5 0 0,3 5-1 0,3-2-196 15,0-3-39-15</inkml:trace>
  <inkml:trace contextRef="#ctx0" brushRef="#br0" timeOffset="124754.086">19425 10179 922 0,'0'0'19'0,"0"0"5"0,0 0-24 0,0 0 0 0,0 0 0 0,0 0 0 16,3-5 79-16,-3 5 10 0,3-3 3 0,0-2 0 15,-3 5 3-15,3-3 1 0,-3 3 0 0,0 0 0 16,3-2 3-16,-3 2 1 0,0 0 0 0,0 0 0 16,0 0-19-16,0 0-3 0,0 0-1 0,0 0 0 15,0 0-10-15,0 0-3 0,0 0 0 0,0 0 0 16,3 5 0-16,-3 0 0 0,0 1 0 0,0 1 0 15,-3 1-51-15,3 3-13 0,-3 2 0 0,0 3 0 16,3 5 0-16,-3 0 0 0,0 3 0 0,3 5 0 16,-3-2 0-16,0-1 0 0,3 3 0 0,0 0 0 15,-3-2 0-15,3-1 0 0,0 1 0 0,3-3 0 16,-3 2 0-16,0-2 0 0,3 2 0 0,-3 1 0 16,3-3 0-16,0 2 0 0,-3 3 0 0,3-5 0 15,0 0 0-15,0 0 0 0,0-3 0 0,0 0 0 16,0-5 0-16,0 2 0 0,3-2 0 0,-3-2 0 15,2-4 13-15,-2 1 0 0,0-1 0 0,3-2 0 16,-3 0-13-16,0 0-18 0,3-3 4 0,0 1 1 16,-3-1 13-16,3-2 0 0,0-1 0 0,-3 4 0 15,3-6 48-15,0 2 13 0,3-2 3 0,0 3 0 16,-3-3-52-16,3 2-12 0,0-2 0 0,3 0 0 0,-4 3 0 0,4-3 0 16,0 0 0-16,0 3 0 0,3-3 0 0,-3 0 8 0,3 0-8 15,3 2 0-15,-3-2 0 0,0 0 0 16,-1 0 0-16,1 0 0 0,3 0 0 0,-3 0 0 0,0 0 0 0,3 0 0 15,0 0 0-15,-1 0 0 0,4 0 0 0,0 0 0 16,0 0 0-16,3 3 0 0,3-3 0 0,-1 3 0 16,-2-1 0-16,0-2 0 0,3 6 0 0,0-4 0 15,-4 1 0-15,1 0 0 0,-3-1 0 0,3 1 0 16,-3 0 0-16,0-1 0 0,2-2 0 0,1 3 0 16,0-1 0-16,-3 1 0 0,3 0 0 0,-1-3 0 15,-2 2 0-15,3 1 0 0,-3-3 0 0,0 3 0 16,0-1 0-16,-4-2 0 0,1 0 0 0,0 3 0 15,-3-3 0-15,0 0 0 0,-3-3 0 0,0 3 0 16,0 0 0-16,-3-2 0 0,0 2 0 0,-1-3 0 16,-2 0 0-16,3 1 0 0,-3 2 0 0,-3-6 0 15,3 6 0-15,-3-2 0 0,-3 2 0 0,0 0 0 16,3-3 0-16,-3 3 0 0,0 0 0 0,0 0 0 16,0-5 8-16,0 5-8 0,0 0 0 0,0-3 9 15,0 3-9-15,0-5 0 0,0 0-12 0,0 5 12 16,0-6 0-16,0 6 0 0,0-5 0 0,-3 2 0 15,3-2 0-15,-3 0 0 0,3 0 12 0,0-3-4 0,0 2-8 16,0-2-11-16,0 0 3 0,0 0 0 0,0 1 8 16,0-4 0-16,3 0 0 0,-3 1 0 0,0-1 0 0,0-2 0 0,3-3 0 15,-3 3 0-15,0-3 29 0,3-3 8 0,-3 1 2 16,0 2 0-16,3-2-25 16,-3-1-5-16,3 1-1 0,0 2 0 0,-3 0-8 0,3 0 0 15,0 0 0-15,0 3 0 0,0-3 16 16,0 5 0-16,0 1 1 0,0-3 0 0,0 5-17 0,0-3-11 15,0 0 2-15,0 3 0 0,0-2 9 16,-3-1 0-16,3 1 0 0,0 2 0 0,0-3 0 0,-3 1 11 0,3-1-3 16,-3 0 0-16,3 1-8 0,-3-1 0 0,3-2 0 0,-3-3 0 15,0 3 0-15,3 0 0 0,-3-3 0 0,0 0 0 16,3 0 0-16,-3 3 0 0,0 0 0 0,0-1 0 16,0 1 0-16,0 0 0 0,0 2 0 0,0-2 0 15,0 5 0-15,0-2 0 0,0-1 0 0,0 0 0 16,0 3 0-16,0 3 0 0,0-3 0 0,0 0 0 15,0 3 0-15,0-3 0 0,0 3 0 0,0 2 0 16,0-2 0-16,0 0 0 0,0-1 0 0,0-2 0 16,0 3 0-16,0 0 0 0,0-1 0 0,-3 1 0 15,3 0 0-15,0 2 0 0,-3-5 0 0,3 3 0 16,-3 0 0-16,3-1 0 0,0 1 0 0,-3 0 0 16,0 0 0-16,3-1 0 0,-3 4 0 0,3 2 0 15,-3-6 0-15,0 1 0 0,0 2 0 0,0-2 0 16,0 2 0-16,0-2 0 0,0 3 0 0,3 2 0 15,-6-6 0-15,3 4 0 0,-3-1 0 0,0 0 0 16,3 1 0-16,-3-1 0 0,0-2 0 0,-3 5 0 16,3-3 0-16,0 0 0 0,0 1 0 0,-3-4 0 0,-2 4 0 15,-1-1 0-15,0 1 0 0,0-1 0 0,-3 0 0 16,0 1 0-16,-3 2 0 0,0-3 0 16,-2 0 0-16,-1 3 0 0,0-2 0 0,-3 2 0 0,3 0 0 0,-3 2 0 0,4-2 0 15,-4 3 0-15,6-3 0 0,-3 3 0 16,0-3 0-16,3 2 0 0,3 1 0 0,-2 0 0 0,2-1 0 0,0 1 0 15,3-1 23-15,-6 1-1 0,3 2 0 0,0-2 0 16,-3 0-22-16,4-1 0 0,-4 1 0 0,0 0 0 16,0-1 0-16,0 1 0 0,0 0 0 0,0-3 0 15,-2 2-13-15,2 1-7 0,0-3-2 0,3 0 0 16,-3 3 35-16,3-3 7 0,3 0 2 0,-3 0 0 16,1 0-22-16,5 0 0 15,-3 0 0-15,3 0 0 0,0 0 0 0,0 0 0 0,0 0 0 16,0 0 0-16,0 0 0 0,0 0 0 0,3 0 0 0,-3 2 0 15,0-2 0-15,0 3 0 0,4-3 0 0,-4 0 0 16,3 0-18-16,-3 2-2 0,0 1 0 0,3-3 0 16,-3 3 20-16,0-3 0 0,3 0 0 0,-3 2 0 15,0 1-55-15,3-3-7 0,0 0-2 0,-3 0 0 16,3 0-102-16,0 0-21 0,-3-3-4 0</inkml:trace>
  <inkml:trace contextRef="#ctx0" brushRef="#br0" timeOffset="151968.196">12787 16014 1914 0,'0'0'54'0,"0"0"13"0,0 0-54 0,0 0-13 0,0 0 0 0,0 0 0 15,0 0 80-15,0 0 14 0,0 0 2 0,0 0 1 16,0 0-31-16,-3 5-6 0,0 5-2 0,0 1 0 16,0 5-20-16,3 0-4 0,-3 2-1 0,0 3 0 15,0 3-13-15,0 3-2 0,0-3-1 0,-3 10 0 16,0 3-9-16,0 5-8 0,0 3 12 0,-3 6-12 16,3-4 8-16,-2 1-8 0,2-1 0 0,0 4 0 15,0-4 0-15,0 4 0 0,0-1 0 0,0 3 0 16,3-8 12-16,0-3 0 0,0-2-1 0,0 0 0 15,0-6-60-15,0-2-12 0,0-1-3 0,0-1 0 16,3-1 38-16,-3-3 7 0,0-2 2 0,0 0 0 16,3-3-127-16,-3-5-24 0,0 0-6 15</inkml:trace>
  <inkml:trace contextRef="#ctx0" brushRef="#br0" timeOffset="152195.673">12552 16802 2038 0,'-3'-10'58'0,"0"2"12"0,0-3-56 16,3 3-14-16,3 0 0 0,0 3 0 0,-3-3 56 0,3 3 9 0,3-3 2 0,-3 2 0 15,6 1-7-15,-3 0 0 0,3-1-1 16,2 1 0-16,1 0-47 0,3-3-12 0,0 3 0 0,6-1 0 16,0-2 34-16,0 0 5 0,2 3 1 0,1-3 0 15,0-2-29-15,3 2-11 0,-3 0 8 0,-1 0-8 16,1 0 21-16,-3 0-1 0,0 3 0 0,0-3 0 31,0 2-221-31,-1 1-45 0,-2 3-9 0</inkml:trace>
  <inkml:trace contextRef="#ctx0" brushRef="#br0" timeOffset="152536.624">13132 16598 1516 0,'-6'6'64'0,"0"2"-52"15,-3-3 114-15,3 0 22 0,0 0 5 0,-2 1 1 16,2-1-58-16,-3 0-12 0,3 1-3 0,-3 2 0 15,3-1-34-15,0 1-7 0,0 0-2 0,0 3 0 16,0 0-30-16,3-1-8 0,0 3 0 0,0 1 0 16,3-1 0-16,0 0 0 0,3 3 0 0,0-3 0 15,0 0 0-15,6 1 0 0,-3-1 0 0,6 0 0 16,0-5 0-16,0 0 0 0,3-3 0 0,2-2 0 16,-2 0-15-16,3-6-1 0,0 0 0 0,3-2 0 15,-6-3 8-15,3-3 8 0,-4 1-13 0,1-1 5 16,0 1 8-16,-3-4 0 0,0 1 0 0,-3 3 0 15,0-1 15-15,-3-2 8 0,0 2 1 0,0 1 1 16,-3-1 31-16,-3 3 7 0,3-2 1 0,-6 2 0 0,3 0-4 16,-3 0 0-16,-3 0 0 0,0 2 0 0,0-1-16 0,-3 1-4 15,0-2-1-15,-3 6 0 16,0-4-21-16,0 4-4 0,-3-1-1 0,1 3 0 16,-4-3-13-16,0 3 0 0,-3 0 8 0,3 0-8 15,-3 3-28-15,3 0-9 0,1-1-2 0,2 4 0 16,0-4-131-16,3 4-26 0,3-4-6 0</inkml:trace>
  <inkml:trace contextRef="#ctx0" brushRef="#br0" timeOffset="152854.552">13665 16315 2462 0,'0'0'104'16,"-3"-2"-84"0,3 2 45-16,0 0 9 0,0 0 2 0,0 0 0 15,0 0-14-15,0 0-2 0,0 0-1 0,-6 0 0 16,6 0-20-16,-6 5-4 0,3 3-1 0,0 2 0 16,0 4-18-16,0 4-4 0,0 1-1 0,3 4 0 15,-3 1-11-15,0 5 0 0,3 1 0 0,-3 1 8 16,3 1-8-16,-3 0 0 0,3 0 0 0,0 5 0 15,0 2 0-15,0 4 0 0,0 4 0 0,0 1-11 16,0-6 0-16,0-2 0 0,0-3 0 0,3 0 0 16,-3 0-16-16,0-3-3 0,0 3-1 0,0-2 0 15,3-3-74-15,-3-3-15 0,0 0-4 0</inkml:trace>
  <inkml:trace contextRef="#ctx0" brushRef="#br0" timeOffset="153812.035">13528 16958 2245 0,'-9'-2'47'0,"3"-4"10"0,0 4-45 16,3-4-12-16,0 4 0 0,3 2 0 0,0 0 51 0,0 0 8 0,0-6 1 0,0 6 1 16,6-2-17-16,0-1-3 0,0-2-1 0,3 2 0 15,0 3-13-15,3-5-3 0,0 2-1 0,0 1 0 16,3-1-11-16,3-2-1 0,-4-1-1 0,4 1 0 15,0 0-10-15,-3-3 0 0,3 3 0 0,0-3 8 16,0 0 1-16,-1 2 0 0,4-2 0 0,-3 0 0 16,3 3-58-16,0-3-12 15,0 0-3-15,2 3 0 0,-2-3-100 0,3 3-21 0,0 2-4 16,-3-2-1-16,3 0 84 0,-4 2 17 0,1-2 3 0,0 2 1 16,-3 0-25-16,-3 1-5 15,0-4-1-15,0 4 0 0,-4 2 56 0,-2-3 10 0,3 0 2 16,-6 1 1-16,3 2 81 0,-3 0 16 0,0-3 3 0,-3 1 1 15,-3 2 54-15,3-3 10 0,-3 3 2 0,0 0 1 16,3-3 11-16,-3-2 3 0,0 0 0 0,-3 2 0 16,3-2-16-16,-3-1-3 0,3 1-1 0,-3 0 0 0,0 2-31 15,-3-2-5-15,3 2-2 0,-3 1 0 16,0-4-12-16,3 4-2 0,-6 2-1 0,0-3 0 0,1 3-17 16,-1 0-3-16,-3 0-1 0,-3 3 0 0,3-1-10 15,0 1-3-15,-3 2 0 0,0 1 0 16,3 1-15-16,0 1-3 0,1 0-1 0,-1 3 0 0,3 0-9 15,0 2 0-15,0 3 0 0,3-3 0 0,0 3 0 16,3 2-17-16,3-2 4 0,0 3 1 16,3-3-30-16,3-3-6 0,3 0 0 0,0 0-1 15,0-5-29-15,6-3-6 0,-4-2 0 0,4-3-1 16,3-3-27-16,0-2-4 0,0-3-2 0,0 0 0 16,-3-5 40-16,0 0 8 0,-4-3 2 0,4 0 0 0,-6-2 54 0,3 2 14 0,-3-3 0 0,0 3 0 15,-3 3 84-15,0-3 20 0,0 3 4 0,0 0 1 16,-6 2-21-16,3 1-4 0,-3 2 0 0,-3 0-1 15,3 0 0-15,-3 2 0 0,3 4 0 0,0 2 0 16,-3-6-31-16,3 6-5 0,-6-2-2 0,6 2 0 16,0 0-28-16,-3 2-5 0,-3 4-2 0,3 2 0 15,0 0-10-15,3 2 0 0,-3 1 0 0,3 2 0 16,3 0 0-16,-3 3-14 0,3 3 2 0,3-3 0 31,0-1-41-31,0 1-8 0,3 0-2 0,3-3 0 0,-3-2 51 0,3-3 12 0,2 0 0 0,1-5 0 16,0-1-68-16,0-4-12 0,0-4-1 0,3 1-1 15,-3-8 48-15,3-1 10 0,-4-1 1 0,4-4 1 16,-3 1 22-16,0-4-9 0,0-1 9 0,0-1 0 16,0 3 0-16,-3-3 20 0,0 3-2 0,-4-3-1 15,1-3 25-15,0 1 5 0,-3-3 1 0,0-3 0 16,-3 0 14-16,-3-5 3 0,3 0 1 0,-3 0 0 0,-3 3-17 0,3 2-3 16,-3 3-1-16,0 0 0 0,0 5-13 0,0 0-2 15,-3 0-1-15,0 3 0 0,0 5-1 0,0 0-1 16,1 6 0-16,-1 2 0 0,0 3-10 0,0 2-1 0,0 3-1 0,0 5 0 15,-3 3-7-15,3 3-8 0,-3 5 11 16,3 2-11-16,0 1 0 0,0 2 0 16,3 0 0-16,-3 8 0 0,3 0-8 0,3 6-3 0,0 2 0 15,0 5 0-15,3-5-4 0,0 3-1 0,0-1 0 0,3 1 0 16,0-5 6 0,0-4 1-16,0 4 0 0,3-4 0 0,-3-1-6 0,3-4-1 0,-3 0 0 0,3-2 0 15,-3-3-17-15,3-2-4 16,-4-3-1-16,1 0 0 0,0-6-70 15,0-2-15-15,0 0-2 0,0-5-1 0,-6-3-119 0,3-3-24 16</inkml:trace>
  <inkml:trace contextRef="#ctx0" brushRef="#br0" timeOffset="154256.051">15091 16635 1824 0,'-18'0'38'0,"18"0"8"0,-6 0-37 0,6 0-9 0,0 0 0 0,0 0 0 16,0 0 53-16,0 0 9 0,0 0 2 0,0 0 0 16,0 0 0-16,0 0 0 0,3 0 0 0,6 0 0 15,0-2 1-15,3 2 1 0,3 0 0 0,3-3 0 32,2 3-26-32,4-3-6 0,0 1-1 0,6 2 0 0,-3-3-8 0,-1 3-1 0,4-2-1 0,3 2 0 15,3 0-14-15,5 0-9 0,1 2 12 0,3-2-12 16,-4 0 20-16,4 0-2 0,-3 0-1 0,2 0 0 15,1 0-27-15,-1 0-6 0,-2 0 0 0,6 0-1 16,-10-2 33-16,4 2 6 0,-3-3 2 0,-3-2 0 16,-4 5-24-16,-5-3 8 0,-3 0-8 0,0 3 0 15,-6-2-24-15,-4-1-8 16,1 0-3-16,-3 1 0 0,-6-1-131 16,0 0-26-16,-3-2-6 0</inkml:trace>
  <inkml:trace contextRef="#ctx0" brushRef="#br0" timeOffset="155114.756">15409 16937 1580 0,'0'0'67'16,"-6"5"-54"-1,0-5 66-15,6 0 13 0,-6 3 2 0,6-3 1 0,-5 3-12 0,5-3-3 0,-6 2 0 0,6-2 0 16,-6 3-15 0,6-3-3-16,-3 5-1 0,3-5 0 15,0 0-33-15,-6 3-6 0,6-3-2 0,0 0 0 0,-6 5 12 0,0-2 3 16,6-3 0-16,-6 5 0 0,6-5-19 15,-6 3-4-15,6-3-1 0,-6 5 0 16,6-5-3-16,-6 3-8 0,0-1 12 0,6-2-4 0,-6 6-8 0,6-6 0 0,-6 2 0 0,0 4 8 16,6-6-8-16,-9 2 0 0,3 3 0 0,0-2 0 15,6-3 8-15,-6 3-8 0,0-1 0 0,0 1 8 16,1 2-8-16,-1-2 0 0,0 0 0 0,0-1 0 16,0 1 0-1,6-3 0-15,-6 3 0 0,0-1 0 0,6-2 0 0,-6 6 0 0,6-6 0 16,0 0 0-16,0 0 0 0,0 0 12 0,0 0-12 15,0 0 12-15,0 0-12 0,0 0 12 0,0 0-12 0,0 0 12 16,6 2-12-16,3 1 0 0,3-1 0 0,0 1 0 16,2-3 10-16,4 0 0 0,0 0 0 15,3-3 0-15,0 3-22 0,3 0-4 0,-1-2 0 0,7 2-1 16,-3-3 17-16,3 3 0 0,2-2 0 0,1-1 0 16,0 0 12-16,-3 3 5 0,2-2 2 0,-2-1 0 15,-3 3-31-15,3-3-5 0,-6 3-2 0,2 0 0 16,1 0 19-16,-3 3 0 0,3-3 0 0,-3 0 0 15,-4 0 14-15,4 0 6 0,-3 0 2 0,-3-3 0 16,0 3-22-16,-3 0 8 0,0-2-8 0,-4 2 0 16,1-3 0-16,-3 3 0 0,3-3-12 0,-6 3 4 15,3-5-36-15,-3 2-6 0,0 1-2 0</inkml:trace>
  <inkml:trace contextRef="#ctx0" brushRef="#br0" timeOffset="156680.632">17216 16178 1824 0,'0'0'38'0,"0"0"8"0,0 0-37 0,0 0-9 0,0 0 0 0,0 0 0 16,0 0 74-16,0 0 13 0,0 5 2 0,0 3 1 15,0-3-16-15,3 3-3 0,-3-3-1 0,0 6 0 16,0 0-19-16,3 2-4 0,-3 0-1 0,0 6 0 16,3 2-20-16,-3 3-4 0,0 2-1 0,3 3 0 15,-3 0-21-15,3 3 9 0,0 2-9 0,0-2 0 16,-3-3 8-16,3 0-8 0,0-2 0 0,0-1 0 16,-3-2 0-16,3 0 0 0,-3 0 0 0,0 2 0 15,3-2 0-15,-3 0 0 0,3-3 0 0,-3 0 0 16,3-2-29-16,-3-1-3 0,3-5-1 0,0 1 0 15,-3-4-79-15,0-2-16 0,3-3-4 0</inkml:trace>
  <inkml:trace contextRef="#ctx0" brushRef="#br0" timeOffset="156965.492">17460 16347 2245 0,'6'-19'47'0,"-3"1"10"0,0 2-45 0,0 0-12 0,0 3 0 0,-3 0 0 16,3 5 67-16,-3 0 11 0,0 0 2 0,0 3 1 15,0 5-13-15,0-6-4 0,0 6 0 0,0 0 0 16,0 0 0-16,0 0 0 0,0 0 0 0,0 0 0 16,0 0-8-16,0 0-3 0,0 0 0 0,0 6 0 15,0 4-37-15,0-2-7 0,0 3-1 0,0 2-8 16,3 3 9-16,-3 2-9 0,0 4 0 0,3 1 9 16,0 4-9-16,-3-1 0 0,3 6 0 0,0-3 0 15,-3 0 0-15,3-2 0 0,0-4 0 0,0 1 0 16,0-3 0-16,0-2 0 0,0 0 0 0,0-4 0 15,-3 4-46-15,3-6-14 0,-3 0-4 16,3 3 0-16,-3-3 52 0,0 1 12 0,3-4 0 0,-3 1 0 16,0-3-156-16,3 0-29 0,-3-3-6 0</inkml:trace>
  <inkml:trace contextRef="#ctx0" brushRef="#br0" timeOffset="157308.255">17779 16582 1796 0,'0'0'37'0,"0"0"10"0,0 0-38 15,0 0-9-15,0 0 0 0,0 0 0 0,6 0 59 0,0 0 9 0,3 0 3 0,-3-2 0 16,5-1-6-16,1 1-1 0,0-1 0 0,3 0 0 15,0-2 0-15,3 0 0 0,0-1 0 0,3 4 0 16,-1-4-21-16,1-2-5 0,0 3-1 0,0 0 0 16,0 0-12-16,0-3-2 0,-4 2-1 0,1 1 0 15,0 2-8-15,-3-2-2 0,-3 3 0 0,3-4 0 16,-3 4-3-16,-3 2-1 16,0-3 0-16,0 0 0 0,-1 3-18 0,-2 0-4 0,0 0-1 0,0 0 0 15,0 3 15-15,-3-3 0 0,-3 0 0 0,6 3 0 16,-3-3 0-16,-3 0 0 0,6 0 0 0,-6 0 0 15,6 2-57-15,-6-2-9 0,0 0-2 0</inkml:trace>
  <inkml:trace contextRef="#ctx0" brushRef="#br0" timeOffset="158079.202">18755 16358 2006 0,'-12'-6'42'0,"12"6"9"0,-3-5-41 0,3-3-10 0,-3 3 0 0,3-3 0 16,3 0 78-16,-3 0 14 0,3 0 2 0,3 0 1 15,0 0-18-15,0 3-3 0,3-3-1 0,0 0 0 16,3 3-21-16,3-3-4 0,0 0 0 0,-1 2-1 16,4 1-47-16,0 0 0 0,0 0 0 0,0 2-13 15,-3 0 48-15,0 1 9 0,0-1 3 0,-4 3 0 16,1 0-38-16,0 0-9 0,-3 0 0 0,0 3 0 15,0 2 0-15,-3 0 12 0,-3 1-12 0,0 1 12 16,-3 1-52-16,-3 3-11 0,0 2-1 0,-3 3-1 16,0 0 42-16,-6 3 11 0,3-1 0 0,-3 3 0 15,0 0-53-15,-2-2-9 0,-4 2-2 0,3 0 0 0,0-2 64 0,0-3 26 16,3 0-2-16,3-3 0 0,3-3-38 16,0-2-8-16,3 0-2 0,3-3 0 0,0-5 36 0,3 3 6 15,3 0 2-15,3-1 0 0,0-2-32 0,3-2-7 16,3 2-1-16,0-3 0 0,0 3 42 0,0-3 8 15,-1 3 2-15,1 0 0 0,0 0-24 0,-3 3-8 16,3-3 0-16,-3 5 9 0,0 1 16 0,-3-4 3 0,0 6 1 0,0 0 0 16,-3-2-29-16,-4 1 0 0,1 1 0 0,-3 0 0 15,0 0 0-15,-3 3 0 16,1-3 0-16,-7 5 0 0,3 0 0 0,-6 0 0 0,3 1 0 16,-3 2 0-16,0-1 35 0,-3 4 1 0,0-3 0 0,0 2 0 15,-3 1-23-15,1-1-4 0,-1 1-1 0,-3-1 0 16,0-2-8-16,0 0 0 0,3-3 0 0,-2 3 0 15,2-5-31-15,0 0-11 0,3-4-2 16,-3 1-1-16,6-2-67 0,-3-1-12 0,3-2-4 0</inkml:trace>
  <inkml:trace contextRef="#ctx0" brushRef="#br0" timeOffset="158448.245">19773 16524 2796 0,'0'0'80'0,"0"0"16"0,0 0-77 15,0 0-19-15,0 0 0 0,0 0 0 0,0 0 0 0,6-2 0 0,-3-4 0 0,3 4 0 16,3 2 0-16,-3-3-17 0,3 0 3 0,3 3 1 16,0-5 61-16,2 2 13 0,1 1 3 0,3-1 0 15,0 1-52-15,3-1-12 0,0-2 0 0,6 2 0 16,-4 0 0-16,1 1 0 0,3-1 0 0,-3 0 0 16,0 1 0-16,-4-1-10 0,1 3 2 0,-3 0 0 15,0 0-4-15,-3 0-1 0,-3 0 0 0,0 3 0 16,-3-3-43-16,-3 2-8 0,-1 1-1 15,-5-3-1-15,0 0-141 0,-3 5-28 0</inkml:trace>
  <inkml:trace contextRef="#ctx0" brushRef="#br0" timeOffset="158629.942">19788 16765 2176 0,'0'0'62'0,"0"0"13"16,0 0-60-16,0 0-15 0,0 0 0 0,0 0 0 15,9 0 48-15,-3-3 6 0,3 1 2 0,0-1 0 0,0-2-14 0,3 0-2 16,-1 2-1-16,4-2 0 16,0-1-39-16,3 1 0 0,0-3 0 0,3 3-12 15,3-3 35-15,-1 0 6 0,1 0 2 0,3 0 0 16,0 0-50-16,-3 0-9 0,2-2-3 0,4 2 0 16,-3-3 31-16,0 3 0 0,-1 0 0 0</inkml:trace>
  <inkml:trace contextRef="#ctx0" brushRef="#br0" timeOffset="159297.261">21241 16252 2394 0,'0'0'100'15,"-6"2"-80"1,0 1 12-16,0-3 3 0,6 0 0 0,-9 5 0 16,0-2-23-16,-3 5-4 0,-3-3 0 0,0 6-8 15,-3-1 0-15,0 4 0 0,-2 1 0 0,-1 4 0 16,0 2 26-16,3 3-2 0,0 0 0 0,-3 2 0 16,3-2-8-16,1 3-3 0,-1-4 0 0,3 1 0 15,0-3-40-15,3-2-8 0,3-1-1 0,0 4-1 16,3-7 29-16,3 4 8 0,3-3 0 0,3 0 0 15,3-3-48-15,0-3-4 0,6 1-2 0,0-3 0 16,0 0-10-16,3-5-3 0,3 2 0 0,0-5 0 16,-1 0 31-16,4-3 7 0,0 1 1 0,3-4 0 15,-3 1 18-15,0-3 10 0,2 0-10 0,-2 0 10 16,0 0 0-16,-3 3 8 0,-3-3 1 0,0 0 0 0,-6 3 27 16,-1-1 6-16,-2-1 1 0,-3 1 0 15,-6 1 29-15,0 0 5 0,-2-1 2 0,-4 1 0 16,-3 0 7-16,0 0 2 0,-6-1 0 0,0-2 0 15,-3 3-71-15,0-3-17 0,1 3 0 0,-1-6 0 0,-3 3 55 0,3-2 7 16,0-1 2-16,0 0 0 0,-2-2-52 0,-1-3-12 16,0 1 0-16,-3-4 0 0,0 0 54 0,1-2 8 0,2-3 2 0,0 1 0 15,0 2-52-15,6-1-12 0,3 1 0 0,1 0 0 32,2 2 0-32,3 1 0 0,3 2 0 0,3 0 0 0,0-2 0 0,6 2 0 0,0-3 0 0,3 1 0 15,6 2 0-15,-1-3 0 0,4 1 0 0,3-1 0 16,0 1 0-16,6 2 0 0,0 0 0 0,0 3 0 15,-1 0-10-15,1-1-5 0,0 6-1 0,-3 0 0 16,0 1 16-16,-3 1 0 0,-1 4 0 0,4-1 0 16,-6 3 12-16,3 3 3 0,-3-1 0 0,0 4 0 15,-3-1-15-15,-3 5 0 0,-1 1 0 0,1 0 0 16,-6 4-13-16,0 1-6 0,0 3-1 0,-3-3 0 16,-3 2 12-16,-3 1 8 0,0-3-12 0,-2 0 12 15,-1-1-28-15,-3-1 0 0,-3-1 1 0,3-3 0 16,-3 4-81-16,-3-4-17 0,3 1-3 0</inkml:trace>
</inkml:ink>
</file>

<file path=ppt/ink/ink3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2:58:37.04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11814 2019 1579 0,'-3'-21'32'0,"3"13"10"0,0 0-34 0,0 0-8 0,0 3 0 0,0-3 0 16,-3 5 104-16,3-5 20 0,0 8 3 0,0 0 1 15,0 0 0-15,0 0 0 0,0 0 0 0,0 0 0 16,0 0-52-16,0 0-9 0,0 0-3 0,0 0 0 16,-6 8-15-16,3-5-3 0,3 5-1 0,-3 2 0 15,3 1-21-15,-3 2-4 0,3 0 0 0,0 3-1 16,0 0 1-16,0 8 1 0,0 2 0 0,-3 3 0 15,3 0-33-15,3 3-8 0,-3 5 0 0,0 0-1 16,3-2 68-16,-3-4 13 0,3 1 4 0,0 8 0 16,-3-3-52-16,3 0-12 0,0 8 0 0,-3 0 0 15,3-3-17-15,0 3-7 0,0 0 0 0,0 0-1 16,0 0 40-16,0 6 8 0,-1-7 1 0,1 9 1 0,0-2-25 0,0-1 0 16,0-2 0-16,0 5 0 0,3 2 0 0,-3-5 0 0,0 11 0 15,3-3 0-15,-3-7 0 16,3 2 0-16,-3-6 0 0,3 9 0 0,-3-3 0 0,3 5 0 15,-3-5 0-15,3 5 0 0,-3-8 0 0,0 3 0 0,3-10 0 16,-3 10 0-16,0-8 0 16,0-3 0-16,-3 5 0 0,3 4 0 15,-3-12 0-15,0 4 0 0,0-4 0 0,-3 1 0 0,0-8 0 16,0-3 0-16,0-5 0 0,-3 2 0 0,3-7 0 0,0 2 0 0,0-3 0 0,0-2 0 16,0-2 0-16,0-4 0 0,0 3 0 0,0-10 0 15,3-3-18 1,0 0-9-16,-3-3-1 0,0-7-1 0,3-6-210 0,3-3-41 0</inkml:trace>
  <inkml:trace contextRef="#ctx0" brushRef="#br0" timeOffset="2203.279">11760 1958 1094 0,'0'0'23'0,"-6"0"5"16,6 0-28-16,0 0 0 0,0 0 0 0,0 0 0 15,0 0 112-15,0 0 16 0,0 0 4 0,0 0 1 16,0 0-49-16,0 0-11 0,0 0-1 0,0 0-1 15,0 0-19-15,0 0-4 0,0 0-1 0,0 0 0 16,0 0-12-16,6 0-3 0,0 0 0 0,3 0 0 16,3 0-5-16,0 0-2 0,6 0 0 0,-4 0 0 15,4 0-2-15,3 0-1 0,0 0 0 0,6 0 0 16,-3 0-6-16,2-5-2 0,4 5 0 0,0 0 0 16,-3-3-3-16,-1 3-1 0,4 0 0 0,0-5 0 0,3 5-10 15,2-3 0-15,7-2 9 0,-3 5-9 0,0-5 0 16,2 2 8-16,-2-2-8 0,6 2 0 0,-7 3 0 0,1-8 0 15,3 8 0-15,-1-8 8 0,1 8-8 16,0-5 8-16,2 0-8 0,-2 2 8 0,0-2-8 16,-4 2 0-16,-2 3 8 0,6-5-8 0,-4 2 0 0,4 3 9 15,3-5-9-15,-1 5 0 0,-2-3 11 0,0 3-11 0,-4-3 10 0,1 3-10 16,3 0 12-16,-1 0-4 0,1 0-8 0,3 0 12 16,-4 3 0-16,1-3-1 0,3 3 0 0,2-3 0 15,-5 5-11-15,3-2 0 0,-4 2 0 0,7-5 0 16,-3 3 0-16,2 2 8 0,4-2-8 0,-3 2 0 15,-4-5 12-15,1 5-4 0,-3-5 0 0,2 3 0 16,-2 2 4-16,2-2 0 0,1 2 0 0,3-5 0 16,-10 3-3-16,1 2 0 0,-3-5 0 0,0 0 0 15,-4 3-9-15,-2-3 12 0,3 0-12 0,-6 5 12 16,-1-5-4-16,1 0 0 0,-3 0 0 0,-3 0 0 16,-3 0 4-16,0 0 0 0,-4 0 0 0,1 0 0 15,-3 0 12-15,-3 0 2 0,0 0 1 0,-3 0 0 16,0 0-3-16,0 0-1 0,0 0 0 0,-6 0 0 15,0 0-7-15,0 0-2 0,3 0 0 0,-3 0 0 16,0 0 2-16,0 0 0 0,0 0 0 0,0 0 0 16,6 0-2-16,-6 0 0 0,0 0 0 0,0 0 0 15,3 0-5-15,-3 0-1 0,3 5 0 0,-3-5 0 16,0 0 0-16,6 0-8 0,-6 0 12 0,3 8-4 16,0-5-8-16,-3 2 0 0,3 3 9 0,-3-5-9 0,3 7 0 15,-3-7 9-15,0 2-9 0,3 3 0 0,-3 0 8 0,3-3-8 16,-3 3 0-16,3 0 0 0,-3 0 8 0,0 0-8 0,0 5 0 0,0-2 0 15,0 2 0-15,0 0 0 0,0 3 0 0,0 0 0 16,0 0 8-16,-3 5-8 0,3 0 0 0,0 0 0 16,0 1 0-16,-3-4 0 0,3 9 0 15,0-9 0-15,-3 3 0 16,3 0 0-16,0 1 0 0,0-1 0 0,0-5 0 16,3 5 0-16,-3-5 0 0,0 5 0 0,3 0 0 0,-3 3 0 0,3 5 0 0,0 0 0 15,-3 3 8-15,6 2-8 0,-3 3 0 0,-1 0 0 16,1-5 16-16,3 2-1 0,0-2 0 0,-3 5 0 15,3 0 2-15,0 6 1 0,-3 2 0 0,3-3 0 16,-3 3-6-16,3-8 0 0,-3 8-1 0,3-5 0 16,-3-1-3-16,0 1-8 0,0 2 12 0,0 6-4 15,0-6-8-15,-3 6 10 0,3 0-10 0,0-1 10 16,-3-7 1-16,3 0 0 0,-3-3 0 0,0 5 0 16,3 3-11-16,-3 0 0 0,0 5 0 0,0-5 0 15,3-2 20-15,-3-4 3 0,0-4 0 0,3 4 0 16,-3-2-37-16,0 3-7 0,3 2-2 0,-3 3 0 15,3-5 23-15,0 2 0 0,0-5 0 0,-3 3 0 16,3-5 20-16,0-6 9 0,-3 0 2 0,3 0 0 16,-3 5-31-16,0-5 0 0,3 8 0 0,-3-5 0 15,3 3 32-15,-3-6 1 0,3 5 0 0,0-5 0 16,-3-2-53-16,0-4-10 0,2-4-2 0,-2 2-1 0,0-5 53 16,0 0 10-16,0-3 2 0,0 0 1 15,0 1-52-15,-2-1-10 0,2-3-3 0,-3 4 0 16,3-4 32-16,-3 1 0 0,3-1 0 0,-3 1 0 0,0-3 0 15,3 5 0-15,-3-8 0 0,0 3 0 0,0-2 27 16,0 2 1-16,-3-3 1 0,3 0 0 0,-3-5-29 16,3 3 0-16,-3-1 0 0,0 1 0 0,0-3-9 0,0 0-8 0,-3 0-2 0,0-3 0 15,0 3 19-15,0-2 0 0,-3-1 0 0,-2-2 0 16,-1 0 0-16,0-1 0 0,-3 4 0 0,0-4 0 16,-3 1 0-16,-3 2 0 0,1-2 0 0,-4 5 0 15,3-8 0-15,-3 8 0 0,-3-2 0 0,1-1 0 16,2 0 0-16,-6 1 0 0,3-1 0 0,-2 0 0 15,-4 1 0-15,-3-1 0 0,-2-2 0 0,-1 5 0 16,3-3 0-16,0 3 0 0,4 0 0 0,-4 0 0 16,0 0 0-16,-2 0 0 0,-1-5 0 0,-3 2 0 15,4 3 0-15,-1 0 0 0,-3 0 0 0,4 8 0 16,-1-8 0-16,3 0 0 0,4 0 0 0,-7 0 0 16,3 0 0-16,-2 0 0 0,-1 0 0 0,0 0 0 15,6 0 0-15,1 3 0 0,5-1 0 0,-6 4 0 16,7-6 0-16,-1 2-8 0,3-2 8 0,-6 0 0 15,3 0 0-15,1 0 0 0,-1 0 0 0,0 0 0 16,0 0 0-16,4 3-8 0,-1 0 8 0,0-1 0 16,3 1 0-16,3 0 0 0,1-1 0 0,-1 1 0 15,3 2 0-15,-3-5 0 0,0 0 0 0,0 0 0 16,1 0 0-16,-1 0 0 0,0 0 0 0,0 0 0 16,0 0 0-16,-3 3 0 0,1-3 0 0,2 2 0 0,0-2 0 15,3 3-8-15,-3 0 8 0,3-1 0 0,0 1 0 16,4 0 0-16,2-1 0 0,-3 1 0 0,0 0 0 0,3-3 0 15,-3 0 0-15,3 2 0 0,-3-2 0 0,0 0 0 0,4 0 0 16,-4 3 0-16,0-3 0 0,0 0 0 0,0 0 0 0,0 0 0 16,0 0 0-16,0 0 0 0,3 0 0 0,-5 0 0 15,5 0 0-15,-3 5 0 16,0-5 0-16,0 0 0 0,3 0 0 0,-3 0 0 0,0 3 0 0,0-3 0 16,4 2 0-16,-1 1 0 0,-3 0 0 15,3-1 0-15,0-2 0 0,3 3 0 16,-3 0 0-16,3-1 0 0,-3-2 0 0,3 3 0 0,0-3 0 0,-2 3 0 15,2-3 0-15,0 0 0 0,0 2 0 0,0-2 0 16,3 0 0-16,-3 0 0 0,0 0 0 0,0 0 0 16,3-2 0-16,0 2-8 0,0 0 8 0,0-3 0 15,0 3 0-15,0-3 0 0,3 1 0 0,-3 2 0 16,6 0 0-16,-6-6 0 0,3 4 0 0,-2-1 0 16,2-2 0-16,0 2 0 0,0-2 0 0,0 2 0 15,0-2 0-15,0 0 0 0,0-1 0 0,0-2 0 16,0 3 0-16,0-3 0 0,0 3 0 0,0-3 0 15,0 0 0-15,0 0 0 0,0 0 0 0,0 0 0 16,0 0 0-16,3 3 0 0,-3-3 0 0,0 0 0 16,0 0 0-16,0 3 0 0,0-3 0 0,0 3 0 15,0-3 0-15,0 0 0 0,0 2 0 0,0-1 0 16,-3-1 0-16,3 2 0 0,0-2 0 0,0 0 0 16,0 0 0-16,0-2 8 0,0 2-8 0,0 0 0 15,0 3 0-15,0-8 0 0,0 2 0 0,0 0 0 16,3 1 0-16,0-3 0 0,0 2 0 0,0-2 0 0,3-1 0 0,0 4 0 15,0-3 0-15,0 2 0 0,0 0 0 16,3 4 0-16,0-7 0 0,-3 4 0 0,3 4 0 16,0-4 0-16,0 2 0 0,0-3 0 0,0 6 0 0,0-3 0 15,0 0 0-15,3 3 0 16,-3 0-28-16,0-1-1 0,3-2-1 0,-3-2 0 16,3 4-154-16,2-1-30 0,-2 1-6 0</inkml:trace>
  <inkml:trace contextRef="#ctx0" brushRef="#br0" timeOffset="3001.223">14999 2418 1151 0,'-9'0'48'15,"0"0"-38"1,-3 0 99-16,3 0 20 0,3 0 4 0,-3 0 1 15,0 0-6-15,3 0 0 0,-3 0-1 0,3 0 0 16,6 0-35-16,0 0-6 0,0 0-2 0,0 0 0 16,0 0-29-16,0 0-7 0,0 0 0 0,0 0-1 15,6 6-16-15,0-4-3 0,0 1-1 0,6 0 0 16,3 2 14-16,3-5 3 0,3 0 1 0,2 0 0 16,7 0-6-16,3 3-2 0,6-3 0 0,-1 0 0 15,1 0-5-15,3-3-2 0,-4 3 0 0,10 0 0 16,0-5-7-16,5 2-2 0,1 0 0 0,5 1 0 15,-5 2-5-15,-1-6 0 0,-2 4-1 0,6-3 0 16,-7 2-5-16,4 3-1 0,-4-5 0 0,4 2 0 0,-9 3-9 16,-4-5 12-16,-5-1-12 0,-3 4 12 15,-1 2-12-15,-2-6 0 0,0 4 0 0,-3-4 8 16,-3 4-8-16,-4 2 8 0,1-5-8 0,-6 5 8 0,-3 0-8 0,0-3 0 0,-3 3 0 16,-3-3 0-16,0 3-9 0,-6 0-7 0,0 0-2 0,0 0 0 31,0 0-63-31,0 0-13 0,-3-2-2 0,-3 2-1 15,0-6-113-15,0 4-22 0</inkml:trace>
  <inkml:trace contextRef="#ctx0" brushRef="#br0" timeOffset="3408.556">17145 1678 1824 0,'6'-14'76'15,"-3"6"-60"1,-3 0 64-16,0 1 14 0,-3-1 2 0,-3 2 1 16,0 4 6-16,-3-4 1 0,-3 1 0 0,0 2 0 15,-3 3-40-15,0-5-7 0,0 5-1 0,-3 5-1 16,4-5-44-16,-4 8-11 0,3-2 0 0,-3-4 0 0,3 6 0 15,-3 5 0-15,3-5 0 0,-2 8 0 0,5 5 24 0,-3 1 4 0,3 1 0 16,3 4 0 0,0 5-45-16,0-3-9 0,3 0-2 0,3 0 0 15,0 0 28-15,0 0 0 0,6-5 0 0,-3 0 0 0,3 5 46 16,0 0 14-16,3 0 4 0,-3 3 0 16,0 2-52-16,3-2-12 0,-3 2 0 0,0 3 0 0,0-7 0 0,0-1 0 15,-3 0 0-15,3-5 0 0,-3-3 0 16,0 0 0-16,0-3 0 0,0 1 0 0,-3-3 0 15,0 0 0-15,0 5 0 0,-3-8 0 0,0 3 0 0,0-3 0 0,-3 3 0 16,0-8 0 0,0 3-100-16,0-1-22 0,-3-2-5 0</inkml:trace>
  <inkml:trace contextRef="#ctx0" brushRef="#br0" timeOffset="3616.75">16621 2270 2269 0,'3'-21'64'0,"0"3"15"16,3 4-63-16,-3-2-16 0,3 1 0 0,3 1 0 16,0 6 85-16,-1 0 15 0,7-2 2 0,-3 7 1 15,6-2-63-15,-3 2-12 0,6 3-2 0,-3 3-1 16,3 2 31-16,-1-2 7 0,-2 2 1 0,3 0 0 16,-3 3-52-16,3 0-12 0,-3 0 0 0,2 6 0 15,-2-7 0-15,3 1 0 0,-3 0 0 0,6 6 0 16,0-4-209-16,-1 3-45 0</inkml:trace>
  <inkml:trace contextRef="#ctx0" brushRef="#br0" timeOffset="4185.85">14903 4316 1579 0,'3'2'32'0,"3"6"10"0,-3-3-34 0,3-2-8 15,0 5 0-15,0-5 0 0,3 2 156 0,0 0 28 0,0 1 7 0,3-1 1 16,3-2-103-16,0 2-20 0,5 0-4 0,4-2-1 31,3 2 12-31,3-5 1 0,2 0 1 0,4 3 0 0,0-3-22 0,3 2-5 0,-4-2-1 16,10 0 0-16,-3 0 11 0,8 0 3 16,1 0 0-16,5 0 0 0,-5 0-52 0,0 3-12 15,-4-3 0-15,10 0 0 0,-7 3 0 0,7-3 0 0,0 2 0 16,2 1 0-16,-11 0 0 0,-1-1 0 15,-5 1 0-15,-3-3 0 0,-1 5 0 0,-2-5 0 0,-3 0 0 16,0 0 0-16,-4 0 0 0,-2 0 0 0,-3 0 0 16,0 0 0-1,-3 0-100-15,-4 0-22 0,1-5-5 0</inkml:trace>
  <inkml:trace contextRef="#ctx0" brushRef="#br0" timeOffset="5226.274">17356 3998 1824 0,'-12'-10'38'0,"0"-6"8"0,0 5-37 0,-3 3-9 0,7-2 0 0,-4 2 0 16,-3 2 104-16,3-2 20 0,-3 3 3 0,0 2 1 15,0 1-52-15,-3-1-9 0,3 3-3 0,-2 3 0 16,2-1 0-16,0 1 0 0,0 2 0 0,-3 3 0 16,3 3-51-16,3-1-13 0,-3 1 0 0,3 5 0 15,1-3 0-15,2 3 0 0,0 3 0 0,0-1 0 16,3 3 0-16,0 3 0 0,3 0 0 0,-3 5 0 15,3 3 0-15,3-1 0 0,3 7 0 0,-3-1 0 16,3-3 0-16,0-5 0 0,3 3 0 0,-3 0 0 16,0-3 0-16,0-3 0 0,0 3 0 0,0 0 0 15,-3-5 0-15,-3 5 0 0,3 0 0 0,-6 0 0 16,3 1 0-16,-3-9 0 0,-3 5 0 0,0-5 0 16,-3-2-29-16,-3 5-9 0,0-11-2 0,-3 5 0 15,1-7-192-15,-4-3-38 0</inkml:trace>
  <inkml:trace contextRef="#ctx0" brushRef="#br0" timeOffset="5402.567">16734 4403 2066 0,'12'-8'43'0,"0"0"10"0,3 3-42 0,2 2-11 0,-2-7 0 0,3 4 0 16,-3 4 53-16,3-4 9 0,-3 4 2 0,3-1 0 15,-3 3-52-15,-1-5-12 0,1 5 0 0,0-3 0 16,0 3 0-16,0 3 0 0,0-3 0 0</inkml:trace>
  <inkml:trace contextRef="#ctx0" brushRef="#br0" timeOffset="5780.596">17201 4490 1579 0,'0'0'32'0,"0"0"10"16,0 0-34-16,0 0-8 0,0 0 0 0,0 0 0 15,6 0 142-15,0 0 26 0,0 0 6 0,3 0 1 16,-3-5-75-16,3 5-16 0,0-3-2 0,0-2-1 16,3 2-13-16,-3 1-4 0,3-4 0 0,-1 4 0 15,1-1 0-15,0 1 0 0,-3-4 0 0,0 6 0 16,3-5-15-16,-3 2-3 0,-3 3-1 0,3 0 0 0,-3 0-21 16,3 0-4-16,-3 0 0 0,-6 0-1 0,3 3-29 0,0 2-6 15,3 1 0-15,-6 1-1 0,0 1 27 0,-6 3 6 0,3-3 0 16,-3 5 1-1,-3 3-65-15,0 0-12 0,0 2-4 0,-3 4 0 0,0-1 52 16,0 3 12-16,-3-6 0 0,3 6 0 0,0-6 0 0,1 1-11 16,-1-1 11-16,3 1-10 0,0-6 10 0,3 0 0 0,0 1 0 15,3-4 0-15,3 1 0 0,0-6 0 0,3 3 0 16,0 0 0-16,6-3 0 0,0 1 0 0,0-1 10 16,3-2-10-16,-1-1 0 0,4-2 0 0,0 0 0 0,0 0 0 15,0 0 0-15,3 0 0 0,0-2 0 0,3 2 0 16,-4-3 0-16,4-2 0 0,0 2 0 0,3-2 0 15,0 2 0-15,-3-2 0 0,2-1 0 0,1 1 0 16,-3 0-148-16,3-3-35 0,-3 3-7 16</inkml:trace>
  <inkml:trace contextRef="#ctx0" brushRef="#br0" timeOffset="6842.088">9861 2403 1302 0,'-12'0'27'0,"-3"0"7"0,3 0-34 0,3 5 0 0,-3-5 0 0,3 0 0 16,1 0 93-16,-1 0 12 0,0 3 3 0,0-3 0 15,3 0-12-15,0 5-3 0,6-5 0 0,0 0 0 16,0 0-23-16,0 0-5 0,0 0-1 0,0 0 0 31,0 0-51-31,0 0-13 0,0 0 0 0,0 0 0 0,0 0 54 0,0 0 8 0,0 0 2 0,0 0 0 16,6 0-52-16,0 2-12 0,3-2 0 0,0 6 0 16,6-6 0-16,-1 0 0 0,4 0 0 0,0 0 0 15,3 0 14-15,3 0 0 16,0 0 0-16,2 0 0 0,-2 0-2 0,3 0 0 0,0 0 0 15,-3 2 0-15,2-2-2 0,-2 0-1 0,3-2 0 0,0 2 0 16,0 0 16-16,2 0 3 0,1 0 1 0,0-6 0 16,0 6-29-16,-1 6-21 0,1-6 3 0,0 0 1 15,-3 0 25-15,-4 0 6 0,4 0 1 0,-3 0 0 16,3 0-6-16,0 0-1 0,-1 0 0 0,4-6 0 16,0 6 3-16,0 0 0 0,3 0 0 0,-1 0 0 15,-2 6-1-15,0-6 0 0,-3 0 0 0,2 0 0 16,-2 0-10-16,-3 0 8 0,0-6-8 0,3 4 8 15,-1 2 20-15,1 0 4 0,0 0 1 0,3-5 0 16,-4 5-33-16,1 0-12 0,0-3 0 0,0 3 0 16,-3 0 12-16,-1 0 15 0,-2 0-3 0,3 0-1 15,-6 0-11-15,3-5 0 0,-3 2 0 0,3 3 0 16,-4-5 0-16,4-1 0 0,3 4 0 0,0 2 0 16,-3-6 28-16,2 6 0 0,4-2 0 0,-3 2 0 0,0-6-18 0,-3 6-10 15,0-2 12-15,-1 2-12 0,-2-5 31 16,0 5-1-16,-3-3 0 0,0 0 0 0,0 3-30 0,-3-2 0 15,0 2 0-15,-1-6 0 0,-2 6 0 0,0 0 0 0,0-2 0 16,0 2 0-16,-3 0 0 0,0 0 0 16,0 0 0-16,0-6 0 0,0 6 0 0,0 0-8 15,-3 0-1-15,3 0 0 16,-3 0-37-16,3 0-7 0,-3 0-2 0,3 0 0 16,-3 0 18-16,6 6 3 0,-3-6 1 0,0 0 0 15,-1 0-152-15,4 0-31 0,0 0-5 0</inkml:trace>
  <inkml:trace contextRef="#ctx0" brushRef="#br0" timeOffset="8373.093">9022 2138 1683 0,'0'0'71'0,"0"0"-57"16,0 0 107-16,0-3 22 0,0 3 4 0,0 0 1 15,0 0-3-15,0 0 0 0,0 0 0 0,-6 0 0 16,0 0-116-16,0 8-29 0,-3-5 0 16,0 7 0-16,0 6 57 0,0 0 6 15,-3 5 1-15,-3 3 0 16,3 3-52-16,0-4-12 0,-3 1 0 0,1 3 0 16,-1-3 0-16,-3-3 0 0,-3 0 0 0,0-3 0 0,0 4 0 0,1-7 0 15,-1 4 0-15,0-3 0 16,0 0-48-16,3 0-13 0,0 2-3 0,0-7 0 15,4 2-128-15,-1-8-27 0,3 3-5 0</inkml:trace>
  <inkml:trace contextRef="#ctx0" brushRef="#br0" timeOffset="8821.894">8602 2437 1792 0,'0'-11'51'0,"0"1"10"0,0 2-49 0,0-5-12 0,0 5 0 0,0-6 0 15,0 7 105-15,3 1 19 0,0-2 3 0,0 6 1 16,0-4-52-16,3 4-9 0,0 2-3 0,3 0 0 15,-3 0 0-15,2 0 0 0,4 0 0 0,-3 2 0 16,3 4-51-16,3 2-13 0,-3 0 0 0,3-1 0 16,0 1 54-16,0 0 8 0,0 3 2 0,2 0 0 15,-2-4-52-15,0 1-12 0,0 3 0 0,0-3 0 16,0 0 0-16,0 0 0 0,-3 0 0 0,2 0 0 16,1-3-48-16,-3-2-13 0,3 2-3 0,0-5 0 15,0 0 0-15,-3 0 0 0,3 0 0 0,-3 0 0 16,0-5 0-16,-1 2 0 0,-2-2 0 0,3 2 0 15,-3-2 0-15,-3-1 0 0,3 4 0 0,-3-6 0 16,-3 3 103-16,3 2 20 0,-3-2 4 0,-3 2 1 16,0-5 51-16,3 5 10 0,-3-5 3 0,0 6 0 15,0-6-52-15,0 3-9 0,0-3-3 0,0 2 0 0,0 6-51 0,0 0-13 16,0 0 0-16,0 0 0 0,0 0 54 0,0 0 8 0,0 0 2 16,0 0 0-16,0 0 0 0,0 0 0 0,0 0 0 0,0 11 0 15,0-8-64-15,3 5 0 0,0-1-9 0,-3 1 0 16,3 3 9-16,-3 5 0 0,0-6 0 0,0 9 0 15,0-3 0-15,0 5 11 0,-3 0-3 0,3 6 0 16,-3-1-8-16,3-2-9 0,-3 2 9 0,0 1-13 31,3-1-11-31,-3-5-1 0,3-5-1 0,0 5 0 16,-3-5-122-16,3 6-24 0,0-7-4 0</inkml:trace>
  <inkml:trace contextRef="#ctx0" brushRef="#br0" timeOffset="9861.706">9807 3125 1337 0,'0'0'28'0,"0"0"6"0,0 0-34 15,0 0 0-15,0 0 0 0,0 0 0 16,0 0 109-16,0 0 15 0,0 0 4 0,0 0 0 0,0 0-24 16,0 0-4-16,0 0 0 0,0 0-1 0,0 0-56 0,0 0-11 0,0 0-3 0,0 0 0 15,0 0 28-15,0 0 6 16,6 0 1-16,3 0 0 0,0 0 0 0,0 0 0 0,3 0 0 0,0 0 0 16,3 0-64-16,3 0-16 0,0 0-2 0,-1-5 0 15,4 5 27-15,-3 0 6 0,3-3 1 16,3 3 0-16,-6 0-16 0,2 0 0 15,-2 0 8-15,3-5-8 0,0 5 0 0,0 0 0 0,0-3 0 16,2 3 0-16,1 0 0 0,0-5 0 0,0 5 0 16,3-3 0-16,-4 0 0 15,4 1 0-15,-3-1 0 0,0 3 0 0,0-2 0 0,-3 2 0 0,2-3 0 0,-2 3 0 16,0 0 0-16,3 0 0 0,-3 0 0 0,2 0 0 16,4-5 0-16,0 5 0 0,0 0 0 0,3 0 0 15,-4 0 27-15,4-3 2 0,0 3 1 0,0 0 0 16,-3 0-30-16,-4 0 0 0,4 0 0 0,-3 0 0 15,3 0 0-15,-1 3 0 0,1-3 8 0,0 0-8 16,0 5 0-16,0-5 8 0,2 0-8 0,-2 0 0 16,0 0 14-16,-3 0-3 0,3 0-1 0,-4 0 0 15,-2 0 1-15,0-5 0 0,0 5 0 0,0 0 0 16,-3-3 0-16,-1 3 0 0,4 0 0 0,-3 0 0 16,3-5-11-16,0 5 0 0,3-3 0 0,-4-2 0 15,1 2 16-15,3 0 7 0,-3 1 1 0,0 2 1 16,-3-6-12-16,0 4-2 0,-1 2-1 0,1-5 0 15,-3 5-10-15,0-3 12 0,-3 3-12 0,3 0 12 0,-3-5-12 0,0 5 0 16,0-3 9-16,-1 3-9 16,-2 0 0-16,3 0 9 0,-3 0-9 0,0 0 0 15,0 0 0-15,0 0 0 0,0 0 0 0,0 0 0 0,3 0 0 16,-3 0-11-16,3 0 11 0,0 0-13 16,-4 0-20-16,4 0-4 0,0 0-1 0,0 0 0 15,0 3-21-15,-3-3-4 0,3 0-1 0,0 5 0 16,0-5-113-16,-3 0-23 0,0 3-5 0</inkml:trace>
  <inkml:trace contextRef="#ctx0" brushRef="#br0" timeOffset="10626.209">9894 3789 1272 0,'-9'3'26'0,"0"-1"7"0,0 1-33 0,3 0 0 0,0-1 0 0,6-2 0 16,-6 8 72-16,6-8 7 0,0 0 1 0,0 0 1 15,0 0-13-15,0 0-4 0,0 0 0 0,0 0 0 16,0 0 0-16,0 0 0 0,0 0 0 0,0 0 0 16,6 0 10-1,0 3 2-15,3 2 0 0,0-5 0 0,0 3-27 0,3 2-5 0,0-5 0 0,-1 0-1 16,4 0-13-16,3 3-2 0,-3-3-1 0,3 2 0 16,3-2 15-16,-3 3 3 0,-1 0 1 0,4-3 0 15,0 0-37-15,0 0-9 0,3 0 0 0,3 0 0 16,-1 0 0-16,1 0 0 0,6 0 0 0,0 0 0 15,-4 0 0-15,4 0 12 0,-3 0-12 0,3 0 12 16,-4 0-12-16,-2 0 0 0,0 0-12 0,3 0 12 16,3-3 44-16,-1 3 16 0,4-3 3 0,3 3 1 15,-4 0-52-15,1 0-12 0,3 0 0 0,-3 0 0 16,-1 0 0-16,-2-2 0 0,0 2 0 0,2-3 0 16,-2 3 0-16,3 0 0 0,3-5 0 0,-1 2 0 15,-5 3 0-15,0 0 0 0,-3 0 0 0,2 0 0 16,-5-5 0-16,0 5 0 0,0-3 0 0,-1 3 0 0,-2 0 0 15,3-5 0-15,0 2 0 0,0 1 0 16,-1 2 0-16,-2-3 0 0,3 3 0 0,-3-3 0 0,0 3 0 16,-3 0 0-16,-4 0 0 0,4 0 0 15,-3 0 54-15,-3-2 8 0,3 2 2 0,-3 0 0 0,-3-3-64 16,2 3-21-16,-2 0 0 0,0 0 0 16,0 0 21-16,0-5 0 0,0 5 0 0,-3-3 0 15,0 3 0-15,0 0 0 0,-3 0 0 0,3 0-11 16,-3 0-24-16,0 0-5 0,0 0 0 0,0 0-1 15,-4 0-121-15,-2 0-24 0,6 3-5 0</inkml:trace>
  <inkml:trace contextRef="#ctx0" brushRef="#br0" timeOffset="11441.723">10069 4750 1314 0,'-9'2'37'0,"-3"1"8"0,1 0-36 16,2 2-9-16,-3-5 0 0,0 2 0 0,0-2 104 0,3 6 20 0,-3-6 3 0,3 2 1 16,0 1-52-16,0 2-9 0,3-2-3 15,0 0 0-15,3-1-51 0,3-2-13 0,-6 3 0 0,6-3 0 16,-3 8 54-16,3-8 8 0,0 0 2 0,0 0 0 16,0 2-52-16,0-2-12 0,0 6 0 0,6-1 0 15,-3-2 54-15,3-1 8 0,3 1 2 0,0-3 0 16,0 3-52-16,3-1-12 0,0-2 0 0,0 3 0 15,3-3 54-15,0 3 8 0,2-3 2 0,-2 0 0 16,0 0-52-16,3-3-12 0,-3 3 0 0,3 0 0 16,3-3 0-16,0 3 0 0,2-2 0 0,1 2 0 15,0-3 0-15,3 3 0 0,0 0 0 0,2 0 0 16,-2-3 0-16,0 3 0 0,0 0 0 0,2 0 0 16,-5 0 30-16,0 0 3 0,0-2 1 0,0 2 0 15,2 0-3-15,1 0-1 0,3 0 0 0,3 0 0 16,-3 0-30-16,2 2 0 0,1-2 0 0,0 0 0 15,-3 3 0-15,-1-3 0 0,4 0 0 0,-3 0 0 16,3 0 0-16,-1 0 0 0,4 0 0 0,0 0 0 16,-1 0 0-16,1 0 0 0,0 0 0 0,0 0 0 15,-4 0 0-15,1 0 0 0,-3 0 0 0,0 0 0 16,-1-3 0-16,4 3 0 0,0-2 0 0,-3-1 0 0,-1 3 57 16,1 0 6-16,0-3 1 0,0 1 0 15,-6-1-52-15,-1 3-12 0,1-3 0 0,-3 1 0 0,-3 2 0 0,0 0 0 0,-3-5 0 16,-1 2 0-16,-2 0 0 0,0 3 0 0,0-2 0 15,-3-1 0-15,0 0 0 0,0 3 0 0,-3 0 0 0,0-2 0 16,0 2 0-16,-6 0 0 0,3-3 0 0,-3 3 0 31,0 0-100-31,0 0-22 0,0 0-5 0,0 0-1 16,-6-3-102-16,-6 3-21 0</inkml:trace>
  <inkml:trace contextRef="#ctx0" brushRef="#br0" timeOffset="11932.165">9182 4490 2002 0,'0'0'84'16,"0"0"-67"-16,0 0 51 15,0 0 11-15,-3-5 1 0,3 5 1 0,-6-3 17 0,0 3 3 0,0 0 1 0,-2 0 0 16,2 3-61-16,-3 2-12 0,0-2-2 0,0 5-1 16,-3 0-26-16,0 5 0 0,-3 0 0 0,0 8 0 15,-3-2 0-15,0 5 0 0,-2 7 0 0,2-1 0 16,-3-7 0-16,3 4 0 0,0-1 0 0,-3 1 0 15,4-6 0-15,-4 0 0 0,3 0 0 0,-6-2 0 16,6-3 0-16,-3 0 0 0,0-6 0 0,1 3 0 16,2-2-46-16,-3 0-14 15,3-4-4-15,0-1 0 0,3-1-153 16,3-5-31-16</inkml:trace>
  <inkml:trace contextRef="#ctx0" brushRef="#br0" timeOffset="12180.375">8727 4596 2030 0,'0'-24'57'0,"3"3"14"16,-3 3-57-16,3 4-14 0,-3-2 0 0,3 6 0 16,0 2 92-16,0 0 15 0,-3 3 3 0,3 2 1 15,0 0-39-15,3 3-7 0,0 0-1 0,0 3-1 16,0 0-36-16,2 2-7 0,1 3-2 0,0 0 0 0,0 2 32 16,0 6 6-16,3-2 2 0,0 4 0 15,0 1-26-15,-3 4-6 0,3-1-1 0,0 4 0 16,0-2-13-16,-1 2-2 0,1-2-1 0,3 0 0 15,0 0-29-15,0-8-7 0,0 5-1 0,3-5 0 0,-3 0 28 0,-1-1 0 0,1-4 0 16,0 5 0-16,-3-3 0 0,0-2 0 0,0 2 0 16,0-2 0-1,0-1-228-15,0 1-40 0</inkml:trace>
  <inkml:trace contextRef="#ctx0" brushRef="#br0" timeOffset="12560.71">9358 4771 2066 0,'0'0'43'0,"3"-6"10"0,-3 6-42 0,0-2-11 0,0 2 0 0,0 0 0 15,0 0 116-15,0 0 22 0,3 0 4 0,-3 0 1 16,0 0-75-16,0 0-16 0,0 0-2 0,0 0-1 16,0 0-8-16,0 0-1 0,0 0-1 0,-3 2 0 15,-3 4-27-15,0-1-4 0,0 3-8 0,0 0 11 16,-3 0-11-16,3 2 0 0,-3-2 0 0,0 0 8 15,0 3-8-15,-3-3 0 0,4 0 0 0,-1 0 0 16,-3 0 0-16,3 0 0 0,0-3 0 0,3 3 0 16,0-3 0-16,0 0 0 0,3 6 0 0,0-8 0 15,3 2 0-15,3 0-11 0,-3 0 11 0,6 1-8 16,-3-1 8-16,6 0-8 0,-3-2 8 0,3 2-8 16,3-2 8-16,-3 0 0 0,3-1-9 0,-1-2 9 0,1 0 0 15,0 0 0-15,0-2 0 0,0 2 0 0,3-6 22 16,0 4 6-16,0-1 0 0,-3-2 1 0,2 2-29 15,1-2 0-15,-3 2 0 0,3-2 0 16,-3 2-45-16,-3 1-15 0,3-1-4 0,0 0 0 0,-3 1 52 0,0-1 12 0,-3-2 0 16,3 2 0-1,-4 0-221-15,1-2-42 0,0 2-8 0</inkml:trace>
  <inkml:trace contextRef="#ctx0" brushRef="#br0" timeOffset="12817.768">9483 4736 2066 0,'-12'0'43'0,"3"-2"10"0,0 2-42 0,0 0-11 0,3-6 0 0,0 6 0 16,6 0 136-16,-6 0 24 0,6 0 6 0,0 0 1 15,0 0-63-15,-3 6-12 0,0-1-2 0,3 0-1 16,0 3-50-16,3 3-11 0,0-3-1 0,0 0-1 16,3 2 10-16,-3 1 1 0,3-1 1 0,0 1 0 15,0 5-4-15,0-6-1 0,0 4 0 0,0 2 0 16,0 2-12-16,-3 3-2 0,3 3-1 0,-3 3 0 15,0-1-5-15,0 3-1 0,0 3 0 0,-3-3 0 16,3-3-12-16,-3 1 0 0,3-3 0 0,-3 0 0 16,0-6-10-16,3 1-5 0,-3-1-1 0,0 1 0 15,3-9-76-15,-3 6-15 0,3-3-3 0</inkml:trace>
  <inkml:trace contextRef="#ctx0" brushRef="#br0" timeOffset="13749.673">12602 2268 2066 0,'-6'-14'43'0,"6"14"10"16,0 0-42-16,0 0-11 0,0 0 0 0,0 0 0 0,0 0 104 0,0 0 20 0,0 0 3 0,0 0 1 15,0 0-52-15,-6 6-9 16,4 2-3-16,-1 2 0 0,0 3 0 0,0 3 0 0,-3 0 0 0,3 3 0 16,0-1-51-16,-3 1-13 0,3-3 0 15,0 5 0-15,0-8 0 0,3 11 0 0,-3-3 0 0,3-2 0 16,0-1 0-16,0 3 0 0,3 3 0 0,0-3 0 15,0-2 0-15,3-1 0 0,3 6 0 0,-3-8 0 32,5-3-49-32,-2 0-13 0,3-2-2 0,0 2-1 0,0-10 1 0,3 2 1 0,-3 0 0 15,3-5 0-15,-3-5 51 0,0 3 12 0,3-4 0 16,-4 6 0-16,-2-8 48 0,3 0 13 0,-3 0 3 0,0 0 0 16,-3-2-52-16,0-1-12 0,0 1 0 0,-3-1 0 15,0-2 54-15,0 0 8 0,0 2 2 0,-3-2 0 16,3 2 0-16,-3 6 0 0,0-3 0 0,3 0 0 15,-3 0-52-15,0 3-12 0,0 5 0 0,0 0 0 16,0 0 0-16,0 0 0 0,0 0 0 0,0 0 0 16,0 5 0-16,0 3 0 0,0 3 0 0,3-3 0 15,-3 5 0-15,3 0 0 0,3-5 0 0,-3 5 0 16,3-2 0-16,0 2 0 0,3 0 0 0,-3-5 0 16,2 0 0-16,4 0 0 0,0 0 0 0,-3-3 0 15,0 3 0-15,3-5 0 0,-3-3 0 0,0 5 0 16,0-5 0-16,0 0 0 0,0 0 0 0,-3 0 0 15,3 0 0-15,-1-5 0 0,-2 2 0 0,-3-2 0 16,3 2 0-16,-3-2 0 0,0-3 0 0,-3 3 0 0,0-3 54 0,0-3 8 16,-3 1 2-16,0-1 0 0,0 3-52 0,-3-8-12 0,3 6 0 0,-5-1 0 15,2 3 0-15,-3-2 0 0,3 2 0 16,-3 0 0-16,0 5 0 0,-3-5 0 0,3 0 0 0,0 3 0 31,-3 5-48-31,3-5-13 0,0 2-3 0,3 3 0 0,-3 0-51 16,9 0-10-16,0 0-3 0,0 0 0 15,0 0-153-15,0 8-31 0</inkml:trace>
  <inkml:trace contextRef="#ctx0" brushRef="#br0" timeOffset="14350.794">13097 2638 1337 0,'11'3'56'16,"4"-3"-44"-1,-3-3 133-15,3 3 27 0,0 0 6 0,0-5 1 16,0 2-82-16,3-2-16 0,-4-3-3 0,1 5-1 15,3-7 19-15,-3 2 4 0,0-3 1 0,0 3 0 16,-3-2-59-16,0-1-12 0,0 3-2 0,-3-5-1 16,-1 5 29-16,-2-5 7 0,0 5 1 0,0 0 0 15,-3 0 0-15,0 3 0 0,-3-3 0 0,0 5 0 16,-3-2-52-16,0-1-12 0,-3 4 0 0,0 2 0 16,0-6 0-16,1 6 0 0,-4-2 0 0,3 2 0 15,-3 2 0-15,3-2 0 0,-3 6 0 0,0-6 0 0,0 5 0 16,3 3 0-16,-3-5 0 0,3 5 0 15,0 0 0-15,3 2 0 0,0 1 0 0,3 2 0 0,0 0 0 0,3 3 0 16,0 5 0-16,0-5 0 0,3 0 0 0,0 5 0 16,0 0 0-16,3-5 0 0,-3 5 0 15,0-5 0-15,3 0 0 0,-3 5 0 0,0-8 0 16,0 3 0-16,0-2 0 0,0 1 0 0,-3-4 0 0,-1447 0 0 16,2890-1 0-16,-1446-2 0 0,0 3 0 0,-2-1 0 15,-1-2 0-15,0 0 0 0,-3 0 0 0,-3 3 0 16,0-3 0-16,0-6 0 15,-3 4-48-15,3-4-13 0,-6 4-3 0,3-6 0 0,0 0 52 0,3 0 12 0,-3-6 0 0,4 4 0 16,-1 2 0-16,0-8 0 0,3 2 0 0,0-2 0 16,6 0 0-16,0 1 0 0,0-1 0 0,6 0 0 15,0-6 0-15,0 1 0 0,3 0 0 0,2 2 0 16,1-4 0-16,0-4 0 0,3 3 0 0,-3 0 0 16,3-5 0-16,0 5 0 0,0 0 0 0,-3-2 0 15,2 2 0-15,1 0 0 0,3 3 0 0,-3 2 0 16,3-2 28-16,-3 5 9 0,3 0 2 0,-3 0 0 15,-1 8-20-15,1-5-4 0,0 2-1 0,-3 6 0 16,0 2-3-16,0-2-1 0,-3 5 0 0,0 0 0 16,0 2-10-16,0 6 0 0,-3-5 0 0,0 2 0 15,3 0 0-15,-7 0 0 0,4 3 0 0,-3 0 0 16,-3-3 0-16,3-2 0 0,-3 2 0 0,0-5 0 16,0 5 0-16,-3-5 0 0,0 0 0 0,0-2 0 15,0 2-46-15,1-6-14 0,2-2-4 0</inkml:trace>
  <inkml:trace contextRef="#ctx0" brushRef="#br0" timeOffset="14516.07">13736 2437 2343 0,'-5'-11'48'0,"2"3"13"0,0 1-49 15,0-1-12-15,0 0 0 0,3 0 0 0,-3 2 84 0,3 4 15 0,0 2 2 0,0 0 1 16,0-6-73-16,0 6-14 0,3-2-3 0,0 2-1 31,-3 0-42-31,6 0-8 0,0 0-1 0</inkml:trace>
  <inkml:trace contextRef="#ctx0" brushRef="#br0" timeOffset="14795.039">13945 2511 2310 0,'0'0'48'0,"0"0"11"0,0 0-47 0,0 0-12 0,0 0 0 0,0 0 0 15,0 0 104-15,-6 3 20 0,6-3 3 0,-9 5 1 16,0-5-52-16,0 3-9 0,0 2-3 0,-3 3 0 16,0 0 6-16,-3 5 1 0,4-5 0 0,-4 5 0 15,3 3-43-15,0-5-9 0,0 7-2 0,0-2 0 16,6-3-1-16,0 3-1 0,0-3 0 0,3 3 0 16,3-5-7-16,0 2-8 0,3 0 11 0,0-5-11 15,3 5 16-15,3-5-3 0,0 0-1 0,3 0 0 16,3-2 2-16,0 2 0 0,3-6 0 0,-1 3 0 15,1-2-6-15,0 2 0 0,3-2-8 0,0 0 12 16,0-1-74-16,-4 1-15 0,4 0-3 0,-3-3-1 16,0-3-138-16,-3 3-27 0</inkml:trace>
  <inkml:trace contextRef="#ctx0" brushRef="#br0" timeOffset="15541.758">12608 3810 1579 0,'0'0'32'0,"0"0"10"0,3 0-34 0,3 0-8 0,0 0 0 16,-3 0 0-1,3 0 104-15,0 0 20 0,-3-8 3 0,3 6 1 0,-3-4 0 0,3 4 0 0,-3-1 0 0,0-5 0 16,0 3-52-16,-3 0-9 0,3-1-3 0,-3 1 0 16,0 5 0-16,-3-5 0 0,0 2 0 0,0-2 0 15,-3 5-51-15,-3-3-13 0,3 3 0 0,-3 0 0 16,-3 3 32-16,3 2 3 0,-3 0 1 0,1 3 0 15,-1 3-27-15,3 2-9 0,-3-5 0 0,0 8 9 16,3-3-9-16,0 3 0 16,3 0 0-16,0 0 0 0,3 2 20 15,0-2 4-15,3 0 2 0,0 0 0 16,3 2-72-16,3-7-14 0,0 8-4 0,3-12 0 0,3 4 52 0,0-3 12 0,3-3 0 0,3 1 0 31,2-4-54-31,4-2-8 0,3-2-2 0,0 2 0 0,0-11 52 0,-4 6 12 0,4-6 0 0,-3 3 0 16,-3-2-10-16,-3-1 1 0,-3 3 0 0,-1-3 0 15,-2 1 43-15,-3-1 9 0,-3 3 1 0,0-5 1 16,-3 3 13-16,0 4 2 0,-3-7 1 0,0 2 0 16,0 6-11-16,0-8-2 0,-3 5-1 0,3 0 0 15,-3 0-13-15,0 3-2 0,3 2-1 0,0 3 0 16,0 0-14-16,0 0-2 0,0 0-1 0,0 0 0 16,0 0-14-16,0 0 0 0,-3 8 0 0,3 0 0 15,0 5 0-15,0 3 0 0,0-5 0 0,3 7 0 16,-3-5 0-16,3 3 0 0,-3-2 0 0,3 1 0 15,-3 1 0-15,3-5 0 0,0 2-10 0,3-2 10 16,-3-3-40-16,0 0-4 0,3 0 0 0,-3 0 0 16,3-6-128-16,0-2-25 0,0 0-6 0</inkml:trace>
  <inkml:trace contextRef="#ctx0" brushRef="#br0" timeOffset="15663.737">13025 3755 1579 0,'-9'-16'32'0,"0"0"10"0,0 0-34 15,3-2-8-15,0 2 0 0,0 0 0 0,0 3 0 0,3-3 0 0,-2 0 0 16,2 3 0-16,0 2 0 0,3 0 0 0,0 3 0 0</inkml:trace>
  <inkml:trace contextRef="#ctx0" brushRef="#br0" timeOffset="16017.099">13007 3789 1824 0,'0'0'38'0,"0"0"8"16,3 0-37-16,3 3-9 0,0-1 0 0,-3-2 0 16,3 0 156-16,3 3 28 0,-3-3 7 0,3 0 1 15,0 3-103-15,3-3-20 0,-3 2-4 0,3 1-1 16,-1 2-51-16,-2-2-13 0,3 2 0 0,0 3 0 16,0-5 0-16,0 5 0 0,-3 2 0 0,3 1 0 15,-3-1 0-15,-3 6 0 0,3-5 0 0,-3-1 0 16,0 6 0-16,-1-5 0 0,1 0 0 0,-3 4 0 15,0-7 0-15,0 3 0 0,-3 0 0 0,3-1 0 16,-3-2 0-16,-3-3 0 0,3 1 0 0,0-6 0 16,0 0 0-16,-3 8 0 0,3-8 0 0,0 0 0 15,0 0 54-15,0 0 8 0,-6 2 2 0,6-2 0 16,0 0-52-16,0 0-12 0,-3-2 0 0,0-9 0 0,1 6 54 0,2-3 8 16,2 2 2-16,1-1 0 0,0-7-52 0,3 6-12 0,0-5 0 15,0 0 0-15,3-3 0 0,0 0 0 0,0 0 0 16,3-2 0-16,0 2 0 0,0 0 0 15,0 0 0-15,0 0 0 16,0 3-168-16,2 0-36 0,-2 0-7 0</inkml:trace>
  <inkml:trace contextRef="#ctx0" brushRef="#br0" timeOffset="16955.059">13606 3810 1552 0,'2'0'44'0,"1"8"10"0,0-8-43 0,-3 0-11 0,6 3 0 16,-3 2 0-16,0-5 104 0,3 3 20 0,0-3 3 0,-3 0 1 16,3 0-34-16,-3 0-6 0,3-3-2 0,-3 3 0 15,0 0 16-15,3-5 3 0,-3 2 1 0,-3 3 0 16,3-5-69-16,-3 5-13 0,3-3-4 0,-3 3 0 16,0-8 20-16,-3 6 3 0,3-4 1 0,-3 1 0 15,0 5-36-15,-3-5-8 0,3 2 0 0,-3 3 0 16,0-5 53-16,0 5 9 0,-3 0 2 0,3 5 0 15,-3-5-52-15,-2 8-12 0,-1-5 0 0,0 5 0 16,0 2-10-16,0-2-5 0,0 5-1 0,0 3 0 0,3 0 16 16,0-3-11-16,0 3 11 0,3-3-10 15,3 3-26-15,0-2-6 0,0 1-1 16,3 1 0-16,0-8 35 0,3 6 8 0,3-7 0 0,0 4 0 16,3-3 0-16,0-3 0 0,3 1 0 0,0 2 0 15,0-8-53-15,6 2-9 0,0-2-2 0,-1 0 0 16,4-2 52-16,-3 2 12 0,3-6 0 0,0 4 0 0,0-9 26 0,-1 6 8 0,-2-3 2 0,3-3 0 15,-3 3-8-15,0-2 0 0,0-1-1 16,0 3 0-16,-3-2-27 0,-4-1 0 0,1 0 8 0,-3-5-8 16,0 3 53-16,-3 0 9 15,0 0 2-15,-3 2 0 0,-3-5-52 0,3 6-12 0,-6-1 0 0,3 3 0 16,-3 0 54-16,0 3 8 0,0 0 2 0,-3 5 0 16,6 0-64-16,-6 0-21 0,-3 2 0 0,0 4 0 15,3 4 21-15,-3 1 0 0,1-1 0 0,2 6 0 16,-3 0-10-16,3-3 10 0,3 3 0 0,-3 0-9 15,3 0 1-15,3 0 0 0,0-3 0 0,3 3 0 16,0-5-7-16,0 4-1 0,3-4 0 0,3-3 0 16,0 3 1-16,-1-3 0 0,4-3 0 0,0 0 0 31,3-2-39-31,0-1-8 0,0 1-2 0,3-3 0 0,-3 0 52 0,0-3 12 0,2 1 0 0,-2-1 0 16,3-2 0-16,-3 0 0 0,0-1 0 0,-3-2 0 15,0 0 28-15,0-2 9 0,-3-1 2 0,0 1 0 16,-4-1-7-16,4 0 0 0,-3-2-1 0,-3 3 0 15,0-4-2-15,0 1 0 0,0 0 0 0,-3 2 0 16,0 1 0-16,0-1 0 0,0 3 0 0,0 0 0 16,0-2-17-16,-3 4-4 0,3 6-8 0,0 0 12 15,0 0-12-15,0 0-8 0,0 0 8 0,0 0-13 0,-6 8 13 16,3 0 0-16,0 0 0 0,0 0 0 0,3 3 0 0,0-1 0 16,0-2 0-16,3 3 0 0,0-1 0 0,0 1 0 15,3-3 0-15,0 3 0 16,0-4-28-16,3 1-2 0,3 0-1 0,-3 0 0 15,6-2-1-15,-3-4-1 0,6 4 0 0,-4-6 0 0,4 2 24 0,-3-2 9 0,0-2 0 0,0 2-9 16,-3 0 9-16,0-8 0 0,0 5 0 16,-3-2 8-16,0 2-8 0,-3 0 0 15,-3-5 0-15,-1 3 0 16,1 0 52-16,0-3 10 0,-3 0 2 0,0 0 0 0,0 0-52 0,0-3-12 0,0 4 0 0,0-4 0 16,0 0 0-16,0 1 0 0,0 2 0 15,0 0 0-15,0 0 0 0,0 3 0 0,0-1 0 0,0 6 0 16,0 0 54-16,0 0 8 0,0 0 2 0,0 0 0 15,0 0-52-15,0 6-12 0,3 4 0 0,-3-2 0 16,3 3 0-16,-3-1 0 0,0 6 0 0,0-8 0 31,0 5-48-31,0-2-13 0,0 0-3 0,0-1 0 0,0 3 52 0,3-5 12 0,-3 0 0 0,3 6 0 16,0-7-156-16,-3-1-29 0,3-1-6 0</inkml:trace>
  <inkml:trace contextRef="#ctx0" brushRef="#br0" timeOffset="17131.228">14371 3670 2553 0,'-9'-13'53'0,"0"5"12"0,0 0-52 16,0-5-13-16,3 5 0 0,0 2 0 0,0-2 54 0,3 6 8 0,0-6 2 0,0 3 0 15,3-1-52-15,0 6-12 0,3-2 0 0,0-6 0 16,0 2 0-16,6 4 0 0,-3-9 0 0</inkml:trace>
  <inkml:trace contextRef="#ctx0" brushRef="#br0" timeOffset="17367.375">14576 3495 2269 0,'0'0'64'0,"0"0"15"0,-6 6-63 0,3 2-16 0,3-3 0 0,-3 0 0 16,3 6 54-16,-3-3 8 0,3 0 2 0,0 2 0 15,0 1 0-15,0 5 0 0,3-6 0 0,0 9 0 16,0-6 0-16,0 3 0 0,0-3 0 0,0 6 0 16,0 2 0-16,0 0 0 0,0 8 0 0,0-5 0 15,0 2-52-15,0 6-12 0,0-3 0 0,0 0 0 16,0-2 0-16,-3-1 0 0,3-2 0 0,-3-3 0 16,3-2 0-16,-3-1 0 0,0 1 0 0,0-3 0 15,-3 0-13-15,3-3-6 0,-3 3-1 0,0-6 0 16,0 3-172-16,0 1-36 0,0-4-6 0</inkml:trace>
  <inkml:trace contextRef="#ctx0" brushRef="#br0" timeOffset="17541.254">14561 4077 2310 0,'-3'-13'48'0,"0"0"11"0,3-3-47 16,0 6-12-16,3-6 0 0,0 2 0 0,0-1 104 0,3 4 20 0,3 0 3 0,0-2 1 15,3 3-52-15,0-1-9 0,0 3-3 0,2-3 0 16,1 4 0-16,3 1 0 0,-3-2 0 0,0-2 0 15,3 2-33-15,-3 0-7 0,0 0-2 0,-1 0 0 32,4 0-59-32,-3 0-12 0,3 0-3 0</inkml:trace>
  <inkml:trace contextRef="#ctx0" brushRef="#br0" timeOffset="21220.063">17308 2366 1941 0,'0'-8'40'0,"0"2"10"0,0-2-40 0,0 6-10 0,0-6 0 0,0 2 0 15,3 1 123-15,-3 3 22 0,0-6 5 0,0 8 1 16,0 0-46-16,0 0-9 0,0 0-1 0,0 0-1 16,0 0-22-16,0 0-4 0,0 0 0 0,0 0-1 15,0 0-26-15,0 0-5 0,0 0 0 0,3 8-1 16,-3-1-11-16,0 1-3 0,0 6 0 0,0-4 0 15,0 3-5-15,0 1-2 0,0-1 0 0,-3-5 0 16,3 8-14-16,0-3 11 0,-3-2-11 0,0 4 10 16,3 4-10-16,-3-3 0 0,0-3 0 0,3 3 0 15,-2 0 0-15,2 0 0 0,-3 2 0 0,3-2 0 16,0-3-10-16,0 3-7 0,0-5-2 0,0 2 0 16,0 0-99-16,0-5-20 0,3 0-4 0</inkml:trace>
</inkml:ink>
</file>

<file path=ppt/ink/ink3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3:00:07.14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12540 13886 840 0,'3'-5'24'0,"-3"5"4"0,6-3-28 0,-6-2 0 0,3 2 0 0,-3 3 0 16,0 0 54-16,0 0 5 0,3-2 1 0,-3 2 0 15,0 0 12-15,0 0 4 0,0 0 0 0,0 0 0 16,3-3-17-16,-3 3-3 0,3-5-1 0,-3 5 0 15,0 0 7-15,3 0 2 0,-3 0 0 0,0 0 0 16,3-3-9-16,-3 3-2 0,6-3 0 0,-6 3 0 16,3-2-33-16,-3 2-8 0,3-3 0 0,-3 3-1 15,6-2 32-15,-3-1 6 0,-3 3 2 0,2-3 0 16,4 3-31-16,-6 0-7 0,3 0-1 0,3-2 0 16,0 2-12-16,-3 0 0 0,3-3 0 0,0 3 0 15,0 0 0-15,0 3 0 0,0-3 0 0,3 2 0 16,-3-2 25-16,0 0-1 0,3 0 0 0,0 3 0 15,0-3-15-15,0 0-9 0,3 3 10 0,-1-3-10 16,-2 2 10-16,3-2-10 0,3 0 10 0,-3 0-10 16,0 3 8-16,3-3-8 0,-3 0 0 0,3 2 0 15,0-2 8-15,-4 3-8 0,4-3 0 0,0 3 9 0,-3-3-9 16,0 0 10-16,-3 2-10 0,3 1 10 16,0-3 8-16,-3 3 2 0,3-1 0 0,2 1 0 15,-2 0-20-15,0-1 0 0,0 1 0 0,0 0 0 0,0-1 0 0,0 1 0 0,3-3 0 0,0 5 0 16,0-5-8-16,-1 3-6 15,1-1-1-15,0 1 0 16,0-3 15-16,0 3 0 0,-3-1 0 0,3 1 0 16,0-3 0-16,0 3 0 0,-1-3 0 0,1 2 0 0,0-2 8 0,-3 0 2 0,0 0 0 15,0 0 0-15,0-2 1 0,-3 2 0 0,0-3 0 0,3 3 0 16,-3-3-11-16,-1 3-9 0,4-2 9 0,-3 2-13 16,3-3 13-16,-3 3 0 0,0 0 0 15,0 0 0-15,3 0 0 0,-3 0 0 0,0 0 0 0,0 0 0 16,0 0 48-16,0 0 13 0,-1 0 3 0,1 0 0 15,3 0-78-15,-3 3-15 0,0-3-3 0,0 0-1 16,3 0 53-16,-3 0 10 0,0 0 2 0,3 0 1 16,-3 0-33-16,3 0 0 0,-1 0 0 0,1 0 0 15,-3 0-16-15,3 0-11 0,0-3-1 0,0 3-1 16,0-3 29-16,0 1 0 0,-3-1 0 0,3 3 0 16,0-3 17-16,-3 1 10 0,-1-1 1 0,1 3 1 15,0-2-46-15,0-1-10 16,0 0-1-16,-3 3-1 0,3 0 46 0,0-2 10 0,-3-1 1 0,3 3 1 15,-3-3-29-15,3 3 0 0,-3 0 0 0,0 0 0 16,0 3 0-16,0-3 0 0,0 0 0 0,-1 0 0 16,1 0-9-16,0 3-8 0,0-3-2 0,-3 2 0 15,3-2 19-15,0 3-10 0,0-3 10 0,-3 0-8 16,3 3 8-16,0-3 0 0,3 2 0 0,-3-2 0 0,0 0 16 16,0 3 6-16,0-3 1 0,0 0 0 0,3 0-38 15,-3 2-7-15,0-2-2 0,3 0 0 0,-4 0 24 16,4 0 0-16,-3 0 0 0,3 0 0 0,-3 0 0 0,3 0 0 0,-3 0 0 15,0 0 0-15,0 0 0 16,0 0 0-16,0 0 0 0,0 0 0 0,0 3 17 16,-3-3 5-16,3 0 1 0,-3 0 0 0,-3 0-37 0,6 3-7 0,-6-3-2 0,3 0 0 15,-3 0 37-15,0 0 7 0,3 0 2 0,-3 0 0 16,6 0-64 0,-6 0-13-16,3 0-2 0,3-3-1 0,-6 3-91 0,3-3-17 0,-1 1-4 0</inkml:trace>
  <inkml:trace contextRef="#ctx0" brushRef="#br0" timeOffset="1892.37">14132 13865 1482 0,'0'0'31'0,"0"0"6"0,0 0-29 0,0 0-8 0,0 0 0 0,0 0 0 16,0 0 64-16,0 0 12 0,0 0 3 0,0 0 0 31,0 0-14-31,0 0-2 0,-3-5-1 0,0 2 0 0,0-2-13 0,0 0-2 0,3-1-1 0,-3 4 0 16,1-4-12-16,2 1-2 0,0 0-1 0,-3-1 0 15,3 1 4-15,0 0 1 0,-3 2 0 0,3-2 0 16,0 0-8-16,-3-3 0 0,3 2-1 0,0 1 0 16,-3-3-2-16,3 3 0 0,0-3 0 0,0 0 0 15,-3 3-2-15,3-3-1 0,0 0 0 0,0-3 0 16,-3 3-2-16,3-2-1 0,0-1 0 0,-3 1 0 15,3-1-3-15,-3 0-1 0,3-2 0 0,0 3 0 16,-3-4-1-16,3 1 0 0,-3 0 0 0,0 0 0 16,3-1 1-16,-3 1 0 0,3 0 0 0,0-3 0 15,-3 3-4-15,3 0-1 0,0-1 0 0,-3 1 0 16,0 0-2-16,3 0-8 0,-3-1 12 0,3 4-4 16,-3-3-8-16,3 2 8 0,-3 0-8 0,3 1 8 15,-3-1-8-15,3 1 0 0,0-1 0 0,-3 3 8 16,3-5-8-16,0 2 0 0,-3 1 9 0,0-1-9 15,3-2 8-15,-3 2-8 0,0-2 10 0,3 3-10 16,-3-4 8-16,0 1-8 0,3 3 0 0,-3-4 9 16,3 4-9-16,-3-4 0 0,3 4 0 0,-3-3 8 15,3 2-20-15,-3 1-4 0,3-1 0 0,-3 0-1 0,3 1 17 0,0 2 0 16,-3-3 0-16,3 1 0 0,0 2 0 0,0-3 0 0,0 1 0 16,0-1 0-16,0 0 0 0,3 3 0 0,-3-2 0 0,0 2 0 15,0-3 0-15,3 3 0 0,-3-2 0 0,3-1 0 16,-3 1 0-16,0 2 0 0,3-3 0 0,-3 1 0 15,0-4 0 1,3 4 0-16,-3-4 0 0,0 4 0 0,0-3 0 0,0-1 0 16,0 1 0-16,0-3 0 15,0 3 20-15,0 0 8 0,0-3 2 0,0 3 0 16,0 0-48-16,0-1-10 0,0 1-1 0,0 0-1 0,0 2 75 0,0-2 15 0,3 0 4 0,-3 2 0 16,3-2-52-16,-3 0-12 0,3 2 0 0,0-2 0 15,-3 2 0-15,3 1 0 0,0-1 0 0,-3-2 0 16,3 2 0-16,0 1 0 0,0-3 0 0,0 2 0 15,0-2 0-15,0 0 0 0,0-1 0 0,-3 1 0 16,3 0 0-16,0 0 0 0,-3-1 0 0,3 1 0 16,0 0-12-16,-3 0-4 0,3-1-2 0,0-1 0 15,0 1 18-15,-3 4 0 0,6-3 0 0,-6-1 0 16,3 4 0-16,0-1 0 0,-3-2 0 0,3 2 0 16,0 1 0-16,-3-1 0 0,3 1 0 0,-3-4 0 15,2 4 16-15,-2-1 0 0,3 1 0 0,-3-1 0 16,0 3-16-16,3-3 0 0,-3 1 0 0,0-1 0 15,0 3 0-15,0-5 0 0,3 3 0 0,-3-4 0 16,0 4 0-16,0-3 0 0,3-1 0 0,-3 1 0 16,0-3-8-16,0 3-5 0,3 0-1 0,-3-1 0 15,0-1 14-15,3 1 0 0,-3 1 0 0,0 0 0 16,0 0 0-16,0-1 0 0,0-1 0 0,0 1 0 16,3 1 0-16,-3 3 8 0,0-4-8 0,3 4 0 15,-3-3 8-15,0 2-8 0,0-2 0 0,0 2 0 16,0 1 8-16,0-1-8 0,3 0 0 0,-3 3 0 15,0-2 0-15,0-3 0 0,0 2 8 0,0 0-8 0,0-2 0 0,0 3 0 0,3-4 0 16,-3 4 0-16,0-3 8 0,0 2-8 16,3-2 0-16,-3 0 0 0,0-1 0 0,0 1 0 0,3 0 0 0,-3 0 0 15,0-1 0-15,0 1 0 0,3 3 0 0,-3-1 0 16,0-2 0-16,0 2 0 0,3 3 0 0,-3-2 0 16,0-1 8-16,0 0-8 0,0 1 0 0,-3-1 0 15,3 1 0-15,0 2 0 0,0-3 0 0,0 3 0 16,0-2 0-16,0 2 0 0,0 0 0 0,-3 0 0 15,3 0 0-15,0 0 0 0,-3 0 0 0,3 0 0 16,0 0 0 0,-3 3 0-16,3-3 0 0,-3 0 0 0,3 3 0 0,0-3 0 0,0 0 0 0,0 3 0 15,0-3 0-15,0 0 0 0,0 0 0 0,-3 2 0 16,3-1 0-16,0 1 0 0,0 1 0 0,-3 0 0 16,3-1 0-16,0 1 8 0,0 0-8 0,-3-1 0 15,3 4 0-15,0-3 0 0,0-1 0 0,-3 1 0 16,3 0 0-16,-3-1 0 0,3 4 0 0,0-4 0 15,0 1 8-15,-3 0-8 0,3 0 0 0,0-1 0 16,0 1 0-16,0 0 0 0,0-1 0 0,0 1 0 16,0 0 0-16,0 0 0 0,0-1 0 0,0 1 0 15,0 0 0-15,-3-1 0 0,3 1 0 0,0 0 0 16,0-1 0-16,0 1 0 0,0 3 0 0,0-4 0 16,0 4 0-16,-3-4 0 0,3 4 0 0,0-4 0 0,0 1 0 15,0 5 0-15,0-3 0 0,0 3 0 0,0-5 0 16,0 5 0-16,0-5 0 0,0 0 0 0,0 5 0 0,0 0 0 15,3-6 0-15,-3 6 0 16,0-5 0-16,0 5 0 0,0-5 0 0,0-1 0 0,0 6 0 16,3-5 0-16,-3 2 0 0,0 3 0 0,0-5 0 0,0 5 0 0,3-5 0 0,-3 5 0 15,0-5 0-15,0 5 0 0,0 0 0 16,0 0 0-16,3-6 0 0,-3 6 0 0,3-5 0 0,-3 5 0 16,0 0 0-16,0 0 0 0,0-3 0 0,0 3 0 15,3-5 0-15,-3 5 0 0,0 0-8 0,6-3 8 16,-3 1 0-16,0-1 0 0,3 0 0 0,0 3 0 15,-3 0 0-15,3-2 0 0,0 2 0 0,0 0 0 16,0 0 0-16,0-3 0 0,3 3 0 0,-3 0 0 16,3-2 0-16,0 2 0 0,3 0-8 0,-4-3 8 15,1 3 0-15,3 0 0 0,0 0 0 0,-3 0 0 16,3 0 0-16,0-3 0 0,3 3 0 0,-3 0 0 16,3 0 0-16,-3 0 0 0,-1 0 0 0,1 0 0 15,0 0 0-15,0 0 0 0,0 0 0 0,0 0 0 16,-3 0 0-16,3 0 0 0,0 0 0 0,-3 0 0 15,3 3 0-15,-4-3 0 0,-2 0 0 0,3 0 0 16,0 0 0-16,-3 0 0 0,3 0 0 0,0 0 0 16,0 0 0-16,0 0 0 0,-3 0 0 0,3 0 0 15,-3 0 0-15,3 0 0 0,0 0 0 0,0 0 0 16,0 0 0-16,-1-3 0 0,1 3 0 0,0 0 0 16,-3-2 0-16,3 2 0 0,0-3 0 0,0 3 0 15,-3 0 0-15,3-3 0 0,0 3 0 0,0 0 0 16,-3-2 0-16,3 2 0 0,0-3 0 0,-3 3 0 0,0 0 0 0,-1-3 0 0,1 3 0 0,3 0 0 15,-3 0 0 1,-3-2 0-16,3 2 0 0,0 0 0 16,-6 0 0-16,3 0 0 0,3 0 0 0,0 0 0 0,-3 0 0 0,0-3 0 0,3 3 0 0,-6 0 0 15,3 0 0-15,3-3 0 0,0 3 0 0,-3 0 0 16,3-2 0-16,-3-1-11 0,3 0 11 0,0 1-13 31,0 2-19-31,0 0-3 0,0-3-1 0,2 3 0 16,-2-2-84-16,0 2-16 0,0-3-4 0</inkml:trace>
  <inkml:trace contextRef="#ctx0" brushRef="#br0" timeOffset="4021.009">14129 13762 1456 0,'0'0'41'0,"0"0"9"0,0 0-40 0,0 0-10 0,0 0 0 0,0 0 0 16,-6 5 64-16,6-5 10 0,0 0 2 0,-3 5 1 15,3-5-13-15,-3 6-2 0,3-6-1 0,-2 8 0 16,2-3-6-16,-3 0-2 0,3 3 0 0,0-3 0 16,-3 1-7-16,3 2-2 0,0-3 0 0,-3 3 0 15,3 0-5-15,0 0-2 0,-3-3 0 0,3 3 0 16,-3 0-7-16,3 0-2 0,0 0 0 0,-3 2 0 16,0-2-6-16,3 0-2 0,-3 3 0 0,0-3 0 15,3 2-8-15,-3-2-3 0,0 3 0 0,3 0 0 16,-3-4-1-16,3 4 0 0,0 0 0 0,0-1 0 15,0-2-8-15,0 3 8 0,0-1-8 0,0 4 8 16,0-7-8-16,3 4 0 0,-3-3 0 0,0 3 8 16,3-3-8-16,-3-1 0 0,3 1 0 0,-3 0 0 15,3 0 8-15,-3 0-8 0,3 0 0 0,-3 0 8 16,0 0-8-16,3-3 10 0,-3 3-10 0,0 0 10 16,0 0-10-16,0 0 0 0,0 0 9 0,0 0-9 15,0 0 0-15,0 0 0 0,3 0 0 0,-3 0 8 16,0 0-8-16,0 0 0 0,0 0 0 0,0-1 0 15,0 4 0-15,0-3 0 0,0 3 0 0,0-4 0 0,0 1 0 16,3 0 8-16,-3 0-8 0,0 0 0 16,3-2 0-16,-3 1 0 0,0 1 0 0,0 0 8 0,0 0-8 15,3 0 12-15,-3 0-4 0,3-3 0 0,-3 3-8 16,3-2 0-16,-3-1 0 0,0 3 0 0,2-3 0 0,-2 1 0 16,3-1 0-16,-3 0 0 0,3 0 0 15,-3 1 0-15,3-1-8 0,-3 0 8 0,0-5 0 0,3 6 0 0,-3-1 0 0,3 0 0 16,0 0 0-16,0 1 0 0,-3-6 0 0,0 5 0 15,3 0 0-15,-3-5 0 16,3 6 0-16,-3-1 0 16,3-2 0-16,0 2 8 0,0-3-8 0,-3-2 0 0,3 6 0 0,0-4 0 0,-3-2 0 0,3 6 0 15,0-1 0-15,0-2 0 0,0-1 0 0,0 1 8 16,0 2-8-16,-3-5 0 0,6 3 0 0,-3 0 0 16,3-1-17-16,-3 1-5 0,3-1-1 0,0 1 0 15,-3 0 23-15,3-1 0 0,0-2 0 0,-3 3 0 16,3-3 0-16,0 3 0 0,0-3 0 0,-1 2 0 15,1-2 0-15,0 3 0 0,0-3 0 0,0 3 0 16,0-3 14-16,0 2 7 0,0-2 2 0,0 0 0 16,0 0-23-16,3 3 0 0,-3-3 0 0,0 0 0 15,3 0 0-15,-3 0 0 0,0 0 0 0,3 0 0 16,-3 0 0-16,0 0 0 0,2 0 0 0,-2 0 0 16,0-3 0-16,3 3 0 0,0 0 0 0,-3 0 8 15,3 0-8-15,-3-2 0 0,3 2 0 0,-3 0 0 16,3 0 0-16,0 0 0 0,0 0 0 0,-3 0 0 15,3 0 0-15,-3 0 0 0,0 0 0 0,-1 0 0 16,1 2 0-16,0-2 0 0,0 0 0 0,0 3 0 16,-3-3 0-16,3 0 0 0,0 0 0 0,-3 0 0 0,3 3 0 15,-3-3 0-15,3 0 0 0,0 2 0 0,-3-2-18 16,3 0-5-16,0 0-1 0,-3 0 0 0,3 0 44 16,0 3 8-16,0-3 1 0,0 0 1 15,0 0-48-15,0 0-10 0,0 0-1 0,-1 0-1 0,1 0 30 0,0 2 0 0,0-2 0 0,0 0 0 16,0 0 45-16,0 3 15 0,0-3 4 0,-6 0 0 31,6 0-76-31,0 0-14 0,0 3-3 0,0-3-1 0,0 0 30 0,0 0 0 0,0 0 0 0,0 0 0 16,0 0 0-16,0 0 0 0,0 0 0 0,0 0 0 15,0 0 0-15,0 0 0 0,-1 0 0 0,-2 0 0 16,3 0 0-16,0 0 0 0,0 2 0 0,-3-2 0 16,3 0 11-16,0 0-11 0,-3 0 10 0,3 0-10 15,0 0 9-15,-6 0-9 0,3 3 8 0,3-3-8 16,0 0 0-16,-3 3 8 0,0-3-8 0,3 0 0 15,-3 2 8-15,0-2-8 0,3 0 0 0,-3 0 8 16,0 0-8-16,3 3 0 0,-3-3 0 0,3 0 8 16,-6 0-8-16,3 3 0 0,3-3 0 0,-6 0 0 15,3 0 0-15,-1 2 0 0,4-2 0 0,-3 0 0 16,-3 0 0-16,3 3 0 0,-3-3 0 0,6 0 0 16,-6 0 0-16,0 0 0 0,3 0 0 0,-3 0 0 15,3-3 0-15,-3 3-19 0,6-2 3 0,-6 2 1 16,0 0-174-16,-3-6-35 0</inkml:trace>
</inkml:ink>
</file>

<file path=ppt/ink/ink3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3:00:26.61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12555 11587 1041 0,'0'0'44'0,"0"0"-36"31,0 0 77-31,0 0 15 0,0 0 4 0,0 0 0 16,0 0-53-16,0 0-11 0,0 0-1 0,0 0-1 0,0 0 21 0,0 0 4 0,0 0 1 0,0 0 0 15,0 0-22 1,0 0-4-16,0 0-1 0,0 5 0 0,0-5-10 0,6 3-3 0,0-1 0 0,-3 1 0 16,3 2-16-16,0-5-8 0,0 3 0 0,-1 0 8 15,1-1 28-15,3-2 6 0,0 0 1 0,0 3 0 16,3 0-18-16,0-3-3 0,0 0-1 0,3 2 0 15,0-2-21-15,0 0 0 0,-1 0 0 0,4 0 0 16,0 3 0-16,0-3 0 0,-3 0 0 16,3 0 0-16,-3 0 0 0,3 0 0 0,-4 0 0 15,4 3 0-15,-6-3 0 0,3 0 0 0,-3 0-12 0,0 0 4 16,0 2 8-16,-3-2 9 0,3 3-1 0,0-1-8 16,-1-2 0-16,1 0 0 0,-3 3 0 0,3-3-9 15,-3 0 9-15,3 3 0 0,0-3 0 0,-3 0 0 16,3 0 0-16,0 0 0 0,0 0 10 0,-1 0-10 15,-2 0 0-15,3 0 0 0,0-3 0 0,0 3 0 16,-3 0 0-16,0 0 0 0,3-3 0 0,-3 3 0 16,3 0 0-16,-3-2 0 0,0-1 0 0,0 3 0 15,-1-2 0-15,1 2 0 0,0-3 0 0,0 3 0 16,-3-3 0-16,0 3 0 0,3-2 0 0,-3 2 0 16,0 0 0-16,0-3 0 0,0 0 0 0,-3 3 0 15,0 0 0-15,3 0 0 0,-3 0 0 0,-3 0 0 0,3 0 0 16,-3 0 0-16,3 0 0 0,-3 0 0 15,0 0 0-15,0 0 0 0,0 0 0 0,3-2 0 0,-3 2 0 0,0 0 0 16,6 0 0-16,-6 0 0 16,0 0 0-16,3-3 0 0,-3 3 0 0,0 0 0 15,3-3 57-15,0 3 6 0,-3 0 1 0,3-5 0 0,-3 5-52 0,3-3-12 16,-3-2 0-16,0 5 0 0,3-3 0 0,-3-2 0 16,2 3 0-16,-2-4 0 0,0 1 0 0,0 0 0 15,0-1 0-15,0-2 0 0,0 3 54 0,0-3 8 16,0 0 2-16,0 0 0 0,0-2-52 0,0 2-12 15,0-3 0-15,0 1 0 0,0-1 0 0,0 3 0 0,0-2 0 0,0-1 0 16,-2 3 0-16,2 0 0 0,0-3 0 0,-3 4 0 16,3-4 0-16,0 0 0 0,-3 1 0 15,3 2 0-15,0-3 54 0,-3 1 8 0,3 2 2 0,-3-3 0 16,3 3-52-16,-3-2-12 0,3 2 0 0,-3 0 0 16,0-3 0-16,3 1-18 0,-3-1 4 0,0 0 1 15,3 1 23-15,-3-1 5 0,3-2 1 0,-3 2 0 16,3-2-16-16,-3 3 0 0,3-4 0 0,0 4 0 15,0-3 9-15,0-1-9 0,0 4 8 0,0-3-8 16,0 2 0-16,0 0 8 0,-3-2-8 0,3 3 0 16,3-1 0-16,-3 0-11 0,0 3 1 0,3 1 0 15,-3-1 10-15,0 0 0 0,3-3 0 0,-3 3 0 16,0 0 0-16,3 0 0 0,-3 0 0 0,0 0 0 16,3 0 17-16,-3 0 6 0,0 1 1 0,3 1 0 15,-3-2-24-15,0 3 0 0,3-3 0 0,-3 3 8 0,0 0-8 16,0-3 0-16,3 0 8 0,-3 2-8 0,0-2 0 15,3 0 8-15,-3 1-8 0,0 1 0 0,0-2 0 16,3 0 0-16,-3-2 0 0,0 2 8 16,0 0-8-16,0 0 0 0,3 0 0 0,-3 0 8 15,0 0-8-15,3-2 0 0,-3 2 0 0,0-3 0 0,0 3 0 0,3 0 0 0,-3 0 0 0,0-2 8 32,2-1-8-32,-2 3 0 0,0-2 8 0,0 2-8 0,3 0 8 0,-3 0-8 0,0 0 10 15,3 0-10-15,-3 3 0 0,0-3 8 0,3 2-8 0,-3 1 0 16,3 0 0-16,-3-1 0 0,3 4 0 0,-3-3 0 15,0-3 0-15,3 5 0 0,-3-2 0 0,3 2 0 16,-3-2 0-16,0 5 0 0,0-6 0 0,0 4 0 16,0 2 0-16,0-6 0 0,0 1 0 0,0 5 0 15,0-2 21-15,0 2-1 0,0-6-1 0,0 6 0 16,0 0-19-16,0 0 0 0,0-5 0 0,0 5 0 16,0 0 0-16,0 0 0 0,0 0 0 0,0 0 0 15,0-5 0-15,0 5 0 0,0 0 0 0,0 0 0 16,0-6 0-16,0 6-12 0,0 0 1 0,0 0 1 15,0 0 10-15,6-2 0 0,-6 2-9 0,3-3 9 16,6 0 0-16,-3 1 0 0,-3 2 0 0,6 0 8 16,-3 0 1-16,3 0 0 0,-3 0 0 0,3 0 0 15,3 0-21-15,-3 0-5 0,3 0-1 0,-1 0 0 16,4 0 18-16,0 0 0 0,0 0 0 0,0 0 0 16,0 0 0-16,0 0 0 0,0 0 0 0,0 2 0 15,-1-2 0-15,1 0 0 0,0 0 0 0,-3 0 0 16,0 0 0-16,0 0 0 0,0 0 0 0,0 0 0 0,-3 0 0 15,3 0 0-15,-1 0 0 0,1 0 0 16,0 0 0-16,-3 0 0 0,6 0 0 0,-3 0 0 16,3 0 0-16,0 0 0 0,0 0 0 0,0 0 0 0,-1 0 0 0,4 0 0 15,-3-2 0-15,3 2 0 0,-3 0 0 0,3 0 0 0,-3 0 0 16,-1 0 0-16,1-3 0 0,0 3 0 0,0-3 0 16,0 3 0-16,-3 0 0 0,0 0 0 0,-3 0 0 15,0 0 0-15,0 0 0 0,0 0 0 0,-1 0 0 0,-2 0 0 16,3 0 0-16,0 0 0 0,0 0 0 0,0 0 0 15,0 0 0-15,0 0 0 0,0 0 0 16,0 0 0-16,0 0 0 0,3 0 0 0,-3 0 0 0,0 0 0 16,2 0 0-16,1 0 0 0,0-2 0 15,0 2 0-15,3 0 0 0,0 0 0 0,0 0 0 0,0 0 0 16,0 0 0-16,0 0 0 0,-1 0 0 0,1 0 0 16,-3 0 0-16,3 0 0 0,-3 0 0 0,0 0 0 15,0 0 0-15,-3 0 0 0,0 0 0 0,0 0 0 16,-1 0 0-16,1 0 0 0,0 0 0 0,0 0 0 15,-3 0 0-15,3 0 0 0,0 0 0 0,0 0 0 16,-3 0 0-16,3 0 0 0,0 0 0 0,0 0 0 16,0 0 0-16,0 0 0 0,0 0 0 0,2 0 0 15,1 2 0-15,-3-2 8 0,3 0-8 0,0 0 0 16,-3 3 0-16,0-3 9 0,3 0-9 0,-3 0 8 16,3 3-8-16,-3-3 12 0,0 0-12 0,0 0 12 15,-1 2-12-15,1-2 0 0,-3 0 9 0,3 0-9 16,-3 0 0-16,0 0 0 0,0 0 0 0,0 0 8 0,-3 3-8 0,3-3 0 15,0 3 0-15,-3-3 0 0,3 0 0 16,-3 0 0-16,0 0 0 0,3 0 0 0,-3 0 0 16,3 0 0-16,0 0-12 0,-3 0 4 15,3 0-38-15,3-3-7 0,-4 0-2 0,1 3 0 16,0-2-189-16,0-4-39 0</inkml:trace>
  <inkml:trace contextRef="#ctx0" brushRef="#br0" timeOffset="2320.72">13329 11693 1580 0,'0'0'67'0,"0"0"-54"15,0 5 71 1,-3 0 15-16,3 3 2 0,0-3 1 0,0 3-25 0,0-2-5 0,0 2 0 0,0 0-1 16,0 0-42-16,0-1-8 0,0 4-1 0,0 0-1 15,3-3 26-15,-3 2 6 0,0 1 1 0,3 2 0 16,-3-2-32-16,0 4-7 0,3-1-1 0,-3 4 0 16,0 1 2-16,0 2 0 0,3 0 0 0,-3 0 0 15,3 0-22-15,-3 1-5 0,3-1-1 0,-3 0 0 16,0 0 39-16,3-5 8 0,-3 2 2 15,0 1 0-15,0-3-5 0,0 2-1 16,0-2 0-16,0 3 0 0,-3 2-29 0,3-3 0 0,-3 4 0 0,3 1 0 16,-3 1 0-16,0 3-12 0,0-3 1 0,0 2 0 15,3-2 20-15,-3 0 4 0,3-1 1 0,-3-1 0 16,3-4 0-16,-3-2 0 0,3 0 0 0,-3 2 0 16,3-2-6-16,-3 0 0 0,3 0-8 0,-3 0 12 15,3 0-28-15,0 2-7 0,-3-2-1 0,3 5 0 16,0-2 43-16,0 2 8 0,0 0 1 0,0 0 1 15,0 1-17-15,0-1-3 0,0 0-1 0,0 0 0 16,0-2-8-16,3-1 12 0,-3-2-12 0,0 2 12 16,0-2-12-16,0 0 10 0,0 0-10 0,0 0 10 15,0 0-2-15,0-3-8 0,0 3 12 0,0 0-4 0,0 0 4 16,0 0 1-16,0 2 0 0,-3 1 0 0,3 2-4 0,0 0-1 0,-3 0 0 16,3 0 0-16,0 0 0 0,0 1 0 0,0-1 0 0,0 0 0 15,0-5-8-15,0 2 10 0,0-2-10 0,-3 0 10 16,3 0-10-16,0-3 12 0,0 0-12 0,-3 3 12 15,3-2-3-15,0-4 0 0,-3 3 0 0,3 1 0 16,0 1-9-16,0-1 8 0,0 2-8 16,-3-1 8-16,3 4-8 0,0 0 0 0,0-1 0 0,0 3 0 15,0-2 8-15,0-1-8 0,0 1 0 0,0-1 8 16,0 1-8-16,3-3 0 0,-3 0 0 16,0-1 8-16,0-1-8 0,3 2 10 0,-3-3-10 0,0 0 10 15,0 0-10-15,0 0 0 0,0 1 0 0,0-1 8 16,0 3-8-16,0 0 0 0,0 0 9 0,0 2-9 15,0 1 0-15,0 2 0 0,0-3 0 0,0 6 0 16,0-3 0-16,0 0 0 0,0 3 0 0,0-3 0 16,0-2 0-16,3-1 0 0,-3 4 0 0,0-4 8 15,0 1-8-15,0-3 0 0,0-1 0 0,0 4 0 16,0-1 0-16,0 1 0 0,0 2 0 0,0 0 0 16,0 3 0-16,0 3 0 0,0 2 0 0,0-3 0 15,0 1 0-15,0-1 0 0,0-2 0 0,0 0 0 16,0-3 0-16,0-3 0 0,0 1 0 0,0-1 8 15,-3-2-8-15,3 0 0 0,0 0 0 0,0 0 0 16,-3 0 0-16,3-3 0 0,0 0 0 0,0 3 0 16,0-3 0-16,0 1 0 0,0 2 0 0,0-3 0 15,0 0 8-15,0 0-8 0,0 0 8 0,0-2-8 16,0 0 0-16,0-1 0 0,0-2 0 0,0 3 8 0,0-3-8 16,0 0 0-16,0-3 0 0,0 3 0 0,0-3 0 0,0 0 0 0,0 1 0 0,0-1 0 15,3 0 0 1,-3 1 0-16,0-6 0 0,0 5 0 0,3-3 0 0,-3-2 0 15,0 6 0-15,3-1 0 0,-3-5 0 0,3 3 0 0,-3 2 0 16,0-5 0 0,3 3 0-16,0 2 0 0,-3-5 0 0,3 3 0 0,-3-3 0 0,6 5 0 0,-3-2 0 0,0-1 0 15,3 1 0-15,-3-1 0 0,3-2 0 0,-6 0 0 16,6 3 0-16,-1 0 0 0,4-3 0 0,-3 0 0 16,0 2 0-16,3-2-8 0,0 0 8 0,0 0-8 15,0 0 8-15,0 0 0 0,3 0 8 0,0 0-8 16,-3 0 0-16,3 0 0 0,0 3 0 0,2-3 0 15,-2-3 0-15,3 3 0 0,-3-2 0 0,0 2 0 16,3 0 0-16,-3 0 0 0,3 0 0 16,-3 2 0-16,2-2 0 0,-2-2 0 0,3 2 0 0,-3 0 0 15,-3 0 0-15,3 0 0 0,-3 2 0 0,0-2 0 16,0 3 0-16,0-3 0 0,0 0 0 0,0 3 0 16,0-1 0-16,-1 1 0 0,4 0 0 0,0-1 0 15,-3 1 0-15,3 0 0 0,0-3 0 0,3 2 0 16,-3 1 0-16,3-3 0 0,0 3 0 0,2-1 0 15,-2-2 0-15,0 0 0 0,0 3 0 0,3-3 0 16,-3 0 0-16,0 2 0 0,0-2 0 0,-1 3 0 16,-2-3 0-16,3 3 0 0,-3-3 0 0,0 2 0 0,0 1 0 15,0 0 0-15,-3-3 0 0,0 2 0 16,0 1 0-16,0-3 0 0,0 3 0 0,-4-1 0 0,4 1 0 0,0-3 0 16,0 3 0-16,-3-1 0 0,3 1 0 0,0-3 0 15,0 3 0-15,0-1 0 0,0-2 0 0,0 3 0 0,0-3 0 0,3 0 0 16,-3 2 0-16,2-2 0 0,1 0 0 0,-3 0 0 15,3 3 0-15,0-3 0 0,0 0 0 0,0 0 0 16,0 3 0-16,-3-3 0 0,6 0 0 16,-6 0 0-16,2 0 0 0,-2 2 0 0,3-2 0 0,-3 0 0 15,3 3 0-15,-3-3 0 0,0 0 0 0,0 0 0 16,0 3 0-16,0-3 0 16,-3 2 0-16,3-2 0 0,-3 0 0 0,3 0 0 0,-3 0 0 0,2 0 0 15,-2 0 0-15,0 3 0 0,3-3 0 0,-3 0 0 16,0 0 0-16,3 0 0 0,0 0 0 0,0 0 0 15,0 0 0-15,0-3 0 0,0 3 0 0,0 0-8 16,0-2 8-16,3 2 0 0,-1-3 0 0,-2 3 0 16,3 0 0-16,0-3 0 0,-3 3 0 0,3-2 0 15,-3 2 0-15,3 0 0 0,0-3 0 0,-3 3 0 16,3-3 0-16,-3 1 0 0,-1 2 0 0,4-3 0 16,-3 3 0-16,0 0 0 0,0-2 0 0,0-1 0 15,0 3 0-15,0 0 0 0,0-3 0 0,0 3 0 16,-3 0 0-16,0-2 0 0,3 2 0 0,-3-3 0 15,0 3 0-15,0-3 0 0,-1 1 0 0,1 2 0 16,0-3 0-16,-3 3 0 0,3 0 0 0,-3-3 0 16,0 3 0-16,-3 0 0 0,0 0 0 0,6-2 0 15,-6 2 0-15,6 0 0 0,-6 0 0 0,3 0 0 16,-3 0 0-16,0 0 0 0,6 0 0 0,-6 0 0 0,6-3 0 0,-6 3 0 0,3 0 0 16,-3 0 0-16,0 0 0 15,0 0 0-15,0 0 0 0,0 0 0 0,0 0 0 0,0 0 0 0,6-3 0 16,-6 3 0-16,0 0 0 15,0 0 0-15,3-2 0 0,-3-4 0 16,3 1-104-16,0-3-20 0,-3 0-3 0</inkml:trace>
</inkml:ink>
</file>

<file path=ppt/ink/ink3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3:00:54.999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6593 8126 1337 0,'0'0'28'0,"0"0"6"0,0 0-34 0,0 0 0 0,0 0 0 0,0 0 0 32,0 0 109-32,0 0 15 0,0 0 4 0,0 0 0 0,0 0 0 0,0 0 0 0,0 0 0 0,0 0 0 15,0 0-52-15,0 0-9 0,0 0-3 0,0 5 0 16,0-5 0-16,0 5 0 0,0-5 0 0,3 8 0 16,-3-2-51-16,0-1-13 0,3 3 0 0,-3-3 0 15,0 0 0-15,3 3 0 0,-3 0 0 0,0 0 0 16,3 3 36-16,-3-3 4 0,3 2 0 0,-3 1 1 15,0 0-22-15,2 2-5 0,-2 3-1 0,0-3 0 16,3 3 1-16,-3 0 0 0,0 0 0 0,0-1 0 16,0 1-1-16,0 0 0 0,0 0 0 0,0 0 0 15,0-3-4-15,0 3-1 0,0 0 0 0,0 0 0 16,0-3-8-16,0 6 12 0,0-4-12 0,-3 1 12 16,3 0-12-16,0 3 10 0,0-1-10 0,-2 1 10 15,2 2-10-15,-3 3 8 0,3 0-8 0,0-1 8 16,-3 4-38-16,3-3-8 0,0-1-2 0,-3 1 0 15,3 0 84-15,0-3 16 0,0 0 3 0,-3 1 1 16,0-4-64-16,3 3-18 0,-3 0-1 0,0 3 0 16,0 0 19-16,0 0 0 0,0 5 0 0,0 0 0 0,3-2 12 0,-3 2 5 15,0-3 2-15,0 3 0 0,0-2-19 16,0-4 0-16,0 1 0 0,0 0 0 0,0-3 0 16,0 0-12-16,0 1 1 0,0 1 1 15,-3 1 10-15,3 3 0 0,0-1-9 0,-3 1 9 0,3-1 0 0,0 3 0 16,3-5 0-16,-3 2 0 0,0-2 11 0,0 0 0 15,3 0 0-15,-3-3 0 0,0 3-11 0,3-3 0 0,-3 0 0 16,3 3 0-16,0-3 0 0,-3 3 0 0,3 0 0 16,0 0 0-16,-3 2 0 0,3-2 0 15,0 2 0-15,0 1 0 0,0-3 0 0,0-1-14 0,0-1 3 0,0 1 1 16,-3-1 10-16,3-1 14 0,0 0-3 0,0 0-1 16,-3 0-10-16,3-2 0 0,0 2 0 0,0 0 0 15,-3 0 0-15,3 0 0 0,0 3 0 0,0 0 0 16,-3-3 0-16,3 3 0 0,0 0 0 0,-2 0 0 15,2-3 0-15,0 0 0 0,0-2 0 16,0 2 0-16,0 0 0 0,-3-3 0 0,3 4 0 0,-3-1 0 16,3 0 0-16,0 0 0 0,-3 0 0 0,3 0 0 15,0 3 0-15,-3 0 0 0,3-3 0 0,0 3 0 16,0 0 0-16,0-3 0 0,0 3 0 0,0-3 0 16,0 0 0-16,0-2-9 0,0-1 9 0,0 3-13 15,0-5 13-15,0 0 0 0,0 3 0 0,0-3 0 16,0-1 0-16,0 1 8 0,0 0 0 0,0-3-8 15,0 3 0-15,0-2 0 0,0 1 0 0,0-1 0 16,0-4 0-16,0 1 0 0,0-1 0 0,0 1 0 16,0 0 0-16,0-4 0 0,0-1 0 0,0 2 0 15,0-3-44-15,0-5-16 0,0 0-4 0,0 0 0 16,0 0 33-16,0 0 7 0,0 0 0 0,0 0 1 16,0-11-179-16,0-2-36 0</inkml:trace>
  <inkml:trace contextRef="#ctx0" brushRef="#br0" timeOffset="583.949">7030 7359 2146 0,'6'-6'60'0,"-3"4"15"0,0-4-60 0,0 4-15 0,0-1 0 0,-3 3 0 15,3-5 132-15,-3 5 23 0,0 0 5 0,0 0 0 16,0 0-87-16,0 0-17 0,0 0-4 0,0 0-1 16,0 0-31-16,-3-3-5 0,-3 3-2 0,0 0 0 15,0 0 41-15,0 3 8 0,0-1 2 0,0 1 0 16,-3 2-52-16,0 3-12 0,1 3 0 0,-4-1 0 16,0 6 0-16,0 3 0 0,0-1 0 0,0 6 0 15,-3 0 0-15,3 0 0 0,0 2 0 0,-3-2 0 16,4 0 0-16,-4 0 0 0,0-3 0 15,0 0 0-15,0-2-48 0,0-1-13 0,0-5-3 16,-3 3 0-16,6-5 0 16,-2 2-1-16,-1-5 0 0,3 0 0 0,0 0-152 0,3-6-31 0,0 1-5 0</inkml:trace>
  <inkml:trace contextRef="#ctx0" brushRef="#br0" timeOffset="835.896">6759 7425 1561 0,'3'-19'66'16,"-3"1"-53"-1,3 4 147-15,-3-1 28 0,0 1 7 0,3 6 1 16,-3 0-105-16,3 3-21 0,-3 2-4 0,0 3-1 16,0 0-1-16,0 0 0 0,0 0 0 0,0 0 0 15,6 3-3-15,-3 5-1 0,3 3 0 0,-3-3 0 16,3 2-39-16,0 3-8 0,0 1-1 0,0-1-1 16,3 3-11-16,-3 0 8 0,3-1-8 0,-3 1 8 15,3 3-8-15,0-1-16 0,-1-2 4 0,1 3 1 0,3-6 11 0,-3 3 0 16,0-3 0-16,3 0 0 15,0-2-53-15,3 0-9 0,-3 2-2 0,3-5 0 16,-3 0-66-16,-1 0-14 0,4-3-2 0,-3 0-1 16,3-2-101-16,0-1-20 0</inkml:trace>
  <inkml:trace contextRef="#ctx0" brushRef="#br0" timeOffset="1229.403">7155 7626 2187 0,'-3'-8'62'0,"0"3"14"0,3-3-61 0,3 0-15 0,-3 0 0 0,3-3 0 15,0 3 92-15,3-2 16 0,-3 2 4 0,3 0 0 16,0 0-36-16,0 0-8 0,3 0 0 0,0 3-1 16,0-1-29-16,-3 1-6 0,3 2 0 0,0 1-1 15,0-1-19-15,-4 0-3 0,4 3-1 0,-3-2 0 16,0 2-8-16,0 2 12 0,0-2-12 0,-3 3 12 16,3 0-12-16,-3-1 10 0,3-2-10 0,-3 6 10 15,-3-6-10-15,3 5 8 0,0 0-8 0,0 1 8 16,-3-1-8-16,0 0-9 0,0 3 9 0,-3-3-13 15,3 1-3-15,-3-1 0 0,3 0 0 0,-3 1 0 16,0-1 16-16,0 0 0 0,0 0-10 0,0 1 10 16,3-6 0-16,0 0 0 0,0 5-9 0,0-5 9 15,0 0 0-15,0 0 11 0,3 3-2 0,3 2 0 0,0-5-9 16,0 3 0-16,3-3 0 0,0 0 0 16,3 0 0-16,-3 0 0 0,6 0 0 0,-4 0 0 0,4 0 0 0,-3 0 0 0,0 0 0 0,-3 2 0 15,3 1 8-15,-3 0 0 0,0 2 0 16,0 0 0-16,-3 0-8 0,0 1-11 0,-3 2 3 0,-3 0 0 15,0 0 8-15,-3-1 0 16,0 4 0-16,-3-3 0 0,0 3 0 0,-3-1 0 0,-3-2 0 16,3 3 0-16,-3-1 0 0,-3-2 0 0,3 3 0 0,-3-1 0 15,4 1-156 1,-4 2-28-16,3 0-7 0</inkml:trace>
  <inkml:trace contextRef="#ctx0" brushRef="#br0" timeOffset="2017.473">6593 8449 1337 0,'0'0'28'0,"0"0"6"16,0 0-34-16,3 5 0 0,3-2 0 0,-3-1 0 16,2 1 68-16,1-3 8 0,3 3 0 0,-3-1 1 15,3-2 3-15,0 3 0 0,0-3 0 0,3 2 0 16,0-2-10-16,3 3-2 0,0-3 0 0,0 3 0 16,-1-1-29-16,4 1-7 0,0 0 0 0,-3-1-1 15,3 1 5-15,-3-3 0 0,3 3 1 0,-3-1 0 16,2-2-8-16,-2 3-1 0,3-3-1 0,-3 3 0 0,6-3-27 0,-3 0 0 15,0 0 0-15,-1 0 0 16,4 0 0-16,-3 0-14 0,0 0 2 0,0 2 0 16,-3-2 12-16,0 0 16 0,0 0-3 0,-4 0-1 0,-2 0-12 0,3 0 0 15,-3 0 0-15,0 0-10 0,-3 0 10 0,0 0 0 0,0 0 10 16,-3 0-10-16,-3 0 0 0,6 0 0 0,-6 0 0 0,3-2 0 16,0-1-151-1,0-2-33-15,0 2-6 0</inkml:trace>
  <inkml:trace contextRef="#ctx0" brushRef="#br0" timeOffset="2299.891">7161 8351 1675 0,'0'0'35'0,"0"0"8"16,0 0-35-16,0 0-8 0,0 0 0 0,0 0 0 15,0 0 117-15,0 0 22 0,0 0 4 0,0 0 1 16,0 0-46-16,0 0-9 0,0 0-1 0,0 0-1 15,0 0-19-15,0 0-3 0,0 5-1 0,-3 3 0 16,3 0-33-16,0 0-7 0,-3 2-2 0,3 1 0 16,-3 2-9-16,0-2-1 0,3 2-1 0,-3 0 0 0,0-2-11 15,0 5 8-15,0-3-8 0,0 3 8 0,3-3-8 16,-3 3 0-16,0-3 0 0,3 3 0 0,-3 0 0 16,3 0 0-16,-3 0 0 0,3 0-11 15,-3-1-17-15,3 1-4 0,0-2-1 0,-2 1 0 16,2-1-25-16,0-1-5 0,0-2-1 0,0-4 0 15,0 1-112-15,0-2-24 0,0-1-4 0</inkml:trace>
  <inkml:trace contextRef="#ctx0" brushRef="#br0" timeOffset="2714.477">7179 8383 2006 0,'-6'-6'42'0,"0"-2"9"0,3 3-41 0,-3 0-10 0,3 2 0 0,3 3 0 16,0 0 89-16,0 0 16 0,0 0 3 0,0 0 1 16,0 0-31-16,0 0-6 0,0 0-2 0,0 0 0 15,0 0-33-15,0 0-6 0,0 0-2 0,6 3 0 16,0-1 12-16,3 4 3 0,-3-1 0 0,3 0 0 16,0-2-30-16,0 5-6 0,0-3 0 0,0 3-8 15,0-3 17-15,0 3-3 0,-4-2-1 0,4-1 0 16,0 3-13-16,0-3-13 0,0 0 2 0,3 3 1 15,-6-2 10-15,3-1 0 0,0 0 0 0,-3 0 0 16,3 3 8-16,-3-2 1 0,0-1 0 0,-3 3 0 16,0-3-9-16,3 3 0 0,-6 0-10 0,0 0 10 15,0 0-9-15,-3 0 9 0,0 3-8 0,-3-4 8 16,3 7 0-16,-6-4 9 0,3 1 0 0,-3 2 0 16,0 0-9-16,0 1 0 0,0-1 0 0,-3 3 0 15,0-3-23-15,0-3-6 0,-2 4-2 0,2-1 0 0,-3-2 16 0,0 2 3 16,3-3 1-16,-3 1 0 0,3-3-6 15,0 0-2-15,0-3 0 0,3 0 0 16,3-2-25-16,0 0-4 0,6-3-2 0,0 0 0 16,0 0-76-16,-2-8-15 0,4-3-3 0</inkml:trace>
  <inkml:trace contextRef="#ctx0" brushRef="#br0" timeOffset="3068.798">7435 8459 1713 0,'0'0'72'0,"-6"3"-57"15,6-3 113-15,-6 3 24 0,0-1 4 16,0 1 0-16,0-1-36 0,3 1-8 0,3-3-2 0,-6 5 0 16,0 3-74-16,3-2-14 0,0-1-3 0,-3 3-1 15,3-3 37-15,0 0 7 0,3 3 2 0,-2-2 0 16,-1 2-52-16,3 0-12 0,-3-3 0 0,3 3 0 16,0-3 0-16,0 3 0 0,3 0 0 0,-3-3 0 15,3 3 0-15,2-3 0 0,1 3 0 0,0 0 0 16,0-2 0-16,0-4 0 0,3 4 0 0,0-4 0 15,3 1-14-15,-3 0-6 0,3-3 0 0,0-3-1 16,3 0 21-16,-3 1-9 0,-1-1 9 0,1-2 0 16,0-1 0-16,-3 1 0 0,3 0 0 0,0-1 0 15,-3-1 0-15,3-1 0 0,-3 2 0 0,-3-2 0 16,3-2 18-16,-3 2-2 0,-3-3-1 0,3 1 0 16,-6-1 3-16,3 1 1 0,-3-1 0 0,-3 0 0 0,0 1-9 15,0-1-2-15,-3 3 0 0,0 0 0 0,-3 0-8 16,0 0 0-16,-3 3 9 0,0 0-9 15,0 2-14-15,-6 1-7 0,3 2-2 0,-5 0 0 16,2 2-152-16,-3 4-30 0</inkml:trace>
  <inkml:trace contextRef="#ctx0" brushRef="#br0" timeOffset="4715.519">7664 8528 1552 0,'0'0'44'0,"0"0"10"0,0 0-43 0,0 0-11 0,0 0 0 0,0 0 0 16,0 0 53-16,0 0 9 0,0 0 2 0,0 0 0 16,0 0 0-16,0 0 0 0,0 0 0 0,0 0 0 15,0 0-52-15,0 0-12 0,0 0 0 0,0 0 0 16,3 0 54-16,3 0 8 0,3 0 2 0,-3 3 0 31,0-3-52-31,3 0-12 0,-3 0 0 0,3 0 0 16,0 0 54-16,3 0 8 0,0 0 2 0,-1 0 0 0,4 0-52 0,-3 0-12 0,3 0 0 15,-3 0 0-15,3 0 0 0,0 0 0 0,-3 0 0 0,0 2 0 16,-1-2 0-16,-2 0 0 0,0 3 0 0,0-3 0 16,-3 3 0-16,0-3 0 0,0 2 0 0,-6-2 0 15,6 3 54-15,-3 0 8 0,-3-3 2 0,3 5 0 16,0 0-52-16,-3-5-12 0,0 5 0 0,0 3 0 15,0-2 0-15,3-1 0 0,-3 0 0 0,0 3 0 16,0-3 0-16,0 3 0 0,0 0 0 0,-3-2 0 16,3 2 54-16,0 0 8 0,-3-1 2 0,3 4 0 15,-3 0-52-15,3-3-12 0,-3 2 0 0,0 1 0 16,3-1 0-16,-3 4 0 0,0-4 0 0,0 1 0 16,3 2 0-16,-3-2 0 0,0-1 0 0,3 1 0 15,-3 2 0-15,0-2 0 0,3-1 0 0,-3 1 0 0,3-3 0 0,-3 2 0 16,3 1 0-16,-3-1 0 0,3 1 8 15,-3-3 0-15,3 2-8 0,-3 1 12 16,3 0-12-16,0-1 0 0,-3-2 0 0,3 3 0 16,0-1 0-16,-3 1 0 0,3-3 0 0,-3 2 0 0,3 1 0 0,0 0 0 0,-3-1 0 15,3 3 0-15,0-2 0 0,0 2 0 16,0-2 0-16,-2 2 0 0,2-2 0 0,0 2 0 0,-3-3 0 16,3 4 0-16,0-4 0 0,-3 4 0 0,3-4 0 0,0 3 0 15,-3 1 8-15,3-7-8 0,0 4 0 0,-3 0 0 16,3-3 0-16,0 2 0 0,-3-2 0 0,3 0 0 15,0 0 0-15,-3 0 0 0,3 0 0 16,0 0 0-16,-3 0 0 0,3-3 8 16,0 3-8-16,-3 0 0 0,3 0 0 0,0-3 0 0,0 0 8 0,-3 3-8 15,3 0 0-15,0-2 0 0,0 2 0 0,0-1 0 16,0-1 0-16,-3 2 0 0,3 0 8 0,0 0-8 16,0 0-9-16,-3-1-5 0,3 4-1 0,-3-3 0 15,3 3 28-15,0-1 6 0,-3 1 1 0,3-1 0 16,0 1-20-16,-3 2 8 0,3-2-8 0,0 2 0 15,0-2 8-15,0 2-8 0,0-3 0 0,0 4 0 16,0-4 0-16,0 1 0 0,0-1 8 0,0 1-8 16,0 2 0-16,3-5 0 0,-3 3 8 0,0-1-8 15,0-2 0-15,0 0 0 0,0 3 0 0,0-3 0 16,-3 2 8-16,3-2-8 0,0 3 0 0,0-1 0 16,0-2 0-16,0 3 8 0,0-3-8 0,0 2 0 15,-3 1 8-15,3 0-8 0,0-1 0 0,0 1 0 16,-3 2 0-16,3-2 0 0,0 2 0 0,0 0 0 0,-3 0 8 0,3 0-8 15,0 3 0-15,0 0 0 0,-3-3 0 0,3 6 0 16,0-3 8-16,0 0-8 16,-3-3 0-16,3 3 0 0,0-3 0 0,-3 3 0 0,3-5 27 0,0 2-2 0,-3 0 0 0,3 0 0 15,0-2-25-15,-3 2 0 0,0-2 0 0,3 2 0 16,-3-3 0-16,3 1-19 0,-3 0 3 0,3-1 1 16,-3 1 24-16,3-1 5 0,-3 1 1 0,3-1 0 15,-3 1-15-15,3 2 0 0,-3-2 0 0,3-1 0 16,-3 1 0-16,3 0 0 0,0-1 0 0,-3 1 0 15,3-1 0 1,0-2 0-16,3 3 0 0,-6-1 0 0,3 1 0 16,0 0 0-16,0-3 0 0,0 2 0 0,0-2 0 0,0 3 0 0,0-3 0 0,-3 0 0 15,3 0 0-15,0-1 0 0,0-1 0 0,0 2 0 16,0 0 0-16,0 0 0 0,0-3 0 0,0 3 0 16,-3-3 0-16,3 0 0 0,0 3 0 0,0-2 0 15,0 2 0-15,0-1 0 0,0 1 0 0,0 0 0 16,-3 0 0-16,3 0 0 0,0 0 0 0,0 0 0 15,-3 0 0-15,3 0 11 0,0 0-11 0,0 0 10 16,-3 2-10-16,3 1 0 0,0-3 0 0,0 3 0 16,-3 2 0-16,3-3 0 0,0 1 0 0,0 0 0 15,0 2 0-15,0-3 0 0,0 1 0 0,0 2 0 16,0-2 0-16,0 2 0 0,0 0 0 0,0-2 8 16,3-1-8-16,-3 1 0 0,0 2 0 0,0-5 0 15,3 3 0-15,-3-3 0 0,0 2 0 0,0-2 0 16,0 0 0-16,0 0 0 0,0 0 0 0,0 0 0 15,0 0 0-15,0 0 0 0,0-3 0 0,0 6 0 16,0-6 0-16,3 3 0 0,-3 0 0 0,0 0 0 0,0-3 0 0,0 3 0 16,0 0 0-16,0-3 0 0,-3 3 0 15,3 0 0-15,0-3 0 0,0 3 0 0,0 0 0 0,0 0 0 16,0 0 0-16,0 0 0 0,0 0 0 0,0 0 0 0,0 3 0 0,0-3 0 16,0-1 0-16,0 4 0 0,0-3 0 0,0 3 0 15,0-4 0-15,0 1 0 0,0 0 0 0,0 3 0 16,0-3 0-16,0 0 0 0,0-3 0 0,0 3 0 15,0-3 0-15,0 1 0 16,0-1 0-16,0-5 0 0,0 0-8 0,0 0-1 0,0 0 0 0,0 0 0 16,0 0-117-16,0 0-23 0,6-5-5 15</inkml:trace>
  <inkml:trace contextRef="#ctx0" brushRef="#br0" timeOffset="6074.758">7870 9465 895 0,'0'0'18'0,"0"0"6"16,0 0-24-16,-6-3 0 0,6 3 0 0,0 0 0 15,-3 0 97-15,3 0 15 0,0 0 2 0,0 0 1 16,0 0-20-16,-6 0-4 0,6 0-1 0,0 0 0 16,0 0-6-16,0 0 0 0,0 0-1 0,0 0 0 15,0 0-23-15,-6-3-4 0,6 3 0 0,0 0-1 0,0 0-9 16,0 0-2-16,0 0 0 0,0 0 0 0,0 0-17 0,0 0-4 0,0 0-1 0,0 0 0 16,0 0 4-16,0 0 1 0,0 0 0 0,6 6 0 15,0-4-27-15,0 1 0 0,0 0 0 0,2-1 0 16,1 1 0-16,3 0 0 0,-3-3 0 0,3 2 0 15,3 1 36-15,0 0 3 0,0-1 0 0,0-2 0 16,0 3-31-16,-1-3-8 0,1 0 0 0,0 0 0 16,3-3 0-16,-3 3 0 0,3-2 0 0,0 2 0 15,-3-3 24-15,2 3 0 0,1-3 0 0,3 3 0 16,-3-2-24-16,0 2 0 0,0 0 0 0,0 0 0 16,-1 2 0-16,-2-2 0 0,3 3 0 0,-3-3 0 15,0 3 0-15,0-1 0 0,-3-2 0 0,0 3 0 16,0-1 0-16,-1 1 0 0,4-3 0 0,-3 3 0 15,-3-1 0-15,0-2-10 0,0 3 1 0,0-3 0 16,0 0 17-16,-3 3 4 0,3-3 1 0,0 0 0 16,0 0-13-16,0 0 0 0,-1 0 0 0,4 0-10 15,-3 0 10-15,3 0 0 0,-3-3 0 0,0 3 0 16,3 0 0-16,0 0 0 0,-3 0 0 0,3 0 0 16,0 0 49-16,0 0 12 0,-4-3 3 0,4 3 0 15,0 0-52-15,-3 0-12 0,0 0 0 0,3 3 0 16,-3-3 0-16,0 0 0 0,0 3 0 0,-3-3 0 15,3 0 0-15,0 2 0 0,0-2 0 0,-3 3 0 16,2-3 0-16,1 0 0 0,0 3 0 0,0-3 0 16,0 0 0-16,-3 2 0 0,3-2 0 0,0 0 0 15,-3 0 0-15,3 0 0 0,-3 0 0 0,3 0 0 16,-3 0 0-16,0 0 0 0,3 0 0 0,-3 0 0 16,2-2 0-16,-2 2 0 0,3 0 0 0,0-3 0 0,-3 3 0 15,3 0 0-15,0-3 0 0,0 1 0 0,0-1 0 0,0 3 0 16,0-3 0-16,0 1 0 0,0 2 0 0,0-3 0 0,-3 0 0 0,3 3 0 15,-1-2 0-15,-2 2 0 16,3 0 0-16,0-3 0 0,0 3 0 0,-3 0 0 0,3-2 0 0,0 2 9 16,0-3-9-16,-3 3 0 0,3 0 0 0,0 0 0 15,0 0 0-15,-3 0 0 0,3 0 8 0,-1 0-8 16,-2 0 0-16,3 0 0 0,-3 0 0 0,0 0 0 16,3 0 0-16,-3 0 0 0,0 0 0 0,0 0 0 15,0 0 0-15,3 0 0 0,-3 0 0 0,0 0 0 16,0 0 0-16,0 0 0 0,0 0 0 0,0-3 8 15,0 3-8-15,0-2 0 0,0 2-12 0,-3 0 12 16,2-3 0-16,1 3 0 0,-3 0 0 16,3-3 0-16,-3 3 0 0,-3 0 0 0,3-2 0 0,-3 2 0 15,6 0 0-15,-6 0 0 0,6-3 0 0,-6 3 0 16,0 0 0-16,3 0 0 0,-3 0 0 0,0 0 0 16,0 0 0-16,6 0 0 0,-6 0 0 0,0 0 0 15,6 0 0-15,-6 0 0 0,0 0 0 0,0 0 0 16,6 0 0-16,-6 0 0 0,0 0 0 0,0 0 0 15,6 0 0-15,-6 0 0 0,6 0 0 0,-6 0 0 16,6-3-59-16,0 1-4 0,0-4-1 0</inkml:trace>
  <inkml:trace contextRef="#ctx0" brushRef="#br0" timeOffset="8111.318">7846 11206 1337 0,'0'0'28'0,"0"0"6"16,0 0-34-16,0 0 0 0,0 0 0 0,0 0 0 15,0 0 109-15,0 0 15 0,-6-3 4 0,6 3 0 16,0 0-28-16,-6 0-6 0,6 0-1 0,-3 3 0 16,3-3-31-16,-6 5-6 0,6-5-2 0,-3 5 0 15,0 1-9-15,0 2-1 0,3-3-1 0,-3 0 0 16,3 0-5-16,0 3-1 0,0-2 0 0,0 2 0 15,0-3-6-15,0 3-2 0,3 0 0 0,-3 0 0 16,0 0-15-16,3 0-3 0,-3 0-1 0,0 0 0 16,0 2-10-16,3 1 8 0,-3-1-8 0,3 1 8 15,-3-1-8-15,3 1 0 0,-3 2 0 0,3 0 8 16,-3 1-8-16,0 2 0 0,3-1 0 0,-3 1 0 0,0 3 0 16,3-1 0-16,0-2 0 0,-3 3 0 15,3-1 0-15,0-2 0 0,0 0 0 0,0 0 0 16,0 0 0-16,0-3 0 0,0 0 0 0,0 0 0 15,0-2 0-15,0 0 0 0,3-1 0 0,-3-2 0 16,-1 3 0-16,1-3 0 0,0 0 0 0,0 0 0 0,3-3 0 0,-3 3 0 0,0-3 0 16,3 0 0-16,-3 1 0 0,0-1 0 0,3 0 0 0,0 1 0 15,-3-1 0-15,3-2 0 0,-3 2 0 0,3-3 0 16,-3 1-9-16,3 0 9 0,0-1 0 0,0 4 0 16,0-4 0-16,0 1 0 0,3 0 0 0,-3-1 0 15,3 1 0-15,-1-3 0 0,-2 3 0 0,3-1 0 16,-3 1 0-16,0-3 0 0,3 0 0 0,-3 2 0 15,0-2 0-15,3 0 0 0,0 3 0 0,-3-3 0 16,0 0-16-16,3 0 4 0,-3 0 1 0,3 0 0 16,-3 0 11-16,3 0 0 0,0 0 0 0,-1 0 0 15,1 0 0-15,0 0 0 0,0 0 0 0,0 0 0 16,3 0 0-16,0 0 16 0,0 0-4 0,0 0-1 16,0-3-11-16,0 3 0 0,0 0 0 0,2 0 0 15,-2 0 0-15,0 0 0 0,3 0 0 0,-3 3 0 16,0-3 0-16,0 3 0 0,0-3 0 0,3 0 0 15,-4 0 0-15,-2 0 0 0,3 0 0 0,3 0 0 16,-6 0 0-16,0 2 0 0,0-2 0 0,0 3 0 16,0-3 0-16,-3 0-16 0,3 3 4 0,-3-3 1 15,3 0 11-15,-3 2 0 0,0 1 0 0,2-3 0 16,-2 3 0-16,3-1 0 0,0 1 0 0,-3-3 0 0,3 3 0 0,0-1 0 0,-3 1 0 0,3 0 0 31,-3-1 0-31,3 1 0 0,0-1 0 0,-3 1 0 0,3 0 0 0,3-1 0 0,-3 1 0 16,-1 0 0-1,1-1 0-15,0 1 16 0,0-3-4 0,-3 3-1 16,3-1-11-16,0 1 0 0,0-3 0 0,0 3 0 0,0-3 0 16,0 2 0-16,0 1 0 0,0-3 0 15,-3 3 0-15,3-1 0 0,-1 1 0 0,1-3 8 0,0 2-8 0,-3-2 0 16,3 3 0-16,-3-3 0 0,3 3 0 0,-3-3 0 0,3 0 0 0,-3 2 0 16,0-2 0-16,0 3 0 0,3-3 0 0,-3 0 0 15,0 0 0-15,0 0 0 0,0 0 9 0,-1 0-9 16,1 0 8-16,0 3-8 0,0-3 10 0,0 0-10 15,0 0 0-15,0 2 0 0,3-2 0 16,-3 0 0-16,0 3 0 0,3-3 0 0,-3 0 0 0,0 0 0 16,0 0 0-16,3 3 8 0,-3-3-8 0,0 0 0 15,0 0-12-15,0 2-9 0,0-2-2 0,-1 0 0 16,1 3 23-16,0-3 0 0,3 0 0 0,-3 0 0 16,0 0 0-16,0 3 0 0,0-3 0 0,0 0 0 15,0 0 47-15,0 0 13 0,3 0 4 0,-3 0 0 16,0 2-52-16,0-2-12 0,3 0 0 0,-3 0 0 15,0 3 0-15,0-3 0 0,0 0 0 0,-1 2 0 16,4-2 0-16,-3 3 0 0,0-3 0 0,0 3 0 16,-3-3 0-16,3 0 0 0,0 2 0 0,0 1 0 15,-3-3 0-15,3 3 0 0,-3-1 0 0,3 1 0 16,-3 0 0-16,0-1 0 0,3 1 0 0,-3 0 0 16,0-1 0-16,-3-2 0 0,3 3 0 0,-3-3 0 15,6 5 0-15,-3-2 0 0,0-1 0 0,-3-2 0 16,3 3 0-16,-3-3 0 0,3 3 0 0,-3-3 0 0,3 5 0 0,-3-5 0 0,3 3 0 0,0-1 0 31,-3-2 0-31,6 3 0 0,-6-3 0 0,3 5 0 16,-3-5-48-16,5 3-13 0,-5-3-3 0,3 3 0 0,-3-3 52 0,0 0 12 0,0 0 0 0,6 2 0 31,-6-2-156-31,0 0-29 0,3 0-6 0</inkml:trace>
</inkml:ink>
</file>

<file path=ppt/ink/ink3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3:02:19.058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brush xml:id="br1">
      <inkml:brushProperty name="width" value="0.05292" units="cm"/>
      <inkml:brushProperty name="height" value="0.05292" units="cm"/>
      <inkml:brushProperty name="color" value="#00B0F0"/>
    </inkml:brush>
    <inkml:brush xml:id="br2">
      <inkml:brushProperty name="width" value="0.05292" units="cm"/>
      <inkml:brushProperty name="height" value="0.05292" units="cm"/>
      <inkml:brushProperty name="color" value="#7030A0"/>
    </inkml:brush>
  </inkml:definitions>
  <inkml:trace contextRef="#ctx0" brushRef="#br0">23446 998 2169 0,'-9'-6'45'0,"3"-2"11"0,-3 3-45 0,-3 2-11 0,4-5 0 0,-7 8 0 16,0-5 55-16,-3 2 9 0,0 3 1 0,-6 0 1 15,0 3-30-15,-2 2-7 0,-4 3-1 0,0 0 0 16,0 0-16-16,4 5-4 0,-1 3-8 0,0-2 12 16,6 1-12-16,3 1 0 0,0 0 0 0,4 3 0 15,2-9 0-15,3 9 0 0,0-3 0 0,6 0 0 16,3-3 0-16,0-3-16 0,6 4 3 0,0-1 1 16,3 3 4-16,3-8 8 0,-1 5-13 0,4-3 5 15,3 4 8-15,0-1 0 0,3-2 0 0,0 2 0 16,3 0 0-16,-4 3 0 0,1-3 10 0,0-2-10 15,-3 2 12-15,-3 0-4 0,0-2-8 0,-6 2 12 16,0 0-4-16,-7-5-8 0,-2 0 11 0,-2 5-11 0,-7-5 20 16,0 0-4-16,-6 0 0 0,-3 0 0 0,-3 0-5 15,0-3-2-15,-6 3 0 0,4 0 0 0,-1-3-26 0,3 3-6 16,0-5-1-16,0 2 0 0,0-2 24 0,1 2 0 0,2-5 0 0,3 0 0 31,3 0-107-31,3 0-17 0,3-5-3 0</inkml:trace>
  <inkml:trace contextRef="#ctx0" brushRef="#br0" timeOffset="375.885">23613 1204 2024 0,'12'-5'42'0,"-12"5"10"0,0 0-41 0,0 0-11 0,0 0 0 0,0 0 0 16,0 0 118-16,0 0 22 0,-6-6 4 0,-3 6 0 15,3 0-73-15,-3 6-15 0,-3-6-4 0,3 5 0 16,-3 3-25-16,-3-5-6 0,3 4-1 0,1 7 0 15,-1-1-20-15,0-3-18 0,3 4 3 0,0 2 1 16,0 2 32-16,3-2 6 0,3 5 2 0,0-5 0 16,3 5-26-16,3-5 0 0,0 0 0 0,3 0 0 15,3-3 0-15,0 0 0 0,3-2 0 0,3-3 0 16,0-3-23-16,2 0 0 0,4 3 0 0,0-8 0 16,-3 0 23-16,0 0 0 0,3-5 0 0,-4 2 0 15,-2-7 47-15,-3 2 13 0,0-3 4 0,-3 3 0 16,0-5-31-16,-3 0-5 0,-3-3-2 0,0 0 0 15,-3-2 10-15,-3 2 1 0,-3-5 1 0,0 5 0 16,-3 0-30-16,0-5-8 0,-6 5 0 0,0 0 0 16,1 3 0-16,-4-3 0 0,0 3 0 0,0-1-8 15,3 4-32-15,-3-3-7 0,6-3-1 0,-3 8 0 16,6-6-20-16,4 1-4 0,2 3 0 0,6-4-1 16,2 7-47-16,4-1-10 0,3 0-2 0,6 0 0 15,3 8-122-15,3 0-25 0</inkml:trace>
  <inkml:trace contextRef="#ctx0" brushRef="#br0" timeOffset="853.21">23931 1109 1688 0,'9'8'75'0,"0"0"15"0,-3-3-72 0,0 3-18 0,-3 0 0 0,0-6 0 16,0 6 111-16,-3 3 18 0,0-8 4 0,0 4 1 15,0 1-47-15,-3 0-10 0,3 3-1 0,-3 0-1 16,3 2-33-16,-3 0-6 0,3-2-2 0,0 7 0 16,0 1-13-16,0 2-2 0,0 0-1 0,0 3 0 15,0 2-7-15,0-2-2 0,3 0 0 0,-3-3 0 16,3 0-9-16,0 0 0 0,0-2 0 0,-3-1 0 15,6-2 0-15,-3-3 0 0,0-5 9 0,-3 3-1 16,3 0-8-16,0-3 11 0,0-1-11 0,-3 1 12 16,3-5-20-16,-3-3-4 0,0 0-1 0,0 0 0 15,0 0 61-15,0 0 13 0,0 0 3 0,0 0 0 16,0 0 0-16,0 0 0 0,3-8 0 0,0 0 0 16,-3 0-52-16,0-5-12 0,0-3 0 0,0 0 0 15,0-8 0-15,0 3 0 0,0-8 0 0,0 0 0 16,0-5 20-16,0 2 2 0,3 0 0 0,-3-2 0 15,3 2-22-15,3 6 8 0,-3 2-8 0,3-5 0 16,0 5 0-16,0-5 0 0,2 2 0 0,1-2 0 0,0 3 0 16,3-3 0-16,0 2 0 0,0 3 0 0,0 0 0 15,0 3 0-15,0 5 0 0,0 3 0 0,0 0 0 0,2 5 0 16,-2-5 0-16,3 10-8 0,-3-2 8 0,0 2 0 0,3 3 0 16,-3 0 0-16,3 8 0 0,-3 0-10 15,3 0 10-15,-1 5 0 0,-5 8-9 16,3-2 9-16,-3 7 0 0,-3-2-9 15,-3-3 9-15,0 1 0 0,-6 1 0 0,0-7 0 0,-3 5 0 16,-3-7 0-16,-3 2 0 0,0-3 0 0,-2-3 0 0,-1 4-20 16,-3-6 4-16,0-1 1 0,-3-1 15 0,-3 2 0 0,1-8 0 15,-4 2 0-15,-3-2 0 0,0 6 0 0,-6-6 0 0,4 0 0 16,-1 0-11-16,0 0 1 0,3 0 0 0</inkml:trace>
  <inkml:trace contextRef="#ctx0" brushRef="#br0" timeOffset="21637.456">14695 4482 981 0,'0'0'28'0,"0"0"6"0,0 0-34 0,0 0 0 0,0 0 0 0,-6 0 0 16,6 0 78-1,-6 3 9-15,6-3 1 0,0 0 1 0,-6 5-20 0,6-5-4 0,-6 0-1 0,6 0 0 16,0 0-51-16,-6 0-13 0,6 0 0 0,0 0 0 15,-6 3 60-15,6-3 10 0,0 0 2 0,0 0 0 16,0 0-26-16,-6 0-5 0,6 0-1 0,0 0 0 16,0 0-19-16,0 0-4 0,0 0-1 0,0 0 0 15,0 0 39-15,0 0 7 0,0 0 2 0,0 0 0 16,0 0-64-16,0 0-10 0,0 0-3 0,0 0-1 16,0 0 14-16,0 0 15 0,0 0-3 0,3 0-1 15,0 3-3-15,3-3-8 0,0 0 12 0,0 0-4 16,3 0-8-16,-3 0 12 0,3 0-12 0,3 0 12 15,-3 0-12-15,3 0 0 0,0 0 0 0,-1 0 8 16,1 0-8-16,0 2 0 0,3-2 0 0,0 0 8 16,0 0-8-16,0 0 0 0,3 0 0 0,0 0 0 15,-4 0 0-15,4-2 0 0,-3 2 0 0,3 0 0 16,0-3 0-16,0 3 0 0,3-3 0 0,-4 3 0 16,4-5 0-16,-3 5 0 0,3-3 0 0,3 3 0 15,-3 0 0-15,-1 0 0 0,1 0 0 0,0 0 0 0,0 0 0 16,0-5 8-16,0 5-8 0,-1-3 0 0,1 3 0 0,-3-2 0 15,0 2 0-15,0-3 0 0,0 0 0 0,-3 1 0 0,2 2 0 16,1-3 0-16,0 1 0 0,-3 2 0 0,3-3 0 16,0 3 0-16,-3 0 0 0,3-3 0 0,-1 3 0 15,1 0 0-15,0 0 0 0,-3 0 8 0,0 0-8 0,3 0 0 16,-3 0 0-16,0 0 0 0,-1 0 0 0,1 0 0 16,-3 0 0-16,0-5 0 0,3 5 0 0,-3 0 0 15,-3-3 0-15,3 3 8 16,-3 0-8-16,3 0 0 0,-4-5 0 15,4 2 0-15,0 1 8 0,-3 2-8 0,3-3-16 0,0 3-4 0,0-3-2 0,-3 3 0 16,3-2 41-16,-3 2 8 0,0-3 1 0,0 3 1 16,0-3-13-16,-4 3-2 0,4 0-1 0,-3 0 0 15,0 0 6-15,0 0 1 0,0 0 0 0,0 0 0 16,-6 0-1-16,6 0 0 0,-3 0 0 0,-3 0 0 16,6 0 22-16,0 0 5 0,0 0 1 0,-6 0 0 15,6 3-38-15,-3-3-9 0,3 3 0 0,0-3 0 16,-3 2 0-16,3 1 0 0,0-3-12 0,-6 0 12 15,3 3 0-15,3-1 0 0,0-2 0 0,-3 8 12 16,-1-8 5-16,4 3 2 0,-3 2 0 0,-3-5 0 16,6 0-7-16,-3 6 0 0,0-4-1 0,0 3 0 15,3-2-11-15,-3 2 12 0,0 3-12 0,0-5 12 16,3 2-4-16,-3-2 0 0,0 0 0 0,0 2 0 0,0 0 0 0,0 0-8 16,0 3 12-16,-3-5-4 15,3 2-8-15,0 1 10 0,0 2-10 0,-3-3 10 16,3 5-10-16,0-4 8 0,-3 2-8 0,3 0 8 0,0 0-8 0,-3 2 0 15,3-2 9-15,-3 0-9 0,3 3 0 0,-3-1 9 0,3-2-9 16,-3 3 0-16,0-1 8 0,3 1-8 16,-3-1 0-16,3 4 0 0,-3-9 9 0,0 6-9 0,0-1 0 15,0 1 9-15,0-1-9 0,0-2 0 16,0 3 0-16,0-1 0 0,0 1 8 0,3 0-8 16,-3 2 0-16,0-3 8 0,0 1-8 0,3 0 0 0,-3-4 0 0,0 4 0 15,0 0 0-15,0-3 0 0,0 2 8 0,0 1-8 16,0 2-8-16,0-8-4 0,0 6-1 0,0 2 0 15,3-2 13-15,-3-1 0 0,0 6 0 0,0-5 0 16,0 2 0-16,0 0 0 0,0-2 0 0,0 2 0 16,0 3 0-16,0-6 0 0,0 6 0 0,0-5 0 15,0-1 0-15,0 6 0 0,0-5 0 0,0 0 0 16,0-1 0-16,0 1 0 0,0-1 0 0,0 1 0 16,3 2 0-16,-3-2 0 0,0-3 0 0,-3 5 0 15,3-3 0-15,0 1 0 0,0 0 0 0,-3-3 0 16,3 2 0-16,0 1 0 0,-3-3 0 0,3 2 0 15,-3 1 0-15,3-1 0 0,0-2 0 0,-3 3 0 16,3 0 0-16,-3-1 0 0,3 1 0 0,-3-1 0 16,3 3 0-16,-3-2 0 0,3 0 0 0,0 2 0 15,-3-3 0-15,3 1 0 0,0 0 0 0,-3 2 0 16,3-3 24-16,0 1 8 0,-3 0 2 0,3 2 0 16,-3-3-34-16,3 1 0 0,-3 0 0 0,3-1 0 15,-3 1 0-15,0-3 0 0,0 2 0 0,0 1 0 16,0-1 0-16,3-2 0 0,-3 0 0 0,0 3 0 15,3-1 0-15,-3-2 0 0,3 0 0 0,-3 3 0 0,3-3 8 0,0-3-8 0,-3 3 0 0,3-3 0 16,0 3 0-16,0 0 0 0,0-2 0 0,0 2 0 16,0-3 0-16,0 3 0 0,0-3 0 0,0 0 0 15,0 1 0-15,0 2 0 0,0-3 0 0,0 0 0 16,0 0 0-16,3 3 0 0,-3-2 0 0,0-1 0 16,0 3 0-16,3-3 0 0,-3-2 0 0,0 5 0 31,0-3 0-31,3 3 0 0,-3-5 0 0,0 5 0 0,0-3 0 0,0 0 0 0,0 3 0 0,0-3 0 15,0 1 0-15,3-1 0 0,-3 0 0 0,0 1 0 16,0-1 0-16,3 0 0 0,-3-2 0 16,0 2 0-16,0-5 0 0,0 5 0 0,3 1 0 0,-3-1 0 15,0-5 0-15,0 5 0 0,0-5 0 0,0 6 0 16,0-6 8-16,0 0-8 0,0 0 0 0,-3 5 0 16,3-5 0-16,0 0 0 0,0 0 0 0,-3 5 0 15,3-5 8-15,0 0-8 0,0 0 0 0,-3 5 0 16,3-5 9-16,-6 3-9 0,6-3 0 0,-3 5 9 15,3-5 10-15,-6 3 1 0,6-3 1 0,-6 3 0 16,0-1-21-16,-3 1-13 0,3-3 1 0,-3 3 1 16,4-1 11-16,-4-2 0 0,0 0 0 0,0 3 0 15,-3-3 0-15,3 3 0 0,0-1 0 0,-3-2-8 16,0 0 8-16,0 3 0 0,0-3 0 0,3 0 0 16,-2 2 0-16,-1-2 0 0,3 0 0 0,-3 3 0 15,0-3 0-15,0 0 0 0,3 3 0 0,-6-1 0 16,6-2 11-16,-3 3 1 0,0-3 0 0,1 3 0 0,-1-1-12 15,0 1 0-15,0-3 0 0,-3 3 0 16,0-1 0-16,0-2 0 0,0 3 0 0,0-3 0 0,-2 3 0 0,2-1-12 16,-3-2 2-16,3 3 1 0,-3 0 9 0,3-1 0 0,-3-2 0 15,3 3 0-15,-2-1 0 0,-1-2 0 16,3 3 0-16,0-3 0 0,0 0 0 0,0 0 0 16,0 0 0-16,0 0 0 0,3 0 0 0,1 0 12 0,-1 0-2 0,0 0-1 15,0 0-9-15,0 0 0 0,0 0 0 0,0 0 0 16,-3 0 0-16,3 0-11 0,-3 0 3 0,4 0 0 15,-4 0 8-15,3 0 0 0,0 0 0 0,-3 0 0 16,0 3 0-16,0-3 0 0,0-3 0 0,0 6 0 16,4-3 0-16,-4 2 0 0,0-2 0 0,3 0 0 15,-3 0 0-15,0 3 0 0,3-3 0 0,0 0 0 16,0 0 0-16,3 0 0 0,-2 0 0 0,-1 0 0 16,3 0 0-16,-3 0 9 0,3 0 0 0,0 0 0 15,3 0-9-15,-3 0 0 0,0 0 0 0,3 3 0 16,-3-3 0-16,0 2 0 0,3-2 0 0,-3 0 0 15,3 0 0-15,-2 0-11 0,2 0 3 0,0 0 0 16,0 0 8-16,6 0 0 0,-6 0 0 0,0 0 0 16,6 0 0-16,-6-2 8 0,0 2-8 0,6 0 0 15,-6 0 0-15,6 0 0 0,-6 0 0 0,6 0 8 16,-6 0-8-16,6 0 0 0,-6 0 8 0,6 0-8 16,-6 0 0-16,6 0 0 0,-6 0 0 0,6 0 0 15,-6 0 0-15,6 0 0 0,-6 0 0 0,6 0 0 16,-6-3 0-16,6 3 0 0,-3 0 0 0,3 0-8 15,-6 0 8-15,6 0 0 0,0 0 8 0,-6-3-8 0,6 3 0 16,-3-2 0-16,-3-1 0 0,6 3 0 0,-2-3 0 0,-4 1 0 0,3-3 0 16,0 2 0-16,0 0 0 0,0-2 0 0,0 2 0 0,0-2 0 15,0 2 0-15,0-2 0 0,3 2 0 0,-6-2 0 16,6 2 0-16,-3-2 0 0,0 0 0 0,0 0 0 16,3-1 0-16,-3 1 0 0,0 0 0 0,0-1 0 15,3 1 0-15,-3-3 0 16,0 0 0-16,3 0 0 0,-3 0 0 15,3-2 0-15,0 2 0 0,-3-3 0 0,3 1 0 0,0-4 0 16,0 1 0-16,0 0 0 0,0 0 0 0,3 0 0 0,-3-3 0 0,3 2 0 16,0 1 0-16,-3 0 0 0,3-3 0 0,-3 3 0 15,3 0 0-15,-3-1 0 0,0 4 0 0,3-3 0 16,-3-1 0-16,3 4 0 0,-3-3 0 0,3 2 0 16,-3-2 0-16,0 2 0 0,0 1 0 0,0-4 0 15,0 4 0-15,0-3 0 0,0-1 0 0,0 1 0 16,0-3 0-16,-3 0 0 0,3 0 0 0,0 1 0 15,-3-4 0-15,3 3 0 0,0-2 0 0,0-1 0 16,-3 3 0-16,3 0 0 0,0 1 0 0,0-1 0 16,-3 0 0-16,3 3 0 0,0-1 0 0,0 1 0 15,0 0 13-15,0 0-1 0,0-1-1 0,0 4 0 16,0-3-11-16,0 2-17 0,3-2 4 0,-3 2 1 16,0-2 12-16,0 0 0 0,0-1 0 0,-3 1 0 15,0 0 0-15,0-6 0 0,0 4 0 0,0-1 0 16,0 0 0-16,0-3 8 0,0 6-8 0,0-3 10 15,0 0-10-15,0 3 0 0,0-3-10 0,-3 3 10 16,3 0 0-16,-3 2 0 0,3-2 0 0,0 2 0 16,-3 1 0-16,3-3 0 0,0 5 0 0,-3-3 0 0,4 0 0 0,-1 1 0 15,0-1 0-15,0 3 0 0,0-2 0 16,0 2 0-16,0-3 0 0,0 1 0 16,0 2 0-16,3 0 0 0,-3-3 0 0,0 3 0 0,3-2 0 0,0 2 0 0,-3-3 0 0,3 3 0 31,0 0 0-31,0-2 0 0,0-1 0 0,3 3 0 0,-3-2 0 0,3-1 0 0,0 0 0 0,0 3 0 15,0 1 0-15,0-7 0 0,0 6 0 0,3 0 0 16,-3-2 0-16,0 2 0 0,-1 0 0 0,4 0 0 16,-3 5 0-16,3-5 0 0,-3 3 0 0,3 3 0 15,-3-4 0-15,0 4 0 0,-3 2 0 0,3-3 0 16,-3 3-20-16,6 0 3 0,-6 0 0 0,0 0 0 16,3-3-127-16,-3 3-24 15,6 0-6-15</inkml:trace>
  <inkml:trace contextRef="#ctx0" brushRef="#br0" timeOffset="25331.616">23256 4527 1196 0,'0'0'24'0,"-6"0"8"0,0-5-32 0,6 5 0 0,-6 0 0 0,6 0 0 16,0 0 80-16,0 0 9 0,0 0 3 0,0 0 0 15,0 0-16-15,0 0-2 0,0 0-1 0,0 0 0 16,0 0-21-16,0 0-4 0,0 0 0 0,6-3-1 16,0 3-24-16,3 0-5 0,0 0-1 0,0 0 0 15,2 0 38-15,-2 0 7 0,3 0 2 0,0 0 0 16,0 0-52-16,3 0-12 0,0 0 0 0,-3 0 0 16,3 0 0-16,0 0 0 0,-1-5 0 0,1 2 0 15,3 3 35-15,3-2 4 0,-3-1 1 16,3 3 0-16,2-3-30 0,1 3-10 0,0 0 0 0,0 0 9 15,0 0-9-15,0 3 0 0,2 0 0 0,-2-3 0 16,3 2 0-16,-6-2 0 0,3 0 0 0,-1 0 0 16,-2-2 0-16,0 2 0 0,0 0 8 0,3-3-8 15,-3 3 0-15,2 0 0 0,1 0 0 0,-3 0 8 16,0 0 8-16,0 3 0 0,0-3 1 0,-1 0 0 16,-2 2-17-16,0-2 0 0,0 0 0 0,0 3 0 15,0-3 0-15,-3 0 0 0,-1 0 0 0,4 0 0 16,-6-3 0-16,3 3 0 0,-3 0 0 0,3-2 0 15,-3 2 0-15,0-3 0 0,3 0 0 0,-4 3 0 16,4-2 9-16,-3 2-1 0,0-3-8 0,0 3 12 16,-3-2 2-16,3 2 0 0,-3-3 0 0,0 3 0 15,0 0 0-15,0-3 0 0,0 3 0 0,-3 0 0 16,-1 0-2-16,1 0 0 0,-3 0 0 0,-3 0 0 16,6 0 0-16,0 0-1 0,-6 0 0 0,3 0 0 15,-3 0-3-15,6 0-8 0,0 0 12 0,-6 0-4 16,0 0-8-16,3 0 10 0,-3 0-10 0,6 3 10 0,-6-3 5 0,0 0 1 0,6 0 0 15,-6 0 0-15,0 0-8 0,3 3 0 0,-3-3-8 0,6 2 12 16,-6-2-2-16,6 3-1 0,-6-3 0 0,3 0 0 16,-3 0 2-16,6 2 0 0,0 1 0 0,-6-3 0 15,3 3-3-15,3-1-8 0,-6-2 12 0,3 8-4 16,0-8-8-16,3 8 8 0,-3-8-8 0,0 3 8 16,3 2-8-16,-3-2 8 0,0 2-8 0,0-2 8 15,-1 2-8-15,1 0 8 0,0 1-8 16,0-1 8-16,0-2-8 0,0 2 12 0,0 0-12 0,0 3 12 15,-3-3-12-15,3 1 12 0,-3 2-12 0,0 0 12 16,3 0-12-16,-3 2 10 0,0-2-10 0,0 0 10 16,0 3-10-16,3-1 10 0,-3-2-10 0,0 3 10 15,0-1-10-15,0 1 0 0,0-3 0 0,0 8 8 16,0-8-8-16,3 2 0 0,-3 1 0 0,0 2 0 16,0 0 0-16,0-2 0 0,0 2 8 0,0-2-8 15,0 2 0-15,0-3 0 0,0 1 9 0,0 5-9 16,0-8 0-16,0 2 0 0,0 4 0 0,3-1 8 15,-3 0-8-15,0 0 0 0,3 1 0 0,-3 4 8 16,0-7-8-16,3 5 0 0,-3-3 0 0,3 3 8 16,-3-3-8-16,3 0 0 0,-3 0 0 0,3 3 0 15,-3-3 0-15,3 3 0 0,-3-5 0 0,0 0 8 0,3 4-8 16,-3-4 0-16,3 0 0 0,-3-1 0 16,3 1 0-16,-3 2 0 0,0-2 0 0,0-1 0 0,0 1 0 0,0-1 9 0,0-2-9 15,-3 3 0-15,3-3 12 0,0 0-12 0,-3 2 12 16,0-2-12-16,3 3 15 0,-3-3-4 0,3 2-1 15,-3 1 0 1,3-3-10-16,0 2 10 0,-3 1-10 0,3-3 10 0,0 3-10 0,0-1 8 0,0 1-8 16,0-1 8-16,-3 4-8 0,3-7 0 15,0 4 0-15,0 2 8 0,-3-5-8 0,3 3 0 16,0-1 9-16,0 1-9 0,0 0 0 16,-3-4 8-16,3 4-8 0,0 0 0 0,-3-3 0 0,3 0 0 0,0 2 0 15,0-2 0 1,0 0 0-16,-3 0 0 0,3 0 0 0,0 2 0 0,-3-2 0 0,3-2 0 0,0 2 0 0,0 0 8 15,0-3-8-15,-3 3 0 0,3-3 0 0,0 0 0 16,0 1 0-16,0-1 0 0,0 0 0 0,0 1 0 16,0-1 0-16,0 0 0 0,0 0 0 0,0 3 0 15,3-5 0-15,-3 2 0 0,0 1 0 0,0-1 0 16,0 0 0-16,0 0 0 0,0 1 0 0,0-1 0 16,0-5 0-16,0 5 0 0,0 1 0 0,0-1 0 15,0-5 0-15,3 5 0 0,-3 1 0 0,0-1 8 16,0 0-8-16,0-5 0 0,0 5 0 0,0 1 0 15,0-6 0-15,0 5 0 0,0-5 0 0,0 5 0 16,0 1 0-16,-3-1 0 0,3-5 0 0,0 5 0 16,-3 0 0-16,0-2 0 0,3-3 0 0,-3 5 0 15,0 1 0-15,-3-1 8 0,3 0-8 0,3-5 0 16,-3 3 0-16,-2 2 0 0,2-2 0 0,0 2 8 16,-3-2-8-16,3-1 0 0,-3 1 0 0,0 0 0 15,0 2 0-15,0-2 0 0,0-1 0 0,-3 4 8 16,3-4-8-16,0 1 0 0,-3 0 0 0,0 2 0 15,0-3 0-15,0 1 0 0,-3 0 0 0,0 2 0 0,4-2-13 0,-4-1-7 0,0 1-2 0,0 2 0 16,0-2 36-16,-3 0 7 16,3-1 2-16,0 3 0 0,0-2-23 0,0 0 0 0,1 2 0 0,-1-2 0 15,3-1 0-15,-3 1 0 0,3 0 0 0,0-1 0 16,-3 1 0-16,3 2 0 0,0-5 0 0,-3 3 0 16,3 0 0-16,-3-1 0 0,1 1 0 0,-1-1 0 15,3 1-14-15,-3 0-7 0,0-1-2 0,3-2 0 16,-3 3 38-16,0 0 7 0,3-3 2 0,-6 2 0 15,3-2-24-15,0 3 0 0,1-3 0 0,-1 3 0 16,0-3 0-16,0 2 0 0,0-2 0 0,0 0 0 16,0 3 0-16,0-3 0 0,0 0 0 0,0 3 0 15,3-3 0-15,-2 0 0 0,-1 0 0 0,3 2 8 16,-3-2-8-16,0 0 0 0,3 3 0 0,-3-3 0 16,3 3 0-16,-3-3 0 0,0 0 0 0,0 0 0 15,1 0 0-15,-1 0 0 0,-3 0 0 0,3 2 0 16,-3-2 0-16,0 0 0 0,0 0 0 0,3 3 0 15,-3-3 0-15,3 0 0 0,-2 0 0 0,-1 2 8 16,3-2-8-16,0 0 0 0,0 0 0 0,-3 0 0 16,3 0 0-16,0 3 0 0,0-3 0 0,3 0 0 15,-2 0 0-15,2 0 0 0,0-3 0 0,0 3 0 0,0 0 0 0,3 0 0 16,-3 0 0-16,3 0 0 0,0 0 0 0,-3 0 0 0,3 0 0 0,0 0 0 16,0 0 0-16,6 0 0 0,-6 0 0 0,0 3 0 31,6-3 0-31,-6 0 0 0,0 0 0 0,6 0 0 0,-5 0 0 0,-1 0 0 0,6 0 0 0,-6 0 0 15,6 0 0-15,-6 0 0 0,6 0 0 0,-6 0 0 16,6 0 0-16,-6 0 0 0,6 0 0 0,-6 3 0 16,6-3 0-16,0 0 0 0,-6 0 0 0,6 0 0 15,-6 0 0-15,6 0 0 0,-6 0 0 16,6 0 0-16,0 0 0 0,-6-3 0 0,6 3 0 16,-6 0 0-16,6 0 0 0,-6 0 0 0,6 0 0 0,-3-3 0 15,3 3 0-15,0 0 0 0,-6-2 0 0,3-1 0 16,0 1 0-16,3 2 0 0,-6-3 0 0,3-2 0 15,3 5 0-15,-3-3 0 0,0-2 0 0,0 2 0 16,0-2 0-16,0 2 0 0,0-2 0 0,0 2 8 16,0-2-8-16,-3 0 0 0,6-1 0 0,-2 1 0 15,-1 0 0-15,0-1 0 0,0 1 0 0,0 0 0 16,0-3 0-16,0 3 0 0,0-3 0 0,0 0 0 16,3 0 0-16,-3-3 0 0,0 3 0 0,0-5 0 15,0 2 0-15,3 1 0 0,-3-3 0 0,0 2 0 16,3-2 0-16,-3 2 0 0,3-2 0 0,-3 2 0 15,3 1 0-15,0-1 0 0,-3 1 0 0,3-1 0 16,0 0 0-16,0 1 0 0,0-1 0 0,0 3 0 16,0-2 0-16,0 2 0 0,0-3 0 0,0 3 0 15,0-2 0-15,0-1 0 0,0 1 0 0,0 2 0 16,0-3 0-16,0 0 0 0,0 4 0 0,0-4 0 16,0 0 0-16,0 1 0 0,0-3 0 0,0-1 0 15,0 1 0-15,3-3 0 0,-3 3 0 0,0-3 0 16,0 0 0-16,0 0 0 0,0 0 0 0,0 1 0 0,0-1 0 0,0 2 0 15,3-4 0-15,-3 5 0 0,0 0 0 0,0 2 0 0,0-2 0 0,0 2 0 16,0 1 0-16,-3-1 0 0,3 6 0 0,0-9 0 16,0 6 0-16,0-2 0 0,0 5 0 0,0-9 0 15,0 4 0-15,0-1 0 0,0 1 0 0,0-1 0 16,0 0 0-16,0 1 0 0,0-1 0 0,0 1 0 31,0-4-24-31,3 4-4 0,-3-3 0 0,0 2 0 0,3-2 45 0,-3 2 9 0,0-2 2 16,3 2 0-16,-3-2-28 0,3 0 0 0,-3 0 0 0,3 2 0 15,0-2 0-15,-3 0 0 0,3 2 0 0,0 1 0 16,-3-4 0-16,3 4 0 0,0-1 0 0,0 3 0 16,-3-2 0-16,3 2 0 0,-3-3 0 0,0 3 0 15,3 0 0-15,-3 3 0 0,0-6 0 0,0 3 0 16,0 0 0-16,0 1 0 0,0-4 0 0,0 3 0 16,-3 0 0-16,3 0 0 0,-3 3 8 0,0-6-8 15,3 3 0-15,0 0 0 0,-3 0 0 0,3 1 0 16,0-1 0-16,-3 0 0 0,3 0 8 0,0 0-8 15,0 0 0-15,0 0 0 0,0 0 0 0,0 3 0 16,0-6 0-16,0 3 0 0,0 0 0 0,0 3 0 16,0 0-23-16,0-3-6 0,0 0-2 0,0 5 0 15,0-5 31-15,3 5 0 0,-3-2 0 0,0 3 0 16,3-4 0-16,-3 6 0 0,0-5 0 0,0 5 0 16,0 0 0-16,3-3 0 0,-3 3 0 0,0 0 0 0,0-2 0 0,0 2 0 0,0 0 0 15,0 0 0 1,3-6 0-16,-3 6 0 0,0-2 0 0,0 2 0 0,0 0 0 15,3-3 0-15,-3 3 0 0,3-3 0 16,-3 3-57-16,0 0-6 0,3 0-1 0,0-5 0 16,-3 5-51-16,2-5-10 0,4 2-3 0</inkml:trace>
  <inkml:trace contextRef="#ctx0" brushRef="#br1" timeOffset="36801.643">15683 4630 1743 0,'0'0'49'0,"0"0"11"0,0 0-48 0,0 0-12 0,0 0 0 0,3-5 0 15,-3 3 62-15,3-4 10 0,-3 4 1 0,3-1 1 16,0-2-25-16,3 2-5 0,-3-2 0 0,3 2-1 16,0 0-7-16,0 3-2 0,0-5 0 0,0 0 0 15,0 2-4-15,0 1-1 0,0-1 0 0,0 0 0 16,0 1-9-16,0 2-1 0,2-3-1 0,1 3 0 15,0-3-10-15,3 1-8 0,0-1 12 0,3 3-12 16,0-3 8-16,0-2-8 0,6 2 0 0,-1 1 0 16,1 2 8-16,3-3-8 0,0 3 0 0,0-2 0 15,0 2 0-15,2 0 0 0,-2-3 8 0,3 3-8 16,-3-3 0-16,0 1 8 0,-1-1-8 0,4 3 0 16,-3-3 8-16,3 3-8 0,0-5 0 0,2 5 0 15,-2-3 9-15,3 3-9 0,-3 0 0 0,-1 0 9 16,1 0-9-16,0 0 0 0,-3 0 9 0,0 0-9 15,-4 0 8-15,4 0-8 0,-3-5 10 0,0 2-10 16,0 3 9-16,3 0-9 0,-4-2 8 0,4 2-8 16,-3 0 9-16,0 0-9 0,3 0 10 0,-3 0-10 15,-1 0 10-15,1 2-10 0,-3-2 10 0,0 0-10 16,0 0 9-16,0 0-9 0,-3 0 8 0,-4 0-8 0,1 0 16 16,0 0-1-16,-3 0-1 0,0 3 0 15,0-3 6-15,0 0 2 0,-3 0 0 0,3 5 0 16,-6-5-4-16,3 0-1 0,-6 0 0 0,3 3 0 0,0 2-5 0,0 1 0 0,0-1-1 15,-3 0 0-15,3 0-2 0,-3 3 0 16,0-2 0-16,3 4 0 0,-3 1-9 16,0-1 8-16,3 1-8 0,-3 2 8 0,0 0-8 0,3 1 0 0,-3 2 9 0,0-3-9 15,3 3 8-15,-3 0-8 0,0-1 8 0,0 1-8 16,0 0 8-16,0 3-8 0,0-3 10 0,3 2-10 16,-3-2 0-16,-3 3 8 0,3-4-8 0,0 4 0 15,0-1 0-15,0 4 0 0,0-4 0 0,0 6 0 16,0 0 0-16,0 0 0 0,0-1 0 0,3 4 0 15,-3-1 0-15,3-7 0 0,-3 2 0 0,3 0 0 16,-3 0 0-16,3-2 0 0,-3 2 0 0,0-2 0 16,2-1 12-16,-2 1-1 0,0-6 0 0,0 5 0 15,0-2-11-15,0 3-16 0,0-1 4 0,0 3 1 16,0-2 11-16,0-1 0 0,-2-2 0 0,2 3 0 16,0-1 0-16,0-2 0 0,0 0 0 0,0-3 0 15,-3 3 24-15,3-3 8 0,0 1 0 0,0-4 1 16,0 1-22-16,-3 2-11 0,3-2 10 0,0-3-10 15,0 2 8-15,0-2-8 0,0 0 0 0,0 0 9 16,0 0-9-16,0 0 8 0,0-3-8 0,0 0 8 16,0 1-8-16,-3-1 0 0,3 0 9 0,0-5-9 15,0 6 0-15,0-1 8 0,0 0-8 0,0 1 0 16,0-6 0-16,0 5 0 0,-3 0 0 0,3-5 8 16,0 5-8-16,0 3 0 0,-3-5 0 0,3 2 0 15,0 1 0-15,-3-1 8 0,3 0-8 0,0 0 0 16,0 1 0-16,0-6 0 0,-3 5 0 0,3 3 0 0,0-3 0 0,-3 1 0 15,3-1 0-15,0 0 0 0,-3 0 0 0,3-5 0 0,0 6 0 0,0-1 8 16,-3 0-8-16,3-5 0 0,0 6 0 0,0-1 0 16,0-5 0-16,-3 5 0 0,3-2 0 0,-3 5 0 15,3-8 0-15,0 5 0 0,-3 0 0 0,3 1 8 16,-3-1-8-16,3 0 0 0,0-2 0 0,-3 2 0 16,3 0 0-16,0 1 0 0,-3-1 0 0,3 0 0 15,-3 1 0 1,3-1 0-16,-3 0 0 0,3 1 0 0,0-6 0 0,0 5 0 0,0-5 0 0,-3 8 0 15,3-3 0-15,-3 0 0 0,3-5 0 0,0 6 0 16,-3-1 0-16,3-5 0 0,-3 5 0 0,3 0 0 16,0-5 0-16,-3 6 0 0,3-6 0 0,-3 5 0 15,0 0 0-15,3-5 8 0,-3 6-8 0,0-1 0 16,3-5 0-16,-3 5 0 0,3-5 0 0,-3 3 0 16,3-3 0-16,-6 5 9 0,6-5-9 0,-6 5 0 15,3-2 12-15,3-3-12 0,-6 5 12 0,0-2-12 16,0 0 11-16,1-1-11 0,-4 1 10 0,3-3-10 15,0 3 8-15,-3-3-8 0,0 0 0 0,0 0 0 16,0 0 0-16,0 0 8 0,-3 0-8 0,0 0 0 16,-3 0 0-16,3 0 0 0,-2 0 0 0,-1 0 0 15,0 0 0-15,0 0 8 0,-3 0-8 0,3 0 0 16,0-3-9-16,0 3-5 0,0-3-1 0,1 3 0 16,-1-5 24-16,0 2 5 0,0 1 1 0,3-1 0 15,-3 0-15-15,0 1 0 0,0-1 0 0,1-2 0 16,-1 5 0-16,-3-3 0 0,0 1 0 0,0 2 0 0,-3-3 0 15,3 3 0-15,-2-3 0 0,-1 3 0 0,0-2 0 0,0 2 0 16,0-3 0-16,0 3 0 0,1 0-9 16,2-3-5-16,-3 3-1 0,3 0 0 0,3 0 15 0,-3 0 0 15,3-2 0-15,-3 2 0 0,4 0 9 0,-4 0 5 0,3 0 1 16,-3 0 0-16,3 0-15 0,0 0 0 0,-3 0 0 16,0 0 0-16,4 0 0 0,-1 0 0 0,-3 2 0 0,0-2 0 15,3 0 0-15,-3 0 0 0,3 0 0 0,1 0 0 16,2 0-9-16,-3 3-5 0,3-3-1 0,0 0 0 15,0 0 15-15,0 0 0 0,3 0 0 0,-3 3 0 16,3-3 0-16,0 2 0 0,0-2 0 0,1 3 0 16,2-3 0-16,-3 3 0 0,3-3 0 0,0 2 0 15,-3-2 0-15,3 3 0 0,-3-3 0 0,3 3 0 16,-3-1 0-16,3 1 0 0,0-1 0 0,0-2 0 16,0 3 0-16,0 0 0 0,0-1 0 0,0-2 0 15,6 0 0-15,-6 3 0 0,6-3 0 0,-6 0 0 16,6 0 0-16,0 0 0 0,-3 0 0 0,-2 0 0 15,5 0 0-15,0 0 0 0,0 0 0 0,0 0 0 16,0 0 0-16,-6 0 0 0,6 0 0 0,-3-3 0 16,3 3 0-16,-3-5 0 0,3 0 0 0,-3 0 0 15,0-1 0-15,3-2 0 0,-3 3 0 0,3-3 0 16,-3 0 0-16,0 0 0 0,3 0 0 0,0-5 0 16,-3 2 14-16,3-2 6 0,0-3 0 0,-3-2 1 15,3 2-33-15,0-5-8 0,0 2 0 0,0-2-1 16,0 3 21-16,0-1 0 0,-3-2 0 0,3 2 0 0,0 1 0 15,3-3 0-15,-3 2 0 0,0 1 0 0,3-4 0 0,-3 1 0 16,0 3 0-16,3-6 0 0,-3 3 0 0,0-3 0 16,0 0 0-16,3 0 0 0,-3 1 0 0,0 1 0 0,-3 4 0 15,3-6 0-15,-3 3 18 0,3 5 8 0,-3-3 2 0,0 4 0 16,3-1-15-16,-3 0-2 16,3 3-1-16,-3-3 0 0,3 0-38 15,-3 0-8-15,0 3-2 0,0-3 0 0,0 0 62 0,0 0 12 0,0 0 2 0,0 0 1 16,3 0-11-1,0 1-3-15,0-1 0 0,0 0 0 0,0-3-37 0,0 3-8 0,0 1-2 0,3-1 0 16,-3 5 22-16,3-5 0 0,-3 3 0 0,3 5 0 16,0-8 0-16,-3 6 0 0,3-4 0 0,0 4 0 15,0-1 0-15,0 1 0 0,0-1 0 0,0 0 8 16,0 1-8-16,-3-1 12 0,3 1-12 0,0-1 12 16,0 1-12-16,0-1 10 0,0 3-10 0,0 3 10 15,0-8-10-15,0 2 8 0,0 3-8 0,0-3 8 16,0 1-8-16,-1-1 0 0,1 3 0 0,-3-2 8 15,3-1-8-15,0 1 0 0,0 2 0 0,0-3 8 16,0 0-8-16,3 3 0 0,-3 1 0 0,0-4 0 16,3 3 0-16,-3 0 0 0,3 0 0 0,-3 0 0 15,0 0 0-15,3 3 0 0,-3 0 0 0,0-1 0 16,3 1 0-16,-3 0 0 0,3 2 0 0,-3 1 0 16,3-1 0-16,-3 3 0 0,-3 0 0 0,6 0-11 15,-3 0-17-15,3 3-3 0,0-3-1 0,0 5 0 16,0 0-67-16,-1 3-13 0,1 0-4 0,3 3 0 15,0 4-59-15,0 1-12 0,3 5-2 0</inkml:trace>
  <inkml:trace contextRef="#ctx0" brushRef="#br1" timeOffset="41685.769">24920 4535 1349 0,'-6'-2'56'15,"0"-1"-44"1,-3 3 78-16,0-3 16 0,0 3 3 0,-3 0 1 16,0 0-35-16,0 0-7 0,-3 0-2 0,0 0 0 15,1 0-22-15,-1 0-4 0,-3 3 0 0,3 0-1 16,-3-1-7-16,3 1-2 0,-3 2 0 0,0-2 0 15,4 2-10-15,-4 0-1 0,0-5-1 0,0 3 0 16,0 0-6-16,-3-3 0 0,3 0-1 0,-5 2 0 16,2-2-11-16,-3 3 10 0,3-3-10 0,-6 3 10 15,4-3-29-15,-1 2-5 0,0 1-2 0,3 0 0 16,0-1 72-16,0 1 14 0,1 2 4 0,2 0 0 16,0-5-52-16,0 0-12 0,0 3 0 0,0 0 0 15,0-3 0-15,1 2 0 0,2-2 0 0,-3 3 0 16,6 0 0-16,-3-3 0 0,3 2 0 0,0 1 0 0,3 0 0 15,0-3 0-15,3 2 0 0,0 4 0 0,0-6 0 0,6 0 0 0,0 0 0 0,0 0 0 32,0 0 0-32,-5 2 0 0,5-2 0 0,0 0 0 15,0 5 0-15,-3 1 0 0,3-6 0 0,0 8 0 16,3-3 0-16,-3-2 0 0,3 5 0 0,-3-3 0 0,2 0 0 0,-2 0 0 0,3 1 0 0,-3 2 0 16,3 0 0-16,0 0 0 0,-3 0 0 0,3-1 0 15,0 1 0-15,-3 3 0 0,3-3 0 0,-3 3 0 16,3 2 0-16,-3-3 0 0,3 1 0 0,-3 2 0 15,0-2 0-15,0 2 0 0,0-2 0 0,0 4 0 16,0-1 0-16,0 2 0 0,0-1 0 0,0 4 0 16,0 2 0-16,0-2 0 0,0 4 0 0,0 1 0 15,0 0 14-15,0 0 0 0,0 2 0 0,0-5 0 16,3 6-14-16,-3-6 0 0,0 3 0 0,0 0 0 16,0-3 0-16,0-3 0 0,0 4 0 0,0-7 0 15,0 7 0-15,-3-4 0 0,3 3 0 0,0 1 0 16,0-1 0-16,0 0 0 0,0 0 0 0,0 3 0 15,0-3 0-15,3 0-18 0,-3-2 2 0,3 2 1 16,-3-3 15-16,3 1 0 0,-3-3 0 0,3 0 0 16,0 0 0-16,0-3 0 0,0 3 0 0,-3-3 0 15,3 0 0-15,-3-2 0 0,3 2 0 0,-3-3 0 16,0 1 48-16,3 0 13 0,0-1 3 0,-3 1 0 16,3-3-52-16,-3 2-12 0,3-2 0 0,-3 3 0 15,3-3 0-15,-3 0 0 0,3 0 0 0,-3 0 0 0,3-3 0 16,0 0 0-16,0 0 0 0,0 1 0 0,3-1 0 0,-3 0 0 0,0 1 0 0,3-1 0 15,0-2 0-15,0 2 0 0,0-2 0 0,0 2 0 16,2-3 0-16,-2 1 0 0,3 0 0 0,-3-3 0 16,3 2 0-16,-3 1 0 0,6-3 0 0,-3 0 0 15,0 3 54-15,3-3 8 0,-3 0 2 0,6 2 0 16,0-2-52-16,2 3-12 0,1-3 0 0,3 3 0 16,3-1 0-16,0 1 0 0,3 2-12 15,2-2 12-15,-2 2 0 0,3-2 14 0,0 2-1 0,-1 0 0 31,1 3-13-31,0-2-8 0,0-1 8 0,2 3-13 0,1-3 23 0,0 0 5 0,0-2 1 0,2 2 0 16,-5 1-16-16,0-4 8 0,0 1-8 0,-4 2 0 16,-2-2 8-16,-3 0-8 0,0-1 0 0,-3 1 0 15,0-1 8-15,-3-2-8 0,-1 3 0 0,1-3 9 16,-3 3-9-16,0-3 0 0,0 2 0 0,-3-2 8 16,-3 0-8-16,3 0 8 0,-3 0-8 0,-3 0 8 15,-3 0-8-15,0 0 0 0,6 0 0 0,-6 0 0 16,0 0-16-16,0 0-6 0,0 0-1 0,0 0 0 15,0 0-73-15,0 0-14 0,0 0-3 0</inkml:trace>
  <inkml:trace contextRef="#ctx0" brushRef="#br1" timeOffset="42943.83">20830 4493 1373 0,'0'0'39'0,"0"0"9"0,0 0-39 0,0 0-9 0,0 0 0 0,0 0 0 16,3-3 80-16,0-2 13 0,-3 2 3 0,6-5 1 15,-3 6-23-15,0-1-5 0,3-2-1 0,-3 2 0 16,5 1-15-16,-2-1-3 0,3 0-1 0,3 3 0 16,0 0-13-16,0-5-2 0,3 2-1 0,3 3 0 15,-3 0-9-15,3-5-1 0,-1 2-1 16,4 1 0-16,3-1-10 0,0 0-1 0,3 1-1 0,2-1 0 16,1 3-10-16,3-3 12 15,0 3-12-15,-1 0 12 0,-2 3-4 0,-3-3-8 16,3 0 12-16,-6 0-4 0,-1 0 2 0,1-3 0 0,-3 3 0 15,3 0 0-15,-3 0-10 0,0 0 0 0,-1 3 0 0,-2-3 8 16,0 3 16-16,-3-3 4 0,3 2 0 0,-6-2 0 16,0 3-11-16,0 0-1 0,-4-1-1 0,1 1 0 15,-3 2-2-15,0-2 0 0,0 2 0 0,0-2 0 16,0 0-1-16,-3 2-1 0,0-3 0 0,3 4 0 16,-3 4-1-16,0-7 0 0,3 2 0 0,-3 3 0 15,0 0-18-15,3 5-4 0,-3-5-1 0,0 3 0 16,0 2 13-16,3 0 0 0,-3 3 0 0,0 3 0 15,3-1 0-15,-3 3 0 0,0 1 0 0,3-1 0 16,-3 0 0-16,2 0 0 0,-2 0 0 0,3 6 0 16,-3-11 0-16,0 5 0 0,3-3 0 0,-3 3 0 15,0 1 21-15,0 1 7 0,0-1 2 0,0 4 0 16,0-5-30-16,0 6 8 0,0-1-8 0,0-2 0 16,0 2 0-16,0-2 0 0,0 5 8 0,0-7-8 15,-3-1 0-15,3 3 0 0,-3-3 0 0,0 0 0 16,3-3 8-16,-3 1-8 0,0-1 0 0,3 4 0 0,-3-4 0 15,0 1 8-15,0-1-8 0,0 1 0 0,3 2 0 16,-3-5 8-16,0 5-8 0,3-8 0 16,-3 3 0-16,0 3 8 0,0-4-8 0,0-1 0 0,0 1 0 0,0-1 8 15,0-4-8-15,0 4 0 0,0-1 10 0,0-3-10 0,0 1 10 16,0 0-10-16,0-1 11 0,-3 1-11 0,3-3 12 16,0 2-12-16,-3-2 10 0,3 0-10 0,0-3 8 0,-3 3-8 15,3-2 8-15,0 2-8 0,-3-3 8 16,3 0-8-16,0 0 12 0,-3 3-4 0,3-8 0 0,-3 6 0 15,3-1 4-15,0-5 1 0,-3 3 0 0,0 2 0 16,0 0 3-16,-3 0 0 0,3-2 0 0,-3 2 0 16,3-2 2-16,-3 0 1 0,0 2 0 0,-3-2 0 15,0-1-3-15,-2 1-1 0,-1-3 0 0,-3 3 0 16,0 2-1-16,-3-2 0 0,0 2 0 0,-3 0 0 16,1 0 24-16,-4 1 5 0,0 2 1 0,0 0 0 15,-3-1-44-15,3 1-16 0,1 0 1 0,-1 3 0 16,-3-3 15-16,3 0 15 0,0 0-3 0,-2 0-1 15,-1 2-3-15,0-2 0 0,0 0 0 0,0 3 0 16,1-1 0-16,2-2-8 0,0 0 12 0,0-3-4 16,6 3-8-16,-2-2-16 0,5 2 4 0,0-3 1 15,3 0 11-15,0-2 0 0,3 2 0 0,0 0 0 16,0-2 0-16,3 2 16 0,0-2-4 0,-3 0-1 16,6-1-11-16,3-2 0 0,-6 3 0 0,0 0 0 15,6-3 0-15,-5 2 0 0,5-2 0 0,0 0 0 16,-3 0 0-16,3 0 0 0,-9 0-9 0,9 0 9 15,0 0-28-15,-3 0 0 0,3 0 1 0,0 0 0 16,0 0-96-16,-6-2-19 0,3-1-4 0</inkml:trace>
  <inkml:trace contextRef="#ctx0" brushRef="#br2" timeOffset="49557.71">15493 5554 1299 0,'-6'0'27'0,"-3"0"6"0,3 0-33 0,0 0 0 0,-3 0 0 0,3 0 0 16,-3 0 66-16,3 0 6 0,0 0 2 0,-3 0 0 31,3 0 18-31,0 0 4 0,0 0 1 0,6 0 0 0,-6 0-53 0,6 0-10 0,0 0-2 0,0 0-1 15,0 0 21-15,0 0 4 0,0 0 0 0,0 0 1 16,0 0-29-16,0 0-5 0,0 0-2 0,0 0 0 16,0 0-9-16,0 0-1 0,0 0-1 0,0 0 0 15,0 0 0-15,6-3 0 0,3 3 0 0,-3 0 0 16,6 0-10-16,-3-2 10 0,3-1-10 0,3 0 10 16,0 3-10-16,0-2 0 0,3-4 9 0,-1 4-9 15,4-4 10-15,0 4-2 0,0-3-8 0,3 2 12 16,-3-2-4-16,-1 2-8 0,1-2 11 0,0 2-11 15,0-2 11-15,-3 2-11 0,3 0 10 0,-4 1-10 16,1-1 8-16,3 1-8 0,0-4 0 0,-3 4 0 16,3 2 8-16,-3-3-8 0,-4 0 0 0,4 3 9 15,-3-2-9-15,0 2 0 0,-3 0 0 0,0 0 0 16,0 2 0-16,-3-2 0 0,0 0 0 0,0 3 0 16,-4 0 0-16,4-3 0 0,-3 2 0 0,3 1 0 15,-3 0 0-15,0-3 0 0,0 2 0 0,0 1 0 16,0-1 50-16,0 1 11 0,0-3 3 0,0 5 0 0,0-5-52 0,-3 6-12 15,3-6 0-15,-6 0 0 0,3 2 0 16,-3-2 0-16,3 6 0 0,3-4 0 16,-6-2 0-16,0 0 0 0,0 0 0 0,3 3 0 0,-3-3 0 0,3 5 0 15,-3-5 0-15,0 5 0 0,3 1 0 0,-3-6 0 16,0 5 0-16,0 0 0 0,3 1 33 0,-3-6 4 0,0 8 1 0,0-3 0 16,0 0-10-16,0 3-1 0,0-3-1 15,0 1 0-15,0 2-26 0,0 0 0 0,0 0 0 0,0-1 0 16,0-1 0-16,0 2 0 0,0 0 0 0,0 2 0 15,0-2 0-15,0 3 0 0,0-3-14 0,0 0 5 16,-3 2 9-16,3-2 8 0,0 5-8 0,0-5 11 16,0 3-11-16,0 2 8 0,0 0-8 0,0 1 8 15,-3-1-8-15,3 3 0 0,0 0 0 0,-3-1 8 16,3 1-8-16,0 3 8 0,-3-3-8 0,3 2 8 16,0-2-8-16,0 0 0 0,-3 0 0 0,3 2 8 15,0-2-8-15,0-3 0 0,0 3 0 0,0 0 8 16,0-3-8-16,0 1 0 0,0-1 0 0,3 0 0 15,-3-2 0-15,0 2 0 0,3 0 0 0,-3 0 0 16,0 1 0-16,3-4 0 0,-3 6 0 0,0-3 0 16,3 3 0-16,-3 0 8 0,0 0-8 0,0 2 0 15,3-2 0-15,-3 3 0 0,0-3 0 0,0 0 0 16,0 0 8-16,0-1-8 0,0-1 8 0,0 2-8 16,0-1 0-16,0-1 0 0,0 1 8 0,0 1-8 15,3 0 0-15,-3-3 0 0,0 1 0 0,0-1 0 16,3 0 0-16,-3 0 0 0,0 1 0 0,0-1 0 15,3 0 0-15,-3 3 8 0,3-3-8 0,-3 3 0 0,0 0 0 0,0 0 0 16,3 0 0-16,-3 0 0 0,0-1 0 0,0 1 0 16,2-2 8-16,-2 1-8 0,0-1 0 0,3-1 0 15,-3 0 0-15,0 0 0 0,3-2 0 0,-3 0 0 16,3 2 0-16,-3-3 0 0,0 1 0 0,3-1 0 0,-3-2 8 0,0 0-8 16,0 0 0-16,3 0 0 0,-3-2 0 0,0 1 8 15,0-1-8-15,0-4 0 0,0-2 0 16,0 8 0-16,0-8 0 0,0 0 8 0,0 0-8 15,0 0 0-15,0 0 9 0,0 0-9 0,0 0 10 0,0 0-10 16,0 0 16-16,0 0-4 0,0 0 0 0,0 0 0 16,0 0 4-16,0 0 0 0,0 0 0 0,0 0 0 15,0 0-8-15,0 0 0 0,0 0-8 0,-6 3 12 16,6-3-12-16,-6 0 11 0,1 0-11 0,-1-3 10 16,0 3-10-16,-3-2 0 0,3 2 9 0,-3 0-9 15,0-3 8-15,-3 3-8 0,0-3 8 0,-3 3-8 16,0 0 0-16,0 0 8 0,-2 0-8 0,-4 3 0 15,3 0 0-15,-3-3 0 0,0 2 0 0,0 4 8 16,1-4-8-16,2 4 0 0,-3-1 0 0,3 0 0 16,0 0 0-16,0 1 0 0,3-1 0 0,0 3 0 15,4-3 0-15,-4 1 0 0,3-1 0 0,0-3 0 16,0 4 0-16,3-1 0 0,-3-2 0 0,3 2 0 16,0-2 0-16,0-1 0 0,3 1 0 0,0-3 0 15,0 3 0-15,1-1 0 0,5-2 0 0,-6 3 0 16,6-3 0-16,-6 0 0 0,6 0 0 0,0 0 0 15,-3 3 0-15,3-3 0 0,0 0 0 0,-6 2-8 16,6-2 8-16,-9 3 0 0,9-3 0 0,-3 2 0 0,3-2-17 0,0 0-2 16,0 0 0-16,-6 0 0 15,6 0 19-15,0 0 0 0,-6-2 0 0,6 2 0 0,0 0 0 0,-3 0 0 16,-3-5 0-16,3 2 0 0,0 0 0 0,0-2 0 16,0 0 0-16,0-1 0 0,0 1 0 0,3-3 0 15,-3 0 0-15,0 0 0 16,0 0 0-16,3-2 0 0,-3 2 0 0,0-5 0 0,0 2 20 0,0-2 7 0,0 0 1 15,0-3 1-15,0-3-29 0,-3 1 8 0,3-4-8 0,-3 1 0 16,0-3 0-16,3 1 0 0,-2-4 0 0,-1 3 0 16,0-2 0-16,3 2 0 0,0 0 0 0,-3 0 0 15,0 3-19-15,3 3-9 0,0-1-3 16,-3 1 0-16,3 2 49 0,0-3 10 0,-3 1 1 0,3-3 1 16,0 2-30-16,0 1 0 0,0-4 0 0,0 1 0 15,0-3-18-15,0 3-10 0,0-3-1 16,0 1-1-16,0-1 48 0,0 3 10 0,3 0 1 0,-3-1 1 15,0 6-48-15,3-2-10 0,-3 2-1 0,3 0-1 16,-3 0 30-16,3 3 0 0,0 0 0 0,-3-3 0 16,3 3 0-16,0 0 0 0,-3-1 0 0,3-2 0 15,0 3 0-15,0 0 0 0,0-3 0 0,0 3 0 16,3-3 0-16,-3-3 0 0,0 4 0 0,3-4 0 16,-3 1 0-16,3 2 0 0,0-3 0 0,-3 3 0 15,3 3 0-15,0-3 0 0,0 3 0 0,-3 0 0 16,3-1 17-16,0 4 10 0,0 2 1 0,0-3 1 15,0 3-46-15,-3 0-10 0,3-2-1 0,0 2-1 0,-3 0 53 16,0 0 12-16,3 0 1 0,-3 0 1 0,0 0-10 16,0 0-1-16,0 0-1 0,0 0 0 0,0 1-26 0,0-1 0 15,0 0 0-15,-3 0 0 0,3 0 0 0,0 5 0 0,0-5 0 16,0 3 0-16,0 0-11 0,0-1-7 0,0 4-2 16,0 2 0-16,0-6 20 0,0 6-12 0,0 0 12 15,0-2-10 1,0 2-23-16,0 0-5 0,3-6-1 0,-3 6 0 15,3 0-71-15,3-2-14 0,0-1-4 0</inkml:trace>
  <inkml:trace contextRef="#ctx0" brushRef="#br2" timeOffset="51612.335">22279 6366 1337 0,'0'0'56'0,"0"0"-44"16,3-5 92-16,0 2 20 0,3 1 3 0,-3-1 1 16,3-2-12-16,0 2-1 0,0 0-1 0,3 1 0 15,0-3-29-15,3 2-5 0,3 3-2 0,0-5 0 16,0 5-62-16,2-3-16 0,4 0 0 0,-3 1 0 15,3-1 8-15,0 0-8 0,3 1 11 0,-4-1-11 16,1 0 0-16,0 1 0 0,-3-1 0 0,3 0-12 16,0 1 12-16,-4-1 0 0,1 1 0 0,0 2 0 15,0-3 0-15,-3 3 0 0,-3 0 0 0,0 0 0 16,0 0 12-16,-3 0 4 0,-3 0 2 0,-1 0 0 16,-5 0-6-16,0 0-2 0,0 0 0 0,0 0 0 15,0 0 2-15,0 0 1 0,6 5 0 0,-6-5 0 0,0 5-1 0,0-5 0 0,3 6 0 16,-3-1 0-16,0-5-12 0,0 8 11 15,0-3-11-15,-3 1 10 0,3 2-10 0,-3-3 0 0,3 3 0 0,0 0 0 16,-3 0 0-16,3 0 0 0,0 0 0 0,0 2 0 16,0 1 0-16,-3 2 0 0,3 0 0 0,0 0 0 15,0 3 0-15,0 0 0 0,0-3 0 0,0 6 0 16,0-3 0-16,0 5 8 0,0 0 0 0,0 3 0 16,0 0-8-16,0 0 0 0,0-1 0 0,3 4 0 15,-3-3 0-15,0-3 0 0,3 0 0 0,-3 0 0 16,3 0 0-16,-3-5 0 0,3 0 0 15,0 0 0-15,-3 0 0 0,3-6 0 0,0 1-10 0,-3 0 10 16,0-1 0-16,3-2 0 0,-3 0 0 0,0 0 10 16,0 0-10-16,-3-3 0 0,3 0 0 0,-3 1 0 15,3-6 0-15,0 0 0 0,0 5 0 0,0-5 0 16,-6 5 0-16,6-5 0 0,-3 6 0 0,-3-4 0 16,1 1 0-16,-1 0 0 0,0-3 0 0,-3 2 0 15,0 1 53-15,0-3 9 0,-3 0 2 0,0 2 0 16,0 1-56-16,-3 0-8 0,0-3-8 0,0 2 8 15,-2 1 0-15,-1-3 0 0,-3 0 8 0,0 3-8 16,0-3 0-16,-3-3 0 0,1 3 0 0,-1 0 0 16,0-3 37-16,0 3 2 0,0 0 0 0,1 0 0 0,2 0-11 15,0 3-3-15,3-3 0 0,3 0 0 0,0 3-25 16,0-3 0-16,3 0 0 0,4 0 0 0,-1 0 0 0,3 0 0 16,6 0 0-16,-6 0 0 0,6 0 0 0,0 0 0 15,0 0 0-15,0 0 0 0,0 0 0 16,-6 0 0-16,6 0 0 0,0 0 8 0,-3-6-8 0,3 6 0 15,-3-5 0-15,0 0 8 0,3 0-8 0,0-1 0 0,-3 1 0 16,3 0 0-16,0-3 0 0,0 0 0 0,0 0 8 16,0 0-8-16,0-5 0 15,0-1 0-15,0 1 9 0,0-3-9 0,0-2 0 0,0-3 8 16,0 0-8-16,0-3 0 0,3-3 0 0,-3-2 0 0,3 0 0 0,-3 3 8 16,3-4-8-16,0 4 0 0,0 0 0 0,0 2 0 15,0 0-10-15,0 3 0 0,0 0 0 0,0 2 0 16,-3 1 10-16,3 2 0 0,0 2 0 0,-3 4 0 15,0-3 0-15,3 5 0 0,-3-3 0 0,0 3 0 16,0 0 0-16,0 3 0 0,0-3 0 0,-3 3 0 16,3-1-9-16,0 1 0 0,0 5 0 0,0-3 0 15,0-2-88-15,0 3-18 0,0-4-3 0</inkml:trace>
  <inkml:trace contextRef="#ctx0" brushRef="#br2" timeOffset="67505.917">17285 9780 1668 0,'0'0'70'0,"0"0"-56"16,0 0 85-16,0 0 17 0,0 0 3 0,0 0 1 15,0 5-36-15,0 0-6 0,0 3-2 0,0 3 0 16,0-1-29-16,0 4-7 0,0 1 0 0,0 4-1 16,-3-1-17-16,3 6-3 0,0 3-1 0,0-1 0 15,-3 3-8-15,3 0-2 0,0 1 0 0,-3 1 0 16,3 1-8-16,-3 2 0 0,0 1 0 0,0 4 0 15,0 4 8-15,0-1-8 0,0 3 0 0,0 5 8 16,0-5-8-16,-3-2 0 0,0-1 0 0,3 6 8 16,-3 2-8-16,3 0 0 0,0 6 0 0,-3 5 0 15,3-6 0-15,0-2 0 0,0 0 0 0,3 5 0 16,-3 1 26-16,3 4 3 0,0 3 1 0,0 6 0 16,0-6-30-16,0 3 0 0,0 2 0 0,3 0 0 15,0-7 57-15,-3-6 6 0,3-2 1 0,0 5 0 16,3-3-38-16,-3 0-7 0,3 3-2 0,-3 0 0 15,0-6-17-15,0-4 8 0,0-4-8 0,0 3 0 16,0-2-9-16,-3-3-9 0,0 0-2 0,0 0 0 16,0-11 44-16,-3 1 8 0,3-6 1 0,-3-5 1 15,0-6-34-15,3-2-9 0,-3 0-1 0,0-8 0 16,0 0-106-16,3-8-20 0,0 0-5 0</inkml:trace>
  <inkml:trace contextRef="#ctx0" brushRef="#br2" timeOffset="69082.485">17311 9827 1158 0,'-9'-8'24'0,"6"6"6"0,1-4-30 15,-1 4 0-15,0-4 0 0,3 4 0 0,0 2 99 16,0-6 13-16,0 6 4 0,0-2 0 0,0-3-28 0,0 5-6 0,3-3-1 0,0-2 0 15,-3 5-25-15,2-3-4 0,-2 3-2 0,6-3 0 16,0 1-13-16,-3 2-2 0,3-3-1 0,0 3 0 16,3-3-10-16,-3 3-1 0,3 0-1 0,-3 0 0 15,6 0-6-15,-3-2 0 0,3 2-1 0,3 0 0 16,3 0-15-16,-1 0 0 0,7 0 8 0,0 0-8 16,3 2 0-16,6-2 0 0,-1 3 0 0,4 0 0 15,0-3 0-15,-1 2 0 0,1-2 0 16,6 0 0-16,0 3 0 0,5-3 0 0,1 3 0 0,5-3 0 15,-8 0 0-15,3 2 0 0,-1-2 0 0,4 0 0 16,-1 3 0-16,4-3 0 0,3 3 0 0,2-3 0 16,-2 0 0-16,-4 2 0 0,4-2 0 0,2 0 0 15,1 3 0-15,2-1 9 0,1 1-9 0,8 0 8 16,-8-1-8-16,-1-2 12 0,4-2-12 0,-1 2 12 16,-2-3-3-16,-4 3 0 0,1 0 0 0,2-3 0 15,1 3-9-15,-1 0 8 0,1 0-8 0,2 0 8 16,-5-2 2-16,-4-1 0 0,1 1 0 0,0-4 0 15,-4 4 0-15,-2-1 0 0,5 0 0 0,-2 1 0 16,-6-4 5-16,-4 4 1 0,1-4 0 0,-1 4 0 16,-2-3 0-16,3 2 0 0,-1 0 0 0,1 1 0 15,-6-1-6-15,0 0-1 0,-4-2 0 0,1 2 0 16,-3 1-9-16,-1-1 8 0,1-2-8 0,0 2 8 16,-3-2-8-16,-4 2 0 0,4 1 0 0,-6-1 8 15,0 0-8-15,-3 3 0 0,-3 0 9 0,-4-2-9 0,1 2 17 16,-3 0-1-16,-3 0 0 0,3 2 0 0,-6-2 3 0,0 0 0 15,0 3 0-15,-3 0 0 0,-3-3 1 0,3 5 0 0,0-3 0 16,-3-2 0-16,3 6-4 0,0-1-1 0,-3 0 0 0,0 1 0 16,0 2-6-16,0-3-1 15,0 3 0-15,0 0 0 0,-3 0 3 0,0 2 0 16,0 1 0-16,0 5 0 0,0 0 4 0,0-1 1 0,-3 7 0 16,3-1 0-16,-3 3-4 15,0 2 0-15,0 3 0 0,3 0 0 0,-3 0-4 0,0-2-8 0,3 2 11 0,-3 0-11 16,0 0 9-16,3 0-9 0,0 0 0 0,-3 6 9 15,4 2-9-15,-1 3 0 0,-3 2 0 0,3 3 0 16,-3-5 0-16,3-3 0 0,0 0 8 0,-3 2-8 16,3 4 0-16,0 2 0 0,-3 5 0 0,3 0 0 15,0-5 0-15,0 0 8 0,0-3-8 0,0 3 8 16,0 0 0-16,3 0-8 0,-3 6 12 0,3-1-4 16,0-2 0-16,0-3 0 0,0 0 0 0,0 5 0 15,0-5 0-15,0 0-8 0,0 0 12 0,0 2-4 16,0-2 0-16,0 0-8 15,-3 0 12-15,3 3-4 0,0-8 0 0,-3-3-8 0,3-6 12 0,0 7-4 16,0-1-8-16,-3 0 10 0,0 2-10 0,0 1 10 16,0-3-10-16,0-5 0 0,0 0 0 0,-3-3 8 15,0-3-8-15,0-5 0 0,0 0 9 0,-3 3-9 16,1-5 0-16,2-1 8 0,-3 1-8 0,0-1 0 16,0 1 0-16,-3-1 9 0,3 4-9 0,-3-4 0 15,3-2 28-15,0 2 0 0,-3-2-1 0,3 0 0 16,-3-3-38-16,1 1-7 0,-1-1-2 0,-3-3 0 15,-3-2 20-15,3 3 0 0,-6 0 0 0,0-3 0 16,-5-1 20-16,-1-1-3 0,-3 2 0 0,-3-3 0 16,0 0-17-16,4-2 0 0,-4 0 0 0,-6 2 0 0,4 0 0 0,-1-2-12 0,-6-1 1 0,0 1 1 15,-2 0 10-15,-1-3 14 0,1 0-3 0,-7 2-1 16,6-2-10-16,-2 0-11 0,-1 0 3 0,-3 0 0 16,4-2 8-16,-7 2 11 0,4-3-3 0,-7 3 0 15,4 0-8-15,2 0-9 16,0-3 9-16,-5 1-13 0,5 2 13 0,-2-3 8 0,2 1 0 0,-6 2-8 15,7-3 0-15,-1 3 0 0,1 0 0 0,-7-3 0 16,9 3 0-16,-2-2 0 0,-1 2 0 0,1 0-9 16,2 0 9-16,3 0 0 0,1 0 0 0,-1 0-8 15,0 0 8-15,1 0 0 0,2 0 0 0,-3 0 0 16,10 2 0-16,-4-2 0 0,6 0 0 0,1 3 0 16,-4-3 0-16,0 5 0 0,0-2 0 0,-2-1 0 15,2 1 0-15,0 0 0 0,1 2 0 0,2-2 0 16,3 2 0-16,0 0 0 0,3 1 0 0,-2-1 0 15,2 0 0-15,-3-2 0 0,3 2 0 0,-5-2 0 16,2 2 0-16,0 0 0 0,-3 1 0 0,4-1 0 16,-1 0 0-16,6 0 0 0,-3 1 0 0,3-1 0 15,4 0 0-15,-1 1 0 0,3-1 0 0,-3 0 0 16,3-2 0-16,0 2 0 0,3-2 0 0,-5-1 0 16,5 1 0-16,-3 2 0 0,3-2 0 0,0 0 0 0,3-1 0 15,-3 1 0-15,3 2 0 0,3-5-8 16,0 3-4-16,4-3 0 0,-1 0 0 0,6 0 0 15,0 0-71-15,0 0-14 0,0 0-3 0,6-8-1 16,5-3-117-16,4-2-23 0</inkml:trace>
  <inkml:trace contextRef="#ctx0" brushRef="#br2" timeOffset="69729.114">20946 10317 1579 0,'-9'2'32'0,"0"-2"10"0,0 0-34 0,0 3-8 0,0-3 0 0,0 3 0 16,-3-1 53-16,3-2 9 0,-2 3 2 0,2 0 0 15,-3-1-8-15,3-2 0 0,-3 3-1 0,3 0 0 16,3-1-37-16,0-2-7 0,6 0-2 0,0 0 0 15,0 0 44-15,0 0 9 0,0 0 2 0,9 3 0 16,3-1 0-16,3 1 0 0,3-3 0 0,5 3 0 16,1-1 0-16,3-2 0 0,3 0 0 0,8 0 0 15,4 0 0-15,6 0 0 0,5-2 0 0,4-1 0 16,-1 0-46-16,-2 1-9 0,3-3-1 0,5 2-8 16,-2 0 29-16,2-2-1 0,1 2 0 0,5 1 0 15,-8-4-13-15,2 4-3 0,-5-4-1 0,2 4 0 16,-8-1-11-16,-4 3 8 0,1-2-8 0,-6 2 8 15,-4 0-8-15,-5 0 0 0,-3-3 0 0,-3 0 8 16,-6 1-8-16,-1-1-16 0,1 0 4 0,-3-2 1 16,-3 2-126-16,-3-2-26 0,0 0-5 0</inkml:trace>
  <inkml:trace contextRef="#ctx0" brushRef="#br2" timeOffset="70061.216">22931 9780 2553 0,'0'-8'53'0,"0"-3"12"0,0 3-52 16,-3 0-13-16,3-2 0 0,0-1 0 0,-3 3 54 0,0 0 8 0,-3 3 2 0,0-3 0 16,0 5 0-16,-2-2 0 0,-4 2 0 0,3 3 0 15,-3 0-52-15,-3 3-12 0,3 2 0 0,-3 1 0 16,0 4 18-16,0 1 1 0,0 2 0 0,4 8 0 15,-4 0-31-15,3 8-5 0,3 3-2 0,-3 5 0 16,6 0 19-16,0 3 0 0,0 0 0 0,3 2 0 16,3-2 0-16,0-6 0 0,0 0 0 0,0 6 0 15,3-3 0-15,-3 3 0 0,0 5 0 0,3-3 0 16,-3-5 0-16,0 0 0 0,-3-5 0 0,3 0 0 16,-3-8 0-16,-3-1 0 0,0-1 0 0,0-4 0 15,-3-2-55 1,3 0-7-16,-3-3-2 0</inkml:trace>
  <inkml:trace contextRef="#ctx0" brushRef="#br2" timeOffset="70225.769">22497 10266 2310 0,'12'-29'48'0,"-6"19"11"15,2-1-47-15,1 3-12 0,3-2 0 0,0-1 0 16,3 3 104-16,0 0 20 0,0 3 3 0,3 0 1 0,0-1-92 0,2 4-17 0,1-1-4 0,3 3-1 31,3 0-1-31,-3 0 0 0,2 3 0 0,4-1 0 0,-3 1-13 0,0 2-13 0,0 1 2 0</inkml:trace>
  <inkml:trace contextRef="#ctx0" brushRef="#br2" timeOffset="70694.083">23047 10573 2508 0,'0'0'71'0,"0"-5"16"0,3 0-70 0,0-3-17 0,0-3 0 0,3 3 0 16,0-2 55-16,3-1 7 0,3 1 2 0,3-1 0 16,0 0 0-16,3 1 0 0,2-1 0 0,1 1 0 15,0 2-3-15,0-3 0 0,3 3 0 0,-3 0 0 16,-1 3-36-16,-2 0-7 0,-3 2-2 0,3 3 0 15,-3 0-8-15,-3 3-8 0,-3-1 12 0,0 4-12 16,-3-1 0-16,-3 3 0 0,0 0 0 0,-3 0 0 16,0 2-14-16,-6 1-6 0,3 0-2 0,-6 2 0 15,0-3-12-15,-3 4-2 0,-3-4-1 0,0 1 0 16,0-1 10-16,0 1 3 0,0-3 0 0,1 2 0 16,2-2 15-16,0 0 9 0,3 0-10 0,0 0 10 15,6-3-9-15,0 3 9 0,3 0-8 0,3-2 8 16,0 2-9-16,3-3 9 0,3 0-10 0,3 3 10 15,-3-3 0-15,6 3 12 0,-4-2-1 0,1 2 0 16,3-3 6-16,-3 3 2 0,0 0 0 0,0 0 0 0,-3 2 1 16,0-2 1-16,-3 3 0 0,-3-1 0 0,0 1 1 15,-3 0 0-15,0-1 0 0,-3 3 0 0,-3 1-8 0,0-1-2 0,-3 0 0 16,-9 3 0-16,0 0-12 0,-3 0 0 16,-5-3 8-16,-4 3-8 0,0-3 0 0,0 3-10 15,-5-3 2-15,-1 3 0 16,3 0-45-16,0 0-9 0,-2 2-2 0,-1 1 0 15,-3 2-110-15,-5 0-22 0</inkml:trace>
  <inkml:trace contextRef="#ctx0" brushRef="#br2" timeOffset="71085.165">20800 11960 2267 0,'18'0'47'0,"0"0"12"0,3 0-47 0,-1-3-12 0,7 1 0 0,0-1 0 31,3-2 62-31,-1-3 10 0,4 0 3 0,6-3 0 16,0 3-9-16,8 0-2 0,1 0 0 0,2 0 0 0,1-2-13 0,-3 2-3 0,2 0-1 0,4 0 0 31,-1 3-24-31,4-1-5 0,0 4-1 0,2-1 0 0,-5 1 13 0,-1-1 2 0,-2 0 1 16,-1 1 0-16,-2 2-25 0,0 2-8 0,-4 1 0 15,-2 0 0-15,-3-3 8 0,-7 2-8 16,-5 1 0-16,0-3 0 15,-3 0-25-15,-6 2-9 0,3-2-2 0,-7 0 0 16,4 0-106-16,-6 0-22 0,0 0-4 0</inkml:trace>
  <inkml:trace contextRef="#ctx0" brushRef="#br2" timeOffset="71439.745">22913 11677 2269 0,'3'-13'64'0,"-3"-1"15"16,3 1-63-16,-3 0-16 0,0 0 0 0,-3-1 0 15,0 4 105-15,0-1 19 0,0 3 3 0,-3 0 1 16,1 0-52-16,-1 3-9 0,-3 2-3 0,0 1 0 16,0 2-51-16,0 2-13 0,-3 4 0 0,0 2 0 15,-3 5 34-15,3 3 4 0,-3 2 1 0,0 4 0 16,4-1-31-16,-1 2-8 0,0 1 0 0,0 5 0 15,3-2 0-15,3 5 0 0,0-3 0 0,0 8 0 16,6 0-35-16,-3 3-1 0,6 2-1 0,-3 0 0 0,3-2 37 16,0-6 0-16,0 1 0 0,3 2 0 0,-3-3 0 0,0 3 0 15,3 3 0-15,-3 0 0 0,0-3 0 16,3 0 0-16,0 0 0 0,-3 0 0 0,0-8 44 0,-3 0 16 16,0-8 3-16,0 3 1 15,-3-6-103-15,0 1-20 0,0-3-4 0,-3 0-1 16,0-3-102-16,-3-2-21 0,3-1-4 0</inkml:trace>
  <inkml:trace contextRef="#ctx0" brushRef="#br2" timeOffset="71605.137">22565 12296 2215 0,'15'-13'93'0,"3"-1"-74"15,3 4 53-15,0-1 12 0,2-2 1 0,1 5 1 16,6 0-29-16,0 0-5 0,2 3-2 0,1 0 0 15,0-1-26-15,-3 4-6 0,2-4-1 0,4 4 0 16,-6-3-17-16,0 2 0 0,2-2 0 0,-2 2 0 16,3 0-162-16,3 3-36 0,-1 3-7 0</inkml:trace>
  <inkml:trace contextRef="#ctx0" brushRef="#br2" timeOffset="72179.948">23538 12256 2439 0,'0'0'51'0,"0"0"11"0,-5-2-50 0,5 2-12 0,0 0 0 0,-6-6 0 31,3 4 78-31,3 2 13 0,-6-3 2 0,6 3 1 0,-6-3-24 0,0 1-5 0,6 2-1 0,-6-3 0 16,0 3-20-16,-3 0-4 0,0 0 0 0,0 5-1 15,0-2-19 1,0 0-4-16,-3 2-1 0,-3 0 0 0,0 1-15 0,1-4 9 0,-4 6-9 0,-3-3 8 15,0 3-8-15,0 3 0 0,0 0 0 0,1-1 8 16,-1 3-8-16,0 1 8 0,3-1-8 16,0 0 8-16,3 3-8 0,3-5 0 0,0 2 0 15,4 0 0-15,2 0 0 0,3-2 0 0,0-3 0 0,3 2 0 16,3-4 0-16,0 2 0 0,3-3 0 0,2 0 0 31,4 0-49-31,0-2-12 0,6-3-3 0,0 0 0 0,0-3 42 0,6 1 8 0,-3-1 2 0,2-2 0 16,-2 0-51-16,3-3-9 0,-3 0-3 15,0 0 0-15,-3 0 12 0,-1-3 3 0,-2 1 0 16,0-1 0-16,0 0 36 0,-3-2 8 0,-3 3 2 0,0-4 0 16,-3 4 38-16,0-3 7 0,0 2 1 0,-3 0 1 15,0 1 25-15,0-1 5 0,-3 1 1 0,0-1 0 16,0 3 0-16,0 0 0 0,0 3 0 0,0 0 0 16,-3-1 0-16,3 1 0 0,0 5 0 0,0 0 0 15,0 0-52-15,0 0-12 0,0 0 0 0,0 0 0 16,-3 8 0-16,-3 0 0 0,3 2 0 0,0 6 0 15,0 6 36-15,0 1 4 0,3 4 0 0,-3 2 1 0,0-3-21 16,3 1-4-16,0-1 0 0,-3-2-1 0,3 0-7 16,0-3 0-16,-3-2-8 0,3 2 12 0,0 0-12 15,0 0 0-15,0 0 0 0,0 0 0 0,0 3 0 16,3-3 0-16,-3 3-8 0,3 3 8 16,0-6-53-16,-3 0-4 0,3 0-1 0,0-2 0 15,0-3-56-15,0-6-11 0,0 1-3 0</inkml:trace>
  <inkml:trace contextRef="#ctx0" brushRef="#br2" timeOffset="73019.077">14778 10446 1579 0,'-50'-10'32'0,"32"5"10"0,3-1-34 0,3-2-8 0,0 0 0 0,3 3 0 15,0-3 53-15,3 0 9 0,0 3 2 0,3-3 0 16,0 3-52-16,3-3-12 0,0 2 0 0,0 1 0 15,3-3 47-15,0 6 6 0,0-4 2 0,3 1 0 16,0 0-37-16,3-1-7 0,0 1-2 0,0 2 0 16,3 1-9-16,0-1 0 0,0 1 0 0,3-1 0 15,0 3 53-15,2-3 9 0,1 3 2 0,3 0 0 16,-3 0-52-16,3 0-12 0,3 0 0 0,-1 0 0 16,4 0 0-16,-3-2 0 0,3-1 0 0,6 0 0 15,-4-2 28-15,7 2 2 0,3 3 1 16,-1-2 0-16,-2-1-11 0,3 0-1 0,-3 3-1 0,2-5 0 15,1 2-4-15,3-2-1 0,-1 0 0 0,7 2 0 16,-6-2 1-16,5 2 0 0,-2 1 0 0,0-1 0 16,-1 0-14-16,-2 1-16 0,-3-6 3 0,2 5 1 15,1 0 53-15,0 1 11 0,2 2 3 0,1 0 0 16,-6 0-30-16,-1 0-5 0,-5 0-2 0,3 0 0 16,-1 0-18-16,1-3-11 0,3 1 2 0,0 2 0 15,-4 0 23-15,1 0 5 0,0 2 1 0,-1 1 0 16,-5-3-8-16,3 0-2 0,-6 0 0 0,2-3 0 15,-2 3 19-15,3 0 4 0,0-2 1 0,0 2 0 16,-1 0-34-16,1 2 0 0,0-2 0 0,0 3 0 16,-1-1 0-16,-2 1 0 0,-3 0 0 0,0-3 0 15,-3 2 0-15,-1 1 0 0,-2-3 0 0,0 0 0 16,-3 0 0-16,3 0 0 0,-3 0-15 0,3 0 5 0,-3 0 10 16,-1 0 12-16,1 0-2 0,0 0-1 15,0 0-9-15,0 0 0 0,-3 0 0 0,0 0 0 16,0 0 0-16,0 0 0 0,0 0 0 0,-1 0 0 0,-2 0 0 0,3 0 0 0,-3 0 0 15,3 0 0-15,-3 0 0 0,0 0 0 0,0 0 0 0,0 0 0 16,3 0 0-16,-3-3 0 0,0 3 0 0,0-2 0 16,-1 2 0-16,1 0 0 0,0-3 0 0,0 3 0 31,-3 0-49-31,0-3-12 0,3 1-3 0,-3-1 0 0,0 1-68 16,0-1-15-16,0 0-2 0</inkml:trace>
  <inkml:trace contextRef="#ctx0" brushRef="#br2" timeOffset="73595.171">13635 10018 2146 0,'0'0'60'0,"0"0"15"0,0 0-60 0,-6 0-15 0,0 0 0 0,-3 2 0 16,1 1 73-16,-4 5 12 0,3 0 3 0,-6 3 0 15,0 2-40-15,-3 3-8 0,-3 2-2 0,-3 3 0 16,1 3-2-16,2 3-1 0,-3 2 0 0,-3 5 0 16,3 0-49-16,1 4-10 0,-1 1-1 0,-3 1-1 15,0-6 10-15,3-2 1 0,-2-3 1 0,-1 0 0 16,3-8-30-16,0 1-5 0,-3-4-2 15,6 1 0-15,1-6-40 0,2-3-8 0,0 1-1 0,3-3-1 16,0-5-124-16,0-3-25 0</inkml:trace>
  <inkml:trace contextRef="#ctx0" brushRef="#br2" timeOffset="74014.822">13004 10518 1728 0,'6'-16'76'0,"0"-3"16"0,3 1-73 0,-3-1-19 0,3-2 0 0,-3-3 0 16,3 3 118-16,-3-3 20 0,3 3 4 0,0-3 1 15,0 6-45 1,0 2-9-16,-1 3-1 0,4 2-1 0,-3 1-36 0,0 4-7 0,3 1-2 0,-3 2 0 15,0 3-6-15,3 3 0 0,0 2-1 0,0 3 0 16,0 3-8 0,2 2-2-16,-2 3 0 0,3 5 0 0,0 0-10 0,-3 0-3 0,0 3 0 0,0 0 0 15,3-3-12-15,-3-2 9 0,3-1-9 0,-1-2 8 16,1 3-28 0,0-6-7-16,3 0-1 0,0 0 0 0,0-2 20 0,0-3 8 0,-1 0-8 0,1 0 8 15,0-6-178-15,0 4-30 16,0-4-7-16,3-2-1 0,-3 0 42 0,-1-2 8 0,4-4 2 15,-6-1 0-15,0 1 75 0,0-2 15 0,0 0 3 16,-6 0 1-16,0-2 112 0,0 2 22 0,-3-3 5 0,-3 6 1 16,0-3 105-16,0 0 21 0,0 0 4 0,-3 0 0 15,0 0-54-15,-3 3-11 0,3-3-3 0,-3 3 0 16,3 5-37-16,0 0-8 0,0 0-2 0,0 0 0 16,0 0-25-16,0 0-4 0,0 0-2 0,-6 5 0 15,3 0-21-15,-3 3-4 0,3 3-1 0,-3 2 0 16,3 0-8-16,3 1-3 0,-3-1 0 0,0 3 0 15,0 0-4-15,0-1-1 0,0 4 0 0,0 2 0 16,0 3-12-16,0 2 9 0,0 4-9 0,0 4 8 16,0-5-8-16,0 0 0 0,0 3 0 0,0-3 0 15,0-3-51-15,0 1-12 0,0-3-2 0,0 0-1 16,0-1-99-16,0-1-20 0,3 1-4 0</inkml:trace>
  <inkml:trace contextRef="#ctx0" brushRef="#br2" timeOffset="74999.794">14323 12439 1326 0,'3'2'56'0,"3"4"-45"16,0-4-11-16,0 1 0 0,3 0 9 0,-3-1-9 16,6 1 84-16,-4-3 12 0,4 3 2 0,3-3 1 15,0 0-38-15,0 0-7 0,0 0-2 0,3 0 0 16,0 0-8-16,-4 0-3 0,4 0 0 0,0 0 0 16,0 0-33-16,0 0-8 0,3-3 0 0,0 3 0 15,2 0 0-15,4-3 0 0,-3 3 0 0,6-2 0 16,-3 2 0-16,2 0 0 0,1 0 0 0,0-3 0 15,-3 3 40-15,2 0 5 0,-5 0 2 0,3 0 0 16,0 0-31-16,3 3-7 0,-1-3-1 0,1 0 0 16,3 0 0-16,-3 2-8 0,5-2 12 0,-2 0-4 15,0 3-8-15,-3-3 0 0,-1 0 0 0,4 3 8 16,-3-3-8-16,0 0 0 0,2 2 0 0,1-2 0 16,0 3 31-16,0-3 4 0,5 0 1 0,-2 0 0 15,-3 0-7-15,-3 0-1 0,2 0 0 0,-2 0 0 16,0 0-28-16,3 0 0 0,-4 0 0 0,4 0 0 0,3-3 20 15,-3 3-1-15,5-2-1 0,-2-1 0 16,0 3-29-16,-4-3-5 0,1 1-2 0,0-1 0 0,0 0 66 16,-1 3 12-16,1-2 4 0,3-1 0 0,-3 0-64 0,5 3-12 15,-2-2-2-15,3-1-1 0,-4 1 15 0,-2-1 12 0,0 0-3 0,0 1 0 16,-1-1-9-16,1-2 8 0,0 2-8 0,0 0 8 16,-1 1-8-16,1 2 0 0,3-3 9 0,-3 0-9 15,-4 3 9-15,1 0-9 16,-3-2 12-16,0 2-12 0,-4 0 12 15,1 0-4-15,-3 0 0 0,0 0-8 0,3 2 8 0,-6-2-8 0,2 0 0 0,1 0 0 16,-3 3 0-16,0-3 0 0,0-3 0 0,-3 3 0 16,-3 0-18-16,0 0-10 15,-1 0-3-15,-2 0 0 0,0 0-45 0,-3 0-8 0,0 0-3 0</inkml:trace>
  <inkml:trace contextRef="#ctx0" brushRef="#br2" timeOffset="75584.035">16284 10714 2310 0,'-5'-8'48'0,"2"2"11"0,0 1-47 16,0 0-12-16,0-3 0 0,3 3 0 16,-3 2 53-16,3 3 9 0,0-5 2 0,0 5 0 15,-3-6 0-15,3 6 0 0,0 0 0 0,0 0 0 0,0 0-52 0,0 0-12 0,0 0 0 0,0 0 0 16,0 0 0-16,0 0 0 0,0 0 0 0,0 0 0 31,0 0-151-31,0 8-33 0,3 3-6 0</inkml:trace>
  <inkml:trace contextRef="#ctx0" brushRef="#br2" timeOffset="75770.946">16287 11198 1824 0,'0'0'76'0,"0"0"-60"16,0 0 89-16,0 0 19 0,0 0 3 0,0 0 1 16,0 0 0-16,0 0 0 0,0 0 0 0,0 0 0 15,0 0-103-15,0 0-25 0,0 0 0 0,0 0 0 16,0 0 0-16,0 0 0 0,0 0 0 0</inkml:trace>
  <inkml:trace contextRef="#ctx0" brushRef="#br2" timeOffset="75954.61">16308 11650 2302 0,'0'0'97'15,"0"0"-77"1,0 0 86-16,0 0 18 0,0 0 3 0,0 0 1 16,0 0-50-16,0 0-10 0,0 0-1 0,0 0-1 15,0 0-53-15,0 0-13 0,0 0 0 0,0 0 0 16,0 0 0-16,0 0 0 0,0 0 0 0,0 0 0 15,0 0-145-15,0 0-32 0,0 0-7 0</inkml:trace>
  <inkml:trace contextRef="#ctx0" brushRef="#br2" timeOffset="76437.523">13335 12158 2269 0,'0'-5'64'0,"-3"0"15"15,3-1-63-15,0 6-16 0,-3-5 0 0,3 5 0 16,0-5 91-16,0 5 15 0,-3-3 3 0,3 3 1 0,0 0-22 0,-6 0-5 0,0 0-1 0,-3 0 0 15,0 6-66-15,0-1-16 0,-3 3 0 0,-3 2 0 16,0 4 22-16,0 1 1 0,-2 1 0 0,-4 8 0 16,-3 5-23-16,0 6 0 15,-3 2 0-15,1 2 8 0,-1 1-26 16,3-3-5-16,0 0-1 0,-3 0 0 0,4-2 24 0,-1-4 0 0,0 1 0 16,-3-3 0-1,3 0-36-15,1 0-12 0,-1-2-2 0,-3-3-1 16,3-3-108-16,0-5-21 0,3 0-5 0</inkml:trace>
  <inkml:trace contextRef="#ctx0" brushRef="#br2" timeOffset="76674.734">12718 12397 2486 0,'3'-27'71'0,"3"1"14"16,0 2-68-16,0 5-17 0,3 1 0 0,-3 2 0 15,3 3 60-15,0 5 8 0,0-3 1 0,0 6 1 16,0 0-11-16,3 2-3 0,-3 3 0 0,3 0 0 15,-3 3-18-15,2 4-4 0,1-1-1 0,3 4 0 16,-3 4-12-16,0-1-2 0,0 5-1 0,3 3 0 16,0 1-10-16,3 4-8 0,-1 3 12 0,1-2-12 15,3-1 8-15,0-2-8 0,3 0 0 0,0 0 0 16,-1-6 9-16,-2 3-9 0,3-2 0 0,-3-1 9 16,3 1-19-16,-6-3-4 0,2 0-1 0,-2-1 0 15,-3-1-120-15,0-4-24 0,-3 1-5 0</inkml:trace>
  <inkml:trace contextRef="#ctx0" brushRef="#br2" timeOffset="77088.525">13632 12460 2014 0,'6'-11'42'0,"-6"11"9"0,0 0-41 16,0 0-10-16,3-2 0 0,-3 2 0 0,0 0 115 0,0 0 21 0,0 0 4 0,0 0 0 15,0 0-36-15,0 0-8 0,0 0-2 0,0 0 0 16,0 0-38-16,-3 5-7 0,0 3-1 0,-3 3-1 16,0-3-15-16,-3 2-4 0,1 1 0 0,-4-1 0 15,0 1-15-15,-3-1-3 0,0 1-1 0,0 2 0 16,0-2 5-16,-3 2 1 0,0 0 0 0,1 1 0 16,2-1-15-16,0 0 0 0,0 0 0 0,3 0 0 15,0 3 0-15,0-5-16 0,3 2 3 0,0 0 1 16,6-2 12-16,-3 0 0 0,3-1 0 0,0-2 0 15,3 0-8-15,0-3 8 0,3 1 0 0,0-4-9 16,0 4 9-16,3-6-8 0,0 2 8 0,3-2-8 16,3 0 22-16,0-2 5 0,3-1 1 0,3 0 0 15,0-2-35-15,0 0-6 0,5-1-2 0,-5 1 0 16,3 0 23-16,0-1 0 0,0 1 0 0,-3 0 0 16,-1 0 0-16,1-1 0 0,-3 1 0 0,0 2 0 15,-3-2 0-15,0 2 0 0,0-2 0 0,-3 3 0 16,0-4 0-16,0 4 0 0,-1-1-9 0,-2 0 9 15,0 1-37-15,0-1-1 0,-3 0 0 0,3-2 0 16,-3 5-158-16,0-3-32 0,-3 3-7 0</inkml:trace>
  <inkml:trace contextRef="#ctx0" brushRef="#br2" timeOffset="77389.941">13722 12479 2477 0,'-12'-11'52'0,"0"3"11"0,3-3-51 0,3 3-12 0,-3-2 0 0,3 2 0 15,0 0 106-15,0 3 18 0,3-3 4 0,-3 5 1 16,6 3-44-16,0 0-9 0,0 0-1 0,0 0-1 16,0 0-23-16,0 0-5 0,0 0-1 0,0 0 0 15,3 8-13-15,-3 3-4 0,3 5 0 0,0-3 0 16,0 3-4-16,3 2 0 0,-3-2-1 0,0 3 0 16,0-1 14-16,0 1 3 0,3-1 1 0,-3 3 0 15,0 0-33-15,0 1-8 0,0 1 0 0,0 4 0 16,-3-1 0-16,3 1 0 0,0 2 0 15,-3 0 0-15,0 0 0 0,3-5 0 0,-3 0 0 0,0 0 0 16,3-3 0-16,-3 0 0 0,0-3 0 0,0-2 0 16,0 0 0-16,0-3 0 0,0 1 0 0,0-4 0 15,3 1-94-15,-3-3-21 0,0-3-4 0,0-5-1 16,0 0-166-16,0 0-34 0</inkml:trace>
  <inkml:trace contextRef="#ctx0" brushRef="#br2" timeOffset="78729.966">18195 10436 1538 0,'3'-16'32'0,"0"0"8"0,0 0-32 0,0 0-8 0,3 3 0 0,0 0 0 15,-3 2 98-15,3 1 18 0,-3 2 4 0,3 0 1 16,-3 3-31-16,0-1-6 0,0 1-2 0,-3 5 0 15,0 0-14-15,0 0-4 0,0 0 0 0,0 0 0 0,0 11-14 0,0 4-3 0,-3 1-1 0,0 5 0 16,0 1-22-16,-3 4-5 0,0 1-1 0,0 2 0 31,0-3-18-31,0 1 0 0,0-1 0 0,0 0 0 0,0 4 0 0,4-4 10 16,-4 3-10-16,3 0 8 0,0-2-8 0,3-1 0 16,0 1 0-16,0-6 0 0,3 0-16 15,0-3-1-15,0-2-1 0,2-5 0 0,4 0 26 16,-3-4 6-16,3-1 1 0,3-4 0 0,0-2-15 15,3-2 0-15,0-4 0 0,3-1 0 0,0-4-14 0,-1 0-6 0,1-5 0 16,0 1-1-16,3-1 42 0,-3-3 9 0,0 1 2 16,-3-1 0-16,0 1 15 0,-4-1 3 0,-2 3 1 0,0 3 0 15,0 0-3-15,-6 2-1 0,3 1 0 0,-3 2 0 16,-3 2-12-16,3 1-3 0,-3 0 0 0,0 5 0 16,0 0-13-16,0 0-3 0,0 0-1 0,0 0 0 15,-6 8-15-15,0 0 8 0,0 0-8 0,3 5 0 16,-3 3 0-16,6 2 0 0,-3 1 0 0,3 2 0 15,0-3-15-15,3 1 1 0,3 2 0 0,0-5 0 16,3 0-6-16,-3-3 0 0,3 0-1 0,0-2 0 16,0-3 9-16,0-3 3 0,3 0 0 0,-3 1 0 15,0-4 9-15,-1-2-8 0,1-2 8 0,0-1-8 16,0 0 22-16,-3 1 5 0,3-3 1 0,-3-1 0 16,-3 1-20-16,3-3 0 0,-3 0 0 0,-3 0 0 15,3-2 0-15,-3-1 0 0,-3-2 0 0,0 2 0 16,0-5 43-16,0 3 5 0,-3-3 0 0,0 0 1 15,0 3-33-15,0-3-6 0,-3 3-2 0,0 2 0 0,0-2-8 16,1 3 0-16,-4-1 9 0,3 3-9 16,-3-3 0-16,0 6-12 0,0 0 2 0,-3 0 0 15,3 2-30-15,0-2-5 0,3 5-2 0,0 0 0 16,4 0-74-16,5 0-15 0,0 0-4 0,0 0 0 16,2 8-34-16,4 0-7 0,6-1-2 0,0 1 0 15,6 0 42-15,0-2 8 0,3-1 1 0,0-2 1 16,2-1 56-16,1-2 11 0,3 0 3 15,-3-2 0-15,-3-1 100 0,3-2 20 0,-4 2 4 0,-2 0 1 0,-3-2 63 0,-3 2 13 16,0 1 2-16,-3-4 1 0,-3 4-2 0,0-1 0 0,-6 3 0 0,0 0 0 16,0 0-40-16,0 0-8 0,0 0-1 15,0 0-1-15,0 0-37 0,0 0-7 0,0 0-2 0,0 0 0 16,0 0-13-16,0 0-4 0,0 0 0 0,3 3 0 16,6 5-17-16,-3 0-11 0,0 0 12 0,0 5-12 15,-1 3 17-15,1 0-3 0,0 5-1 0,0 0 0 16,0 0-1-16,0 3 0 0,-3-3 0 0,3 3 0 15,0 0-3-15,0-3-1 0,0-3 0 0,0 1 0 16,0-1-8-16,-3-2 0 0,3-2 0 0,-3-1 0 16,0 0 22-16,0-2 2 0,-3-1 1 0,-3 1 0 15,0-1-25-15,0-2 0 0,-3 0 0 0,-3 0 0 16,3 0-46-16,0-3-14 0,-3 1-4 0,0-1 0 16,0-2 52-16,-3-1 12 0,3-2 0 0,1 0 0 15,-4 0 0-15,3-2 0 0,0-1 0 0,0-2 0 16,3-1 0-16,0 1 0 0,0-3 0 0,3 0 0 15,0 0 0-15,3 0 0 0,0 0 0 0,3 0 0 16,0 1 0-16,3-1 0 0,0-3 0 0,6 0 0 16,-3-2 0-16,3 3 16 0,0-4-3 0,2 1-1 0,1 0-4 15,3 0 0-15,-3-3-8 0,3 5 12 0,-3-2-12 0,0 5 11 16,0-3-11-16,-4 6 10 0,4-3-27 0,0 6-6 0,0-1-1 16,-3 0 0-16,3 3 49 15,-3 3 10-15,3 2 1 0,-3 1 1 0,-4-1-25 16,4 5-12-16,-3 1 10 0,0 0-10 0,-3-1 8 0,0 1-8 15,0-1 0-15,-3 1 9 16,-3 0-43-16,3-1-9 0,-3-2-1 0,-3 0-1 16,3 3-67-16,-3-6-12 0,0 0-4 0</inkml:trace>
  <inkml:trace contextRef="#ctx0" brushRef="#br2" timeOffset="78895.331">19133 10624 2708 0,'-3'-11'56'0,"0"-2"14"0,3 0-56 0,3-1-14 0,0 1 0 0,0 3 0 16,3-4 21-16,0 4 2 0,3-1 0 0,-3 1 0 15,6 2-23-15,-3 0 0 0,3 0 0 0,-1 3 0 16,1-1-149-16,3 4-35 0,0 2-6 0</inkml:trace>
  <inkml:trace contextRef="#ctx0" brushRef="#br2" timeOffset="79177.143">19532 10616 2477 0,'0'-6'104'0,"0"1"-83"15,0 0 102-15,0 0 20 0,0-1 4 0,0 6 1 16,-6-5-68 0,3 0-12-16,-3 2-4 0,0 0 0 0,-3 1 0 0,0-1 0 0,-3 3 0 0,0 3 0 31,-2-1-23-31,-4 1-5 0,0 2 0 0,0 3-1 0,0 3-26 0,0-1-9 0,0 1 0 0,1 5 9 15,-1 5-9-15,0-2 0 0,3 7 0 0,3 1 0 16,6-1 0-16,0-2 0 0,0 2 0 16,3 3 0-16,6-7 0 0,3 1-16 15,3-4 3-15,3-1 0 0,3-2 13 0,0 0-9 0,3-3 9 0,-1 1-8 16,1-6 0-16,0-1 0 0,3 1 0 0,3-2 0 31,0-4-21-31,2 4-4 0,4-6-1 0,3 2 0 16,-3-2-110-16,-1 3-23 0,1-3-4 0</inkml:trace>
  <inkml:trace contextRef="#ctx0" brushRef="#br2" timeOffset="79784.117">18225 11674 2553 0,'-3'-10'53'0,"3"2"12"0,-3 0-52 16,3-3-13-16,0 3 0 0,0 0 0 0,-3 0 105 0,0 3 19 0,0 0 3 0,0-1 1 16,-3 6-103-16,0-2-25 0,0 2 0 0,1 2 0 15,-4 4 38-15,0 2 2 0,0 2 1 0,-3 3 0 16,0 1-30-16,0-1-11 0,0 3 0 0,3 2 9 16,-3-2-9-16,3 3 0 0,3-1 0 0,0 1 0 15,3-3-12-15,0 0 12 0,6 2-10 0,0-2 10 31,3 0-32-31,3 0-1 0,3 0 0 0,0-3 0 0,3-5-27 16,3 0-6-16,0-3-1 0,0-2 0 0,2-3 54 0,1-3 13 0,3-5 0 0,3 0 0 16,-3 0 0-16,0-2 0 0,-1-1 0 0,1 0 0 15,-3 1 10-15,-3 2 5 0,0-3 1 0,-3 3 0 16,-6 0 27-16,-1 0 5 0,1-2 2 0,-6 2 0 16,0 0 13-16,0-3 2 0,-3 3 1 0,0 1 0 15,0-1-18-15,0 0-4 0,0 2-1 0,-3 1 0 16,3 5-18-16,0 0-3 0,0 0-1 0,0 0 0 15,0 0-21-15,0 0 0 0,0 0 0 0,0 0-8 16,0 0 8-16,-3 5 0 0,0 3 0 0,3 3 0 16,-3-1 0-16,3-2 0 0,0 6 0 0,-3-4 0 15,3 3 8-15,0 1 3 0,0-1 1 0,0 0 0 16,3 3-71-16,0-5-13 0,3 2-4 0,0 0 0 16,3-5-144-16,-3-3-28 0,3-2-7 0</inkml:trace>
  <inkml:trace contextRef="#ctx0" brushRef="#br2" timeOffset="79917.997">18633 11666 2508 0,'-12'-18'52'0,"0"-3"12"0,0-1-52 0,0 1-12 0,0-3 0 0,4 3 0 15,-1 0 64-15,0 3 9 0,0-1 3 0,0 0 0 16,3 6-61-16,0 0-15 0,0 2 0 0,0 3 0 16,3 3-151-1,0 0-33-15,3 5-6 0</inkml:trace>
  <inkml:trace contextRef="#ctx0" brushRef="#br2" timeOffset="80259.703">18681 11693 2269 0,'9'0'64'0,"-3"0"15"16,2 0-63-16,1 0-16 0,0 0 0 0,0 0 0 15,0 0 105-15,0 0 19 0,0 2 3 0,0 1 1 16,0 2-67-16,-3-2-13 0,3 2-2 0,0 3-1 15,0-3-28-15,-3 3-5 0,0 3-2 0,2 0 0 16,-2-1-10-16,0 1 0 0,-3 2 0 0,0 0 0 16,0 0-24-16,-3 1-6 0,0-1-2 0,0 0 0 15,-3 0-13-15,3 1-3 0,-3-4-1 0,-3 1 0 16,3-1 40-16,0-2 9 0,-3 0 0 0,4-3 0 0,2-5 13 16,0 0 3-16,0 0 0 0,0 0 0 15,0 0 36-15,-6-2 8 0,3-6 2 0,3 0 0 16,0 0-10-16,0-3-1 0,3 1-1 0,3-3 0 0,-1 2-20 15,4-2-4-15,0 0-1 0,0 2 0 16,3-2-25-16,0-3 0 0,6 3 0 0,-3-3 0 0,0 0 0 0,-3-3 0 0,2 3 0 16,-2 1 0-16,3-4 0 0,0 3 0 0,0-2 0 0,0-1 0 31,3 6-220-31,-3-3-48 0</inkml:trace>
  <inkml:trace contextRef="#ctx0" brushRef="#br2" timeOffset="81173.428">19338 11695 1580 0,'6'0'67'16,"0"-2"-54"-1,-3-1 92-15,3 0 19 0,0 3 3 0,0-2 1 16,-3-1 0-16,0 0 0 0,3 1 0 0,-6 2 0 16,0 0-52-16,0 0-9 0,0-6-3 0,0 6 0 15,0 0 0-15,-3-5 0 0,3 5 0 0,-3-2 0 16,-3-4 0-16,0 6 0 0,0-2 0 0,-3 4 0 16,0-2-51-16,-2 6-13 0,-1-4 0 0,0 3 0 15,-3 1 0-15,3-1 0 0,-3 3 0 0,0 0 0 16,3 0 0-16,0 2 0 0,-3 1 0 0,4 0 0 15,2 2 0-15,3-5 0 0,0 2 0 0,3 1 0 0,3 0 0 0,0-1 0 16,6 1 0-16,0-1 0 16,3 1-48-16,0-3-13 0,5 2-3 0,1-2 0 0,0 0 52 0,3-2 12 15,3-1 0-15,-3-2 0 0,0-1 0 0,-1-4 0 0,1-1 0 0,0-2 0 16,0-1 0-16,-3 1 0 0,3-3 0 0,0 0 0 16,-6 0 0-16,2 0 0 0,-2 0 0 15,0 0 0-15,-3 0 48 0,0 3 13 0,0-3 3 16,-3 3 0-16,0-3-52 0,-3 3-12 0,0-1 0 0,0-2 0 15,-3 6 54-15,0-3 8 0,0-1 2 0,0 6 0 16,0 0-52-16,-3-5-12 0,3 5 0 0,0 0 0 16,-3 0 0-16,-3 0 0 0,0 3 0 0,0 2 0 15,3-2 0-15,-3 4 0 0,3-1 0 0,-3 2 0 16,3 0 0-16,0 0 0 0,0 0 0 0,3 2 0 16,0 1-21-16,3 2-4 0,0-3-1 0,3 4 0 15,3-4-9-15,0 1-1 0,6 2-1 0,-3-5 0 16,3 3-22-16,0-6-4 0,2 3-1 0,4-3 0 15,-3-2 0-15,3-3 0 0,0 0 0 0,-3 0 0 16,0-3 52-16,-4-2 12 0,4 0 0 0,-6-1 0 16,0 1 56-16,0-3 15 0,-3 0 2 0,0-2 1 15,0 2-16-15,-3-3-3 0,0 3-1 0,0 0 0 16,-3 0-15-16,0 0-3 0,0 3-1 0,0 0 0 16,-3-1-10-16,0 6-1 0,0-5-1 0,0 5 0 15,0 0-5-15,0 0-1 0,0 0 0 0,0 0 0 16,0 0-17-16,-6 3-14 0,6-3 2 0,-6 2 1 15,6-2 11-15,-3 6 0 0,3-6 0 0,0 8 0 16,0 0 0-16,3-1 0 0,0-1 0 0,0 2 0 16,3-3 0-16,2 3 0 0,1-5 0 0,3 2 0 15,0 0-53-15,0-2-9 0,3-1-2 0,0-2 0 0,0 0 52 0,0 0 12 0,3-2 0 0,-4-1 0 16,1 1 0-16,-3-4 0 0,0 4 0 0,-3-4 0 16,0 1 0-16,0 0 0 0,-3-1 0 0,0 1 0 15,0 0 48-15,-3 0 13 0,0-1 3 0,0 1 0 16,-3 0-52-16,3-1-12 0,0 4 0 0,-3-4 0 15,0 6 0-15,0 0 0 0,3-2 0 0,-3 2 0 16,0 0 0-16,0 0 0 0,0 0 0 0,0 0 0 16,0 0 0-16,0 0 0 0,0 0 0 0,3 5 0 15,-3 0 54-15,3 3 8 0,-3 0 2 0,0 0 0 16,3 3-103-16,-3-3-20 0,0 0-4 0,2 0-1 16,-2 0 0-16,3-1 0 15,0-1 0-15,0-1 0 0,0-2-167 0,3-1-33 16</inkml:trace>
  <inkml:trace contextRef="#ctx0" brushRef="#br2" timeOffset="81584.058">20130 11624 2553 0,'-21'-24'53'0,"4"3"12"16,2-3-52-16,3 3-13 0,-3 0 0 0,6 0 0 15,0 2 54-15,0 3 8 0,6 0 2 0,0 3 0 16,0 0-52-16,6 2-12 0,0 3 0 0,0-2 0 0,3 2-16 0,0 3-7 0,3-1-1 0,3 1 0 31,0 2-35-31,0 1-7 0,0-1-2 0,2 3 0 16,1 3 18-16,-3-1 3 0,3-2 1 0,-3 3 0 0,3 0 33 0,-6-1 13 0,3 1-11 0,-3 0 11 15,0-3 46-15,0 2 15 0,-1 1 3 16,-2-1 1-16,0 1 19 0,0 0 4 0,0-3 1 0,-3 5 0 16,3-2-5-16,-3-1 0 15,3 4-1-15,-3-1 0 0,0 3-28 16,3 0-6-16,-3 2-1 0,0 1 0 0,3 5-13 15,-3 5-3-15,0-2-1 0,0 4 0 0,0 4-10 0,0-1-1 0,0 1-1 0,0 2 0 16,-3-5-7-16,3-1-2 0,-3 1 0 0,0-3 0 16,3 3-10-16,-3-3 8 0,0 1-8 0,0 1 8 15,0 6-17-15,0 1-4 0,0 4-1 0,0 3 0 16,3-5 14-16,0 0 0 0,0-1 0 0,0-4 0 16,0-3 10-16,0-1 5 0,0-4 1 0,0-1 0 15,0-2-36-15,-1-2-6 0,1-1-2 16,0-3 0-16,0-2-121 0,3-2-25 15,-3-1-5-15,3-2-1 0,3-3-60 0,0 0-13 0</inkml:trace>
  <inkml:trace contextRef="#ctx0" brushRef="#br2" timeOffset="81718.982">20476 12092 2188 0,'-3'-29'97'0,"3"19"20"16,0-1-93-16,0-2-24 0,3-3 0 0,-3 3 0 16,5-3 148-16,1 5 24 0,0-2 6 0,0 0 1 15,3 2-82-15,0-2-16 0,0 2-3 0,3 1-1 16,0 2-51-16,0 0-10 0,0 0-3 0,3-3 0 15,2 3-13-15,-2 0 0 0,6 0 0 0,0-2 0 16,6 2-116-16,0-3-27 0,5 1-5 0</inkml:trace>
</inkml:ink>
</file>

<file path=ppt/ink/ink3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3:04:38.172"/>
    </inkml:context>
    <inkml:brush xml:id="br0">
      <inkml:brushProperty name="width" value="0.05292" units="cm"/>
      <inkml:brushProperty name="height" value="0.05292" units="cm"/>
      <inkml:brushProperty name="color" value="#7030A0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16597 11992 937 0,'0'0'19'0,"0"0"6"0,0 0-25 0,-6 0 0 0,6 0 0 0,-6 2 0 16,6-2 56-16,-6 0 5 0,6 0 2 0,0 0 0 16,-6 0-16-16,6 0-3 0,0 0-1 0,0 0 0 15,0 0 4-15,-6 3 1 0,6-3 0 0,0 0 0 16,0 0-2-16,0 0 0 0,-6 3 0 0,6-3 0 16,0 0-10-16,0 0-3 0,0 0 0 0,-6 2 0 15,6-2 9-15,0 0 2 16,0 0 0-16,0 0 0 0,0 0-20 0,0 0-3 0,0 0-1 0,0 0 0 15,0 6-20-15,3-1 0 0,0 0 0 0,0-2 0 16,6-3 0-16,-3 2 0 0,0-2 0 0,3 0 0 16,0 0 36-16,3 0 2 0,-3-2 1 0,3 2 0 15,3 0-31-15,-1-3-8 0,1 3 0 0,3 0 0 16,-3-3 0-16,3 3 0 0,0-2 0 0,0 2 0 16,0-3 19-16,-1 3 5 0,1 0 2 0,0 0 0 15,-3 0-42-15,0 0-8 0,3 0-1 0,-6 0-1 16,3 0 26-16,-4 0 0 0,-2 3 0 0,3-3 0 15,-3 0 0-15,3 2 0 0,-3-2 0 0,0 0 0 16,0 0 0-16,0 0 9 0,0 0 0 0,-3 0 0 16,3 0-9-16,-3 0 0 0,0 0 0 0,2 0 0 15,-2 0 0-15,0 0 0 0,-3 0 0 0,-3 0 0 16,6 0 16-16,-6 0 0 0,6 0 1 0,-6 0 0 16,6 0-17-16,-6 0 0 0,6 0 0 0,-6 0 0 15,0 0 47-15,0 0 5 0,0 0 2 0,3 3 0 16,-3-3-30-16,6 3-7 0,-6-3-1 0,3 5 0 15,-3-5-4-15,6 5 0 0,-6-5-1 0,0 8 0 0,3-5-3 0,0 2-8 0,0 1 12 16,-3-1-4-16,3 3 6 16,-3-3 1-16,0 3 0 0,3 0 0 0,-3 0-15 15,0-3 0-15,0 3 0 0,0 0 0 0,0 3 0 0,0-3 9 0,0 2-9 0,0 1 12 16,-3-1-4-16,3-2 0 16,0 3 0-16,-3-1 0 0,3 4 1 0,-3-4 0 0,3 3 0 0,-3 1 0 15,3-1-9-15,-3 0 8 0,0 6-8 16,0-3 8-16,0 2-8 0,0 1 0 0,0 2 0 0,0 0 0 15,0-3 0-15,0 1 0 0,0-1 0 16,0 4 0-16,3-6 0 0,-3 2 0 0,0-2 0 0,3 0 0 16,-3 0 0-16,0 0 0 0,3-3 0 0,-3 3 0 15,0 2 0-15,0-5 0 0,3 3 0 0,-3 0 0 16,3 0 8-16,0 0 2 0,-3 0 1 0,3 2 0 16,0-2-11-16,0 0-16 0,0 3 4 0,0-1 1 15,3-2 11-15,-3 0 0 0,0 0 0 16,3 0 0-16,0-1 0 0,-3-1 0 0,3-1 0 15,0 0 0-15,-3 0 0 0,0-2 0 0,3 0 0 0,-3-1 0 16,0 1 0-16,3-1 0 0,-3 1 0 0,0-1 0 16,0 1 0-16,0 0 0 0,0-1 0 0,0 1 0 15,0-3 0-15,-3 5 0 0,3-2 0 0,0-1 0 16,0 1 0-16,-3 2 0 0,0-2 0 0,3 2 0 16,-3 0 0-16,3-2 0 0,-3 2 0 0,3 0 0 15,-3-2 0-15,3 2 0 0,-3 0 0 0,3-2 0 16,-3-1 0-16,3 1 0 0,0 2 0 0,-2-5 0 15,2 5 0-15,0-5 0 0,2 0 0 0,-2 0 0 0,0 0 0 16,0 0 0-16,0 0 0 0,0-3 0 0,0 3 0 0,0-3 0 16,0 3 0-16,0-2 0 0,0-1 0 0,0 0 0 15,0 1 0-15,0-1 0 0,0 0 0 0,0 0 0 16,0 1 0-16,-2-1 0 0,2-5 0 0,0 5 0 0,0-5 0 0,0 8 0 16,-3-2 0-16,3-6 0 0,0 2 0 15,-3 3 0-15,3-5 0 16,0 8 0-16,0-8 0 0,-3 6 0 0,3-6 0 0,-3 5 0 0,3-5 0 15,-3 5 0-15,3-5 0 0,-3 6 0 0,3-6 0 0,-3 5 0 16,3-5 0-16,-3 5 0 0,3-5 0 16,-6 5 0-16,6-5 16 0,0 0 6 0,-3 6 1 0,3-6 0 15,-3 5-23-15,3-5 0 0,-6 3 0 0,6-3 8 16,-6 5-8-16,3-2 0 0,-3-1 0 0,6-2 0 16,-6 6 0-16,0-4 11 0,6-2-11 0,-6 5 12 15,-3 1-12-15,3-4 0 0,-3 1-12 0,0 2 12 16,0-2 0-16,1 2 0 0,-1-2 0 0,0 2 0 15,-3-2 0-15,0 2 0 0,0-2 0 0,0 2 0 16,0-2 0-16,0 2 0 0,0-2 0 0,0 2 0 16,0 0 0-16,-2-2 0 0,2 0 0 0,0 2 0 15,0-3 0-15,0 1 0 0,0 0 0 0,0-1 0 16,3-2-20-16,-3 3-5 0,3-3-2 0,-3 3 0 16,4-3 27-16,-1 0 0 0,0 0 0 0,0 0 0 15,0 0 0-15,3 2 0 0,-3-2 0 0,3 0 0 16,0 0 0-16,6 0 0 0,-6 3 0 0,-3-3 0 0,9 0 16 15,-6 3 9-15,6-3 2 0,-6 0 0 16,6 0-27-16,-6 0 0 0,6 0 0 0,0 0 0 16,-6 2 0-16,6-2 0 0,0 0 0 0,0 0 0 0,0 0 0 15,0 0 0-15,0 0 0 0,0 0 0 0,0 0 0 0,0 0 0 0,0 0 0 16,0 0 0-16,0 0 0 16,0 0 0-16,0 0 0 0,0 0 0 0,0 0-8 15,0 0 8-15,0 0 0 0,0 0 0 0,0 0 0 0,-6-5 0 0,6 5 0 16,0 0 0-16,-3-5 0 0,0-1 0 0,3 4 0 0,-3-6 0 15,3 3 0-15,-3-1 0 0,3-2 8 0,-2 0-8 16,2 0 10-16,0 1-10 0,-3-1 12 0,3-3-12 16,0 0 13-16,0 1-4 0,0-1-1 0,0-2 0 15,0 2-8-15,0-2 8 0,0-3-8 0,0 3 8 16,0-3-8-16,0 3 0 0,0-3 0 0,0 0 8 16,0 0-8-16,0-2 0 0,0 2 0 0,0-3 0 15,0 1 0-15,0-1 0 0,0 1 0 0,0-3 0 16,0 2 0-16,0 1 10 0,0-1-10 0,0 1 10 15,-3-1 0-15,3 1 0 0,0 2 0 0,0-3 0 16,0 3-10-16,-3-2 0 0,0 2 0 0,0-3 0 16,-3 3 10-16,0-2 0 0,0 2 0 0,0-2 0 15,0 2-10-15,3-3 10 0,-3 3-10 0,0 0 10 16,3 1-10-16,-3-1 0 0,3 0 0 0,-3 0 0 16,3 0 0-16,0 0 0 0,0 0 0 0,0 3 0 15,0 0 0-15,0 0 0 0,0-1 0 0,0 1 8 16,0 3-8-16,0-1 0 0,0-2 0 0,0 2 0 15,0 1 0-15,0-1 0 0,3 0 0 0,-3 1 0 16,3-1 0-16,0 1 0 0,0-1 0 0,-2-2 0 0,2 2 0 0,0 1 0 16,0-1 0-16,2-2 0 0,-2 0 0 15,0 2 0-15,3-2 0 0,-3-3 0 0,3 3 0 0,0-1 0 0,0-1 0 16,0-1 0-16,0 3 0 0,0-3 0 0,0 2 0 0,0 1 0 16,0 0 0-16,0 0 0 0,0-1 0 0,0 1 0 15,0 3 0-15,0-1 0 16,0 0 0-16,0 1 0 0,3-1 0 0,-3 1 0 0,0-1 0 15,0 3 0-15,3-2-8 0,-3-1 8 0,0-2 0 0,3 2 0 16,-3 3-13-16,0-2 1 0,3-1 1 0,-3 3 0 16,0 0 11-16,0-2 0 0,0-1 0 0,0 3 0 15,0 0 0-15,0-2 0 0,0 2 0 0,0 0 0 16,-1 0 0-16,1 0 16 0,0 0-4 0,-3 0-1 16,3 3-11-16,-3-3-16 0,0 2 4 0,0 1 1 15,3 3 11-15,-3 2 0 0,0 0 0 0,0-6 0 16,0 4 0-16,0 2 9 0,3-6-1 0,0 4-8 15,0-1-101-15,3 3-27 0,0-3-6 16</inkml:trace>
  <inkml:trace contextRef="#ctx0" brushRef="#br0" timeOffset="2747.617">23154 12055 1094 0,'0'0'23'0,"-5"3"5"0,5-3-28 0,0 0 0 0,0 0 0 0,0 0 0 31,0 0 56-31,-6 5 7 0,6-5 1 0,0 0 0 0,0 0-33 0,0 0-7 0,0 0 0 0,0 0-1 15,0 0 1-15,0 0 0 0,0 0 0 0,0 0 0 16,0 5-6-16,0-5-1 0,0 0 0 0,0 0 0 16,0 0-17-16,0 3 0 0,0-3 0 0,0 0 0 15,6 5 55-15,-6-5 7 0,3 6 2 0,2-4 0 16,1 1-54-16,0-3-10 0,0 0 0 0,3 3 0 16,0-3 0-16,3 0 0 0,0-3 12 0,0 3-4 15,3 0 0-15,0-3 0 0,3 3 0 0,-4-2 0 16,4-1-16-16,0 3-4 0,0-3 0 0,0 3 0 15,0 0 28-15,-3-2 6 0,2-1 1 0,-2 3 0 16,0 0-37-16,3 0-7 0,-3 0-2 0,0 0 0 16,0 3 45-16,-3-3 9 0,3 0 1 0,-4 2 1 15,4-2-1-15,-3 0-1 0,0 0 0 0,-3 0 0 16,0 3-31-16,0-3 0 0,0 0 0 0,-3 3 0 16,0-1 0-16,0-2 0 0,0 0 0 0,-3 3 0 15,3-3 57-15,-6 0 6 0,6 3 1 0,-1-1 0 16,-2 1-52-16,3 0-12 0,-3-1 0 0,0 1 0 15,3-1 0-15,0 1 0 0,-3 0 0 0,3-1 0 16,0 1 54-16,0 0 8 0,-3 2 2 0,3-2 0 16,0-1-64-16,0 1-12 0,0 2-2 0,-3-2-1 15,3 2 23-15,0-2 4 0,-3 2 0 0,3 0 1 0,-3-2-13 0,0 2 0 16,0 1 8-16,-3-6-8 16,3 8 30-16,-3-3 3 0,3 0 1 0,0 0 0 0,-3-5-17 0,0 6-3 15,0 2-1-15,0-3 0 0,0 0-1 0,0 3 0 16,0-3 0-16,0 3 0 15,0-2-4-15,0 2-8 0,0 0 11 0,0-1-11 0,0 1 13 0,0 3-4 0,0-3-1 0,0 3 0 16,-3-1-8-16,3 1 8 0,0-1-8 0,0 4 8 16,-3-1-8-16,3-3 0 0,-3 4 9 0,0 1-9 15,3-1 0-15,-3-1 0 0,0-3 0 0,0 4 8 16,0-1-8-16,-3-2 9 0,3 2-9 0,0-3 10 16,-3 1-10-16,3 2 10 0,0-2-10 0,-3-1 10 15,3 1-10 1,-3 2 8-16,3-2-8 0,-3-3 8 0,3 2-8 15,-3 1 0-15,3-3 9 0,0 2-9 0,0-2 0 0,0 0 8 0,0 3-8 0,0-1 0 16,0 1 0-16,0 0 0 0,3-1 0 0,-3 3 0 16,3 1 0-16,-3-1 0 0,3 0 0 0,-3 0 0 15,3 1 0-15,0-4 0 0,-3 3 0 0,3 1 0 16,0-4 0-16,-3 3 0 0,1-2 0 0,-1 2 0 16,3-2 0-16,-3-1 0 0,3 1 0 0,-3 0 0 15,3-4 0-15,-3 1 0 0,3 3 0 0,-3-3 8 16,3 3-8-16,-3-4 0 0,3 1 0 0,-3 0 0 15,3 3 0-15,0-6 0 0,-3 0 0 0,3 3 0 16,0 0 0-16,0-2 0 0,0 2 0 0,0-3 0 16,0 3 0-16,0-3 0 0,0 0 0 0,0 3 0 15,0 0 0-15,0-2 0 0,0 2 0 0,0-1 0 0,0 1 0 16,0 0 0-16,0-2 0 0,0 2 0 0,0 2 0 0,0-2 0 16,0 0 0-16,0 0 0 0,3 0 0 0,-3 0 0 15,0 0 0-15,0 0 0 0,3 0 0 16,-3 2 0-16,0-2 0 0,0 0 0 15,3 0 25-15,-3 0 1 0,0 0 0 0,3 0 0 16,-3 0-42-16,0-3-9 0,3 3-2 0,-3 0 0 0,0-3 27 0,3 3 0 0,-3-3 0 0,3 3 0 31,-3-2 0-31,0-1 0 0,0 0 0 0,0 3 0 0,0-2 0 0,0 1 0 0,0-4 0 0,0 5 0 16,0-3 0-16,0-2 0 0,0 2 0 0,0 1 0 16,0 2 24-16,0-6 0 0,0 3 0 0,0 1 0 15,3-1-39-15,-3 0-7 0,2 1-2 0,-2-6 0 16,0 5 24-16,0 0 0 0,0-5 0 0,3 6 0 15,0-1 0-15,-3-5 0 0,3 5 0 0,-3 0 0 16,0-5 0-16,0 6 0 0,0-6 0 0,3 5 0 16,-3-5 0-16,0 5 0 0,0-5 0 0,0 8 0 15,0-8 0-15,0 5 0 0,0-5 0 0,0 6 0 16,0-6 0-16,0 0 0 0,-3 5 0 0,3-5 0 16,0 0 0-16,0 0 0 0,-3 5 0 0,3-5 0 15,0 0 0-15,-3 6 0 0,-2-4 0 0,-1 4 0 16,6-6 0-16,-6 2 8 0,0 1-8 0,0 0 0 15,0-1 20-15,0 1 0 0,-3-1-1 0,3-2 0 16,-3 3-19-16,0-3 0 0,0 3 0 0,-3-3 0 16,3 2 0-16,-3-2 0 0,3 3 0 0,-2 0 0 15,-1-1 0-15,0 4-17 0,0-4 3 0,0 4 1 0,3-1 13 16,-3 0 0-16,3 0 0 0,-3 1 0 16,3-1 0-16,-3-2 0 0,1 2 0 0,-1-2 0 0,3 2 0 0,-3-2 0 15,0 2 0-15,0-3 0 0,0 1 0 0,0 0 0 16,3-1 0-16,0 4 0 0,-3-4 0 0,3 1 0 0,1 0 0 15,-1-1 0-15,0 1 0 0,3-3 0 0,-3 3 0 0,3-3-9 16,0 0 9-16,0 2 0 0,0-2 0 0,0 0 0 16,6 0 10-16,-6 0 4 0,6 0 1 0,-6 0 0 15,6 0-15-15,-3 0 0 0,3 0 0 0,-6 0 0 16,6 0 0-16,0 0 0 0,0 0 0 0,-6 0 0 16,6 0 0-16,0 0 0 0,0 0 0 0,-3-2 0 15,3 2 0-15,-6-3 0 0,6 3 0 16,-3-3 0-16,3 3 0 0,-3-5 0 0,0 2 0 0,0-2 0 15,0 0 0-15,3-1 0 0,-3 1 0 0,3-3 0 16,0 0 0-16,-3 0-13 0,3 0 2 0,-3 1 1 16,3-4 10-16,0 0 14 0,0 1-3 0,0-1-1 15,0 1-10-15,0-4 0 0,0 1 0 0,0 0 0 16,0 0 0-16,0-1 0 0,0-1 0 0,0-1 0 16,0 2 0-16,-2-4 0 0,2 2 0 0,0 0 0 15,-3 0 0-15,3-5 0 0,0 3 0 0,-3-4 0 16,3-1 0-16,-3 1 0 0,3-1 0 0,0 1 0 15,0 1 0-15,0 0 12 0,0 3-12 0,-3-1 12 16,3 1-12-16,-3 2 0 0,3-3-12 0,-3 3 12 16,3-2 0-16,0 2 0 0,-3-3 0 0,0 4 0 15,0-4 0-15,0 0 0 0,-3 1 0 0,3-3 0 0,-3 2 0 16,3-2 0-16,0 3 0 0,-3-4 0 0,3 4 0 16,0-1 0-16,0 3 0 0,0-2 0 0,0 5 0 0,-3-3 0 15,3 3 0-15,0 2 0 0,0-2 0 16,0 2 0-16,0-2 0 0,0 2 0 15,0-2 0-15,0 3 13 0,0-1 0 0,0 3 0 0,0-3-13 0,0 1 0 16,3-3 0-16,-3 2 0 0,3 1 0 0,-3-1-18 0,6 0 4 0,-3 1 1 16,0-3 13-16,0-1 15 0,0 1-3 15,3 0-1-15,-3 0-11 0,3-1-16 0,0-1 4 0,0 1 1 16,0 1 19-16,0 0 4 0,0-3 1 0,0 3 0 16,0-1-13-16,0 1-18 0,0 3 4 0,0-4 1 15,0 4 13-15,0 2 0 0,-3-3 0 0,3 3 0 16,0 0 0-16,-3 1 0 0,3-1 0 0,-3 2 0 15,3-2 0-15,0 3 0 0,0 0 0 0,-3-1 0 16,3 1 0-16,0 3 0 0,0-4 0 0,0-2 0 16,0 6 0-16,0-4 0 0,3 4 0 0,-3-4 0 15,3 4 0-15,0-4 0 0,0 4 0 0,-3-1 0 16,3-2 0-16,-1 2-11 0,1 3 11 0,0-2-10 16,0-1-14-16,0 0-4 0,0 3 0 0,-3-2 0 15,3-1-13 1,0 0-3-16,-3-2-1 0,0 2 0 0,-3 3-23 0,6-2-5 15,-3-1-1-15,0-2 0 0,3 2-160 0,-3 1-32 0</inkml:trace>
  <inkml:trace contextRef="#ctx0" brushRef="#br0" timeOffset="13221.464">15585 13902 1191 0,'0'0'26'0,"0"0"6"0,0 0 34 0,0 0-66 0,0 0 0 0,0 0 0 0,0 0 0 0,-6-3 75 0,6 3 8 16,0 0 1-16,0 0 1 0,0 0-9 0,0 0-1 15,0 0-1-15,0 0 0 0,0 0-22 16,0 0-4-16,0 0 0 0,6 0-1 0,3 0-9 0,0 0-2 0,-3 0 0 0,6 3 0 16,-3-3 0-16,3 0-1 15,-4 3 0-15,7-3 0 0,-3 2-35 0,3-2 0 0,-3 0 0 0,3 0 0 16,0 0 0-16,-3 3 0 0,3-3 0 0,-4-3 0 16,1 3 0-16,3-2 0 0,-3-1 0 0,3 3 0 15,0-3 0-15,0 3 0 16,3-2-15-16,-3-1 5 0,-1 0 10 0,1 3 0 0,0-2 0 15,0 2 0-15,0-3 0 0,0 3 0 0,-3 0-9 0,3-2 9 16,-3 2 0-16,-1 0 0 0,1 0 0 0,0 0 0 16,0 0 8-16,-3 0-8 0,-9 0 8 0,9 2-8 15,-9-2 17-15,9 0-1 0,-9 0-1 0,9 0 0 16,-9 0 7-16,9 3 2 0,-9-3 0 0,6 2 0 16,-6-2 1-16,0 0 1 0,9 3 0 0,-9-3 0 15,6 5-6-15,-6-5 0 0,6 3-1 0,-6-3 0 16,6 3 24-16,-6-3 5 0,6 2 0 0,-6-2 1 15,3 6-49-15,-3-6-17 0,5 5 0 0,-5-5 0 16,3 5 27-16,0-2 6 0,-3-3 0 0,3 8 1 16,0-3-17-16,0 3 0 0,-3-3 0 0,3 3 0 15,-3-2 14-15,3 2-1 0,0-1 0 0,-3 1 0 16,0 0-13-16,0 0 9 0,3 5-9 0,-3-5 8 16,0 3-20-16,0 2-4 0,3-2 0 0,-3-1-1 0,0 1 31 0,0 2 6 15,0-2 2-15,0 2 0 0,-3-2-35 0,3 2-7 16,-3 0-2-16,3 0 0 0,-3 1 40 0,3 1 8 15,-3 1 2-15,0 0 0 0,0-3-28 0,0 3 0 16,0-2 0-16,0 1-11 16,0 1 11-16,3-3-8 0,-3 3 8 0,1 0-8 0,2 0 0 15,0-3 0-15,-3 1 0 0,3-1 0 0,-3-3-3 0,3 1 0 16,-3 0 0-16,3-1 0 0,0-2 11 16,0 0 0-16,0 0 0 0,0-3 0 0,0 3 0 0,3-5-8 0,-3 2 8 15,0-5-12-15,3 3 12 0,-3-3 0 0,0 5 0 16,0-5 0-16,3 5 0 0,-3-5-8 15,0 0 8-15,0 3 0 0,0-3 0 0,0 0 0 0,0 0 0 0,0 0 0 16,0 0 0-16,0 0 0 0,2 5 0 0,-2-5 0 16,0 0 0-16,0 0 0 0,0 0 0 0,0 0 0 15,0 0 8-15,0 0-8 0,0 0 10 0,0 0-10 16,0 0 12-16,0 0-4 0,0 0-8 0,0 0 12 16,-2 3-2-16,2-3-1 0,0 0 0 0,-6 3 0 15,3-1 2-15,-3 1 0 0,3-3 0 0,-3 3 0 16,3-1-1-16,-3 1 0 0,0-1 0 0,-3 1 0 15,0-3-10-15,0 3 12 0,0-1-12 0,-3 1 12 16,0 2-12-16,0-2 0 0,0 0 0 0,-2-1 8 16,-1 1-8-16,0 2 0 0,0-2 0 0,0 0 8 0,0-1 8 15,-3 3 0-15,3-2 1 0,1 0 0 0,-1-1-17 0,0 1 0 16,0 2 0-16,0-2 0 16,3 2 0-16,0-2 0 0,0 0 0 0,0 2 0 15,3-3 0-15,1 1 0 0,-1 0-8 0,0-1 8 16,0-2 0-16,0 3 0 0,0-3 11 0,0 3-3 0,0-1-8 0,3-2 8 15,-3 3-8-15,3-3 8 0,0 0-8 0,-3 0 8 16,3 0-8-16,6 0 8 16,-6 0-8-16,6 0 0 0,-6 0 0 0,6 0 0 15,-6 0 0-15,6 0 0 0,-5 0 0 0,5 0 0 0,0 0 0 0,-6 0 0 16,6 0 0-16,0 0 0 0,0 0 0 0,0 0 0 16,0 0 0-16,0 0 0 0,0 0 0 0,0 0 0 0,0 0 0 0,0 0-8 15,0 0 8-15,0 0 0 16,0 0 0-16,0 0 0 0,0 0 0 0,0 0-8 0,0 0 8 15,0 0 0-15,0 0-8 0,-3-3 8 0,3 3-8 0,0-5 8 16,0 0 0-16,0-1 0 0,0 1 0 0,0 3 0 16,0-4 0-16,3-2 0 0,-3 3 0 0,3 0 0 15,-3-3 0-15,3 0 0 0,0 0 0 0,-3-3 0 16,2 1 0-16,-2-3 0 0,0-1 0 0,0-4 0 16,0-1 0-16,3-2 0 0,-3 0 0 0,0-3 8 15,3 0-8-15,-3 0 0 0,3 3 0 0,-3-3 8 16,3 6-8-16,-3-3 0 0,0 0 0 0,3 2 0 15,-3 3 0-15,0 0 0 0,0 0 0 0,-3 1 0 16,3 1 0-16,0 1 0 0,-3-3 0 0,3 6 8 16,-3-4-8-16,3 1 0 0,-3 0 0 0,0 0 8 15,1 2-8-15,-4 1 0 0,3-1 0 0,0 0 8 16,-3 3-8-16,3 1 0 0,0-4 8 0,0 6-8 16,0-1 0-16,0-2 0 0,0 3 0 0,3 0 0 0,-3 0 0 0,0-1 0 15,3 4 0-15,-3-4 0 16,3 1 0-16,-3 2 0 0,3-2 0 0,0 5 0 15,0-3 0-15,0 3 0 0,-3-2 0 0,3 2 0 0,0 0 0 0,3-5-8 16,-3 2 8-16,0 3 0 16,3-3 0-16,-3 3-8 0,3-5 8 0,-3 5 0 15,3-3 0-15,0 1 0 0,3-1 0 0,0 0-8 0,-3 3 8 0,3-2 0 0,0-1 0 0,-3 0 0 16,3 3-11-16,-1-2 0 0,1-1 0 0,3-2 0 31,0 0-137-31,3-1-28 0,0-4-6 0</inkml:trace>
  <inkml:trace contextRef="#ctx0" brushRef="#br0" timeOffset="14823.625">22351 13934 1337 0,'0'0'56'16,"-9"0"-44"0,3 0 92-16,6 0 20 0,-6 0 3 0,6 0 1 15,-6 0-54-15,6 0-10 0,-6 0-3 0,6 0 0 16,0 0-15-16,0 0-3 0,0 0-1 0,0 0 0 16,0 0-14-16,0 0-2 0,0 0-1 0,0 0 0 15,0 0-5-15,0 0 0 0,0 0-1 0,0 0 0 16,0 0-31-16,0 0-5 0,6 2-2 0,0 1 0 15,0 0 67-15,3-1 12 0,0-2 4 0,3 3 0 16,0-3-64-16,-1 0-10 0,4 0-3 0,0 0-1 16,0-3 14-16,3 3 0 0,-3 0 0 0,3-2 0 0,0 2 0 0,-1-3 0 15,1 3 8-15,0 0-8 0,-3-3 0 0,0 3 0 0,3-2 0 0,-6 2 0 16,3-3 12-16,-4 3-2 0,1-2 0 0,0 2 0 16,0-3-10-16,0 3-12 0,-3 0 2 0,0-3 1 15,-3 3 9-15,0 0 12 16,0 3-2-16,-6-3-1 0,0 0-9 0,3 0 0 15,-3 0 0-15,0 0 0 0,0 0 53 0,0 0 9 0,6 3 2 0,-6-3 0 16,0 0-64-16,6 2-15 0,-6-2-1 0,3 5-1 16,-3-5 17-16,6 6 0 0,-3-1 11 0,0 0-11 15,-3-5 12-15,6 3-12 0,-3 2 12 0,0 3-12 16,2-2 9-16,-2 1-9 0,0-1 0 0,0 2 9 16,0 0-9-16,0 0 0 0,0 2 0 0,0-2 8 15,0 5-8-15,-3-2 0 0,3-1 0 0,0 6 0 16,-3-2 0-16,3-4 0 0,-3 3 0 0,0 3 0 15,0-2 0-15,0-1 12 0,0 3-12 0,0-3 12 16,-3 3-12-16,3-3 0 0,-3 0-12 0,0 3 12 16,3-3-9-16,-3 1 9 0,0-1 0 0,3 0 0 15,-3-2-9-15,0 2 9 0,3 0 0 0,-3 0-9 16,0 0 9-16,0-2 0 0,3 0 0 0,-3-1 0 16,3 1 0-16,-3-3 0 0,1 0 0 0,2 0 0 15,-3-3 0-15,3 3 0 0,-3-3 10 0,3 0-10 16,0-5 0-16,0 0 0 0,-3 6 0 0,3-6-10 0,0 2 10 0,0-2 0 15,0 0 8-15,-3 6-8 0,3-6 0 0,-3 5 0 0,3-5 0 0,-3 3 0 16,3-3 0-16,-3 5 0 0,3-5 0 16,-6 5 8-16,3-2-8 0,0 2 0 0,-3-2 0 0,0 2 0 15,3-2 0-15,-3-1 0 0,0 1 0 16,-3 2 0-16,3-2 0 0,-3 0 8 0,3-1-8 0,0 4 8 16,-3-4-8-16,0 3 9 0,0-2-9 0,1 2 10 15,-1-2-10-15,-3 2-12 0,3-2 2 0,-6 2 1 16,3-2 25-16,-3 2 6 0,0-2 1 0,0 2 0 15,-3 0-12-15,4-2-3 0,-4 2 0 0,0-2 0 16,3 2 1-16,0-2 0 0,-3 0 0 0,3-1 0 16,0 1 5-16,1 0 1 0,2-3 0 0,-3 2 0 15,6-2-5-15,-3 3-1 0,3-3 0 0,0 0 0 16,0 0 8-16,3 0 2 0,0-3 0 0,6 3 0 16,-9 0-11-16,9 0-8 0,0 0 9 0,-6-2-9 15,6 2-13-15,0 0-9 0,0 0-2 0,-3-6 0 16,3 6 40-16,-3-5 7 0,3 5 1 0,-3-3 1 15,3 3-25-15,-3-8 0 0,3 3 8 0,0 2-8 16,0 3-19-16,0-7-5 0,0 1-2 0,0 1 0 16,0 0 39-16,3-1 8 0,-3-2 2 0,0 3 0 15,3-3-23-15,-3-2 0 0,0-1 0 0,0 0 8 16,3-2-8-16,-3 0 0 0,0-6 0 0,0 1 0 16,3-1 11-16,-3-2-3 0,3-3 0 0,-3-2 0 15,0 5 4-15,3-3 1 0,-3 3 0 0,0 0 0 16,0-1 4-16,0 4 1 0,0-1 0 0,0 1 0 0,0 2-18 0,0 0-17 15,3 0 3-15,-3 0 1 0,0 3 21 16,3 0 4-16,-3 0 0 0,3-1 1 16,-3 1-13-16,3 3 0 0,-3-1 0 0,0 0 0 0,3 4 0 0,-3-1 0 0,0 0 0 0,0 0 0 31,3 2-48-31,-6-1-13 0,3 1-3 0,0 1 0 16,3 0 0-16,-3-1 0 0,0-2 0 0</inkml:trace>
  <inkml:trace contextRef="#ctx0" brushRef="#br1" timeOffset="35930.803">14689 12145 1150 0,'0'0'24'0,"0"0"6"15,0 0-30-15,0 0 0 0,0 0 0 0,0 0 0 16,0 0 64-16,0 0 8 0,0 5 0 0,0-5 1 0,3 3-9 15,-3-3-3-15,0 0 0 0,3 5 0 0,3-2-13 16,-3-3-2-16,3 3-1 0,0-3 0 16,0 0-19-16,0-3-4 0,0 3-1 0,0 0 0 0,3-3-7 0,-4 1-2 0,4-1 0 0,0 3 0 15,0-3 1-15,0 1 0 0,-3-1 0 0,3 3 0 16,0-3-3-16,0 1-1 0,-3-1 0 0,3 3 0 16,-3-2-9-16,0-1 12 0,3 0-12 0,-3 3 12 15,0-2-12 1,0-1 0-16,-3 0 0 0,2 3 0 0,-2-2 0 0,3-1 8 0,-3 3-8 0,3 0 0 15,-3-3 0-15,3 3 0 16,0 3 0-16,-3-3 0 0,3-3 0 0,0 3 0 0,0 0 0 0,0-2 0 16,3 2 0-16,0-3 0 0,0 3 0 0,0 0 0 15,3-3 0-15,0 3 0 0,2-2 0 0,-2-1 0 16,6 3 0-16,0 0 0 0,3-2 0 0,0-1 0 16,3 3 0-16,-1-3 0 0,4 3 0 0,0-2 0 15,-3 2 0-15,0-3 0 0,-4 3 0 0,4 0 0 16,-3 0 0-16,0 0 0 0,0 3 0 0,0-3 0 15,-1 2 0-15,4-2 0 0,-3 0 0 0,3 3 0 16,-3-3 0-16,2 0 0 0,1 0 0 0,0 0 0 16,-3 0 0-16,0 0 0 0,0 0 0 0,-4-3 0 15,1 3 0-15,0 0 0 0,-3-2 0 0,0-1 0 16,0 3 0-16,-3 0 0 0,0-3 0 0,0 3 0 16,-1 0 30-16,-2-2 7 0,0 2 2 0,3-3 0 15,-3 3-11-15,-3 0-3 0,6 0 0 0,-3 0 0 16,-3 0-25-16,3 0 0 0,-3 0 0 0,3 0 0 15,0 0 16-15,-3 0-1 0,3 0-1 0,-1 0 0 0,-2 0-5 16,3 0-1-16,0 0 0 0,3 0 0 0,-3 0 0 16,0 0-8-16,0 0 12 0,0 0-4 0,0 0-8 0,0 0 0 0,0 0 9 0,0 3-9 15,0-3 12-15,-4 2-1 0,1-2-1 16,3 0 0-16,-6 3 5 0,3-3 1 0,0 0 0 16,-3 3 0-1,0-1 5-15,3 1 2 0,-3-3 0 0,3 5 0 16,-6-5 0-16,3 3 0 0,0-1 0 0,0 1 0 0,0 2-3 0,-3-5-1 0,3 3 0 0,0 0 0 15,-3-3-4-15,3 5-1 0,0 0 0 0,0-2 0 16,0 2-6-16,0 0 0 0,0 1-8 0,3-1 12 16,-6 0-4-16,3-2 0 0,0 2-8 0,-3 3 12 15,3-2-4-15,0-1 0 0,-3 0-8 0,3 3 12 16,-3-3-4-16,0 3 0 0,3 0-8 0,-3 0 12 16,0 0-4-16,0 0-8 0,0 0 11 0,0 0-11 15,0 2 12-15,0 1-12 0,0 0 12 0,-3-1-12 16,3 1 12-16,0-1-4 0,0 4 0 0,0-4-8 15,0 3 12-15,0-2-12 0,0 2 12 0,0 1-12 16,0-4 8-16,0 3-8 0,0-2 0 0,0 2 0 16,0-2 9-16,3 2-9 0,-3-2 0 0,0-1 9 15,0 1-9-15,3-3 0 0,-3 0 0 0,0 5 0 16,3-5 0-16,-3 2 8 0,0 1-8 0,3 2 0 16,-3-2 0-16,0-1 0 0,3 1 8 0,-3-1-8 15,-3 1 0-15,3 2 10 0,0-2-10 0,0 2 10 16,0 0-2-16,0 1-8 0,0-1 12 0,0 3-4 15,0-3-8-15,0 0 8 0,0 3-8 0,0-3 8 16,0 0-8-16,0 1 0 0,0-1 0 0,0 0 8 16,3 0-8-16,-3-2 0 0,0 2 9 0,0 0-9 15,0-2 0-15,0 0 0 0,0-1 0 0,0 1 8 0,0-3-8 0,-3 2 0 0,3 1 0 0,0-1 0 16,-3 1 0-16,3 0 0 0,0 2 0 0,-3-3 8 16,3 1-8-16,0 0 11 0,0 2-11 0,-3-3 12 31,3 4 12-31,0-1 2 0,-3-3 1 0,3 4 0 0,0-1-27 0,-3 0 0 0,3 0 0 0,0 1 0 15,0-1 0-15,0 0 0 0,0 0 0 0,0 1 0 16,0-1-46-16,0 0-14 16,0-2-4-16,0-1 0 0,0 3 52 0,0-2 12 0,0-3 0 0,0 0 0 15,0 2 48-15,0-2 13 16,0 0 3-16,0 0 0 0,0 0-103 0,0 0-20 16,0-3-4-16,0 6-1 0,0-6 52 0,0 3 12 0,0 0 0 0,0 0 0 15,0 0 0-15,0 0 0 0,0 0 0 0,0 0 0 16,0-3 0-16,0 3 0 0,0-3 0 0,0 3 0 15,0-2 0-15,0-1 0 0,0 0 0 0,0 3 0 16,0-3 0-16,0 1 0 0,0-6 0 0,0 8 0 16,0-3 0-16,0 0 0 0,0-5 0 0,-3 6 0 15,3-1 0-15,0-5 0 0,0 5 0 0,0-5 0 16,0 5 0-16,0-5 0 0,0 6 0 0,0-6 0 16,-3 8 0-16,3-8 0 0,0 2 0 0,0-2 0 15,0 0 0-15,0 0 0 0,0 0 0 0,0 0 0 16,0 0 0-16,-3 6 0 0,3-6 0 0,0 0 0 15,-6 2 0-15,6-2 0 0,-6 3 0 0,-3 0 0 0,3-3 48 16,0 0 13-16,0 0 3 0,-3 0 0 0,0 0-52 0,0 2-12 0,-3-2 0 16,0 3 0-16,-2-3-8 0,-1 0-5 0,0 2-1 15,-6-2 0-15,3 3 14 0,0 0 0 0,-3-3 0 0,4 2 0 16,-1 1 8-16,0 0-8 16,0-1 0-16,0-2 0 0,3 3 12 15,0-3-2-15,0 3 0 0,1-3 0 16,-1 0-10-16,0 0-11 0,-3 0 3 0,0 0 0 0,3-3 8 0,-3 3 0 0,-2-3 0 15,2 3 0-15,-3-2 0 0,0 2 0 0,0 0 0 0,-3-3 0 16,6 3 0-16,-2-3 12 0,-1 3-4 0,3 0 0 16,3 0-8-16,-3 0-10 0,3 0 10 0,-3 0-13 15,7 0 13-15,-4 0 0 0,3 0 0 0,-3-2 0 16,0 2 0-16,3-3 0 0,-3 0 0 0,-3 3 0 16,0-2 0-16,1 2 0 0,-1-3 0 0,0 3 0 15,-3-2 0-15,3 2 0 0,-3 0 0 0,4-3 0 16,-1 3 0-16,0-3 0 0,0 3 0 0,0 0 0 15,3 0 0-15,0 0 0 0,0 0 0 0,4 0 0 16,-4 0 0-16,3 0 0 0,0 0 0 0,0 0 0 16,0 0 0-16,0 0 0 0,0 0 0 0,0 0 0 15,0 0 0-15,0 0 0 0,-2 0 0 0,2 0 0 16,-3 0 0-16,0 0 0 0,3 0 0 0,-3 0 0 16,0 0 0-16,3 0 0 0,-3 0 0 0,4 0 0 15,-1 0 0-15,0 0 0 0,0 0 0 0,0 0 0 16,3 0 0-16,0 0 0 0,0 0 0 0,3 0 0 15,0 0 0-15,0 0 0 0,3 0 0 0,3 0 0 16,-6 0 0-16,3 0 0 0,3 0 13 0,-6-2-4 16,6 2-9-16,0 0 0 0,0 0 0 0,0 0 0 15,0 0 0-15,0 0 0 0,-6 0 0 0,6 0 0 0,0 0 0 16,-3-3 0-16,3 3 0 0,0 0 0 0,-2-5 0 0,2 5 0 0,-3-3 0 0,3 3 0 16,0-5 0-16,-3-1 0 0,0 1 0 0,3 0 0 31,0 0 0-31,0-1 0 0,0 1 0 0,0 0 0 0,0-1 0 0,3-2 0 0,-3 3 0 0,0-3 0 15,3 0 0-15,-3 3 0 0,0-3 0 0,3 0 0 16,-3-2-9-16,0 2-4 0,2-3-1 0,-2 3 0 16,0-3 22-16,0-2 5 0,0 3 1 0,0-1 0 15,0-2-22-15,0 0-5 0,3-3-1 0,-3 0 0 16,0-3 14-16,3-2 0 0,-3 0 9 0,0 0-9 16,0-3 0-16,3 0 0 0,-3 0 0 0,3 3 0 15,-3 0 8-15,0 3 3 0,0-1 0 0,3 3 0 16,-3 0-11-16,0 0 0 0,3 0 0 0,-3 6 0 15,-3-3-9-15,3 2 9 0,0 1 0 0,0-4 0 16,0 4 0-16,-3-4 0 0,3-1 0 0,-3-1 9 16,3 0-9-16,-3-3 0 0,0-2 0 0,3 0 0 15,-3 0 0-15,3 0 0 0,0-1 0 0,-2 1 0 16,2 0 0-16,0 3 0 0,0-1 0 0,0 3 0 16,0 0 0-16,0 0 0 0,0 3 0 0,0 0 0 15,0 0 0-15,0 2 0 0,0-2 0 0,0 0 0 16,0 2 0-16,0-2 0 0,0-3 0 0,-3 0 0 15,3-2 0-15,3-1 0 0,-3-2 0 0,0 0 0 16,2 0 0-16,1-1 0 0,0 1 0 0,0 0 0 16,3 3 0-16,0-1 0 0,0 1 0 0,3 4 0 0,0-2 0 15,0 3 0-15,3 3 0 0,-3-4 0 16,0 6 0-16,3-2 0 0,-3-1 0 0,0 1 0 16,0 2 0-16,-1 0 0 0,1 0 0 0,0 0 0 15,-3 0 0-15,-3 0 0 0,0 0 0 0,0 0 0 16,0 3 0-16,0-3 0 0,-3 0 9 0,0 3-9 0,0-3 0 0,0 3 9 15,-3-1-9-15,3-2 0 0,0 3 8 0,-3 2-8 0,3 3 0 0,-3-5 0 16,3 0-14-16,-3 2-6 0,3-2-2 0,0-3 0 31,3-3-139-31,3-2-28 0</inkml:trace>
  <inkml:trace contextRef="#ctx0" brushRef="#br1" timeOffset="40859.519">24923 12227 1337 0,'-6'-2'56'15,"-3"-1"-44"1,3 0 92-16,0 1 18 0,-3-4 4 0,3 4 1 15,-3-4-54-15,0 4-10 0,3-1-3 0,-3-2 0 16,-3 2-4-16,3-2 0 0,-6 0-1 0,4-1 0 16,-1 4-3-16,-3-4-1 0,3 1 0 0,-3 0 0 15,3-1-14-15,-3 1-2 0,-3 0-1 0,3 0 0 16,1 2-34-16,-4-2 0 0,3 2-10 0,-6-2 10 16,3 2 44-16,-3 0 16 0,-3 1 3 0,4-1 1 15,-4 3-52-15,3-3-12 0,-3 3 0 0,3 0 0 16,0 0 0-16,4 3 0 0,-1-3 0 0,0 0 0 0,3 0 0 15,0 0 0-15,0 0 0 0,0 0 0 0,3 3 0 16,1-3 0-16,-1 0-9 0,3 2 9 0,-3-2 0 0,3 0 0 0,0 3 0 0,0 0 0 16,3-1 0-16,-3-2 0 0,0 3 0 0,3 0 10 15,0-1-10-15,-3 1 0 0,3-3 0 0,0 3 0 16,1-1 0-16,-1 1 0 0,0-1 0 16,0 1 0-16,0 0 0 0,0-1 0 0,0 4 0 0,3-4 0 15,3-2 0-15,-6 6 0 0,6-6 0 0,-3 5 0 16,3-5 0-16,-3 5 0 0,3-5 0 0,-3 6 0 15,3-6 0-15,0 5 0 0,0 0 0 0,0 3 0 16,3-3 0-16,0 1 0 0,-3 2 0 0,6 0 0 16,-3-1 0-16,3 1 0 0,-3 0 0 0,0 0 0 15,3 3 0-15,-3-1 0 0,3 1 0 0,-3 2 0 16,0 0 0-16,3 1 0 0,-3-1 0 0,-1 3 0 16,1 0 20-16,0 0 1 0,0-1 1 0,-3 4 0 15,3-3-35-15,-3 0-7 0,3 0-2 0,0-1 0 16,-3 1 22-16,3 0 0 0,-3 0 0 0,0 3 0 15,0-4 0-15,0 1 0 0,0 0 0 0,0 3 0 16,0-1 0-16,0 1 0 0,0 2 0 0,-3 0 0 16,3 0 0-16,0 0 0 0,0 3 0 0,0 0 0 15,0 0 0-15,0-3 0 0,0 3 0 0,0-3 0 0,-3 0 15 0,0 0 7 0,3 1 2 16,-3-1 0 0,0 0-24-16,0-3 0 0,0 1 0 0,-2 2 0 15,2-2 0-15,-3 2 8 0,3 0-8 0,-3 3 0 16,0-3 0-16,3 3 9 0,0-3-9 0,-3 0 0 15,3 0 8-15,0-2-8 0,0-1 0 0,0-2 0 0,0 0 0 0,3-3 0 16,-3 1 0-16,3-1 0 0,0 0 0 0,0-2 8 0,0-1-8 0,0 1 0 31,3-1-20-31,-3-2-10 0,3 0-2 0,0 3-1 0,-3-3 59 0,3 2 12 0,0-2 2 0,3 0 1 16,-3 0-33-16,0 0-8 16,3 0 0-16,-3 0 0 0,0 0 0 0,3-3 8 0,-3 3-8 0,3 0 8 15,-1-3 0-15,-2 1-8 0,3 2 12 0,0-3-4 16,0 0 3-16,-3 0 0 0,3 1 0 0,-3-1 0 15,3 0 0-15,0-2 0 0,0 2 0 0,0 1 0 16,0-4-3-16,0 1-8 0,0-1 12 0,3 1-4 16,0 0 2-16,0-1 0 0,0-2 0 0,3 3 0 15,2-3-10-15,1 3 8 0,0-3-8 0,3 0 8 16,3 0 0-16,0 0 0 0,3-3 0 0,-1 3 0 16,4 0 14-16,-3 0 2 0,3 0 1 0,-3 0 0 15,-1 0-25-15,1 0 0 0,-3 0 0 0,3 3 0 16,0-3-13-16,-4 0-8 0,4 0-2 0,3 2 0 15,-3-2 37-15,-3 3 7 0,3 0 2 0,-4-1 0 16,1 1-23-16,-3-3 0 0,0 3 0 0,-3-1 0 16,-3 1 0-16,0 0 0 0,-3-3 0 0,-1 2 0 15,-2 1-47-15,0-3-13 0,0 0-4 0,-6 0 0 16,0 0 52-16,0 0 12 0,0 0 0 0,0 0 0 16,0 0-156-16,0 0-29 0,-6-3-6 0</inkml:trace>
  <inkml:trace contextRef="#ctx0" brushRef="#br1" timeOffset="42284.272">20874 12111 1451 0,'0'0'30'0,"6"-3"7"0,0 3-29 0,3-3-8 0,0 1 0 0,3-1 0 16,-3 1 55-16,3-1 9 0,0 0 3 0,0-2 0 15,0 5-13-15,0-3-2 0,-1 1-1 0,4-1 0 16,3 3-10-16,-3-3-1 0,6-2-1 0,0 5 0 15,6-3-1-15,-1-2 0 0,4 2 0 0,3 1 0 16,0-1-11-16,-1 1-3 0,1-1 0 0,3 0 0 16,-6 1-13-16,2 2-3 0,-2-3-8 0,0 3 12 15,0 0-12-15,-1 0 0 0,-2 0 0 0,3 3 0 16,-6-3 0-16,0 2 0 0,-1-2 0 0,-2 3 0 16,-3 2 54-16,0-2 8 0,-6-1 2 0,0 1 0 15,0 2-52-15,-3-2-12 0,-1 2 0 0,-2-2 0 16,0 2 54-16,-3-2 8 0,0 0 2 0,0 2 0 15,0 0-52-15,-3 0-12 0,3 1 0 0,0-1 0 16,-3 0 0-16,0 3 0 0,0-2 0 0,0 1 0 16,3-1 0-16,-3 2 0 0,0 0 0 0,0 0 0 15,3 0 0-15,-3 2 0 0,0-2 0 0,0 0 0 0,3 3 0 16,-3-1 0-16,0-2 0 0,0 5 0 0,0 1 0 16,0-1 0-16,3 0 0 0,-3 3 0 0,0 0 0 0,0 2 0 0,0-2 0 15,0 3 0-15,0-1 0 0,0-2 0 0,0 3 0 16,0-4 0-16,0 4 27 0,0-3 2 0,3 0 1 0,-3 0 0 31,0 0-48-31,0-1-10 0,0 1-1 0,3 3-1 0,-3-3 30 0,0 0 0 0,0-1 0 0,0 4 0 16,0-1 0-16,3 1 0 0,-3 2 0 0,0 0 0 15,3 3 18-15,-3-3 10 0,0 0 1 0,3 3 1 16,-3-3-30-16,0-2 0 0,3-1 0 16,-3 4 0-16,0-6 0 0,0 2 8 0,3-2-8 15,-3 0 0 1,0 0-22-16,0-3-7 0,0 3-2 0,3 0 0 0,-3-3 55 0,0 3 10 0,3 0 2 0,-3-3 1 15,0 3-23-15,3 0-5 0,-3-3-1 0,0 3 0 16,3 0 9-16,-3-1 2 0,0 1 0 0,3 0 0 16,-3 0-19-16,0-3 0 0,3 3-11 0,-3 0 11 15,0-3 0-15,0-2 0 0,3 2 8 0,-3-2-8 16,0-1 0-16,0 1 0 0,3-1 0 0,-3-2 0 16,0 3 0-16,0-3 0 0,0 3 0 0,0-4 0 15,-3 1 0-15,3 0 0 0,0 0 0 0,0 0 0 16,0-2 0-16,0 1 0 0,0-1 0 0,0-1 0 15,0 0 0-15,0-5 0 0,-3 8 0 0,3-2 0 16,0-1 0-16,0-5 0 0,-3 5 0 0,3-5 0 16,0 8 0-16,0-8 0 0,0 5 0 0,0-5 0 15,-3 6 0-15,3-6 0 0,0 0 0 0,-3 8 0 16,0-6 0-16,3-2 0 0,-3 8 0 0,-3-3 0 16,6-5 33-16,-3 6 1 0,0-1 0 0,-3 0 0 15,6-5-23-15,-6 3-11 0,3 0 10 0,-3-1-10 16,0 4 9-16,0-6-9 0,0 2 8 0,-3 1-8 15,3-3 0-15,-5 3 0 0,2-3 8 0,0 0-8 0,0 0 0 0,-3 0 0 0,3 0 0 16,0 0 0-16,-3 0 10 0,3 0-10 0,-3 0 12 16,0 0-12-16,-3 0 15 0,4 0-4 0,-4-3-1 0,0 3 0 15,3 0-10-15,-3 3 0 0,0-3 9 0,-3 0-9 16,6 2 0-16,-3 1 0 0,1-3 0 0,-1 2 0 16,3 4 20-16,0-4-1 15,-3 1 0-15,3 0 0 0,0-1-8 0,0 1-2 16,0 2 0-16,-2-2 0 0,2 0-1 0,-3-1-8 0,-3 1 12 0,0 2-4 15,3-2 1-15,-3 2 0 0,0-2 0 0,1 2 0 16,-1 0-1-16,3-2-8 0,0 0 12 0,-3 2-4 16,3-2-8-16,3-1 0 0,0 3 0 0,0-2 8 15,1 0-8-15,-1-1 0 0,3 1 0 0,-3 0 0 16,3-1 0-16,3 1 0 0,-3 0 0 0,3-3 0 16,0 2 0-16,0 1 0 0,0 0 0 0,0-1 0 15,0 1 0-15,-3 0 0 0,3-1-12 0,0 1 12 16,0-1-27-16,1 1 3 0,-1 0 0 0,0 2 0 15,-3-2-19-15,0-3-3 0,0 2-1 0,0 1 0 16,-3-3-119-16,3 3-24 0</inkml:trace>
  <inkml:trace contextRef="#ctx0" brushRef="#br1" timeOffset="45739.332">18020 8033 1877 0,'-9'0'53'0,"3"-2"12"0,6 2-52 0,0 0-13 0,0 0 0 0,0 0 0 16,0 0 23-16,0 0 1 0,0 0 1 0,0 8 0 16,3 2-8-16,0 1-1 0,0-1-1 0,3 4 0 15,3-1-15-15,-3 0 0 0,3 3 0 0,0 0 0 16,2 0 13-16,1-1-3 0,3 4-1 0,-3-3 0 15,0-3-9-15,3-5-12 0,-3 3 2 0,6-6 1 16,-3-5 9-16,2-5 0 0,-2-3 0 0,6-3 0 16,3-2 49-16,0-3 12 0,3-3 3 0,2 1 0 15,4-3-4-15,0-6 0 0,3 1 0 0,2-6 0 16,1-2-39-16,-3-6-8 0,5-2-1 0,4-6-1 16,3 6-19-16,5-1-4 0,7-2-1 0,5-2 0 15,-5-1-139-15,2 1-27 0</inkml:trace>
  <inkml:trace contextRef="#ctx0" brushRef="#br1" timeOffset="46341.811">24152 8324 1120 0,'9'11'23'0,"-3"-6"6"16,-3-2-29-16,2 5 0 0,4-3 0 0,-3 3 0 15,3 0 86-15,0 3 11 0,-3-4 3 0,3 4 0 16,0 0-34-16,3-1-6 0,-3 1-2 0,3-1 0 0,0 1-25 0,0-3-5 0,2 0 0 0,-2 2-1 31,3-4-27-31,-3-1 0 0,3-2 0 0,0-1 0 0,0 1 56 0,3-3 7 16,0 0 1-16,-1-3 0 0,4-2 9 0,3-3 3 0,0 0 0 0,3-5 0 15,-1-3-25-15,1 0-5 0,6-5-1 16,3-3 0-16,5-2-25 0,7-6-6 16,6-2-1-16,5-3 0 0,-2-1-13 0,2 1 0 0,1 0 0 0,2-8 0 15,1 6-12-15,2-4-8 0,4-2-1 0,5-2-1 32,-8 7-125-32,5 8-25 0,0-2-4 0</inkml:trace>
</inkml:ink>
</file>

<file path=ppt/ink/ink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4:18.9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0 108 4144 0 0,'5'-7'408'0'0,"-5"-56"4801"0"0,-5 34-2805 0 0,5 22-1899 0 0,0 6-7 0 0,0 1-34 0 0,0 0-135 0 0,0 0-60 0 0,0 0-11 0 0,0 0-28 0 0,0 0-106 0 0,0 0-48 0 0,0 0-10 0 0,0 0 19 0 0,0 0 88 0 0,0 0 34 0 0,1 2 8 0 0,3 14-221 0 0,-2 0 1 0 0,2 21-1 0 0,-1-1-41 0 0,2 13-10 0 0,-2-1 0 0 0,-6 74 0 0 0,3-63 61 0 0,1-41-214 0 0,-2 23 0 0 0,0-23-413 0 0,1 22-1 0 0,0-14-536 0 0,0-13 562 0 0</inkml:trace>
</inkml:ink>
</file>

<file path=ppt/ink/ink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5:43.1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35 6392 0 0,'0'0'290'0'0,"0"0"-3"0"0,0 0-102 0 0,0 0 266 0 0,0 0 130 0 0,0 0 26 0 0,0 0-18 0 0,-1-2-105 0 0,1 1-407 0 0,-1 0-1 0 0,0-1 0 0 0,1 1 0 0 0,-1-1 1 0 0,1 1-1 0 0,0 0 0 0 0,-1-1 0 0 0,1 1 1 0 0,0-1-1 0 0,0 1 0 0 0,0-1 1 0 0,0 1-1 0 0,0-3 0 0 0,4-6 4084 0 0,-3 9-4065 0 0,-1 1-20 0 0,0 0 33 0 0,0 0 149 0 0,0 0 60 0 0,0 0 17 0 0,0 0-32 0 0,0 0-139 0 0,0 0-61 0 0,0 0-7 0 0,0 0-10 0 0,0 0-17 0 0,0 0-4 0 0,0 0 0 0 0,-5 39 72 0 0,5-23-136 0 0,1-1 0 0 0,2 17 0 0 0,-2-25 0 0 0,0 0 0 0 0,-1 1 0 0 0,0-1 0 0 0,-1 0 0 0 0,-1 11 0 0 0,1-11 0 0 0,0 0 0 0 0,1 1 0 0 0,-1-1 0 0 0,2 9 0 0 0,0-7 0 0 0,0 0 0 0 0,-1 0 0 0 0,0 0 0 0 0,-1 0 0 0 0,-2 14 0 0 0,-1 12 0 0 0,-1 57 0 0 0,10-42-21 0 0,-5-49 1 0 0,0 0 1 0 0,1 0-1 0 0,-1 0 0 0 0,0 0 1 0 0,0 0-1 0 0,0 0 0 0 0,1-1 1 0 0,-1 1-1 0 0,0 0 0 0 0,1 0 1 0 0,-1 0-1 0 0,1-1 0 0 0,0 3 0 0 0,5 6-1156 0 0,-4-2 562 0 0</inkml:trace>
</inkml:ink>
</file>

<file path=ppt/ink/ink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5:43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1376 0 0,'9'-2'-30'0'0,"-6"1"119"0"0,-1 0-1 0 0,1 0 0 0 0,0 0 0 0 0,-1 0 0 0 0,1 0 1 0 0,-1-1-1 0 0,4-1 0 0 0,-5 2 205 0 0,0 0 1 0 0,-1 0-1 0 0,1 0 0 0 0,0 0 1 0 0,0-1-1 0 0,-1 1 0 0 0,1 0 1 0 0,-1 0-1 0 0,1 0 0 0 0,-1-1 1 0 0,1 1-1 0 0,-1 0 0 0 0,0-1 1 0 0,0 1-1 0 0,1 0 0 0 0,-1-1 0 0 0,0 1 1 0 0,-1-2-1 0 0,1 2 587 0 0,0 1-279 0 0,0 0-51 0 0,-5-8 1336 0 0,5 7 833 0 0,0 4-613 0 0,1 3-1764 0 0,4 27-100 0 0,-2 1 1 0 0,-3 63-1 0 0,0-46-113 0 0,0-49-127 0 0,0 9 16 0 0,0 0 0 0 0,1 1 0 0 0,4 20 0 0 0,-5-30-18 0 0,1 1 0 0 0,-1 0 0 0 0,1 0 0 0 0,-1-1 0 0 0,0 1 0 0 0,0 0 0 0 0,0 0 0 0 0,0-1 0 0 0,-1 1 0 0 0,0 5 0 0 0,-1-5 0 0 0,3-2 0 0 0,3 15 0 0 0,-2-4 0 0 0,1 0 0 0 0,-2 0 0 0 0,1-6-14 0 0,8 14-1126 0 0,-9-19 639 0 0,-1-1-131 0 0,0 2-538 0 0,3 9-228 0 0</inkml:trace>
</inkml:ink>
</file>

<file path=ppt/ink/ink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5:53.9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5 147 5264 0 0,'0'0'241'0'0,"0"-1"-10"0"0,0-1-136 0 0,0 0 0 0 0,0 1 1 0 0,0-1-1 0 0,0 0 1 0 0,0 1-1 0 0,0-1 0 0 0,-1 1 1 0 0,1-1-1 0 0,-2-2 0 0 0,0-4 476 0 0,3-8 1628 0 0,2-27 0 0 0,2 13-673 0 0,-4 28-1076 0 0,0 1-123 0 0,0-2-199 0 0,-1-1 1 0 0,1 1-1 0 0,-1 0 0 0 0,1-1 1 0 0,-1-4-1 0 0,0 7-121 0 0,0 0 223 0 0,0 1-8 0 0,0 0-4 0 0,0 0-13 0 0,0 0-45 0 0,0 0-21 0 0,0 0-3 0 0,0 0-10 0 0,0 0-39 0 0,0 0-20 0 0,0 0-3 0 0,0 0-1 0 0,1 1 1 0 0,1 1-54 0 0,0 0 0 0 0,-1 0 0 0 0,1 0 0 0 0,-1 0 0 0 0,0 0 0 0 0,1 1 0 0 0,-1-1 0 0 0,0 0-1 0 0,0 0 1 0 0,1 5 0 0 0,5 30 115 0 0,-4-20-103 0 0,1 10 1 0 0,-1 0 0 0 0,-1 47 0 0 0,-2-63-17 0 0,-5 80 58 0 0,3-59-47 0 0,0-1-1 0 0,-9 37 1 0 0,5-36-14 0 0,5-11-1596 0 0,4-22 411 0 0,7-3-2388 0 0,-1-4-1020 0 0</inkml:trace>
</inkml:ink>
</file>

<file path=ppt/ink/ink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5:54.5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35 101 6992 0 0,'-1'-3'225'0'0,"-1"0"-78"0"0,1 1 0 0 0,0-1 0 0 0,0 0 1 0 0,1 0-1 0 0,-1 0 0 0 0,0 0 0 0 0,1-5 0 0 0,-1 6 255 0 0,1-1-1 0 0,0 1 1 0 0,-1-1 0 0 0,0 1-1 0 0,0-1 1 0 0,0 1-1 0 0,-1-3 1 0 0,1 2-95 0 0,0 1 1 0 0,0 0-1 0 0,0-1 0 0 0,0 1 1 0 0,1 0-1 0 0,-1-1 1 0 0,0-2-1 0 0,1 4-167 0 0,0-1 0 0 0,-1 1 0 0 0,1 0-1 0 0,0 0 1 0 0,-1 0 0 0 0,0 0 0 0 0,1 0 0 0 0,-1 0 0 0 0,0 0-1 0 0,1 0 1 0 0,-1 0 0 0 0,-1-1 0 0 0,-2-3 212 0 0,3 5-146 0 0,1-5 1293 0 0,1 15-1426 0 0,0-1 1 0 0,4 15-1 0 0,-3-13-59 0 0,0-1-1 0 0,0 18 0 0 0,0-2-35 0 0,4 26 0 0 0,-1-10 56 0 0,-3-22-34 0 0,-1 0 0 0 0,-2 24 0 0 0,-4 39 0 0 0,0 64 58 0 0,5-112-52 0 0,4 10-6 0 0,-4-27 4 0 0,2-15-7 0 0,0-3-15 0 0,-1 2-65 0 0,-1-2 1 0 0,1 1-28 0 0,23 28-3319 0 0,-23-28 2679 0 0</inkml:trace>
</inkml:ink>
</file>

<file path=ppt/ink/ink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9:34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20 164 3224 0 0,'0'-1'240'0'0,"0"-45"5037"0"0,-5 22-3597 0 0,5 14-1001 0 0,-1-1 0 0 0,0 1 0 0 0,0-1 0 0 0,-1 1 0 0 0,-6-18 1 0 0,8 27-567 0 0,0 1 0 0 0,-1-1 0 0 0,1 1 1 0 0,0-1-1 0 0,0 1 0 0 0,0-1 1 0 0,-1 0-1 0 0,1 1 0 0 0,0-1 0 0 0,0 1 1 0 0,0-1-1 0 0,0 0 0 0 0,0 1 1 0 0,0-1-1 0 0,0 1 0 0 0,0-1 0 0 0,1 0 1 0 0,-1 0-1 0 0,0 1-50 0 0,1 0 0 0 0,-1 1 1 0 0,0-1-1 0 0,1 0 0 0 0,-1 0 0 0 0,0 1 0 0 0,0-1 1 0 0,1 0-1 0 0,-1 0 0 0 0,0 1 0 0 0,0-1 0 0 0,0 0 1 0 0,1 1-1 0 0,-1-1 0 0 0,0 1 0 0 0,0-1 0 0 0,0 0 1 0 0,0 1-1 0 0,0-1 0 0 0,0 0 0 0 0,0 1 0 0 0,0-1 1 0 0,0 1-1 0 0,10 71 86 0 0,-6-36-98 0 0,-2-10-20 0 0,-3 43-1 0 0,1-26-17 0 0,4 141-2 0 0,-8-95 53 0 0,-1-1-435 0 0,1-30-414 0 0,4-56 522 0 0,0-2-81 0 0,0 0-335 0 0,0 0-149 0 0,0 0-32 0 0</inkml:trace>
</inkml:ink>
</file>

<file path=ppt/ink/ink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9:35.1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28 140 3224 0 0,'0'-5'41'0'0,"0"1"0"0"0,0-1 0 0 0,1 0 0 0 0,-1 0 1 0 0,1 1-1 0 0,2-6 0 0 0,-2 5 352 0 0,0 1 0 0 0,0-1 1 0 0,0 1-1 0 0,0-1 0 0 0,0-5 0 0 0,-1 7 26 0 0,0-1 0 0 0,1 0 0 0 0,0 1 0 0 0,-1-1 0 0 0,1 0 0 0 0,3-5 0 0 0,-3-3 542 0 0,-1 11-804 0 0,0 0-1 0 0,0 0 1 0 0,0 0 0 0 0,0 0-1 0 0,1 0 1 0 0,-1 0-1 0 0,0 0 1 0 0,0 0-1 0 0,1 0 1 0 0,-1 0-1 0 0,1-2 1 0 0,-1 3-134 0 0,1-1 0 0 0,-1 1 0 0 0,0 0 0 0 0,0 0 0 0 0,0 0 0 0 0,0-1 0 0 0,0 1 0 0 0,1 0 0 0 0,-1-1 0 0 0,0 1 0 0 0,0 0 0 0 0,0 0 0 0 0,0-1 1 0 0,0 1-1 0 0,0 0 0 0 0,0 0 0 0 0,0-1 0 0 0,0 1 0 0 0,0 0 0 0 0,0-1 0 0 0,0 1 0 0 0,0 0 0 0 0,0 0 0 0 0,0-1 0 0 0,-1 1 0 0 0,1 0 0 0 0,0 0 0 0 0,0-1 0 0 0,0 1 1 0 0,0-1-1 0 0,-2-1 2820 0 0,2 24-2519 0 0,-1 0 0 0 0,-1 0 0 0 0,-1-1 0 0 0,-7 26 0 0 0,6-28-273 0 0,1 1 0 0 0,0 0 0 0 0,1 26 0 0 0,-2 14 8 0 0,-3 47 26 0 0,4-54-28 0 0,1-34-27 0 0,1 28 0 0 0,3-4-25 0 0,-6 69 0 0 0,3-107-349 0 0,1-1 0 0 0,0 0 0 0 0,0 0 1 0 0,0 1-1 0 0,0-1 0 0 0,1 0 0 0 0,1 8 0 0 0,-1-10-642 0 0</inkml:trace>
</inkml:ink>
</file>

<file path=ppt/ink/ink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0:56.2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112 42 4608 0 0,'0'0'208'0'0,"0"-2"204"0"0,0-12 2184 0 0,0 13-1075 0 0,0-7 699 0 0,0 8-2492 0 0,0-4-490 0 0,-1-5 4312 0 0,0 6 239 0 0,-1 8-2614 0 0,1 2-1139 0 0,0 0 1 0 0,1 0-1 0 0,-1 0 1 0 0,2 0-1 0 0,-1-1 1 0 0,3 11-1 0 0,0 20 63 0 0,-3-30-99 0 0,1-1 0 0 0,0 1 0 0 0,3 12 0 0 0,-2-13 0 0 0,0 1 0 0 0,-1 0 0 0 0,1 14 0 0 0,-2-2 0 0 0,1 1 0 0 0,1 0 0 0 0,1-1 0 0 0,9 34 0 0 0,-9-44-30 0 0,-1-1-1 0 0,0 1 1 0 0,-1 0-1 0 0,0-1 1 0 0,0 1-1 0 0,-1 0 1 0 0,-1 10-1 0 0,0 21-33 0 0,1-40 64 0 0,1 0-1 0 0,-1 0 1 0 0,0 0-1 0 0,0 0 1 0 0,0 0-1 0 0,0 0 1 0 0,0 0-1 0 0,0 0 1 0 0,0 0-1 0 0,0 1 1 0 0,0-1-1 0 0,0 0 1 0 0,0 0-1 0 0,-1 0 1 0 0,1 0-1 0 0,0 0 1 0 0,0 0-1 0 0,0 0 1 0 0,0 0-1 0 0,0 0 1 0 0,0 0-1 0 0,0 0 1 0 0,0 0-1 0 0,0 0 1 0 0,0 0-1 0 0,0 1 1 0 0,0-1-1 0 0,0 0 1 0 0,0 0-1 0 0,0 0 1 0 0,0 0-1 0 0,0 0 1 0 0,0 0-1 0 0,0 0 1 0 0,0 0-1 0 0,-1 0 1 0 0,1 0-1 0 0,0 0 1 0 0,0 0-1 0 0,0 0 1 0 0,0 0-1 0 0,0 0 1 0 0,0 0 0 0 0,0 0-1 0 0,0 0 1 0 0,0 0-1 0 0,0 0 1 0 0,0 0-1 0 0,0 0 1 0 0,-1 0-1 0 0,1 0 1 0 0,0 0-1 0 0,0 0 1 0 0,-5-4-20 0 0,-9-11 0 0 0,10 11 18 0 0,3 4 2 0 0,1-1 0 0 0,-1 0 0 0 0,1 1 0 0 0,-1-1 0 0 0,1 0 0 0 0,-1 1 0 0 0,1-1 0 0 0,-1 0 0 0 0,1 0 0 0 0,0 1 0 0 0,0-1 0 0 0,-1-1 0 0 0,0 0 0 0 0,1 0 0 0 0,-1 0 0 0 0,0 0 0 0 0,0 0 0 0 0,0 0 0 0 0,0 0 0 0 0,0 1 0 0 0,-1-1 0 0 0,1 0 0 0 0,-3-1 0 0 0,0-3 0 0 0,1 3 1 0 0,0 0 0 0 0,0 0 0 0 0,0 0 0 0 0,0 1 1 0 0,0-1-1 0 0,-1 1 0 0 0,1 0 0 0 0,-1 0 0 0 0,1 0 0 0 0,-8-3 0 0 0,1 2 47 0 0,2 6-36 0 0,-3-1-12 0 0,6 1 0 0 0,-3 8 0 0 0,6-9 0 0 0,-8 10 2 0 0,10-8-1 0 0,0-2-3 0 0,0 1 1 0 0,0-1-1 0 0,0 0 1 0 0,0 0-1 0 0,0 0 0 0 0,0 0 1 0 0,0 0-1 0 0,-1 2 0 0 0,0 2-5 0 0,0 0-1 0 0,0 0 1 0 0,1 0-1 0 0,0-1 1 0 0,0 1-1 0 0,0 0 1 0 0,3 9-1 0 0,-2-2 8 0 0,-1-11 0 0 0,0 1 0 0 0,1-1 0 0 0,-1 0 0 0 0,0 0 0 0 0,1 0 0 0 0,-1 0 0 0 0,2 3 0 0 0,12 34 0 0 0,-13-34-7 0 0,-1-3 4 0 0,1-1 0 0 0,-1 0 0 0 0,1 1 0 0 0,-1-1 0 0 0,1 0 0 0 0,-1 0 0 0 0,1 1 0 0 0,0-1 0 0 0,0 0-1 0 0,0 0 1 0 0,-1 0 0 0 0,1 0 0 0 0,0 0 0 0 0,2 2 0 0 0,0 0-6 0 0,-2-2 9 0 0,0-1 0 0 0,0 1 0 0 0,-1 0-1 0 0,1 0 1 0 0,1 0 0 0 0,-1 0 0 0 0,0-1 0 0 0,0 1 0 0 0,0-1 0 0 0,0 1 0 0 0,0 0 0 0 0,1-1 0 0 0,-1 0 0 0 0,0 1 0 0 0,0-1 0 0 0,1 0 0 0 0,-1 0-1 0 0,3 0 1 0 0,-2 1 1 0 0,1-1-1 0 0,0 0 0 0 0,0 0 0 0 0,0 0 0 0 0,0 0 1 0 0,0-1-1 0 0,-1 1 0 0 0,1-1 0 0 0,0 0 0 0 0,0 1 0 0 0,4-4 1 0 0,3 0-2 0 0,16-13 0 0 0,-1 2-10 0 0,-20 12-97 0 0,0 0 0 0 0,0-1 0 0 0,0 1 0 0 0,-1-1 1 0 0,0 0-1 0 0,1 0 0 0 0,-1 0 0 0 0,4-7 0 0 0,0 3-836 0 0,4 0-42 0 0</inkml:trace>
</inkml:ink>
</file>

<file path=ppt/ink/ink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0:57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129 72 2304 0 0,'0'-6'388'0'0,"0"3"59"0"0,1 1-1 0 0,-1 0 1 0 0,1 0 0 0 0,-1 0 0 0 0,1 0 0 0 0,0 0-1 0 0,1-4 1 0 0,0 3 271 0 0,-1 0 770 0 0,-1 2-470 0 0,12-28 1314 0 0,-11 28-1661 0 0,-1 1-30 0 0,0 0-7 0 0,0 0-20 0 0,0 0-71 0 0,-2-7 761 0 0,2 8 589 0 0,2 14-912 0 0,3 13-811 0 0,3 26-76 0 0,-8-47-86 0 0,1 0-1 0 0,0 0 0 0 0,1 0 0 0 0,3 11 1 0 0,-3-10 1 0 0,1 0 0 0 0,1 15 0 0 0,6 43-9 0 0,-1-18 0 0 0,-1-7-75 0 0,-5-27 10 0 0,-1 0 1 0 0,2 28-1 0 0,0-15 3 0 0,-2-16 43 0 0,-1-1 0 0 0,0 0 0 0 0,0 15-1 0 0,-1-25 21 0 0,0 0-1 0 0,0 0 0 0 0,-1 0 1 0 0,1-1-1 0 0,0 1 0 0 0,0 0 0 0 0,0 0 1 0 0,0 0-1 0 0,0 0 0 0 0,0 0 1 0 0,0 0-1 0 0,0 0 0 0 0,0 0 0 0 0,-1-1 1 0 0,1 1-1 0 0,0 0 0 0 0,0 0 1 0 0,0 0-1 0 0,0 0 0 0 0,0 0 0 0 0,0 0 1 0 0,-1 0-1 0 0,1 0 0 0 0,0 0 0 0 0,0 0 1 0 0,0 0-1 0 0,0 0 0 0 0,0 0 1 0 0,0 0-1 0 0,-1 0 0 0 0,1 0 0 0 0,0 0 1 0 0,0 0-1 0 0,0 0 0 0 0,0 0 1 0 0,0 0-1 0 0,-1 0 0 0 0,1 0 0 0 0,0 0 1 0 0,0 0-1 0 0,0 0 0 0 0,0 1 1 0 0,0-1-1 0 0,0 0 0 0 0,0 0 0 0 0,-1 0 1 0 0,1 0-1 0 0,0 0 0 0 0,0 0 1 0 0,0 0-1 0 0,0 0 0 0 0,0 1 0 0 0,0-1 1 0 0,0 0-1 0 0,0 0 0 0 0,0 0 1 0 0,0 0-1 0 0,0 0 0 0 0,0 0 0 0 0,0 1 1 0 0,0-1-1 0 0,0 0 0 0 0,0 0 1 0 0,0 0-1 0 0,0 0 0 0 0,-8-8 35 0 0,3-2 43 0 0,0 0 0 0 0,-7-17 1 0 0,8 17 6 0 0,-1 0 0 0 0,-8-15 0 0 0,12 23-69 0 0,-3-4 101 0 0,-1 0 0 0 0,-8-10 0 0 0,11 14-93 0 0,0 0 0 0 0,0 0 0 0 0,-1 1 0 0 0,1-1 0 0 0,-1 0 0 0 0,1 1 0 0 0,-1 0 0 0 0,1 0 0 0 0,-1 0 0 0 0,-3-1 0 0 0,4 2-14 0 0,0-1 0 0 0,0 1 0 0 0,0 1 0 0 0,0-1 0 0 0,0 0 0 0 0,1 0 0 0 0,-1 1 1 0 0,0-1-1 0 0,0 1 0 0 0,-3 1 0 0 0,-20 9 115 0 0,16-6-104 0 0,7-4-16 0 0,0 0 0 0 0,0 0-1 0 0,1 0 1 0 0,-1 1 0 0 0,0-1 0 0 0,0 1-1 0 0,1-1 1 0 0,-1 1 0 0 0,1 0-1 0 0,-3 3 1 0 0,-2 3 7 0 0,5-6-12 0 0,0 0 0 0 0,0-1 0 0 0,0 1 0 0 0,0 0 0 0 0,0 0 0 0 0,0 0 0 0 0,0 0 0 0 0,1 0 0 0 0,-1 0 0 0 0,1 0 0 0 0,-1 4 0 0 0,-3 11 0 0 0,1-9-72 0 0,0 0 0 0 0,0 1 0 0 0,1-1 0 0 0,0 0 0 0 0,1 1 0 0 0,-1 14 0 0 0,2-8-54 0 0,0 0 0 0 0,2 0 0 0 0,3 15 0 0 0,-4-24 128 0 0,0 0-1 0 0,0 0 1 0 0,1 0-1 0 0,-1 0 1 0 0,1-1-1 0 0,1 1 1 0 0,-1 0-1 0 0,1-1 1 0 0,0 0-1 0 0,6 8 0 0 0,-7-12 72 0 0,0 1 0 0 0,1-1 0 0 0,-1 1 0 0 0,1-1 0 0 0,-1 0 0 0 0,1 0 0 0 0,5 1 0 0 0,-4-3-67 0 0,0-1 0 0 0,0 0-1 0 0,0 0 1 0 0,0 0 0 0 0,0-1-1 0 0,-1 1 1 0 0,1-1-1 0 0,5-6 1 0 0,6-3 7 0 0,39-25 14 0 0,-34 24-30 0 0,0-1-1 0 0,0-1 1 0 0,22-22 0 0 0,-23 19-223 0 0,11-11-1736 0 0,-17 13-4543 0 0</inkml:trace>
</inkml:ink>
</file>

<file path=ppt/ink/ink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1:04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187 0 920 0 0,'0'0'285'0'0,"0"0"862"0"0,0 0 373 0 0,0 0 74 0 0,0 0-120 0 0,0 0-586 0 0,0 0-258 0 0,0 0-48 0 0,0 0-37 0 0,0 0-128 0 0,0 0-53 0 0,0 0-10 0 0,0 0-8 0 0,0 0-20 0 0,0 0-8 0 0,0 3-4 0 0,1-1-197 0 0,-2 1 0 0 0,1-1 0 0 0,0 1 0 0 0,0-1 0 0 0,-1 1 0 0 0,1-1 0 0 0,-3 5 0 0 0,3-6-57 0 0,-1 1 1 0 0,1-1 0 0 0,0 1-1 0 0,-1-1 1 0 0,1 1 0 0 0,0-1-1 0 0,0 1 1 0 0,0-1 0 0 0,0 1-1 0 0,0-1 1 0 0,1 3 0 0 0,0 2 113 0 0,-5 54 1108 0 0,2-44-1189 0 0,1-14-87 0 0,1 1 1 0 0,-1-1-1 0 0,1 1 0 0 0,0-1 1 0 0,0 1-1 0 0,0-1 0 0 0,0 5 1 0 0,3 11-7 0 0,-1 21 0 0 0,1 6 0 0 0,0-26-28 0 0,0 0 0 0 0,8 30 1 0 0,-9-45 16 0 0,-1 1 0 0 0,0 0-1 0 0,0 0 1 0 0,-1 0 0 0 0,1 5 0 0 0,-1-5-22 0 0,0 1 1 0 0,1-1-1 0 0,2 10 1 0 0,-1-9-8 0 0,-1 0 1 0 0,0 0-1 0 0,0 9 1 0 0,2 11-355 0 0,-2-9-101 0 0,-1-14 416 0 0,0 0 0 0 0,0-1-1 0 0,1 1 1 0 0,-1 0 0 0 0,0 0 0 0 0,1-1 0 0 0,2 6 0 0 0,-3-7 80 0 0,0 0 0 0 0,1 0 0 0 0,-1 0 1 0 0,0 0-1 0 0,0 0 0 0 0,1 0 0 0 0,-1-1 1 0 0,0 1-1 0 0,0 0 0 0 0,0 0 0 0 0,0 0 1 0 0,0 0-1 0 0,-1 0 0 0 0,1 0 0 0 0,0 0 1 0 0,-1 2-1 0 0,1-2 100 0 0,0-1-1 0 0,0 2-25 0 0,0 7-82 0 0,0-7-94 0 0,0-2 1 0 0,0 0 36 0 0,0 0 77 0 0,0 1 0 0 0,-1-1 0 0 0,1 0 0 0 0,0 0 0 0 0,0 1-1 0 0,0-1 1 0 0,0 0 0 0 0,0 1 0 0 0,-1-1 0 0 0,1 0 0 0 0,0 0 0 0 0,0 0 0 0 0,-1 1 0 0 0,1-1 0 0 0,0 0 0 0 0,0 0 0 0 0,-1 0 0 0 0,1 1-1 0 0,0-1 1 0 0,0 0 0 0 0,-1 0 0 0 0,1 0 0 0 0,0 0 0 0 0,-1 0 0 0 0,0 0 0 0 0,1 0-7 0 0,-1 0-1 0 0,0-1 1 0 0,1 1 0 0 0,-1-1-1 0 0,0 1 1 0 0,1-1 0 0 0,-1 1 0 0 0,0-1-1 0 0,1 1 1 0 0,-1-1 0 0 0,1 0-1 0 0,-1 1 1 0 0,1-1 0 0 0,-1 0 0 0 0,1 1-1 0 0,0-1 1 0 0,-1 0 0 0 0,1 0-1 0 0,0 1 1 0 0,0-1 0 0 0,-1-1 0 0 0,1-1 12 0 0,-10-13 74 0 0,8 13-56 0 0,0 0 0 0 0,0 0 0 0 0,1 1-1 0 0,-1-1 1 0 0,1 0 0 0 0,-2-5 0 0 0,-12-32 444 0 0,15 35-407 0 0,-2 0 0 0 0,1 1 0 0 0,0-1 0 0 0,-1 1 0 0 0,0-1 1 0 0,0 1-1 0 0,-1 0 0 0 0,-4-7 0 0 0,0 0 102 0 0,7 10-157 0 0,0 0 1 0 0,-1 0-1 0 0,1 1 0 0 0,0-1 0 0 0,-1 0 0 0 0,1 0 0 0 0,-1 1 1 0 0,1-1-1 0 0,-1 0 0 0 0,1 1 0 0 0,-1-1 0 0 0,0 1 0 0 0,1-1 1 0 0,-1 1-1 0 0,0-1 0 0 0,-1 0 0 0 0,-10-4 192 0 0,11 4-204 0 0,0 0 0 0 0,0 1 0 0 0,0-1 0 0 0,0 1 0 0 0,0-1 0 0 0,0 1 0 0 0,0 0 0 0 0,0-1 0 0 0,-1 1 0 0 0,1 0-1 0 0,0 0 1 0 0,0 0 0 0 0,0-1 0 0 0,-1 1 0 0 0,1 1 0 0 0,0-1 0 0 0,0 0 0 0 0,0 0 0 0 0,-1 0 0 0 0,1 1 0 0 0,0-1 0 0 0,0 0 0 0 0,0 1 0 0 0,0-1 0 0 0,0 1-1 0 0,0 0 1 0 0,0-1 0 0 0,0 1 0 0 0,-1 0 0 0 0,-29 22 101 0 0,27-20-106 0 0,1 0 1 0 0,-1 0-1 0 0,1 0 1 0 0,0 0-1 0 0,-1 1 0 0 0,2-1 1 0 0,-6 8-1 0 0,3-4-2 0 0,4-4 2 0 0,-1-1-1 0 0,1 1 0 0 0,-1 0 0 0 0,1 0 0 0 0,0 0 0 0 0,0 0 1 0 0,0 0-1 0 0,1 0 0 0 0,-1 0 0 0 0,1 0 0 0 0,0 0 0 0 0,-1 4 0 0 0,-2 19-12 0 0,0-10-13 0 0,5-12 4 0 0,-1-1 14 0 0,0 29 7 0 0,-1-29-8 0 0,0-1 0 0 0,0 1 0 0 0,0-1 1 0 0,0 1-1 0 0,0-1 0 0 0,1 0 1 0 0,-1 1-1 0 0,2 3 0 0 0,0 3-117 0 0,-2-5 134 0 0,1 0-1 0 0,0 0 1 0 0,-1 0 0 0 0,1 0 0 0 0,1 0-1 0 0,-1 0 1 0 0,1 0 0 0 0,-1-1 0 0 0,1 1-1 0 0,0-1 1 0 0,0 1 0 0 0,0-1 0 0 0,4 4 0 0 0,1-4-31 0 0,-5-2-96 0 0,-2-1 96 0 0,0 1 0 0 0,0-1 1 0 0,1 1-1 0 0,-1-1 1 0 0,0 0-1 0 0,1 1 0 0 0,-1-1 1 0 0,1 1-1 0 0,-1-1 1 0 0,0 0-1 0 0,1 1 0 0 0,-1-1 1 0 0,1 0-1 0 0,-1 0 1 0 0,1 0-1 0 0,-1 1 1 0 0,1-1-1 0 0,-1 0 0 0 0,1 0 1 0 0,-1 0-1 0 0,1 0 1 0 0,0 0-1 0 0,0 0 0 0 0,12 2 71 0 0,-13-2-18 0 0,1 0 11 0 0,0 0 0 0 0,0 0 0 0 0,0-1 0 0 0,0 1 1 0 0,0 0-1 0 0,0-1 0 0 0,0 1 0 0 0,0-1 0 0 0,0 1 0 0 0,0-1 1 0 0,0 1-1 0 0,-1-1 0 0 0,1 0 0 0 0,0 0 0 0 0,0 1 0 0 0,1-3 0 0 0,5-3 50 0 0,-2 2-77 0 0,0 0 0 0 0,0-1 1 0 0,8-9-1 0 0,-1 1-1 0 0,-2-2-15 0 0,-2 3 1 0 0,31-33-591 0 0,-36 42-707 0 0,4-1-3972 0 0</inkml:trace>
</inkml:ink>
</file>

<file path=ppt/ink/ink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1:25.0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25 6448 0 0,'0'-14'297'0'0,"0"12"-9"0"0,0 2-117 0 0,0 0 205 0 0,0 0 110 0 0,0 0 24 0 0,0 0 2 0 0,0 0 0 0 0,0 0 0 0 0,0 0 0 0 0,1-2 0 0 0,-1 2-461 0 0,-1 0 0 0 0,1 0 1 0 0,0 0-1 0 0,0 0 0 0 0,0 0 1 0 0,-1 0-1 0 0,1 1 0 0 0,0-1 1 0 0,0 0-1 0 0,0 0 0 0 0,0-1 1 0 0,-1 1-1 0 0,1 0 0 0 0,0 0 1 0 0,0 0-1 0 0,0 0 0 0 0,0 0 1 0 0,-1 0-1 0 0,1 0 1 0 0,0 0-1 0 0,0 0 0 0 0,0 0 1 0 0,0 0-1 0 0,0 0 0 0 0,-1 0 1 0 0,1-1-1 0 0,0 1 0 0 0,0 0 1 0 0,0 0-1 0 0,0 0 0 0 0,0 0 1 0 0,0 0-1 0 0,-1-1 0 0 0,1 1 1 0 0,0 0-1 0 0,0 0 0 0 0,0 0 1 0 0,0 0-1 0 0,0-1 0 0 0,0 1 1 0 0,0 0-1 0 0,0 0 0 0 0,0 0 1 0 0,0 0-1 0 0,0-1 0 0 0,0 1 1 0 0,0 0-1 0 0,0 0 0 0 0,0 0 1 0 0,0 0-1 0 0,0-1 0 0 0,0 1 1 0 0,0 0-1 0 0,0 0 0 0 0,0 0 1 0 0,0 0-1 0 0,1-1 1 0 0,-1 1-1 0 0,0 0 0 0 0,0 0 1 0 0,0 0-1 0 0,0 0 0 0 0,0 0 1 0 0,1-1-1 0 0,-3 1 328 0 0,2 0-186 0 0,0 0-86 0 0,0 0-13 0 0,2 6-35 0 0,-2-6-57 0 0,1 1-1 0 0,-1 0 0 0 0,0-1 1 0 0,1 1-1 0 0,-1-1 1 0 0,0 1-1 0 0,1 0 1 0 0,-1-1-1 0 0,0 1 1 0 0,0 0-1 0 0,0 0 0 0 0,0-1 1 0 0,0 1-1 0 0,1 0 1 0 0,-1-1-1 0 0,0 1 1 0 0,-1 0-1 0 0,1 0 1 0 0,0-1-1 0 0,0 2 1 0 0,1 15 20 0 0,0-14-14 0 0,-1 0 0 0 0,1 0 0 0 0,-1 0 1 0 0,0 0-1 0 0,0 0 0 0 0,0 0 0 0 0,-1 0 0 0 0,1-1 0 0 0,-1 1 0 0 0,0 3 1 0 0,-2 5 3 0 0,1 0 1 0 0,1 1 0 0 0,0-1 0 0 0,0 0 0 0 0,2 14-1 0 0,-1-12-8 0 0,0 7-4 0 0,-1 24 0 0 0,-4 32 0 0 0,5-71 0 0 0,0 0 1 0 0,0-1 0 0 0,1 1 0 0 0,0 6 0 0 0,0-6-5 0 0,0-1 0 0 0,-1 1 0 0 0,0 0 0 0 0,0 6 0 0 0,-1-3-12 0 0,0 1 0 0 0,1-1 0 0 0,0 1 0 0 0,2 10 0 0 0,-1-7 18 0 0,5 17-26 0 0,-4-21-67 0 0,0 1 0 0 0,-1-1-1 0 0,1 18 1 0 0,0-21 245 0 0,-2-5-151 0 0,0 0 0 0 0,0 0 0 0 0,0 0 0 0 0,0 1 0 0 0,0-1 0 0 0,0 0 0 0 0,0 0 0 0 0,1 0 0 0 0,-1 0 0 0 0,0 0 0 0 0,0 0 0 0 0,0 0 0 0 0,0 1 0 0 0,0-1 0 0 0,0 0 1 0 0,0 0-1 0 0,0 0 0 0 0,0 0 0 0 0,0 0 0 0 0,0 0 0 0 0,0 1 0 0 0,0-1 0 0 0,0 0 0 0 0,0 0 0 0 0,0 0 0 0 0,0 0 0 0 0,0 0 0 0 0,0 0 0 0 0,0 1 0 0 0,0-1 0 0 0,0 0 0 0 0,-1 0 0 0 0,1 0 1 0 0,0 0-1 0 0,0 0 0 0 0,0 0 0 0 0,0 0 0 0 0,0 1 0 0 0,0-1 0 0 0,-5 7 12 0 0,7-1-15 0 0,-3-7 0 0 0,0 0 0 0 0,1 0 0 0 0,-1 0 0 0 0,0 0 0 0 0,1-1 0 0 0,-1 1 0 0 0,1 0 0 0 0,-1 0 0 0 0,1 0 0 0 0,-1-1 0 0 0,1 1 0 0 0,0-3 0 0 0,0 3 0 0 0,-1 0 0 0 0,1-1 0 0 0,0 1 0 0 0,-1 0 0 0 0,1-1 0 0 0,-1 1 0 0 0,1 0 0 0 0,-1-1 0 0 0,1 1 0 0 0,-1 0 0 0 0,-1-2 0 0 0,-4-2-2 0 0,5 4 3 0 0,-1-1 1 0 0,0 1 0 0 0,1-1-1 0 0,0 1 1 0 0,-1-1 0 0 0,1 0-1 0 0,0 1 1 0 0,-2-5 0 0 0,-12-22 225 0 0,15 27-223 0 0,0 1 1 0 0,-1-1 0 0 0,1 0 0 0 0,0 1 0 0 0,-1-1 0 0 0,1 0 0 0 0,0 1 0 0 0,0-1 0 0 0,0 0 0 0 0,0 1 0 0 0,0-1 0 0 0,0 0 0 0 0,0 0 0 0 0,0 1 0 0 0,0-1 0 0 0,0 0 0 0 0,0 1-1 0 0,0-1 1 0 0,0 0 0 0 0,1 1 0 0 0,-1-1 0 0 0,0 0 0 0 0,0 1 0 0 0,1-1 0 0 0,0 0 0 0 0,3-12 187 0 0,-4 11-178 0 0,0 1 1 0 0,0-1 0 0 0,0 0 0 0 0,0 1 0 0 0,0-1 0 0 0,-1 0 0 0 0,1 1 0 0 0,-1-1 0 0 0,1 0 0 0 0,-1 1 0 0 0,1-1-1 0 0,-1 1 1 0 0,0-1 0 0 0,0 1 0 0 0,0 0 0 0 0,0-1 0 0 0,0 1 0 0 0,0 0 0 0 0,0-1 0 0 0,0 1 0 0 0,-1 0 0 0 0,1 0-1 0 0,0 0 1 0 0,-1 0 0 0 0,1 0 0 0 0,-1 0 0 0 0,1 1 0 0 0,-1-1 0 0 0,1 0 0 0 0,-1 1 0 0 0,1-1 0 0 0,-1 1 0 0 0,0 0-1 0 0,1 0 1 0 0,-1-1 0 0 0,0 1 0 0 0,1 0 0 0 0,-1 0 0 0 0,0 0 0 0 0,0 1 0 0 0,1-1 0 0 0,-1 0 0 0 0,-1 1-1 0 0,-1 1-13 0 0,1-1 4 0 0,0 0 0 0 0,0 0 0 0 0,-1 0 0 0 0,1 1 0 0 0,1-1 0 0 0,-1 1-1 0 0,0 0 1 0 0,0 0 0 0 0,1 0 0 0 0,-1 0 0 0 0,1 1 0 0 0,-5 4-1 0 0,1 2-4 0 0,-4 4 0 0 0,0 0 0 0 0,1 0 0 0 0,-11 25 0 0 0,19-34 0 0 0,0 0 0 0 0,0-1 0 0 0,1 1 0 0 0,0 0 0 0 0,0 0 0 0 0,0 0 0 0 0,1 6 0 0 0,-1 1 0 0 0,0-10 0 0 0,0 0 0 0 0,0 0 0 0 0,0 0 0 0 0,0 0 0 0 0,0 1 0 0 0,0-1 0 0 0,0 0 0 0 0,0 0 0 0 0,0 0 0 0 0,1 0 0 0 0,-1 0 0 0 0,0 0 0 0 0,1 2 0 0 0,1 0 0 0 0,3 5 0 0 0,3 0 0 0 0,2-1 0 0 0,1-3 19 0 0,-9-4 88 0 0,12 0 287 0 0,-2-3-256 0 0,-8 2-128 0 0,1 0 1 0 0,-1 0 0 0 0,1 1-1 0 0,0-1 1 0 0,6 1 0 0 0,-6-2-70 0 0,4-5 65 0 0,0 1-1 0 0,0-1 1 0 0,0 2-1 0 0,15-7 0 0 0,12-9 17 0 0,8-5-1772 0 0,-29 17 749 0 0</inkml:trace>
</inkml:ink>
</file>

<file path=ppt/ink/ink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1:26.3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0 1376 0 0,'0'0'340'0'0,"0"0"891"0"0,0 0 390 0 0,0 0 77 0 0,0 0-138 0 0,0 0-657 0 0,0 0-287 0 0,0 0-59 0 0,0 0-42 0 0,0 0-131 0 0,0 2-57 0 0,0 0-244 0 0,0-1 1 0 0,0 1-1 0 0,0-1 1 0 0,1 0-1 0 0,-1 1 1 0 0,0-1-1 0 0,1 1 1 0 0,-1-1-1 0 0,1 0 1 0 0,0 2-1 0 0,0-2 199 0 0,0 7 6 0 0,-1-1 0 0 0,2 1 0 0 0,-1-1 0 0 0,5 13 0 0 0,1 6-112 0 0,3 5-295 0 0,-7-23-21 0 0,0 0 0 0 0,3 16 0 0 0,12 168 251 0 0,-17-174 74 0 0,0 20 0 0 0,-2-22-67 0 0,2-1 0 0 0,2 19 0 0 0,-2-14-232 0 0,-1 5 25 0 0,0-17 13 0 0,0-7 239 0 0,0-4 10 0 0,0 2-161 0 0,0 0 109 0 0,-10-15 242 0 0,0 0-62 0 0,9 13-256 0 0,-1 0 1 0 0,1 0 0 0 0,-1 0 0 0 0,0 0 0 0 0,1 0 0 0 0,-1 1-1 0 0,-1-1 1 0 0,1 1 0 0 0,0 0 0 0 0,0-1 0 0 0,-1 1-1 0 0,0 0 1 0 0,1 1 0 0 0,-5-3 0 0 0,6 3-37 0 0,-1 0 1 0 0,0 0-1 0 0,1 0 0 0 0,-1 0 1 0 0,1 0-1 0 0,-1 0 1 0 0,1 0-1 0 0,-1-1 0 0 0,-1-1 1 0 0,-7-7 37 0 0,1 5 7 0 0,-8 5 10 0 0,8-1-64 0 0,2-1 12 0 0,5 2-6 0 0,1 0 1 0 0,0 0 0 0 0,0 0-1 0 0,-1 0 1 0 0,1 1 0 0 0,0-1-1 0 0,0 0 1 0 0,0 1 0 0 0,0-1-1 0 0,0 1 1 0 0,-1-1 0 0 0,1 1-1 0 0,0 0 1 0 0,0-1 0 0 0,0 1-1 0 0,-1 2 1 0 0,-5 2 4 0 0,4-1-64 0 0,-1 0 1 0 0,1 0 0 0 0,-6 9-1 0 0,5-5-76 0 0,3-6 145 0 0,0-1 0 0 0,0 1-1 0 0,0 0 1 0 0,1 0 0 0 0,-1 0 0 0 0,0-1 0 0 0,1 1 0 0 0,0 0 0 0 0,-1 0-1 0 0,1 0 1 0 0,0 0 0 0 0,0 0 0 0 0,0 0 0 0 0,0 0 0 0 0,1 0-1 0 0,-1 0 1 0 0,1 0 0 0 0,-1-1 0 0 0,1 1 0 0 0,-1 0 0 0 0,1 0 0 0 0,1 2-1 0 0,3 11 72 0 0,-4-4-87 0 0,-2-10 1 0 0,1 0 0 0 0,0 0 1 0 0,0 0-1 0 0,0 0 0 0 0,0 0 1 0 0,0 0-1 0 0,0 0 0 0 0,0 0 1 0 0,1 0-1 0 0,-1 0 0 0 0,0 1 1 0 0,1-1-1 0 0,-1 0 0 0 0,0 0 1 0 0,1 0-1 0 0,-1 0 0 0 0,1-1 1 0 0,0 1-1 0 0,-1 0 0 0 0,1 0 1 0 0,0 0-1 0 0,0 0 0 0 0,-1-1 1 0 0,1 1-1 0 0,0 0 0 0 0,0-1 1 0 0,0 1-1 0 0,0 0 0 0 0,2 0 1 0 0,-2 0 1 0 0,0-1 1 0 0,0 1 0 0 0,1 0-1 0 0,-1 0 1 0 0,0 0 0 0 0,0-1-1 0 0,0 1 1 0 0,2 3 0 0 0,-2-3 10 0 0,1 1 1 0 0,-1-1-1 0 0,1 0 0 0 0,0 1 1 0 0,-1-1-1 0 0,1 0 1 0 0,0 0-1 0 0,0 0 0 0 0,0 0 1 0 0,0 0-1 0 0,0-1 0 0 0,0 1 1 0 0,0 0-1 0 0,4 0 1 0 0,-3-1 9 0 0,0 0 1 0 0,0 1-1 0 0,0-1 0 0 0,0 0 1 0 0,1 0-1 0 0,-1-1 1 0 0,0 1-1 0 0,0-1 0 0 0,4 0 1 0 0,28-12 23 0 0,-20 9-7 0 0,-1-2-1 0 0,1 0 1 0 0,14-8-1 0 0,-5 3-804 0 0,-18 8 27 0 0,-1 1 0 0 0,1-1 0 0 0,0 0 0 0 0,-1 0 0 0 0,8-6 0 0 0,-4-2-4364 0 0</inkml:trace>
</inkml:ink>
</file>

<file path=ppt/ink/ink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1:52.9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6 2304 0 0,'0'0'327'0'0,"0"0"533"0"0,0 0 237 0 0,0 0 44 0 0,0 0-76 0 0,0 0-357 0 0,0 0-158 0 0,0 0-34 0 0,0 0-4 0 0,0 0 0 0 0,0 0 0 0 0,0 0 0 0 0,4-5 286 0 0,-2 5 2677 0 0,14 11-3204 0 0,-11-3-165 0 0,-1 6-100 0 0,-1 0 0 0 0,0-1-1 0 0,2 21 1 0 0,-3-19-7 0 0,1 9 1 0 0,0 0 0 0 0,10 40 0 0 0,-11-54 0 0 0,0 1 0 0 0,-1 0 0 0 0,0 12 0 0 0,2 13 0 0 0,2-9 12 0 0,-3-17 10 0 0,0 1-1 0 0,0-1 1 0 0,-1 19-1 0 0,-1-28 55 0 0,0-1-10 0 0,0 0-2 0 0,0 0 0 0 0,0 0 2 0 0,0 0 12 0 0,0 0 2 0 0,-3-21 390 0 0,3 16-373 0 0,0 1-1 0 0,-1 0 1 0 0,0 0-1 0 0,-1-5 1 0 0,-1 1-15 0 0,3 6-54 0 0,-1 0 0 0 0,0 0 0 0 0,1 0-1 0 0,-1 0 1 0 0,0 0 0 0 0,0 0 0 0 0,0 0-1 0 0,0 0 1 0 0,-1 1 0 0 0,1-1 0 0 0,0 0-1 0 0,-1 1 1 0 0,1-1 0 0 0,-1 1 0 0 0,-2-2-1 0 0,-15-14 235 0 0,18 14-229 0 0,-1 1-1 0 0,0 0 0 0 0,0 0 1 0 0,0 0-1 0 0,0 0 1 0 0,-1 1-1 0 0,1-1 1 0 0,0 0-1 0 0,-1 1 1 0 0,1 0-1 0 0,-1 0 1 0 0,0-1-1 0 0,-3 0 0 0 0,3 2-28 0 0,0-1-1 0 0,0 0 0 0 0,0 1 0 0 0,0-1 0 0 0,-1 1 0 0 0,1 0 0 0 0,0 0 1 0 0,0 1-1 0 0,0-1 0 0 0,0 0 0 0 0,0 1 0 0 0,-1 0 0 0 0,1 0 0 0 0,0 0 0 0 0,1 0 1 0 0,-6 3-1 0 0,1 0 49 0 0,0 0 1 0 0,1 1-1 0 0,0 0 1 0 0,-9 9-1 0 0,8-7-52 0 0,4-4 0 0 0,1-1 0 0 0,0 1 0 0 0,-1 0 0 0 0,1-1 0 0 0,-2 5 0 0 0,1-1 0 0 0,0 0 0 0 0,0-1 0 0 0,0 1 0 0 0,1-1 0 0 0,-2 9 0 0 0,2-9 0 0 0,0 4 0 0 0,0 0 0 0 0,1 0 0 0 0,0 0 0 0 0,1 0 0 0 0,0 15 0 0 0,1-15-17 0 0,0 0-1 0 0,1 0 0 0 0,2 12 1 0 0,-3-18 15 0 0,3 4-8 0 0,-2-5-33 0 0,5 2 32 0 0,-4-3-6 0 0,-1 0-1 0 0,1 0 0 0 0,0 0 1 0 0,0 0-1 0 0,0-1 0 0 0,0 1 0 0 0,0-1 1 0 0,0 0-1 0 0,0 0 0 0 0,0 0 1 0 0,0 0-1 0 0,0 0 0 0 0,0 0 0 0 0,0-1 1 0 0,0 0-1 0 0,0 0 0 0 0,0 1 1 0 0,0-2-1 0 0,-1 1 0 0 0,1 0 0 0 0,3-2 1 0 0,12-5-2 0 0,-12 6-7 0 0,-1-1 0 0 0,0 1 0 0 0,8-6-1 0 0,11-5-356 0 0,45-20-3912 0 0,-52 27 2855 0 0</inkml:trace>
</inkml:ink>
</file>

<file path=ppt/ink/ink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1:53.8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212 72 3224 0 0,'0'-1'240'0'0,"0"-17"-552"0"0,0-26 8489 0 0,0 43-7686 0 0,0 1-31 0 0,0 0-4 0 0,0-2 22 0 0,-1-4 481 0 0,-1 8 1030 0 0,1-1-1892 0 0,1 0-1 0 0,0 0 1 0 0,0 0-1 0 0,-1 0 1 0 0,1 0-1 0 0,0 1 1 0 0,0-1-1 0 0,0 0 0 0 0,0 0 1 0 0,1 2-1 0 0,1 10-48 0 0,0-1 0 0 0,1 22 0 0 0,-2-24-48 0 0,0 1 0 0 0,0-1 0 0 0,4 12 0 0 0,3 18 0 0 0,5 39 0 0 0,-9-53 0 0 0,-3-19 0 0 0,0 0 0 0 0,0 13 0 0 0,8 78-64 0 0,-9-92 39 0 0,0-1 0 0 0,1 1-1 0 0,3 10 1 0 0,-3-11-28 0 0,0 0 1 0 0,0 0-1 0 0,1 11 0 0 0,-2-2-133 0 0,0-1-1 0 0,4 17 0 0 0,-3 15-364 0 0,-2-42 319 0 0,-3 4 38 0 0,-1 0 178 0 0,5-6 143 0 0,0-1 77 0 0,0 0 20 0 0,-1 0-214 0 0,1 1 1 0 0,0-1 0 0 0,0 0-1 0 0,0 0 1 0 0,0 0-1 0 0,-1 0 1 0 0,1 0 0 0 0,0 0-1 0 0,0 0 1 0 0,-1 0-1 0 0,1 0 1 0 0,0 0 0 0 0,0 0-1 0 0,0 0 1 0 0,-1 0-1 0 0,1 0 1 0 0,0 0 0 0 0,0 0-1 0 0,0 0 1 0 0,-1 0-1 0 0,1 0 1 0 0,0 0 0 0 0,0 0-1 0 0,0 0 1 0 0,-1-1-1 0 0,1 1 1 0 0,0 0 0 0 0,0 0-1 0 0,0 0 1 0 0,0 0-1 0 0,-1 0 1 0 0,1-1 0 0 0,-7-2 38 0 0,5 0 52 0 0,-1 0 1 0 0,1 0-1 0 0,0 0 1 0 0,-1 0-1 0 0,1 0 1 0 0,1 0 0 0 0,-4-6-1 0 0,-9-27 84 0 0,12 30-231 0 0,2 4 46 0 0,-1 0 0 0 0,0 0 0 0 0,0 0 0 0 0,0 0 0 0 0,0 0 0 0 0,0 0 0 0 0,0 0 0 0 0,-1 1 0 0 0,1-1 0 0 0,-1 0 0 0 0,-2-2 0 0 0,3 3 33 0 0,-1-1-1 0 0,1 1 0 0 0,-1-1 0 0 0,1 0 0 0 0,0 0 1 0 0,-2-3-1 0 0,2 3 44 0 0,0 0 0 0 0,0 1-1 0 0,0-1 1 0 0,0 0 0 0 0,-1 0 0 0 0,1 1 0 0 0,-3-3-1 0 0,-2 0 13 0 0,1 0 0 0 0,-1 0 0 0 0,0 1 0 0 0,0 0 0 0 0,0 0 0 0 0,0 0 0 0 0,0 1 0 0 0,-10-3 0 0 0,13 5-58 0 0,-6 0 26 0 0,-10 8 72 0 0,14-7-116 0 0,1 1 1 0 0,0 0 0 0 0,0 0-1 0 0,0 1 1 0 0,0-1-1 0 0,0 1 1 0 0,1 0-1 0 0,-1 0 1 0 0,1 0 0 0 0,0 0-1 0 0,-1 1 1 0 0,2-1-1 0 0,-1 1 1 0 0,0 0 0 0 0,1 0-1 0 0,-1 0 1 0 0,-1 5-1 0 0,-3 5-7 0 0,6-11-2 0 0,-1 0 0 0 0,0 0 0 0 0,1 0 0 0 0,0 0 0 0 0,0 1 0 0 0,0-1 0 0 0,0 1 0 0 0,0-1 0 0 0,1 1 0 0 0,0-1 0 0 0,0 1 0 0 0,0-1 1 0 0,0 1-1 0 0,0-1 0 0 0,2 7 0 0 0,1-2 10 0 0,6 10-16 0 0,-7-13 3 0 0,1 0 0 0 0,-1 0 0 0 0,1 0 0 0 0,0 0 0 0 0,0-1 0 0 0,0 0 0 0 0,8 8 0 0 0,-10-11 0 0 0,1 1 0 0 0,-1-1 0 0 0,1 0 0 0 0,0 0 0 0 0,-1 0 0 0 0,1 0 0 0 0,0 0 0 0 0,0 0 0 0 0,0 0 0 0 0,0-1 0 0 0,0 1 0 0 0,0 0 0 0 0,0-1 0 0 0,0 0 0 0 0,0 1 0 0 0,0-1 0 0 0,0 0 0 0 0,0 0 0 0 0,0 0 0 0 0,0-1 0 0 0,0 1 0 0 0,0 0 0 0 0,0-1 0 0 0,3-1 0 0 0,37-10 0 0 0,-29 8 0 0 0,-10 3 0 0 0,1 0 0 0 0,0 0 0 0 0,-1-1 0 0 0,1 1 0 0 0,-1-1 0 0 0,0 0 0 0 0,1 0 0 0 0,3-3 0 0 0,18-14-383 0 0,30-19 0 0 0,-10 8-1517 0 0,-23 15-4201 0 0</inkml:trace>
</inkml:ink>
</file>

<file path=ppt/ink/ink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39.1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9 3680 0 0,'0'0'284'0'0,"0"0"-57"0"0,-15-4 3204 0 0,9 5-2441 0 0,5-1-810 0 0,0 1 0 0 0,0-1-1 0 0,0 0 1 0 0,0 0 0 0 0,0 0 0 0 0,-1 0 0 0 0,1 0 0 0 0,0 0 0 0 0,0 0 0 0 0,0 0-1 0 0,-2-1 1 0 0,2 1-59 0 0,0 0-1 0 0,0 0 1 0 0,1 0-1 0 0,-1 1 1 0 0,0-1-1 0 0,0 0 1 0 0,0 1-1 0 0,0-1 1 0 0,0 0-1 0 0,1 1 1 0 0,-1-1-1 0 0,0 1 1 0 0,0-1-1 0 0,0 2 1 0 0,-12 8 651 0 0,11-8-721 0 0,1 0 0 0 0,0-1-1 0 0,1 1 1 0 0,-1 0 0 0 0,0 0-1 0 0,0 0 1 0 0,1 0 0 0 0,-1 0-1 0 0,1-1 1 0 0,0 1 0 0 0,-1 4-1 0 0,0 3 21 0 0,-2 8 4 0 0,2 0 1 0 0,-1 1 0 0 0,2-1-1 0 0,1 0 1 0 0,4 32-1 0 0,-3-38-66 0 0,1-1 1 0 0,0 1-1 0 0,1-1 0 0 0,7 16 0 0 0,1 1-1 0 0,-9-22-2 0 0,-1-1 1 0 0,1 1 0 0 0,0-1 0 0 0,0 0-1 0 0,0 0 1 0 0,0 0 0 0 0,1 0 0 0 0,0-1 0 0 0,0 0-1 0 0,5 5 1 0 0,-8-7-4 0 0,0-1 0 0 0,0 1-1 0 0,0 0 1 0 0,0-1 0 0 0,0 1 0 0 0,0-1-1 0 0,0 1 1 0 0,0-1 0 0 0,0 1-1 0 0,0-1 1 0 0,0 0 0 0 0,0 1 0 0 0,0-1-1 0 0,0 0 1 0 0,1 0 0 0 0,3 1 7 0 0,8 6-10 0 0,-2-2 0 0 0,-9-5-1 0 0,10 1-1 0 0,13-2 15 0 0,-12 0 41 0 0,-5-2 31 0 0,-1-1 0 0 0,13-6 1 0 0,-20 9-74 0 0,1 1 1 0 0,0-1-1 0 0,-1 1 1 0 0,1 0 0 0 0,-1-1-1 0 0,1 1 1 0 0,-1-1-1 0 0,1 0 1 0 0,-1 1 0 0 0,1-1-1 0 0,-1 1 1 0 0,0-1 0 0 0,1-1-1 0 0,2-2 54 0 0,0 2 21 0 0,0-1 0 0 0,0 0 0 0 0,-1 0-1 0 0,1 0 1 0 0,-1 0 0 0 0,1 0 0 0 0,-1 0 0 0 0,3-6 0 0 0,0-11 495 0 0,-3 13-418 0 0,0 0 0 0 0,0 0 1 0 0,-1 0-1 0 0,1 0 0 0 0,-2 0 0 0 0,1 0 0 0 0,-1 0 0 0 0,0 0 0 0 0,-2-13 0 0 0,1 16-63 0 0,0 0 0 0 0,-1 0-1 0 0,1 0 1 0 0,-1 0-1 0 0,1 1 1 0 0,-5-8 0 0 0,-6-11 340 0 0,9 13-316 0 0,-1 0 1 0 0,0 1-1 0 0,-1 0 1 0 0,-9-13-1 0 0,11 16-48 0 0,0 1 1 0 0,-1 0-1 0 0,0 0 0 0 0,1 0 0 0 0,-2 1 1 0 0,1-1-1 0 0,0 1 0 0 0,-1 0 0 0 0,-6-3 1 0 0,-38-15 592 0 0,33 13-703 0 0,14 7 28 0 0,1 0 1 0 0,0 0-1 0 0,-1 0 1 0 0,1 0 0 0 0,-1 0-1 0 0,1 1 1 0 0,-1-1-1 0 0,0 1 1 0 0,1-1-1 0 0,-1 1 1 0 0,0 0-1 0 0,1 0 1 0 0,-3-1-1 0 0,0 1-47 0 0,0 0-1 0 0,0 0 0 0 0,0 1 1 0 0,0-1-1 0 0,0 1 0 0 0,-6 2 1 0 0,8-2-4 0 0,0-1 0 0 0,0 2 0 0 0,1-1 1 0 0,-1 0-1 0 0,0 0 0 0 0,1 1 0 0 0,-1-1 0 0 0,1 0 1 0 0,0 1-1 0 0,-1 0 0 0 0,1-1 0 0 0,0 1 0 0 0,0 0 1 0 0,0-1-1 0 0,-1 4 0 0 0,-3 6-1056 0 0,0 1-51 0 0</inkml:trace>
</inkml:ink>
</file>

<file path=ppt/ink/ink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0.1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2 5528 0 0,'0'0'422'0'0,"0"0"-124"0"0,0 0 504 0 0,0 0 249 0 0,0 0 49 0 0,-6 0 2896 0 0,3 1-3878 0 0,1 0 0 0 0,0 1 0 0 0,0-1 0 0 0,0 0 0 0 0,-1 1 1 0 0,1-1-1 0 0,1 1 0 0 0,-1 0 0 0 0,0 0 0 0 0,0 0 0 0 0,1 0 0 0 0,-1 0 0 0 0,1 0 0 0 0,-1 0 0 0 0,1 0 1 0 0,0 0-1 0 0,0 1 0 0 0,0-1 0 0 0,0 0 0 0 0,1 1 0 0 0,-2 2 0 0 0,1 6 89 0 0,-1 0-1 0 0,2 0 1 0 0,0 19-1 0 0,0-10-172 0 0,1-6 10 0 0,4 23 0 0 0,-2-14-33 0 0,0-9-1 0 0,0 0 0 0 0,1-1-1 0 0,0 0 1 0 0,1 1 0 0 0,0-2 0 0 0,1 1 0 0 0,1 0-1 0 0,0-1 1 0 0,1-1 0 0 0,0 1 0 0 0,13 13-1 0 0,-19-23-6 0 0,0 0 1 0 0,0 0-1 0 0,0 0 0 0 0,1 0 0 0 0,-1-1 0 0 0,1 1 0 0 0,-1-1 0 0 0,1 0 0 0 0,-1 0 0 0 0,1 0 0 0 0,0 0 0 0 0,0 0 0 0 0,0-1 0 0 0,-1 1 0 0 0,1-1 0 0 0,0 1 0 0 0,0-1 0 0 0,0 0 0 0 0,0 0 0 0 0,0-1 0 0 0,0 1 0 0 0,-1 0 0 0 0,1-1 0 0 0,0 0 0 0 0,0 0 0 0 0,-1 0 0 0 0,1 0 0 0 0,0 0 0 0 0,-1 0 0 0 0,1-1 0 0 0,-1 1 0 0 0,1-1 0 0 0,-1 0 0 0 0,0 0 0 0 0,0 0 0 0 0,0 0 0 0 0,0 0 0 0 0,2-3 0 0 0,11-16 82 0 0,-8 12-25 0 0,0-1 0 0 0,-1 0 0 0 0,10-21 0 0 0,-3 2 180 0 0,-8 21-79 0 0,-1-1 0 0 0,0 0-1 0 0,-1 0 1 0 0,0 0 0 0 0,0 0 0 0 0,1-10-1 0 0,-4 11-63 0 0,2-1 17 0 0,-2-1 0 0 0,1 1 0 0 0,-1-1 0 0 0,-2-12 0 0 0,1 5-72 0 0,1 15-36 0 0,0-1 1 0 0,-1 0-1 0 0,1 1 0 0 0,0-1 1 0 0,-1 1-1 0 0,1-1 1 0 0,-1 1-1 0 0,0 0 0 0 0,0-1 1 0 0,-2-3-1 0 0,-3-6 310 0 0,-5-7 437 0 0,10 19-740 0 0,-1-3 46 0 0,0 0-1 0 0,0 1 1 0 0,0 0-1 0 0,0-1 1 0 0,-1 1 0 0 0,1 0-1 0 0,-1 0 1 0 0,0 0 0 0 0,1 1-1 0 0,-1-1 1 0 0,0 1-1 0 0,0-1 1 0 0,0 1 0 0 0,-6-2-1 0 0,5 2-50 0 0,0 1-1 0 0,1-1 1 0 0,-1 1-1 0 0,0 0 1 0 0,0 0-1 0 0,0 0 1 0 0,1 1-1 0 0,-1 0 1 0 0,0-1-1 0 0,0 1 1 0 0,1 0-1 0 0,-1 0 1 0 0,0 1-1 0 0,1-1 1 0 0,0 1-1 0 0,-1 0 1 0 0,-4 4-1 0 0,-8 6-312 0 0,-23 16-1 0 0,31-22-144 0 0,1 0 1 0 0,-1 0-1 0 0,-6 10 0 0 0,2-4-709 0 0,-2 5-331 0 0</inkml:trace>
</inkml:ink>
</file>

<file path=ppt/ink/ink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1.0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12 1376 0 0,'0'0'65'0'0,"-2"0"259"0"0,-6-3 2651 0 0,-8-2 3195 0 0,7 2-5875 0 0,8 3 340 0 0,1 0-105 0 0,0 0-46 0 0,0 0-10 0 0,0 1-362 0 0,-1 1 1 0 0,1-1 0 0 0,-1 1-1 0 0,1-1 1 0 0,-1 0 0 0 0,1 1 0 0 0,-1-1-1 0 0,0 0 1 0 0,-1 3 0 0 0,-3 4 184 0 0,-1 26 373 0 0,6-22-620 0 0,-1 0 0 0 0,1 0-1 0 0,1 0 1 0 0,0 1 0 0 0,1-2 0 0 0,0 1-1 0 0,6 19 1 0 0,2 9 18 0 0,-9-33-68 0 0,0 0 0 0 0,1-1 0 0 0,0 0 0 0 0,1 1 0 0 0,-1-1 0 0 0,1 0 0 0 0,0-1 0 0 0,6 9 0 0 0,0 2 0 0 0,-8-14 0 0 0,0 1 0 0 0,0-1 0 0 0,0 0 0 0 0,1 1 0 0 0,-1-1 0 0 0,1 0 0 0 0,0 0 0 0 0,-1 0 0 0 0,1 0 0 0 0,0 0 0 0 0,0-1 0 0 0,3 3 0 0 0,8 5-2 0 0,-6-5 2 0 0,-1 1-1 0 0,1-1 1 0 0,13 6-1 0 0,-19-10 2 0 0,1 1 0 0 0,-1-1-1 0 0,1 1 1 0 0,0-1 0 0 0,-1 1 0 0 0,1-1 0 0 0,0 0-1 0 0,-1 0 1 0 0,1 0 0 0 0,0 0 0 0 0,0 0 0 0 0,-1 0 0 0 0,1 0-1 0 0,0 0 1 0 0,-1-1 0 0 0,1 1 0 0 0,0-1 0 0 0,-1 1-1 0 0,1-1 1 0 0,-1 0 0 0 0,1 0 0 0 0,-1 1 0 0 0,2-3 0 0 0,42-36 481 0 0,-41 34-380 0 0,0 0 0 0 0,0 0 0 0 0,-1 0 0 0 0,0 0 0 0 0,0 0 0 0 0,0-1 0 0 0,0 1 0 0 0,-1-1 0 0 0,2-6 0 0 0,2-5 179 0 0,1-11 155 0 0,-3 9-104 0 0,-3 14-231 0 0,0 0-1 0 0,-1-1 1 0 0,1 1-1 0 0,-1 0 1 0 0,0-1-1 0 0,0 1 1 0 0,-1 0-1 0 0,0-1 0 0 0,0 1 1 0 0,0 0-1 0 0,0 0 1 0 0,-1 0-1 0 0,0 0 1 0 0,0 0-1 0 0,0 0 0 0 0,-1 0 1 0 0,1 0-1 0 0,-1 1 1 0 0,0 0-1 0 0,-1-1 1 0 0,1 1-1 0 0,-1 0 1 0 0,0 1-1 0 0,0-1 0 0 0,0 1 1 0 0,-6-5-1 0 0,-1 0 23 0 0,6 5-62 0 0,1 0-1 0 0,0 1 0 0 0,-1-1 0 0 0,-6-2 0 0 0,5 3-65 0 0,0 0-1 0 0,-1 0 0 0 0,1 0 0 0 0,0 0 0 0 0,-1 1 0 0 0,0 0 1 0 0,1 1-1 0 0,-1 0 0 0 0,0 0 0 0 0,-10 1 0 0 0,15 0-82 0 0,0 0-1 0 0,0-1 0 0 0,0 1 0 0 0,0 1 0 0 0,0-1 1 0 0,0 0-1 0 0,0 0 0 0 0,0 1 0 0 0,0-1 0 0 0,1 1 1 0 0,-1-1-1 0 0,0 1 0 0 0,1 0 0 0 0,-1 0 0 0 0,1 0 1 0 0,-2 3-1 0 0,-1 3-1018 0 0,0 1 0 0 0,-5 15 0 0 0,5-13 127 0 0,-5 9-4889 0 0</inkml:trace>
</inkml:ink>
</file>

<file path=ppt/ink/ink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1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 8 8288 0 0,'0'0'381'0'0,"0"0"-6"0"0,-4-4-129 0 0,3 4-146 0 0,-1-1 0 0 0,1 1 0 0 0,0-1-1 0 0,-1 1 1 0 0,1-1 0 0 0,0 1 0 0 0,-1 0-1 0 0,1 0 1 0 0,-1-1 0 0 0,1 1 0 0 0,-1 0 0 0 0,1 0-1 0 0,0 1 1 0 0,-1-1 0 0 0,1 0 0 0 0,-1 0-1 0 0,1 1 1 0 0,0-1 0 0 0,-1 1 0 0 0,1-1-1 0 0,0 1 1 0 0,-1-1 0 0 0,1 1 0 0 0,0 0-1 0 0,0 0 1 0 0,0 0 0 0 0,-1 0 0 0 0,1 0-1 0 0,0 0 1 0 0,-1 1 0 0 0,0 0 96 0 0,0 0 1 0 0,0 0-1 0 0,1 1 0 0 0,-1-1 0 0 0,0 1 1 0 0,1-1-1 0 0,0 1 0 0 0,0-1 1 0 0,-1 1-1 0 0,1 0 0 0 0,1-1 1 0 0,-1 1-1 0 0,0 0 0 0 0,0 5 1 0 0,2 8-197 0 0,1-1 0 0 0,0 1 0 0 0,8 27 0 0 0,-3-15 0 0 0,-3-14 0 0 0,1 0 0 0 0,7 16 0 0 0,-1-4 0 0 0,-8-19 0 0 0,1 0 0 0 0,0 0 0 0 0,0 0 0 0 0,8 9 0 0 0,-6-9 0 0 0,-1 1 0 0 0,6 9 0 0 0,-11-16 0 0 0,1 0 0 0 0,-1 0 0 0 0,1 0 0 0 0,0 0 0 0 0,0 0 0 0 0,-1-1 0 0 0,1 1 0 0 0,0 0 0 0 0,0 0 0 0 0,0-1 0 0 0,1 2 0 0 0,1 0 0 0 0,10 6 0 0 0,-10-7 0 0 0,0-2 0 0 0,9 4 0 0 0,2-3 0 0 0,-11-2 0 0 0,-2 0 0 0 0,3 1 0 0 0,-2 0 0 0 0,0-1 0 0 0,0 1 0 0 0,0 0 0 0 0,0 0 0 0 0,-1-1 0 0 0,1 1 0 0 0,-1-1 0 0 0,1 0 0 0 0,-1 0 0 0 0,2-1 0 0 0,0-1 81 0 0,-1 1 0 0 0,0-1 0 0 0,0 1 0 0 0,0-1 1 0 0,0 0-1 0 0,0 0 0 0 0,-1 0 0 0 0,1 0 0 0 0,0-5 1 0 0,5-40 1046 0 0,-5 34-1021 0 0,-2 11-23 0 0,0 0-1 0 0,0 0 0 0 0,-1 0 0 0 0,1-1 0 0 0,-1 1 0 0 0,0 0 0 0 0,0 1 0 0 0,-2-6 0 0 0,-2-11 609 0 0,4 16-592 0 0,0 0-1 0 0,-1 0 0 0 0,1 1 1 0 0,-4-8-1 0 0,-3-6 12 0 0,5 10 43 0 0,-1 0 1 0 0,0 1-1 0 0,-1-1 0 0 0,1 1 0 0 0,-1 0 0 0 0,-1 1 0 0 0,1-1 0 0 0,-1 1 0 0 0,0 0 0 0 0,-9-6 0 0 0,13 10-140 0 0,0-1 0 0 0,-1 1 0 0 0,1 0 0 0 0,-1 0 1 0 0,1 0-1 0 0,-1 0 0 0 0,0 0 0 0 0,1 0 0 0 0,-1 1 0 0 0,0-1 0 0 0,1 1 0 0 0,-1 0 0 0 0,0 0 1 0 0,-3 0-1 0 0,0 1 11 0 0,-1 0 0 0 0,1 0 0 0 0,0 1 0 0 0,-11 3 0 0 0,15-4-79 0 0,1 0-1 0 0,-1 0 1 0 0,1 0-1 0 0,-1 0 0 0 0,1 1 1 0 0,0-1-1 0 0,0 0 1 0 0,-1 0-1 0 0,1 1 1 0 0,0-1-1 0 0,0 1 0 0 0,0-1 1 0 0,1 1-1 0 0,-1-1 1 0 0,-1 3-1 0 0,-6 10-440 0 0,4-8-203 0 0,0 0-1 0 0,0 1 0 0 0,1 0 1 0 0,0-1-1 0 0,0 1 1 0 0,-2 8-1 0 0,0 2-4970 0 0</inkml:trace>
</inkml:ink>
</file>

<file path=ppt/ink/ink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2.5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47 8288 0 0,'0'0'190'0'0,"-4"-9"445"0"0,2 7-445 0 0,0 0 0 0 0,0 0-1 0 0,0 1 1 0 0,-1 0 0 0 0,1-1 0 0 0,-1 1-1 0 0,1 0 1 0 0,-1 0 0 0 0,1 0 0 0 0,-1 0-1 0 0,-4 0 1 0 0,5 0-62 0 0,1 1 0 0 0,0 0 0 0 0,-1 0 0 0 0,1 0 0 0 0,0 0 0 0 0,0 0 0 0 0,-1 0 0 0 0,1 1 0 0 0,0-1 1 0 0,0 0-1 0 0,-1 1 0 0 0,1-1 0 0 0,0 0 0 0 0,0 1 0 0 0,0 0 0 0 0,0-1 0 0 0,0 1 0 0 0,-1 0 0 0 0,1-1 0 0 0,0 1 0 0 0,1 0 0 0 0,-1 0 0 0 0,0 0 0 0 0,0 0 0 0 0,0 0 0 0 0,0 0 0 0 0,1 0 0 0 0,-1 0 0 0 0,-1 3 1 0 0,-9 20 895 0 0,10-22-950 0 0,0-1 1 0 0,1 1-1 0 0,0-1 1 0 0,-1 1-1 0 0,1-1 1 0 0,0 1-1 0 0,0-1 1 0 0,0 1-1 0 0,0-1 1 0 0,0 1-1 0 0,0-1 1 0 0,0 1 0 0 0,1 1-1 0 0,-1 3-14 0 0,0 9-56 0 0,1 0 0 0 0,0 0 0 0 0,6 28 0 0 0,-3-27-4 0 0,11 24 0 0 0,2 3 0 0 0,-12-30 0 0 0,1 0 0 0 0,1-1 0 0 0,0 0 0 0 0,0 0 0 0 0,1 0 0 0 0,1-1 0 0 0,19 19 0 0 0,-24-26 2 0 0,0 1-1 0 0,1-2 0 0 0,0 1 0 0 0,0 0 0 0 0,0-1 0 0 0,0 0 0 0 0,1 0 1 0 0,10 4-1 0 0,-14-6-6 0 0,0-1 1 0 0,0 1 0 0 0,0-1 0 0 0,0 1 0 0 0,0-1-1 0 0,0 1 1 0 0,0-1 0 0 0,0 0 0 0 0,0 0 0 0 0,0 0-1 0 0,0 0 1 0 0,0-1 0 0 0,1 1 0 0 0,-1 0 0 0 0,0-1-1 0 0,0 1 1 0 0,-1-1 0 0 0,1 0 0 0 0,0 0 0 0 0,0 0-1 0 0,0 0 1 0 0,0 0 0 0 0,-1 0 0 0 0,1 0-1 0 0,0-1 1 0 0,-1 1 0 0 0,1-1 0 0 0,-1 1 0 0 0,3-4-1 0 0,7-10-157 0 0,-7 10 192 0 0,-1 0 0 0 0,1 0 0 0 0,-1 0 1 0 0,0 0-1 0 0,0-1 0 0 0,-1 1 0 0 0,1-1 1 0 0,2-11-1 0 0,-3 2 8 0 0,1 0 164 0 0,1-31 0 0 0,-4 35 115 0 0,-1 1 0 0 0,0-1 0 0 0,0 0 0 0 0,-1 0 0 0 0,-1 0 0 0 0,1 1 0 0 0,-2-1 0 0 0,0 1 0 0 0,0 0 0 0 0,-6-10 0 0 0,-2-1-242 0 0,-21-26 0 0 0,29 41-29 0 0,-1 0 1 0 0,0 1 0 0 0,0 0-1 0 0,-1 0 1 0 0,1 0-1 0 0,-1 1 1 0 0,0 0 0 0 0,0 0-1 0 0,-8-3 1 0 0,6 3 244 0 0,4 2-100 0 0,0 0 1 0 0,0 1-1 0 0,0-1 1 0 0,0 1-1 0 0,-7-1 1 0 0,-3 0-79 0 0,10 1-107 0 0,1 0-1 0 0,-1 1 0 0 0,1-1 0 0 0,-1 1 0 0 0,1 0 1 0 0,-1 0-1 0 0,1 0 0 0 0,0 1 0 0 0,-5 0 0 0 0,-11 4-139 0 0,16-5 72 0 0,0 0-1 0 0,0 1 1 0 0,0 0-1 0 0,0-1 1 0 0,0 1-1 0 0,0 0 1 0 0,0 1-1 0 0,1-1 1 0 0,-1 0-1 0 0,0 1 1 0 0,1-1-1 0 0,-1 1 1 0 0,1 0-1 0 0,0 0 1 0 0,-1 0-1 0 0,1 0 1 0 0,0 0-1 0 0,0 1 1 0 0,-2 2-1 0 0,-2 4-556 0 0,6-8 468 0 0,-1 0 1 0 0,0 0-1 0 0,0 0 1 0 0,1 0-1 0 0,-1 0 1 0 0,1 0-1 0 0,-1 0 1 0 0,1 0-1 0 0,-1 0 1 0 0,1 1-1 0 0,0-1 1 0 0,-1 0-1 0 0,1 0 0 0 0,0 1 1 0 0,0 1-1 0 0,0 11-1197 0 0</inkml:trace>
</inkml:ink>
</file>

<file path=ppt/ink/ink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4.0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82 920 0 0,'0'0'325'0'0,"0"0"1031"0"0,0 0 452 0 0,-14-6 4391 0 0,-3 6-3919 0 0,4 14-840 0 0,11-11-1408 0 0,0 0 0 0 0,0 0 0 0 0,1 0 0 0 0,-1 0 0 0 0,1 0 0 0 0,0 0-1 0 0,0 0 1 0 0,0 0 0 0 0,0 1 0 0 0,0-1 0 0 0,1 0 0 0 0,0 1 0 0 0,-1-1 0 0 0,1 5 0 0 0,2 5 121 0 0,-1-1-1 0 0,6 20 1 0 0,-1-2-58 0 0,-4-20-95 0 0,0 0 0 0 0,1-1 0 0 0,0 1 0 0 0,1-1 0 0 0,0 0 0 0 0,8 14 0 0 0,-6-9-3 0 0,-5-11 4 0 0,0-1 0 0 0,1 1 0 0 0,-1-1 0 0 0,0 1 0 0 0,1-1 0 0 0,0 1 0 0 0,-1-1 0 0 0,1 0 0 0 0,0 1 1 0 0,0-1-1 0 0,1 0 0 0 0,-1 0 0 0 0,3 1 0 0 0,-4-2 0 0 0,0 0 1 0 0,0 0 0 0 0,0 0-1 0 0,0 0 1 0 0,1 0 0 0 0,-1-1-1 0 0,0 1 1 0 0,1 0 0 0 0,-1-1-1 0 0,1 1 1 0 0,-1-1 0 0 0,1 1 0 0 0,-1-1-1 0 0,1 0 1 0 0,-1 1 0 0 0,1-1-1 0 0,-1 0 1 0 0,1 0 0 0 0,-1 0-1 0 0,1 0 1 0 0,-1-1 0 0 0,1 1-1 0 0,-1 0 1 0 0,1-1 0 0 0,-1 1 0 0 0,1-1-1 0 0,-1 1 1 0 0,0-1 0 0 0,1 0-1 0 0,-1 1 1 0 0,0-1 0 0 0,1 0-1 0 0,-1 0 1 0 0,1-1 0 0 0,1 0-1 0 0,0-1 5 0 0,1 1 1 0 0,-1-1 0 0 0,-1 0 0 0 0,1 0 0 0 0,0-1-1 0 0,-1 1 1 0 0,1-1 0 0 0,-1 1 0 0 0,3-7 0 0 0,14-38 235 0 0,-19 46-228 0 0,4-9 612 0 0,3-24 0 0 0,-5 22-445 0 0,-1 5-44 0 0,0 1 0 0 0,-1-1 0 0 0,0 1 0 0 0,0-1 0 0 0,-1 0 0 0 0,-2-12 0 0 0,-2 0 629 0 0,-9-24-1 0 0,12 40-619 0 0,0 0-1 0 0,0-1 0 0 0,0 2 0 0 0,-1-1 1 0 0,1 0-1 0 0,-1 0 0 0 0,0 1 1 0 0,-6-6-1 0 0,-2-1-174 0 0,-17-11 1 0 0,25 19 11 0 0,-3-1 1 0 0,-10 3 22 0 0,14 0-6 0 0,-3-1 14 0 0,3 1-10 0 0,1-1-1 0 0,0 1 1 0 0,-1 0 0 0 0,1 0-1 0 0,-1 0 1 0 0,1 0-1 0 0,-1 0 1 0 0,1 0-1 0 0,0 0 1 0 0,-1 1 0 0 0,1-1-1 0 0,-1 1 1 0 0,-1 0-1 0 0,1-1-47 0 0,0 1 0 0 0,0 0 0 0 0,0 0-1 0 0,0 1 1 0 0,0-1 0 0 0,1 0 0 0 0,-1 1-1 0 0,0-1 1 0 0,1 1 0 0 0,-1-1 0 0 0,1 1-1 0 0,-2 2 1 0 0,-7 6-319 0 0,8-6-35 0 0,2 1 242 0 0,0 1-704 0 0,0 0 0 0 0,0 0 0 0 0,1 0 0 0 0,0 1-1 0 0,2 7 1 0 0,1-2-4542 0 0</inkml:trace>
</inkml:ink>
</file>

<file path=ppt/ink/ink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4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24 2760 0 0,'-1'-1'207'0'0,"-14"-12"1690"0"0,8 5 721 0 0,-2 7 2841 0 0,-8 4-3888 0 0,16-3-1488 0 0,-1 0 1 0 0,1 1 0 0 0,0-1 0 0 0,0 0 0 0 0,0 1 0 0 0,-1-1 0 0 0,1 1 0 0 0,0 0 0 0 0,0-1 0 0 0,0 1 0 0 0,0 0-1 0 0,0-1 1 0 0,0 1 0 0 0,0 0 0 0 0,0 0 0 0 0,0 0 0 0 0,0 0 0 0 0,0 0 0 0 0,0 2 0 0 0,-14 24 531 0 0,12-21-366 0 0,1-3-178 0 0,1 0-1 0 0,0 0 0 0 0,0 0 1 0 0,1 1-1 0 0,-2 4 0 0 0,-1 9 123 0 0,1-10-157 0 0,1 1-1 0 0,0-1 1 0 0,0 1 0 0 0,1-1 0 0 0,0 1-1 0 0,0 0 1 0 0,1-1 0 0 0,0 1 0 0 0,0-1 0 0 0,1 0-1 0 0,2 9 1 0 0,2 3-5 0 0,-5-15-27 0 0,0 0 1 0 0,0 1-1 0 0,0-1 1 0 0,3 4-1 0 0,1 1-4 0 0,1 2 0 0 0,0-1 0 0 0,5 16 0 0 0,-10-23 1 0 0,0 0-1 0 0,0-1 0 0 0,1 1 0 0 0,-1 0 1 0 0,1-1-1 0 0,-1 1 0 0 0,1-1 0 0 0,0 1 1 0 0,0-1-1 0 0,5 4 0 0 0,0-1-1 0 0,0 0 0 0 0,11 5-1 0 0,-1 0-9 0 0,-16-9 7 0 0,0-1-1 0 0,0 1 1 0 0,0-1-1 0 0,1 1 0 0 0,-1-1 1 0 0,0 1-1 0 0,0-1 1 0 0,1 0-1 0 0,-1 0 0 0 0,0 0 1 0 0,1 0-1 0 0,1 0 0 0 0,-2 1 5 0 0,0-1 0 0 0,-1 0 0 0 0,1 0 0 0 0,0 0 0 0 0,0 0 0 0 0,0 0 0 0 0,0 0 0 0 0,0 0 0 0 0,0 0 0 0 0,0-1 0 0 0,0 1 0 0 0,-1 0 0 0 0,1 0 0 0 0,0-1 0 0 0,0 1 0 0 0,0-1 0 0 0,0 1 0 0 0,-1 0 0 0 0,1-1 0 0 0,1 0 0 0 0,1-2 0 0 0,0 1 6 0 0,1 0-1 0 0,-1-1 1 0 0,0 1-1 0 0,0-1 1 0 0,0 0-1 0 0,0 0 1 0 0,0 0-1 0 0,0-1 1 0 0,-1 1-1 0 0,5-8 1 0 0,-1-2 59 0 0,9-26 1 0 0,-11 26-32 0 0,-3 7 52 0 0,0 0 1 0 0,0 1-1 0 0,-1-1 0 0 0,0 0 1 0 0,0 0-1 0 0,0 0 0 0 0,-1 1 1 0 0,-2-9-1 0 0,2 9 26 0 0,-1 0-1 0 0,1 0 1 0 0,-1 0-1 0 0,-1 0 1 0 0,1 0-1 0 0,-1 0 1 0 0,0 1-1 0 0,0-1 1 0 0,0 1-1 0 0,0 0 1 0 0,-1 0-1 0 0,-5-4 1 0 0,-1-1 127 0 0,0 0 0 0 0,-1 1-1 0 0,-20-12 1 0 0,25 17-211 0 0,2 0 0 0 0,0 1-1 0 0,-1-1 0 0 0,0 1 0 0 0,0 0 1 0 0,1 0-1 0 0,-1 0 0 0 0,-1 1 1 0 0,1-1-1 0 0,0 1 0 0 0,-9 0 0 0 0,13 1-27 0 0,1 0 0 0 0,-1 0 0 0 0,1-1 0 0 0,0 1 0 0 0,-1 0 0 0 0,1 0 0 0 0,-1 0 0 0 0,1 0 0 0 0,-1 0 0 0 0,1 0 0 0 0,-1 1 0 0 0,1-1 0 0 0,0 0 0 0 0,-1 0 0 0 0,1 0 0 0 0,-1 0 0 0 0,1 0 0 0 0,0 1 0 0 0,-1-1 0 0 0,1 0 0 0 0,0 0 0 0 0,-1 1-1 0 0,1-1 1 0 0,0 0 0 0 0,-1 0 0 0 0,1 1 0 0 0,0-1 0 0 0,-1 0 0 0 0,1 1 0 0 0,0-1 0 0 0,0 1 0 0 0,-1-1 0 0 0,1 1 0 0 0,-1 0-13 0 0,-9 7-86 0 0,9-7 65 0 0,-1 0 0 0 0,1 0 0 0 0,0 0 0 0 0,-1 0 0 0 0,1 0 0 0 0,0 0 0 0 0,0 0 0 0 0,-1 0 0 0 0,1 1 0 0 0,0-1 0 0 0,0 1 0 0 0,0-1 0 0 0,1 1 0 0 0,-1-1 0 0 0,0 1 0 0 0,1-1 0 0 0,-2 3 0 0 0,-2 10-698 0 0,3-12-111 0 0,0 1 0 0 0,1-1 1 0 0,-1 1-1 0 0,0 0 1 0 0,1-1-1 0 0,-1 5 1 0 0,1 9-5386 0 0</inkml:trace>
</inkml:ink>
</file>

<file path=ppt/ink/ink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5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162 40 10136 0 0,'0'0'230'0'0,"0"0"30"0"0,0 0 19 0 0,-4-5 8 0 0,-9-3-210 0 0,2-2 858 0 0,10 9-684 0 0,-1-1 1 0 0,1 1 0 0 0,0 0-1 0 0,-1 0 1 0 0,1-1 0 0 0,-1 1-1 0 0,1 0 1 0 0,-1 0 0 0 0,1 1-1 0 0,-1-1 1 0 0,-3-1 0 0 0,4 2-223 0 0,1-1 49 0 0,-1 1 0 0 0,0 0 1 0 0,0-1-1 0 0,-1 1 0 0 0,1 0 1 0 0,0 0-1 0 0,0 0 0 0 0,0 0 1 0 0,0 0-1 0 0,0 0 0 0 0,0 0 1 0 0,0 0-1 0 0,0 0 1 0 0,0 0-1 0 0,-1 1 0 0 0,0 1 20 0 0,-1 0-1 0 0,1 0 1 0 0,0 0-1 0 0,0 0 1 0 0,1 0-1 0 0,-1 0 1 0 0,0 1-1 0 0,-1 2 0 0 0,1-1-97 0 0,0 0 0 0 0,0 1 0 0 0,0-1 0 0 0,0 1 0 0 0,1-1 0 0 0,0 1 0 0 0,0 0 0 0 0,0-1 0 0 0,1 1 0 0 0,-1 0 0 0 0,1 5 0 0 0,1 7 0 0 0,5 29 0 0 0,-5-34 0 0 0,2 1 0 0 0,0-1 0 0 0,1 0 0 0 0,0 0 0 0 0,8 17 0 0 0,-9-24 0 0 0,1 3 0 0 0,0 0 0 0 0,1-1 0 0 0,0 1 0 0 0,0-1 0 0 0,0-1 0 0 0,1 1 0 0 0,0-1 0 0 0,1 0 0 0 0,-1 0 0 0 0,9 5 0 0 0,-13-9 0 0 0,1-1 0 0 0,-1 0 0 0 0,1 0 0 0 0,-1 0 0 0 0,1-1 0 0 0,2 1 0 0 0,10 3 0 0 0,-14-3 0 0 0,-1-1 0 0 0,1 1 0 0 0,0-1 0 0 0,0 0 0 0 0,0 0 0 0 0,0 1 0 0 0,0-1 0 0 0,0 0 0 0 0,0 0 0 0 0,0 0 0 0 0,0 0 0 0 0,-1 0 0 0 0,1 0 0 0 0,0-1 0 0 0,0 1 0 0 0,0 0 0 0 0,0 0 0 0 0,0-1 0 0 0,0 1 0 0 0,0 0 0 0 0,-1-1 0 0 0,1 1 0 0 0,0-1 0 0 0,1 0 0 0 0,0-1 0 0 0,-1 1 0 0 0,1-1 0 0 0,0 0 0 0 0,-1 1 0 0 0,0-1 0 0 0,2-3 0 0 0,-2 4 0 0 0,11-14 0 0 0,-10 13 0 0 0,0 0 0 0 0,0 0 0 0 0,0 0 0 0 0,-1-1 0 0 0,1 1 0 0 0,-1 0 0 0 0,0-1 0 0 0,2-2 0 0 0,-2 1 6 0 0,3-5 144 0 0,-1 0 0 0 0,-1 0 0 0 0,1 0 0 0 0,-1-1 0 0 0,-1 1 0 0 0,1-11 0 0 0,-2 12 20 0 0,0 1-1 0 0,-1-1 0 0 0,0 1 0 0 0,0-1 0 0 0,-4-12 0 0 0,3 15-23 0 0,0 1-1 0 0,0 0 0 0 0,0-1 1 0 0,-1 1-1 0 0,1 0 1 0 0,-1 0-1 0 0,0 0 1 0 0,0 1-1 0 0,-1-1 1 0 0,-4-3-1 0 0,2 2-118 0 0,1 0-1 0 0,-1 1 1 0 0,-1 0-1 0 0,1 0 1 0 0,-1 0 0 0 0,0 1-1 0 0,1 0 1 0 0,-1 1-1 0 0,-1-1 1 0 0,1 1-1 0 0,0 1 1 0 0,0-1 0 0 0,-1 1-1 0 0,1 0 1 0 0,-15 1-1 0 0,17 0-26 0 0,0 0 0 0 0,1 0 0 0 0,-1 0 0 0 0,0 1 0 0 0,1 0 0 0 0,-1 0 0 0 0,0 0 0 0 0,1 0 0 0 0,-1 1 0 0 0,1-1 0 0 0,-8 5 0 0 0,-1 3-155 0 0,11-8 17 0 0,0 0-1 0 0,0 0 1 0 0,0 1-1 0 0,0-1 0 0 0,0 1 1 0 0,0-1-1 0 0,0 1 0 0 0,0 0 1 0 0,1 0-1 0 0,-2 2 0 0 0,2-3-91 0 0,1-1 0 0 0,-1 1 0 0 0,0 0 0 0 0,1 0 0 0 0,-1-1 0 0 0,0 1 0 0 0,0 0 0 0 0,1-1 0 0 0,-1 1 0 0 0,0-1 0 0 0,0 1 0 0 0,0-1 0 0 0,0 1 0 0 0,0-1 0 0 0,-1 1 0 0 0,0 0-779 0 0,-1 1-4789 0 0</inkml:trace>
</inkml:ink>
</file>

<file path=ppt/ink/ink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6.0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43 7776 0 0,'0'0'356'0'0,"0"0"-8"0"0,-14 0 2317 0 0,-7 0 1890 0 0,20 0-4011 0 0,0 2-29 0 0,-2 5-309 0 0,0 0 0 0 0,1 0-1 0 0,0 0 1 0 0,0 0-1 0 0,1 1 1 0 0,0-1 0 0 0,0 1-1 0 0,0-1 1 0 0,2 15-1 0 0,11 41 403 0 0,-7-32-608 0 0,1 0 0 0 0,2 0 0 0 0,21 51 0 0 0,-27-76-18 0 0,0 0 0 0 0,1-1 0 0 0,0 1 0 0 0,0 0 0 0 0,1-1 0 0 0,-1 1-1 0 0,1-1 1 0 0,1 0 0 0 0,-1-1 0 0 0,0 1 0 0 0,1-1 0 0 0,0 0 0 0 0,0 0 0 0 0,11 7-1 0 0,-14-11 19 0 0,-1 1-1 0 0,1-1 1 0 0,0 0-1 0 0,-1 0 0 0 0,1 1 1 0 0,0-1-1 0 0,-1 0 1 0 0,1 0-1 0 0,0-1 0 0 0,0 1 1 0 0,-1 0-1 0 0,1-1 1 0 0,0 1-1 0 0,-1 0 0 0 0,1-1 1 0 0,-1 0-1 0 0,1 1 1 0 0,-1-1-1 0 0,1 0 0 0 0,-1 0 1 0 0,1 0-1 0 0,1-1 1 0 0,0-1 1 0 0,0 1 1 0 0,0-1-1 0 0,0 1 1 0 0,-1-1-1 0 0,1 0 1 0 0,-1 0-1 0 0,1 0 1 0 0,3-7-1 0 0,1-5 157 0 0,-1 4-227 0 0,-1 0-1 0 0,-1 0 1 0 0,6-19-1 0 0,-5 8 93 0 0,-1 0-1 0 0,2-38 1 0 0,-6 49 116 0 0,0 1 0 0 0,-1-1-1 0 0,0 0 1 0 0,-1 1 0 0 0,0-1 0 0 0,-1 1 0 0 0,-7-19 0 0 0,3 9 408 0 0,6 16-477 0 0,0 0 0 0 0,-1-1 0 0 0,1 1 0 0 0,-1 0 0 0 0,0 0 0 0 0,0 0 0 0 0,-5-5 0 0 0,-2-3-19 0 0,4 7 74 0 0,1-1 1 0 0,-1 1 0 0 0,-1-1-1 0 0,1 1 1 0 0,-1 1 0 0 0,-6-5-1 0 0,5 4 22 0 0,5 4-126 0 0,0 0 0 0 0,0-1 1 0 0,-1 1-1 0 0,1 0 0 0 0,0 0 0 0 0,0 0 0 0 0,0 0 0 0 0,-1 1 1 0 0,1-1-1 0 0,-1 1 0 0 0,1-1 0 0 0,0 1 0 0 0,-1 0 0 0 0,1 0 0 0 0,-6 0 1 0 0,4 1 15 0 0,-1 0 1 0 0,0 0 0 0 0,0 0 0 0 0,0 1-1 0 0,0 0 1 0 0,1 0 0 0 0,-1 0 0 0 0,1 1-1 0 0,-1-1 1 0 0,1 1 0 0 0,-6 5-1 0 0,3-1-523 0 0,1 0 0 0 0,0 0-1 0 0,0 0 1 0 0,1 1 0 0 0,-7 11-1 0 0,9-13 59 0 0,0 0 0 0 0,1 0 0 0 0,0 0 0 0 0,0 0-1 0 0,0 0 1 0 0,0 9 0 0 0,0 14-1106 0 0</inkml:trace>
</inkml:ink>
</file>

<file path=ppt/ink/ink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7.3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45 6936 0 0,'0'0'316'0'0,"0"0"-3"0"0,-2 1-202 0 0,-36 22 2599 0 0,27-14-1530 0 0,6-4-960 0 0,0-2 5 0 0,0 1 0 0 0,1 0 0 0 0,-1 0-1 0 0,1 1 1 0 0,0 0 0 0 0,0-1 0 0 0,0 1 0 0 0,1 1-1 0 0,0-1 1 0 0,0 0 0 0 0,-5 11 0 0 0,-3 12 433 0 0,8-21-485 0 0,0 0 0 0 0,0 0-1 0 0,-2 12 1 0 0,5-14-153 0 0,0 0 0 0 0,0 0-1 0 0,1 1 1 0 0,0-1 0 0 0,0 0 0 0 0,0 0 0 0 0,1 0 0 0 0,0-1 0 0 0,3 10 0 0 0,-1-6-12 0 0,-1 0-8 0 0,1 0 0 0 0,0 1 0 0 0,1-2 0 0 0,7 11 0 0 0,-10-15 0 0 0,1 1 0 0 0,0-1 0 0 0,0 0 0 0 0,0-1 0 0 0,0 1 0 0 0,0 0 0 0 0,1-1 0 0 0,-1 0 0 0 0,1 1 0 0 0,0-1 0 0 0,3 1 0 0 0,3 0 3 0 0,-6-1 2 0 0,-1 0 0 0 0,1-1 0 0 0,0 0 0 0 0,0 0 0 0 0,0 0 0 0 0,0 0 0 0 0,0-1 0 0 0,0 1 0 0 0,0-1 0 0 0,0 0 0 0 0,7-1 1 0 0,0-1-6 0 0,-8 2 0 0 0,0 0 0 0 0,0-1 0 0 0,0 1 0 0 0,0-1 0 0 0,-1 0 0 0 0,1 0 0 0 0,0 0 0 0 0,-1 0 0 0 0,1 0 0 0 0,0-1 0 0 0,-1 1 0 0 0,4-3 0 0 0,4-5 18 0 0,0-1 0 0 0,-1 0 0 0 0,0-1 0 0 0,11-17 0 0 0,-11 12 205 0 0,0 0 1 0 0,0-1-1 0 0,7-23 0 0 0,-3 6 441 0 0,-11 29-539 0 0,-1 0-1 0 0,1 0 1 0 0,-1 0-1 0 0,0-1 0 0 0,-1 1 1 0 0,1 0-1 0 0,-1-1 0 0 0,0 1 1 0 0,-1-6-1 0 0,0-10 454 0 0,0 17-488 0 0,1 1 1 0 0,-1-1-1 0 0,1 1 1 0 0,-1 0-1 0 0,0 0 1 0 0,-1-1 0 0 0,1 1-1 0 0,0 0 1 0 0,-1 0-1 0 0,0 0 1 0 0,1 0-1 0 0,-4-3 1 0 0,-1-2 151 0 0,-1 1-1 0 0,-12-12 1 0 0,16 18-224 0 0,1-1 0 0 0,-1 1 0 0 0,1 0-1 0 0,-1 0 1 0 0,0 0 0 0 0,1 0 0 0 0,-1 0 0 0 0,0 0-1 0 0,0 1 1 0 0,1 0 0 0 0,-1-1 0 0 0,0 1-1 0 0,-5 0 1 0 0,-16-2 57 0 0,22 2-76 0 0,0 0 0 0 0,0-1 0 0 0,0 1 0 0 0,1 0 0 0 0,-1 1 0 0 0,0-1 0 0 0,0 0 0 0 0,0 1 0 0 0,1-1 0 0 0,-1 1 0 0 0,0-1 0 0 0,0 1 0 0 0,-2 1 0 0 0,-25 16-83 0 0,19-12 20 0 0,8-4-9 0 0,-1 1 0 0 0,1-1 1 0 0,-1 0-1 0 0,1 1 0 0 0,0 0 1 0 0,0-1-1 0 0,0 1 0 0 0,0 0 1 0 0,1 0-1 0 0,-1 0 0 0 0,1 0 1 0 0,-2 4-1 0 0,-4 18-1796 0 0,5-2-3286 0 0,2-8-737 0 0</inkml:trace>
</inkml:ink>
</file>

<file path=ppt/ink/ink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7.9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106 44 10136 0 0,'0'0'230'0'0,"-6"-5"548"0"0,2 3-1142 0 0,2 1 690 0 0,1 0 1 0 0,-1 0-1 0 0,0 0 0 0 0,0 0 1 0 0,1 0-1 0 0,-1 1 0 0 0,0-1 1 0 0,0 1-1 0 0,0-1 1 0 0,0 1-1 0 0,0 0 0 0 0,0 0 1 0 0,0 0-1 0 0,-3 0 1 0 0,-10 3 506 0 0,13-2-756 0 0,0-1 0 0 0,0 0 0 0 0,0 1 1 0 0,0-1-1 0 0,0 1 0 0 0,0-1 0 0 0,0 1 1 0 0,0 0-1 0 0,0 0 0 0 0,-2 1 0 0 0,0 6-60 0 0,-2 5 89 0 0,4-9 61 0 0,0-1 0 0 0,0 1-1 0 0,1 0 1 0 0,0 0 0 0 0,-1 0 0 0 0,1 0 0 0 0,0 8-1 0 0,-1 18 156 0 0,1-23-275 0 0,1 0 1 0 0,-1 0 0 0 0,1-1 0 0 0,1 1 0 0 0,1 13-1 0 0,8 34-47 0 0,-9-49 0 0 0,0 0 0 0 0,0-1 0 0 0,1 1 0 0 0,0-1 0 0 0,0 0 0 0 0,3 6 0 0 0,4 8 0 0 0,-8-15 0 0 0,1 0 0 0 0,0 0 0 0 0,-1 0 0 0 0,2 0 0 0 0,-1 0 0 0 0,0-1 0 0 0,0 1 0 0 0,4 2 0 0 0,-3-2 0 0 0,0 0 0 0 0,0 0 0 0 0,-1 0 0 0 0,4 6 0 0 0,-4-7 0 0 0,0 0 0 0 0,0 1 0 0 0,0-1 0 0 0,0 0 0 0 0,0 0 0 0 0,0 0 0 0 0,1 0 0 0 0,-1 0 0 0 0,1-1 0 0 0,-1 1 0 0 0,1-1 0 0 0,0 0 0 0 0,-1 0 0 0 0,6 2 0 0 0,-6-2 0 0 0,1-1 0 0 0,-1 1 0 0 0,1-1 0 0 0,-1 1 0 0 0,1-1 0 0 0,-1 0 0 0 0,1 0 0 0 0,-1 0 0 0 0,1 0 0 0 0,-1 0 0 0 0,1-1 0 0 0,-1 1 0 0 0,0-1 0 0 0,1 0 0 0 0,-1 1 0 0 0,1-1 0 0 0,-1 0 0 0 0,3-2 0 0 0,5-5-5 0 0,0 0-1 0 0,0 0 1 0 0,-1-1-1 0 0,0 0 0 0 0,-1 0 1 0 0,0-1-1 0 0,-1 0 0 0 0,0-1 1 0 0,0 1-1 0 0,-1-1 1 0 0,0-1-1 0 0,-1 1 0 0 0,6-21 1 0 0,-9 22-64 0 0,1-2 46 0 0,0 0 0 0 0,-1 0 1 0 0,1-25-1 0 0,-2 33 106 0 0,-1 1 1 0 0,0-1-1 0 0,0 1 1 0 0,-1 0-1 0 0,1-1 1 0 0,-1 1-1 0 0,1-1 1 0 0,-1 1-1 0 0,0 0 1 0 0,-1 0-1 0 0,1-1 1 0 0,0 1 0 0 0,-4-6-1 0 0,-3-3 327 0 0,7 9-321 0 0,-1 0-1 0 0,1 0 0 0 0,-1 0 1 0 0,0 1-1 0 0,0-1 1 0 0,-1 0-1 0 0,-4-3 0 0 0,3 2-88 0 0,2 2 0 0 0,0 0 0 0 0,-1 0 0 0 0,1 0 0 0 0,-1 1 0 0 0,0-1 0 0 0,0 1 0 0 0,1-1 0 0 0,-5 0 0 0 0,-6-3 6 0 0,11 4-1 0 0,0 0 1 0 0,-1 0-1 0 0,0 0 0 0 0,1 0 1 0 0,-1 0-1 0 0,1 1 0 0 0,-1-1 0 0 0,0 1 1 0 0,1 0-1 0 0,-5 0 0 0 0,-46 15 78 0 0,52-14-99 0 0,0-1 0 0 0,0 1 1 0 0,0-1-1 0 0,0 1 0 0 0,0 0 0 0 0,0-1 0 0 0,0 1 1 0 0,0 0-1 0 0,0 0 0 0 0,1 0 0 0 0,-1 0 0 0 0,0 0 1 0 0,1-1-1 0 0,-1 1 0 0 0,0 0 0 0 0,1 1 1 0 0,-1-1-1 0 0,1 0 0 0 0,-1 1 0 0 0,-6 12-705 0 0,4-11 527 0 0,-2 4-1692 0 0,5 0-2123 0 0,4 4-2235 0 0</inkml:trace>
</inkml:ink>
</file>

<file path=ppt/ink/ink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8.7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20 10136 0 0,'0'0'230'0'0,"0"0"30"0"0,0 0 19 0 0,-1-2-40 0 0,1 1-191 0 0,-2-2-38 0 0,-9-3-20 0 0,10 5 71 0 0,0 1 1 0 0,0-1 0 0 0,-1 0-1 0 0,1 0 1 0 0,0 1 0 0 0,-1-1-1 0 0,1 1 1 0 0,0-1 0 0 0,-1 1-1 0 0,1 0 1 0 0,0-1 0 0 0,-1 1-1 0 0,1 0 1 0 0,-1 0 0 0 0,1 0-1 0 0,0 0 1 0 0,-1 0 0 0 0,1 0-1 0 0,-1 1 1 0 0,1-1 0 0 0,0 0-1 0 0,-1 1 1 0 0,-1 0 0 0 0,2 0 36 0 0,0-1 0 0 0,0 0 1 0 0,0 1-1 0 0,0-1 0 0 0,0 0 1 0 0,1 1-1 0 0,-1-1 0 0 0,0 0 1 0 0,0 0-1 0 0,0 0 0 0 0,0 0 1 0 0,-2 0-1 0 0,2 0-64 0 0,1 0-1 0 0,-1 0 0 0 0,1 0 1 0 0,-1 0-1 0 0,0 0 1 0 0,1 0-1 0 0,-1 0 1 0 0,0 0-1 0 0,1 0 1 0 0,-1 0-1 0 0,1 0 1 0 0,-1 1-1 0 0,0-1 0 0 0,1 0 1 0 0,-1 1-1 0 0,1-1 1 0 0,-1 0-1 0 0,1 1 1 0 0,-1-1-1 0 0,1 0 1 0 0,-1 1-1 0 0,0 0 1 0 0,-1 2 107 0 0,-1-1 1 0 0,1 1-1 0 0,0 0 1 0 0,0 0-1 0 0,0 1 1 0 0,0-1-1 0 0,1 0 1 0 0,-1 1 0 0 0,1-1-1 0 0,0 1 1 0 0,0-1-1 0 0,0 1 1 0 0,1-1-1 0 0,-1 1 1 0 0,1 0-1 0 0,0-1 1 0 0,0 5-1 0 0,-3 16-233 0 0,3-19 87 0 0,-1 1 1 0 0,0-1-1 0 0,1 0 0 0 0,1 6 0 0 0,2 21 63 0 0,2-1 0 0 0,1-1 0 0 0,16 47 0 0 0,-18-67-58 0 0,1 0 0 0 0,1 0 0 0 0,-1-1 0 0 0,11 13 0 0 0,-12-18-9 0 0,1 0 0 0 0,0 0 0 0 0,0-1-1 0 0,0 1 1 0 0,0-1 0 0 0,1-1-1 0 0,-1 1 1 0 0,8 2 0 0 0,-2 0-30 0 0,-10-5 40 0 0,1 1 1 0 0,-1-1-1 0 0,1 0 1 0 0,-1 1-1 0 0,1-1 0 0 0,-1 0 1 0 0,1 0-1 0 0,-1 0 1 0 0,1 0-1 0 0,-1 0 1 0 0,1 0-1 0 0,-1-1 1 0 0,1 1-1 0 0,-1 0 1 0 0,0-1-1 0 0,1 1 0 0 0,-1-1 1 0 0,0 0-1 0 0,1 1 1 0 0,-1-1-1 0 0,0 0 1 0 0,2-1-1 0 0,0 0 10 0 0,-1 0 0 0 0,1 0 1 0 0,-1-1-1 0 0,1 1 0 0 0,-1-1 0 0 0,0 0 0 0 0,4-4 0 0 0,5-9-11 0 0,-9 14 0 0 0,0 0 0 0 0,-1-1 0 0 0,1 1 0 0 0,0-1 0 0 0,-1 1 0 0 0,0-1 0 0 0,2-4 0 0 0,1-5 43 0 0,15-55 1044 0 0,-18 60-987 0 0,0 0-1 0 0,0 1 0 0 0,-1-1 1 0 0,0 0-1 0 0,0 0 0 0 0,-1 0 1 0 0,1 1-1 0 0,-3-8 0 0 0,1 6-18 0 0,0 1 0 0 0,0-1 0 0 0,-1 1 0 0 0,0 0 0 0 0,0 0 0 0 0,0 0 0 0 0,-1 0-1 0 0,-1 1 1 0 0,1-1 0 0 0,-1 1 0 0 0,0 0 0 0 0,0 0 0 0 0,0 1 0 0 0,-1 0 0 0 0,0 0 0 0 0,0 0-1 0 0,-9-5 1 0 0,4 2 250 0 0,9 7-308 0 0,1 0 0 0 0,0 0 0 0 0,-1 0 0 0 0,1 0 1 0 0,-1 0-1 0 0,1 0 0 0 0,-1 0 0 0 0,1 0 0 0 0,-1 1 0 0 0,0-1 0 0 0,-2 0 0 0 0,-22-4-23 0 0,24 5 2 0 0,0 0-1 0 0,0 0 0 0 0,0 0 0 0 0,-1 0 1 0 0,1 0-1 0 0,0 0 0 0 0,0 1 1 0 0,-5 0-1 0 0,-6 2-77 0 0,-12 3-736 0 0,25-6 761 0 0,-1 1 0 0 0,1-1 0 0 0,0 1 0 0 0,-1-1 0 0 0,1 1 0 0 0,-1-1 0 0 0,1 1 0 0 0,0-1 0 0 0,-1 1 0 0 0,1 0 0 0 0,0-1 0 0 0,0 1 0 0 0,-1 0 0 0 0,1-1 0 0 0,0 1 0 0 0,0 0 0 0 0,0 0 0 0 0,-1 1-119 0 0,-7 38-3660 0 0,3-25-1967 0 0</inkml:trace>
</inkml:ink>
</file>

<file path=ppt/ink/ink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9.3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37 4608 0 0,'0'0'208'0'0,"-10"-9"32"0"0,9 7 109 0 0,-1 0 0 0 0,1 0 0 0 0,-1 1 0 0 0,0-1 0 0 0,0 0-1 0 0,0 1 1 0 0,-4-3 0 0 0,-1-3 2534 0 0,6 6-1020 0 0,0 1-730 0 0,-11-1 63 0 0,10 1-1089 0 0,1 0-1 0 0,0-1 0 0 0,-1 1 1 0 0,1 0-1 0 0,0 0 0 0 0,-1 0 1 0 0,1 0-1 0 0,0 0 1 0 0,-1 0-1 0 0,1 0 0 0 0,-1 1 1 0 0,1-1-1 0 0,0 0 0 0 0,0 1 1 0 0,-1-1-1 0 0,1 1 1 0 0,0 0-1 0 0,0-1 0 0 0,-1 1 1 0 0,1 0-1 0 0,0 0 1 0 0,0-1-1 0 0,0 1 0 0 0,0 0 1 0 0,0 0-1 0 0,0 0 0 0 0,-1 2 1 0 0,-12 18 735 0 0,7-10-614 0 0,5-7-170 0 0,0 0 0 0 0,-1 0-1 0 0,2 0 1 0 0,-1 0 0 0 0,0 0 0 0 0,-1 8-1 0 0,-1 3 31 0 0,3-12-84 0 0,0 0 0 0 0,0 0 0 0 0,1 0 0 0 0,-1 0 0 0 0,1 0-1 0 0,0 0 1 0 0,-1 0 0 0 0,2 5 0 0 0,1 4 6 0 0,-2-5-5 0 0,1 0 0 0 0,0 0-1 0 0,1 0 1 0 0,0 0 0 0 0,0 0 0 0 0,1 0 0 0 0,-1-1 0 0 0,5 7-1 0 0,5 8-4 0 0,-8-14 0 0 0,0 0 0 0 0,0 0 0 0 0,0-1 0 0 0,1 0 0 0 0,7 7 0 0 0,-9-10 0 0 0,1 1-10 0 0,0 0 1 0 0,0 0-1 0 0,0-1 0 0 0,1 1 1 0 0,-1-1-1 0 0,1-1 1 0 0,7 4-1 0 0,-1-1-41 0 0,-6-3 20 0 0,-1 0-1 0 0,1 0 1 0 0,0-1 0 0 0,-1 0-1 0 0,1 1 1 0 0,0-2 0 0 0,0 1-1 0 0,0 0 1 0 0,0-1-1 0 0,0 0 1 0 0,0 0 0 0 0,6-1-1 0 0,-9 0 13 0 0,1 1 0 0 0,0-1 1 0 0,0 1-1 0 0,0-1 0 0 0,0 0 0 0 0,0 0 1 0 0,0 0-1 0 0,0-1 0 0 0,0 1 1 0 0,0-1-1 0 0,-1 1 0 0 0,1-1 1 0 0,-1 0-1 0 0,3-2 0 0 0,1-3 8 0 0,-1 3 0 0 0,-1-1 1 0 0,0 0 0 0 0,0 0-1 0 0,0 0 1 0 0,-1 0-1 0 0,0-1 1 0 0,4-8-1 0 0,-3 6 18 0 0,-2 2 22 0 0,1 0 0 0 0,-2 1 0 0 0,3-11 0 0 0,2-8 146 0 0,-5 20-81 0 0,1-1 0 0 0,-1 1 0 0 0,0-1 0 0 0,-1 1 0 0 0,1-1 0 0 0,-1 1 0 0 0,0-1 0 0 0,0 0 0 0 0,0 1 0 0 0,0-1 0 0 0,-1 0 0 0 0,-2-6 0 0 0,-1 2 64 0 0,0 1 0 0 0,0 0 1 0 0,-1 1-1 0 0,0-1 0 0 0,0 1 0 0 0,-1 0 0 0 0,1 0 0 0 0,-2 1 0 0 0,1-1 0 0 0,-1 1 0 0 0,0 1 0 0 0,-8-6 0 0 0,9 8-130 0 0,1 0 0 0 0,-1 0 0 0 0,1 0 0 0 0,-1 1 0 0 0,0 0 0 0 0,-10-3 0 0 0,12 5-33 0 0,0-1 0 0 0,-1 0 0 0 0,1 1 0 0 0,0-1 0 0 0,-1 1 0 0 0,1 0 0 0 0,0 1-1 0 0,-1-1 1 0 0,1 1 0 0 0,-5 1 0 0 0,-10 10-198 0 0,15-11 200 0 0,3 0-79 0 0,0-1 1 0 0,0 0 0 0 0,0 1 0 0 0,0-1 0 0 0,0 1 0 0 0,0-1 0 0 0,0 1-1 0 0,0-1 1 0 0,0 1 0 0 0,0 0 0 0 0,0 0 0 0 0,0-1 0 0 0,1 1 0 0 0,-1 0-1 0 0,0 0 1 0 0,1 0 0 0 0,-1 0 0 0 0,0 0 0 0 0,0 2 0 0 0,-3 7-1357 0 0,3-1-362 0 0</inkml:trace>
</inkml:ink>
</file>

<file path=ppt/ink/ink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50.0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153 12 7456 0 0,'4'-6'1434'0'0,"-5"6"-1262"0"0,0-1-1 0 0,0 0 1 0 0,-1 0-1 0 0,1 1 1 0 0,0-1-1 0 0,-1 1 1 0 0,1-1-1 0 0,0 1 1 0 0,-1 0-1 0 0,1-1 1 0 0,-1 1-1 0 0,1 0 1 0 0,-3 0-1 0 0,1 0 41 0 0,0 1 0 0 0,0 0 0 0 0,1 0 0 0 0,-1-1 1 0 0,0 2-1 0 0,-3 0 0 0 0,-1 2-37 0 0,-1 1 0 0 0,1-1 1 0 0,0 1-1 0 0,0 1 0 0 0,1-1 0 0 0,0 1 1 0 0,0 0-1 0 0,0 1 0 0 0,1-1 1 0 0,-1 1-1 0 0,2 0 0 0 0,-1 1 1 0 0,1-1-1 0 0,0 1 0 0 0,1 0 0 0 0,-1 0 1 0 0,2 0-1 0 0,-1 0 0 0 0,1 0 1 0 0,0 1-1 0 0,1-1 0 0 0,-1 17 0 0 0,-3 45 265 0 0,6-45-333 0 0,7 46 0 0 0,-6-65-105 0 0,0 0 0 0 0,0 0 0 0 0,0-1 0 0 0,5 9 0 0 0,-4-9-2 0 0,-3-3 3 0 0,1-1-1 0 0,0 1 0 0 0,0-1 0 0 0,-1 1 1 0 0,1-1-1 0 0,0 1 0 0 0,0-1 0 0 0,0 0 1 0 0,1 0-1 0 0,-1 1 0 0 0,0-1 0 0 0,0 0 1 0 0,1 0-1 0 0,-1 0 0 0 0,1 0 0 0 0,-1-1 0 0 0,0 1 1 0 0,1 0-1 0 0,0-1 0 0 0,-1 1 0 0 0,1-1 1 0 0,-1 1-1 0 0,3-1 0 0 0,5 3 8 0 0,-7-2-10 0 0,0-1 0 0 0,0 1 0 0 0,0-1 0 0 0,-1 0 0 0 0,1 1 0 0 0,0-1 0 0 0,0 0 0 0 0,0 0 0 0 0,-1 0 0 0 0,1 0 0 0 0,0-1 0 0 0,0 1 0 0 0,0 0 0 0 0,-1-1 0 0 0,1 1 0 0 0,0-1 0 0 0,2-1 0 0 0,3-1 0 0 0,0-1 0 0 0,10-8 0 0 0,-12 9 0 0 0,-2 1 0 0 0,0-1 0 0 0,0 0 0 0 0,-1 0 0 0 0,1 1 0 0 0,-1-2 0 0 0,0 1 0 0 0,1 0 0 0 0,-1 0 0 0 0,-1-1 0 0 0,1 1 0 0 0,0-1 0 0 0,1-4 0 0 0,1-6 0 0 0,4-27 0 0 0,-7 34 0 0 0,0 0 69 0 0,0 0 0 0 0,-1 0-1 0 0,-2-12 1 0 0,2 12 36 0 0,-1 0-1 0 0,1 0 1 0 0,1-12 0 0 0,0 16-37 0 0,-1 0 0 0 0,-1 0 0 0 0,1 0 1 0 0,0 0-1 0 0,-1 0 0 0 0,0 0 0 0 0,1 0 1 0 0,-1 0-1 0 0,0 0 0 0 0,-1 0 0 0 0,1 0 0 0 0,-2-3 1 0 0,-22-31 766 0 0,22 33-764 0 0,1 1 0 0 0,-2-1-1 0 0,1 1 1 0 0,0 0-1 0 0,-1 0 1 0 0,1 0 0 0 0,-1 0-1 0 0,0 1 1 0 0,-5-3-1 0 0,1 1 51 0 0,-1 1 0 0 0,0 0 0 0 0,0 0 0 0 0,-15-2 0 0 0,21 4-111 0 0,1 1-10 0 0,1 0-1 0 0,-1-1 0 0 0,1 1 0 0 0,-1 0 0 0 0,0 0 1 0 0,1 0-1 0 0,-1 0 0 0 0,1 0 0 0 0,-1 1 0 0 0,1-1 0 0 0,-1 0 1 0 0,1 1-1 0 0,-1-1 0 0 0,1 1 0 0 0,-2 0 0 0 0,1 0-18 0 0,1 0 0 0 0,0-1 0 0 0,0 1 0 0 0,0 0-1 0 0,0 0 1 0 0,0 0 0 0 0,0 0 0 0 0,0-1 0 0 0,0 2-1 0 0,0-1 1 0 0,0 0 0 0 0,0 0 0 0 0,0 0 0 0 0,1 0-1 0 0,-1 0 1 0 0,1 1 0 0 0,-1-1 0 0 0,1 0 0 0 0,-1 0-1 0 0,1 1 1 0 0,-1 1 0 0 0,0 3-763 0 0,1 0 0 0 0,-1 1 0 0 0,2 8 0 0 0,-1-5-2886 0 0,0 3-2381 0 0</inkml:trace>
</inkml:ink>
</file>

<file path=ppt/ink/ink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50.7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 36 8288 0 0,'0'0'381'0'0,"0"-1"-6"0"0,-4-5-242 0 0,-1 2 20 0 0,5 3 567 0 0,-13-13 2286 0 0,12 13-2793 0 0,0 0-1 0 0,0 0 1 0 0,0 1 0 0 0,-1-1 0 0 0,1 0 0 0 0,0 0 0 0 0,0 1 0 0 0,-1-1 0 0 0,1 0 0 0 0,-1 1 0 0 0,1-1 0 0 0,0 1 0 0 0,-1 0-1 0 0,1-1 1 0 0,-1 1 0 0 0,1 0 0 0 0,-1 0 0 0 0,-2 0 0 0 0,3 0-143 0 0,-1 0 1 0 0,1 0-1 0 0,0 1 1 0 0,0-1-1 0 0,-1 0 1 0 0,1 0-1 0 0,0 1 1 0 0,0-1-1 0 0,0 0 0 0 0,-1 1 1 0 0,1 0-1 0 0,0-1 1 0 0,0 1-1 0 0,0-1 1 0 0,0 1-1 0 0,0 0 0 0 0,0 0 1 0 0,0 0-1 0 0,0 0 1 0 0,1-1-1 0 0,-1 1 1 0 0,0 0-1 0 0,0 2 0 0 0,-9 15 265 0 0,7-13-290 0 0,0-1 1 0 0,1 1-1 0 0,0-1 1 0 0,0 1 0 0 0,-2 8-1 0 0,-6 42-45 0 0,8-43 0 0 0,0-1 0 0 0,0 1 0 0 0,1-1 0 0 0,1 1 0 0 0,0 0 0 0 0,1 0 0 0 0,0-1 0 0 0,4 19 0 0 0,-1-11 0 0 0,-2-11 0 0 0,0 0 0 0 0,0 0 0 0 0,6 13 0 0 0,-5-14 0 0 0,1 1 0 0 0,0 0 0 0 0,0-1 0 0 0,1 0 0 0 0,0 0 0 0 0,0 0 0 0 0,1-1 0 0 0,11 11 0 0 0,-15-16 0 0 0,-1 0 0 0 0,0 0 0 0 0,0-1 0 0 0,0 1 0 0 0,1-1 0 0 0,-1 1 0 0 0,0-1 0 0 0,1 1 0 0 0,-1-1 0 0 0,0 0 0 0 0,1 0 0 0 0,-1 0 0 0 0,0 1 0 0 0,1-1 0 0 0,-1-1 0 0 0,1 1 0 0 0,1 0 0 0 0,-1-1 0 0 0,1 0 0 0 0,0 0 0 0 0,0 0 0 0 0,-1 0 0 0 0,1 0 0 0 0,-1 0 0 0 0,5-4 0 0 0,1-1 0 0 0,0-1 0 0 0,-1 0 0 0 0,11-13 0 0 0,-11 11 0 0 0,0-1 0 0 0,0 0 0 0 0,-1 0 0 0 0,0 0 0 0 0,0-1 0 0 0,-1 1 0 0 0,-1-1 0 0 0,5-15 0 0 0,-2 7 0 0 0,-6 17 0 0 0,0 0 0 0 0,0-1 0 0 0,-1 1 0 0 0,1 0 0 0 0,0 0 0 0 0,-1 0 0 0 0,0-1 0 0 0,1 1 0 0 0,-1-4 0 0 0,0-2 273 0 0,0 0-1 0 0,-1 0 1 0 0,0 0-1 0 0,0 1 0 0 0,-1-1 1 0 0,-3-12-1 0 0,-1 10-230 0 0,1 1 0 0 0,-1 0-1 0 0,-14-17 1 0 0,13 17-44 0 0,5 7 2 0 0,0 1 0 0 0,0-1 0 0 0,0 0 0 0 0,0 1 0 0 0,0-1 0 0 0,0 1 0 0 0,0-1 0 0 0,-4 0 0 0 0,-4-3 0 0 0,9 4 0 0 0,-1-1 0 0 0,0 1 0 0 0,-1-1 0 0 0,1 1 0 0 0,0 0 0 0 0,-1 0 0 0 0,1 0 0 0 0,0 0 0 0 0,-1 1 0 0 0,1-1 0 0 0,-1 1 0 0 0,1-1 0 0 0,-1 1 0 0 0,1 0 0 0 0,-5 0 0 0 0,-2 0-26 0 0,7 2-84 0 0,0-1-1 0 0,0 0 1 0 0,1 1 0 0 0,-1-1 0 0 0,1 1 0 0 0,0 0-1 0 0,-1-1 1 0 0,0 4 0 0 0,2-5 107 0 0,-1 1-372 0 0,0 1 0 0 0,0-1 1 0 0,1 0-1 0 0,-1 1 0 0 0,1-1 0 0 0,-1 1 0 0 0,1 0 0 0 0,-1-1 1 0 0,1 1-1 0 0,0-1 0 0 0,0 1 0 0 0,0 0 0 0 0,0 1 0 0 0,0-1 123 0 0,0 1-5434 0 0</inkml:trace>
</inkml:ink>
</file>

<file path=ppt/ink/ink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51.3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14 5064 0 0,'-7'-11'389'0'0,"5"9"-250"0"0,-3 2 611 0 0,1 0-1 0 0,-1 0 1 0 0,0 1 0 0 0,1-1-1 0 0,-1 1 1 0 0,-6 2 0 0 0,8-2-312 0 0,-1 1 0 0 0,1 0 0 0 0,0 0 0 0 0,0 0 0 0 0,0 0 0 0 0,0 1 0 0 0,-4 4 0 0 0,4-4-281 0 0,-1 0-27 0 0,1 1 0 0 0,-1-1 0 0 0,0 1-1 0 0,1 0 1 0 0,0 0 0 0 0,0 0 0 0 0,0 1 0 0 0,1-1-1 0 0,-1 1 1 0 0,1 0 0 0 0,0-1 0 0 0,0 1-1 0 0,-1 8 1 0 0,1-4-115 0 0,0 1 0 0 0,0 0 0 0 0,1-1 0 0 0,0 1 0 0 0,1 0-1 0 0,0 0 1 0 0,1-1 0 0 0,0 1 0 0 0,0 0 0 0 0,1-1 0 0 0,0 1 0 0 0,4 10-1 0 0,-3-14-14 0 0,-1 1 0 0 0,1-1 0 0 0,1 0 0 0 0,-1 0 0 0 0,9 10 0 0 0,-11-15 0 0 0,0 1 0 0 0,0-1 0 0 0,0 0 0 0 0,0 1 0 0 0,1-1 0 0 0,-1 0 0 0 0,0 0 0 0 0,1 0 0 0 0,-1 0 0 0 0,1 0 0 0 0,-1-1 0 0 0,1 1 0 0 0,0 0 0 0 0,-1-1 0 0 0,1 1 0 0 0,0-1 0 0 0,-1 1 0 0 0,1-1 0 0 0,0 0 0 0 0,0 0 0 0 0,-1 0 0 0 0,1 0 0 0 0,0 0 0 0 0,0 0 0 0 0,-1 0 0 0 0,1-1 0 0 0,0 1 0 0 0,-1-1 0 0 0,1 1 0 0 0,0-1 0 0 0,2-1 0 0 0,-3 2 0 0 0,3-2 0 0 0,-1 0-1 0 0,1 0 1 0 0,-1 0-1 0 0,0 0 1 0 0,1 0-1 0 0,-1-1 1 0 0,0 0-1 0 0,0 1 0 0 0,-1-1 1 0 0,1 0-1 0 0,-1 0 1 0 0,4-5-1 0 0,2-6 8 0 0,12-26 0 0 0,-10 19 18 0 0,-9 16 81 0 0,0 1-1 0 0,1-1 0 0 0,-2 0 0 0 0,1 1 0 0 0,-1-1 0 0 0,1 0 1 0 0,-2-9-1 0 0,1 4 325 0 0,-1 8-369 0 0,1 0 0 0 0,-1 0 0 0 0,0 0 0 0 0,0 1-1 0 0,0-1 1 0 0,0 0 0 0 0,0 1 0 0 0,0-1 0 0 0,0 1-1 0 0,0-1 1 0 0,-1 1 0 0 0,1 0 0 0 0,-1-1 0 0 0,1 1-1 0 0,-1 0 1 0 0,1 0 0 0 0,-1 0 0 0 0,0 0 0 0 0,-2-1-1 0 0,2 1-48 0 0,-34-13 301 0 0,33 13-292 0 0,0 1-1 0 0,0-1 0 0 0,-1 1 1 0 0,1 0-1 0 0,0-1 0 0 0,0 1 1 0 0,0 1-1 0 0,0-1 0 0 0,-6 2 0 0 0,6-2-216 0 0,-1 1 0 0 0,1 0-1 0 0,0 1 1 0 0,0-1 0 0 0,0 0-1 0 0,0 1 1 0 0,0 0 0 0 0,1 0-1 0 0,-1 0 1 0 0,0 0 0 0 0,1 0-1 0 0,-1 0 1 0 0,1 1 0 0 0,-4 4-1 0 0,-3 2-1545 0 0</inkml:trace>
</inkml:ink>
</file>

<file path=ppt/ink/ink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52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3 8032 0 0,'0'0'365'0'0,"0"0"-4"0"0,0 0-118 0 0,0 0 353 0 0,0 0-487 0 0,-1 0-1 0 0,1 0 0 0 0,0 0 1 0 0,0-1-1 0 0,-1 1 1 0 0,1 0-1 0 0,0 0 1 0 0,0 0-1 0 0,-1-1 1 0 0,1 1-1 0 0,0 0 1 0 0,-1 0-1 0 0,1 0 1 0 0,0 0-1 0 0,-1 0 1 0 0,1 0-1 0 0,0 0 1 0 0,0 0-1 0 0,-1 0 1 0 0,1 0-1 0 0,-1 0 1 0 0,-2 1 95 0 0,0 1 0 0 0,0 0 0 0 0,0 1 0 0 0,0-1 0 0 0,1 0 0 0 0,-1 1 0 0 0,1-1 0 0 0,-1 1 0 0 0,1 0 0 0 0,0 0 0 0 0,0 0 0 0 0,0 0 0 0 0,1 0 0 0 0,-1 0 1 0 0,1 1-1 0 0,-1-1 0 0 0,1 0 0 0 0,0 1 0 0 0,0 3 0 0 0,-5 112 242 0 0,11-76-446 0 0,-5-40 0 0 0,0 0 0 0 0,0 0 0 0 0,1 0 0 0 0,-1-1 0 0 0,1 1 0 0 0,1 4 0 0 0,3 4 0 0 0,9 6 0 0 0,-5-9 0 0 0,3-5 0 0 0,-2-6 0 0 0,-5 0 68 0 0,-1-1 0 0 0,1 1 0 0 0,-1-1 0 0 0,1 1 0 0 0,-1-1 0 0 0,-1 0 0 0 0,1-1 0 0 0,0 1 0 0 0,-1-1 0 0 0,0 0 0 0 0,5-9 0 0 0,-4 4 96 0 0,0 0 1 0 0,0 0-1 0 0,-1 0 1 0 0,0 0 0 0 0,1-15-1 0 0,-3 22-70 0 0,-1 1 0 0 0,0-1 0 0 0,0 1 0 0 0,0 0-1 0 0,-1-1 1 0 0,0-2 0 0 0,0-9 294 0 0,1 12-303 0 0,0-1 0 0 0,-1 0 0 0 0,1 0 0 0 0,-1 0-1 0 0,1 1 1 0 0,-1-1 0 0 0,0 0 0 0 0,0 1 0 0 0,0-1-1 0 0,0 0 1 0 0,-1 1 0 0 0,1 0 0 0 0,-1-1 0 0 0,1 1 0 0 0,-1 0-1 0 0,-3-3 1 0 0,0 0 9 0 0,0 1-1 0 0,0 0 1 0 0,-1 0-1 0 0,0 0 1 0 0,-9-4-1 0 0,12 7-93 0 0,0 0 1 0 0,0 0-1 0 0,0 1 0 0 0,0-1 1 0 0,0 1-1 0 0,0 0 0 0 0,0 0 1 0 0,1 0-1 0 0,-1 0 0 0 0,0 0 1 0 0,0 1-1 0 0,0-1 1 0 0,-3 2-1 0 0,-1-1-12 0 0,6 0-6 0 0,0-1 0 0 0,0 1 0 0 0,-1 0 0 0 0,1-1-1 0 0,0 1 1 0 0,0 0 0 0 0,0-1 0 0 0,0 1-1 0 0,0 0 1 0 0,0 0 0 0 0,0 0 0 0 0,0 0 0 0 0,0 0-1 0 0,-1 3 1 0 0,1-2-164 0 0,-1 1 0 0 0,0 0 0 0 0,1 0 0 0 0,0 0 0 0 0,-2 5 0 0 0,-1 3-393 0 0</inkml:trace>
</inkml:ink>
</file>

<file path=ppt/ink/ink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52.8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180 87 2304 0 0,'-1'-1'380'0'0,"0"-2"253"0"0,-1 1 0 0 0,1-1 0 0 0,-1 0 0 0 0,0 1 0 0 0,0 0 0 0 0,-3-4 1 0 0,-11-12 4236 0 0,15 17-4719 0 0,1 0-1 0 0,-1 0 0 0 0,0 0 1 0 0,0 0-1 0 0,0 0 1 0 0,0 0-1 0 0,0 0 0 0 0,0 0 1 0 0,0 1-1 0 0,0-1 1 0 0,0 0-1 0 0,0 1 0 0 0,-1-1 1 0 0,1 1-1 0 0,0-1 1 0 0,0 1-1 0 0,-2-1 0 0 0,-1 0 205 0 0,2 0 281 0 0,-17 1 1503 0 0,16 1-2026 0 0,0-1-1 0 0,1 0 1 0 0,-1 1-1 0 0,1 0 0 0 0,-1 0 1 0 0,1 0-1 0 0,-1 0 0 0 0,1 0 1 0 0,0 0-1 0 0,-1 0 1 0 0,1 1-1 0 0,-3 2 0 0 0,-3 3 36 0 0,1-1 0 0 0,-8 10-1 0 0,13-13-88 0 0,-1 0-1 0 0,1 1 1 0 0,0 0 0 0 0,0 0-1 0 0,-2 5 1 0 0,-7 12 165 0 0,10-18-198 0 0,-1 0 0 0 0,1 0 0 0 0,0-1 0 0 0,0 1 0 0 0,0 0 0 0 0,0 0 0 0 0,0 0 0 0 0,0 6 0 0 0,0 28 134 0 0,2-27-135 0 0,-2 0-6 0 0,1-5-7 0 0,0 0 1 0 0,0 0-1 0 0,0-1 0 0 0,1 1 1 0 0,-1 0-1 0 0,1 0 0 0 0,3 6 0 0 0,8 26-12 0 0,-3-13 0 0 0,-7-19 0 0 0,0 1 0 0 0,1-1 0 0 0,4 9 0 0 0,-3-8 0 0 0,0-1 0 0 0,0 1 0 0 0,1-1 0 0 0,8 8 0 0 0,-10-10 0 0 0,0-1 0 0 0,0 0 0 0 0,0-1 0 0 0,0 1 0 0 0,0 0 0 0 0,0-1 0 0 0,0 0 0 0 0,1 1 0 0 0,-1-1 0 0 0,0-1 0 0 0,5 2 0 0 0,-4-2-3 0 0,0 1 0 0 0,0-1 0 0 0,0 1-1 0 0,1-1 1 0 0,-1-1 0 0 0,0 1-1 0 0,0 0 1 0 0,0-1 0 0 0,0 0 0 0 0,0 0-1 0 0,0 0 1 0 0,0-1 0 0 0,0 1 0 0 0,0-1-1 0 0,0 0 1 0 0,-1 0 0 0 0,1 0-1 0 0,-1-1 1 0 0,1 1 0 0 0,-1-1 0 0 0,5-4-1 0 0,-1-1 4 0 0,-1-1 0 0 0,1 1 0 0 0,-1-1 0 0 0,-1 0 0 0 0,8-18 0 0 0,-10 21 0 0 0,4-9 48 0 0,-1 0 0 0 0,-1 0 0 0 0,4-19 0 0 0,-8 27 60 0 0,0-1 0 0 0,-1 1 0 0 0,0-13 0 0 0,-1 2 164 0 0,0 10-156 0 0,1 0-1 0 0,-2-1 1 0 0,1 1-1 0 0,-1 0 1 0 0,-1-1-1 0 0,1 1 1 0 0,-7-12-1 0 0,4 9 52 0 0,-2-1 1 0 0,1 1-1 0 0,-1 0 0 0 0,-11-12 0 0 0,14 19-167 0 0,-1 0 0 0 0,-4 0-32 0 0,8 4-77 0 0,-1 0 0 0 0,1 0-1 0 0,-1 1 1 0 0,1-1 0 0 0,-1 0-1 0 0,1 0 1 0 0,-1 1 0 0 0,1-1-1 0 0,-1 1 1 0 0,1-1 0 0 0,-1 1-1 0 0,1 0 1 0 0,0 0 0 0 0,0-1-1 0 0,-1 1 1 0 0,1 0 0 0 0,0 0-1 0 0,0 0 1 0 0,0 0 0 0 0,0 0-1 0 0,0 1 1 0 0,0-1 0 0 0,0 0-1 0 0,0 0 1 0 0,0 1 0 0 0,1-1-1 0 0,-2 3 1 0 0,-3 7-1158 0 0</inkml:trace>
</inkml:ink>
</file>

<file path=ppt/ink/ink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0 108 4144 0 0,'5'-7'408'0'0,"-5"-56"4801"0"0,-5 34-2805 0 0,5 22-1899 0 0,0 6-7 0 0,0 1-34 0 0,0 0-135 0 0,0 0-60 0 0,0 0-11 0 0,0 0-28 0 0,0 0-106 0 0,0 0-48 0 0,0 0-10 0 0,0 0 19 0 0,0 0 88 0 0,0 0 34 0 0,1 2 8 0 0,3 14-221 0 0,-2 0 1 0 0,2 21-1 0 0,-1-1-41 0 0,2 13-10 0 0,-2-1 0 0 0,-6 74 0 0 0,3-63 61 0 0,1-41-214 0 0,-2 23 0 0 0,0-23-413 0 0,1 22-1 0 0,0-14-536 0 0,0-13 562 0 0</inkml:trace>
</inkml:ink>
</file>

<file path=ppt/ink/ink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35 6392 0 0,'0'0'290'0'0,"0"0"-3"0"0,0 0-102 0 0,0 0 266 0 0,0 0 130 0 0,0 0 26 0 0,0 0-18 0 0,-1-2-105 0 0,1 1-407 0 0,-1 0-1 0 0,0-1 0 0 0,1 1 0 0 0,-1-1 1 0 0,1 1-1 0 0,0 0 0 0 0,-1-1 0 0 0,1 1 1 0 0,0-1-1 0 0,0 1 0 0 0,0-1 1 0 0,0 1-1 0 0,0-3 0 0 0,4-6 4084 0 0,-3 9-4065 0 0,-1 1-20 0 0,0 0 33 0 0,0 0 149 0 0,0 0 60 0 0,0 0 17 0 0,0 0-32 0 0,0 0-139 0 0,0 0-61 0 0,0 0-7 0 0,0 0-10 0 0,0 0-17 0 0,0 0-4 0 0,0 0 0 0 0,-5 39 72 0 0,5-23-136 0 0,1-1 0 0 0,2 17 0 0 0,-2-25 0 0 0,0 0 0 0 0,-1 1 0 0 0,0-1 0 0 0,-1 0 0 0 0,-1 11 0 0 0,1-11 0 0 0,0 0 0 0 0,1 1 0 0 0,-1-1 0 0 0,2 9 0 0 0,0-7 0 0 0,0 0 0 0 0,-1 0 0 0 0,0 0 0 0 0,-1 0 0 0 0,-2 14 0 0 0,-1 12 0 0 0,-1 57 0 0 0,10-42-21 0 0,-5-49 1 0 0,0 0 1 0 0,1 0-1 0 0,-1 0 0 0 0,0 0 1 0 0,0 0-1 0 0,0 0 0 0 0,1-1 1 0 0,-1 1-1 0 0,0 0 0 0 0,1 0 1 0 0,-1 0-1 0 0,1-1 0 0 0,0 3 0 0 0,5 6-1156 0 0,-4-2 562 0 0</inkml:trace>
</inkml:ink>
</file>

<file path=ppt/ink/ink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1376 0 0,'9'-2'-30'0'0,"-6"1"119"0"0,-1 0-1 0 0,1 0 0 0 0,0 0 0 0 0,-1 0 0 0 0,1 0 1 0 0,-1-1-1 0 0,4-1 0 0 0,-5 2 205 0 0,0 0 1 0 0,-1 0-1 0 0,1 0 0 0 0,0 0 1 0 0,0-1-1 0 0,-1 1 0 0 0,1 0 1 0 0,-1 0-1 0 0,1 0 0 0 0,-1-1 1 0 0,1 1-1 0 0,-1 0 0 0 0,0-1 1 0 0,0 1-1 0 0,1 0 0 0 0,-1-1 0 0 0,0 1 1 0 0,-1-2-1 0 0,1 2 587 0 0,0 1-279 0 0,0 0-51 0 0,-5-8 1336 0 0,5 7 833 0 0,0 4-613 0 0,1 3-1764 0 0,4 27-100 0 0,-2 1 1 0 0,-3 63-1 0 0,0-46-113 0 0,0-49-127 0 0,0 9 16 0 0,0 0 0 0 0,1 1 0 0 0,4 20 0 0 0,-5-30-18 0 0,1 1 0 0 0,-1 0 0 0 0,1 0 0 0 0,-1-1 0 0 0,0 1 0 0 0,0 0 0 0 0,0 0 0 0 0,0-1 0 0 0,-1 1 0 0 0,0 5 0 0 0,-1-5 0 0 0,3-2 0 0 0,3 15 0 0 0,-2-4 0 0 0,1 0 0 0 0,-2 0 0 0 0,1-6-14 0 0,8 14-1126 0 0,-9-19 639 0 0,-1-1-131 0 0,0 2-538 0 0,3 9-228 0 0</inkml:trace>
</inkml:ink>
</file>

<file path=ppt/ink/ink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5 147 5264 0 0,'0'0'241'0'0,"0"-1"-10"0"0,0-1-136 0 0,0 0 0 0 0,0 1 1 0 0,0-1-1 0 0,0 0 1 0 0,0 1-1 0 0,0-1 0 0 0,-1 1 1 0 0,1-1-1 0 0,-2-2 0 0 0,0-4 476 0 0,3-8 1628 0 0,2-27 0 0 0,2 13-673 0 0,-4 28-1076 0 0,0 1-123 0 0,0-2-199 0 0,-1-1 1 0 0,1 1-1 0 0,-1 0 0 0 0,1-1 1 0 0,-1-4-1 0 0,0 7-121 0 0,0 0 223 0 0,0 1-8 0 0,0 0-4 0 0,0 0-13 0 0,0 0-45 0 0,0 0-21 0 0,0 0-3 0 0,0 0-10 0 0,0 0-39 0 0,0 0-20 0 0,0 0-3 0 0,0 0-1 0 0,1 1 1 0 0,1 1-54 0 0,0 0 0 0 0,-1 0 0 0 0,1 0 0 0 0,-1 0 0 0 0,0 0 0 0 0,1 1 0 0 0,-1-1 0 0 0,0 0-1 0 0,0 0 1 0 0,1 5 0 0 0,5 30 115 0 0,-4-20-103 0 0,1 10 1 0 0,-1 0 0 0 0,-1 47 0 0 0,-2-63-17 0 0,-5 80 58 0 0,3-59-47 0 0,0-1-1 0 0,-9 37 1 0 0,5-36-14 0 0,5-11-1596 0 0,4-22 411 0 0,7-3-2388 0 0,-1-4-1020 0 0</inkml:trace>
</inkml:ink>
</file>

<file path=ppt/ink/ink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35 101 6992 0 0,'-1'-3'225'0'0,"-1"0"-78"0"0,1 1 0 0 0,0-1 0 0 0,0 0 1 0 0,1 0-1 0 0,-1 0 0 0 0,0 0 0 0 0,1-5 0 0 0,-1 6 255 0 0,1-1-1 0 0,0 1 1 0 0,-1-1 0 0 0,0 1-1 0 0,0-1 1 0 0,0 1-1 0 0,-1-3 1 0 0,1 2-95 0 0,0 1 1 0 0,0 0-1 0 0,0-1 0 0 0,0 1 1 0 0,1 0-1 0 0,-1-1 1 0 0,0-2-1 0 0,1 4-167 0 0,0-1 0 0 0,-1 1 0 0 0,1 0-1 0 0,0 0 1 0 0,-1 0 0 0 0,0 0 0 0 0,1 0 0 0 0,-1 0 0 0 0,0 0-1 0 0,1 0 1 0 0,-1 0 0 0 0,-1-1 0 0 0,-2-3 212 0 0,3 5-146 0 0,1-5 1293 0 0,1 15-1426 0 0,0-1 1 0 0,4 15-1 0 0,-3-13-59 0 0,0-1-1 0 0,0 18 0 0 0,0-2-35 0 0,4 26 0 0 0,-1-10 56 0 0,-3-22-34 0 0,-1 0 0 0 0,-2 24 0 0 0,-4 39 0 0 0,0 64 58 0 0,5-112-52 0 0,4 10-6 0 0,-4-27 4 0 0,2-15-7 0 0,0-3-15 0 0,-1 2-65 0 0,-1-2 1 0 0,1 1-28 0 0,23 28-3319 0 0,-23-28 2679 0 0</inkml:trace>
</inkml:ink>
</file>

<file path=ppt/ink/ink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20 164 3224 0 0,'0'-1'240'0'0,"0"-45"5037"0"0,-5 22-3597 0 0,5 14-1001 0 0,-1-1 0 0 0,0 1 0 0 0,0-1 0 0 0,-1 1 0 0 0,-6-18 1 0 0,8 27-567 0 0,0 1 0 0 0,-1-1 0 0 0,1 1 1 0 0,0-1-1 0 0,0 1 0 0 0,0-1 1 0 0,-1 0-1 0 0,1 1 0 0 0,0-1 0 0 0,0 1 1 0 0,0-1-1 0 0,0 0 0 0 0,0 1 1 0 0,0-1-1 0 0,0 1 0 0 0,0-1 0 0 0,1 0 1 0 0,-1 0-1 0 0,0 1-50 0 0,1 0 0 0 0,-1 1 1 0 0,0-1-1 0 0,1 0 0 0 0,-1 0 0 0 0,0 1 0 0 0,0-1 1 0 0,1 0-1 0 0,-1 0 0 0 0,0 1 0 0 0,0-1 0 0 0,0 0 1 0 0,1 1-1 0 0,-1-1 0 0 0,0 1 0 0 0,0-1 0 0 0,0 0 1 0 0,0 1-1 0 0,0-1 0 0 0,0 0 0 0 0,0 1 0 0 0,0-1 1 0 0,0 1-1 0 0,10 71 86 0 0,-6-36-98 0 0,-2-10-20 0 0,-3 43-1 0 0,1-26-17 0 0,4 141-2 0 0,-8-95 53 0 0,-1-1-435 0 0,1-30-414 0 0,4-56 522 0 0,0-2-81 0 0,0 0-335 0 0,0 0-149 0 0,0 0-32 0 0</inkml:trace>
</inkml:ink>
</file>

<file path=ppt/ink/ink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28 140 3224 0 0,'0'-5'41'0'0,"0"1"0"0"0,0-1 0 0 0,1 0 0 0 0,-1 0 1 0 0,1 1-1 0 0,2-6 0 0 0,-2 5 352 0 0,0 1 0 0 0,0-1 1 0 0,0 1-1 0 0,0-1 0 0 0,0-5 0 0 0,-1 7 26 0 0,0-1 0 0 0,1 0 0 0 0,0 1 0 0 0,-1-1 0 0 0,1 0 0 0 0,3-5 0 0 0,-3-3 542 0 0,-1 11-804 0 0,0 0-1 0 0,0 0 1 0 0,0 0 0 0 0,0 0-1 0 0,1 0 1 0 0,-1 0-1 0 0,0 0 1 0 0,0 0-1 0 0,1 0 1 0 0,-1 0-1 0 0,1-2 1 0 0,-1 3-134 0 0,1-1 0 0 0,-1 1 0 0 0,0 0 0 0 0,0 0 0 0 0,0 0 0 0 0,0-1 0 0 0,0 1 0 0 0,1 0 0 0 0,-1-1 0 0 0,0 1 0 0 0,0 0 0 0 0,0 0 0 0 0,0-1 1 0 0,0 1-1 0 0,0 0 0 0 0,0 0 0 0 0,0-1 0 0 0,0 1 0 0 0,0 0 0 0 0,0-1 0 0 0,0 1 0 0 0,0 0 0 0 0,0 0 0 0 0,0-1 0 0 0,-1 1 0 0 0,1 0 0 0 0,0 0 0 0 0,0-1 0 0 0,0 1 1 0 0,0-1-1 0 0,-2-1 2820 0 0,2 24-2519 0 0,-1 0 0 0 0,-1 0 0 0 0,-1-1 0 0 0,-7 26 0 0 0,6-28-273 0 0,1 1 0 0 0,0 0 0 0 0,1 26 0 0 0,-2 14 8 0 0,-3 47 26 0 0,4-54-28 0 0,1-34-27 0 0,1 28 0 0 0,3-4-25 0 0,-6 69 0 0 0,3-107-349 0 0,1-1 0 0 0,0 0 0 0 0,0 0 1 0 0,0 1-1 0 0,0-1 0 0 0,1 0 0 0 0,1 8 0 0 0,-1-10-642 0 0</inkml:trace>
</inkml:ink>
</file>

<file path=ppt/ink/ink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112 42 4608 0 0,'0'0'208'0'0,"0"-2"204"0"0,0-12 2184 0 0,0 13-1075 0 0,0-7 699 0 0,0 8-2492 0 0,0-4-490 0 0,-1-5 4312 0 0,0 6 239 0 0,-1 8-2614 0 0,1 2-1139 0 0,0 0 1 0 0,1 0-1 0 0,-1 0 1 0 0,2 0-1 0 0,-1-1 1 0 0,3 11-1 0 0,0 20 63 0 0,-3-30-99 0 0,1-1 0 0 0,0 1 0 0 0,3 12 0 0 0,-2-13 0 0 0,0 1 0 0 0,-1 0 0 0 0,1 14 0 0 0,-2-2 0 0 0,1 1 0 0 0,1 0 0 0 0,1-1 0 0 0,9 34 0 0 0,-9-44-30 0 0,-1-1-1 0 0,0 1 1 0 0,-1 0-1 0 0,0-1 1 0 0,0 1-1 0 0,-1 0 1 0 0,-1 10-1 0 0,0 21-33 0 0,1-40 64 0 0,1 0-1 0 0,-1 0 1 0 0,0 0-1 0 0,0 0 1 0 0,0 0-1 0 0,0 0 1 0 0,0 0-1 0 0,0 0 1 0 0,0 0-1 0 0,0 1 1 0 0,0-1-1 0 0,0 0 1 0 0,0 0-1 0 0,-1 0 1 0 0,1 0-1 0 0,0 0 1 0 0,0 0-1 0 0,0 0 1 0 0,0 0-1 0 0,0 0 1 0 0,0 0-1 0 0,0 0 1 0 0,0 0-1 0 0,0 0 1 0 0,0 0-1 0 0,0 1 1 0 0,0-1-1 0 0,0 0 1 0 0,0 0-1 0 0,0 0 1 0 0,0 0-1 0 0,0 0 1 0 0,0 0-1 0 0,0 0 1 0 0,0 0-1 0 0,-1 0 1 0 0,1 0-1 0 0,0 0 1 0 0,0 0-1 0 0,0 0 1 0 0,0 0-1 0 0,0 0 1 0 0,0 0 0 0 0,0 0-1 0 0,0 0 1 0 0,0 0-1 0 0,0 0 1 0 0,0 0-1 0 0,0 0 1 0 0,-1 0-1 0 0,1 0 1 0 0,0 0-1 0 0,0 0 1 0 0,-5-4-20 0 0,-9-11 0 0 0,10 11 18 0 0,3 4 2 0 0,1-1 0 0 0,-1 0 0 0 0,1 1 0 0 0,-1-1 0 0 0,1 0 0 0 0,-1 1 0 0 0,1-1 0 0 0,-1 0 0 0 0,1 0 0 0 0,0 1 0 0 0,0-1 0 0 0,-1-1 0 0 0,0 0 0 0 0,1 0 0 0 0,-1 0 0 0 0,0 0 0 0 0,0 0 0 0 0,0 0 0 0 0,0 0 0 0 0,0 1 0 0 0,-1-1 0 0 0,1 0 0 0 0,-3-1 0 0 0,0-3 0 0 0,1 3 1 0 0,0 0 0 0 0,0 0 0 0 0,0 0 0 0 0,0 1 1 0 0,0-1-1 0 0,-1 1 0 0 0,1 0 0 0 0,-1 0 0 0 0,1 0 0 0 0,-8-3 0 0 0,1 2 47 0 0,2 6-36 0 0,-3-1-12 0 0,6 1 0 0 0,-3 8 0 0 0,6-9 0 0 0,-8 10 2 0 0,10-8-1 0 0,0-2-3 0 0,0 1 1 0 0,0-1-1 0 0,0 0 1 0 0,0 0-1 0 0,0 0 0 0 0,0 0 1 0 0,0 0-1 0 0,-1 2 0 0 0,0 2-5 0 0,0 0-1 0 0,0 0 1 0 0,1 0-1 0 0,0-1 1 0 0,0 1-1 0 0,0 0 1 0 0,3 9-1 0 0,-2-2 8 0 0,-1-11 0 0 0,0 1 0 0 0,1-1 0 0 0,-1 0 0 0 0,0 0 0 0 0,1 0 0 0 0,-1 0 0 0 0,2 3 0 0 0,12 34 0 0 0,-13-34-7 0 0,-1-3 4 0 0,1-1 0 0 0,-1 0 0 0 0,1 1 0 0 0,-1-1 0 0 0,1 0 0 0 0,-1 0 0 0 0,1 1 0 0 0,0-1 0 0 0,0 0-1 0 0,0 0 1 0 0,-1 0 0 0 0,1 0 0 0 0,0 0 0 0 0,2 2 0 0 0,0 0-6 0 0,-2-2 9 0 0,0-1 0 0 0,0 1 0 0 0,-1 0-1 0 0,1 0 1 0 0,1 0 0 0 0,-1 0 0 0 0,0-1 0 0 0,0 1 0 0 0,0-1 0 0 0,0 1 0 0 0,0 0 0 0 0,1-1 0 0 0,-1 0 0 0 0,0 1 0 0 0,0-1 0 0 0,1 0 0 0 0,-1 0-1 0 0,3 0 1 0 0,-2 1 1 0 0,1-1-1 0 0,0 0 0 0 0,0 0 0 0 0,0 0 0 0 0,0 0 1 0 0,0-1-1 0 0,-1 1 0 0 0,1-1 0 0 0,0 0 0 0 0,0 1 0 0 0,4-4 1 0 0,3 0-2 0 0,16-13 0 0 0,-1 2-10 0 0,-20 12-97 0 0,0 0 0 0 0,0-1 0 0 0,0 1 0 0 0,-1-1 1 0 0,0 0-1 0 0,1 0 0 0 0,-1 0 0 0 0,4-7 0 0 0,0 3-836 0 0,4 0-42 0 0</inkml:trace>
</inkml:ink>
</file>

<file path=ppt/ink/ink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129 72 2304 0 0,'0'-6'388'0'0,"0"3"59"0"0,1 1-1 0 0,-1 0 1 0 0,1 0 0 0 0,-1 0 0 0 0,1 0 0 0 0,0 0-1 0 0,1-4 1 0 0,0 3 271 0 0,-1 0 770 0 0,-1 2-470 0 0,12-28 1314 0 0,-11 28-1661 0 0,-1 1-30 0 0,0 0-7 0 0,0 0-20 0 0,0 0-71 0 0,-2-7 761 0 0,2 8 589 0 0,2 14-912 0 0,3 13-811 0 0,3 26-76 0 0,-8-47-86 0 0,1 0-1 0 0,0 0 0 0 0,1 0 0 0 0,3 11 1 0 0,-3-10 1 0 0,1 0 0 0 0,1 15 0 0 0,6 43-9 0 0,-1-18 0 0 0,-1-7-75 0 0,-5-27 10 0 0,-1 0 1 0 0,2 28-1 0 0,0-15 3 0 0,-2-16 43 0 0,-1-1 0 0 0,0 0 0 0 0,0 15-1 0 0,-1-25 21 0 0,0 0-1 0 0,0 0 0 0 0,-1 0 1 0 0,1-1-1 0 0,0 1 0 0 0,0 0 0 0 0,0 0 1 0 0,0 0-1 0 0,0 0 0 0 0,0 0 1 0 0,0 0-1 0 0,0 0 0 0 0,0 0 0 0 0,-1-1 1 0 0,1 1-1 0 0,0 0 0 0 0,0 0 1 0 0,0 0-1 0 0,0 0 0 0 0,0 0 0 0 0,0 0 1 0 0,-1 0-1 0 0,1 0 0 0 0,0 0 0 0 0,0 0 1 0 0,0 0-1 0 0,0 0 0 0 0,0 0 1 0 0,0 0-1 0 0,-1 0 0 0 0,1 0 0 0 0,0 0 1 0 0,0 0-1 0 0,0 0 0 0 0,0 0 1 0 0,0 0-1 0 0,-1 0 0 0 0,1 0 0 0 0,0 0 1 0 0,0 0-1 0 0,0 0 0 0 0,0 1 1 0 0,0-1-1 0 0,0 0 0 0 0,0 0 0 0 0,-1 0 1 0 0,1 0-1 0 0,0 0 0 0 0,0 0 1 0 0,0 0-1 0 0,0 0 0 0 0,0 1 0 0 0,0-1 1 0 0,0 0-1 0 0,0 0 0 0 0,0 0 1 0 0,0 0-1 0 0,0 0 0 0 0,0 0 0 0 0,0 1 1 0 0,0-1-1 0 0,0 0 0 0 0,0 0 1 0 0,0 0-1 0 0,0 0 0 0 0,-8-8 35 0 0,3-2 43 0 0,0 0 0 0 0,-7-17 1 0 0,8 17 6 0 0,-1 0 0 0 0,-8-15 0 0 0,12 23-69 0 0,-3-4 101 0 0,-1 0 0 0 0,-8-10 0 0 0,11 14-93 0 0,0 0 0 0 0,0 0 0 0 0,-1 1 0 0 0,1-1 0 0 0,-1 0 0 0 0,1 1 0 0 0,-1 0 0 0 0,1 0 0 0 0,-1 0 0 0 0,-3-1 0 0 0,4 2-14 0 0,0-1 0 0 0,0 1 0 0 0,0 1 0 0 0,0-1 0 0 0,0 0 0 0 0,1 0 0 0 0,-1 1 1 0 0,0-1-1 0 0,0 1 0 0 0,-3 1 0 0 0,-20 9 115 0 0,16-6-104 0 0,7-4-16 0 0,0 0 0 0 0,0 0-1 0 0,1 0 1 0 0,-1 1 0 0 0,0-1 0 0 0,0 1-1 0 0,1-1 1 0 0,-1 1 0 0 0,1 0-1 0 0,-3 3 1 0 0,-2 3 7 0 0,5-6-12 0 0,0 0 0 0 0,0-1 0 0 0,0 1 0 0 0,0 0 0 0 0,0 0 0 0 0,0 0 0 0 0,0 0 0 0 0,1 0 0 0 0,-1 0 0 0 0,1 0 0 0 0,-1 4 0 0 0,-3 11 0 0 0,1-9-72 0 0,0 0 0 0 0,0 1 0 0 0,1-1 0 0 0,0 0 0 0 0,1 1 0 0 0,-1 14 0 0 0,2-8-54 0 0,0 0 0 0 0,2 0 0 0 0,3 15 0 0 0,-4-24 128 0 0,0 0-1 0 0,0 0 1 0 0,1 0-1 0 0,-1 0 1 0 0,1-1-1 0 0,1 1 1 0 0,-1 0-1 0 0,1-1 1 0 0,0 0-1 0 0,6 8 0 0 0,-7-12 72 0 0,0 1 0 0 0,1-1 0 0 0,-1 1 0 0 0,1-1 0 0 0,-1 0 0 0 0,1 0 0 0 0,5 1 0 0 0,-4-3-67 0 0,0-1 0 0 0,0 0-1 0 0,0 0 1 0 0,0 0 0 0 0,0-1-1 0 0,-1 1 1 0 0,1-1-1 0 0,5-6 1 0 0,6-3 7 0 0,39-25 14 0 0,-34 24-30 0 0,0-1-1 0 0,0-1 1 0 0,22-22 0 0 0,-23 19-223 0 0,11-11-1736 0 0,-17 13-4543 0 0</inkml:trace>
</inkml:ink>
</file>

<file path=ppt/ink/ink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187 0 920 0 0,'0'0'285'0'0,"0"0"862"0"0,0 0 373 0 0,0 0 74 0 0,0 0-120 0 0,0 0-586 0 0,0 0-258 0 0,0 0-48 0 0,0 0-37 0 0,0 0-128 0 0,0 0-53 0 0,0 0-10 0 0,0 0-8 0 0,0 0-20 0 0,0 0-8 0 0,0 3-4 0 0,1-1-197 0 0,-2 1 0 0 0,1-1 0 0 0,0 1 0 0 0,0-1 0 0 0,-1 1 0 0 0,1-1 0 0 0,-3 5 0 0 0,3-6-57 0 0,-1 1 1 0 0,1-1 0 0 0,0 1-1 0 0,-1-1 1 0 0,1 1 0 0 0,0-1-1 0 0,0 1 1 0 0,0-1 0 0 0,0 1-1 0 0,0-1 1 0 0,1 3 0 0 0,0 2 113 0 0,-5 54 1108 0 0,2-44-1189 0 0,1-14-87 0 0,1 1 1 0 0,-1-1-1 0 0,1 1 0 0 0,0-1 1 0 0,0 1-1 0 0,0-1 0 0 0,0 5 1 0 0,3 11-7 0 0,-1 21 0 0 0,1 6 0 0 0,0-26-28 0 0,0 0 0 0 0,8 30 1 0 0,-9-45 16 0 0,-1 1 0 0 0,0 0-1 0 0,0 0 1 0 0,-1 0 0 0 0,1 5 0 0 0,-1-5-22 0 0,0 1 1 0 0,1-1-1 0 0,2 10 1 0 0,-1-9-8 0 0,-1 0 1 0 0,0 0-1 0 0,0 9 1 0 0,2 11-355 0 0,-2-9-101 0 0,-1-14 416 0 0,0 0 0 0 0,0-1-1 0 0,1 1 1 0 0,-1 0 0 0 0,0 0 0 0 0,1-1 0 0 0,2 6 0 0 0,-3-7 80 0 0,0 0 0 0 0,1 0 0 0 0,-1 0 1 0 0,0 0-1 0 0,0 0 0 0 0,1 0 0 0 0,-1-1 1 0 0,0 1-1 0 0,0 0 0 0 0,0 0 0 0 0,0 0 1 0 0,0 0-1 0 0,-1 0 0 0 0,1 0 0 0 0,0 0 1 0 0,-1 2-1 0 0,1-2 100 0 0,0-1-1 0 0,0 2-25 0 0,0 7-82 0 0,0-7-94 0 0,0-2 1 0 0,0 0 36 0 0,0 0 77 0 0,0 1 0 0 0,-1-1 0 0 0,1 0 0 0 0,0 0 0 0 0,0 1-1 0 0,0-1 1 0 0,0 0 0 0 0,0 1 0 0 0,-1-1 0 0 0,1 0 0 0 0,0 0 0 0 0,0 0 0 0 0,-1 1 0 0 0,1-1 0 0 0,0 0 0 0 0,0 0 0 0 0,-1 0 0 0 0,1 1-1 0 0,0-1 1 0 0,0 0 0 0 0,-1 0 0 0 0,1 0 0 0 0,0 0 0 0 0,-1 0 0 0 0,0 0 0 0 0,1 0-7 0 0,-1 0-1 0 0,0-1 1 0 0,1 1 0 0 0,-1-1-1 0 0,0 1 1 0 0,1-1 0 0 0,-1 1 0 0 0,0-1-1 0 0,1 1 1 0 0,-1-1 0 0 0,1 0-1 0 0,-1 1 1 0 0,1-1 0 0 0,-1 0 0 0 0,1 1-1 0 0,0-1 1 0 0,-1 0 0 0 0,1 0-1 0 0,0 1 1 0 0,0-1 0 0 0,-1-1 0 0 0,1-1 12 0 0,-10-13 74 0 0,8 13-56 0 0,0 0 0 0 0,0 0 0 0 0,1 1-1 0 0,-1-1 1 0 0,1 0 0 0 0,-2-5 0 0 0,-12-32 444 0 0,15 35-407 0 0,-2 0 0 0 0,1 1 0 0 0,0-1 0 0 0,-1 1 0 0 0,0-1 1 0 0,0 1-1 0 0,-1 0 0 0 0,-4-7 0 0 0,0 0 102 0 0,7 10-157 0 0,0 0 1 0 0,-1 0-1 0 0,1 1 0 0 0,0-1 0 0 0,-1 0 0 0 0,1 0 0 0 0,-1 1 1 0 0,1-1-1 0 0,-1 0 0 0 0,1 1 0 0 0,-1-1 0 0 0,0 1 0 0 0,1-1 1 0 0,-1 1-1 0 0,0-1 0 0 0,-1 0 0 0 0,-10-4 192 0 0,11 4-204 0 0,0 0 0 0 0,0 1 0 0 0,0-1 0 0 0,0 1 0 0 0,0-1 0 0 0,0 1 0 0 0,0 0 0 0 0,0-1 0 0 0,-1 1 0 0 0,1 0-1 0 0,0 0 1 0 0,0 0 0 0 0,0-1 0 0 0,-1 1 0 0 0,1 1 0 0 0,0-1 0 0 0,0 0 0 0 0,0 0 0 0 0,-1 0 0 0 0,1 1 0 0 0,0-1 0 0 0,0 0 0 0 0,0 1 0 0 0,0-1 0 0 0,0 1-1 0 0,0 0 1 0 0,0-1 0 0 0,0 1 0 0 0,-1 0 0 0 0,-29 22 101 0 0,27-20-106 0 0,1 0 1 0 0,-1 0-1 0 0,1 0 1 0 0,0 0-1 0 0,-1 1 0 0 0,2-1 1 0 0,-6 8-1 0 0,3-4-2 0 0,4-4 2 0 0,-1-1-1 0 0,1 1 0 0 0,-1 0 0 0 0,1 0 0 0 0,0 0 0 0 0,0 0 1 0 0,0 0-1 0 0,1 0 0 0 0,-1 0 0 0 0,1 0 0 0 0,0 0 0 0 0,-1 4 0 0 0,-2 19-12 0 0,0-10-13 0 0,5-12 4 0 0,-1-1 14 0 0,0 29 7 0 0,-1-29-8 0 0,0-1 0 0 0,0 1 0 0 0,0-1 1 0 0,0 1-1 0 0,0-1 0 0 0,1 0 1 0 0,-1 1-1 0 0,2 3 0 0 0,0 3-117 0 0,-2-5 134 0 0,1 0-1 0 0,0 0 1 0 0,-1 0 0 0 0,1 0 0 0 0,1 0-1 0 0,-1 0 1 0 0,1 0 0 0 0,-1-1 0 0 0,1 1-1 0 0,0-1 1 0 0,0 1 0 0 0,0-1 0 0 0,4 4 0 0 0,1-4-31 0 0,-5-2-96 0 0,-2-1 96 0 0,0 1 0 0 0,0-1 1 0 0,1 1-1 0 0,-1-1 1 0 0,0 0-1 0 0,1 1 0 0 0,-1-1 1 0 0,1 1-1 0 0,-1-1 1 0 0,0 0-1 0 0,1 1 0 0 0,-1-1 1 0 0,1 0-1 0 0,-1 0 1 0 0,1 0-1 0 0,-1 1 1 0 0,1-1-1 0 0,-1 0 0 0 0,1 0 1 0 0,-1 0-1 0 0,1 0 1 0 0,0 0-1 0 0,0 0 0 0 0,12 2 71 0 0,-13-2-18 0 0,1 0 11 0 0,0 0 0 0 0,0 0 0 0 0,0-1 0 0 0,0 1 1 0 0,0 0-1 0 0,0-1 0 0 0,0 1 0 0 0,0-1 0 0 0,0 1 0 0 0,0-1 1 0 0,0 1-1 0 0,-1-1 0 0 0,1 0 0 0 0,0 0 0 0 0,0 1 0 0 0,1-3 0 0 0,5-3 50 0 0,-2 2-77 0 0,0 0 0 0 0,0-1 1 0 0,8-9-1 0 0,-1 1-1 0 0,-2-2-15 0 0,-2 3 1 0 0,31-33-591 0 0,-36 42-707 0 0,4-1-3972 0 0</inkml:trace>
</inkml:ink>
</file>

<file path=ppt/ink/ink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25 6448 0 0,'0'-14'297'0'0,"0"12"-9"0"0,0 2-117 0 0,0 0 205 0 0,0 0 110 0 0,0 0 24 0 0,0 0 2 0 0,0 0 0 0 0,0 0 0 0 0,0 0 0 0 0,1-2 0 0 0,-1 2-461 0 0,-1 0 0 0 0,1 0 1 0 0,0 0-1 0 0,0 0 0 0 0,0 0 1 0 0,-1 0-1 0 0,1 1 0 0 0,0-1 1 0 0,0 0-1 0 0,0 0 0 0 0,0-1 1 0 0,-1 1-1 0 0,1 0 0 0 0,0 0 1 0 0,0 0-1 0 0,0 0 0 0 0,0 0 1 0 0,-1 0-1 0 0,1 0 1 0 0,0 0-1 0 0,0 0 0 0 0,0 0 1 0 0,0 0-1 0 0,0 0 0 0 0,-1 0 1 0 0,1-1-1 0 0,0 1 0 0 0,0 0 1 0 0,0 0-1 0 0,0 0 0 0 0,0 0 1 0 0,0 0-1 0 0,-1-1 0 0 0,1 1 1 0 0,0 0-1 0 0,0 0 0 0 0,0 0 1 0 0,0 0-1 0 0,0-1 0 0 0,0 1 1 0 0,0 0-1 0 0,0 0 0 0 0,0 0 1 0 0,0 0-1 0 0,0-1 0 0 0,0 1 1 0 0,0 0-1 0 0,0 0 0 0 0,0 0 1 0 0,0 0-1 0 0,0-1 0 0 0,0 1 1 0 0,0 0-1 0 0,0 0 0 0 0,0 0 1 0 0,0 0-1 0 0,1-1 1 0 0,-1 1-1 0 0,0 0 0 0 0,0 0 1 0 0,0 0-1 0 0,0 0 0 0 0,0 0 1 0 0,1-1-1 0 0,-3 1 328 0 0,2 0-186 0 0,0 0-86 0 0,0 0-13 0 0,2 6-35 0 0,-2-6-57 0 0,1 1-1 0 0,-1 0 0 0 0,0-1 1 0 0,1 1-1 0 0,-1-1 1 0 0,0 1-1 0 0,1 0 1 0 0,-1-1-1 0 0,0 1 1 0 0,0 0-1 0 0,0 0 0 0 0,0-1 1 0 0,0 1-1 0 0,1 0 1 0 0,-1-1-1 0 0,0 1 1 0 0,-1 0-1 0 0,1 0 1 0 0,0-1-1 0 0,0 2 1 0 0,1 15 20 0 0,0-14-14 0 0,-1 0 0 0 0,1 0 0 0 0,-1 0 1 0 0,0 0-1 0 0,0 0 0 0 0,0 0 0 0 0,-1 0 0 0 0,1-1 0 0 0,-1 1 0 0 0,0 3 1 0 0,-2 5 3 0 0,1 0 1 0 0,1 1 0 0 0,0-1 0 0 0,0 0 0 0 0,2 14-1 0 0,-1-12-8 0 0,0 7-4 0 0,-1 24 0 0 0,-4 32 0 0 0,5-71 0 0 0,0 0 1 0 0,0-1 0 0 0,1 1 0 0 0,0 6 0 0 0,0-6-5 0 0,0-1 0 0 0,-1 1 0 0 0,0 0 0 0 0,0 6 0 0 0,-1-3-12 0 0,0 1 0 0 0,1-1 0 0 0,0 1 0 0 0,2 10 0 0 0,-1-7 18 0 0,5 17-26 0 0,-4-21-67 0 0,0 1 0 0 0,-1-1-1 0 0,1 18 1 0 0,0-21 245 0 0,-2-5-151 0 0,0 0 0 0 0,0 0 0 0 0,0 0 0 0 0,0 1 0 0 0,0-1 0 0 0,0 0 0 0 0,0 0 0 0 0,1 0 0 0 0,-1 0 0 0 0,0 0 0 0 0,0 0 0 0 0,0 0 0 0 0,0 1 0 0 0,0-1 0 0 0,0 0 1 0 0,0 0-1 0 0,0 0 0 0 0,0 0 0 0 0,0 0 0 0 0,0 0 0 0 0,0 1 0 0 0,0-1 0 0 0,0 0 0 0 0,0 0 0 0 0,0 0 0 0 0,0 0 0 0 0,0 0 0 0 0,0 0 0 0 0,0 1 0 0 0,0-1 0 0 0,0 0 0 0 0,-1 0 0 0 0,1 0 1 0 0,0 0-1 0 0,0 0 0 0 0,0 0 0 0 0,0 0 0 0 0,0 1 0 0 0,0-1 0 0 0,-5 7 12 0 0,7-1-15 0 0,-3-7 0 0 0,0 0 0 0 0,1 0 0 0 0,-1 0 0 0 0,0 0 0 0 0,1-1 0 0 0,-1 1 0 0 0,1 0 0 0 0,-1 0 0 0 0,1 0 0 0 0,-1-1 0 0 0,1 1 0 0 0,0-3 0 0 0,0 3 0 0 0,-1 0 0 0 0,1-1 0 0 0,0 1 0 0 0,-1 0 0 0 0,1-1 0 0 0,-1 1 0 0 0,1 0 0 0 0,-1-1 0 0 0,1 1 0 0 0,-1 0 0 0 0,-1-2 0 0 0,-4-2-2 0 0,5 4 3 0 0,-1-1 1 0 0,0 1 0 0 0,1-1-1 0 0,0 1 1 0 0,-1-1 0 0 0,1 0-1 0 0,0 1 1 0 0,-2-5 0 0 0,-12-22 225 0 0,15 27-223 0 0,0 1 1 0 0,-1-1 0 0 0,1 0 0 0 0,0 1 0 0 0,-1-1 0 0 0,1 0 0 0 0,0 1 0 0 0,0-1 0 0 0,0 0 0 0 0,0 1 0 0 0,0-1 0 0 0,0 0 0 0 0,0 0 0 0 0,0 1 0 0 0,0-1 0 0 0,0 0 0 0 0,0 1-1 0 0,0-1 1 0 0,0 0 0 0 0,1 1 0 0 0,-1-1 0 0 0,0 0 0 0 0,0 1 0 0 0,1-1 0 0 0,0 0 0 0 0,3-12 187 0 0,-4 11-178 0 0,0 1 1 0 0,0-1 0 0 0,0 0 0 0 0,0 1 0 0 0,0-1 0 0 0,-1 0 0 0 0,1 1 0 0 0,-1-1 0 0 0,1 0 0 0 0,-1 1 0 0 0,1-1-1 0 0,-1 1 1 0 0,0-1 0 0 0,0 1 0 0 0,0 0 0 0 0,0-1 0 0 0,0 1 0 0 0,0 0 0 0 0,0-1 0 0 0,0 1 0 0 0,-1 0 0 0 0,1 0-1 0 0,0 0 1 0 0,-1 0 0 0 0,1 0 0 0 0,-1 0 0 0 0,1 1 0 0 0,-1-1 0 0 0,1 0 0 0 0,-1 1 0 0 0,1-1 0 0 0,-1 1 0 0 0,0 0-1 0 0,1 0 1 0 0,-1-1 0 0 0,0 1 0 0 0,1 0 0 0 0,-1 0 0 0 0,0 0 0 0 0,0 1 0 0 0,1-1 0 0 0,-1 0 0 0 0,-1 1-1 0 0,-1 1-13 0 0,1-1 4 0 0,0 0 0 0 0,0 0 0 0 0,-1 0 0 0 0,1 1 0 0 0,1-1 0 0 0,-1 1-1 0 0,0 0 1 0 0,0 0 0 0 0,1 0 0 0 0,-1 0 0 0 0,1 1 0 0 0,-5 4-1 0 0,1 2-4 0 0,-4 4 0 0 0,0 0 0 0 0,1 0 0 0 0,-11 25 0 0 0,19-34 0 0 0,0 0 0 0 0,0-1 0 0 0,1 1 0 0 0,0 0 0 0 0,0 0 0 0 0,0 0 0 0 0,1 6 0 0 0,-1 1 0 0 0,0-10 0 0 0,0 0 0 0 0,0 0 0 0 0,0 0 0 0 0,0 0 0 0 0,0 1 0 0 0,0-1 0 0 0,0 0 0 0 0,0 0 0 0 0,0 0 0 0 0,1 0 0 0 0,-1 0 0 0 0,0 0 0 0 0,1 2 0 0 0,1 0 0 0 0,3 5 0 0 0,3 0 0 0 0,2-1 0 0 0,1-3 19 0 0,-9-4 88 0 0,12 0 287 0 0,-2-3-256 0 0,-8 2-128 0 0,1 0 1 0 0,-1 0 0 0 0,1 1-1 0 0,0-1 1 0 0,6 1 0 0 0,-6-2-70 0 0,4-5 65 0 0,0 1-1 0 0,0-1 1 0 0,0 2-1 0 0,15-7 0 0 0,12-9 17 0 0,8-5-1772 0 0,-29 17 749 0 0</inkml:trace>
</inkml:ink>
</file>

<file path=ppt/ink/ink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0 1376 0 0,'0'0'340'0'0,"0"0"891"0"0,0 0 390 0 0,0 0 77 0 0,0 0-138 0 0,0 0-657 0 0,0 0-287 0 0,0 0-59 0 0,0 0-42 0 0,0 0-131 0 0,0 2-57 0 0,0 0-244 0 0,0-1 1 0 0,0 1-1 0 0,0-1 1 0 0,1 0-1 0 0,-1 1 1 0 0,0-1-1 0 0,1 1 1 0 0,-1-1-1 0 0,1 0 1 0 0,0 2-1 0 0,0-2 199 0 0,0 7 6 0 0,-1-1 0 0 0,2 1 0 0 0,-1-1 0 0 0,5 13 0 0 0,1 6-112 0 0,3 5-295 0 0,-7-23-21 0 0,0 0 0 0 0,3 16 0 0 0,12 168 251 0 0,-17-174 74 0 0,0 20 0 0 0,-2-22-67 0 0,2-1 0 0 0,2 19 0 0 0,-2-14-232 0 0,-1 5 25 0 0,0-17 13 0 0,0-7 239 0 0,0-4 10 0 0,0 2-161 0 0,0 0 109 0 0,-10-15 242 0 0,0 0-62 0 0,9 13-256 0 0,-1 0 1 0 0,1 0 0 0 0,-1 0 0 0 0,0 0 0 0 0,1 0 0 0 0,-1 1-1 0 0,-1-1 1 0 0,1 1 0 0 0,0 0 0 0 0,0-1 0 0 0,-1 1-1 0 0,0 0 1 0 0,1 1 0 0 0,-5-3 0 0 0,6 3-37 0 0,-1 0 1 0 0,0 0-1 0 0,1 0 0 0 0,-1 0 1 0 0,1 0-1 0 0,-1 0 1 0 0,1 0-1 0 0,-1-1 0 0 0,-1-1 1 0 0,-7-7 37 0 0,1 5 7 0 0,-8 5 10 0 0,8-1-64 0 0,2-1 12 0 0,5 2-6 0 0,1 0 1 0 0,0 0 0 0 0,0 0-1 0 0,-1 0 1 0 0,1 1 0 0 0,0-1-1 0 0,0 0 1 0 0,0 1 0 0 0,0-1-1 0 0,0 1 1 0 0,-1-1 0 0 0,1 1-1 0 0,0 0 1 0 0,0-1 0 0 0,0 1-1 0 0,-1 2 1 0 0,-5 2 4 0 0,4-1-64 0 0,-1 0 1 0 0,1 0 0 0 0,-6 9-1 0 0,5-5-76 0 0,3-6 145 0 0,0-1 0 0 0,0 1-1 0 0,0 0 1 0 0,1 0 0 0 0,-1 0 0 0 0,0-1 0 0 0,1 1 0 0 0,0 0 0 0 0,-1 0-1 0 0,1 0 1 0 0,0 0 0 0 0,0 0 0 0 0,0 0 0 0 0,0 0 0 0 0,1 0-1 0 0,-1 0 1 0 0,1 0 0 0 0,-1-1 0 0 0,1 1 0 0 0,-1 0 0 0 0,1 0 0 0 0,1 2-1 0 0,3 11 72 0 0,-4-4-87 0 0,-2-10 1 0 0,1 0 0 0 0,0 0 1 0 0,0 0-1 0 0,0 0 0 0 0,0 0 1 0 0,0 0-1 0 0,0 0 0 0 0,0 0 1 0 0,1 0-1 0 0,-1 0 0 0 0,0 1 1 0 0,1-1-1 0 0,-1 0 0 0 0,0 0 1 0 0,1 0-1 0 0,-1 0 0 0 0,1-1 1 0 0,0 1-1 0 0,-1 0 0 0 0,1 0 1 0 0,0 0-1 0 0,0 0 0 0 0,-1-1 1 0 0,1 1-1 0 0,0 0 0 0 0,0-1 1 0 0,0 1-1 0 0,0 0 0 0 0,2 0 1 0 0,-2 0 1 0 0,0-1 1 0 0,0 1 0 0 0,1 0-1 0 0,-1 0 1 0 0,0 0 0 0 0,0-1-1 0 0,0 1 1 0 0,2 3 0 0 0,-2-3 10 0 0,1 1 1 0 0,-1-1-1 0 0,1 0 0 0 0,0 1 1 0 0,-1-1-1 0 0,1 0 1 0 0,0 0-1 0 0,0 0 0 0 0,0 0 1 0 0,0 0-1 0 0,0-1 0 0 0,0 1 1 0 0,0 0-1 0 0,4 0 1 0 0,-3-1 9 0 0,0 0 1 0 0,0 1-1 0 0,0-1 0 0 0,0 0 1 0 0,1 0-1 0 0,-1-1 1 0 0,0 1-1 0 0,0-1 0 0 0,4 0 1 0 0,28-12 23 0 0,-20 9-7 0 0,-1-2-1 0 0,1 0 1 0 0,14-8-1 0 0,-5 3-804 0 0,-18 8 27 0 0,-1 1 0 0 0,1-1 0 0 0,0 0 0 0 0,-1 0 0 0 0,8-6 0 0 0,-4-2-4364 0 0</inkml:trace>
</inkml:ink>
</file>

<file path=ppt/ink/ink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6 2304 0 0,'0'0'327'0'0,"0"0"533"0"0,0 0 237 0 0,0 0 44 0 0,0 0-76 0 0,0 0-357 0 0,0 0-158 0 0,0 0-34 0 0,0 0-4 0 0,0 0 0 0 0,0 0 0 0 0,0 0 0 0 0,4-5 286 0 0,-2 5 2677 0 0,14 11-3204 0 0,-11-3-165 0 0,-1 6-100 0 0,-1 0 0 0 0,0-1-1 0 0,2 21 1 0 0,-3-19-7 0 0,1 9 1 0 0,0 0 0 0 0,10 40 0 0 0,-11-54 0 0 0,0 1 0 0 0,-1 0 0 0 0,0 12 0 0 0,2 13 0 0 0,2-9 12 0 0,-3-17 10 0 0,0 1-1 0 0,0-1 1 0 0,-1 19-1 0 0,-1-28 55 0 0,0-1-10 0 0,0 0-2 0 0,0 0 0 0 0,0 0 2 0 0,0 0 12 0 0,0 0 2 0 0,-3-21 390 0 0,3 16-373 0 0,0 1-1 0 0,-1 0 1 0 0,0 0-1 0 0,-1-5 1 0 0,-1 1-15 0 0,3 6-54 0 0,-1 0 0 0 0,0 0 0 0 0,1 0-1 0 0,-1 0 1 0 0,0 0 0 0 0,0 0 0 0 0,0 0-1 0 0,0 0 1 0 0,-1 1 0 0 0,1-1 0 0 0,0 0-1 0 0,-1 1 1 0 0,1-1 0 0 0,-1 1 0 0 0,-2-2-1 0 0,-15-14 235 0 0,18 14-229 0 0,-1 1-1 0 0,0 0 0 0 0,0 0 1 0 0,0 0-1 0 0,0 0 1 0 0,-1 1-1 0 0,1-1 1 0 0,0 0-1 0 0,-1 1 1 0 0,1 0-1 0 0,-1 0 1 0 0,0-1-1 0 0,-3 0 0 0 0,3 2-28 0 0,0-1-1 0 0,0 0 0 0 0,0 1 0 0 0,0-1 0 0 0,-1 1 0 0 0,1 0 0 0 0,0 0 1 0 0,0 1-1 0 0,0-1 0 0 0,0 0 0 0 0,0 1 0 0 0,-1 0 0 0 0,1 0 0 0 0,0 0 0 0 0,1 0 1 0 0,-6 3-1 0 0,1 0 49 0 0,0 0 1 0 0,1 1-1 0 0,0 0 1 0 0,-9 9-1 0 0,8-7-52 0 0,4-4 0 0 0,1-1 0 0 0,0 1 0 0 0,-1 0 0 0 0,1-1 0 0 0,-2 5 0 0 0,1-1 0 0 0,0 0 0 0 0,0-1 0 0 0,0 1 0 0 0,1-1 0 0 0,-2 9 0 0 0,2-9 0 0 0,0 4 0 0 0,0 0 0 0 0,1 0 0 0 0,0 0 0 0 0,1 0 0 0 0,0 15 0 0 0,1-15-17 0 0,0 0-1 0 0,1 0 0 0 0,2 12 1 0 0,-3-18 15 0 0,3 4-8 0 0,-2-5-33 0 0,5 2 32 0 0,-4-3-6 0 0,-1 0-1 0 0,1 0 0 0 0,0 0 1 0 0,0 0-1 0 0,0-1 0 0 0,0 1 0 0 0,0-1 1 0 0,0 0-1 0 0,0 0 0 0 0,0 0 1 0 0,0 0-1 0 0,0 0 0 0 0,0 0 0 0 0,0-1 1 0 0,0 0-1 0 0,0 0 0 0 0,0 1 1 0 0,0-2-1 0 0,-1 1 0 0 0,1 0 0 0 0,3-2 1 0 0,12-5-2 0 0,-12 6-7 0 0,-1-1 0 0 0,0 1 0 0 0,8-6-1 0 0,11-5-356 0 0,45-20-3912 0 0,-52 27 2855 0 0</inkml:trace>
</inkml:ink>
</file>

<file path=ppt/ink/ink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212 72 3224 0 0,'0'-1'240'0'0,"0"-17"-552"0"0,0-26 8489 0 0,0 43-7686 0 0,0 1-31 0 0,0 0-4 0 0,0-2 22 0 0,-1-4 481 0 0,-1 8 1030 0 0,1-1-1892 0 0,1 0-1 0 0,0 0 1 0 0,0 0-1 0 0,-1 0 1 0 0,1 0-1 0 0,0 1 1 0 0,0-1-1 0 0,0 0 0 0 0,0 0 1 0 0,1 2-1 0 0,1 10-48 0 0,0-1 0 0 0,1 22 0 0 0,-2-24-48 0 0,0 1 0 0 0,0-1 0 0 0,4 12 0 0 0,3 18 0 0 0,5 39 0 0 0,-9-53 0 0 0,-3-19 0 0 0,0 0 0 0 0,0 13 0 0 0,8 78-64 0 0,-9-92 39 0 0,0-1 0 0 0,1 1-1 0 0,3 10 1 0 0,-3-11-28 0 0,0 0 1 0 0,0 0-1 0 0,1 11 0 0 0,-2-2-133 0 0,0-1-1 0 0,4 17 0 0 0,-3 15-364 0 0,-2-42 319 0 0,-3 4 38 0 0,-1 0 178 0 0,5-6 143 0 0,0-1 77 0 0,0 0 20 0 0,-1 0-214 0 0,1 1 1 0 0,0-1 0 0 0,0 0-1 0 0,0 0 1 0 0,0 0-1 0 0,-1 0 1 0 0,1 0 0 0 0,0 0-1 0 0,0 0 1 0 0,-1 0-1 0 0,1 0 1 0 0,0 0 0 0 0,0 0-1 0 0,0 0 1 0 0,-1 0-1 0 0,1 0 1 0 0,0 0 0 0 0,0 0-1 0 0,0 0 1 0 0,-1 0-1 0 0,1 0 1 0 0,0 0 0 0 0,0 0-1 0 0,0 0 1 0 0,-1-1-1 0 0,1 1 1 0 0,0 0 0 0 0,0 0-1 0 0,0 0 1 0 0,0 0-1 0 0,-1 0 1 0 0,1-1 0 0 0,-7-2 38 0 0,5 0 52 0 0,-1 0 1 0 0,1 0-1 0 0,0 0 1 0 0,-1 0-1 0 0,1 0 1 0 0,1 0 0 0 0,-4-6-1 0 0,-9-27 84 0 0,12 30-231 0 0,2 4 46 0 0,-1 0 0 0 0,0 0 0 0 0,0 0 0 0 0,0 0 0 0 0,0 0 0 0 0,0 0 0 0 0,0 0 0 0 0,-1 1 0 0 0,1-1 0 0 0,-1 0 0 0 0,-2-2 0 0 0,3 3 33 0 0,-1-1-1 0 0,1 1 0 0 0,-1-1 0 0 0,1 0 0 0 0,0 0 1 0 0,-2-3-1 0 0,2 3 44 0 0,0 0 0 0 0,0 1-1 0 0,0-1 1 0 0,0 0 0 0 0,-1 0 0 0 0,1 1 0 0 0,-3-3-1 0 0,-2 0 13 0 0,1 0 0 0 0,-1 0 0 0 0,0 1 0 0 0,0 0 0 0 0,0 0 0 0 0,0 0 0 0 0,0 1 0 0 0,-10-3 0 0 0,13 5-58 0 0,-6 0 26 0 0,-10 8 72 0 0,14-7-116 0 0,1 1 1 0 0,0 0 0 0 0,0 0-1 0 0,0 1 1 0 0,0-1-1 0 0,0 1 1 0 0,1 0-1 0 0,-1 0 1 0 0,1 0 0 0 0,0 0-1 0 0,-1 1 1 0 0,2-1-1 0 0,-1 1 1 0 0,0 0 0 0 0,1 0-1 0 0,-1 0 1 0 0,-1 5-1 0 0,-3 5-7 0 0,6-11-2 0 0,-1 0 0 0 0,0 0 0 0 0,1 0 0 0 0,0 0 0 0 0,0 1 0 0 0,0-1 0 0 0,0 1 0 0 0,0-1 0 0 0,1 1 0 0 0,0-1 0 0 0,0 1 0 0 0,0-1 1 0 0,0 1-1 0 0,0-1 0 0 0,2 7 0 0 0,1-2 10 0 0,6 10-16 0 0,-7-13 3 0 0,1 0 0 0 0,-1 0 0 0 0,1 0 0 0 0,0 0 0 0 0,0-1 0 0 0,0 0 0 0 0,8 8 0 0 0,-10-11 0 0 0,1 1 0 0 0,-1-1 0 0 0,1 0 0 0 0,0 0 0 0 0,-1 0 0 0 0,1 0 0 0 0,0 0 0 0 0,0 0 0 0 0,0 0 0 0 0,0-1 0 0 0,0 1 0 0 0,0 0 0 0 0,0-1 0 0 0,0 0 0 0 0,0 1 0 0 0,0-1 0 0 0,0 0 0 0 0,0 0 0 0 0,0 0 0 0 0,0-1 0 0 0,0 1 0 0 0,0 0 0 0 0,0-1 0 0 0,3-1 0 0 0,37-10 0 0 0,-29 8 0 0 0,-10 3 0 0 0,1 0 0 0 0,0 0 0 0 0,-1-1 0 0 0,1 1 0 0 0,-1-1 0 0 0,0 0 0 0 0,1 0 0 0 0,3-3 0 0 0,18-14-383 0 0,30-19 0 0 0,-10 8-1517 0 0,-23 15-4201 0 0</inkml:trace>
</inkml:ink>
</file>

<file path=ppt/ink/ink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9 3680 0 0,'0'0'284'0'0,"0"0"-57"0"0,-15-4 3204 0 0,9 5-2441 0 0,5-1-810 0 0,0 1 0 0 0,0-1-1 0 0,0 0 1 0 0,0 0 0 0 0,0 0 0 0 0,-1 0 0 0 0,1 0 0 0 0,0 0 0 0 0,0 0 0 0 0,0 0-1 0 0,-2-1 1 0 0,2 1-59 0 0,0 0-1 0 0,0 0 1 0 0,1 0-1 0 0,-1 1 1 0 0,0-1-1 0 0,0 0 1 0 0,0 1-1 0 0,0-1 1 0 0,0 0-1 0 0,1 1 1 0 0,-1-1-1 0 0,0 1 1 0 0,0-1-1 0 0,0 2 1 0 0,-12 8 651 0 0,11-8-721 0 0,1 0 0 0 0,0-1-1 0 0,1 1 1 0 0,-1 0 0 0 0,0 0-1 0 0,0 0 1 0 0,1 0 0 0 0,-1 0-1 0 0,1-1 1 0 0,0 1 0 0 0,-1 4-1 0 0,0 3 21 0 0,-2 8 4 0 0,2 0 1 0 0,-1 1 0 0 0,2-1-1 0 0,1 0 1 0 0,4 32-1 0 0,-3-38-66 0 0,1-1 1 0 0,0 1-1 0 0,1-1 0 0 0,7 16 0 0 0,1 1-1 0 0,-9-22-2 0 0,-1-1 1 0 0,1 1 0 0 0,0-1 0 0 0,0 0-1 0 0,0 0 1 0 0,0 0 0 0 0,1 0 0 0 0,0-1 0 0 0,0 0-1 0 0,5 5 1 0 0,-8-7-4 0 0,0-1 0 0 0,0 1-1 0 0,0 0 1 0 0,0-1 0 0 0,0 1 0 0 0,0-1-1 0 0,0 1 1 0 0,0-1 0 0 0,0 1-1 0 0,0-1 1 0 0,0 0 0 0 0,0 1 0 0 0,0-1-1 0 0,0 0 1 0 0,1 0 0 0 0,3 1 7 0 0,8 6-10 0 0,-2-2 0 0 0,-9-5-1 0 0,10 1-1 0 0,13-2 15 0 0,-12 0 41 0 0,-5-2 31 0 0,-1-1 0 0 0,13-6 1 0 0,-20 9-74 0 0,1 1 1 0 0,0-1-1 0 0,-1 1 1 0 0,1 0 0 0 0,-1-1-1 0 0,1 1 1 0 0,-1-1-1 0 0,1 0 1 0 0,-1 1 0 0 0,1-1-1 0 0,-1 1 1 0 0,0-1 0 0 0,1-1-1 0 0,2-2 54 0 0,0 2 21 0 0,0-1 0 0 0,0 0 0 0 0,-1 0-1 0 0,1 0 1 0 0,-1 0 0 0 0,1 0 0 0 0,-1 0 0 0 0,3-6 0 0 0,0-11 495 0 0,-3 13-418 0 0,0 0 0 0 0,0 0 1 0 0,-1 0-1 0 0,1 0 0 0 0,-2 0 0 0 0,1 0 0 0 0,-1 0 0 0 0,0 0 0 0 0,-2-13 0 0 0,1 16-63 0 0,0 0 0 0 0,-1 0-1 0 0,1 0 1 0 0,-1 0-1 0 0,1 1 1 0 0,-5-8 0 0 0,-6-11 340 0 0,9 13-316 0 0,-1 0 1 0 0,0 1-1 0 0,-1 0 1 0 0,-9-13-1 0 0,11 16-48 0 0,0 1 1 0 0,-1 0-1 0 0,0 0 0 0 0,1 0 0 0 0,-2 1 1 0 0,1-1-1 0 0,0 1 0 0 0,-1 0 0 0 0,-6-3 1 0 0,-38-15 592 0 0,33 13-703 0 0,14 7 28 0 0,1 0 1 0 0,0 0-1 0 0,-1 0 1 0 0,1 0 0 0 0,-1 0-1 0 0,1 1 1 0 0,-1-1-1 0 0,0 1 1 0 0,1-1-1 0 0,-1 1 1 0 0,0 0-1 0 0,1 0 1 0 0,-3-1-1 0 0,0 1-47 0 0,0 0-1 0 0,0 0 0 0 0,0 1 1 0 0,0-1-1 0 0,0 1 0 0 0,-6 2 1 0 0,8-2-4 0 0,0-1 0 0 0,0 2 0 0 0,1-1 1 0 0,-1 0-1 0 0,0 0 0 0 0,1 1 0 0 0,-1-1 0 0 0,1 0 1 0 0,0 1-1 0 0,-1 0 0 0 0,1-1 0 0 0,0 1 0 0 0,0 0 1 0 0,0-1-1 0 0,-1 4 0 0 0,-3 6-1056 0 0,0 1-51 0 0</inkml:trace>
</inkml:ink>
</file>

<file path=ppt/ink/ink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2 5528 0 0,'0'0'422'0'0,"0"0"-124"0"0,0 0 504 0 0,0 0 249 0 0,0 0 49 0 0,-6 0 2896 0 0,3 1-3878 0 0,1 0 0 0 0,0 1 0 0 0,0-1 0 0 0,0 0 0 0 0,-1 1 1 0 0,1-1-1 0 0,1 1 0 0 0,-1 0 0 0 0,0 0 0 0 0,0 0 0 0 0,1 0 0 0 0,-1 0 0 0 0,1 0 0 0 0,-1 0 0 0 0,1 0 1 0 0,0 0-1 0 0,0 1 0 0 0,0-1 0 0 0,0 0 0 0 0,1 1 0 0 0,-2 2 0 0 0,1 6 89 0 0,-1 0-1 0 0,2 0 1 0 0,0 19-1 0 0,0-10-172 0 0,1-6 10 0 0,4 23 0 0 0,-2-14-33 0 0,0-9-1 0 0,0 0 0 0 0,1-1-1 0 0,0 0 1 0 0,1 1 0 0 0,0-2 0 0 0,1 1 0 0 0,1 0-1 0 0,0-1 1 0 0,1-1 0 0 0,0 1 0 0 0,13 13-1 0 0,-19-23-6 0 0,0 0 1 0 0,0 0-1 0 0,0 0 0 0 0,1 0 0 0 0,-1-1 0 0 0,1 1 0 0 0,-1-1 0 0 0,1 0 0 0 0,-1 0 0 0 0,1 0 0 0 0,0 0 0 0 0,0 0 0 0 0,0-1 0 0 0,-1 1 0 0 0,1-1 0 0 0,0 1 0 0 0,0-1 0 0 0,0 0 0 0 0,0 0 0 0 0,0-1 0 0 0,0 1 0 0 0,-1 0 0 0 0,1-1 0 0 0,0 0 0 0 0,0 0 0 0 0,-1 0 0 0 0,1 0 0 0 0,0 0 0 0 0,-1 0 0 0 0,1-1 0 0 0,-1 1 0 0 0,1-1 0 0 0,-1 0 0 0 0,0 0 0 0 0,0 0 0 0 0,0 0 0 0 0,0 0 0 0 0,2-3 0 0 0,11-16 82 0 0,-8 12-25 0 0,0-1 0 0 0,-1 0 0 0 0,10-21 0 0 0,-3 2 180 0 0,-8 21-79 0 0,-1-1 0 0 0,0 0-1 0 0,-1 0 1 0 0,0 0 0 0 0,0 0 0 0 0,1-10-1 0 0,-4 11-63 0 0,2-1 17 0 0,-2-1 0 0 0,1 1 0 0 0,-1-1 0 0 0,-2-12 0 0 0,1 5-72 0 0,1 15-36 0 0,0-1 1 0 0,-1 0-1 0 0,1 1 0 0 0,0-1 1 0 0,-1 1-1 0 0,1-1 1 0 0,-1 1-1 0 0,0 0 0 0 0,0-1 1 0 0,-2-3-1 0 0,-3-6 310 0 0,-5-7 437 0 0,10 19-740 0 0,-1-3 46 0 0,0 0-1 0 0,0 1 1 0 0,0 0-1 0 0,0-1 1 0 0,-1 1 0 0 0,1 0-1 0 0,-1 0 1 0 0,0 0 0 0 0,1 1-1 0 0,-1-1 1 0 0,0 1-1 0 0,0-1 1 0 0,0 1 0 0 0,-6-2-1 0 0,5 2-50 0 0,0 1-1 0 0,1-1 1 0 0,-1 1-1 0 0,0 0 1 0 0,0 0-1 0 0,0 0 1 0 0,1 1-1 0 0,-1 0 1 0 0,0-1-1 0 0,0 1 1 0 0,1 0-1 0 0,-1 0 1 0 0,0 1-1 0 0,1-1 1 0 0,0 1-1 0 0,-1 0 1 0 0,-4 4-1 0 0,-8 6-312 0 0,-23 16-1 0 0,31-22-144 0 0,1 0 1 0 0,-1 0-1 0 0,-6 10 0 0 0,2-4-709 0 0,-2 5-331 0 0</inkml:trace>
</inkml:ink>
</file>

<file path=ppt/ink/ink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12 1376 0 0,'0'0'65'0'0,"-2"0"259"0"0,-6-3 2651 0 0,-8-2 3195 0 0,7 2-5875 0 0,8 3 340 0 0,1 0-105 0 0,0 0-46 0 0,0 0-10 0 0,0 1-362 0 0,-1 1 1 0 0,1-1 0 0 0,-1 1-1 0 0,1-1 1 0 0,-1 0 0 0 0,1 1 0 0 0,-1-1-1 0 0,0 0 1 0 0,-1 3 0 0 0,-3 4 184 0 0,-1 26 373 0 0,6-22-620 0 0,-1 0 0 0 0,1 0-1 0 0,1 0 1 0 0,0 1 0 0 0,1-2 0 0 0,0 1-1 0 0,6 19 1 0 0,2 9 18 0 0,-9-33-68 0 0,0 0 0 0 0,1-1 0 0 0,0 0 0 0 0,1 1 0 0 0,-1-1 0 0 0,1 0 0 0 0,0-1 0 0 0,6 9 0 0 0,0 2 0 0 0,-8-14 0 0 0,0 1 0 0 0,0-1 0 0 0,0 0 0 0 0,1 1 0 0 0,-1-1 0 0 0,1 0 0 0 0,0 0 0 0 0,-1 0 0 0 0,1 0 0 0 0,0 0 0 0 0,0-1 0 0 0,3 3 0 0 0,8 5-2 0 0,-6-5 2 0 0,-1 1-1 0 0,1-1 1 0 0,13 6-1 0 0,-19-10 2 0 0,1 1 0 0 0,-1-1-1 0 0,1 1 1 0 0,0-1 0 0 0,-1 1 0 0 0,1-1 0 0 0,0 0-1 0 0,-1 0 1 0 0,1 0 0 0 0,0 0 0 0 0,0 0 0 0 0,-1 0 0 0 0,1 0-1 0 0,0 0 1 0 0,-1-1 0 0 0,1 1 0 0 0,0-1 0 0 0,-1 1-1 0 0,1-1 1 0 0,-1 0 0 0 0,1 0 0 0 0,-1 1 0 0 0,2-3 0 0 0,42-36 481 0 0,-41 34-380 0 0,0 0 0 0 0,0 0 0 0 0,-1 0 0 0 0,0 0 0 0 0,0 0 0 0 0,0-1 0 0 0,0 1 0 0 0,-1-1 0 0 0,2-6 0 0 0,2-5 179 0 0,1-11 155 0 0,-3 9-104 0 0,-3 14-231 0 0,0 0-1 0 0,-1-1 1 0 0,1 1-1 0 0,-1 0 1 0 0,0-1-1 0 0,0 1 1 0 0,-1 0-1 0 0,0-1 0 0 0,0 1 1 0 0,0 0-1 0 0,0 0 1 0 0,-1 0-1 0 0,0 0 1 0 0,0 0-1 0 0,0 0 0 0 0,-1 0 1 0 0,1 0-1 0 0,-1 1 1 0 0,0 0-1 0 0,-1-1 1 0 0,1 1-1 0 0,-1 0 1 0 0,0 1-1 0 0,0-1 0 0 0,0 1 1 0 0,-6-5-1 0 0,-1 0 23 0 0,6 5-62 0 0,1 0-1 0 0,0 1 0 0 0,-1-1 0 0 0,-6-2 0 0 0,5 3-65 0 0,0 0-1 0 0,-1 0 0 0 0,1 0 0 0 0,0 0 0 0 0,-1 1 0 0 0,0 0 1 0 0,1 1-1 0 0,-1 0 0 0 0,0 0 0 0 0,-10 1 0 0 0,15 0-82 0 0,0 0-1 0 0,0-1 0 0 0,0 1 0 0 0,0 1 0 0 0,0-1 1 0 0,0 0-1 0 0,0 0 0 0 0,0 1 0 0 0,0-1 0 0 0,1 1 1 0 0,-1-1-1 0 0,0 1 0 0 0,1 0 0 0 0,-1 0 0 0 0,1 0 1 0 0,-2 3-1 0 0,-1 3-1018 0 0,0 1 0 0 0,-5 15 0 0 0,5-13 127 0 0,-5 9-4889 0 0</inkml:trace>
</inkml:ink>
</file>

<file path=ppt/ink/ink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 8 8288 0 0,'0'0'381'0'0,"0"0"-6"0"0,-4-4-129 0 0,3 4-146 0 0,-1-1 0 0 0,1 1 0 0 0,0-1-1 0 0,-1 1 1 0 0,1-1 0 0 0,0 1 0 0 0,-1 0-1 0 0,1 0 1 0 0,-1-1 0 0 0,1 1 0 0 0,-1 0 0 0 0,1 0-1 0 0,0 1 1 0 0,-1-1 0 0 0,1 0 0 0 0,-1 0-1 0 0,1 1 1 0 0,0-1 0 0 0,-1 1 0 0 0,1-1-1 0 0,0 1 1 0 0,-1-1 0 0 0,1 1 0 0 0,0 0-1 0 0,0 0 1 0 0,0 0 0 0 0,-1 0 0 0 0,1 0-1 0 0,0 0 1 0 0,-1 1 0 0 0,0 0 96 0 0,0 0 1 0 0,0 0-1 0 0,1 1 0 0 0,-1-1 0 0 0,0 1 1 0 0,1-1-1 0 0,0 1 0 0 0,0-1 1 0 0,-1 1-1 0 0,1 0 0 0 0,1-1 1 0 0,-1 1-1 0 0,0 0 0 0 0,0 5 1 0 0,2 8-197 0 0,1-1 0 0 0,0 1 0 0 0,8 27 0 0 0,-3-15 0 0 0,-3-14 0 0 0,1 0 0 0 0,7 16 0 0 0,-1-4 0 0 0,-8-19 0 0 0,1 0 0 0 0,0 0 0 0 0,0 0 0 0 0,8 9 0 0 0,-6-9 0 0 0,-1 1 0 0 0,6 9 0 0 0,-11-16 0 0 0,1 0 0 0 0,-1 0 0 0 0,1 0 0 0 0,0 0 0 0 0,0 0 0 0 0,-1-1 0 0 0,1 1 0 0 0,0 0 0 0 0,0 0 0 0 0,0-1 0 0 0,1 2 0 0 0,1 0 0 0 0,10 6 0 0 0,-10-7 0 0 0,0-2 0 0 0,9 4 0 0 0,2-3 0 0 0,-11-2 0 0 0,-2 0 0 0 0,3 1 0 0 0,-2 0 0 0 0,0-1 0 0 0,0 1 0 0 0,0 0 0 0 0,0 0 0 0 0,-1-1 0 0 0,1 1 0 0 0,-1-1 0 0 0,1 0 0 0 0,-1 0 0 0 0,2-1 0 0 0,0-1 81 0 0,-1 1 0 0 0,0-1 0 0 0,0 1 0 0 0,0-1 1 0 0,0 0-1 0 0,0 0 0 0 0,-1 0 0 0 0,1 0 0 0 0,0-5 1 0 0,5-40 1046 0 0,-5 34-1021 0 0,-2 11-23 0 0,0 0-1 0 0,0 0 0 0 0,-1 0 0 0 0,1-1 0 0 0,-1 1 0 0 0,0 0 0 0 0,0 1 0 0 0,-2-6 0 0 0,-2-11 609 0 0,4 16-592 0 0,0 0-1 0 0,-1 0 0 0 0,1 1 1 0 0,-4-8-1 0 0,-3-6 12 0 0,5 10 43 0 0,-1 0 1 0 0,0 1-1 0 0,-1-1 0 0 0,1 1 0 0 0,-1 0 0 0 0,-1 1 0 0 0,1-1 0 0 0,-1 1 0 0 0,0 0 0 0 0,-9-6 0 0 0,13 10-140 0 0,0-1 0 0 0,-1 1 0 0 0,1 0 0 0 0,-1 0 1 0 0,1 0-1 0 0,-1 0 0 0 0,0 0 0 0 0,1 0 0 0 0,-1 1 0 0 0,0-1 0 0 0,1 1 0 0 0,-1 0 0 0 0,0 0 1 0 0,-3 0-1 0 0,0 1 11 0 0,-1 0 0 0 0,1 0 0 0 0,0 1 0 0 0,-11 3 0 0 0,15-4-79 0 0,1 0-1 0 0,-1 0 1 0 0,1 0-1 0 0,-1 0 0 0 0,1 1 1 0 0,0-1-1 0 0,0 0 1 0 0,-1 0-1 0 0,1 1 1 0 0,0-1-1 0 0,0 1 0 0 0,0-1 1 0 0,1 1-1 0 0,-1-1 1 0 0,-1 3-1 0 0,-6 10-440 0 0,4-8-203 0 0,0 0-1 0 0,0 1 0 0 0,1 0 1 0 0,0-1-1 0 0,0 1 1 0 0,-2 8-1 0 0,0 2-4970 0 0</inkml:trace>
</inkml:ink>
</file>

<file path=ppt/ink/ink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47 8288 0 0,'0'0'190'0'0,"-4"-9"445"0"0,2 7-445 0 0,0 0 0 0 0,0 0-1 0 0,0 1 1 0 0,-1 0 0 0 0,1-1 0 0 0,-1 1-1 0 0,1 0 1 0 0,-1 0 0 0 0,1 0 0 0 0,-1 0-1 0 0,-4 0 1 0 0,5 0-62 0 0,1 1 0 0 0,0 0 0 0 0,-1 0 0 0 0,1 0 0 0 0,0 0 0 0 0,0 0 0 0 0,-1 0 0 0 0,1 1 0 0 0,0-1 1 0 0,0 0-1 0 0,-1 1 0 0 0,1-1 0 0 0,0 0 0 0 0,0 1 0 0 0,0 0 0 0 0,0-1 0 0 0,0 1 0 0 0,-1 0 0 0 0,1-1 0 0 0,0 1 0 0 0,1 0 0 0 0,-1 0 0 0 0,0 0 0 0 0,0 0 0 0 0,0 0 0 0 0,0 0 0 0 0,1 0 0 0 0,-1 0 0 0 0,-1 3 1 0 0,-9 20 895 0 0,10-22-950 0 0,0-1 1 0 0,1 1-1 0 0,0-1 1 0 0,-1 1-1 0 0,1-1 1 0 0,0 1-1 0 0,0-1 1 0 0,0 1-1 0 0,0-1 1 0 0,0 1-1 0 0,0-1 1 0 0,0 1 0 0 0,1 1-1 0 0,-1 3-14 0 0,0 9-56 0 0,1 0 0 0 0,0 0 0 0 0,6 28 0 0 0,-3-27-4 0 0,11 24 0 0 0,2 3 0 0 0,-12-30 0 0 0,1 0 0 0 0,1-1 0 0 0,0 0 0 0 0,0 0 0 0 0,1 0 0 0 0,1-1 0 0 0,19 19 0 0 0,-24-26 2 0 0,0 1-1 0 0,1-2 0 0 0,0 1 0 0 0,0 0 0 0 0,0-1 0 0 0,0 0 0 0 0,1 0 1 0 0,10 4-1 0 0,-14-6-6 0 0,0-1 1 0 0,0 1 0 0 0,0-1 0 0 0,0 1 0 0 0,0-1-1 0 0,0 1 1 0 0,0-1 0 0 0,0 0 0 0 0,0 0 0 0 0,0 0-1 0 0,0 0 1 0 0,0-1 0 0 0,1 1 0 0 0,-1 0 0 0 0,0-1-1 0 0,0 1 1 0 0,-1-1 0 0 0,1 0 0 0 0,0 0 0 0 0,0 0-1 0 0,0 0 1 0 0,0 0 0 0 0,-1 0 0 0 0,1 0-1 0 0,0-1 1 0 0,-1 1 0 0 0,1-1 0 0 0,-1 1 0 0 0,3-4-1 0 0,7-10-157 0 0,-7 10 192 0 0,-1 0 0 0 0,1 0 0 0 0,-1 0 1 0 0,0 0-1 0 0,0-1 0 0 0,-1 1 0 0 0,1-1 1 0 0,2-11-1 0 0,-3 2 8 0 0,1 0 164 0 0,1-31 0 0 0,-4 35 115 0 0,-1 1 0 0 0,0-1 0 0 0,0 0 0 0 0,-1 0 0 0 0,-1 0 0 0 0,1 1 0 0 0,-2-1 0 0 0,0 1 0 0 0,0 0 0 0 0,-6-10 0 0 0,-2-1-242 0 0,-21-26 0 0 0,29 41-29 0 0,-1 0 1 0 0,0 1 0 0 0,0 0-1 0 0,-1 0 1 0 0,1 0-1 0 0,-1 1 1 0 0,0 0 0 0 0,0 0-1 0 0,-8-3 1 0 0,6 3 244 0 0,4 2-100 0 0,0 0 1 0 0,0 1-1 0 0,0-1 1 0 0,0 1-1 0 0,-7-1 1 0 0,-3 0-79 0 0,10 1-107 0 0,1 0-1 0 0,-1 1 0 0 0,1-1 0 0 0,-1 1 0 0 0,1 0 1 0 0,-1 0-1 0 0,1 0 0 0 0,0 1 0 0 0,-5 0 0 0 0,-11 4-139 0 0,16-5 72 0 0,0 0-1 0 0,0 1 1 0 0,0 0-1 0 0,0-1 1 0 0,0 1-1 0 0,0 0 1 0 0,0 1-1 0 0,1-1 1 0 0,-1 0-1 0 0,0 1 1 0 0,1-1-1 0 0,-1 1 1 0 0,1 0-1 0 0,0 0 1 0 0,-1 0-1 0 0,1 0 1 0 0,0 0-1 0 0,0 1 1 0 0,-2 2-1 0 0,-2 4-556 0 0,6-8 468 0 0,-1 0 1 0 0,0 0-1 0 0,0 0 1 0 0,1 0-1 0 0,-1 0 1 0 0,1 0-1 0 0,-1 0 1 0 0,1 0-1 0 0,-1 0 1 0 0,1 1-1 0 0,0-1 1 0 0,-1 0-1 0 0,1 0 0 0 0,0 1 1 0 0,0 1-1 0 0,0 11-1197 0 0</inkml:trace>
</inkml:ink>
</file>

<file path=ppt/ink/ink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82 920 0 0,'0'0'325'0'0,"0"0"1031"0"0,0 0 452 0 0,-14-6 4391 0 0,-3 6-3919 0 0,4 14-840 0 0,11-11-1408 0 0,0 0 0 0 0,0 0 0 0 0,1 0 0 0 0,-1 0 0 0 0,1 0 0 0 0,0 0-1 0 0,0 0 1 0 0,0 0 0 0 0,0 1 0 0 0,0-1 0 0 0,1 0 0 0 0,0 1 0 0 0,-1-1 0 0 0,1 5 0 0 0,2 5 121 0 0,-1-1-1 0 0,6 20 1 0 0,-1-2-58 0 0,-4-20-95 0 0,0 0 0 0 0,1-1 0 0 0,0 1 0 0 0,1-1 0 0 0,0 0 0 0 0,8 14 0 0 0,-6-9-3 0 0,-5-11 4 0 0,0-1 0 0 0,1 1 0 0 0,-1-1 0 0 0,0 1 0 0 0,1-1 0 0 0,0 1 0 0 0,-1-1 0 0 0,1 0 0 0 0,0 1 1 0 0,0-1-1 0 0,1 0 0 0 0,-1 0 0 0 0,3 1 0 0 0,-4-2 0 0 0,0 0 1 0 0,0 0 0 0 0,0 0-1 0 0,0 0 1 0 0,1 0 0 0 0,-1-1-1 0 0,0 1 1 0 0,1 0 0 0 0,-1-1-1 0 0,1 1 1 0 0,-1-1 0 0 0,1 1 0 0 0,-1-1-1 0 0,1 0 1 0 0,-1 1 0 0 0,1-1-1 0 0,-1 0 1 0 0,1 0 0 0 0,-1 0-1 0 0,1 0 1 0 0,-1-1 0 0 0,1 1-1 0 0,-1 0 1 0 0,1-1 0 0 0,-1 1 0 0 0,1-1-1 0 0,-1 1 1 0 0,0-1 0 0 0,1 0-1 0 0,-1 1 1 0 0,0-1 0 0 0,1 0-1 0 0,-1 0 1 0 0,1-1 0 0 0,1 0-1 0 0,0-1 5 0 0,1 1 1 0 0,-1-1 0 0 0,-1 0 0 0 0,1 0 0 0 0,0-1-1 0 0,-1 1 1 0 0,1-1 0 0 0,-1 1 0 0 0,3-7 0 0 0,14-38 235 0 0,-19 46-228 0 0,4-9 612 0 0,3-24 0 0 0,-5 22-445 0 0,-1 5-44 0 0,0 1 0 0 0,-1-1 0 0 0,0 1 0 0 0,0-1 0 0 0,-1 0 0 0 0,-2-12 0 0 0,-2 0 629 0 0,-9-24-1 0 0,12 40-619 0 0,0 0-1 0 0,0-1 0 0 0,0 2 0 0 0,-1-1 1 0 0,1 0-1 0 0,-1 0 0 0 0,0 1 1 0 0,-6-6-1 0 0,-2-1-174 0 0,-17-11 1 0 0,25 19 11 0 0,-3-1 1 0 0,-10 3 22 0 0,14 0-6 0 0,-3-1 14 0 0,3 1-10 0 0,1-1-1 0 0,0 1 1 0 0,-1 0 0 0 0,1 0-1 0 0,-1 0 1 0 0,1 0-1 0 0,-1 0 1 0 0,1 0-1 0 0,0 0 1 0 0,-1 1 0 0 0,1-1-1 0 0,-1 1 1 0 0,-1 0-1 0 0,1-1-47 0 0,0 1 0 0 0,0 0 0 0 0,0 0-1 0 0,0 1 1 0 0,0-1 0 0 0,1 0 0 0 0,-1 1-1 0 0,0-1 1 0 0,1 1 0 0 0,-1-1 0 0 0,1 1-1 0 0,-2 2 1 0 0,-7 6-319 0 0,8-6-35 0 0,2 1 242 0 0,0 1-704 0 0,0 0 0 0 0,0 0 0 0 0,1 0 0 0 0,0 1-1 0 0,2 7 1 0 0,1-2-4542 0 0</inkml:trace>
</inkml:ink>
</file>

<file path=ppt/ink/ink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24 2760 0 0,'-1'-1'207'0'0,"-14"-12"1690"0"0,8 5 721 0 0,-2 7 2841 0 0,-8 4-3888 0 0,16-3-1488 0 0,-1 0 1 0 0,1 1 0 0 0,0-1 0 0 0,0 0 0 0 0,0 1 0 0 0,-1-1 0 0 0,1 1 0 0 0,0 0 0 0 0,0-1 0 0 0,0 1 0 0 0,0 0-1 0 0,0-1 1 0 0,0 1 0 0 0,0 0 0 0 0,0 0 0 0 0,0 0 0 0 0,0 0 0 0 0,0 0 0 0 0,0 2 0 0 0,-14 24 531 0 0,12-21-366 0 0,1-3-178 0 0,1 0-1 0 0,0 0 0 0 0,0 0 1 0 0,1 1-1 0 0,-2 4 0 0 0,-1 9 123 0 0,1-10-157 0 0,1 1-1 0 0,0-1 1 0 0,0 1 0 0 0,1-1 0 0 0,0 1-1 0 0,0 0 1 0 0,1-1 0 0 0,0 1 0 0 0,0-1 0 0 0,1 0-1 0 0,2 9 1 0 0,2 3-5 0 0,-5-15-27 0 0,0 0 1 0 0,0 1-1 0 0,0-1 1 0 0,3 4-1 0 0,1 1-4 0 0,1 2 0 0 0,0-1 0 0 0,5 16 0 0 0,-10-23 1 0 0,0 0-1 0 0,0-1 0 0 0,1 1 0 0 0,-1 0 1 0 0,1-1-1 0 0,-1 1 0 0 0,1-1 0 0 0,0 1 1 0 0,0-1-1 0 0,5 4 0 0 0,0-1-1 0 0,0 0 0 0 0,11 5-1 0 0,-1 0-9 0 0,-16-9 7 0 0,0-1-1 0 0,0 1 1 0 0,0-1-1 0 0,1 1 0 0 0,-1-1 1 0 0,0 1-1 0 0,0-1 1 0 0,1 0-1 0 0,-1 0 0 0 0,0 0 1 0 0,1 0-1 0 0,1 0 0 0 0,-2 1 5 0 0,0-1 0 0 0,-1 0 0 0 0,1 0 0 0 0,0 0 0 0 0,0 0 0 0 0,0 0 0 0 0,0 0 0 0 0,0 0 0 0 0,0 0 0 0 0,0-1 0 0 0,0 1 0 0 0,-1 0 0 0 0,1 0 0 0 0,0-1 0 0 0,0 1 0 0 0,0-1 0 0 0,0 1 0 0 0,-1 0 0 0 0,1-1 0 0 0,1 0 0 0 0,1-2 0 0 0,0 1 6 0 0,1 0-1 0 0,-1-1 1 0 0,0 1-1 0 0,0-1 1 0 0,0 0-1 0 0,0 0 1 0 0,0 0-1 0 0,0-1 1 0 0,-1 1-1 0 0,5-8 1 0 0,-1-2 59 0 0,9-26 1 0 0,-11 26-32 0 0,-3 7 52 0 0,0 0 1 0 0,0 1-1 0 0,-1-1 0 0 0,0 0 1 0 0,0 0-1 0 0,0 0 0 0 0,-1 1 1 0 0,-2-9-1 0 0,2 9 26 0 0,-1 0-1 0 0,1 0 1 0 0,-1 0-1 0 0,-1 0 1 0 0,1 0-1 0 0,-1 0 1 0 0,0 1-1 0 0,0-1 1 0 0,0 1-1 0 0,0 0 1 0 0,-1 0-1 0 0,-5-4 1 0 0,-1-1 127 0 0,0 0 0 0 0,-1 1-1 0 0,-20-12 1 0 0,25 17-211 0 0,2 0 0 0 0,0 1-1 0 0,-1-1 0 0 0,0 1 0 0 0,0 0 1 0 0,1 0-1 0 0,-1 0 0 0 0,-1 1 1 0 0,1-1-1 0 0,0 1 0 0 0,-9 0 0 0 0,13 1-27 0 0,1 0 0 0 0,-1 0 0 0 0,1-1 0 0 0,0 1 0 0 0,-1 0 0 0 0,1 0 0 0 0,-1 0 0 0 0,1 0 0 0 0,-1 0 0 0 0,1 0 0 0 0,-1 1 0 0 0,1-1 0 0 0,0 0 0 0 0,-1 0 0 0 0,1 0 0 0 0,-1 0 0 0 0,1 0 0 0 0,0 1 0 0 0,-1-1 0 0 0,1 0 0 0 0,0 0 0 0 0,-1 1-1 0 0,1-1 1 0 0,0 0 0 0 0,-1 0 0 0 0,1 1 0 0 0,0-1 0 0 0,-1 0 0 0 0,1 1 0 0 0,0-1 0 0 0,0 1 0 0 0,-1-1 0 0 0,1 1 0 0 0,-1 0-13 0 0,-9 7-86 0 0,9-7 65 0 0,-1 0 0 0 0,1 0 0 0 0,0 0 0 0 0,-1 0 0 0 0,1 0 0 0 0,0 0 0 0 0,0 0 0 0 0,-1 0 0 0 0,1 1 0 0 0,0-1 0 0 0,0 1 0 0 0,0-1 0 0 0,1 1 0 0 0,-1-1 0 0 0,0 1 0 0 0,1-1 0 0 0,-2 3 0 0 0,-2 10-698 0 0,3-12-111 0 0,0 1 0 0 0,1-1 1 0 0,-1 1-1 0 0,0 0 1 0 0,1-1-1 0 0,-1 5 1 0 0,1 9-5386 0 0</inkml:trace>
</inkml:ink>
</file>

<file path=ppt/ink/ink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162 40 10136 0 0,'0'0'230'0'0,"0"0"30"0"0,0 0 19 0 0,-4-5 8 0 0,-9-3-210 0 0,2-2 858 0 0,10 9-684 0 0,-1-1 1 0 0,1 1 0 0 0,0 0-1 0 0,-1 0 1 0 0,1-1 0 0 0,-1 1-1 0 0,1 0 1 0 0,-1 0 0 0 0,1 1-1 0 0,-1-1 1 0 0,-3-1 0 0 0,4 2-223 0 0,1-1 49 0 0,-1 1 0 0 0,0 0 1 0 0,0-1-1 0 0,-1 1 0 0 0,1 0 1 0 0,0 0-1 0 0,0 0 0 0 0,0 0 1 0 0,0 0-1 0 0,0 0 0 0 0,0 0 1 0 0,0 0-1 0 0,0 0 1 0 0,0 0-1 0 0,-1 1 0 0 0,0 1 20 0 0,-1 0-1 0 0,1 0 1 0 0,0 0-1 0 0,0 0 1 0 0,1 0-1 0 0,-1 0 1 0 0,0 1-1 0 0,-1 2 0 0 0,1-1-97 0 0,0 0 0 0 0,0 1 0 0 0,0-1 0 0 0,0 1 0 0 0,1-1 0 0 0,0 1 0 0 0,0 0 0 0 0,0-1 0 0 0,1 1 0 0 0,-1 0 0 0 0,1 5 0 0 0,1 7 0 0 0,5 29 0 0 0,-5-34 0 0 0,2 1 0 0 0,0-1 0 0 0,1 0 0 0 0,0 0 0 0 0,8 17 0 0 0,-9-24 0 0 0,1 3 0 0 0,0 0 0 0 0,1-1 0 0 0,0 1 0 0 0,0-1 0 0 0,0-1 0 0 0,1 1 0 0 0,0-1 0 0 0,1 0 0 0 0,-1 0 0 0 0,9 5 0 0 0,-13-9 0 0 0,1-1 0 0 0,-1 0 0 0 0,1 0 0 0 0,-1 0 0 0 0,1-1 0 0 0,2 1 0 0 0,10 3 0 0 0,-14-3 0 0 0,-1-1 0 0 0,1 1 0 0 0,0-1 0 0 0,0 0 0 0 0,0 0 0 0 0,0 1 0 0 0,0-1 0 0 0,0 0 0 0 0,0 0 0 0 0,0 0 0 0 0,0 0 0 0 0,-1 0 0 0 0,1 0 0 0 0,0-1 0 0 0,0 1 0 0 0,0 0 0 0 0,0 0 0 0 0,0-1 0 0 0,0 1 0 0 0,0 0 0 0 0,-1-1 0 0 0,1 1 0 0 0,0-1 0 0 0,1 0 0 0 0,0-1 0 0 0,-1 1 0 0 0,1-1 0 0 0,0 0 0 0 0,-1 1 0 0 0,0-1 0 0 0,2-3 0 0 0,-2 4 0 0 0,11-14 0 0 0,-10 13 0 0 0,0 0 0 0 0,0 0 0 0 0,0 0 0 0 0,-1-1 0 0 0,1 1 0 0 0,-1 0 0 0 0,0-1 0 0 0,2-2 0 0 0,-2 1 6 0 0,3-5 144 0 0,-1 0 0 0 0,-1 0 0 0 0,1 0 0 0 0,-1-1 0 0 0,-1 1 0 0 0,1-11 0 0 0,-2 12 20 0 0,0 1-1 0 0,-1-1 0 0 0,0 1 0 0 0,0-1 0 0 0,-4-12 0 0 0,3 15-23 0 0,0 1-1 0 0,0 0 0 0 0,0-1 1 0 0,-1 1-1 0 0,1 0 1 0 0,-1 0-1 0 0,0 0 1 0 0,0 1-1 0 0,-1-1 1 0 0,-4-3-1 0 0,2 2-118 0 0,1 0-1 0 0,-1 1 1 0 0,-1 0-1 0 0,1 0 1 0 0,-1 0 0 0 0,0 1-1 0 0,1 0 1 0 0,-1 1-1 0 0,-1-1 1 0 0,1 1-1 0 0,0 1 1 0 0,0-1 0 0 0,-1 1-1 0 0,1 0 1 0 0,-15 1-1 0 0,17 0-26 0 0,0 0 0 0 0,1 0 0 0 0,-1 0 0 0 0,0 1 0 0 0,1 0 0 0 0,-1 0 0 0 0,0 0 0 0 0,1 0 0 0 0,-1 1 0 0 0,1-1 0 0 0,-8 5 0 0 0,-1 3-155 0 0,11-8 17 0 0,0 0-1 0 0,0 0 1 0 0,0 1-1 0 0,0-1 0 0 0,0 1 1 0 0,0-1-1 0 0,0 1 0 0 0,0 0 1 0 0,1 0-1 0 0,-2 2 0 0 0,2-3-91 0 0,1-1 0 0 0,-1 1 0 0 0,0 0 0 0 0,1 0 0 0 0,-1-1 0 0 0,0 1 0 0 0,0 0 0 0 0,1-1 0 0 0,-1 1 0 0 0,0-1 0 0 0,0 1 0 0 0,0-1 0 0 0,0 1 0 0 0,0-1 0 0 0,-1 1 0 0 0,0 0-779 0 0,-1 1-4789 0 0</inkml:trace>
</inkml:ink>
</file>

<file path=ppt/ink/ink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43 7776 0 0,'0'0'356'0'0,"0"0"-8"0"0,-14 0 2317 0 0,-7 0 1890 0 0,20 0-4011 0 0,0 2-29 0 0,-2 5-309 0 0,0 0 0 0 0,1 0-1 0 0,0 0 1 0 0,0 0-1 0 0,1 1 1 0 0,0-1 0 0 0,0 1-1 0 0,0-1 1 0 0,2 15-1 0 0,11 41 403 0 0,-7-32-608 0 0,1 0 0 0 0,2 0 0 0 0,21 51 0 0 0,-27-76-18 0 0,0 0 0 0 0,1-1 0 0 0,0 1 0 0 0,0 0 0 0 0,1-1 0 0 0,-1 1-1 0 0,1-1 1 0 0,1 0 0 0 0,-1-1 0 0 0,0 1 0 0 0,1-1 0 0 0,0 0 0 0 0,0 0 0 0 0,11 7-1 0 0,-14-11 19 0 0,-1 1-1 0 0,1-1 1 0 0,0 0-1 0 0,-1 0 0 0 0,1 1 1 0 0,0-1-1 0 0,-1 0 1 0 0,1 0-1 0 0,0-1 0 0 0,0 1 1 0 0,-1 0-1 0 0,1-1 1 0 0,0 1-1 0 0,-1 0 0 0 0,1-1 1 0 0,-1 0-1 0 0,1 1 1 0 0,-1-1-1 0 0,1 0 0 0 0,-1 0 1 0 0,1 0-1 0 0,1-1 1 0 0,0-1 1 0 0,0 1 1 0 0,0-1-1 0 0,0 1 1 0 0,-1-1-1 0 0,1 0 1 0 0,-1 0-1 0 0,1 0 1 0 0,3-7-1 0 0,1-5 157 0 0,-1 4-227 0 0,-1 0-1 0 0,-1 0 1 0 0,6-19-1 0 0,-5 8 93 0 0,-1 0-1 0 0,2-38 1 0 0,-6 49 116 0 0,0 1 0 0 0,-1-1-1 0 0,0 0 1 0 0,-1 1 0 0 0,0-1 0 0 0,-1 1 0 0 0,-7-19 0 0 0,3 9 408 0 0,6 16-477 0 0,0 0 0 0 0,-1-1 0 0 0,1 1 0 0 0,-1 0 0 0 0,0 0 0 0 0,0 0 0 0 0,-5-5 0 0 0,-2-3-19 0 0,4 7 74 0 0,1-1 1 0 0,-1 1 0 0 0,-1-1-1 0 0,1 1 1 0 0,-1 1 0 0 0,-6-5-1 0 0,5 4 22 0 0,5 4-126 0 0,0 0 0 0 0,0-1 1 0 0,-1 1-1 0 0,1 0 0 0 0,0 0 0 0 0,0 0 0 0 0,0 0 0 0 0,-1 1 1 0 0,1-1-1 0 0,-1 1 0 0 0,1-1 0 0 0,0 1 0 0 0,-1 0 0 0 0,1 0 0 0 0,-6 0 1 0 0,4 1 15 0 0,-1 0 1 0 0,0 0 0 0 0,0 0 0 0 0,0 1-1 0 0,0 0 1 0 0,1 0 0 0 0,-1 0 0 0 0,1 1-1 0 0,-1-1 1 0 0,1 1 0 0 0,-6 5-1 0 0,3-1-523 0 0,1 0 0 0 0,0 0-1 0 0,0 0 1 0 0,1 1 0 0 0,-7 11-1 0 0,9-13 59 0 0,0 0 0 0 0,1 0 0 0 0,0 0 0 0 0,0 0-1 0 0,0 0 1 0 0,0 9 0 0 0,0 14-1106 0 0</inkml:trace>
</inkml:ink>
</file>

<file path=ppt/ink/ink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45 6936 0 0,'0'0'316'0'0,"0"0"-3"0"0,-2 1-202 0 0,-36 22 2599 0 0,27-14-1530 0 0,6-4-960 0 0,0-2 5 0 0,0 1 0 0 0,1 0 0 0 0,-1 0-1 0 0,1 1 1 0 0,0 0 0 0 0,0-1 0 0 0,0 1 0 0 0,1 1-1 0 0,0-1 1 0 0,0 0 0 0 0,-5 11 0 0 0,-3 12 433 0 0,8-21-485 0 0,0 0 0 0 0,0 0-1 0 0,-2 12 1 0 0,5-14-153 0 0,0 0 0 0 0,0 0-1 0 0,1 1 1 0 0,0-1 0 0 0,0 0 0 0 0,0 0 0 0 0,1 0 0 0 0,0-1 0 0 0,3 10 0 0 0,-1-6-12 0 0,-1 0-8 0 0,1 0 0 0 0,0 1 0 0 0,1-2 0 0 0,7 11 0 0 0,-10-15 0 0 0,1 1 0 0 0,0-1 0 0 0,0 0 0 0 0,0-1 0 0 0,0 1 0 0 0,0 0 0 0 0,1-1 0 0 0,-1 0 0 0 0,1 1 0 0 0,0-1 0 0 0,3 1 0 0 0,3 0 3 0 0,-6-1 2 0 0,-1 0 0 0 0,1-1 0 0 0,0 0 0 0 0,0 0 0 0 0,0 0 0 0 0,0 0 0 0 0,0-1 0 0 0,0 1 0 0 0,0-1 0 0 0,0 0 0 0 0,7-1 1 0 0,0-1-6 0 0,-8 2 0 0 0,0 0 0 0 0,0-1 0 0 0,0 1 0 0 0,0-1 0 0 0,-1 0 0 0 0,1 0 0 0 0,0 0 0 0 0,-1 0 0 0 0,1 0 0 0 0,0-1 0 0 0,-1 1 0 0 0,4-3 0 0 0,4-5 18 0 0,0-1 0 0 0,-1 0 0 0 0,0-1 0 0 0,11-17 0 0 0,-11 12 205 0 0,0 0 1 0 0,0-1-1 0 0,7-23 0 0 0,-3 6 441 0 0,-11 29-539 0 0,-1 0-1 0 0,1 0 1 0 0,-1 0-1 0 0,0-1 0 0 0,-1 1 1 0 0,1 0-1 0 0,-1-1 0 0 0,0 1 1 0 0,-1-6-1 0 0,0-10 454 0 0,0 17-488 0 0,1 1 1 0 0,-1-1-1 0 0,1 1 1 0 0,-1 0-1 0 0,0 0 1 0 0,-1-1 0 0 0,1 1-1 0 0,0 0 1 0 0,-1 0-1 0 0,0 0 1 0 0,1 0-1 0 0,-4-3 1 0 0,-1-2 151 0 0,-1 1-1 0 0,-12-12 1 0 0,16 18-224 0 0,1-1 0 0 0,-1 1 0 0 0,1 0-1 0 0,-1 0 1 0 0,0 0 0 0 0,1 0 0 0 0,-1 0 0 0 0,0 0-1 0 0,0 1 1 0 0,1 0 0 0 0,-1-1 0 0 0,0 1-1 0 0,-5 0 1 0 0,-16-2 57 0 0,22 2-76 0 0,0 0 0 0 0,0-1 0 0 0,0 1 0 0 0,1 0 0 0 0,-1 1 0 0 0,0-1 0 0 0,0 0 0 0 0,0 1 0 0 0,1-1 0 0 0,-1 1 0 0 0,0-1 0 0 0,0 1 0 0 0,-2 1 0 0 0,-25 16-83 0 0,19-12 20 0 0,8-4-9 0 0,-1 1 0 0 0,1-1 1 0 0,-1 0-1 0 0,1 1 0 0 0,0 0 1 0 0,0-1-1 0 0,0 1 0 0 0,0 0 1 0 0,1 0-1 0 0,-1 0 0 0 0,1 0 1 0 0,-2 4-1 0 0,-4 18-1796 0 0,5-2-3286 0 0,2-8-737 0 0</inkml:trace>
</inkml:ink>
</file>

<file path=ppt/ink/ink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106 44 10136 0 0,'0'0'230'0'0,"-6"-5"548"0"0,2 3-1142 0 0,2 1 690 0 0,1 0 1 0 0,-1 0-1 0 0,0 0 0 0 0,0 0 1 0 0,1 0-1 0 0,-1 1 0 0 0,0-1 1 0 0,0 1-1 0 0,0-1 1 0 0,0 1-1 0 0,0 0 0 0 0,0 0 1 0 0,0 0-1 0 0,-3 0 1 0 0,-10 3 506 0 0,13-2-756 0 0,0-1 0 0 0,0 0 0 0 0,0 1 1 0 0,0-1-1 0 0,0 1 0 0 0,0-1 0 0 0,0 1 1 0 0,0 0-1 0 0,0 0 0 0 0,-2 1 0 0 0,0 6-60 0 0,-2 5 89 0 0,4-9 61 0 0,0-1 0 0 0,0 1-1 0 0,1 0 1 0 0,0 0 0 0 0,-1 0 0 0 0,1 0 0 0 0,0 8-1 0 0,-1 18 156 0 0,1-23-275 0 0,1 0 1 0 0,-1 0 0 0 0,1-1 0 0 0,1 1 0 0 0,1 13-1 0 0,8 34-47 0 0,-9-49 0 0 0,0 0 0 0 0,0-1 0 0 0,1 1 0 0 0,0-1 0 0 0,0 0 0 0 0,3 6 0 0 0,4 8 0 0 0,-8-15 0 0 0,1 0 0 0 0,0 0 0 0 0,-1 0 0 0 0,2 0 0 0 0,-1 0 0 0 0,0-1 0 0 0,0 1 0 0 0,4 2 0 0 0,-3-2 0 0 0,0 0 0 0 0,0 0 0 0 0,-1 0 0 0 0,4 6 0 0 0,-4-7 0 0 0,0 0 0 0 0,0 1 0 0 0,0-1 0 0 0,0 0 0 0 0,0 0 0 0 0,0 0 0 0 0,1 0 0 0 0,-1 0 0 0 0,1-1 0 0 0,-1 1 0 0 0,1-1 0 0 0,0 0 0 0 0,-1 0 0 0 0,6 2 0 0 0,-6-2 0 0 0,1-1 0 0 0,-1 1 0 0 0,1-1 0 0 0,-1 1 0 0 0,1-1 0 0 0,-1 0 0 0 0,1 0 0 0 0,-1 0 0 0 0,1 0 0 0 0,-1 0 0 0 0,1-1 0 0 0,-1 1 0 0 0,0-1 0 0 0,1 0 0 0 0,-1 1 0 0 0,1-1 0 0 0,-1 0 0 0 0,3-2 0 0 0,5-5-5 0 0,0 0-1 0 0,0 0 1 0 0,-1-1-1 0 0,0 0 0 0 0,-1 0 1 0 0,0-1-1 0 0,-1 0 0 0 0,0-1 1 0 0,0 1-1 0 0,-1-1 1 0 0,0-1-1 0 0,-1 1 0 0 0,6-21 1 0 0,-9 22-64 0 0,1-2 46 0 0,0 0 0 0 0,-1 0 1 0 0,1-25-1 0 0,-2 33 106 0 0,-1 1 1 0 0,0-1-1 0 0,0 1 1 0 0,-1 0-1 0 0,1-1 1 0 0,-1 1-1 0 0,1-1 1 0 0,-1 1-1 0 0,0 0 1 0 0,-1 0-1 0 0,1-1 1 0 0,0 1 0 0 0,-4-6-1 0 0,-3-3 327 0 0,7 9-321 0 0,-1 0-1 0 0,1 0 0 0 0,-1 0 1 0 0,0 1-1 0 0,0-1 1 0 0,-1 0-1 0 0,-4-3 0 0 0,3 2-88 0 0,2 2 0 0 0,0 0 0 0 0,-1 0 0 0 0,1 0 0 0 0,-1 1 0 0 0,0-1 0 0 0,0 1 0 0 0,1-1 0 0 0,-5 0 0 0 0,-6-3 6 0 0,11 4-1 0 0,0 0 1 0 0,-1 0-1 0 0,0 0 0 0 0,1 0 1 0 0,-1 0-1 0 0,1 1 0 0 0,-1-1 0 0 0,0 1 1 0 0,1 0-1 0 0,-5 0 0 0 0,-46 15 78 0 0,52-14-99 0 0,0-1 0 0 0,0 1 1 0 0,0-1-1 0 0,0 1 0 0 0,0 0 0 0 0,0-1 0 0 0,0 1 1 0 0,0 0-1 0 0,0 0 0 0 0,1 0 0 0 0,-1 0 0 0 0,0 0 1 0 0,1-1-1 0 0,-1 1 0 0 0,0 0 0 0 0,1 1 1 0 0,-1-1-1 0 0,1 0 0 0 0,-1 1 0 0 0,-6 12-705 0 0,4-11 527 0 0,-2 4-1692 0 0,5 0-2123 0 0,4 4-2235 0 0</inkml:trace>
</inkml:ink>
</file>

<file path=ppt/ink/ink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20 10136 0 0,'0'0'230'0'0,"0"0"30"0"0,0 0 19 0 0,-1-2-40 0 0,1 1-191 0 0,-2-2-38 0 0,-9-3-20 0 0,10 5 71 0 0,0 1 1 0 0,0-1 0 0 0,-1 0-1 0 0,1 0 1 0 0,0 1 0 0 0,-1-1-1 0 0,1 1 1 0 0,0-1 0 0 0,-1 1-1 0 0,1 0 1 0 0,0-1 0 0 0,-1 1-1 0 0,1 0 1 0 0,-1 0 0 0 0,1 0-1 0 0,0 0 1 0 0,-1 0 0 0 0,1 0-1 0 0,-1 1 1 0 0,1-1 0 0 0,0 0-1 0 0,-1 1 1 0 0,-1 0 0 0 0,2 0 36 0 0,0-1 0 0 0,0 0 1 0 0,0 1-1 0 0,0-1 0 0 0,0 0 1 0 0,1 1-1 0 0,-1-1 0 0 0,0 0 1 0 0,0 0-1 0 0,0 0 0 0 0,0 0 1 0 0,-2 0-1 0 0,2 0-64 0 0,1 0-1 0 0,-1 0 0 0 0,1 0 1 0 0,-1 0-1 0 0,0 0 1 0 0,1 0-1 0 0,-1 0 1 0 0,0 0-1 0 0,1 0 1 0 0,-1 0-1 0 0,1 0 1 0 0,-1 1-1 0 0,0-1 0 0 0,1 0 1 0 0,-1 1-1 0 0,1-1 1 0 0,-1 0-1 0 0,1 1 1 0 0,-1-1-1 0 0,1 0 1 0 0,-1 1-1 0 0,0 0 1 0 0,-1 2 107 0 0,-1-1 1 0 0,1 1-1 0 0,0 0 1 0 0,0 0-1 0 0,0 1 1 0 0,0-1-1 0 0,1 0 1 0 0,-1 1 0 0 0,1-1-1 0 0,0 1 1 0 0,0-1-1 0 0,0 1 1 0 0,1-1-1 0 0,-1 1 1 0 0,1 0-1 0 0,0-1 1 0 0,0 5-1 0 0,-3 16-233 0 0,3-19 87 0 0,-1 1 1 0 0,0-1-1 0 0,1 0 0 0 0,1 6 0 0 0,2 21 63 0 0,2-1 0 0 0,1-1 0 0 0,16 47 0 0 0,-18-67-58 0 0,1 0 0 0 0,1 0 0 0 0,-1-1 0 0 0,11 13 0 0 0,-12-18-9 0 0,1 0 0 0 0,0 0 0 0 0,0-1-1 0 0,0 1 1 0 0,0-1 0 0 0,1-1-1 0 0,-1 1 1 0 0,8 2 0 0 0,-2 0-30 0 0,-10-5 40 0 0,1 1 1 0 0,-1-1-1 0 0,1 0 1 0 0,-1 1-1 0 0,1-1 0 0 0,-1 0 1 0 0,1 0-1 0 0,-1 0 1 0 0,1 0-1 0 0,-1 0 1 0 0,1 0-1 0 0,-1-1 1 0 0,1 1-1 0 0,-1 0 1 0 0,0-1-1 0 0,1 1 0 0 0,-1-1 1 0 0,0 0-1 0 0,1 1 1 0 0,-1-1-1 0 0,0 0 1 0 0,2-1-1 0 0,0 0 10 0 0,-1 0 0 0 0,1 0 1 0 0,-1-1-1 0 0,1 1 0 0 0,-1-1 0 0 0,0 0 0 0 0,4-4 0 0 0,5-9-11 0 0,-9 14 0 0 0,0 0 0 0 0,-1-1 0 0 0,1 1 0 0 0,0-1 0 0 0,-1 1 0 0 0,0-1 0 0 0,2-4 0 0 0,1-5 43 0 0,15-55 1044 0 0,-18 60-987 0 0,0 0-1 0 0,0 1 0 0 0,-1-1 1 0 0,0 0-1 0 0,0 0 0 0 0,-1 0 1 0 0,1 1-1 0 0,-3-8 0 0 0,1 6-18 0 0,0 1 0 0 0,0-1 0 0 0,-1 1 0 0 0,0 0 0 0 0,0 0 0 0 0,0 0 0 0 0,-1 0-1 0 0,-1 1 1 0 0,1-1 0 0 0,-1 1 0 0 0,0 0 0 0 0,0 0 0 0 0,0 1 0 0 0,-1 0 0 0 0,0 0 0 0 0,0 0-1 0 0,-9-5 1 0 0,4 2 250 0 0,9 7-308 0 0,1 0 0 0 0,0 0 0 0 0,-1 0 0 0 0,1 0 1 0 0,-1 0-1 0 0,1 0 0 0 0,-1 0 0 0 0,1 0 0 0 0,-1 1 0 0 0,0-1 0 0 0,-2 0 0 0 0,-22-4-23 0 0,24 5 2 0 0,0 0-1 0 0,0 0 0 0 0,0 0 0 0 0,-1 0 1 0 0,1 0-1 0 0,0 0 0 0 0,0 1 1 0 0,-5 0-1 0 0,-6 2-77 0 0,-12 3-736 0 0,25-6 761 0 0,-1 1 0 0 0,1-1 0 0 0,0 1 0 0 0,-1-1 0 0 0,1 1 0 0 0,-1-1 0 0 0,1 1 0 0 0,0-1 0 0 0,-1 1 0 0 0,1 0 0 0 0,0-1 0 0 0,0 1 0 0 0,-1 0 0 0 0,1-1 0 0 0,0 1 0 0 0,0 0 0 0 0,0 0 0 0 0,-1 1-119 0 0,-7 38-3660 0 0,3-25-1967 0 0</inkml:trace>
</inkml:ink>
</file>

<file path=ppt/ink/ink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37 4608 0 0,'0'0'208'0'0,"-10"-9"32"0"0,9 7 109 0 0,-1 0 0 0 0,1 0 0 0 0,-1 1 0 0 0,0-1 0 0 0,0 0-1 0 0,0 1 1 0 0,-4-3 0 0 0,-1-3 2534 0 0,6 6-1020 0 0,0 1-730 0 0,-11-1 63 0 0,10 1-1089 0 0,1 0-1 0 0,0-1 0 0 0,-1 1 1 0 0,1 0-1 0 0,0 0 0 0 0,-1 0 1 0 0,1 0-1 0 0,0 0 1 0 0,-1 0-1 0 0,1 0 0 0 0,-1 1 1 0 0,1-1-1 0 0,0 0 0 0 0,0 1 1 0 0,-1-1-1 0 0,1 1 1 0 0,0 0-1 0 0,0-1 0 0 0,-1 1 1 0 0,1 0-1 0 0,0 0 1 0 0,0-1-1 0 0,0 1 0 0 0,0 0 1 0 0,0 0-1 0 0,0 0 0 0 0,-1 2 1 0 0,-12 18 735 0 0,7-10-614 0 0,5-7-170 0 0,0 0 0 0 0,-1 0-1 0 0,2 0 1 0 0,-1 0 0 0 0,0 0 0 0 0,-1 8-1 0 0,-1 3 31 0 0,3-12-84 0 0,0 0 0 0 0,0 0 0 0 0,1 0 0 0 0,-1 0 0 0 0,1 0-1 0 0,0 0 1 0 0,-1 0 0 0 0,2 5 0 0 0,1 4 6 0 0,-2-5-5 0 0,1 0 0 0 0,0 0-1 0 0,1 0 1 0 0,0 0 0 0 0,0 0 0 0 0,1 0 0 0 0,-1-1 0 0 0,5 7-1 0 0,5 8-4 0 0,-8-14 0 0 0,0 0 0 0 0,0 0 0 0 0,0-1 0 0 0,1 0 0 0 0,7 7 0 0 0,-9-10 0 0 0,1 1-10 0 0,0 0 1 0 0,0 0-1 0 0,0-1 0 0 0,1 1 1 0 0,-1-1-1 0 0,1-1 1 0 0,7 4-1 0 0,-1-1-41 0 0,-6-3 20 0 0,-1 0-1 0 0,1 0 1 0 0,0-1 0 0 0,-1 0-1 0 0,1 1 1 0 0,0-2 0 0 0,0 1-1 0 0,0 0 1 0 0,0-1-1 0 0,0 0 1 0 0,0 0 0 0 0,6-1-1 0 0,-9 0 13 0 0,1 1 0 0 0,0-1 1 0 0,0 1-1 0 0,0-1 0 0 0,0 0 0 0 0,0 0 1 0 0,0 0-1 0 0,0-1 0 0 0,0 1 1 0 0,0-1-1 0 0,-1 1 0 0 0,1-1 1 0 0,-1 0-1 0 0,3-2 0 0 0,1-3 8 0 0,-1 3 0 0 0,-1-1 1 0 0,0 0 0 0 0,0 0-1 0 0,0 0 1 0 0,-1 0-1 0 0,0-1 1 0 0,4-8-1 0 0,-3 6 18 0 0,-2 2 22 0 0,1 0 0 0 0,-2 1 0 0 0,3-11 0 0 0,2-8 146 0 0,-5 20-81 0 0,1-1 0 0 0,-1 1 0 0 0,0-1 0 0 0,-1 1 0 0 0,1-1 0 0 0,-1 1 0 0 0,0-1 0 0 0,0 0 0 0 0,0 1 0 0 0,0-1 0 0 0,-1 0 0 0 0,-2-6 0 0 0,-1 2 64 0 0,0 1 0 0 0,0 0 1 0 0,-1 1-1 0 0,0-1 0 0 0,0 1 0 0 0,-1 0 0 0 0,1 0 0 0 0,-2 1 0 0 0,1-1 0 0 0,-1 1 0 0 0,0 1 0 0 0,-8-6 0 0 0,9 8-130 0 0,1 0 0 0 0,-1 0 0 0 0,1 0 0 0 0,-1 1 0 0 0,0 0 0 0 0,-10-3 0 0 0,12 5-33 0 0,0-1 0 0 0,-1 0 0 0 0,1 1 0 0 0,0-1 0 0 0,-1 1 0 0 0,1 0 0 0 0,0 1-1 0 0,-1-1 1 0 0,1 1 0 0 0,-5 1 0 0 0,-10 10-198 0 0,15-11 200 0 0,3 0-79 0 0,0-1 1 0 0,0 0 0 0 0,0 1 0 0 0,0-1 0 0 0,0 1 0 0 0,0-1 0 0 0,0 1-1 0 0,0-1 1 0 0,0 1 0 0 0,0 0 0 0 0,0 0 0 0 0,0-1 0 0 0,1 1 0 0 0,-1 0-1 0 0,0 0 1 0 0,1 0 0 0 0,-1 0 0 0 0,0 0 0 0 0,0 2 0 0 0,-3 7-1357 0 0,3-1-362 0 0</inkml:trace>
</inkml:ink>
</file>

<file path=ppt/ink/ink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153 12 7456 0 0,'4'-6'1434'0'0,"-5"6"-1262"0"0,0-1-1 0 0,0 0 1 0 0,-1 0-1 0 0,1 1 1 0 0,0-1-1 0 0,-1 1 1 0 0,1-1-1 0 0,0 1 1 0 0,-1 0-1 0 0,1-1 1 0 0,-1 1-1 0 0,1 0 1 0 0,-3 0-1 0 0,1 0 41 0 0,0 1 0 0 0,0 0 0 0 0,1 0 0 0 0,-1-1 1 0 0,0 2-1 0 0,-3 0 0 0 0,-1 2-37 0 0,-1 1 0 0 0,1-1 1 0 0,0 1-1 0 0,0 1 0 0 0,1-1 0 0 0,0 1 1 0 0,0 0-1 0 0,0 1 0 0 0,1-1 1 0 0,-1 1-1 0 0,2 0 0 0 0,-1 1 1 0 0,1-1-1 0 0,0 1 0 0 0,1 0 0 0 0,-1 0 1 0 0,2 0-1 0 0,-1 0 0 0 0,1 0 1 0 0,0 1-1 0 0,1-1 0 0 0,-1 17 0 0 0,-3 45 265 0 0,6-45-333 0 0,7 46 0 0 0,-6-65-105 0 0,0 0 0 0 0,0 0 0 0 0,0-1 0 0 0,5 9 0 0 0,-4-9-2 0 0,-3-3 3 0 0,1-1-1 0 0,0 1 0 0 0,0-1 0 0 0,-1 1 1 0 0,1-1-1 0 0,0 1 0 0 0,0-1 0 0 0,0 0 1 0 0,1 0-1 0 0,-1 1 0 0 0,0-1 0 0 0,0 0 1 0 0,1 0-1 0 0,-1 0 0 0 0,1 0 0 0 0,-1-1 0 0 0,0 1 1 0 0,1 0-1 0 0,0-1 0 0 0,-1 1 0 0 0,1-1 1 0 0,-1 1-1 0 0,3-1 0 0 0,5 3 8 0 0,-7-2-10 0 0,0-1 0 0 0,0 1 0 0 0,0-1 0 0 0,-1 0 0 0 0,1 1 0 0 0,0-1 0 0 0,0 0 0 0 0,0 0 0 0 0,-1 0 0 0 0,1 0 0 0 0,0-1 0 0 0,0 1 0 0 0,0 0 0 0 0,-1-1 0 0 0,1 1 0 0 0,0-1 0 0 0,2-1 0 0 0,3-1 0 0 0,0-1 0 0 0,10-8 0 0 0,-12 9 0 0 0,-2 1 0 0 0,0-1 0 0 0,0 0 0 0 0,-1 0 0 0 0,1 1 0 0 0,-1-2 0 0 0,0 1 0 0 0,1 0 0 0 0,-1 0 0 0 0,-1-1 0 0 0,1 1 0 0 0,0-1 0 0 0,1-4 0 0 0,1-6 0 0 0,4-27 0 0 0,-7 34 0 0 0,0 0 69 0 0,0 0 0 0 0,-1 0-1 0 0,-2-12 1 0 0,2 12 36 0 0,-1 0-1 0 0,1 0 1 0 0,1-12 0 0 0,0 16-37 0 0,-1 0 0 0 0,-1 0 0 0 0,1 0 1 0 0,0 0-1 0 0,-1 0 0 0 0,0 0 0 0 0,1 0 1 0 0,-1 0-1 0 0,0 0 0 0 0,-1 0 0 0 0,1 0 0 0 0,-2-3 1 0 0,-22-31 766 0 0,22 33-764 0 0,1 1 0 0 0,-2-1-1 0 0,1 1 1 0 0,0 0-1 0 0,-1 0 1 0 0,1 0 0 0 0,-1 0-1 0 0,0 1 1 0 0,-5-3-1 0 0,1 1 51 0 0,-1 1 0 0 0,0 0 0 0 0,0 0 0 0 0,-15-2 0 0 0,21 4-111 0 0,1 1-10 0 0,1 0-1 0 0,-1-1 0 0 0,1 1 0 0 0,-1 0 0 0 0,0 0 1 0 0,1 0-1 0 0,-1 0 0 0 0,1 0 0 0 0,-1 1 0 0 0,1-1 0 0 0,-1 0 1 0 0,1 1-1 0 0,-1-1 0 0 0,1 1 0 0 0,-2 0 0 0 0,1 0-18 0 0,1 0 0 0 0,0-1 0 0 0,0 1 0 0 0,0 0-1 0 0,0 0 1 0 0,0 0 0 0 0,0 0 0 0 0,0-1 0 0 0,0 2-1 0 0,0-1 1 0 0,0 0 0 0 0,0 0 0 0 0,0 0 0 0 0,1 0-1 0 0,-1 0 1 0 0,1 1 0 0 0,-1-1 0 0 0,1 0 0 0 0,-1 0-1 0 0,1 1 1 0 0,-1 1 0 0 0,0 3-763 0 0,1 0 0 0 0,-1 1 0 0 0,2 8 0 0 0,-1-5-2886 0 0,0 3-2381 0 0</inkml:trace>
</inkml:ink>
</file>

<file path=ppt/ink/ink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 36 8288 0 0,'0'0'381'0'0,"0"-1"-6"0"0,-4-5-242 0 0,-1 2 20 0 0,5 3 567 0 0,-13-13 2286 0 0,12 13-2793 0 0,0 0-1 0 0,0 0 1 0 0,0 1 0 0 0,-1-1 0 0 0,1 0 0 0 0,0 0 0 0 0,0 1 0 0 0,-1-1 0 0 0,1 0 0 0 0,-1 1 0 0 0,1-1 0 0 0,0 1 0 0 0,-1 0-1 0 0,1-1 1 0 0,-1 1 0 0 0,1 0 0 0 0,-1 0 0 0 0,-2 0 0 0 0,3 0-143 0 0,-1 0 1 0 0,1 0-1 0 0,0 1 1 0 0,0-1-1 0 0,-1 0 1 0 0,1 0-1 0 0,0 1 1 0 0,0-1-1 0 0,0 0 0 0 0,-1 1 1 0 0,1 0-1 0 0,0-1 1 0 0,0 1-1 0 0,0-1 1 0 0,0 1-1 0 0,0 0 0 0 0,0 0 1 0 0,0 0-1 0 0,0 0 1 0 0,1-1-1 0 0,-1 1 1 0 0,0 0-1 0 0,0 2 0 0 0,-9 15 265 0 0,7-13-290 0 0,0-1 1 0 0,1 1-1 0 0,0-1 1 0 0,0 1 0 0 0,-2 8-1 0 0,-6 42-45 0 0,8-43 0 0 0,0-1 0 0 0,0 1 0 0 0,1-1 0 0 0,1 1 0 0 0,0 0 0 0 0,1 0 0 0 0,0-1 0 0 0,4 19 0 0 0,-1-11 0 0 0,-2-11 0 0 0,0 0 0 0 0,0 0 0 0 0,6 13 0 0 0,-5-14 0 0 0,1 1 0 0 0,0 0 0 0 0,0-1 0 0 0,1 0 0 0 0,0 0 0 0 0,0 0 0 0 0,1-1 0 0 0,11 11 0 0 0,-15-16 0 0 0,-1 0 0 0 0,0 0 0 0 0,0-1 0 0 0,0 1 0 0 0,1-1 0 0 0,-1 1 0 0 0,0-1 0 0 0,1 1 0 0 0,-1-1 0 0 0,0 0 0 0 0,1 0 0 0 0,-1 0 0 0 0,0 1 0 0 0,1-1 0 0 0,-1-1 0 0 0,1 1 0 0 0,1 0 0 0 0,-1-1 0 0 0,1 0 0 0 0,0 0 0 0 0,0 0 0 0 0,-1 0 0 0 0,1 0 0 0 0,-1 0 0 0 0,5-4 0 0 0,1-1 0 0 0,0-1 0 0 0,-1 0 0 0 0,11-13 0 0 0,-11 11 0 0 0,0-1 0 0 0,0 0 0 0 0,-1 0 0 0 0,0 0 0 0 0,0-1 0 0 0,-1 1 0 0 0,-1-1 0 0 0,5-15 0 0 0,-2 7 0 0 0,-6 17 0 0 0,0 0 0 0 0,0-1 0 0 0,-1 1 0 0 0,1 0 0 0 0,0 0 0 0 0,-1 0 0 0 0,0-1 0 0 0,1 1 0 0 0,-1-4 0 0 0,0-2 273 0 0,0 0-1 0 0,-1 0 1 0 0,0 0-1 0 0,0 1 0 0 0,-1-1 1 0 0,-3-12-1 0 0,-1 10-230 0 0,1 1 0 0 0,-1 0-1 0 0,-14-17 1 0 0,13 17-44 0 0,5 7 2 0 0,0 1 0 0 0,0-1 0 0 0,0 0 0 0 0,0 1 0 0 0,0-1 0 0 0,0 1 0 0 0,0-1 0 0 0,-4 0 0 0 0,-4-3 0 0 0,9 4 0 0 0,-1-1 0 0 0,0 1 0 0 0,-1-1 0 0 0,1 1 0 0 0,0 0 0 0 0,-1 0 0 0 0,1 0 0 0 0,0 0 0 0 0,-1 1 0 0 0,1-1 0 0 0,-1 1 0 0 0,1-1 0 0 0,-1 1 0 0 0,1 0 0 0 0,-5 0 0 0 0,-2 0-26 0 0,7 2-84 0 0,0-1-1 0 0,0 0 1 0 0,1 1 0 0 0,-1-1 0 0 0,1 1 0 0 0,0 0-1 0 0,-1-1 1 0 0,0 4 0 0 0,2-5 107 0 0,-1 1-372 0 0,0 1 0 0 0,0-1 1 0 0,1 0-1 0 0,-1 1 0 0 0,1-1 0 0 0,-1 1 0 0 0,1 0 0 0 0,-1-1 1 0 0,1 1-1 0 0,0-1 0 0 0,0 1 0 0 0,0 0 0 0 0,0 1 0 0 0,0-1 123 0 0,0 1-5434 0 0</inkml:trace>
</inkml:ink>
</file>

<file path=ppt/ink/ink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14 5064 0 0,'-7'-11'389'0'0,"5"9"-250"0"0,-3 2 611 0 0,1 0-1 0 0,-1 0 1 0 0,0 1 0 0 0,1-1-1 0 0,-1 1 1 0 0,-6 2 0 0 0,8-2-312 0 0,-1 1 0 0 0,1 0 0 0 0,0 0 0 0 0,0 0 0 0 0,0 0 0 0 0,0 1 0 0 0,-4 4 0 0 0,4-4-281 0 0,-1 0-27 0 0,1 1 0 0 0,-1-1 0 0 0,0 1-1 0 0,1 0 1 0 0,0 0 0 0 0,0 0 0 0 0,0 1 0 0 0,1-1-1 0 0,-1 1 1 0 0,1 0 0 0 0,0-1 0 0 0,0 1-1 0 0,-1 8 1 0 0,1-4-115 0 0,0 1 0 0 0,0 0 0 0 0,1-1 0 0 0,0 1 0 0 0,1 0-1 0 0,0 0 1 0 0,1-1 0 0 0,0 1 0 0 0,0 0 0 0 0,1-1 0 0 0,0 1 0 0 0,4 10-1 0 0,-3-14-14 0 0,-1 1 0 0 0,1-1 0 0 0,1 0 0 0 0,-1 0 0 0 0,9 10 0 0 0,-11-15 0 0 0,0 1 0 0 0,0-1 0 0 0,0 0 0 0 0,0 1 0 0 0,1-1 0 0 0,-1 0 0 0 0,0 0 0 0 0,1 0 0 0 0,-1 0 0 0 0,1 0 0 0 0,-1-1 0 0 0,1 1 0 0 0,0 0 0 0 0,-1-1 0 0 0,1 1 0 0 0,0-1 0 0 0,-1 1 0 0 0,1-1 0 0 0,0 0 0 0 0,0 0 0 0 0,-1 0 0 0 0,1 0 0 0 0,0 0 0 0 0,0 0 0 0 0,-1 0 0 0 0,1-1 0 0 0,0 1 0 0 0,-1-1 0 0 0,1 1 0 0 0,0-1 0 0 0,2-1 0 0 0,-3 2 0 0 0,3-2 0 0 0,-1 0-1 0 0,1 0 1 0 0,-1 0-1 0 0,0 0 1 0 0,1 0-1 0 0,-1-1 1 0 0,0 0-1 0 0,0 1 0 0 0,-1-1 1 0 0,1 0-1 0 0,-1 0 1 0 0,4-5-1 0 0,2-6 8 0 0,12-26 0 0 0,-10 19 18 0 0,-9 16 81 0 0,0 1-1 0 0,1-1 0 0 0,-2 0 0 0 0,1 1 0 0 0,-1-1 0 0 0,1 0 1 0 0,-2-9-1 0 0,1 4 325 0 0,-1 8-369 0 0,1 0 0 0 0,-1 0 0 0 0,0 0 0 0 0,0 1-1 0 0,0-1 1 0 0,0 0 0 0 0,0 1 0 0 0,0-1 0 0 0,0 1-1 0 0,0-1 1 0 0,-1 1 0 0 0,1 0 0 0 0,-1-1 0 0 0,1 1-1 0 0,-1 0 1 0 0,1 0 0 0 0,-1 0 0 0 0,0 0 0 0 0,-2-1-1 0 0,2 1-48 0 0,-34-13 301 0 0,33 13-292 0 0,0 1-1 0 0,0-1 0 0 0,-1 1 1 0 0,1 0-1 0 0,0-1 0 0 0,0 1 1 0 0,0 1-1 0 0,0-1 0 0 0,-6 2 0 0 0,6-2-216 0 0,-1 1 0 0 0,1 0-1 0 0,0 1 1 0 0,0-1 0 0 0,0 0-1 0 0,0 1 1 0 0,0 0 0 0 0,1 0-1 0 0,-1 0 1 0 0,0 0 0 0 0,1 0-1 0 0,-1 0 1 0 0,1 1 0 0 0,-4 4-1 0 0,-3 2-1545 0 0</inkml:trace>
</inkml:ink>
</file>

<file path=ppt/ink/ink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3 8032 0 0,'0'0'365'0'0,"0"0"-4"0"0,0 0-118 0 0,0 0 353 0 0,0 0-487 0 0,-1 0-1 0 0,1 0 0 0 0,0 0 1 0 0,0-1-1 0 0,-1 1 1 0 0,1 0-1 0 0,0 0 1 0 0,0 0-1 0 0,-1-1 1 0 0,1 1-1 0 0,0 0 1 0 0,-1 0-1 0 0,1 0 1 0 0,0 0-1 0 0,-1 0 1 0 0,1 0-1 0 0,0 0 1 0 0,0 0-1 0 0,-1 0 1 0 0,1 0-1 0 0,-1 0 1 0 0,-2 1 95 0 0,0 1 0 0 0,0 0 0 0 0,0 1 0 0 0,0-1 0 0 0,1 0 0 0 0,-1 1 0 0 0,1-1 0 0 0,-1 1 0 0 0,1 0 0 0 0,0 0 0 0 0,0 0 0 0 0,0 0 0 0 0,1 0 0 0 0,-1 0 1 0 0,1 1-1 0 0,-1-1 0 0 0,1 0 0 0 0,0 1 0 0 0,0 3 0 0 0,-5 112 242 0 0,11-76-446 0 0,-5-40 0 0 0,0 0 0 0 0,0 0 0 0 0,1 0 0 0 0,-1-1 0 0 0,1 1 0 0 0,1 4 0 0 0,3 4 0 0 0,9 6 0 0 0,-5-9 0 0 0,3-5 0 0 0,-2-6 0 0 0,-5 0 68 0 0,-1-1 0 0 0,1 1 0 0 0,-1-1 0 0 0,1 1 0 0 0,-1-1 0 0 0,-1 0 0 0 0,1-1 0 0 0,0 1 0 0 0,-1-1 0 0 0,0 0 0 0 0,5-9 0 0 0,-4 4 96 0 0,0 0 1 0 0,0 0-1 0 0,-1 0 1 0 0,0 0 0 0 0,1-15-1 0 0,-3 22-70 0 0,-1 1 0 0 0,0-1 0 0 0,0 1 0 0 0,0 0-1 0 0,-1-1 1 0 0,0-2 0 0 0,0-9 294 0 0,1 12-303 0 0,0-1 0 0 0,-1 0 0 0 0,1 0 0 0 0,-1 0-1 0 0,1 1 1 0 0,-1-1 0 0 0,0 0 0 0 0,0 1 0 0 0,0-1-1 0 0,0 0 1 0 0,-1 1 0 0 0,1 0 0 0 0,-1-1 0 0 0,1 1 0 0 0,-1 0-1 0 0,-3-3 1 0 0,0 0 9 0 0,0 1-1 0 0,0 0 1 0 0,-1 0-1 0 0,0 0 1 0 0,-9-4-1 0 0,12 7-93 0 0,0 0 1 0 0,0 0-1 0 0,0 1 0 0 0,0-1 1 0 0,0 1-1 0 0,0 0 0 0 0,0 0 1 0 0,1 0-1 0 0,-1 0 0 0 0,0 0 1 0 0,0 1-1 0 0,0-1 1 0 0,-3 2-1 0 0,-1-1-12 0 0,6 0-6 0 0,0-1 0 0 0,0 1 0 0 0,-1 0 0 0 0,1-1-1 0 0,0 1 1 0 0,0 0 0 0 0,0-1 0 0 0,0 1-1 0 0,0 0 1 0 0,0 0 0 0 0,0 0 0 0 0,0 0 0 0 0,0 0-1 0 0,-1 3 1 0 0,1-2-164 0 0,-1 1 0 0 0,0 0 0 0 0,1 0 0 0 0,0 0 0 0 0,-2 5 0 0 0,-1 3-393 0 0</inkml:trace>
</inkml:ink>
</file>

<file path=ppt/ink/ink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05.3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180 87 2304 0 0,'-1'-1'380'0'0,"0"-2"253"0"0,-1 1 0 0 0,1-1 0 0 0,-1 0 0 0 0,0 1 0 0 0,0 0 0 0 0,-3-4 1 0 0,-11-12 4236 0 0,15 17-4719 0 0,1 0-1 0 0,-1 0 0 0 0,0 0 1 0 0,0 0-1 0 0,0 0 1 0 0,0 0-1 0 0,0 0 0 0 0,0 0 1 0 0,0 1-1 0 0,0-1 1 0 0,0 0-1 0 0,0 1 0 0 0,-1-1 1 0 0,1 1-1 0 0,0-1 1 0 0,0 1-1 0 0,-2-1 0 0 0,-1 0 205 0 0,2 0 281 0 0,-17 1 1503 0 0,16 1-2026 0 0,0-1-1 0 0,1 0 1 0 0,-1 1-1 0 0,1 0 0 0 0,-1 0 1 0 0,1 0-1 0 0,-1 0 0 0 0,1 0 1 0 0,0 0-1 0 0,-1 0 1 0 0,1 1-1 0 0,-3 2 0 0 0,-3 3 36 0 0,1-1 0 0 0,-8 10-1 0 0,13-13-88 0 0,-1 0-1 0 0,1 1 1 0 0,0 0 0 0 0,0 0-1 0 0,-2 5 1 0 0,-7 12 165 0 0,10-18-198 0 0,-1 0 0 0 0,1 0 0 0 0,0-1 0 0 0,0 1 0 0 0,0 0 0 0 0,0 0 0 0 0,0 0 0 0 0,0 6 0 0 0,0 28 134 0 0,2-27-135 0 0,-2 0-6 0 0,1-5-7 0 0,0 0 1 0 0,0 0-1 0 0,0-1 0 0 0,1 1 1 0 0,-1 0-1 0 0,1 0 0 0 0,3 6 0 0 0,8 26-12 0 0,-3-13 0 0 0,-7-19 0 0 0,0 1 0 0 0,1-1 0 0 0,4 9 0 0 0,-3-8 0 0 0,0-1 0 0 0,0 1 0 0 0,1-1 0 0 0,8 8 0 0 0,-10-10 0 0 0,0-1 0 0 0,0 0 0 0 0,0-1 0 0 0,0 1 0 0 0,0 0 0 0 0,0-1 0 0 0,0 0 0 0 0,1 1 0 0 0,-1-1 0 0 0,0-1 0 0 0,5 2 0 0 0,-4-2-3 0 0,0 1 0 0 0,0-1 0 0 0,0 1-1 0 0,1-1 1 0 0,-1-1 0 0 0,0 1-1 0 0,0 0 1 0 0,0-1 0 0 0,0 0 0 0 0,0 0-1 0 0,0 0 1 0 0,0-1 0 0 0,0 1 0 0 0,0-1-1 0 0,0 0 1 0 0,-1 0 0 0 0,1 0-1 0 0,-1-1 1 0 0,1 1 0 0 0,-1-1 0 0 0,5-4-1 0 0,-1-1 4 0 0,-1-1 0 0 0,1 1 0 0 0,-1-1 0 0 0,-1 0 0 0 0,8-18 0 0 0,-10 21 0 0 0,4-9 48 0 0,-1 0 0 0 0,-1 0 0 0 0,4-19 0 0 0,-8 27 60 0 0,0-1 0 0 0,-1 1 0 0 0,0-13 0 0 0,-1 2 164 0 0,0 10-156 0 0,1 0-1 0 0,-2-1 1 0 0,1 1-1 0 0,-1 0 1 0 0,-1-1-1 0 0,1 1 1 0 0,-7-12-1 0 0,4 9 52 0 0,-2-1 1 0 0,1 1-1 0 0,-1 0 0 0 0,-11-12 0 0 0,14 19-167 0 0,-1 0 0 0 0,-4 0-32 0 0,8 4-77 0 0,-1 0 0 0 0,1 0-1 0 0,-1 1 1 0 0,1-1 0 0 0,-1 0-1 0 0,1 0 1 0 0,-1 1 0 0 0,1-1-1 0 0,-1 1 1 0 0,1-1 0 0 0,-1 1-1 0 0,1 0 1 0 0,0 0 0 0 0,0-1-1 0 0,-1 1 1 0 0,1 0 0 0 0,0 0-1 0 0,0 0 1 0 0,0 0 0 0 0,0 0-1 0 0,0 1 1 0 0,0-1 0 0 0,0 0-1 0 0,0 0 1 0 0,0 1 0 0 0,1-1-1 0 0,-2 3 1 0 0,-3 7-1158 0 0</inkml:trace>
</inkml:ink>
</file>

<file path=ppt/ink/ink10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3:06:45.059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brush xml:id="br1">
      <inkml:brushProperty name="width" value="0.05292" units="cm"/>
      <inkml:brushProperty name="height" value="0.05292" units="cm"/>
      <inkml:brushProperty name="color" value="#00B0F0"/>
    </inkml:brush>
  </inkml:definitions>
  <inkml:trace contextRef="#ctx0" brushRef="#br0">11165 3556 1592 0,'0'0'33'0,"0"0"7"0,-6 0-32 0,6 0-8 0,-6 0 0 0,0 0 0 16,6 0 95-16,0 0 17 0,-6 0 3 0,6 0 1 15,0 0-37-15,0 0-7 0,0 0-2 0,0 0 0 16,0 0-25-16,0 0-5 0,0 0 0 0,0 0-1 16,0 0-17-16,0 0-3 0,0 0-1 0,0 0 0 15,0 0-7-15,6 0-2 0,0-2 0 0,0 2 0 0,0-3-1 0,3 3 0 16,-3 0 0-16,3 0 0 16,-1-3-8-16,1 3 0 0,3 0 9 0,0 0-9 0,0-2 0 15,0 2 8-15,0 0-8 0,3 0 0 0,0 0 0 16,3 0 0-16,-4 0 0 0,4 0 0 0,3 0 0 15,0 0-15-15,0 0 3 0,3-6 0 0,-1 6 21 0,1 0 5 16,0-2 1-16,3 2 0 0,0 0-24 0,-1 0-5 16,1 0-1-16,-3 0 0 0,0-6 15 0,0 6 0 15,-1 0 0-15,1 0 0 0,0 0 0 0,0 0 0 16,0 0 0-16,0 0 0 0,-1 0 18 0,1-2 6 0,0 2 2 16,0 0 0-16,-3 0 10 0,-1 0 1 0,1-6 1 0,0 6 0 15,0-2-30-15,-3 2-8 0,0 0 0 0,0-3 0 16,-4 3 0-16,1 0 0 0,3 0 0 0,-6 0 0 15,3 0 0-15,0 0 0 0,-3 0 0 0,3 0 0 16,-3 0 0-16,-1 0 0 0,4 0 0 0,-3 3 0 16,0-3 0-16,0 0 12 0,0 2-4 0,0-2 0 15,-3 6 4-15,3-6 2 0,0 0 0 0,-1 0 0 16,-2 0-4-16,3 0-1 0,0 0 0 0,-3 0 0 16,3 0 20-16,-3 0 4 0,3 0 1 0,-3 0 0 15,3 0-34-15,-3 2 0 0,0-2 0 0,-3 6 0 16,2-6 0-16,-2 2 0 0,-3-2 0 0,3 6 0 15,0-4 0-15,-3 1 0 0,0 0 0 0,3-1 0 16,-3 1 0-16,0 5 0 0,0-8 0 0,0 8 0 16,0-8 0-16,0 8 0 0,0-8 0 0,0 5 0 15,0 0 0-15,0 1 0 0,0-1 0 0,-3-3 0 16,3 4 0-16,0-1 0 0,0 0 0 0,0-2 0 16,0 2 0-16,0 1 0 0,0 2 0 0,0-3 0 15,-3 0 0-15,3 0 0 0,0 6 0 0,0-8 0 0,-3 5 0 16,3 0 0-16,0-3 0 0,-3 3 0 0,3 5 0 15,-3-5 0-15,0 0 0 0,0 5 0 0,0-5 0 0,3 3 0 0,-3-1 0 16,0 6 0-16,0-8 0 0,3 5 0 0,-3 3 0 0,0-5 0 16,3 2 0-16,-3 0 0 0,0 0 0 0,0 3 0 15,3-8 0-15,-3 3 0 0,0 2 0 0,0-2 0 16,3-1 0-16,-3 3 0 0,0-5 0 0,2 3 0 16,-2 0 19-16,0-4-3 0,3 1-1 15,-3 3 0-15,0 0-24 0,3-3-5 0,-3-3-1 16,0 3 0-16,3 2 15 0,-3-2 0 0,0 0 0 0,3 0 0 15,-3 0 0-15,0 3 0 0,0-3 0 0,0-3 0 16,0 3 0-16,0 2 0 0,0-2 0 0,0 3 0 16,0-3 0-16,0 2 0 0,0 1 0 0,0 2 0 15,3-2 0-15,-3-1 0 0,0 1 0 0,0 0 0 16,0 2 18-16,0-5 6 0,0 2 2 0,0 4 0 16,0-4-26-16,0 1 8 0,0 2-8 0,0-5 0 15,0 2-17-15,0 1-9 0,0 0-2 0,0-1 0 16,0 1 46-16,0 2 9 0,0-5 1 0,0 3 1 15,0 2-29-15,0-3 0 0,0-2 0 0,0 8 0 16,0-8 0-16,-3 3 8 0,3-1-8 0,0 4 0 16,0-1 0-16,-3-3 0 0,3 4 0 0,0-1 0 15,0 3 0-15,-3-3 0 0,3 5 0 0,0-4 0 16,0 2 0-16,0-1 0 0,3 1 0 0,-3 0 0 16,0 0 0-16,3 0 0 0,-3-3 0 0,3 6 0 15,-3-9-19-15,3 4-9 0,-3-1-3 0,3 0 0 16,-3 3 50-16,0-6 9 0,3 1 3 0,-3 5 0 0,0-8-31 0,0 2 0 15,0-2 0-15,0 3 0 0,0 0 32 0,0-1 1 0,0 1 0 16,0-1 0 0,3 1-50-16,-3 2-11 0,0-2-1 0,-3-1-1 0,3 6 30 0,0-8 0 0,0 5 0 15,-3-2 0-15,3 2 0 0,0-2 0 0,0 2 0 0,-3-2 0 16,3-1 0 0,0 3 0-16,0-5 0 0,0 3 0 0,0-3 8 0,0 2-8 0,0-4 0 0,-3 2 0 31,3 0 0-31,0-1 0 0,0 1 0 0,-3-5 0 0,3 5 0 0,0-5 0 0,0 2 0 0,0-5 0 15,0 8 9-15,0-3-9 0,0-5 0 0,0 5 9 16,0-5 10-16,0 6 1 0,0-6 1 0,-3 5 0 16,3-5-29-16,0 0-7 0,0 3-1 0,0-3 0 15,0 0 16-15,0 0 0 0,0 0 0 0,0 0 0 16,0 0 9-16,-3 5-1 0,3-5-8 0,0 0 12 16,0 0-4-16,-3 3 0 0,3-3-8 0,-5 5 12 15,5-5-4-15,-6 0-8 0,0 0 11 16,0 3-11-16,0-3 8 0,0 0-8 0,3 0 0 0,-3 0 0 15,-3 0 8-15,3 0-8 0,0 0 0 0,0 2 0 16,0-2 0-16,-3 0 0 0,0 0 0 0,0 3 0 16,0-3 8-16,0 0-8 0,0 0 0 0,-2 2 0 15,-1-2 0-15,0 0 0 0,0 0 0 0,0 0 0 16,-3 0 8-16,0 0-8 0,3 0 0 0,-3 0 0 16,-2 0 0-16,2 0 0 0,0 0 0 0,0 0 0 15,-3 0 0-15,3 0 0 0,-3 3 0 0,0-3 0 16,4 0 8-16,-1 3-8 0,0-3 0 0,0 0 0 15,0 2 0-15,0-2 0 0,0 3 0 0,0-3 0 0,0 0 0 0,-2 0 0 0,2 0 0 16,-3 0 0-16,0 0 0 0,0 0 0 16,3 0 0-16,-3 0 0 0,1 0 0 0,2 0 0 0,-3 0 0 0,0 0 0 15,0 0 0-15,0 0-19 0,3 0 3 0,-2 0 0 16,-1 0 16-16,3 0 0 0,0 0 0 0,0 0 0 16,0-3 0-16,0 3 0 0,3-2 0 15,-3 2 0-15,1 0 0 0,-1 0 0 0,0 0 0 16,0 0 0-16,0 0 0 0,0 0 0 0,0 0 0 0,-3 0 0 15,4 0 0-15,-1 0 0 0,0 0 0 0,0 0 0 16,0 0 0-16,0 0 0 0,-3 0 0 0,3 2 0 16,-3-2 0-16,4 3 0 0,-1-3 0 0,-3 0 0 15,3 3 12-15,0-3 5 0,0 2 2 0,0 1 0 16,0 0-19-16,1-3 0 0,-1 0 0 0,0 2 0 16,0 4 0-16,0-6 0 0,0 0 0 0,0 0 0 15,0 0 8-15,3 2-8 0,-2-2 0 0,-1 0 0 16,3 0-13-16,-3 3-7 0,3-3 0 0,0 0-1 15,0 0 34-15,3 0 7 0,0 0 2 0,0 0 0 16,0 0-35-16,4 0-7 0,-1 0-2 0,0 0 0 16,6 0 36-16,-6 0 7 0,6 0 2 0,0 0 0 15,-6 0-23-15,6 0 0 0,0 0 0 0,0 0 8 16,0 0-26-16,0 0-5 0,0 0-1 0,-6 0 0 16,6 0 24-16,0 0 0 0,0 0 0 0,0 0 0 15,-3-3 0-15,3 3 0 0,0 0 0 0,-3-2 0 0,0-6 0 16,3 8 0-16,0-3 0 0,0-2 0 0,0-1 0 15,0 1 0-15,0 0 0 0,0-3 0 0,0 3 0 0,0-1 0 16,0-2 0-16,3 3 0 0,-3-3 0 0,0-2 0 16,3-1 0-16,-3 0 0 0,0-4 0 15,3-1 0-15,-3 0 0 0,3-3 0 0,-3 1 0 0,3-1 0 0,-3-5 0 16,3 6 0-16,-3-3 0 0,0 2 0 16,3 1 0-16,-3-1 0 0,0 1 47 0,3-1 13 0,-3 3 4 0,0-2 0 31,0 2-103-31,3-3-20 0,-3 3-4 0,0-5-1 0,3 3 79 0,-3-3 15 0,0-1 3 0,3-1 1 31,-3-1-54-31,0 3-12 0,3-6-1 0,-3 1-1 0,0 5 34 0,3-3 0 0,-3 3 0 0,0 2 0 16,3 0 23-16,-3 6 11 0,0-5 2 0,0 2 1 15,0 0-8-15,0 0-1 0,0 0-1 0,0 0 0 16,0 3-27-16,0-5 0 0,0-1 0 0,0 1 0 16,0-1-16-16,0-5-9 15,0 3-2-15,0 0 0 0,2 2 27 0,-2 1 0 0,3-3 0 0,-3 5 0 16,0-3 0-16,0 3 0 0,0 3 0 0,0-3 0 15,0 3 0-15,0 2-8 0,0-2 8 0,0 3 0 16,0-1-33-16,0 1-2 0,0-4 0 16,0 1 0-16,0 2 79 0,-3-2 16 0,3 0 4 0,0 2 0 15,-2-7-74-15,2 2-14 0,0-3-4 0,-3 6 0 16,3-8 28-16,0 5 0 0,0-8 0 0,0 6 0 16,0-1 0-16,0 1 0 0,0 2 0 0,0 0 0 15,0 0 0-15,0 3 0 0,3 0 0 0,-3 2 0 16,0 1 0-16,2-1 0 0,1 3 0 0,0-3 0 15,-3 4 0-15,3 4 0 0,0-8 0 0,-3 6-8 0,3 0 8 0,0-1 0 0,0 4 0 16,0-6 0-16,0 3 0 0,0 2 0 0,0-2 0 16,-3 5 0-16,3-3 0 0,-3-2 0 0,0 5 0 0,3 0 0 15,-3 0 0-15,6-6-8 0,-3 4 8 0,0 2 0 16,-3 0-16-16,6-6 3 0,-3 6 0 0,3-2 0 31,-3 2-135-31,3-5-28 0,3 2-4 0</inkml:trace>
  <inkml:trace contextRef="#ctx0" brushRef="#br0" timeOffset="4260.06">18326 3154 1094 0,'6'-21'23'0,"-3"16"5"0,-3-3-28 0,3 0 0 0,0 0 0 0,0 0 0 16,0 0 108-16,0 0 16 0,0 0 3 0,0 0 1 16,0 3-52-16,0-3-9 0,0 0-3 0,-3 0 0 15,3-3-7-15,0 9-1 0,0-6-1 0,-3 3 0 16,3 2-37-16,-3-2-7 0,3-1-2 0,-3 6 0 16,0 0 37-16,0-5 7 0,0 5 2 0,0 0 0 15,3-3-37-15,-3 3-7 0,0 0-2 0,0 0 0 16,0 0-9-16,0 0 0 0,0 0 0 0,0 0 0 15,0 0 0-15,0 0 0 0,0 0 0 0,0 0 0 16,3-2 0-16,-3 2 0 0,0 0 0 0,6 0 0 16,-6 0 0-16,0 0 0 0,3 0 0 0,-3 0 0 15,0 0 0-15,0 0 0 0,0 0 0 0,0 0 0 16,0 0 0-16,0 0 0 0,0 0 0 0,0 0 0 16,3 0 53-16,-3 0 9 0,6 2 2 0,-6-2 0 15,3 6-52-15,-3 2-12 0,3-3 0 0,0 3 0 16,0 0 0-16,-3-6 0 0,3 9 0 0,0-3 0 15,-3 0 0-15,3 0 0 0,0 5 0 0,0-5 0 16,0 0 0-16,0 2 0 0,0 1 0 0,0-3 0 16,-1 3 0-16,1-1 0 0,3 1 0 0,-3 2 0 15,0-5 0-15,0 5 0 0,0-2 0 0,0-1 0 0,0 1 54 0,0 2 8 16,0-2 2-16,-3-1 0 16,3 6-52-16,-3-5-12 0,3 2 0 0,-3 3 0 0,3 2 0 15,-3-4 0-15,3 1 0 0,-3 4 0 16,3 0 0-16,-3-4 0 0,3 1 0 0,-3 0 0 0,3 0-11 0,-3 3-5 0,0-6 0 15,3 5-1-15,-3-2 17 0,3-3 0 0,0 3 0 16,-3 3 0-16,3-9 11 0,0 4-11 0,-3-1 12 0,3 0-12 16,0 0 9-16,-3-2-9 0,3-1 0 0,-3 4 9 15,3-1-9-15,-3-2 10 0,0-1-10 0,0 6 10 16,0-8-10-16,0 5 0 0,0-2 9 0,0 2-9 16,0 0 0-16,0 3 0 0,0-5 0 0,0 2 0 15,0 0 0-15,0-2 12 16,0 2 0-16,0 0-1 0,0-2-11 0,-3 2 12 0,3-2-12 0,0-1 12 15,0 3-12-15,-3-2 0 0,3 0 0 0,0-1 8 16,0 3-8-16,0-5 0 0,0 6 0 0,0-7 0 16,0 4 8-16,0-3-8 0,0 3 0 0,0-1 8 15,0-2-8-15,0 0 0 0,0-3 0 0,0 3 0 16,0 0 0-16,0-3 8 0,3 1-8 0,-3 2 0 16,0 0 8-16,0-6-8 0,3 4 0 0,-3-4 8 15,0-2-8-15,0 6 10 0,0-6-10 0,0 5 10 16,0 3-10-16,0-8 12 0,0 8-12 0,0-8 12 15,0 2-12-15,0-2 10 0,3 6-10 0,-3-1 10 16,0 0-10-16,0-5 8 0,0 0-8 0,3 3 8 16,-3-3-8-16,3 8 0 0,-3-8 9 0,3 2-9 15,0 4 8-15,-3-6-8 0,3 0 8 0,0 2-8 16,3 1 8-16,-3-3-8 0,3 3 8 0,-3-3-8 0,2 2 0 16,1-2 9-16,0 0-9 0,0 0 0 0,0 0 9 15,0 0-9-15,3 0 0 0,0 0 9 16,0 0-9-16,0-2 0 0,3 2 0 0,0 0 0 0,0 0 0 15,3 0 0-15,-1 0 0 0,1 0 0 0,3 0 0 0,-3 0 0 0,3 2 0 0,0-2 0 16,0 0 0-16,0 3 0 16,2-3 0-16,-2 3 0 0,0-1 0 0,0 1 0 15,3-3 0-15,-3 3 8 0,-3-3-8 0,2 5 0 0,-2-5 0 0,0 0-11 16,3 0 11-16,0 0 0 0,0 0 0 0,3 0 0 16,-1 0 0-16,1-5 0 0,0 5 0 0,3 0 0 15,-3 0 0-15,3 0 0 0,-4 0 0 0,4 0 0 16,-3 0 0-16,-3 0 0 0,3 0 8 0,0-3-8 15,-4 3 0-15,-2 0 0 0,3-3 0 0,0 1 0 16,-3-1 0-16,3 3 8 0,0-3-8 0,-1 1 0 16,1-1 0-16,0 0 0 0,0 3 0 0,0-2 0 15,0 2 0-15,-3-6 0 0,3 6-10 0,-1-2 10 16,-2 2 0-16,0 0 0 0,0 0 10 0,0 0-2 16,-3-5-8-16,0 5 0 0,0-3 0 0,-3 3 0 15,-1 0 0-15,1-3 0 0,-3 3 8 0,0 0-8 16,3-2 0-16,-3 2 0 0,-3-3 0 0,3 3 0 15,-3 0 0-15,0-3 0 0,3 3 0 0,-3-2 0 16,0-1 0-16,3 3-12 0,0-3 2 0,-3 1 0 16,3 2 10-16,-3 0 0 0,3 0 0 0,0-6 0 15,-3 6 0-15,3-2 14 0,0 2-3 0,0-6-1 16,0 4-10-16,-1 2-14 0,1-3 3 0,3 1 1 0,-3-1 10 16,0 3 0-16,3-3 0 0,-3 1 0 0,3 2 0 15,-3 0 0-15,3 0 0 0,-3-6 0 0,3 6 0 16,-3-2 0-16,3 2 0 0,-3 0 0 0,3 0 0 0,-3-6 0 0,2 6 0 15,-2-2 0-15,0 2 0 16,0-3 0-16,0 0 0 0,0 3 0 0,0-2 0 0,0 2 0 0,-3 0 0 0,-3 0 0 16,6 0 0-16,-6 0 0 0,6-3 0 0,-6 3 0 15,3 0 0-15,-3 0 16 0,0 0-4 0,6 0-1 16,-6 0-11-16,0 0-16 0,6-3 4 0,-6 3 1 16,3 0 11-16,-3 0 0 0,0 0 0 0,3-2 0 15,-3 2 0-15,3-3 0 0,-3 3 0 0,3-2 0 16,-3 2 16-16,3-6 6 0,-3 6 1 15,0-2 0-15,0-6-37 0,0 0-7 0,0 2-2 0,-3 1 0 16,3-3 70-16,0-2 13 0,-3-1 4 0,3 0 0 16,-3 4-52-16,0-9-12 0,3 2 0 0,-3-4 0 15,0-1 0-15,3 1 0 0,-3-1 0 0,0-7 0 16,3 5 0-16,-3-3 0 0,0 3 0 0,0-3 0 16,0 3 0-16,0 0 0 0,-3 2 0 0,3-2 0 15,0 5 0-15,-3-5 0 0,3 2 0 0,-3 1 0 16,3-3 0-16,-3-1 0 0,3 1 0 0,-3 3 0 15,3-9 0-15,-2 3 0 0,2-2 0 0,0 2 0 16,0 3 0-16,3-3 0 0,-3 3 0 0,0-3 0 16,0 8 54-16,3-2 8 0,0 2 2 0,-3-3 0 15,3 6-52-15,-3-3-12 0,0 3 0 0,3 0 0 16,-3 0-9-16,0 2-5 0,3-5-1 0,-3 3 0 0,3 0 24 16,-3-3 5-16,3 3 1 0,-3 2 0 0,3-7-15 15,0 7 0-15,-3-5 0 0,3 3 0 16,0-3 0-16,-3 3 0 0,3 0 0 0,-3-1 0 0,3 4 0 15,0-4 0-15,-3 4 0 0,3-1 0 0,0 1 0 0,0 2 0 0,0-3 0 0,0 3 0 16,0 0 0-16,0 0 0 16,0 6 0-16,0-9 0 0,0 8 0 0,0 3 0 0,0-5 0 0,0 5 0 15,0 0 0-15,0-2 0 0,0 2 0 0,0 0 0 16,0 0 0-16,0 0 0 0,0 0 0 0,0 0 0 31,0 0-48-31,0 0-13 0,0 0-3 0,0 0 0 16,6 2-102-16,0 6-21 0,0 3-4 0</inkml:trace>
  <inkml:trace contextRef="#ctx0" brushRef="#br0" timeOffset="5214.21">18657 6440 1314 0,'-3'-8'37'0,"0"0"8"0,0 1-36 0,0-1-9 0,0 2 0 0,0 1 0 16,0-3 100-16,-3 3 19 0,3 0 3 0,0 2 1 16,-3-2-35-16,3 2-6 0,3 3-2 0,-3-5 0 15,3 5-18-15,0 0-4 0,0 0-1 0,0 0 0 16,0 0-13-16,0 0-2 0,0 0-1 0,0 0 0 16,0 0-9-16,0 0-3 0,0 0 0 0,-3 8 0 15,0-3-3-15,0 3-1 0,3 0 0 0,0 2 0 16,0 1-3-16,0 2-1 0,0 3 0 0,0 0 0 15,0 0-3-15,0 2-1 0,0 1 0 0,-3 5 0 16,3-1-17-16,0 7-11 0,-3 1 2 0,3 1 0 16,0 2 9-16,0-2 0 0,0 3 0 0,-3-4 0 15,3 4 49-15,-3-6 12 0,3 3 3 0,-3 2 0 16,3-2-64-16,-3 2-18 0,0 1-1 0,3-1 0 16,-3-2 19-16,0-1 0 0,3-1 0 0,-3-1 0 15,0-3 0-15,3-2 0 0,-2 2 0 0,-1-2 0 16,0-5 0-16,0-1 9 0,3 1-9 0,-3-3 8 15,3-3-8-15,0 0 8 0,-3 0-8 0,3-2 8 16,0 0-8-16,-3-6 0 0,3 3 0 0,0-8 0 16,0 0 0-16,0 0 0 0,0 0 0 0,0 0 0 15,0 0-42-15,0 0-10 0,3-8-3 0,0-3 0 16,0 1-73-16,3-4-16 0,-1 1-2 0</inkml:trace>
  <inkml:trace contextRef="#ctx0" brushRef="#br0" timeOffset="6176.559">18713 6414 836 0,'-3'-5'24'0,"0"2"4"16,0-2-28-16,-3 2 0 0,4-2 0 0,-1-1 0 15,0 4 95-15,-3-3 13 0,3 2 2 0,-3-2 1 16,6 5-24-16,-6-3-5 0,3 0-1 0,3 3 0 16,-6-2-13-16,0 2-4 0,6 0 0 0,-6 0 0 15,6 0-51-15,0 0-13 0,0 0 0 0,-9 0 0 16,9 0 31-16,0 0 3 0,0 0 1 0,0 0 0 15,0 0-9-15,0 0-2 0,0 0 0 0,0 0 0 16,0 0 3-16,0 0 0 0,0 0 0 0,3 5 0 16,3-2 12-16,0-1 2 0,0 1 1 0,3 0 0 15,0-3-34-15,3 0-8 0,-1 0 0 0,4 0 0 16,-3 0 0-16,3-3 0 0,3 3 0 0,0 0 0 16,3-3 0-16,-3 3 0 0,2-2 0 0,4-1 0 15,-3 3 53-15,0-3 9 0,0 1 2 0,0-1 0 16,2 0-64-16,-2 1-15 0,6-1-1 0,-3-2-1 15,0 2 27-15,2 0 6 0,4 1 0 0,-3-3 1 16,0 2-17-16,0-2 0 0,-1 2 0 0,-2-2 0 0,0 2 0 0,-3-2 0 16,3-1 0-16,-7 4 0 0,1-4 0 15,0 4 0-15,0-3 0 0,0 2 0 0,0-2 0 16,0-1 0-16,-1 1 0 0,1 2 0 0,0-2 0 0,3 2 0 16,0-2 0-16,-3 2 0 0,3-2 0 0,-4 3 0 0,1-1 0 0,3 0 0 15,-3 1 20 1,0-1 1-16,0 0 0 0,0 3 0 0,-4 0-33 0,1-2-8 0,0 2 0 0,0-3-1 15,-3 3 21-15,-3-3 0 0,3 3 0 0,-3 0 0 16,0 0 47-16,0 3 13 0,0-3 4 0,-1 3 0 16,1-3-52-16,-3 2-12 0,0-2 0 0,0 6 0 15,0-4 0-15,-3 1 0 0,3 0 0 0,-3 2 0 16,-3-5 0-16,3 2 0 0,3 4 0 0,-3-1 0 16,0 0 0-16,0 1 0 0,-3-1 0 0,3 0 0 15,0 1 0-15,0 1 0 0,0-1 0 0,0 2 0 16,-3 0 0-16,3 0 0 0,0 0 0 0,-3-1 0 15,3 1 54-15,-3 3 8 0,0-3 2 0,3 0 0 16,-3 0-52-16,0 2-12 0,0-2 0 0,0 3 0 16,0-1 0-16,0 1 0 0,0-3 0 0,0 5 0 15,0-5 0-15,0 0 0 0,0 3 0 0,0-1 0 16,-3-2 0-16,3 3 0 0,0-1 0 0,0 1 0 16,-3 2 0-16,3 0 0 0,0 3 0 0,-3-2 0 15,0 1 30-15,3 4 3 0,-3-3 1 0,0 2 0 16,3 1-12-16,-3-3-2 0,3 2-1 0,-3-2 0 15,3 3-9-15,-3-6-2 0,3 3 0 0,-3-3 0 0,3 0 0 0,0 0 0 16,-3 1 0-16,3-4 0 0,0 1 2 16,0-1 0-16,0 1 0 0,0 0 0 0,0-1 0 0,0 1 0 15,0-3 0-15,0 2 0 0,-3 1-2 0,3-1 0 0,0 1 0 0,0 0 0 16,-3-1 3-16,3 1 0 0,0 2 0 0,0-2 0 16,0-1-11-16,0 1 0 0,0-1 0 0,0 1 0 15,-3 2 0-15,3-5 8 16,0 3-8-16,0-1 0 0,0-2 12 0,0 0-4 0,0-3 0 15,0 3 0-15,0-2 1 0,0-6 0 0,0 0 0 0,0 0 0 32,0 0-109-32,0 0-23 0,0 0-4 0</inkml:trace>
  <inkml:trace contextRef="#ctx0" brushRef="#br1" timeOffset="15255.838">10900 4588 1208 0,'0'0'25'0,"-6"0"6"0,6 0-31 0,-6 5 0 0,0-5 0 0,0 0 0 16,6 0 90-16,-6 0 12 0,0 0 2 0,6 0 1 16,-6 0-20-16,6 0-4 0,0 0-1 0,0 0 0 15,0 0-22-15,0 0-5 0,0 0-1 16,0 0 0-16,0 0-21 0,0 0-5 0,0 0-1 0,6-5 0 15,-3 3 1-15,3-1 0 0,0 0 0 0,0 1 0 16,3 2-4-16,-3-3-1 0,3 0 0 0,0 1 0 16,0 2-5-16,-1-3 0 0,4-2-1 0,0 2 0 15,6 0 1-15,0 3 0 0,0-5 0 0,3 2 0 16,3 1-3-16,-1-1 0 0,1 1 0 0,3 2 0 16,-3 0 0-16,3-3 0 0,-4 3 0 0,4-3 0 15,-6 1-1-15,3-1-1 0,-3 3 0 0,2-3 0 16,1-2-3-16,0 2 0 0,3-5 0 0,-3 6 0 15,2 2 0-15,1-3-8 0,0 3 12 0,3 0-4 16,-3 0-8-16,-4 0 10 0,4 0-10 0,0 0 10 16,-6 0-10-16,3 0 0 0,-4 0 9 0,1-3-9 15,3 3 0-15,-3-2 9 0,3 2-9 0,0-3 0 16,-1 3 9-16,1-2-9 0,0 2 0 0,0 0 9 16,0 0-9-16,-4 2 0 0,4-2 9 0,-3 0-9 15,3 3 0-15,-3-3 0 0,-3 0 0 0,2 0 8 16,-2-3-8-16,0 3 0 0,3-2 8 0,-3 2-8 15,0-3 0-15,0 3 9 0,2 0-9 0,-2-3 0 0,3 3 9 16,-3 0-9-16,0 0 0 0,0 0 9 16,-3 0-9-16,2 0 0 0,-2 3 9 0,0-3-9 15,0 0 8-15,0 3-8 0,-3-3 10 0,0 2-10 0,0 1 9 0,0-3-9 16,0 2 8-16,-4-2-8 0,4 3 8 0,-3-3-8 0,0 3 0 16,0-3 8-16,0 0-8 0,-3 0 8 15,3 0-8-15,-3 0 8 0,0 0-8 0,3 0 8 0,0 0-8 16,-3 0 8-16,3 0-8 0,-3-3 10 0,0 3-10 15,-1 0 10-15,1 0-10 0,0 0 10 0,0 0-10 0,0 0 10 16,0 0 16-16,-3 0 3 0,0 0 1 0,-3 0 0 16,6 0-30-16,-6 0 0 0,6 3 0 0,-6-3 0 15,3 0 0-15,-3 0 0 0,3 2 0 0,-3-2 0 16,6 8 0-16,-6-8 0 0,3 3 0 0,-3-3 0 16,3 5 0-16,0-2 0 0,-3-3 0 0,3 8 0 15,0-3 9-15,0 3-9 0,0-3 8 0,-3 3-8 16,3-2 10-16,-3 2-10 0,0 0 12 0,0 2-12 15,3-2 11-15,-3 3-11 0,0-1 10 0,3 1-10 16,-3-1 11-16,0 4-11 0,0-4 12 0,0 3-12 16,0 1 12-16,0-6-4 0,0 2 0 0,0 3-8 15,-3-5 12-15,3 3-12 0,0 0 12 0,0 2-12 16,0-8-20-16,0 6-12 0,0-3-1 0,0 2-1 16,-3-2 78-16,3 3 16 0,0 2 4 0,0-8 0 15,-3 6-64-15,3-1-20 0,-3 1 0 0,3 0 0 16,-3-1 20-16,3 1 0 0,0-1 8 0,-3 3-8 15,3 1 18-15,-3-1-2 0,3 3-1 0,-3 0 0 16,3 0-15-16,0-1 0 0,-3 1 0 0,3 3 0 16,0-3 0-16,0 0 0 0,0-3 0 0,0 0 0 0,0 0 0 15,0 1 0-15,0 1 0 0,0-4 0 0,0 0 0 0,0 4 0 16,0-7 0-16,0 3 0 0,0 0 0 0,0-1 11 0,0-2-11 16,0 0 10-16,0 3-10 0,0-6 0 0,0 3 0 0,0 2 8 15,0-2-8 1,0 3 0-16,0 0 9 0,0-1-9 0,0-2 0 0,0 3 8 0,0-1-8 15,0 1 0-15,0-1 0 0,-3 1-15 16,3 5 3-16,-3-8 0 0,3 5 21 0,0 3 5 16,-3-6 1-16,3 4 0 0,0-1-24 0,-3 0-5 0,3 0-1 0,0 1 0 15,0-4 15-15,-3 3 0 0,3-2 0 0,0 0 0 16,0-1 0-16,-3 1 0 0,3-3 0 0,0 0 0 16,0 2 13-16,-3-2 6 0,3 3 1 0,0-3 0 15,0 2-32-15,-3-2-7 0,3 3-1 0,0-3 0 16,0 0 20-16,-3 0 0 0,3 0 0 0,0-1 0 15,-3 1 0-15,3 3 0 0,0-3 0 0,-3 0 0 16,3 0 0-16,0 2 0 0,-3 1 0 0,3 0 0 16,0 2 0-16,-3-3 0 0,3 1 0 0,0 2 0 15,0-2 0-15,0-1 0 0,0 1 0 0,0 2 0 16,0-2 0-16,-3 2 0 0,3-2 0 0,0-1 0 16,0 1 0-16,0-1 0 0,0-2 0 0,0 3 0 15,0-3 0-15,0 0 0 0,0 0 0 0,0 0 0 16,0 0 0-16,0-1 0 0,0 1 0 0,0-2 0 15,0-1 15-15,-3 3 6 0,3-3 2 0,0 3 0 16,0-3-23-16,-3 3 0 0,3-2 0 0,0-1 0 16,0 0 0-16,0 1 0 0,0-1 0 0,0-5 0 15,0 5 0-15,0 0 0 0,0-5 0 0,-3 6 8 0,3-6-26 0,0 5-5 16,0-5-1-16,0 5 0 16,0-5 40-16,0 6 7 0,0-6 1 0,0 0 1 15,0 0-25-15,-3 2 8 0,3-2-8 0,0 0 0 0,-3 6 0 0,3-6 8 0,-3 5-8 0,3-5 0 16,-3 5 8-16,3-5-8 0,-5 3 8 0,-1 2-8 15,3-2 12-15,3-3-4 0,-6 2 0 0,0 1 0 16,0 0-8-16,0-1 12 0,0 1-12 0,-3 0 12 16,3-1-12-16,0 1 10 0,-3-3-10 0,0 3 10 15,0-3-10-15,-3 2 8 0,3-2-8 0,-6 0 8 16,4 0-8-16,-4 0 10 0,0 0-10 0,0 3 10 16,-3-3-10-16,0 2 0 0,0-2 9 0,-5 3-9 15,5-3 0-15,-3 3 0 0,0-1 0 16,0-2 0-16,0 3 8 0,1 0-8 0,2-1 8 0,-3 1-8 15,3 0 0-15,3-1 0 0,-3-2 0 0,0 3 8 16,0 0-8-16,1-3 0 0,-1 2 0 0,-3-2 0 16,0 3 0-16,3 0 0 0,-3-3 0 0,-2 2 0 15,2 1 0-15,0-1 0 0,0 1 0 0,0 0 0 16,0-1 0-16,4 4 0 0,-1-4-10 0,0 1 10 16,3 0 0-16,0-1 0 0,3 1 8 0,-3 0-8 15,3-3 0-15,0 2 0 0,-2-2 0 0,2 3 0 16,-3-3 0-16,3 0 0 0,0 0 0 0,-3 0 0 15,0 0 0-15,3 0 8 0,-3 0-8 0,1 0 0 16,-1 0 0-16,0 0 0 0,3 0 0 0,-3 0 0 16,3 2 0-16,-3-2-8 0,3 0 8 0,0 0-13 0,3 3 13 15,-2-3 0-15,-1 3 9 0,3-1-9 0,-3-2 0 16,3 0 0-16,0 3 0 0,-3 0-10 0,3-3 10 16,0 0 0-16,0 2 10 0,0-2-10 0,0 0 0 15,3 3 0-15,0-3 0 0,-2 0-10 16,2 0 10-16,0 0 0 0,0 0 0 0,6 0 0 0,-6 0 0 0,0 0 0 15,6 0 0-15,-9 0 0 0,3-3 0 0,0 3 0 0,3-2 0 0,3 2 0 16,-6 0 0 0,0-3 0-16,0 0 0 0,3 1 0 0,-3 2 0 0,0-6 0 0,6 6 0 0,-6-2 0 15,3-1 0-15,-3 1 0 0,0-1 0 0,3 0 0 16,-3 3 0-16,1-2 0 0,-1-4 8 0,0 6-8 16,0-2 0-16,0-1 0 0,0 0 0 0,-3 3 8 15,3-2-8-15,0-1 0 0,0 0 0 16,0 3 0-16,0-2 0 0,3-3-8 0,-3 2 8 0,0 0-8 15,3 1 8-15,-3-4 0 0,3 4 8 0,-3-4-8 16,3 4 0-16,-3-4 0 0,3 1 0 0,0 0 0 16,-3 0 0-16,1-1 0 0,2-2 0 0,0 3 0 15,-3 0 0-15,3-3 0 0,0 0 0 0,-3 3 0 16,3-3 0-16,-3-3 8 0,3 3-8 0,-3 0 8 16,3 0-8-16,-3 0 0 0,3-2-11 0,-3-1 11 15,3 1 0-15,0-1 0 0,-3 0 0 0,3-2 0 16,-3 0 0-16,3 0 0 0,-3-3 0 0,3 0 0 15,-3 0 0-15,3 0 0 0,0 0-8 0,0 0 8 16,0-2 0-16,0 2 0 0,0 0 0 0,0 0 0 16,0 0 0-16,0 3 0 0,1 0 0 0,-1 0 0 15,0-1 0-15,3 4 0 0,-3-1-8 0,0 3 8 16,3-5 0-16,-3 5 0 0,0-2 0 0,3 2-9 16,-3 0 9-16,0 0 0 0,3-3 0 0,-3 3 0 0,0 0 0 0,0 0 0 15,3-2 0-15,-3 2 8 0,0-3-8 16,0 3 0-16,3-5 0 0,-3 3 0 0,0-4 0 0,0 4 0 15,3-4 0-15,-3 1 0 0,0 0 0 0,3 0-8 0,-3-3 8 16,0 3-12-16,3-3 12 0,-3 3 0 16,3-3 0-16,-3 2 0 0,3 1 0 0,-3-3 0 0,0 3 12 0,0 0-4 15,0 0-8-15,0-1-8 0,3 1 8 0,-3 3-12 16,0-4 12-16,0 1 8 0,3 3-8 0,-3-6 11 16,3 2-11-16,-3-1-9 0,3 1 9 0,-3 1-13 15,3-3 13 1,0 3 0-16,0-5 0 0,0 4 0 0,0-2 0 0,3 1 0 0,-3 1 0 0,0-4-9 15,3 2 9-15,0 0 0 0,-3 0 0 0,3 0 0 16,0 3 0-16,0 0 0 0,3 0 0 0,-3-1 0 16,0 1 0-16,0 3 0 0,0-1 0 0,0 0 0 15,0 3 0-15,0-2 12 0,0 2-2 0,0-5-1 16,0 2-9-16,-3 1 0 0,3-1 0 0,0 0 0 16,-3 3 0-16,3-2-12 0,0-1 2 0,-3 3 1 15,0-2 9-15,3 2 0 0,-3-5 0 0,0 2 0 16,3 0 0-16,-3 1 0 0,0-1 0 0,3 1 0 15,-3-4 0-15,0 1 0 0,3 3 0 0,-3-4 0 16,0 4 0-16,3-1 12 0,-3 1-2 0,0-1-1 16,3 3-9-16,-3 0-12 0,3 0 2 0,-3 3 1 15,3-3 9-15,-3 3 0 0,3 2 0 0,-3 0 0 0,3-2 0 16,-3 5 0-16,3-5 0 0,-3 5 0 0,3-3-20 0,-3 3-3 16,2-2 0-16,4-1 0 15,0 0-109-15,3 3-23 0,3-2-4 16</inkml:trace>
  <inkml:trace contextRef="#ctx0" brushRef="#br1" timeOffset="55607.254">11578 10219 1314 0,'0'0'37'0,"0"0"8"16,-6 2-36-16,4 1-9 0,2-3 0 0,0 0 0 15,-6 3 52-15,6-3 9 0,0 0 2 0,0 0 0 16,0 0-19-16,-3 5-3 0,3-5-1 0,0 0 0 16,0 0-12-16,3 5-2 0,0-2-1 0,0 2 0 15,2-2-25-15,-2 0 0 0,3-1 0 0,3-2 0 16,0 0 43-16,0 0 3 0,0 0 1 0,0 0 0 15,3 0-24-15,-3 0-5 0,3 0-1 0,-3-2 0 16,3-1-17-16,0 3 0 0,-1-3 0 0,-2 1 0 16,3-1 0-16,0 0 0 0,3 1 0 0,-3-1 0 15,3 3 0-15,0-3 0 0,0 1 0 0,0 2 0 16,2-3 0-16,-2 3 0 0,3 0 0 0,3-3 0 0,-3 3 0 0,3 0 0 16,-4 3 0-16,4-3 0 0,-3 0 0 0,3 3 0 15,-3-3 0-15,0 0 0 0,0 0 0 0,-4 0 0 16,1 0 0-16,-3 0 0 15,3 0 0-15,-3 0 0 0,3 0 0 0,-3 0 0 0,3-3 0 0,0 3 0 16,0 0 0-16,2-3 0 0,1 3 32 0,-3 0 2 0,3 0 1 16,0 0 0-16,0 0-35 0,0 0 0 15,-1 0 0-15,1 0 0 0,-3 0 30 0,3 0-1 0,-3 0 0 0,0 0 0 16,3-2-29-16,-3 2 0 0,-4 0 0 0,4-3 0 16,-3 3 0-1,-3 0 0-15,3-2 0 0,-3-1 0 0,3 3 0 0,-3-3 0 0,0 1 0 0,0-1 0 16,0 3 0-16,0-3 0 15,-1 1 0-15,1-1 0 0,-3 3 0 0,3-3 0 0,0 1 0 0,-3-1 0 16,3 3 0-16,-3-3 0 0,3 3 0 0,-3-2 0 16,0 2 41-16,3 0 3 0,-3-3 0 0,0 3 0 15,0 0-27-15,0 0-5 0,0 0 0 0,0 0-1 16,-1 0-1-16,-2 0 0 0,3 0 0 0,0 0 0 16,0 0-1-16,-6 0 0 0,6 0 0 0,0 0 0 15,-3 3 1-15,3-3 0 0,0 0 0 0,-3 0 0 16,3 0-2-16,-3 2 0 0,3-2 0 0,-3 0 0 15,3 3 1-15,0-3 0 0,-3 0 0 0,3 3 0 16,0-3-1-16,-3 0-8 0,3 2 12 0,0 1-4 16,-3-3 3-16,0 3 0 0,3-1 0 0,-3 1 0 15,-1 0-1-15,1-1 0 0,3 1 0 0,-3 0 0 0,-3-3 0 16,3 2 0-16,0 1 0 0,0 2 0 0,0-2 1 0,0 2 0 16,0 0 0-16,-3-2 0 15,3 2-3-15,-3 1-8 0,0-1 12 0,3 0-4 16,-3 3-8-16,3-3 8 0,-3 3-8 0,0-2 8 0,3 2-8 0,-3 0 8 0,0-3-8 0,0 3 8 31,0 0-8-31,0 0 12 0,0 0-12 0,0-1 12 0,0 4-12 0,0-3 0 0,0 3 0 0,0-3 8 16,0 2-8-16,0-2 0 0,0 0 9 0,0 3-9 15,0-3 0-15,0-1 9 0,0 4-9 0,0-3 0 16,0 0 11-16,0 0-11 0,0 0 10 0,0 0-10 16,0 0 12-16,0 0-4 0,0 0-8 0,0-1 12 15,3 1-2-15,-3 0-1 0,0-2 0 0,0 2 0 16,0 0-9-16,0-1 10 0,0-1-10 0,0 2 10 15,3-3-10-15,-3 3 0 0,0-3 9 0,3 1-9 16,-3 1 0-16,0 1 9 0,3-2-9 0,-3 2 0 16,0 0 8-16,0-1-8 0,3 4 0 0,-3-3 0 15,0 0 0-15,0 0 8 0,3 0-8 0,-3 2 0 16,0-2 11-16,0 3-11 0,3-3 10 0,-3 0-10 16,0 2 8-16,0 1-8 0,3-3 0 0,-3 3 9 15,0-4-9-15,0 4 10 0,3-3-10 0,-3 0 10 16,0 2-10-16,0 1 8 0,3-3-8 0,-3 0 8 15,0 0-8-15,0 0 0 0,0 2 9 0,0-2-9 16,0 0 0-16,0 0 8 0,0 0-8 0,0 0 0 16,0 0 0-16,0 0 9 0,0 0-9 0,0 0 0 15,0 0 8-15,0 0-8 0,0 0 0 0,0 0 0 16,0 0 0-16,0-1 0 0,3 1 0 0,-3 0 0 0,0 0 0 16,0 0 0-16,0 0 0 0,0 0 0 0,0 3 0 0,0-3 0 0,3 2 0 15,-3 1 0-15,0-1 0 0,0 1 0 16,0 0 0-16,0 2 0 15,0-3 0-15,0 4 0 0,3-1 0 0,-3-3 0 0,0 4 0 0,0-4 0 16,0 3 0-16,0 1 0 0,0-4 8 0,3 1-8 0,-3 2 0 0,0-2 0 16,0-1 0-16,0 1 0 0,0-1 0 0,0 1 0 15,0-3 8-15,0 0-8 0,0 2 0 16,0 1 0-16,0-3 0 0,0 0 0 0,0 3 0 0,0-4 0 16,0 1 8-16,0 0-8 15,0 0 0-15,0 0 0 0,0 0 0 0,0 0 0 0,0 0 8 0,0-3-8 16,0 3 0-16,3 3 0 0,-3-3 0 0,0 2 0 15,0-2 8-15,0 0-8 0,0 0 0 0,0 0 0 16,0 0 8-16,0 0-8 0,0 3 0 0,0-4 0 16,0 1 0-16,0 0 8 0,0 0-8 0,0 0 0 15,0 0 0-15,0 0 0 0,0 0 0 0,0 0 0 16,0-3 0-16,3 3 0 0,-3 0 0 0,0-3 0 16,0 3 0-16,0-2 0 0,0 2 0 0,0-3 0 15,0 0 0-15,3 3 0 0,-3-3 0 0,0 1 0 16,0-1 0-16,0 0 0 0,3 1 0 0,-3-1 0 15,0 0 0-15,0 0 0 0,0 1 0 0,0-1 0 16,0-5 0-16,0 5 0 0,0-5 0 0,0 8 0 16,3-2 0-16,-3-6 0 0,0 5 0 0,0-5 0 15,0 0 0-15,0 0 0 0,0 0 0 0,0 8 0 16,0-8 0-16,0 0 0 0,0 0 0 0,0 0 0 0,0 0 0 0,0 0 0 16,0 0 0-16,0 0 0 15,0 0 0-15,0 0 0 0,0 0 0 0,-3 5 0 16,3-5 0-16,0 0 0 0,0 0 0 0,-3 5 0 0,3-5 0 15,0 0 0-15,0 0 0 0,-6 3 0 16,6-3 0-16,-6 3 0 0,6-3 0 0,0 0 0 16,-6 2 0-16,6-2 0 0,-6 6 0 0,0-4 0 0,6-2 0 0,-6 3 0 0,0 0 0 0,0-1 0 15,0 1 0-15,0-3 0 0,-3 3 0 0,3-1 0 16,-3 1 0-16,0-3 0 0,1 2 0 0,-1-2 0 16,-3 3 0-16,3-3 0 0,0 3 0 0,-3-3 0 15,0 2 0-15,0 1 0 0,0 0 0 0,0-3 0 16,3 2 0-16,-3 1 0 0,1-3 0 0,-1 0 0 15,0 3 0-15,3-3 0 0,0 0 0 0,-3 2 0 16,3 1 16-16,0-3-3 0,0 0-1 0,0 3 0 16,0-3-12-16,0 0-16 0,0 2 3 0,1-2 1 15,-1 3 12-15,0-3 0 0,0 0 0 0,0 2 0 16,0-2 0-16,0 0 0 0,0 3 0 0,-3-3 0 16,3 3 0-16,0-3 0 0,-3 0 0 0,-3 0 0 15,4 0 0-15,-4 0 0 0,0 0 0 0,0 0 0 16,3 0 0-16,-3 0 0 0,0 0 0 0,0 2 0 15,-2-2 0-15,2 0 0 0,0 3 0 0,0-3 0 16,3 3 8-16,-3-3 4 0,3 0 0 0,0 2 1 16,0 1-13-16,0-3-18 0,4 0 4 0,-1 3 1 15,0-3 21-15,-3 2 4 0,3-2 0 0,0 3 1 0,0-3-13 16,3 3-18-16,-3-3 4 0,0 0 1 16,0 0 13-16,3 0 0 0,-3 0 0 0,0 0 0 0,0 0 0 15,1 0 0-15,-1 0 0 0,0 0 0 0,-3 0 0 0,3 0 0 16,-3-3 0-16,0 3 0 15,0 0 10-15,3-3 5 0,0 3 1 0,-3-2 0 0,0 2-16 0,4 0 11 16,-4-3-11-16,0 3 10 0,0 0-10 16,-3-3 0-16,0 3 0 0,3 0 0 0,-3 0 0 0,0 0 0 15,1 0 0-15,2 3 8 0,0-3-8 0,0 3 8 0,3-3-8 16,0 0 8 0,0 2-28-16,0-2-5 0,3 3-2 0,0-3 0 0,-3 0 43 0,3 3 9 0,6-3 2 0,-9 0 0 15,3 0-27 1,6 0 0-16,-9 0 0 0,4 0 0 0,-1 0 0 0,6 0 0 15,-6 0 0-15,-3 0 0 0,9 0 0 0,-6 0 0 0,0 0 0 0,0 0 0 16,6 0 0-16,-9 0 0 0,3 0 0 0,0 0 0 16,6 0 0-16,-6 0 0 0,0 0 0 0,0 0 0 15,6 0 0-15,-6 0 0 0,0 0 0 0,6 0 0 16,-6 0 0-16,3 0 0 0,3 0 0 0,-9 0 0 16,9 0 0-16,-3 0 0 0,3 0 0 0,-6 0 0 15,6 0 0-15,0 0 0 0,0 0 0 0,-6 0 0 16,6 0 0-16,0 0 0 0,-5-3 0 0,5 3 0 15,0 0 0-15,-3-3 0 0,3 3 0 0,0 0 0 16,0 0 0-16,-6-2 0 0,3-1 0 0,0 0 0 16,3 1 0-16,-3-1 0 0,3 3 0 0,-3-5 0 15,3 5 0-15,0-6 0 0,-3 1 0 0,3 0 0 16,0 0 0-16,-3 2 0 0,3-2 0 0,-3-1 0 16,3 1 0-16,-3 0 0 0,3-3 0 0,0 0 0 0,0 3 0 15,0-3 0-15,0-3 0 0,0 3 0 16,-3-2 0-16,3 2 0 0,0 0 0 0,0-3 0 0,3 1 0 15,-3-4 0-15,0 1 0 0,0 0 0 0,0-3 0 0,0 0 0 16,-3 0 0-16,3-2 0 0,0-1 0 0,-3 3 0 16,3 0 0-16,0-2 0 0,-3 2 0 0,3 0 0 0,0 3 0 0,-3-3 0 15,0 3-21-15,3 0-3 0,0-1-1 0,-3 1 0 16,3 0 51-16,-3 2 10 0,0-2 3 0,3 3 0 16,0-4-11-16,-3 4-3 0,3-4 0 0,0 4 0 15,0-3-25-15,0-3 0 0,0 3 0 0,0-3 0 16,3 0-15-16,-3 0-8 0,0-3-1 0,3 1-1 15,-3-1-11 1,0 3-3-16,3-5 0 0,-3 5 0 0,3-2 83 0,-3 2 16 0,3 0 3 0,-3 0 1 16,3 6-74-16,-3-4-14 15,3 1-4-15,-3 3 0 0,3-1 45 0,-3 0 9 0,3-2 2 0,-3 5 0 16,0-5-45-16,0 2-9 0,0 1-2 0,0-1 0 16,0-2 28-16,0 3 0 0,0-4 0 0,0 1 0 15,0-3 0-15,0 0 0 0,0 0 0 0,0-2 0 16,0 2 24-16,0 0 1 0,3-2 0 0,-3 2 0 15,0 0-25-15,-3 0 0 0,3 0 0 0,0 3 0 16,-3 0 0-16,3-1 0 0,0 1 0 0,-3 3 0 16,3-1 0-16,-3 3 0 0,3-2 0 0,0 2 0 15,0 0 0-15,0 2 0 0,-3-2 0 0,3 0 0 16,0 3 0-16,0-3 0 0,0 0 0 0,0 0 0 16,0 3 0-16,3 0 0 0,-3-1 0 0,3-1 0 15,0 1 0-15,-3 1 0 0,3 0 0 0,0-3 0 16,0 2 0-16,-3 1 0 0,6 0 0 0,-3 0 0 15,0-3 0-15,3 2 0 0,-3-2 0 0,3 3 0 0,-4-3 0 0,1 6 0 0,0-4 0 16,0 1 0-16,0 0 0 0,0-1 0 0,0 4 0 16,3-1 0-16,-6 0 0 0,0 3 0 0,0 0 0 15,0 0 0-15,0 0 0 0,0 0 0 0,0 0 0 0,0 0 0 32,0 0-97-32,0 0-25 0,0 0-5 0</inkml:trace>
  <inkml:trace contextRef="#ctx0" brushRef="#br1" timeOffset="59018.235">18963 10169 1113 0,'0'0'47'0,"0"0"-38"31,0 0 66-31,0 0 13 0,-6-6 2 0,6 6 1 0,0 0-21 0,-3-2-4 0,3 2-1 16,0 0 0-1,0 0-27-15,0 0-6 0,0 0 0 0,0 0-1 0,0 0-31 0,0 0 0 0,0 0 0 0,3-3 0 16,3 3 57-16,0 0 6 0,-3 0 1 0,3 0 0 16,3 0-52-16,-3 0-12 0,3 0 0 0,0 0 0 15,0 0 18-15,3-3 1 0,0 3 0 0,3 0 0 16,0-2-9-16,2 2-2 15,4 0 0-15,-3 0 0 0,6 0 4 0,0 0 0 16,3 0 0-16,-1 0 0 0,1-3 10 0,-3 3 2 0,3 0 1 16,-1-3 0-16,-2 3-25 0,-3-2-17 0,3 2 2 0,0 0 1 15,-3-3 14-15,2 3 8 0,1 0 0 0,3-3-8 16,-3 3 12-16,0 0-12 0,-4 0 12 0,4 0-12 16,-3-2 8-16,0 2-8 0,0 0 0 0,0 0 0 15,-4 0 0-15,-2 0 0 0,3 0 0 0,-6 0 0 16,0 0 0-16,0 0 0 0,0 0 0 0,0 0 0 15,0 0 0-15,0-3 0 0,-1 3 0 0,4 0 0 16,-3-2 0-16,3 2 0 0,-3-3 0 0,0 3 0 16,3 0 33-16,-3-3 3 0,3 3 1 0,3-2 0 15,-4 2-27-15,1 0-10 0,0 0 0 0,-3 0 9 16,3 0-9-16,0 0 8 0,3 0-8 0,-3 0 8 16,-1 0-8-16,1-3 0 0,-3 3 9 0,3 0-9 15,-3 0 0-15,3 0 9 0,-3-3-9 0,-3 3 0 16,3-2 10-16,0 2-10 0,-4 0 8 0,4-3-8 15,0 3 12-15,-3-3-4 0,3 3 0 0,0 0 0 16,0-2 1-16,-3 2 0 0,3 0 0 0,-3 0 0 0,0-3 3 16,0 3 1-16,0 0 0 0,-1 0 0 0,1 0 2 0,-3 0 0 15,0 3 0-15,0-3 0 16,0 0-1-16,-6 0 0 0,6 2 0 0,0 1 0 0,0 0-1 0,-3-3 0 16,3 2 0-16,0 1 0 0,-3 0-4 0,3-1-1 0,0-2 0 0,-3 3 0 31,3 0 0-31,-3-1-8 0,3 1 12 0,-3 2-4 0,-3-5 0 15,3 3-8-15,-3-3 12 0,6 2-4 0,-6-2 2 0,3 6 0 0,0-1 0 0,0 0 0 16,-3-5-2-16,2 3 0 0,1 2 0 0,-3-5 0 16,0 8-8-16,3-3 12 0,-3 1-12 0,0 2 12 15,0-3-12-15,-3 3 10 0,3 0-10 0,0 0 10 16,-3 0-10-16,1 0 12 0,2 2-12 0,-3-2 12 16,0 5-12-16,3-2 10 0,-3 0-10 0,0 2 10 15,0 0-10-15,0 0 8 0,0 3-8 0,-3-3 8 16,3 3-8-16,0-3 0 15,-3 1 9-15,3-1-9 0,-3 0 0 0,3-2 0 0,0-1 0 0,-3 4 8 16,3-4-8-16,-3 1 0 0,3-3 8 0,-3 0-8 16,3 2 8-16,-3-2-8 0,3 0 8 0,0 0-8 15,-3 0 12-15,3 0-1 0,0 0-1 0,0-3 0 16,0 3-10-16,0 0 0 0,0 0 0 0,0 0 0 16,0 0 0-16,3 0 0 0,-3 2 0 0,3-2 0 15,-2 3 0-15,2-1 0 0,-3 1 0 0,0 0 0 16,3-1 0-16,-3 3 0 0,3-2 0 0,-3 5 0 15,3-3 0-15,-3-2 0 0,3 2 0 0,0 0 0 16,0 0 0-16,0-2 0 0,0 0 9 0,0-1-9 0,0 1 0 16,0-1 8-16,0 1-8 0,0-3 0 0,0 2 0 15,0-2 9-15,0 0-9 0,0 0 0 0,0 0 10 0,0 0-10 16,0 0 8-16,0 0-8 0,0 0 9 0,0-3-9 0,0 0 10 0,0 3-10 16,0-2 8-16,0 2-8 0,0-3 0 0,0 3 0 15,0-3 11-15,0 3-11 0,0 0 12 16,0 0-12-16,0 0 11 0,0 0-11 0,0 2 10 0,0 1-10 15,0 0 8-15,0 2-8 0,3-3 0 0,-3 4 9 16,0-1-9-16,3 0 0 0,-3 0 0 16,0 3 0-16,3-3 0 0,-3 1 0 15,0-1 8-15,3 0-8 0,-3 0 0 0,3 1 0 0,-3-1 0 0,2-3 8 16,-2 1-8-16,0 0 8 0,0-3-8 0,0 5 8 16,0-5-8-16,0 0 0 0,0 0 0 0,0 2 8 15,0-2-8-15,0 0 0 0,0 0 0 0,0 0 0 16,0 0 0-16,0 0 8 0,0-3-8 0,0 3 0 15,0-3 0-15,0 3 0 0,0 0 0 0,0 0 0 16,0 0 0-16,0 0 0 0,0 0 0 0,0 3 0 16,0-1 0-16,0 1 0 0,0-1 0 0,0-2 0 15,0 3 0-15,-2-1 0 0,2-2 8 0,0 3-8 16,0-1 0-16,-3-2 0 0,3 3 0 0,0-3 0 16,0 3 0-16,0-4 0 0,0 1 0 0,-3 0 0 15,3-2 0-15,0 2 0 0,-3-3 8 0,3 0-8 16,-3 3 0-16,3-3 0 0,0 1 0 0,-3-1 0 15,3 0 0-15,-3-2 0 0,3-3 8 0,-3 5-8 0,3 0 0 16,0-5 0-16,-3 6 0 0,0-1 0 0,3-5 0 16,0 5 0-16,0-5 0 0,-3 6 0 15,3-6 0-15,0 0 0 0,-3 5 0 0,3-5 8 0,-3 5-8 0,3-5 0 16,-3 6 0-16,3-6 0 0,-3 2 0 0,3-2 0 16,0 0 0-16,-6 5 0 0,6-5 0 0,0 0 0 15,0 0 0-15,-3 6 0 0,3-6 0 0,0 0 0 16,0 0 0-16,-6 2 0 0,6-2 0 15,-6 6 0-15,6-6 0 0,-9 2 0 0,9-2 0 0,-6 3 0 0,6-3 0 0,-9 3 0 16,9-3 0-16,-6 2 0 0,0-2 0 0,6 0 0 16,-9 3 0-16,3 0 0 0,6-3 0 0,-9 2 0 15,4-2 0-15,-1 3 0 0,6-3 0 0,-9 0 0 16,3 0 0-16,0 0 0 0,0 0 0 0,-3 0 0 16,0 0 0-16,0-3 0 0,0 3 8 0,0-2-8 15,-3 2 0-15,3 0 0 0,0-3 0 0,-3 3 0 16,1-3 0-16,-1 3 0 0,0 0 0 0,-3-2 0 15,3 2 0-15,0 0 0 0,-3-3 0 0,0 3 0 16,0 0 0-16,3 0 0 0,-2 0 0 0,-1 0 0 16,0-3 0-16,3 3-16 0,0 0 3 0,-3-2 0 15,3 2 13-15,0 0 0 0,0-3 0 0,1 3 0 16,-1-3 0-16,0 3 0 0,3 0 0 0,-3 0 0 16,3 0 0-16,0 0 0 0,-3 0 0 0,0 0 0 15,0 0 0-15,-3 3 0 0,1-3 0 0,-4 0 0 16,0 3 0-16,0-3 0 0,-3 0 0 0,0 0 0 15,0 0 0-15,1 2 0 0,-1-2 0 0,3 0 0 16,-3 0 0-16,3 3 0 0,0-3 0 0,3 0 0 0,-2 3 0 16,2-3 0-16,0 0 0 0,0 2 0 0,3-2 0 15,-3 0 0-15,0 0 0 0,0 0 0 0,1 0 0 0,-4 3 0 16,3-3 0-16,-3 0 0 0,3 0 0 0,0 0 0 0,0 0 0 0,0 0 0 16,0 0 8-16,4 3 5 0,-1-3 1 15,-3 0 0-15,6 0-22 0,-3 0-5 0,3 0-1 16,-3 0 0-16,3 0 14 0,0 2 0 0,0-2 0 0,0 0 0 15,0 3 0-15,4-3 0 0,-1 0 0 16,0 0 0-16,0 3 0 0,6-3 0 0,-6 0 0 0,0 0 0 16,6 0 0-16,-6 0 0 0,6 0 0 0,-6 0 0 15,6 0 0-15,-6 0 0 0,6 0 0 0,0 0 0 16,0 0 0-16,-6 2 13 0,6-2-2 0,-6 0-1 16,6 0-10-16,0 0 0 0,0 0 0 0,0 0 0 15,0 0 0-15,0 0 0 0,0 0 0 0,0 0 0 16,-6 0-11-16,6 0 3 0,0 0 0 0,0 0 0 15,0 0 8-15,-9-2 9 0,9 2-1 0,0 0-8 16,-6 0 0-16,6 0 0 0,0 0-10 0,-6-3 10 16,6 3 0-16,-3-5 0 0,-3 2 12 0,6 3-4 15,-3-3-8-15,-3-2 0 0,6 5 0 0,-3-5 0 16,0-1 0-16,0 4 0 0,3 2 0 0,-6-8 0 16,3 3 0-16,1-3 0 0,-1 2 0 0,-3-2 0 15,3 3 0-15,0-3 0 0,0 0 0 0,0-2 0 16,0 2 0-16,0-6 0 0,3 4 0 0,-3-3 0 15,0-1 0-15,0 1 0 0,3 3 0 0,-3-6 8 16,3 2-8-16,0 1 0 0,-3-3 0 0,3 3 0 16,0 0 0-16,0 0 0 0,0-1 0 0,0 1 0 15,0 3 0-15,0-1 0 0,3-2 0 0,-3 2 0 0,0 1 0 16,3-1 0-16,-3 1 0 0,0-1 0 16,3 0 0-16,-3 1-12 0,3-1 0 0,-3 1 1 0,0-1 11 15,0 0 0-15,0-2 0 0,0 3 0 0,0-4 0 16,-3 1 0-16,3 0 0 0,0-3 0 0,-3 0 0 15,3 0 0-15,0 0 0 0,-3 1 0 0,0-1 0 0,3 0 0 0,-3 3 0 0,0-3 0 16,3 0 0-16,-3 3 0 0,3-1 0 0,-3 1 0 16,3 3 0-16,0-4 0 0,0 4 0 0,0-1 0 15,0 3 0-15,0-2 0 0,0-1 0 0,0 0 0 16,0 1 0-16,0-1 0 0,0 3 0 0,0-5 0 16,0 3 0-16,0-1 0 0,0 0 0 0,0-2 0 15,0-3 0-15,3 3 0 0,0-3 0 0,0 0 0 16,0 0 0-16,0 1 0 0,0-4 0 0,0 3 0 15,0 0 0-15,0 0 0 0,0 3 0 0,0-3 0 16,0 3 0-16,0 0 0 0,0 0 0 0,-3-1 0 16,3 4 0-16,0-1 0 0,0 1 0 0,-3 2 0 15,3-3 0-15,-1 0 0 0,1 1 0 0,-3-1 0 16,3 3 0-16,0-2 0 0,0-1 0 0,0 1 0 16,0 2 0-16,0-6 0 0,0 4 0 0,0-1 0 15,0-2 0-15,0 2 0 0,0-2 0 0,0 0 0 16,0-3 0-16,0 3 0 0,3-3 0 0,-3 0 0 15,-3 0 0-15,3 0 0 0,0 1 0 0,0-1 0 16,0 2 0-16,0 1 0 0,0 0 0 0,0 0 0 16,0 2 0-16,0 1 0 0,0-1 0 0,-3 3 0 0,3 0 0 15,-3 0 0-15,3 0 0 0,-3 3 0 0,3 0 0 16,-3-1 0-16,0 1 0 0,0 0 0 16,0 2 0-16,0-2 0 0,0 5 0 0,0-5 0 0,0 5 0 0,0-3 0 15,0 3 0-15,3-5 0 16,-3-1-156-16,3 1-28 0</inkml:trace>
  <inkml:trace contextRef="#ctx0" brushRef="#br0" timeOffset="77208.765">11397 11283 1788 0,'-9'0'51'0,"0"0"10"16,3-3-49-16,0 3-12 0,6 0 0 0,-6-3 0 16,3 3 76-16,3 0 13 0,-6-2 3 0,6 2 0 15,-6-3-44-15,6 3-9 0,-9 0-2 0,9 0 0 16,0 0 22-16,0 0 4 0,0 0 1 0,0 0 0 16,0 0-48-16,0 0-16 0,0 0 9 0,0 0-9 15,0 0 0-15,0 0 0 0,0 0 0 0,0 0 0 16,0 0 0-16,0 0 0 0,0 0 0 0,0 0 0 15,0 0 0-15,3 3 0 0,3-1 0 0,0 1 0 16,0 0 44-16,3-1 16 0,3 1 3 0,3-3 1 16,0 2-52-16,0-2-12 0,3 0 0 0,2 0 0 0,4 0 0 15,0-2 0-15,0-1 0 0,3 1 0 0,-1 2 0 16,1-3 0-16,0 0 0 0,0 1 0 16,0-1 0-16,2 3 0 0,-2-3 0 0,6 1 0 0,0-1 0 0,-1 3 0 0,4-5 0 15,0 2 0 1,-1 0 0-16,-2 1 0 0,0-4 0 0,0 4 0 15,-4-1 0-15,1 1 0 0,0-1 0 0,0-2 0 0,0 2 0 16,2 0-16-16,1-2 3 0,3 2 1 0,-4 1 12 0,-2-4 12 16,0 4-3-16,0-1 0 0,-3 1-1 0,-4-1-8 0,1 3 12 0,0-3-4 15,-3 3-8-15,3-2 12 0,-4 2-12 0,4 0 12 16,-3-3-12-16,3 3 12 0,-3 0-12 16,0 0 12-16,-1 0-12 0,-2 0 0 0,3 0 0 0,-3 0 0 15,0 0 8-15,-3 3-8 0,0-3 0 0,-3 2 8 16,2-2-8-16,-2 3 0 0,-3 0 9 0,0-3-9 15,0 2 0-15,0 1 0 0,-3-1 0 0,3 1 8 16,-3 0-8-16,0 2 0 0,0-2 8 0,0-1-8 16,0 1 9-16,0 0-9 0,-3-1 12 0,3 1-12 15,-3 0 15-15,3 2-4 0,-4-3-1 0,4 1 0 16,-6-3 2-16,3 5 1 0,0-2 0 0,-3-3 0 16,6 5-1-16,-3-2 0 0,-3-3 0 0,6 5 0 15,-6-5-4-15,3 6 0 0,3-1-8 0,-6-5 12 16,3 3-12-16,0 2 9 0,-3-5-9 0,3 8 8 15,0-3 0-15,0 0 0 0,-3-5 0 0,3 8 0 16,-3-2 2-16,3 2 0 0,-3-3 0 0,3 3 0 16,-3 0-2-16,0-3 0 0,0 3 0 0,-3-3 0 15,3 3-8-15,0 0 8 0,-3 0-8 0,3 0 8 16,-3 0-8-16,3 2 0 0,-3 1 9 0,0 0-9 0,0-1 8 16,3 3-8-16,-3 3 10 0,0-2-10 15,3 1 0-15,-3 1 0 0,0 0 0 0,0 3 0 0,0-1 0 0,0-2 0 16,0 3 0-16,0-3 0 15,0-1 10-15,0-1 2 0,0 1 1 0,3-1 0 0,-3-1-13 0,0 3-10 0,-2 0 2 16,2-3 0-16,0 3 8 0,-3 0 0 0,3-3 8 0,0 3-8 16,0 0 0-16,-3 0 8 0,3 2-8 0,0 1 0 15,-3 2 8-15,3-3-8 0,0 3 10 0,0 1-10 16,0-1 8-16,0-3-8 0,0 3 0 0,0-2 0 16,0 0 8-16,0-4-8 0,3 1 0 0,-3 0 9 15,0 0-9-15,0-3 8 0,3 0-8 0,-3 3 8 16,0-2-8-16,3-1 0 0,-3-3 0 15,0 4 8-15,0-1-8 0,0 0 0 0,0 3 0 0,0-3 0 16,0 6 8-16,0-3-8 0,0-1 0 0,0 1 8 16,0 3-8-16,0-3 0 0,0 0 0 0,1 0 0 15,2-3 0-15,-3 3 8 0,0-1-8 0,0-1 0 16,3-1 0-16,-3-2 0 0,0 2 8 0,3 0-8 16,-3-2-16-16,0-1-4 0,3 1-2 0,-3-1 0 15,0 1 22-15,3-1 0 0,-3 1 0 0,0 0 0 16,0-1 0-16,3-2 0 0,-3 3 0 0,0-1 0 15,0 1 0-15,0 2 0 0,0-2 0 0,0-1 0 16,3 4 16-16,-3-4 7 0,0 6 1 0,3-3 1 16,-3 0-25-16,0-2 8 0,3 2-8 0,-3 1 0 15,0-4 0-15,3 1 0 0,0-1 0 0,-3 1 0 16,3-3-16-16,0 0-9 0,-3 0-2 0,3 0 0 0,-3-3 27 0,3 0 0 16,-3 0 0-16,3 1 0 0,0-6 0 0,-3 2 0 0,3-2 0 15,-3 6 0-15,3-6 46 16,-3 2 14-16,3-2 4 0,-6 6 0 0,6-6-52 15,-3 2-12-15,-3 1 0 0,0 0 0 0,0-3 0 16,3 2-12-16,-2-2 3 0,-1 0 0 0,0 3 9 0,-3-3 11 16,3 0-3-16,-3 0 0 0,0 0-8 0,0 0 0 0,0 0 0 0,0 0 0 15,-3 0 0-15,3 0 0 0,-3 0 0 16,0 0 0-16,1 0 0 0,-1 0 0 0,0 3 0 0,0-3 0 16,0 0 0-16,0 0 0 0,0 0 0 0,-3 0 0 15,0 0 0-15,0 2 0 0,1-2 0 0,-7 0 0 16,3 3 0-16,-3-1 0 0,3-2 0 0,-6 3 0 15,4 0 0-15,-1-3 0 0,-3 2 0 0,3-2 0 16,0 0 19-16,3 0-2 0,-3 0 0 0,4 0 0 16,2 0-17-16,-3 0 0 0,3 0 0 0,0 0 0 15,0 0 8-15,3 0-8 0,-3 3 12 0,1-3-12 16,-1 3-12-16,-3-3-8 0,0 0-3 0,0 2 0 16,-3-2 23-16,3 3 0 0,-2-3 0 0,-1 3 0 15,0-3 0-15,0 0 0 0,3 2 0 0,0-2 0 16,0 0 0-16,1 3 0 0,-1-3 0 0,0 0 0 15,3 3 0-15,3-3 0 0,-3 0 0 0,3 2 0 16,0 1 0-16,-2-3 0 0,-1 0 0 0,0 3 0 16,0-3 0-16,0 2 0 0,0 1 0 0,0-1 0 15,-3-2 0-15,3 3 0 0,1 0 0 0,-1-1 0 16,0-2 0-16,0 0 0 0,0 3 0 0,3-3 0 16,0 0 0-16,0 0 0 0,3 0 0 0,-2 3 0 15,2-3 0-15,0 0 0 0,0 2 0 0,3-2 0 0,-3 0 8 0,3 0 7 0,3 0 1 16,-3 0 0-16,0 0-26 0,6 0-5 0,-6-2-1 0,6 2 0 15,-3 0 24-15,3 0 5 0,0 0 1 0,-6-3 0 16,6 3-14-16,0 0 0 0,-6-3 0 0,6 3 0 16,-3-2 0-16,3 2 0 0,-3-6 0 0,3 6 0 15,-6-2 0-15,3-3 0 0,0-1 0 0,3 6 0 16,0-8-13-16,-3 6 1 0,0-4 0 0,3-2 0 16,-3 3 12-16,3 0 0 0,0-3 0 0,-3 0 0 15,3 0 0-15,0-3 0 0,0 1 0 0,0-1 0 16,0-2 0-16,0-3 0 0,0 0 0 0,0 0 0 15,-3-2 0-15,3-1 0 0,0 1 0 0,0-1 0 16,0 1 0-16,3 2 0 16,-3 0 0-16,0 0 0 0,3 0 0 0,-3 3 0 0,0-3 0 0,0 3 0 15,0 0 0-15,0 2 0 0,0-2 0 0,0 2 0 16,0-2 0-16,0 0 0 0,0 0 0 0,0-1 0 16,0-1 0-16,-3-1 0 0,3-6 0 0,0 4 0 15,0-3 0-15,0 0 0 0,0-3 0 0,0 3 0 16,0-1 48-16,0 1 13 0,0 0 3 0,0 5 0 15,0-2-52-15,0 2-12 0,0 0 0 0,0 0 0 16,0 3 0-16,0-3 0 0,3 5 0 0,-3-4 0 16,0 1 0-16,0-2 0 0,3 1 0 0,-6-4 0 15,6-2-23-15,-3 2-7 0,0-4-2 0,0 1 0 0,3 1 32 16,-3-3 0-16,0 3 0 0,0 0 0 0,0 0 0 16,3 5 0-16,-3-3 0 0,0 4 0 0,0 1 0 0,3 1 0 15,-3 0 10-15,0 0-10 16,0-1 0-16,0 4 8 0,-3-1-8 0,3 1 0 15,-3-1 24-15,3 1 0 0,0-4 0 0,-3 1 0 0,3 0-24 0,-3 0 0 16,3-1 0-16,0 1 0 0,0-3 0 16,0 0 0-16,0 1 0 0,0-4 0 0,0 6 0 15,0-3-19-15,0 3 3 0,0-3 1 0,0 3 15 0,3 2 0 0,-3-2 0 0,0 2 0 16,3 1 0-16,-3-1 0 0,3 0 0 0,0 1 0 16,-3 2 0-16,3 0 0 0,0 0 0 0,0 3 0 15,0-3 0-15,0 3 0 0,0-3 8 0,0 2-8 16,0 1 0-16,0 0 0 0,0-1 0 0,0 1 0 15,0 0 0-15,3 0 0 0,-3-1 0 0,0 4 0 16,0-4 8-16,-3 6-8 0,3-2 0 0,0-4 0 16,3 4 11-16,-6 2-2 0,3-6 0 0,3 1 0 15,0-3-58-15,3 0-12 16,0-2-3-16</inkml:trace>
  <inkml:trace contextRef="#ctx0" brushRef="#br0" timeOffset="78636.791">19097 12928 1824 0,'0'0'38'0,"0"0"8"16,0 0-37-16,0 0-9 0,0 0 0 0,0 0 0 16,0 0 104-16,0 0 20 0,0 0 3 0,0 0 1 15,-6 8-52-15,3-2-9 0,0-1-3 0,0 3 0 16,0 0 0-16,1 2 0 0,2 1 0 0,-3 2 0 16,0 0-51-16,0 6-13 0,3-3 0 0,-3 8 0 15,0-1 0-15,0 7 0 0,0 1 0 0,0 4 0 16,0-1 0-16,0 3 0 0,0-3 0 0,0 6 0 15,-3-3 21-15,3 0 2 0,-3 3 0 0,0 2 0 16,0 1-37-16,0-4-7 0,3 4-2 0,-3-1 0 16,3-5 23-16,-3-5 0 0,3 2 0 0,0-2 0 0,3-6 20 0,-3 1 8 15,0-3 1-15,3-1 1 16,-3-1-48-16,3-4-10 0,-3-2-1 0,3 0-1 0,0-3 30 0,0-5 0 16,0 0 0-16,0-8 0 15,0 0-72-15,0 0-9 0,3-5-2 0,0-3 0 0,0-5-174 16,-3-6-35-16</inkml:trace>
  <inkml:trace contextRef="#ctx0" brushRef="#br0" timeOffset="79341.782">19032 13082 1456 0,'0'0'41'0,"0"0"9"15,0 0-40-15,-3-3-10 0,3 3 0 0,-3-5 0 16,3 0 67-16,0 5 11 0,3-6 2 0,-3 1 1 16,3 2-15-16,0-2-3 0,0 2-1 0,3-2 0 15,-3 2-41-15,3 1-8 0,3-1-1 0,-3 1-1 16,5-1 41-16,-2-2 8 0,3 5 1 0,6-3 1 15,0 0-48-15,3 1-14 0,0-4 0 0,3 4 8 0,2-1 12 16,1-2 4-16,3-1 0 0,-3 4 0 0,-1-3-39 0,4-1-7 16,-3 1-2-16,6 0 0 0,0-3 43 0,5 2 8 15,4-1 1-15,0-1 1 16,-4 2-46-16,1-2-10 0,-3 0-1 0,2 3-1 0,-5-3 29 0,0 3 0 0,0 0 0 0,2-1 0 16,-5 4 13-16,3-1 9 0,3 0 2 0,-7 1 0 15,1 2-39-15,-3 0-7 0,0 0-2 16,-4 0 0-16,-5 0 44 0,0 0 9 15,-3 2 2-15,-3 1 0 0,0 0-15 0,0-1-2 0,-3 4-1 0,-3-4 0 16,3 1 6-16,-3 0 1 0,-1-1 0 0,1 3 0 16,0 1 35-16,0-4 7 0,0 4 2 0,0-4 0 15,-3 4-52-15,3-4-12 0,0 4 0 0,-3-1 0 16,3 0 0-16,-3 0 0 0,0 1 0 0,0-1 0 16,0 3 0-16,0 0 0 0,-3-3 0 0,3 3 0 15,-3 3 44-15,0-3 7 0,0 2 1 0,-3 1 0 16,3 2-32-16,-3 3-7 0,3 0-1 0,-3 2 0 15,0 4-12-15,3-1 0 0,-3 5 0 0,3 1 0 16,-3-1 0-16,3 1 0 0,-3 2 0 0,3-3 0 16,-3 1 0-16,0-4 0 0,0 4 0 0,0-1 0 15,0 3 28-15,-3 3 2 0,3 3 1 0,-3 2 0 16,3-3 1-16,0 0 1 0,0 1 0 0,0-1 0 16,0-2-33-16,0-6 0 0,0 1 0 0,1-3 0 15,-1-1 0-15,3 1 0 0,-3-3 0 0,3 3 0 16,0 0 0-16,-3-3 0 0,3 3 0 0,0-3 0 15,0 0 0-15,0-5 0 0,0 3 0 0,0-3 0 16,3-3 0-16,-3-3 0 0,3-2 0 0,-3-2 0 0,0-6 0 16,0 0 0-16,0 0 0 0,0 0 0 15,0-6-47-15,0-7-6 0,3 3-2 0,-3-12 0 16,0 1-165-16,0-8-34 0</inkml:trace>
  <inkml:trace contextRef="#ctx0" brushRef="#br0" timeOffset="81066.227">18960 9491 1690 0,'-3'-8'48'0,"0"0"11"0,3 3-47 0,0-3-12 0,-2 3 0 0,2 0 0 16,0 5 80-16,-3-6 13 0,3 6 3 0,0 0 1 15,0 0-16-15,0 0-3 0,0 0-1 0,0 0 0 16,0 0-24-16,0 0-5 0,0 0 0 0,0 0-1 15,0 0-23-15,-6 3-4 0,6-3 0 0,-3 8-1 16,-3-3 19-16,3 6 4 0,0-3 1 0,0 5 0 16,0 0-43-16,0 3 0 0,0 0-11 0,0 2 3 15,0 1 8-15,-3 2 11 0,3-2-3 0,0 2 0 16,-3 0-8-16,3 0 0 0,0 0 0 0,0 0 0 16,0 3 0-16,0 3 0 0,-3-4 0 0,3 7 0 15,3-1 15-15,-3 2 1 0,3 1 0 0,-3 0 0 16,3-3-16-16,-3 0 0 0,3-2 0 0,0-1 0 15,0-2 0-15,0 0 0 0,0-3 0 0,0 5 0 0,0-2 0 16,0 3 0-16,0-1 0 0,0 3 0 16,0-2 0-16,3 2 0 0,-3-3 0 0,0 3 0 15,0-5 8-15,0-3-8 0,0 0 0 0,0-2 0 0,-3 0 0 16,3-4 8-16,0 1-8 0,0 0 0 16,-3-3 0-16,3 1 0 0,0-1 8 0,0-3-8 0,0 4 0 0,0-4 0 15,0 1 8-15,0-1-8 0,0 1 0 0,0 0 11 0,0 2-11 0,0-3 10 16,0 1-2-16,0 0 0 0,0-1 0 15,0 1 0-15,-3-3 2 0,3 2 0 0,0 1 0 0,0-3 0 16,0 2-2-16,0-2 0 0,0 0 0 0,0 0 0 16,0 0-8-16,3-3 10 0,-3 1-10 0,0-1 10 15,3 0-10-15,-3-2 0 0,3 2 9 0,-3 0-9 16,3-2 0-16,0 2 0 0,0 1 0 0,0-4 8 16,0 1-8-16,0 2 0 0,3-2 0 0,-3 0 0 15,3-1 0-15,0 1 0 0,0-3 0 0,0 3 8 16,0-1-8-16,0-2 0 0,0 3 0 0,0-3 8 15,0 2-8-15,3-2 0 0,-4 3-8 0,4-3 8 16,-3 0 0-16,3 3 11 0,3-3-1 0,0 0 0 16,0 0-10-16,0 0-14 0,3 0 3 0,0 0 1 15,0 0 10-15,2 0 0 0,4-3 0 0,-3 3 0 16,3 0 8-16,3-3 4 0,0 1 1 0,-1-1 0 16,1 1-13-16,-3-4 8 0,3 4-8 0,-3-4 0 15,0 4 0-15,-4-1-20 0,1 0 4 0,0 1 0 16,3-4 16-16,3 4 0 0,-3-4 0 0,2 4 0 15,1-3 0-15,3 2 0 0,0-2 0 0,0 2 0 16,-4 0 0-16,4-2 0 0,-3 2 0 0,0 1 0 0,-3-1 0 16,-4 0 0-16,1 1 0 0,0 2 0 0,0-3 0 15,-3 3 0-15,0 0 0 0,0-2 0 0,3 2 0 16,-1-3 0-16,1 3 0 0,3 0 0 0,0 0 0 0,-3 0 0 0,3-3 0 16,2 3 0-16,-2 0 0 0,0 0 0 0,0 0 0 0,-3 0 0 15,3 3 0 1,-3-3 0-16,-1 0 0 0,1 0 0 0,-3 3 0 15,-3-3 0-15,3 2 0 0,-3-2 0 0,0 3 0 0,0-1 0 0,0 1 0 0,-1 0 0 16,1-1 0-16,0 1 0 16,3 0 0-16,-3 2 0 0,3-2 0 0,-3-1 0 0,0 1 0 0,3 2 0 15,-3-2 0-15,2-3 0 0,1 2 0 0,0 1 0 16,0 0 0-16,0-3 0 0,0 2 0 0,-3 1 0 16,3-3 0-16,-3 0 0 0,2 3 0 0,-2-1 0 15,0-2 0-15,-3 0 0 0,3 3 0 0,0-3 0 16,-3 0 0-16,0 3 0 0,-3-3 0 0,3 2 0 15,-3-2 0-15,3 0 0 0,-3 3 0 0,0-3 0 16,-1 0 0-16,-2 3 0 0,3-3 0 0,0 2 0 16,-3-2 0-16,0 0 0 0,3 0 0 0,-6 0 0 15,3 0 0-15,3 0 0 0,-6 0 0 0,3 0 0 16,-3 0 0-16,6 0 0 0,-6 0 0 0,3-2 0 16,-3 2 0-16,0 0 0 0,0 0 0 0,3-3 0 15,-3 3 0-15,3-3 0 0,0 1 0 0,-3 2 0 16,0-6 34-16,0 1 10 0,0 0 3 0,0-1 0 15,0 1-24-15,-3-3-5 0,3 0-1 0,-3-2 0 16,0-1-17-16,3-2 0 0,-3 0 0 0,0-3 0 16,0 0 0-16,0 0-11 0,3-2 2 0,-3 2 0 15,0 0 9-15,3-3 8 0,0 1-8 0,-3 2 11 0,3-3-11 16,0 1 0-16,-3-3 0 0,3-1 0 16,0-1 0-16,-3-4 0 0,3-2 9 0,0 0-9 0,0 0 8 0,0-3-8 15,0 0 10-15,0 1-10 0,0 2 11 16,0 2-11-16,0 1 12 0,0-1-12 0,0 1 13 0,3 2-4 0,-3-3-1 15,0-4 0-15,3 2 4 0,-3-6 1 0,3 1 0 0,0-1 0 16,0 4-5-16,0-1 0 0,3 5-8 0,-3-2 12 16,0 5-12-16,3 3 9 0,-6 0-9 0,3 0 8 15,0 0 0-15,0 0-8 0,0-1 12 0,0-1-4 16,0-1-8-16,-3 0 0 0,3-2 0 0,-3 2 8 16,3 0-8-16,-3 0 10 0,0 3-10 0,0 5 10 15,3-2-2-15,-3 4-8 0,0 4 12 0,0-3-4 16,0 5-8-16,0 2 0 0,0 1 0 0,0 0 8 15,-3-1-8-15,3 6 0 0,0 0 0 0,0 0 0 16,0 0-12-16,0 0-2 0,0 0 0 0,0 0 0 16,0 0-129-16,0 0-25 0</inkml:trace>
</inkml:ink>
</file>

<file path=ppt/ink/ink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4:18.9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0 108 4144 0 0,'5'-7'408'0'0,"-5"-56"4801"0"0,-5 34-2805 0 0,5 22-1899 0 0,0 6-7 0 0,0 1-34 0 0,0 0-135 0 0,0 0-60 0 0,0 0-11 0 0,0 0-28 0 0,0 0-106 0 0,0 0-48 0 0,0 0-10 0 0,0 0 19 0 0,0 0 88 0 0,0 0 34 0 0,1 2 8 0 0,3 14-221 0 0,-2 0 1 0 0,2 21-1 0 0,-1-1-41 0 0,2 13-10 0 0,-2-1 0 0 0,-6 74 0 0 0,3-63 61 0 0,1-41-214 0 0,-2 23 0 0 0,0-23-413 0 0,1 22-1 0 0,0-14-536 0 0,0-13 562 0 0</inkml:trace>
</inkml:ink>
</file>

<file path=ppt/ink/ink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5:43.1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35 6392 0 0,'0'0'290'0'0,"0"0"-3"0"0,0 0-102 0 0,0 0 266 0 0,0 0 130 0 0,0 0 26 0 0,0 0-18 0 0,-1-2-105 0 0,1 1-407 0 0,-1 0-1 0 0,0-1 0 0 0,1 1 0 0 0,-1-1 1 0 0,1 1-1 0 0,0 0 0 0 0,-1-1 0 0 0,1 1 1 0 0,0-1-1 0 0,0 1 0 0 0,0-1 1 0 0,0 1-1 0 0,0-3 0 0 0,4-6 4084 0 0,-3 9-4065 0 0,-1 1-20 0 0,0 0 33 0 0,0 0 149 0 0,0 0 60 0 0,0 0 17 0 0,0 0-32 0 0,0 0-139 0 0,0 0-61 0 0,0 0-7 0 0,0 0-10 0 0,0 0-17 0 0,0 0-4 0 0,0 0 0 0 0,-5 39 72 0 0,5-23-136 0 0,1-1 0 0 0,2 17 0 0 0,-2-25 0 0 0,0 0 0 0 0,-1 1 0 0 0,0-1 0 0 0,-1 0 0 0 0,-1 11 0 0 0,1-11 0 0 0,0 0 0 0 0,1 1 0 0 0,-1-1 0 0 0,2 9 0 0 0,0-7 0 0 0,0 0 0 0 0,-1 0 0 0 0,0 0 0 0 0,-1 0 0 0 0,-2 14 0 0 0,-1 12 0 0 0,-1 57 0 0 0,10-42-21 0 0,-5-49 1 0 0,0 0 1 0 0,1 0-1 0 0,-1 0 0 0 0,0 0 1 0 0,0 0-1 0 0,0 0 0 0 0,1-1 1 0 0,-1 1-1 0 0,0 0 0 0 0,1 0 1 0 0,-1 0-1 0 0,1-1 0 0 0,0 3 0 0 0,5 6-1156 0 0,-4-2 562 0 0</inkml:trace>
</inkml:ink>
</file>

<file path=ppt/ink/ink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5:43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1376 0 0,'9'-2'-30'0'0,"-6"1"119"0"0,-1 0-1 0 0,1 0 0 0 0,0 0 0 0 0,-1 0 0 0 0,1 0 1 0 0,-1-1-1 0 0,4-1 0 0 0,-5 2 205 0 0,0 0 1 0 0,-1 0-1 0 0,1 0 0 0 0,0 0 1 0 0,0-1-1 0 0,-1 1 0 0 0,1 0 1 0 0,-1 0-1 0 0,1 0 0 0 0,-1-1 1 0 0,1 1-1 0 0,-1 0 0 0 0,0-1 1 0 0,0 1-1 0 0,1 0 0 0 0,-1-1 0 0 0,0 1 1 0 0,-1-2-1 0 0,1 2 587 0 0,0 1-279 0 0,0 0-51 0 0,-5-8 1336 0 0,5 7 833 0 0,0 4-613 0 0,1 3-1764 0 0,4 27-100 0 0,-2 1 1 0 0,-3 63-1 0 0,0-46-113 0 0,0-49-127 0 0,0 9 16 0 0,0 0 0 0 0,1 1 0 0 0,4 20 0 0 0,-5-30-18 0 0,1 1 0 0 0,-1 0 0 0 0,1 0 0 0 0,-1-1 0 0 0,0 1 0 0 0,0 0 0 0 0,0 0 0 0 0,0-1 0 0 0,-1 1 0 0 0,0 5 0 0 0,-1-5 0 0 0,3-2 0 0 0,3 15 0 0 0,-2-4 0 0 0,1 0 0 0 0,-2 0 0 0 0,1-6-14 0 0,8 14-1126 0 0,-9-19 639 0 0,-1-1-131 0 0,0 2-538 0 0,3 9-228 0 0</inkml:trace>
</inkml:ink>
</file>

<file path=ppt/ink/ink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5:53.9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5 147 5264 0 0,'0'0'241'0'0,"0"-1"-10"0"0,0-1-136 0 0,0 0 0 0 0,0 1 1 0 0,0-1-1 0 0,0 0 1 0 0,0 1-1 0 0,0-1 0 0 0,-1 1 1 0 0,1-1-1 0 0,-2-2 0 0 0,0-4 476 0 0,3-8 1628 0 0,2-27 0 0 0,2 13-673 0 0,-4 28-1076 0 0,0 1-123 0 0,0-2-199 0 0,-1-1 1 0 0,1 1-1 0 0,-1 0 0 0 0,1-1 1 0 0,-1-4-1 0 0,0 7-121 0 0,0 0 223 0 0,0 1-8 0 0,0 0-4 0 0,0 0-13 0 0,0 0-45 0 0,0 0-21 0 0,0 0-3 0 0,0 0-10 0 0,0 0-39 0 0,0 0-20 0 0,0 0-3 0 0,0 0-1 0 0,1 1 1 0 0,1 1-54 0 0,0 0 0 0 0,-1 0 0 0 0,1 0 0 0 0,-1 0 0 0 0,0 0 0 0 0,1 1 0 0 0,-1-1 0 0 0,0 0-1 0 0,0 0 1 0 0,1 5 0 0 0,5 30 115 0 0,-4-20-103 0 0,1 10 1 0 0,-1 0 0 0 0,-1 47 0 0 0,-2-63-17 0 0,-5 80 58 0 0,3-59-47 0 0,0-1-1 0 0,-9 37 1 0 0,5-36-14 0 0,5-11-1596 0 0,4-22 411 0 0,7-3-2388 0 0,-1-4-1020 0 0</inkml:trace>
</inkml:ink>
</file>

<file path=ppt/ink/ink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5:54.5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35 101 6992 0 0,'-1'-3'225'0'0,"-1"0"-78"0"0,1 1 0 0 0,0-1 0 0 0,0 0 1 0 0,1 0-1 0 0,-1 0 0 0 0,0 0 0 0 0,1-5 0 0 0,-1 6 255 0 0,1-1-1 0 0,0 1 1 0 0,-1-1 0 0 0,0 1-1 0 0,0-1 1 0 0,0 1-1 0 0,-1-3 1 0 0,1 2-95 0 0,0 1 1 0 0,0 0-1 0 0,0-1 0 0 0,0 1 1 0 0,1 0-1 0 0,-1-1 1 0 0,0-2-1 0 0,1 4-167 0 0,0-1 0 0 0,-1 1 0 0 0,1 0-1 0 0,0 0 1 0 0,-1 0 0 0 0,0 0 0 0 0,1 0 0 0 0,-1 0 0 0 0,0 0-1 0 0,1 0 1 0 0,-1 0 0 0 0,-1-1 0 0 0,-2-3 212 0 0,3 5-146 0 0,1-5 1293 0 0,1 15-1426 0 0,0-1 1 0 0,4 15-1 0 0,-3-13-59 0 0,0-1-1 0 0,0 18 0 0 0,0-2-35 0 0,4 26 0 0 0,-1-10 56 0 0,-3-22-34 0 0,-1 0 0 0 0,-2 24 0 0 0,-4 39 0 0 0,0 64 58 0 0,5-112-52 0 0,4 10-6 0 0,-4-27 4 0 0,2-15-7 0 0,0-3-15 0 0,-1 2-65 0 0,-1-2 1 0 0,1 1-28 0 0,23 28-3319 0 0,-23-28 2679 0 0</inkml:trace>
</inkml:ink>
</file>

<file path=ppt/ink/ink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9:34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20 164 3224 0 0,'0'-1'240'0'0,"0"-45"5037"0"0,-5 22-3597 0 0,5 14-1001 0 0,-1-1 0 0 0,0 1 0 0 0,0-1 0 0 0,-1 1 0 0 0,-6-18 1 0 0,8 27-567 0 0,0 1 0 0 0,-1-1 0 0 0,1 1 1 0 0,0-1-1 0 0,0 1 0 0 0,0-1 1 0 0,-1 0-1 0 0,1 1 0 0 0,0-1 0 0 0,0 1 1 0 0,0-1-1 0 0,0 0 0 0 0,0 1 1 0 0,0-1-1 0 0,0 1 0 0 0,0-1 0 0 0,1 0 1 0 0,-1 0-1 0 0,0 1-50 0 0,1 0 0 0 0,-1 1 1 0 0,0-1-1 0 0,1 0 0 0 0,-1 0 0 0 0,0 1 0 0 0,0-1 1 0 0,1 0-1 0 0,-1 0 0 0 0,0 1 0 0 0,0-1 0 0 0,0 0 1 0 0,1 1-1 0 0,-1-1 0 0 0,0 1 0 0 0,0-1 0 0 0,0 0 1 0 0,0 1-1 0 0,0-1 0 0 0,0 0 0 0 0,0 1 0 0 0,0-1 1 0 0,0 1-1 0 0,10 71 86 0 0,-6-36-98 0 0,-2-10-20 0 0,-3 43-1 0 0,1-26-17 0 0,4 141-2 0 0,-8-95 53 0 0,-1-1-435 0 0,1-30-414 0 0,4-56 522 0 0,0-2-81 0 0,0 0-335 0 0,0 0-149 0 0,0 0-32 0 0</inkml:trace>
</inkml:ink>
</file>

<file path=ppt/ink/ink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9:35.1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28 140 3224 0 0,'0'-5'41'0'0,"0"1"0"0"0,0-1 0 0 0,1 0 0 0 0,-1 0 1 0 0,1 1-1 0 0,2-6 0 0 0,-2 5 352 0 0,0 1 0 0 0,0-1 1 0 0,0 1-1 0 0,0-1 0 0 0,0-5 0 0 0,-1 7 26 0 0,0-1 0 0 0,1 0 0 0 0,0 1 0 0 0,-1-1 0 0 0,1 0 0 0 0,3-5 0 0 0,-3-3 542 0 0,-1 11-804 0 0,0 0-1 0 0,0 0 1 0 0,0 0 0 0 0,0 0-1 0 0,1 0 1 0 0,-1 0-1 0 0,0 0 1 0 0,0 0-1 0 0,1 0 1 0 0,-1 0-1 0 0,1-2 1 0 0,-1 3-134 0 0,1-1 0 0 0,-1 1 0 0 0,0 0 0 0 0,0 0 0 0 0,0 0 0 0 0,0-1 0 0 0,0 1 0 0 0,1 0 0 0 0,-1-1 0 0 0,0 1 0 0 0,0 0 0 0 0,0 0 0 0 0,0-1 1 0 0,0 1-1 0 0,0 0 0 0 0,0 0 0 0 0,0-1 0 0 0,0 1 0 0 0,0 0 0 0 0,0-1 0 0 0,0 1 0 0 0,0 0 0 0 0,0 0 0 0 0,0-1 0 0 0,-1 1 0 0 0,1 0 0 0 0,0 0 0 0 0,0-1 0 0 0,0 1 1 0 0,0-1-1 0 0,-2-1 2820 0 0,2 24-2519 0 0,-1 0 0 0 0,-1 0 0 0 0,-1-1 0 0 0,-7 26 0 0 0,6-28-273 0 0,1 1 0 0 0,0 0 0 0 0,1 26 0 0 0,-2 14 8 0 0,-3 47 26 0 0,4-54-28 0 0,1-34-27 0 0,1 28 0 0 0,3-4-25 0 0,-6 69 0 0 0,3-107-349 0 0,1-1 0 0 0,0 0 0 0 0,0 0 1 0 0,0 1-1 0 0,0-1 0 0 0,1 0 0 0 0,1 8 0 0 0,-1-10-642 0 0</inkml:trace>
</inkml:ink>
</file>

<file path=ppt/ink/ink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0:56.2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112 42 4608 0 0,'0'0'208'0'0,"0"-2"204"0"0,0-12 2184 0 0,0 13-1075 0 0,0-7 699 0 0,0 8-2492 0 0,0-4-490 0 0,-1-5 4312 0 0,0 6 239 0 0,-1 8-2614 0 0,1 2-1139 0 0,0 0 1 0 0,1 0-1 0 0,-1 0 1 0 0,2 0-1 0 0,-1-1 1 0 0,3 11-1 0 0,0 20 63 0 0,-3-30-99 0 0,1-1 0 0 0,0 1 0 0 0,3 12 0 0 0,-2-13 0 0 0,0 1 0 0 0,-1 0 0 0 0,1 14 0 0 0,-2-2 0 0 0,1 1 0 0 0,1 0 0 0 0,1-1 0 0 0,9 34 0 0 0,-9-44-30 0 0,-1-1-1 0 0,0 1 1 0 0,-1 0-1 0 0,0-1 1 0 0,0 1-1 0 0,-1 0 1 0 0,-1 10-1 0 0,0 21-33 0 0,1-40 64 0 0,1 0-1 0 0,-1 0 1 0 0,0 0-1 0 0,0 0 1 0 0,0 0-1 0 0,0 0 1 0 0,0 0-1 0 0,0 0 1 0 0,0 0-1 0 0,0 1 1 0 0,0-1-1 0 0,0 0 1 0 0,0 0-1 0 0,-1 0 1 0 0,1 0-1 0 0,0 0 1 0 0,0 0-1 0 0,0 0 1 0 0,0 0-1 0 0,0 0 1 0 0,0 0-1 0 0,0 0 1 0 0,0 0-1 0 0,0 0 1 0 0,0 0-1 0 0,0 1 1 0 0,0-1-1 0 0,0 0 1 0 0,0 0-1 0 0,0 0 1 0 0,0 0-1 0 0,0 0 1 0 0,0 0-1 0 0,0 0 1 0 0,0 0-1 0 0,-1 0 1 0 0,1 0-1 0 0,0 0 1 0 0,0 0-1 0 0,0 0 1 0 0,0 0-1 0 0,0 0 1 0 0,0 0 0 0 0,0 0-1 0 0,0 0 1 0 0,0 0-1 0 0,0 0 1 0 0,0 0-1 0 0,0 0 1 0 0,-1 0-1 0 0,1 0 1 0 0,0 0-1 0 0,0 0 1 0 0,-5-4-20 0 0,-9-11 0 0 0,10 11 18 0 0,3 4 2 0 0,1-1 0 0 0,-1 0 0 0 0,1 1 0 0 0,-1-1 0 0 0,1 0 0 0 0,-1 1 0 0 0,1-1 0 0 0,-1 0 0 0 0,1 0 0 0 0,0 1 0 0 0,0-1 0 0 0,-1-1 0 0 0,0 0 0 0 0,1 0 0 0 0,-1 0 0 0 0,0 0 0 0 0,0 0 0 0 0,0 0 0 0 0,0 0 0 0 0,0 1 0 0 0,-1-1 0 0 0,1 0 0 0 0,-3-1 0 0 0,0-3 0 0 0,1 3 1 0 0,0 0 0 0 0,0 0 0 0 0,0 0 0 0 0,0 1 1 0 0,0-1-1 0 0,-1 1 0 0 0,1 0 0 0 0,-1 0 0 0 0,1 0 0 0 0,-8-3 0 0 0,1 2 47 0 0,2 6-36 0 0,-3-1-12 0 0,6 1 0 0 0,-3 8 0 0 0,6-9 0 0 0,-8 10 2 0 0,10-8-1 0 0,0-2-3 0 0,0 1 1 0 0,0-1-1 0 0,0 0 1 0 0,0 0-1 0 0,0 0 0 0 0,0 0 1 0 0,0 0-1 0 0,-1 2 0 0 0,0 2-5 0 0,0 0-1 0 0,0 0 1 0 0,1 0-1 0 0,0-1 1 0 0,0 1-1 0 0,0 0 1 0 0,3 9-1 0 0,-2-2 8 0 0,-1-11 0 0 0,0 1 0 0 0,1-1 0 0 0,-1 0 0 0 0,0 0 0 0 0,1 0 0 0 0,-1 0 0 0 0,2 3 0 0 0,12 34 0 0 0,-13-34-7 0 0,-1-3 4 0 0,1-1 0 0 0,-1 0 0 0 0,1 1 0 0 0,-1-1 0 0 0,1 0 0 0 0,-1 0 0 0 0,1 1 0 0 0,0-1 0 0 0,0 0-1 0 0,0 0 1 0 0,-1 0 0 0 0,1 0 0 0 0,0 0 0 0 0,2 2 0 0 0,0 0-6 0 0,-2-2 9 0 0,0-1 0 0 0,0 1 0 0 0,-1 0-1 0 0,1 0 1 0 0,1 0 0 0 0,-1 0 0 0 0,0-1 0 0 0,0 1 0 0 0,0-1 0 0 0,0 1 0 0 0,0 0 0 0 0,1-1 0 0 0,-1 0 0 0 0,0 1 0 0 0,0-1 0 0 0,1 0 0 0 0,-1 0-1 0 0,3 0 1 0 0,-2 1 1 0 0,1-1-1 0 0,0 0 0 0 0,0 0 0 0 0,0 0 0 0 0,0 0 1 0 0,0-1-1 0 0,-1 1 0 0 0,1-1 0 0 0,0 0 0 0 0,0 1 0 0 0,4-4 1 0 0,3 0-2 0 0,16-13 0 0 0,-1 2-10 0 0,-20 12-97 0 0,0 0 0 0 0,0-1 0 0 0,0 1 0 0 0,-1-1 1 0 0,0 0-1 0 0,1 0 0 0 0,-1 0 0 0 0,4-7 0 0 0,0 3-836 0 0,4 0-42 0 0</inkml:trace>
</inkml:ink>
</file>

<file path=ppt/ink/ink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0:57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129 72 2304 0 0,'0'-6'388'0'0,"0"3"59"0"0,1 1-1 0 0,-1 0 1 0 0,1 0 0 0 0,-1 0 0 0 0,1 0 0 0 0,0 0-1 0 0,1-4 1 0 0,0 3 271 0 0,-1 0 770 0 0,-1 2-470 0 0,12-28 1314 0 0,-11 28-1661 0 0,-1 1-30 0 0,0 0-7 0 0,0 0-20 0 0,0 0-71 0 0,-2-7 761 0 0,2 8 589 0 0,2 14-912 0 0,3 13-811 0 0,3 26-76 0 0,-8-47-86 0 0,1 0-1 0 0,0 0 0 0 0,1 0 0 0 0,3 11 1 0 0,-3-10 1 0 0,1 0 0 0 0,1 15 0 0 0,6 43-9 0 0,-1-18 0 0 0,-1-7-75 0 0,-5-27 10 0 0,-1 0 1 0 0,2 28-1 0 0,0-15 3 0 0,-2-16 43 0 0,-1-1 0 0 0,0 0 0 0 0,0 15-1 0 0,-1-25 21 0 0,0 0-1 0 0,0 0 0 0 0,-1 0 1 0 0,1-1-1 0 0,0 1 0 0 0,0 0 0 0 0,0 0 1 0 0,0 0-1 0 0,0 0 0 0 0,0 0 1 0 0,0 0-1 0 0,0 0 0 0 0,0 0 0 0 0,-1-1 1 0 0,1 1-1 0 0,0 0 0 0 0,0 0 1 0 0,0 0-1 0 0,0 0 0 0 0,0 0 0 0 0,0 0 1 0 0,-1 0-1 0 0,1 0 0 0 0,0 0 0 0 0,0 0 1 0 0,0 0-1 0 0,0 0 0 0 0,0 0 1 0 0,0 0-1 0 0,-1 0 0 0 0,1 0 0 0 0,0 0 1 0 0,0 0-1 0 0,0 0 0 0 0,0 0 1 0 0,0 0-1 0 0,-1 0 0 0 0,1 0 0 0 0,0 0 1 0 0,0 0-1 0 0,0 0 0 0 0,0 1 1 0 0,0-1-1 0 0,0 0 0 0 0,0 0 0 0 0,-1 0 1 0 0,1 0-1 0 0,0 0 0 0 0,0 0 1 0 0,0 0-1 0 0,0 0 0 0 0,0 1 0 0 0,0-1 1 0 0,0 0-1 0 0,0 0 0 0 0,0 0 1 0 0,0 0-1 0 0,0 0 0 0 0,0 0 0 0 0,0 1 1 0 0,0-1-1 0 0,0 0 0 0 0,0 0 1 0 0,0 0-1 0 0,0 0 0 0 0,-8-8 35 0 0,3-2 43 0 0,0 0 0 0 0,-7-17 1 0 0,8 17 6 0 0,-1 0 0 0 0,-8-15 0 0 0,12 23-69 0 0,-3-4 101 0 0,-1 0 0 0 0,-8-10 0 0 0,11 14-93 0 0,0 0 0 0 0,0 0 0 0 0,-1 1 0 0 0,1-1 0 0 0,-1 0 0 0 0,1 1 0 0 0,-1 0 0 0 0,1 0 0 0 0,-1 0 0 0 0,-3-1 0 0 0,4 2-14 0 0,0-1 0 0 0,0 1 0 0 0,0 1 0 0 0,0-1 0 0 0,0 0 0 0 0,1 0 0 0 0,-1 1 1 0 0,0-1-1 0 0,0 1 0 0 0,-3 1 0 0 0,-20 9 115 0 0,16-6-104 0 0,7-4-16 0 0,0 0 0 0 0,0 0-1 0 0,1 0 1 0 0,-1 1 0 0 0,0-1 0 0 0,0 1-1 0 0,1-1 1 0 0,-1 1 0 0 0,1 0-1 0 0,-3 3 1 0 0,-2 3 7 0 0,5-6-12 0 0,0 0 0 0 0,0-1 0 0 0,0 1 0 0 0,0 0 0 0 0,0 0 0 0 0,0 0 0 0 0,0 0 0 0 0,1 0 0 0 0,-1 0 0 0 0,1 0 0 0 0,-1 4 0 0 0,-3 11 0 0 0,1-9-72 0 0,0 0 0 0 0,0 1 0 0 0,1-1 0 0 0,0 0 0 0 0,1 1 0 0 0,-1 14 0 0 0,2-8-54 0 0,0 0 0 0 0,2 0 0 0 0,3 15 0 0 0,-4-24 128 0 0,0 0-1 0 0,0 0 1 0 0,1 0-1 0 0,-1 0 1 0 0,1-1-1 0 0,1 1 1 0 0,-1 0-1 0 0,1-1 1 0 0,0 0-1 0 0,6 8 0 0 0,-7-12 72 0 0,0 1 0 0 0,1-1 0 0 0,-1 1 0 0 0,1-1 0 0 0,-1 0 0 0 0,1 0 0 0 0,5 1 0 0 0,-4-3-67 0 0,0-1 0 0 0,0 0-1 0 0,0 0 1 0 0,0 0 0 0 0,0-1-1 0 0,-1 1 1 0 0,1-1-1 0 0,5-6 1 0 0,6-3 7 0 0,39-25 14 0 0,-34 24-30 0 0,0-1-1 0 0,0-1 1 0 0,22-22 0 0 0,-23 19-223 0 0,11-11-1736 0 0,-17 13-4543 0 0</inkml:trace>
</inkml:ink>
</file>

<file path=ppt/ink/ink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1:04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187 0 920 0 0,'0'0'285'0'0,"0"0"862"0"0,0 0 373 0 0,0 0 74 0 0,0 0-120 0 0,0 0-586 0 0,0 0-258 0 0,0 0-48 0 0,0 0-37 0 0,0 0-128 0 0,0 0-53 0 0,0 0-10 0 0,0 0-8 0 0,0 0-20 0 0,0 0-8 0 0,0 3-4 0 0,1-1-197 0 0,-2 1 0 0 0,1-1 0 0 0,0 1 0 0 0,0-1 0 0 0,-1 1 0 0 0,1-1 0 0 0,-3 5 0 0 0,3-6-57 0 0,-1 1 1 0 0,1-1 0 0 0,0 1-1 0 0,-1-1 1 0 0,1 1 0 0 0,0-1-1 0 0,0 1 1 0 0,0-1 0 0 0,0 1-1 0 0,0-1 1 0 0,1 3 0 0 0,0 2 113 0 0,-5 54 1108 0 0,2-44-1189 0 0,1-14-87 0 0,1 1 1 0 0,-1-1-1 0 0,1 1 0 0 0,0-1 1 0 0,0 1-1 0 0,0-1 0 0 0,0 5 1 0 0,3 11-7 0 0,-1 21 0 0 0,1 6 0 0 0,0-26-28 0 0,0 0 0 0 0,8 30 1 0 0,-9-45 16 0 0,-1 1 0 0 0,0 0-1 0 0,0 0 1 0 0,-1 0 0 0 0,1 5 0 0 0,-1-5-22 0 0,0 1 1 0 0,1-1-1 0 0,2 10 1 0 0,-1-9-8 0 0,-1 0 1 0 0,0 0-1 0 0,0 9 1 0 0,2 11-355 0 0,-2-9-101 0 0,-1-14 416 0 0,0 0 0 0 0,0-1-1 0 0,1 1 1 0 0,-1 0 0 0 0,0 0 0 0 0,1-1 0 0 0,2 6 0 0 0,-3-7 80 0 0,0 0 0 0 0,1 0 0 0 0,-1 0 1 0 0,0 0-1 0 0,0 0 0 0 0,1 0 0 0 0,-1-1 1 0 0,0 1-1 0 0,0 0 0 0 0,0 0 0 0 0,0 0 1 0 0,0 0-1 0 0,-1 0 0 0 0,1 0 0 0 0,0 0 1 0 0,-1 2-1 0 0,1-2 100 0 0,0-1-1 0 0,0 2-25 0 0,0 7-82 0 0,0-7-94 0 0,0-2 1 0 0,0 0 36 0 0,0 0 77 0 0,0 1 0 0 0,-1-1 0 0 0,1 0 0 0 0,0 0 0 0 0,0 1-1 0 0,0-1 1 0 0,0 0 0 0 0,0 1 0 0 0,-1-1 0 0 0,1 0 0 0 0,0 0 0 0 0,0 0 0 0 0,-1 1 0 0 0,1-1 0 0 0,0 0 0 0 0,0 0 0 0 0,-1 0 0 0 0,1 1-1 0 0,0-1 1 0 0,0 0 0 0 0,-1 0 0 0 0,1 0 0 0 0,0 0 0 0 0,-1 0 0 0 0,0 0 0 0 0,1 0-7 0 0,-1 0-1 0 0,0-1 1 0 0,1 1 0 0 0,-1-1-1 0 0,0 1 1 0 0,1-1 0 0 0,-1 1 0 0 0,0-1-1 0 0,1 1 1 0 0,-1-1 0 0 0,1 0-1 0 0,-1 1 1 0 0,1-1 0 0 0,-1 0 0 0 0,1 1-1 0 0,0-1 1 0 0,-1 0 0 0 0,1 0-1 0 0,0 1 1 0 0,0-1 0 0 0,-1-1 0 0 0,1-1 12 0 0,-10-13 74 0 0,8 13-56 0 0,0 0 0 0 0,0 0 0 0 0,1 1-1 0 0,-1-1 1 0 0,1 0 0 0 0,-2-5 0 0 0,-12-32 444 0 0,15 35-407 0 0,-2 0 0 0 0,1 1 0 0 0,0-1 0 0 0,-1 1 0 0 0,0-1 1 0 0,0 1-1 0 0,-1 0 0 0 0,-4-7 0 0 0,0 0 102 0 0,7 10-157 0 0,0 0 1 0 0,-1 0-1 0 0,1 1 0 0 0,0-1 0 0 0,-1 0 0 0 0,1 0 0 0 0,-1 1 1 0 0,1-1-1 0 0,-1 0 0 0 0,1 1 0 0 0,-1-1 0 0 0,0 1 0 0 0,1-1 1 0 0,-1 1-1 0 0,0-1 0 0 0,-1 0 0 0 0,-10-4 192 0 0,11 4-204 0 0,0 0 0 0 0,0 1 0 0 0,0-1 0 0 0,0 1 0 0 0,0-1 0 0 0,0 1 0 0 0,0 0 0 0 0,0-1 0 0 0,-1 1 0 0 0,1 0-1 0 0,0 0 1 0 0,0 0 0 0 0,0-1 0 0 0,-1 1 0 0 0,1 1 0 0 0,0-1 0 0 0,0 0 0 0 0,0 0 0 0 0,-1 0 0 0 0,1 1 0 0 0,0-1 0 0 0,0 0 0 0 0,0 1 0 0 0,0-1 0 0 0,0 1-1 0 0,0 0 1 0 0,0-1 0 0 0,0 1 0 0 0,-1 0 0 0 0,-29 22 101 0 0,27-20-106 0 0,1 0 1 0 0,-1 0-1 0 0,1 0 1 0 0,0 0-1 0 0,-1 1 0 0 0,2-1 1 0 0,-6 8-1 0 0,3-4-2 0 0,4-4 2 0 0,-1-1-1 0 0,1 1 0 0 0,-1 0 0 0 0,1 0 0 0 0,0 0 0 0 0,0 0 1 0 0,0 0-1 0 0,1 0 0 0 0,-1 0 0 0 0,1 0 0 0 0,0 0 0 0 0,-1 4 0 0 0,-2 19-12 0 0,0-10-13 0 0,5-12 4 0 0,-1-1 14 0 0,0 29 7 0 0,-1-29-8 0 0,0-1 0 0 0,0 1 0 0 0,0-1 1 0 0,0 1-1 0 0,0-1 0 0 0,1 0 1 0 0,-1 1-1 0 0,2 3 0 0 0,0 3-117 0 0,-2-5 134 0 0,1 0-1 0 0,0 0 1 0 0,-1 0 0 0 0,1 0 0 0 0,1 0-1 0 0,-1 0 1 0 0,1 0 0 0 0,-1-1 0 0 0,1 1-1 0 0,0-1 1 0 0,0 1 0 0 0,0-1 0 0 0,4 4 0 0 0,1-4-31 0 0,-5-2-96 0 0,-2-1 96 0 0,0 1 0 0 0,0-1 1 0 0,1 1-1 0 0,-1-1 1 0 0,0 0-1 0 0,1 1 0 0 0,-1-1 1 0 0,1 1-1 0 0,-1-1 1 0 0,0 0-1 0 0,1 1 0 0 0,-1-1 1 0 0,1 0-1 0 0,-1 0 1 0 0,1 0-1 0 0,-1 1 1 0 0,1-1-1 0 0,-1 0 0 0 0,1 0 1 0 0,-1 0-1 0 0,1 0 1 0 0,0 0-1 0 0,0 0 0 0 0,12 2 71 0 0,-13-2-18 0 0,1 0 11 0 0,0 0 0 0 0,0 0 0 0 0,0-1 0 0 0,0 1 1 0 0,0 0-1 0 0,0-1 0 0 0,0 1 0 0 0,0-1 0 0 0,0 1 0 0 0,0-1 1 0 0,0 1-1 0 0,-1-1 0 0 0,1 0 0 0 0,0 0 0 0 0,0 1 0 0 0,1-3 0 0 0,5-3 50 0 0,-2 2-77 0 0,0 0 0 0 0,0-1 1 0 0,8-9-1 0 0,-1 1-1 0 0,-2-2-15 0 0,-2 3 1 0 0,31-33-591 0 0,-36 42-707 0 0,4-1-3972 0 0</inkml:trace>
</inkml:ink>
</file>

<file path=ppt/ink/ink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1:25.0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25 6448 0 0,'0'-14'297'0'0,"0"12"-9"0"0,0 2-117 0 0,0 0 205 0 0,0 0 110 0 0,0 0 24 0 0,0 0 2 0 0,0 0 0 0 0,0 0 0 0 0,0 0 0 0 0,1-2 0 0 0,-1 2-461 0 0,-1 0 0 0 0,1 0 1 0 0,0 0-1 0 0,0 0 0 0 0,0 0 1 0 0,-1 0-1 0 0,1 1 0 0 0,0-1 1 0 0,0 0-1 0 0,0 0 0 0 0,0-1 1 0 0,-1 1-1 0 0,1 0 0 0 0,0 0 1 0 0,0 0-1 0 0,0 0 0 0 0,0 0 1 0 0,-1 0-1 0 0,1 0 1 0 0,0 0-1 0 0,0 0 0 0 0,0 0 1 0 0,0 0-1 0 0,0 0 0 0 0,-1 0 1 0 0,1-1-1 0 0,0 1 0 0 0,0 0 1 0 0,0 0-1 0 0,0 0 0 0 0,0 0 1 0 0,0 0-1 0 0,-1-1 0 0 0,1 1 1 0 0,0 0-1 0 0,0 0 0 0 0,0 0 1 0 0,0 0-1 0 0,0-1 0 0 0,0 1 1 0 0,0 0-1 0 0,0 0 0 0 0,0 0 1 0 0,0 0-1 0 0,0-1 0 0 0,0 1 1 0 0,0 0-1 0 0,0 0 0 0 0,0 0 1 0 0,0 0-1 0 0,0-1 0 0 0,0 1 1 0 0,0 0-1 0 0,0 0 0 0 0,0 0 1 0 0,0 0-1 0 0,1-1 1 0 0,-1 1-1 0 0,0 0 0 0 0,0 0 1 0 0,0 0-1 0 0,0 0 0 0 0,0 0 1 0 0,1-1-1 0 0,-3 1 328 0 0,2 0-186 0 0,0 0-86 0 0,0 0-13 0 0,2 6-35 0 0,-2-6-57 0 0,1 1-1 0 0,-1 0 0 0 0,0-1 1 0 0,1 1-1 0 0,-1-1 1 0 0,0 1-1 0 0,1 0 1 0 0,-1-1-1 0 0,0 1 1 0 0,0 0-1 0 0,0 0 0 0 0,0-1 1 0 0,0 1-1 0 0,1 0 1 0 0,-1-1-1 0 0,0 1 1 0 0,-1 0-1 0 0,1 0 1 0 0,0-1-1 0 0,0 2 1 0 0,1 15 20 0 0,0-14-14 0 0,-1 0 0 0 0,1 0 0 0 0,-1 0 1 0 0,0 0-1 0 0,0 0 0 0 0,0 0 0 0 0,-1 0 0 0 0,1-1 0 0 0,-1 1 0 0 0,0 3 1 0 0,-2 5 3 0 0,1 0 1 0 0,1 1 0 0 0,0-1 0 0 0,0 0 0 0 0,2 14-1 0 0,-1-12-8 0 0,0 7-4 0 0,-1 24 0 0 0,-4 32 0 0 0,5-71 0 0 0,0 0 1 0 0,0-1 0 0 0,1 1 0 0 0,0 6 0 0 0,0-6-5 0 0,0-1 0 0 0,-1 1 0 0 0,0 0 0 0 0,0 6 0 0 0,-1-3-12 0 0,0 1 0 0 0,1-1 0 0 0,0 1 0 0 0,2 10 0 0 0,-1-7 18 0 0,5 17-26 0 0,-4-21-67 0 0,0 1 0 0 0,-1-1-1 0 0,1 18 1 0 0,0-21 245 0 0,-2-5-151 0 0,0 0 0 0 0,0 0 0 0 0,0 0 0 0 0,0 1 0 0 0,0-1 0 0 0,0 0 0 0 0,0 0 0 0 0,1 0 0 0 0,-1 0 0 0 0,0 0 0 0 0,0 0 0 0 0,0 0 0 0 0,0 1 0 0 0,0-1 0 0 0,0 0 1 0 0,0 0-1 0 0,0 0 0 0 0,0 0 0 0 0,0 0 0 0 0,0 0 0 0 0,0 1 0 0 0,0-1 0 0 0,0 0 0 0 0,0 0 0 0 0,0 0 0 0 0,0 0 0 0 0,0 0 0 0 0,0 0 0 0 0,0 1 0 0 0,0-1 0 0 0,0 0 0 0 0,-1 0 0 0 0,1 0 1 0 0,0 0-1 0 0,0 0 0 0 0,0 0 0 0 0,0 0 0 0 0,0 1 0 0 0,0-1 0 0 0,-5 7 12 0 0,7-1-15 0 0,-3-7 0 0 0,0 0 0 0 0,1 0 0 0 0,-1 0 0 0 0,0 0 0 0 0,1-1 0 0 0,-1 1 0 0 0,1 0 0 0 0,-1 0 0 0 0,1 0 0 0 0,-1-1 0 0 0,1 1 0 0 0,0-3 0 0 0,0 3 0 0 0,-1 0 0 0 0,1-1 0 0 0,0 1 0 0 0,-1 0 0 0 0,1-1 0 0 0,-1 1 0 0 0,1 0 0 0 0,-1-1 0 0 0,1 1 0 0 0,-1 0 0 0 0,-1-2 0 0 0,-4-2-2 0 0,5 4 3 0 0,-1-1 1 0 0,0 1 0 0 0,1-1-1 0 0,0 1 1 0 0,-1-1 0 0 0,1 0-1 0 0,0 1 1 0 0,-2-5 0 0 0,-12-22 225 0 0,15 27-223 0 0,0 1 1 0 0,-1-1 0 0 0,1 0 0 0 0,0 1 0 0 0,-1-1 0 0 0,1 0 0 0 0,0 1 0 0 0,0-1 0 0 0,0 0 0 0 0,0 1 0 0 0,0-1 0 0 0,0 0 0 0 0,0 0 0 0 0,0 1 0 0 0,0-1 0 0 0,0 0 0 0 0,0 1-1 0 0,0-1 1 0 0,0 0 0 0 0,1 1 0 0 0,-1-1 0 0 0,0 0 0 0 0,0 1 0 0 0,1-1 0 0 0,0 0 0 0 0,3-12 187 0 0,-4 11-178 0 0,0 1 1 0 0,0-1 0 0 0,0 0 0 0 0,0 1 0 0 0,0-1 0 0 0,-1 0 0 0 0,1 1 0 0 0,-1-1 0 0 0,1 0 0 0 0,-1 1 0 0 0,1-1-1 0 0,-1 1 1 0 0,0-1 0 0 0,0 1 0 0 0,0 0 0 0 0,0-1 0 0 0,0 1 0 0 0,0 0 0 0 0,0-1 0 0 0,0 1 0 0 0,-1 0 0 0 0,1 0-1 0 0,0 0 1 0 0,-1 0 0 0 0,1 0 0 0 0,-1 0 0 0 0,1 1 0 0 0,-1-1 0 0 0,1 0 0 0 0,-1 1 0 0 0,1-1 0 0 0,-1 1 0 0 0,0 0-1 0 0,1 0 1 0 0,-1-1 0 0 0,0 1 0 0 0,1 0 0 0 0,-1 0 0 0 0,0 0 0 0 0,0 1 0 0 0,1-1 0 0 0,-1 0 0 0 0,-1 1-1 0 0,-1 1-13 0 0,1-1 4 0 0,0 0 0 0 0,0 0 0 0 0,-1 0 0 0 0,1 1 0 0 0,1-1 0 0 0,-1 1-1 0 0,0 0 1 0 0,0 0 0 0 0,1 0 0 0 0,-1 0 0 0 0,1 1 0 0 0,-5 4-1 0 0,1 2-4 0 0,-4 4 0 0 0,0 0 0 0 0,1 0 0 0 0,-11 25 0 0 0,19-34 0 0 0,0 0 0 0 0,0-1 0 0 0,1 1 0 0 0,0 0 0 0 0,0 0 0 0 0,0 0 0 0 0,1 6 0 0 0,-1 1 0 0 0,0-10 0 0 0,0 0 0 0 0,0 0 0 0 0,0 0 0 0 0,0 0 0 0 0,0 1 0 0 0,0-1 0 0 0,0 0 0 0 0,0 0 0 0 0,0 0 0 0 0,1 0 0 0 0,-1 0 0 0 0,0 0 0 0 0,1 2 0 0 0,1 0 0 0 0,3 5 0 0 0,3 0 0 0 0,2-1 0 0 0,1-3 19 0 0,-9-4 88 0 0,12 0 287 0 0,-2-3-256 0 0,-8 2-128 0 0,1 0 1 0 0,-1 0 0 0 0,1 1-1 0 0,0-1 1 0 0,6 1 0 0 0,-6-2-70 0 0,4-5 65 0 0,0 1-1 0 0,0-1 1 0 0,0 2-1 0 0,15-7 0 0 0,12-9 17 0 0,8-5-1772 0 0,-29 17 749 0 0</inkml:trace>
</inkml:ink>
</file>

<file path=ppt/ink/ink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1:26.3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0 1376 0 0,'0'0'340'0'0,"0"0"891"0"0,0 0 390 0 0,0 0 77 0 0,0 0-138 0 0,0 0-657 0 0,0 0-287 0 0,0 0-59 0 0,0 0-42 0 0,0 0-131 0 0,0 2-57 0 0,0 0-244 0 0,0-1 1 0 0,0 1-1 0 0,0-1 1 0 0,1 0-1 0 0,-1 1 1 0 0,0-1-1 0 0,1 1 1 0 0,-1-1-1 0 0,1 0 1 0 0,0 2-1 0 0,0-2 199 0 0,0 7 6 0 0,-1-1 0 0 0,2 1 0 0 0,-1-1 0 0 0,5 13 0 0 0,1 6-112 0 0,3 5-295 0 0,-7-23-21 0 0,0 0 0 0 0,3 16 0 0 0,12 168 251 0 0,-17-174 74 0 0,0 20 0 0 0,-2-22-67 0 0,2-1 0 0 0,2 19 0 0 0,-2-14-232 0 0,-1 5 25 0 0,0-17 13 0 0,0-7 239 0 0,0-4 10 0 0,0 2-161 0 0,0 0 109 0 0,-10-15 242 0 0,0 0-62 0 0,9 13-256 0 0,-1 0 1 0 0,1 0 0 0 0,-1 0 0 0 0,0 0 0 0 0,1 0 0 0 0,-1 1-1 0 0,-1-1 1 0 0,1 1 0 0 0,0 0 0 0 0,0-1 0 0 0,-1 1-1 0 0,0 0 1 0 0,1 1 0 0 0,-5-3 0 0 0,6 3-37 0 0,-1 0 1 0 0,0 0-1 0 0,1 0 0 0 0,-1 0 1 0 0,1 0-1 0 0,-1 0 1 0 0,1 0-1 0 0,-1-1 0 0 0,-1-1 1 0 0,-7-7 37 0 0,1 5 7 0 0,-8 5 10 0 0,8-1-64 0 0,2-1 12 0 0,5 2-6 0 0,1 0 1 0 0,0 0 0 0 0,0 0-1 0 0,-1 0 1 0 0,1 1 0 0 0,0-1-1 0 0,0 0 1 0 0,0 1 0 0 0,0-1-1 0 0,0 1 1 0 0,-1-1 0 0 0,1 1-1 0 0,0 0 1 0 0,0-1 0 0 0,0 1-1 0 0,-1 2 1 0 0,-5 2 4 0 0,4-1-64 0 0,-1 0 1 0 0,1 0 0 0 0,-6 9-1 0 0,5-5-76 0 0,3-6 145 0 0,0-1 0 0 0,0 1-1 0 0,0 0 1 0 0,1 0 0 0 0,-1 0 0 0 0,0-1 0 0 0,1 1 0 0 0,0 0 0 0 0,-1 0-1 0 0,1 0 1 0 0,0 0 0 0 0,0 0 0 0 0,0 0 0 0 0,0 0 0 0 0,1 0-1 0 0,-1 0 1 0 0,1 0 0 0 0,-1-1 0 0 0,1 1 0 0 0,-1 0 0 0 0,1 0 0 0 0,1 2-1 0 0,3 11 72 0 0,-4-4-87 0 0,-2-10 1 0 0,1 0 0 0 0,0 0 1 0 0,0 0-1 0 0,0 0 0 0 0,0 0 1 0 0,0 0-1 0 0,0 0 0 0 0,0 0 1 0 0,1 0-1 0 0,-1 0 0 0 0,0 1 1 0 0,1-1-1 0 0,-1 0 0 0 0,0 0 1 0 0,1 0-1 0 0,-1 0 0 0 0,1-1 1 0 0,0 1-1 0 0,-1 0 0 0 0,1 0 1 0 0,0 0-1 0 0,0 0 0 0 0,-1-1 1 0 0,1 1-1 0 0,0 0 0 0 0,0-1 1 0 0,0 1-1 0 0,0 0 0 0 0,2 0 1 0 0,-2 0 1 0 0,0-1 1 0 0,0 1 0 0 0,1 0-1 0 0,-1 0 1 0 0,0 0 0 0 0,0-1-1 0 0,0 1 1 0 0,2 3 0 0 0,-2-3 10 0 0,1 1 1 0 0,-1-1-1 0 0,1 0 0 0 0,0 1 1 0 0,-1-1-1 0 0,1 0 1 0 0,0 0-1 0 0,0 0 0 0 0,0 0 1 0 0,0 0-1 0 0,0-1 0 0 0,0 1 1 0 0,0 0-1 0 0,4 0 1 0 0,-3-1 9 0 0,0 0 1 0 0,0 1-1 0 0,0-1 0 0 0,0 0 1 0 0,1 0-1 0 0,-1-1 1 0 0,0 1-1 0 0,0-1 0 0 0,4 0 1 0 0,28-12 23 0 0,-20 9-7 0 0,-1-2-1 0 0,1 0 1 0 0,14-8-1 0 0,-5 3-804 0 0,-18 8 27 0 0,-1 1 0 0 0,1-1 0 0 0,0 0 0 0 0,-1 0 0 0 0,8-6 0 0 0,-4-2-4364 0 0</inkml:trace>
</inkml:ink>
</file>

<file path=ppt/ink/ink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1:52.9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6 2304 0 0,'0'0'327'0'0,"0"0"533"0"0,0 0 237 0 0,0 0 44 0 0,0 0-76 0 0,0 0-357 0 0,0 0-158 0 0,0 0-34 0 0,0 0-4 0 0,0 0 0 0 0,0 0 0 0 0,0 0 0 0 0,4-5 286 0 0,-2 5 2677 0 0,14 11-3204 0 0,-11-3-165 0 0,-1 6-100 0 0,-1 0 0 0 0,0-1-1 0 0,2 21 1 0 0,-3-19-7 0 0,1 9 1 0 0,0 0 0 0 0,10 40 0 0 0,-11-54 0 0 0,0 1 0 0 0,-1 0 0 0 0,0 12 0 0 0,2 13 0 0 0,2-9 12 0 0,-3-17 10 0 0,0 1-1 0 0,0-1 1 0 0,-1 19-1 0 0,-1-28 55 0 0,0-1-10 0 0,0 0-2 0 0,0 0 0 0 0,0 0 2 0 0,0 0 12 0 0,0 0 2 0 0,-3-21 390 0 0,3 16-373 0 0,0 1-1 0 0,-1 0 1 0 0,0 0-1 0 0,-1-5 1 0 0,-1 1-15 0 0,3 6-54 0 0,-1 0 0 0 0,0 0 0 0 0,1 0-1 0 0,-1 0 1 0 0,0 0 0 0 0,0 0 0 0 0,0 0-1 0 0,0 0 1 0 0,-1 1 0 0 0,1-1 0 0 0,0 0-1 0 0,-1 1 1 0 0,1-1 0 0 0,-1 1 0 0 0,-2-2-1 0 0,-15-14 235 0 0,18 14-229 0 0,-1 1-1 0 0,0 0 0 0 0,0 0 1 0 0,0 0-1 0 0,0 0 1 0 0,-1 1-1 0 0,1-1 1 0 0,0 0-1 0 0,-1 1 1 0 0,1 0-1 0 0,-1 0 1 0 0,0-1-1 0 0,-3 0 0 0 0,3 2-28 0 0,0-1-1 0 0,0 0 0 0 0,0 1 0 0 0,0-1 0 0 0,-1 1 0 0 0,1 0 0 0 0,0 0 1 0 0,0 1-1 0 0,0-1 0 0 0,0 0 0 0 0,0 1 0 0 0,-1 0 0 0 0,1 0 0 0 0,0 0 0 0 0,1 0 1 0 0,-6 3-1 0 0,1 0 49 0 0,0 0 1 0 0,1 1-1 0 0,0 0 1 0 0,-9 9-1 0 0,8-7-52 0 0,4-4 0 0 0,1-1 0 0 0,0 1 0 0 0,-1 0 0 0 0,1-1 0 0 0,-2 5 0 0 0,1-1 0 0 0,0 0 0 0 0,0-1 0 0 0,0 1 0 0 0,1-1 0 0 0,-2 9 0 0 0,2-9 0 0 0,0 4 0 0 0,0 0 0 0 0,1 0 0 0 0,0 0 0 0 0,1 0 0 0 0,0 15 0 0 0,1-15-17 0 0,0 0-1 0 0,1 0 0 0 0,2 12 1 0 0,-3-18 15 0 0,3 4-8 0 0,-2-5-33 0 0,5 2 32 0 0,-4-3-6 0 0,-1 0-1 0 0,1 0 0 0 0,0 0 1 0 0,0 0-1 0 0,0-1 0 0 0,0 1 0 0 0,0-1 1 0 0,0 0-1 0 0,0 0 0 0 0,0 0 1 0 0,0 0-1 0 0,0 0 0 0 0,0 0 0 0 0,0-1 1 0 0,0 0-1 0 0,0 0 0 0 0,0 1 1 0 0,0-2-1 0 0,-1 1 0 0 0,1 0 0 0 0,3-2 1 0 0,12-5-2 0 0,-12 6-7 0 0,-1-1 0 0 0,0 1 0 0 0,8-6-1 0 0,11-5-356 0 0,45-20-3912 0 0,-52 27 2855 0 0</inkml:trace>
</inkml:ink>
</file>

<file path=ppt/ink/ink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1:53.8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212 72 3224 0 0,'0'-1'240'0'0,"0"-17"-552"0"0,0-26 8489 0 0,0 43-7686 0 0,0 1-31 0 0,0 0-4 0 0,0-2 22 0 0,-1-4 481 0 0,-1 8 1030 0 0,1-1-1892 0 0,1 0-1 0 0,0 0 1 0 0,0 0-1 0 0,-1 0 1 0 0,1 0-1 0 0,0 1 1 0 0,0-1-1 0 0,0 0 0 0 0,0 0 1 0 0,1 2-1 0 0,1 10-48 0 0,0-1 0 0 0,1 22 0 0 0,-2-24-48 0 0,0 1 0 0 0,0-1 0 0 0,4 12 0 0 0,3 18 0 0 0,5 39 0 0 0,-9-53 0 0 0,-3-19 0 0 0,0 0 0 0 0,0 13 0 0 0,8 78-64 0 0,-9-92 39 0 0,0-1 0 0 0,1 1-1 0 0,3 10 1 0 0,-3-11-28 0 0,0 0 1 0 0,0 0-1 0 0,1 11 0 0 0,-2-2-133 0 0,0-1-1 0 0,4 17 0 0 0,-3 15-364 0 0,-2-42 319 0 0,-3 4 38 0 0,-1 0 178 0 0,5-6 143 0 0,0-1 77 0 0,0 0 20 0 0,-1 0-214 0 0,1 1 1 0 0,0-1 0 0 0,0 0-1 0 0,0 0 1 0 0,0 0-1 0 0,-1 0 1 0 0,1 0 0 0 0,0 0-1 0 0,0 0 1 0 0,-1 0-1 0 0,1 0 1 0 0,0 0 0 0 0,0 0-1 0 0,0 0 1 0 0,-1 0-1 0 0,1 0 1 0 0,0 0 0 0 0,0 0-1 0 0,0 0 1 0 0,-1 0-1 0 0,1 0 1 0 0,0 0 0 0 0,0 0-1 0 0,0 0 1 0 0,-1-1-1 0 0,1 1 1 0 0,0 0 0 0 0,0 0-1 0 0,0 0 1 0 0,0 0-1 0 0,-1 0 1 0 0,1-1 0 0 0,-7-2 38 0 0,5 0 52 0 0,-1 0 1 0 0,1 0-1 0 0,0 0 1 0 0,-1 0-1 0 0,1 0 1 0 0,1 0 0 0 0,-4-6-1 0 0,-9-27 84 0 0,12 30-231 0 0,2 4 46 0 0,-1 0 0 0 0,0 0 0 0 0,0 0 0 0 0,0 0 0 0 0,0 0 0 0 0,0 0 0 0 0,0 0 0 0 0,-1 1 0 0 0,1-1 0 0 0,-1 0 0 0 0,-2-2 0 0 0,3 3 33 0 0,-1-1-1 0 0,1 1 0 0 0,-1-1 0 0 0,1 0 0 0 0,0 0 1 0 0,-2-3-1 0 0,2 3 44 0 0,0 0 0 0 0,0 1-1 0 0,0-1 1 0 0,0 0 0 0 0,-1 0 0 0 0,1 1 0 0 0,-3-3-1 0 0,-2 0 13 0 0,1 0 0 0 0,-1 0 0 0 0,0 1 0 0 0,0 0 0 0 0,0 0 0 0 0,0 0 0 0 0,0 1 0 0 0,-10-3 0 0 0,13 5-58 0 0,-6 0 26 0 0,-10 8 72 0 0,14-7-116 0 0,1 1 1 0 0,0 0 0 0 0,0 0-1 0 0,0 1 1 0 0,0-1-1 0 0,0 1 1 0 0,1 0-1 0 0,-1 0 1 0 0,1 0 0 0 0,0 0-1 0 0,-1 1 1 0 0,2-1-1 0 0,-1 1 1 0 0,0 0 0 0 0,1 0-1 0 0,-1 0 1 0 0,-1 5-1 0 0,-3 5-7 0 0,6-11-2 0 0,-1 0 0 0 0,0 0 0 0 0,1 0 0 0 0,0 0 0 0 0,0 1 0 0 0,0-1 0 0 0,0 1 0 0 0,0-1 0 0 0,1 1 0 0 0,0-1 0 0 0,0 1 0 0 0,0-1 1 0 0,0 1-1 0 0,0-1 0 0 0,2 7 0 0 0,1-2 10 0 0,6 10-16 0 0,-7-13 3 0 0,1 0 0 0 0,-1 0 0 0 0,1 0 0 0 0,0 0 0 0 0,0-1 0 0 0,0 0 0 0 0,8 8 0 0 0,-10-11 0 0 0,1 1 0 0 0,-1-1 0 0 0,1 0 0 0 0,0 0 0 0 0,-1 0 0 0 0,1 0 0 0 0,0 0 0 0 0,0 0 0 0 0,0 0 0 0 0,0-1 0 0 0,0 1 0 0 0,0 0 0 0 0,0-1 0 0 0,0 0 0 0 0,0 1 0 0 0,0-1 0 0 0,0 0 0 0 0,0 0 0 0 0,0 0 0 0 0,0-1 0 0 0,0 1 0 0 0,0 0 0 0 0,0-1 0 0 0,3-1 0 0 0,37-10 0 0 0,-29 8 0 0 0,-10 3 0 0 0,1 0 0 0 0,0 0 0 0 0,-1-1 0 0 0,1 1 0 0 0,-1-1 0 0 0,0 0 0 0 0,1 0 0 0 0,3-3 0 0 0,18-14-383 0 0,30-19 0 0 0,-10 8-1517 0 0,-23 15-4201 0 0</inkml:trace>
</inkml:ink>
</file>

<file path=ppt/ink/ink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39.1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9 3680 0 0,'0'0'284'0'0,"0"0"-57"0"0,-15-4 3204 0 0,9 5-2441 0 0,5-1-810 0 0,0 1 0 0 0,0-1-1 0 0,0 0 1 0 0,0 0 0 0 0,0 0 0 0 0,-1 0 0 0 0,1 0 0 0 0,0 0 0 0 0,0 0 0 0 0,0 0-1 0 0,-2-1 1 0 0,2 1-59 0 0,0 0-1 0 0,0 0 1 0 0,1 0-1 0 0,-1 1 1 0 0,0-1-1 0 0,0 0 1 0 0,0 1-1 0 0,0-1 1 0 0,0 0-1 0 0,1 1 1 0 0,-1-1-1 0 0,0 1 1 0 0,0-1-1 0 0,0 2 1 0 0,-12 8 651 0 0,11-8-721 0 0,1 0 0 0 0,0-1-1 0 0,1 1 1 0 0,-1 0 0 0 0,0 0-1 0 0,0 0 1 0 0,1 0 0 0 0,-1 0-1 0 0,1-1 1 0 0,0 1 0 0 0,-1 4-1 0 0,0 3 21 0 0,-2 8 4 0 0,2 0 1 0 0,-1 1 0 0 0,2-1-1 0 0,1 0 1 0 0,4 32-1 0 0,-3-38-66 0 0,1-1 1 0 0,0 1-1 0 0,1-1 0 0 0,7 16 0 0 0,1 1-1 0 0,-9-22-2 0 0,-1-1 1 0 0,1 1 0 0 0,0-1 0 0 0,0 0-1 0 0,0 0 1 0 0,0 0 0 0 0,1 0 0 0 0,0-1 0 0 0,0 0-1 0 0,5 5 1 0 0,-8-7-4 0 0,0-1 0 0 0,0 1-1 0 0,0 0 1 0 0,0-1 0 0 0,0 1 0 0 0,0-1-1 0 0,0 1 1 0 0,0-1 0 0 0,0 1-1 0 0,0-1 1 0 0,0 0 0 0 0,0 1 0 0 0,0-1-1 0 0,0 0 1 0 0,1 0 0 0 0,3 1 7 0 0,8 6-10 0 0,-2-2 0 0 0,-9-5-1 0 0,10 1-1 0 0,13-2 15 0 0,-12 0 41 0 0,-5-2 31 0 0,-1-1 0 0 0,13-6 1 0 0,-20 9-74 0 0,1 1 1 0 0,0-1-1 0 0,-1 1 1 0 0,1 0 0 0 0,-1-1-1 0 0,1 1 1 0 0,-1-1-1 0 0,1 0 1 0 0,-1 1 0 0 0,1-1-1 0 0,-1 1 1 0 0,0-1 0 0 0,1-1-1 0 0,2-2 54 0 0,0 2 21 0 0,0-1 0 0 0,0 0 0 0 0,-1 0-1 0 0,1 0 1 0 0,-1 0 0 0 0,1 0 0 0 0,-1 0 0 0 0,3-6 0 0 0,0-11 495 0 0,-3 13-418 0 0,0 0 0 0 0,0 0 1 0 0,-1 0-1 0 0,1 0 0 0 0,-2 0 0 0 0,1 0 0 0 0,-1 0 0 0 0,0 0 0 0 0,-2-13 0 0 0,1 16-63 0 0,0 0 0 0 0,-1 0-1 0 0,1 0 1 0 0,-1 0-1 0 0,1 1 1 0 0,-5-8 0 0 0,-6-11 340 0 0,9 13-316 0 0,-1 0 1 0 0,0 1-1 0 0,-1 0 1 0 0,-9-13-1 0 0,11 16-48 0 0,0 1 1 0 0,-1 0-1 0 0,0 0 0 0 0,1 0 0 0 0,-2 1 1 0 0,1-1-1 0 0,0 1 0 0 0,-1 0 0 0 0,-6-3 1 0 0,-38-15 592 0 0,33 13-703 0 0,14 7 28 0 0,1 0 1 0 0,0 0-1 0 0,-1 0 1 0 0,1 0 0 0 0,-1 0-1 0 0,1 1 1 0 0,-1-1-1 0 0,0 1 1 0 0,1-1-1 0 0,-1 1 1 0 0,0 0-1 0 0,1 0 1 0 0,-3-1-1 0 0,0 1-47 0 0,0 0-1 0 0,0 0 0 0 0,0 1 1 0 0,0-1-1 0 0,0 1 0 0 0,-6 2 1 0 0,8-2-4 0 0,0-1 0 0 0,0 2 0 0 0,1-1 1 0 0,-1 0-1 0 0,0 0 0 0 0,1 1 0 0 0,-1-1 0 0 0,1 0 1 0 0,0 1-1 0 0,-1 0 0 0 0,1-1 0 0 0,0 1 0 0 0,0 0 1 0 0,0-1-1 0 0,-1 4 0 0 0,-3 6-1056 0 0,0 1-51 0 0</inkml:trace>
</inkml:ink>
</file>

<file path=ppt/ink/ink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0.1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2 5528 0 0,'0'0'422'0'0,"0"0"-124"0"0,0 0 504 0 0,0 0 249 0 0,0 0 49 0 0,-6 0 2896 0 0,3 1-3878 0 0,1 0 0 0 0,0 1 0 0 0,0-1 0 0 0,0 0 0 0 0,-1 1 1 0 0,1-1-1 0 0,1 1 0 0 0,-1 0 0 0 0,0 0 0 0 0,0 0 0 0 0,1 0 0 0 0,-1 0 0 0 0,1 0 0 0 0,-1 0 0 0 0,1 0 1 0 0,0 0-1 0 0,0 1 0 0 0,0-1 0 0 0,0 0 0 0 0,1 1 0 0 0,-2 2 0 0 0,1 6 89 0 0,-1 0-1 0 0,2 0 1 0 0,0 19-1 0 0,0-10-172 0 0,1-6 10 0 0,4 23 0 0 0,-2-14-33 0 0,0-9-1 0 0,0 0 0 0 0,1-1-1 0 0,0 0 1 0 0,1 1 0 0 0,0-2 0 0 0,1 1 0 0 0,1 0-1 0 0,0-1 1 0 0,1-1 0 0 0,0 1 0 0 0,13 13-1 0 0,-19-23-6 0 0,0 0 1 0 0,0 0-1 0 0,0 0 0 0 0,1 0 0 0 0,-1-1 0 0 0,1 1 0 0 0,-1-1 0 0 0,1 0 0 0 0,-1 0 0 0 0,1 0 0 0 0,0 0 0 0 0,0 0 0 0 0,0-1 0 0 0,-1 1 0 0 0,1-1 0 0 0,0 1 0 0 0,0-1 0 0 0,0 0 0 0 0,0 0 0 0 0,0-1 0 0 0,0 1 0 0 0,-1 0 0 0 0,1-1 0 0 0,0 0 0 0 0,0 0 0 0 0,-1 0 0 0 0,1 0 0 0 0,0 0 0 0 0,-1 0 0 0 0,1-1 0 0 0,-1 1 0 0 0,1-1 0 0 0,-1 0 0 0 0,0 0 0 0 0,0 0 0 0 0,0 0 0 0 0,0 0 0 0 0,2-3 0 0 0,11-16 82 0 0,-8 12-25 0 0,0-1 0 0 0,-1 0 0 0 0,10-21 0 0 0,-3 2 180 0 0,-8 21-79 0 0,-1-1 0 0 0,0 0-1 0 0,-1 0 1 0 0,0 0 0 0 0,0 0 0 0 0,1-10-1 0 0,-4 11-63 0 0,2-1 17 0 0,-2-1 0 0 0,1 1 0 0 0,-1-1 0 0 0,-2-12 0 0 0,1 5-72 0 0,1 15-36 0 0,0-1 1 0 0,-1 0-1 0 0,1 1 0 0 0,0-1 1 0 0,-1 1-1 0 0,1-1 1 0 0,-1 1-1 0 0,0 0 0 0 0,0-1 1 0 0,-2-3-1 0 0,-3-6 310 0 0,-5-7 437 0 0,10 19-740 0 0,-1-3 46 0 0,0 0-1 0 0,0 1 1 0 0,0 0-1 0 0,0-1 1 0 0,-1 1 0 0 0,1 0-1 0 0,-1 0 1 0 0,0 0 0 0 0,1 1-1 0 0,-1-1 1 0 0,0 1-1 0 0,0-1 1 0 0,0 1 0 0 0,-6-2-1 0 0,5 2-50 0 0,0 1-1 0 0,1-1 1 0 0,-1 1-1 0 0,0 0 1 0 0,0 0-1 0 0,0 0 1 0 0,1 1-1 0 0,-1 0 1 0 0,0-1-1 0 0,0 1 1 0 0,1 0-1 0 0,-1 0 1 0 0,0 1-1 0 0,1-1 1 0 0,0 1-1 0 0,-1 0 1 0 0,-4 4-1 0 0,-8 6-312 0 0,-23 16-1 0 0,31-22-144 0 0,1 0 1 0 0,-1 0-1 0 0,-6 10 0 0 0,2-4-709 0 0,-2 5-331 0 0</inkml:trace>
</inkml:ink>
</file>

<file path=ppt/ink/ink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1.0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12 1376 0 0,'0'0'65'0'0,"-2"0"259"0"0,-6-3 2651 0 0,-8-2 3195 0 0,7 2-5875 0 0,8 3 340 0 0,1 0-105 0 0,0 0-46 0 0,0 0-10 0 0,0 1-362 0 0,-1 1 1 0 0,1-1 0 0 0,-1 1-1 0 0,1-1 1 0 0,-1 0 0 0 0,1 1 0 0 0,-1-1-1 0 0,0 0 1 0 0,-1 3 0 0 0,-3 4 184 0 0,-1 26 373 0 0,6-22-620 0 0,-1 0 0 0 0,1 0-1 0 0,1 0 1 0 0,0 1 0 0 0,1-2 0 0 0,0 1-1 0 0,6 19 1 0 0,2 9 18 0 0,-9-33-68 0 0,0 0 0 0 0,1-1 0 0 0,0 0 0 0 0,1 1 0 0 0,-1-1 0 0 0,1 0 0 0 0,0-1 0 0 0,6 9 0 0 0,0 2 0 0 0,-8-14 0 0 0,0 1 0 0 0,0-1 0 0 0,0 0 0 0 0,1 1 0 0 0,-1-1 0 0 0,1 0 0 0 0,0 0 0 0 0,-1 0 0 0 0,1 0 0 0 0,0 0 0 0 0,0-1 0 0 0,3 3 0 0 0,8 5-2 0 0,-6-5 2 0 0,-1 1-1 0 0,1-1 1 0 0,13 6-1 0 0,-19-10 2 0 0,1 1 0 0 0,-1-1-1 0 0,1 1 1 0 0,0-1 0 0 0,-1 1 0 0 0,1-1 0 0 0,0 0-1 0 0,-1 0 1 0 0,1 0 0 0 0,0 0 0 0 0,0 0 0 0 0,-1 0 0 0 0,1 0-1 0 0,0 0 1 0 0,-1-1 0 0 0,1 1 0 0 0,0-1 0 0 0,-1 1-1 0 0,1-1 1 0 0,-1 0 0 0 0,1 0 0 0 0,-1 1 0 0 0,2-3 0 0 0,42-36 481 0 0,-41 34-380 0 0,0 0 0 0 0,0 0 0 0 0,-1 0 0 0 0,0 0 0 0 0,0 0 0 0 0,0-1 0 0 0,0 1 0 0 0,-1-1 0 0 0,2-6 0 0 0,2-5 179 0 0,1-11 155 0 0,-3 9-104 0 0,-3 14-231 0 0,0 0-1 0 0,-1-1 1 0 0,1 1-1 0 0,-1 0 1 0 0,0-1-1 0 0,0 1 1 0 0,-1 0-1 0 0,0-1 0 0 0,0 1 1 0 0,0 0-1 0 0,0 0 1 0 0,-1 0-1 0 0,0 0 1 0 0,0 0-1 0 0,0 0 0 0 0,-1 0 1 0 0,1 0-1 0 0,-1 1 1 0 0,0 0-1 0 0,-1-1 1 0 0,1 1-1 0 0,-1 0 1 0 0,0 1-1 0 0,0-1 0 0 0,0 1 1 0 0,-6-5-1 0 0,-1 0 23 0 0,6 5-62 0 0,1 0-1 0 0,0 1 0 0 0,-1-1 0 0 0,-6-2 0 0 0,5 3-65 0 0,0 0-1 0 0,-1 0 0 0 0,1 0 0 0 0,0 0 0 0 0,-1 1 0 0 0,0 0 1 0 0,1 1-1 0 0,-1 0 0 0 0,0 0 0 0 0,-10 1 0 0 0,15 0-82 0 0,0 0-1 0 0,0-1 0 0 0,0 1 0 0 0,0 1 0 0 0,0-1 1 0 0,0 0-1 0 0,0 0 0 0 0,0 1 0 0 0,0-1 0 0 0,1 1 1 0 0,-1-1-1 0 0,0 1 0 0 0,1 0 0 0 0,-1 0 0 0 0,1 0 1 0 0,-2 3-1 0 0,-1 3-1018 0 0,0 1 0 0 0,-5 15 0 0 0,5-13 127 0 0,-5 9-4889 0 0</inkml:trace>
</inkml:ink>
</file>

<file path=ppt/ink/ink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1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 8 8288 0 0,'0'0'381'0'0,"0"0"-6"0"0,-4-4-129 0 0,3 4-146 0 0,-1-1 0 0 0,1 1 0 0 0,0-1-1 0 0,-1 1 1 0 0,1-1 0 0 0,0 1 0 0 0,-1 0-1 0 0,1 0 1 0 0,-1-1 0 0 0,1 1 0 0 0,-1 0 0 0 0,1 0-1 0 0,0 1 1 0 0,-1-1 0 0 0,1 0 0 0 0,-1 0-1 0 0,1 1 1 0 0,0-1 0 0 0,-1 1 0 0 0,1-1-1 0 0,0 1 1 0 0,-1-1 0 0 0,1 1 0 0 0,0 0-1 0 0,0 0 1 0 0,0 0 0 0 0,-1 0 0 0 0,1 0-1 0 0,0 0 1 0 0,-1 1 0 0 0,0 0 96 0 0,0 0 1 0 0,0 0-1 0 0,1 1 0 0 0,-1-1 0 0 0,0 1 1 0 0,1-1-1 0 0,0 1 0 0 0,0-1 1 0 0,-1 1-1 0 0,1 0 0 0 0,1-1 1 0 0,-1 1-1 0 0,0 0 0 0 0,0 5 1 0 0,2 8-197 0 0,1-1 0 0 0,0 1 0 0 0,8 27 0 0 0,-3-15 0 0 0,-3-14 0 0 0,1 0 0 0 0,7 16 0 0 0,-1-4 0 0 0,-8-19 0 0 0,1 0 0 0 0,0 0 0 0 0,0 0 0 0 0,8 9 0 0 0,-6-9 0 0 0,-1 1 0 0 0,6 9 0 0 0,-11-16 0 0 0,1 0 0 0 0,-1 0 0 0 0,1 0 0 0 0,0 0 0 0 0,0 0 0 0 0,-1-1 0 0 0,1 1 0 0 0,0 0 0 0 0,0 0 0 0 0,0-1 0 0 0,1 2 0 0 0,1 0 0 0 0,10 6 0 0 0,-10-7 0 0 0,0-2 0 0 0,9 4 0 0 0,2-3 0 0 0,-11-2 0 0 0,-2 0 0 0 0,3 1 0 0 0,-2 0 0 0 0,0-1 0 0 0,0 1 0 0 0,0 0 0 0 0,0 0 0 0 0,-1-1 0 0 0,1 1 0 0 0,-1-1 0 0 0,1 0 0 0 0,-1 0 0 0 0,2-1 0 0 0,0-1 81 0 0,-1 1 0 0 0,0-1 0 0 0,0 1 0 0 0,0-1 1 0 0,0 0-1 0 0,0 0 0 0 0,-1 0 0 0 0,1 0 0 0 0,0-5 1 0 0,5-40 1046 0 0,-5 34-1021 0 0,-2 11-23 0 0,0 0-1 0 0,0 0 0 0 0,-1 0 0 0 0,1-1 0 0 0,-1 1 0 0 0,0 0 0 0 0,0 1 0 0 0,-2-6 0 0 0,-2-11 609 0 0,4 16-592 0 0,0 0-1 0 0,-1 0 0 0 0,1 1 1 0 0,-4-8-1 0 0,-3-6 12 0 0,5 10 43 0 0,-1 0 1 0 0,0 1-1 0 0,-1-1 0 0 0,1 1 0 0 0,-1 0 0 0 0,-1 1 0 0 0,1-1 0 0 0,-1 1 0 0 0,0 0 0 0 0,-9-6 0 0 0,13 10-140 0 0,0-1 0 0 0,-1 1 0 0 0,1 0 0 0 0,-1 0 1 0 0,1 0-1 0 0,-1 0 0 0 0,0 0 0 0 0,1 0 0 0 0,-1 1 0 0 0,0-1 0 0 0,1 1 0 0 0,-1 0 0 0 0,0 0 1 0 0,-3 0-1 0 0,0 1 11 0 0,-1 0 0 0 0,1 0 0 0 0,0 1 0 0 0,-11 3 0 0 0,15-4-79 0 0,1 0-1 0 0,-1 0 1 0 0,1 0-1 0 0,-1 0 0 0 0,1 1 1 0 0,0-1-1 0 0,0 0 1 0 0,-1 0-1 0 0,1 1 1 0 0,0-1-1 0 0,0 1 0 0 0,0-1 1 0 0,1 1-1 0 0,-1-1 1 0 0,-1 3-1 0 0,-6 10-440 0 0,4-8-203 0 0,0 0-1 0 0,0 1 0 0 0,1 0 1 0 0,0-1-1 0 0,0 1 1 0 0,-2 8-1 0 0,0 2-4970 0 0</inkml:trace>
</inkml:ink>
</file>

<file path=ppt/ink/ink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2.5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47 8288 0 0,'0'0'190'0'0,"-4"-9"445"0"0,2 7-445 0 0,0 0 0 0 0,0 0-1 0 0,0 1 1 0 0,-1 0 0 0 0,1-1 0 0 0,-1 1-1 0 0,1 0 1 0 0,-1 0 0 0 0,1 0 0 0 0,-1 0-1 0 0,-4 0 1 0 0,5 0-62 0 0,1 1 0 0 0,0 0 0 0 0,-1 0 0 0 0,1 0 0 0 0,0 0 0 0 0,0 0 0 0 0,-1 0 0 0 0,1 1 0 0 0,0-1 1 0 0,0 0-1 0 0,-1 1 0 0 0,1-1 0 0 0,0 0 0 0 0,0 1 0 0 0,0 0 0 0 0,0-1 0 0 0,0 1 0 0 0,-1 0 0 0 0,1-1 0 0 0,0 1 0 0 0,1 0 0 0 0,-1 0 0 0 0,0 0 0 0 0,0 0 0 0 0,0 0 0 0 0,0 0 0 0 0,1 0 0 0 0,-1 0 0 0 0,-1 3 1 0 0,-9 20 895 0 0,10-22-950 0 0,0-1 1 0 0,1 1-1 0 0,0-1 1 0 0,-1 1-1 0 0,1-1 1 0 0,0 1-1 0 0,0-1 1 0 0,0 1-1 0 0,0-1 1 0 0,0 1-1 0 0,0-1 1 0 0,0 1 0 0 0,1 1-1 0 0,-1 3-14 0 0,0 9-56 0 0,1 0 0 0 0,0 0 0 0 0,6 28 0 0 0,-3-27-4 0 0,11 24 0 0 0,2 3 0 0 0,-12-30 0 0 0,1 0 0 0 0,1-1 0 0 0,0 0 0 0 0,0 0 0 0 0,1 0 0 0 0,1-1 0 0 0,19 19 0 0 0,-24-26 2 0 0,0 1-1 0 0,1-2 0 0 0,0 1 0 0 0,0 0 0 0 0,0-1 0 0 0,0 0 0 0 0,1 0 1 0 0,10 4-1 0 0,-14-6-6 0 0,0-1 1 0 0,0 1 0 0 0,0-1 0 0 0,0 1 0 0 0,0-1-1 0 0,0 1 1 0 0,0-1 0 0 0,0 0 0 0 0,0 0 0 0 0,0 0-1 0 0,0 0 1 0 0,0-1 0 0 0,1 1 0 0 0,-1 0 0 0 0,0-1-1 0 0,0 1 1 0 0,-1-1 0 0 0,1 0 0 0 0,0 0 0 0 0,0 0-1 0 0,0 0 1 0 0,0 0 0 0 0,-1 0 0 0 0,1 0-1 0 0,0-1 1 0 0,-1 1 0 0 0,1-1 0 0 0,-1 1 0 0 0,3-4-1 0 0,7-10-157 0 0,-7 10 192 0 0,-1 0 0 0 0,1 0 0 0 0,-1 0 1 0 0,0 0-1 0 0,0-1 0 0 0,-1 1 0 0 0,1-1 1 0 0,2-11-1 0 0,-3 2 8 0 0,1 0 164 0 0,1-31 0 0 0,-4 35 115 0 0,-1 1 0 0 0,0-1 0 0 0,0 0 0 0 0,-1 0 0 0 0,-1 0 0 0 0,1 1 0 0 0,-2-1 0 0 0,0 1 0 0 0,0 0 0 0 0,-6-10 0 0 0,-2-1-242 0 0,-21-26 0 0 0,29 41-29 0 0,-1 0 1 0 0,0 1 0 0 0,0 0-1 0 0,-1 0 1 0 0,1 0-1 0 0,-1 1 1 0 0,0 0 0 0 0,0 0-1 0 0,-8-3 1 0 0,6 3 244 0 0,4 2-100 0 0,0 0 1 0 0,0 1-1 0 0,0-1 1 0 0,0 1-1 0 0,-7-1 1 0 0,-3 0-79 0 0,10 1-107 0 0,1 0-1 0 0,-1 1 0 0 0,1-1 0 0 0,-1 1 0 0 0,1 0 1 0 0,-1 0-1 0 0,1 0 0 0 0,0 1 0 0 0,-5 0 0 0 0,-11 4-139 0 0,16-5 72 0 0,0 0-1 0 0,0 1 1 0 0,0 0-1 0 0,0-1 1 0 0,0 1-1 0 0,0 0 1 0 0,0 1-1 0 0,1-1 1 0 0,-1 0-1 0 0,0 1 1 0 0,1-1-1 0 0,-1 1 1 0 0,1 0-1 0 0,0 0 1 0 0,-1 0-1 0 0,1 0 1 0 0,0 0-1 0 0,0 1 1 0 0,-2 2-1 0 0,-2 4-556 0 0,6-8 468 0 0,-1 0 1 0 0,0 0-1 0 0,0 0 1 0 0,1 0-1 0 0,-1 0 1 0 0,1 0-1 0 0,-1 0 1 0 0,1 0-1 0 0,-1 0 1 0 0,1 1-1 0 0,0-1 1 0 0,-1 0-1 0 0,1 0 0 0 0,0 1 1 0 0,0 1-1 0 0,0 11-1197 0 0</inkml:trace>
</inkml:ink>
</file>

<file path=ppt/ink/ink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4.0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82 920 0 0,'0'0'325'0'0,"0"0"1031"0"0,0 0 452 0 0,-14-6 4391 0 0,-3 6-3919 0 0,4 14-840 0 0,11-11-1408 0 0,0 0 0 0 0,0 0 0 0 0,1 0 0 0 0,-1 0 0 0 0,1 0 0 0 0,0 0-1 0 0,0 0 1 0 0,0 0 0 0 0,0 1 0 0 0,0-1 0 0 0,1 0 0 0 0,0 1 0 0 0,-1-1 0 0 0,1 5 0 0 0,2 5 121 0 0,-1-1-1 0 0,6 20 1 0 0,-1-2-58 0 0,-4-20-95 0 0,0 0 0 0 0,1-1 0 0 0,0 1 0 0 0,1-1 0 0 0,0 0 0 0 0,8 14 0 0 0,-6-9-3 0 0,-5-11 4 0 0,0-1 0 0 0,1 1 0 0 0,-1-1 0 0 0,0 1 0 0 0,1-1 0 0 0,0 1 0 0 0,-1-1 0 0 0,1 0 0 0 0,0 1 1 0 0,0-1-1 0 0,1 0 0 0 0,-1 0 0 0 0,3 1 0 0 0,-4-2 0 0 0,0 0 1 0 0,0 0 0 0 0,0 0-1 0 0,0 0 1 0 0,1 0 0 0 0,-1-1-1 0 0,0 1 1 0 0,1 0 0 0 0,-1-1-1 0 0,1 1 1 0 0,-1-1 0 0 0,1 1 0 0 0,-1-1-1 0 0,1 0 1 0 0,-1 1 0 0 0,1-1-1 0 0,-1 0 1 0 0,1 0 0 0 0,-1 0-1 0 0,1 0 1 0 0,-1-1 0 0 0,1 1-1 0 0,-1 0 1 0 0,1-1 0 0 0,-1 1 0 0 0,1-1-1 0 0,-1 1 1 0 0,0-1 0 0 0,1 0-1 0 0,-1 1 1 0 0,0-1 0 0 0,1 0-1 0 0,-1 0 1 0 0,1-1 0 0 0,1 0-1 0 0,0-1 5 0 0,1 1 1 0 0,-1-1 0 0 0,-1 0 0 0 0,1 0 0 0 0,0-1-1 0 0,-1 1 1 0 0,1-1 0 0 0,-1 1 0 0 0,3-7 0 0 0,14-38 235 0 0,-19 46-228 0 0,4-9 612 0 0,3-24 0 0 0,-5 22-445 0 0,-1 5-44 0 0,0 1 0 0 0,-1-1 0 0 0,0 1 0 0 0,0-1 0 0 0,-1 0 0 0 0,-2-12 0 0 0,-2 0 629 0 0,-9-24-1 0 0,12 40-619 0 0,0 0-1 0 0,0-1 0 0 0,0 2 0 0 0,-1-1 1 0 0,1 0-1 0 0,-1 0 0 0 0,0 1 1 0 0,-6-6-1 0 0,-2-1-174 0 0,-17-11 1 0 0,25 19 11 0 0,-3-1 1 0 0,-10 3 22 0 0,14 0-6 0 0,-3-1 14 0 0,3 1-10 0 0,1-1-1 0 0,0 1 1 0 0,-1 0 0 0 0,1 0-1 0 0,-1 0 1 0 0,1 0-1 0 0,-1 0 1 0 0,1 0-1 0 0,0 0 1 0 0,-1 1 0 0 0,1-1-1 0 0,-1 1 1 0 0,-1 0-1 0 0,1-1-47 0 0,0 1 0 0 0,0 0 0 0 0,0 0-1 0 0,0 1 1 0 0,0-1 0 0 0,1 0 0 0 0,-1 1-1 0 0,0-1 1 0 0,1 1 0 0 0,-1-1 0 0 0,1 1-1 0 0,-2 2 1 0 0,-7 6-319 0 0,8-6-35 0 0,2 1 242 0 0,0 1-704 0 0,0 0 0 0 0,0 0 0 0 0,1 0 0 0 0,0 1-1 0 0,2 7 1 0 0,1-2-4542 0 0</inkml:trace>
</inkml:ink>
</file>

<file path=ppt/ink/ink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4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24 2760 0 0,'-1'-1'207'0'0,"-14"-12"1690"0"0,8 5 721 0 0,-2 7 2841 0 0,-8 4-3888 0 0,16-3-1488 0 0,-1 0 1 0 0,1 1 0 0 0,0-1 0 0 0,0 0 0 0 0,0 1 0 0 0,-1-1 0 0 0,1 1 0 0 0,0 0 0 0 0,0-1 0 0 0,0 1 0 0 0,0 0-1 0 0,0-1 1 0 0,0 1 0 0 0,0 0 0 0 0,0 0 0 0 0,0 0 0 0 0,0 0 0 0 0,0 0 0 0 0,0 2 0 0 0,-14 24 531 0 0,12-21-366 0 0,1-3-178 0 0,1 0-1 0 0,0 0 0 0 0,0 0 1 0 0,1 1-1 0 0,-2 4 0 0 0,-1 9 123 0 0,1-10-157 0 0,1 1-1 0 0,0-1 1 0 0,0 1 0 0 0,1-1 0 0 0,0 1-1 0 0,0 0 1 0 0,1-1 0 0 0,0 1 0 0 0,0-1 0 0 0,1 0-1 0 0,2 9 1 0 0,2 3-5 0 0,-5-15-27 0 0,0 0 1 0 0,0 1-1 0 0,0-1 1 0 0,3 4-1 0 0,1 1-4 0 0,1 2 0 0 0,0-1 0 0 0,5 16 0 0 0,-10-23 1 0 0,0 0-1 0 0,0-1 0 0 0,1 1 0 0 0,-1 0 1 0 0,1-1-1 0 0,-1 1 0 0 0,1-1 0 0 0,0 1 1 0 0,0-1-1 0 0,5 4 0 0 0,0-1-1 0 0,0 0 0 0 0,11 5-1 0 0,-1 0-9 0 0,-16-9 7 0 0,0-1-1 0 0,0 1 1 0 0,0-1-1 0 0,1 1 0 0 0,-1-1 1 0 0,0 1-1 0 0,0-1 1 0 0,1 0-1 0 0,-1 0 0 0 0,0 0 1 0 0,1 0-1 0 0,1 0 0 0 0,-2 1 5 0 0,0-1 0 0 0,-1 0 0 0 0,1 0 0 0 0,0 0 0 0 0,0 0 0 0 0,0 0 0 0 0,0 0 0 0 0,0 0 0 0 0,0 0 0 0 0,0-1 0 0 0,0 1 0 0 0,-1 0 0 0 0,1 0 0 0 0,0-1 0 0 0,0 1 0 0 0,0-1 0 0 0,0 1 0 0 0,-1 0 0 0 0,1-1 0 0 0,1 0 0 0 0,1-2 0 0 0,0 1 6 0 0,1 0-1 0 0,-1-1 1 0 0,0 1-1 0 0,0-1 1 0 0,0 0-1 0 0,0 0 1 0 0,0 0-1 0 0,0-1 1 0 0,-1 1-1 0 0,5-8 1 0 0,-1-2 59 0 0,9-26 1 0 0,-11 26-32 0 0,-3 7 52 0 0,0 0 1 0 0,0 1-1 0 0,-1-1 0 0 0,0 0 1 0 0,0 0-1 0 0,0 0 0 0 0,-1 1 1 0 0,-2-9-1 0 0,2 9 26 0 0,-1 0-1 0 0,1 0 1 0 0,-1 0-1 0 0,-1 0 1 0 0,1 0-1 0 0,-1 0 1 0 0,0 1-1 0 0,0-1 1 0 0,0 1-1 0 0,0 0 1 0 0,-1 0-1 0 0,-5-4 1 0 0,-1-1 127 0 0,0 0 0 0 0,-1 1-1 0 0,-20-12 1 0 0,25 17-211 0 0,2 0 0 0 0,0 1-1 0 0,-1-1 0 0 0,0 1 0 0 0,0 0 1 0 0,1 0-1 0 0,-1 0 0 0 0,-1 1 1 0 0,1-1-1 0 0,0 1 0 0 0,-9 0 0 0 0,13 1-27 0 0,1 0 0 0 0,-1 0 0 0 0,1-1 0 0 0,0 1 0 0 0,-1 0 0 0 0,1 0 0 0 0,-1 0 0 0 0,1 0 0 0 0,-1 0 0 0 0,1 0 0 0 0,-1 1 0 0 0,1-1 0 0 0,0 0 0 0 0,-1 0 0 0 0,1 0 0 0 0,-1 0 0 0 0,1 0 0 0 0,0 1 0 0 0,-1-1 0 0 0,1 0 0 0 0,0 0 0 0 0,-1 1-1 0 0,1-1 1 0 0,0 0 0 0 0,-1 0 0 0 0,1 1 0 0 0,0-1 0 0 0,-1 0 0 0 0,1 1 0 0 0,0-1 0 0 0,0 1 0 0 0,-1-1 0 0 0,1 1 0 0 0,-1 0-13 0 0,-9 7-86 0 0,9-7 65 0 0,-1 0 0 0 0,1 0 0 0 0,0 0 0 0 0,-1 0 0 0 0,1 0 0 0 0,0 0 0 0 0,0 0 0 0 0,-1 0 0 0 0,1 1 0 0 0,0-1 0 0 0,0 1 0 0 0,0-1 0 0 0,1 1 0 0 0,-1-1 0 0 0,0 1 0 0 0,1-1 0 0 0,-2 3 0 0 0,-2 10-698 0 0,3-12-111 0 0,0 1 0 0 0,1-1 1 0 0,-1 1-1 0 0,0 0 1 0 0,1-1-1 0 0,-1 5 1 0 0,1 9-5386 0 0</inkml:trace>
</inkml:ink>
</file>

<file path=ppt/ink/ink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5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162 40 10136 0 0,'0'0'230'0'0,"0"0"30"0"0,0 0 19 0 0,-4-5 8 0 0,-9-3-210 0 0,2-2 858 0 0,10 9-684 0 0,-1-1 1 0 0,1 1 0 0 0,0 0-1 0 0,-1 0 1 0 0,1-1 0 0 0,-1 1-1 0 0,1 0 1 0 0,-1 0 0 0 0,1 1-1 0 0,-1-1 1 0 0,-3-1 0 0 0,4 2-223 0 0,1-1 49 0 0,-1 1 0 0 0,0 0 1 0 0,0-1-1 0 0,-1 1 0 0 0,1 0 1 0 0,0 0-1 0 0,0 0 0 0 0,0 0 1 0 0,0 0-1 0 0,0 0 0 0 0,0 0 1 0 0,0 0-1 0 0,0 0 1 0 0,0 0-1 0 0,-1 1 0 0 0,0 1 20 0 0,-1 0-1 0 0,1 0 1 0 0,0 0-1 0 0,0 0 1 0 0,1 0-1 0 0,-1 0 1 0 0,0 1-1 0 0,-1 2 0 0 0,1-1-97 0 0,0 0 0 0 0,0 1 0 0 0,0-1 0 0 0,0 1 0 0 0,1-1 0 0 0,0 1 0 0 0,0 0 0 0 0,0-1 0 0 0,1 1 0 0 0,-1 0 0 0 0,1 5 0 0 0,1 7 0 0 0,5 29 0 0 0,-5-34 0 0 0,2 1 0 0 0,0-1 0 0 0,1 0 0 0 0,0 0 0 0 0,8 17 0 0 0,-9-24 0 0 0,1 3 0 0 0,0 0 0 0 0,1-1 0 0 0,0 1 0 0 0,0-1 0 0 0,0-1 0 0 0,1 1 0 0 0,0-1 0 0 0,1 0 0 0 0,-1 0 0 0 0,9 5 0 0 0,-13-9 0 0 0,1-1 0 0 0,-1 0 0 0 0,1 0 0 0 0,-1 0 0 0 0,1-1 0 0 0,2 1 0 0 0,10 3 0 0 0,-14-3 0 0 0,-1-1 0 0 0,1 1 0 0 0,0-1 0 0 0,0 0 0 0 0,0 0 0 0 0,0 1 0 0 0,0-1 0 0 0,0 0 0 0 0,0 0 0 0 0,0 0 0 0 0,0 0 0 0 0,-1 0 0 0 0,1 0 0 0 0,0-1 0 0 0,0 1 0 0 0,0 0 0 0 0,0 0 0 0 0,0-1 0 0 0,0 1 0 0 0,0 0 0 0 0,-1-1 0 0 0,1 1 0 0 0,0-1 0 0 0,1 0 0 0 0,0-1 0 0 0,-1 1 0 0 0,1-1 0 0 0,0 0 0 0 0,-1 1 0 0 0,0-1 0 0 0,2-3 0 0 0,-2 4 0 0 0,11-14 0 0 0,-10 13 0 0 0,0 0 0 0 0,0 0 0 0 0,0 0 0 0 0,-1-1 0 0 0,1 1 0 0 0,-1 0 0 0 0,0-1 0 0 0,2-2 0 0 0,-2 1 6 0 0,3-5 144 0 0,-1 0 0 0 0,-1 0 0 0 0,1 0 0 0 0,-1-1 0 0 0,-1 1 0 0 0,1-11 0 0 0,-2 12 20 0 0,0 1-1 0 0,-1-1 0 0 0,0 1 0 0 0,0-1 0 0 0,-4-12 0 0 0,3 15-23 0 0,0 1-1 0 0,0 0 0 0 0,0-1 1 0 0,-1 1-1 0 0,1 0 1 0 0,-1 0-1 0 0,0 0 1 0 0,0 1-1 0 0,-1-1 1 0 0,-4-3-1 0 0,2 2-118 0 0,1 0-1 0 0,-1 1 1 0 0,-1 0-1 0 0,1 0 1 0 0,-1 0 0 0 0,0 1-1 0 0,1 0 1 0 0,-1 1-1 0 0,-1-1 1 0 0,1 1-1 0 0,0 1 1 0 0,0-1 0 0 0,-1 1-1 0 0,1 0 1 0 0,-15 1-1 0 0,17 0-26 0 0,0 0 0 0 0,1 0 0 0 0,-1 0 0 0 0,0 1 0 0 0,1 0 0 0 0,-1 0 0 0 0,0 0 0 0 0,1 0 0 0 0,-1 1 0 0 0,1-1 0 0 0,-8 5 0 0 0,-1 3-155 0 0,11-8 17 0 0,0 0-1 0 0,0 0 1 0 0,0 1-1 0 0,0-1 0 0 0,0 1 1 0 0,0-1-1 0 0,0 1 0 0 0,0 0 1 0 0,1 0-1 0 0,-2 2 0 0 0,2-3-91 0 0,1-1 0 0 0,-1 1 0 0 0,0 0 0 0 0,1 0 0 0 0,-1-1 0 0 0,0 1 0 0 0,0 0 0 0 0,1-1 0 0 0,-1 1 0 0 0,0-1 0 0 0,0 1 0 0 0,0-1 0 0 0,0 1 0 0 0,0-1 0 0 0,-1 1 0 0 0,0 0-779 0 0,-1 1-4789 0 0</inkml:trace>
</inkml:ink>
</file>

<file path=ppt/ink/ink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6.0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43 7776 0 0,'0'0'356'0'0,"0"0"-8"0"0,-14 0 2317 0 0,-7 0 1890 0 0,20 0-4011 0 0,0 2-29 0 0,-2 5-309 0 0,0 0 0 0 0,1 0-1 0 0,0 0 1 0 0,0 0-1 0 0,1 1 1 0 0,0-1 0 0 0,0 1-1 0 0,0-1 1 0 0,2 15-1 0 0,11 41 403 0 0,-7-32-608 0 0,1 0 0 0 0,2 0 0 0 0,21 51 0 0 0,-27-76-18 0 0,0 0 0 0 0,1-1 0 0 0,0 1 0 0 0,0 0 0 0 0,1-1 0 0 0,-1 1-1 0 0,1-1 1 0 0,1 0 0 0 0,-1-1 0 0 0,0 1 0 0 0,1-1 0 0 0,0 0 0 0 0,0 0 0 0 0,11 7-1 0 0,-14-11 19 0 0,-1 1-1 0 0,1-1 1 0 0,0 0-1 0 0,-1 0 0 0 0,1 1 1 0 0,0-1-1 0 0,-1 0 1 0 0,1 0-1 0 0,0-1 0 0 0,0 1 1 0 0,-1 0-1 0 0,1-1 1 0 0,0 1-1 0 0,-1 0 0 0 0,1-1 1 0 0,-1 0-1 0 0,1 1 1 0 0,-1-1-1 0 0,1 0 0 0 0,-1 0 1 0 0,1 0-1 0 0,1-1 1 0 0,0-1 1 0 0,0 1 1 0 0,0-1-1 0 0,0 1 1 0 0,-1-1-1 0 0,1 0 1 0 0,-1 0-1 0 0,1 0 1 0 0,3-7-1 0 0,1-5 157 0 0,-1 4-227 0 0,-1 0-1 0 0,-1 0 1 0 0,6-19-1 0 0,-5 8 93 0 0,-1 0-1 0 0,2-38 1 0 0,-6 49 116 0 0,0 1 0 0 0,-1-1-1 0 0,0 0 1 0 0,-1 1 0 0 0,0-1 0 0 0,-1 1 0 0 0,-7-19 0 0 0,3 9 408 0 0,6 16-477 0 0,0 0 0 0 0,-1-1 0 0 0,1 1 0 0 0,-1 0 0 0 0,0 0 0 0 0,0 0 0 0 0,-5-5 0 0 0,-2-3-19 0 0,4 7 74 0 0,1-1 1 0 0,-1 1 0 0 0,-1-1-1 0 0,1 1 1 0 0,-1 1 0 0 0,-6-5-1 0 0,5 4 22 0 0,5 4-126 0 0,0 0 0 0 0,0-1 1 0 0,-1 1-1 0 0,1 0 0 0 0,0 0 0 0 0,0 0 0 0 0,0 0 0 0 0,-1 1 1 0 0,1-1-1 0 0,-1 1 0 0 0,1-1 0 0 0,0 1 0 0 0,-1 0 0 0 0,1 0 0 0 0,-6 0 1 0 0,4 1 15 0 0,-1 0 1 0 0,0 0 0 0 0,0 0 0 0 0,0 1-1 0 0,0 0 1 0 0,1 0 0 0 0,-1 0 0 0 0,1 1-1 0 0,-1-1 1 0 0,1 1 0 0 0,-6 5-1 0 0,3-1-523 0 0,1 0 0 0 0,0 0-1 0 0,0 0 1 0 0,1 1 0 0 0,-7 11-1 0 0,9-13 59 0 0,0 0 0 0 0,1 0 0 0 0,0 0 0 0 0,0 0-1 0 0,0 0 1 0 0,0 9 0 0 0,0 14-1106 0 0</inkml:trace>
</inkml:ink>
</file>

<file path=ppt/ink/ink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7.3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45 6936 0 0,'0'0'316'0'0,"0"0"-3"0"0,-2 1-202 0 0,-36 22 2599 0 0,27-14-1530 0 0,6-4-960 0 0,0-2 5 0 0,0 1 0 0 0,1 0 0 0 0,-1 0-1 0 0,1 1 1 0 0,0 0 0 0 0,0-1 0 0 0,0 1 0 0 0,1 1-1 0 0,0-1 1 0 0,0 0 0 0 0,-5 11 0 0 0,-3 12 433 0 0,8-21-485 0 0,0 0 0 0 0,0 0-1 0 0,-2 12 1 0 0,5-14-153 0 0,0 0 0 0 0,0 0-1 0 0,1 1 1 0 0,0-1 0 0 0,0 0 0 0 0,0 0 0 0 0,1 0 0 0 0,0-1 0 0 0,3 10 0 0 0,-1-6-12 0 0,-1 0-8 0 0,1 0 0 0 0,0 1 0 0 0,1-2 0 0 0,7 11 0 0 0,-10-15 0 0 0,1 1 0 0 0,0-1 0 0 0,0 0 0 0 0,0-1 0 0 0,0 1 0 0 0,0 0 0 0 0,1-1 0 0 0,-1 0 0 0 0,1 1 0 0 0,0-1 0 0 0,3 1 0 0 0,3 0 3 0 0,-6-1 2 0 0,-1 0 0 0 0,1-1 0 0 0,0 0 0 0 0,0 0 0 0 0,0 0 0 0 0,0 0 0 0 0,0-1 0 0 0,0 1 0 0 0,0-1 0 0 0,0 0 0 0 0,7-1 1 0 0,0-1-6 0 0,-8 2 0 0 0,0 0 0 0 0,0-1 0 0 0,0 1 0 0 0,0-1 0 0 0,-1 0 0 0 0,1 0 0 0 0,0 0 0 0 0,-1 0 0 0 0,1 0 0 0 0,0-1 0 0 0,-1 1 0 0 0,4-3 0 0 0,4-5 18 0 0,0-1 0 0 0,-1 0 0 0 0,0-1 0 0 0,11-17 0 0 0,-11 12 205 0 0,0 0 1 0 0,0-1-1 0 0,7-23 0 0 0,-3 6 441 0 0,-11 29-539 0 0,-1 0-1 0 0,1 0 1 0 0,-1 0-1 0 0,0-1 0 0 0,-1 1 1 0 0,1 0-1 0 0,-1-1 0 0 0,0 1 1 0 0,-1-6-1 0 0,0-10 454 0 0,0 17-488 0 0,1 1 1 0 0,-1-1-1 0 0,1 1 1 0 0,-1 0-1 0 0,0 0 1 0 0,-1-1 0 0 0,1 1-1 0 0,0 0 1 0 0,-1 0-1 0 0,0 0 1 0 0,1 0-1 0 0,-4-3 1 0 0,-1-2 151 0 0,-1 1-1 0 0,-12-12 1 0 0,16 18-224 0 0,1-1 0 0 0,-1 1 0 0 0,1 0-1 0 0,-1 0 1 0 0,0 0 0 0 0,1 0 0 0 0,-1 0 0 0 0,0 0-1 0 0,0 1 1 0 0,1 0 0 0 0,-1-1 0 0 0,0 1-1 0 0,-5 0 1 0 0,-16-2 57 0 0,22 2-76 0 0,0 0 0 0 0,0-1 0 0 0,0 1 0 0 0,1 0 0 0 0,-1 1 0 0 0,0-1 0 0 0,0 0 0 0 0,0 1 0 0 0,1-1 0 0 0,-1 1 0 0 0,0-1 0 0 0,0 1 0 0 0,-2 1 0 0 0,-25 16-83 0 0,19-12 20 0 0,8-4-9 0 0,-1 1 0 0 0,1-1 1 0 0,-1 0-1 0 0,1 1 0 0 0,0 0 1 0 0,0-1-1 0 0,0 1 0 0 0,0 0 1 0 0,1 0-1 0 0,-1 0 0 0 0,1 0 1 0 0,-2 4-1 0 0,-4 18-1796 0 0,5-2-3286 0 0,2-8-737 0 0</inkml:trace>
</inkml:ink>
</file>

<file path=ppt/ink/ink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7.9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106 44 10136 0 0,'0'0'230'0'0,"-6"-5"548"0"0,2 3-1142 0 0,2 1 690 0 0,1 0 1 0 0,-1 0-1 0 0,0 0 0 0 0,0 0 1 0 0,1 0-1 0 0,-1 1 0 0 0,0-1 1 0 0,0 1-1 0 0,0-1 1 0 0,0 1-1 0 0,0 0 0 0 0,0 0 1 0 0,0 0-1 0 0,-3 0 1 0 0,-10 3 506 0 0,13-2-756 0 0,0-1 0 0 0,0 0 0 0 0,0 1 1 0 0,0-1-1 0 0,0 1 0 0 0,0-1 0 0 0,0 1 1 0 0,0 0-1 0 0,0 0 0 0 0,-2 1 0 0 0,0 6-60 0 0,-2 5 89 0 0,4-9 61 0 0,0-1 0 0 0,0 1-1 0 0,1 0 1 0 0,0 0 0 0 0,-1 0 0 0 0,1 0 0 0 0,0 8-1 0 0,-1 18 156 0 0,1-23-275 0 0,1 0 1 0 0,-1 0 0 0 0,1-1 0 0 0,1 1 0 0 0,1 13-1 0 0,8 34-47 0 0,-9-49 0 0 0,0 0 0 0 0,0-1 0 0 0,1 1 0 0 0,0-1 0 0 0,0 0 0 0 0,3 6 0 0 0,4 8 0 0 0,-8-15 0 0 0,1 0 0 0 0,0 0 0 0 0,-1 0 0 0 0,2 0 0 0 0,-1 0 0 0 0,0-1 0 0 0,0 1 0 0 0,4 2 0 0 0,-3-2 0 0 0,0 0 0 0 0,0 0 0 0 0,-1 0 0 0 0,4 6 0 0 0,-4-7 0 0 0,0 0 0 0 0,0 1 0 0 0,0-1 0 0 0,0 0 0 0 0,0 0 0 0 0,0 0 0 0 0,1 0 0 0 0,-1 0 0 0 0,1-1 0 0 0,-1 1 0 0 0,1-1 0 0 0,0 0 0 0 0,-1 0 0 0 0,6 2 0 0 0,-6-2 0 0 0,1-1 0 0 0,-1 1 0 0 0,1-1 0 0 0,-1 1 0 0 0,1-1 0 0 0,-1 0 0 0 0,1 0 0 0 0,-1 0 0 0 0,1 0 0 0 0,-1 0 0 0 0,1-1 0 0 0,-1 1 0 0 0,0-1 0 0 0,1 0 0 0 0,-1 1 0 0 0,1-1 0 0 0,-1 0 0 0 0,3-2 0 0 0,5-5-5 0 0,0 0-1 0 0,0 0 1 0 0,-1-1-1 0 0,0 0 0 0 0,-1 0 1 0 0,0-1-1 0 0,-1 0 0 0 0,0-1 1 0 0,0 1-1 0 0,-1-1 1 0 0,0-1-1 0 0,-1 1 0 0 0,6-21 1 0 0,-9 22-64 0 0,1-2 46 0 0,0 0 0 0 0,-1 0 1 0 0,1-25-1 0 0,-2 33 106 0 0,-1 1 1 0 0,0-1-1 0 0,0 1 1 0 0,-1 0-1 0 0,1-1 1 0 0,-1 1-1 0 0,1-1 1 0 0,-1 1-1 0 0,0 0 1 0 0,-1 0-1 0 0,1-1 1 0 0,0 1 0 0 0,-4-6-1 0 0,-3-3 327 0 0,7 9-321 0 0,-1 0-1 0 0,1 0 0 0 0,-1 0 1 0 0,0 1-1 0 0,0-1 1 0 0,-1 0-1 0 0,-4-3 0 0 0,3 2-88 0 0,2 2 0 0 0,0 0 0 0 0,-1 0 0 0 0,1 0 0 0 0,-1 1 0 0 0,0-1 0 0 0,0 1 0 0 0,1-1 0 0 0,-5 0 0 0 0,-6-3 6 0 0,11 4-1 0 0,0 0 1 0 0,-1 0-1 0 0,0 0 0 0 0,1 0 1 0 0,-1 0-1 0 0,1 1 0 0 0,-1-1 0 0 0,0 1 1 0 0,1 0-1 0 0,-5 0 0 0 0,-46 15 78 0 0,52-14-99 0 0,0-1 0 0 0,0 1 1 0 0,0-1-1 0 0,0 1 0 0 0,0 0 0 0 0,0-1 0 0 0,0 1 1 0 0,0 0-1 0 0,0 0 0 0 0,1 0 0 0 0,-1 0 0 0 0,0 0 1 0 0,1-1-1 0 0,-1 1 0 0 0,0 0 0 0 0,1 1 1 0 0,-1-1-1 0 0,1 0 0 0 0,-1 1 0 0 0,-6 12-705 0 0,4-11 527 0 0,-2 4-1692 0 0,5 0-2123 0 0,4 4-2235 0 0</inkml:trace>
</inkml:ink>
</file>

<file path=ppt/ink/ink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8.7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20 10136 0 0,'0'0'230'0'0,"0"0"30"0"0,0 0 19 0 0,-1-2-40 0 0,1 1-191 0 0,-2-2-38 0 0,-9-3-20 0 0,10 5 71 0 0,0 1 1 0 0,0-1 0 0 0,-1 0-1 0 0,1 0 1 0 0,0 1 0 0 0,-1-1-1 0 0,1 1 1 0 0,0-1 0 0 0,-1 1-1 0 0,1 0 1 0 0,0-1 0 0 0,-1 1-1 0 0,1 0 1 0 0,-1 0 0 0 0,1 0-1 0 0,0 0 1 0 0,-1 0 0 0 0,1 0-1 0 0,-1 1 1 0 0,1-1 0 0 0,0 0-1 0 0,-1 1 1 0 0,-1 0 0 0 0,2 0 36 0 0,0-1 0 0 0,0 0 1 0 0,0 1-1 0 0,0-1 0 0 0,0 0 1 0 0,1 1-1 0 0,-1-1 0 0 0,0 0 1 0 0,0 0-1 0 0,0 0 0 0 0,0 0 1 0 0,-2 0-1 0 0,2 0-64 0 0,1 0-1 0 0,-1 0 0 0 0,1 0 1 0 0,-1 0-1 0 0,0 0 1 0 0,1 0-1 0 0,-1 0 1 0 0,0 0-1 0 0,1 0 1 0 0,-1 0-1 0 0,1 0 1 0 0,-1 1-1 0 0,0-1 0 0 0,1 0 1 0 0,-1 1-1 0 0,1-1 1 0 0,-1 0-1 0 0,1 1 1 0 0,-1-1-1 0 0,1 0 1 0 0,-1 1-1 0 0,0 0 1 0 0,-1 2 107 0 0,-1-1 1 0 0,1 1-1 0 0,0 0 1 0 0,0 0-1 0 0,0 1 1 0 0,0-1-1 0 0,1 0 1 0 0,-1 1 0 0 0,1-1-1 0 0,0 1 1 0 0,0-1-1 0 0,0 1 1 0 0,1-1-1 0 0,-1 1 1 0 0,1 0-1 0 0,0-1 1 0 0,0 5-1 0 0,-3 16-233 0 0,3-19 87 0 0,-1 1 1 0 0,0-1-1 0 0,1 0 0 0 0,1 6 0 0 0,2 21 63 0 0,2-1 0 0 0,1-1 0 0 0,16 47 0 0 0,-18-67-58 0 0,1 0 0 0 0,1 0 0 0 0,-1-1 0 0 0,11 13 0 0 0,-12-18-9 0 0,1 0 0 0 0,0 0 0 0 0,0-1-1 0 0,0 1 1 0 0,0-1 0 0 0,1-1-1 0 0,-1 1 1 0 0,8 2 0 0 0,-2 0-30 0 0,-10-5 40 0 0,1 1 1 0 0,-1-1-1 0 0,1 0 1 0 0,-1 1-1 0 0,1-1 0 0 0,-1 0 1 0 0,1 0-1 0 0,-1 0 1 0 0,1 0-1 0 0,-1 0 1 0 0,1 0-1 0 0,-1-1 1 0 0,1 1-1 0 0,-1 0 1 0 0,0-1-1 0 0,1 1 0 0 0,-1-1 1 0 0,0 0-1 0 0,1 1 1 0 0,-1-1-1 0 0,0 0 1 0 0,2-1-1 0 0,0 0 10 0 0,-1 0 0 0 0,1 0 1 0 0,-1-1-1 0 0,1 1 0 0 0,-1-1 0 0 0,0 0 0 0 0,4-4 0 0 0,5-9-11 0 0,-9 14 0 0 0,0 0 0 0 0,-1-1 0 0 0,1 1 0 0 0,0-1 0 0 0,-1 1 0 0 0,0-1 0 0 0,2-4 0 0 0,1-5 43 0 0,15-55 1044 0 0,-18 60-987 0 0,0 0-1 0 0,0 1 0 0 0,-1-1 1 0 0,0 0-1 0 0,0 0 0 0 0,-1 0 1 0 0,1 1-1 0 0,-3-8 0 0 0,1 6-18 0 0,0 1 0 0 0,0-1 0 0 0,-1 1 0 0 0,0 0 0 0 0,0 0 0 0 0,0 0 0 0 0,-1 0-1 0 0,-1 1 1 0 0,1-1 0 0 0,-1 1 0 0 0,0 0 0 0 0,0 0 0 0 0,0 1 0 0 0,-1 0 0 0 0,0 0 0 0 0,0 0-1 0 0,-9-5 1 0 0,4 2 250 0 0,9 7-308 0 0,1 0 0 0 0,0 0 0 0 0,-1 0 0 0 0,1 0 1 0 0,-1 0-1 0 0,1 0 0 0 0,-1 0 0 0 0,1 0 0 0 0,-1 1 0 0 0,0-1 0 0 0,-2 0 0 0 0,-22-4-23 0 0,24 5 2 0 0,0 0-1 0 0,0 0 0 0 0,0 0 0 0 0,-1 0 1 0 0,1 0-1 0 0,0 0 0 0 0,0 1 1 0 0,-5 0-1 0 0,-6 2-77 0 0,-12 3-736 0 0,25-6 761 0 0,-1 1 0 0 0,1-1 0 0 0,0 1 0 0 0,-1-1 0 0 0,1 1 0 0 0,-1-1 0 0 0,1 1 0 0 0,0-1 0 0 0,-1 1 0 0 0,1 0 0 0 0,0-1 0 0 0,0 1 0 0 0,-1 0 0 0 0,1-1 0 0 0,0 1 0 0 0,0 0 0 0 0,0 0 0 0 0,-1 1-119 0 0,-7 38-3660 0 0,3-25-1967 0 0</inkml:trace>
</inkml:ink>
</file>

<file path=ppt/ink/ink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9.3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37 4608 0 0,'0'0'208'0'0,"-10"-9"32"0"0,9 7 109 0 0,-1 0 0 0 0,1 0 0 0 0,-1 1 0 0 0,0-1 0 0 0,0 0-1 0 0,0 1 1 0 0,-4-3 0 0 0,-1-3 2534 0 0,6 6-1020 0 0,0 1-730 0 0,-11-1 63 0 0,10 1-1089 0 0,1 0-1 0 0,0-1 0 0 0,-1 1 1 0 0,1 0-1 0 0,0 0 0 0 0,-1 0 1 0 0,1 0-1 0 0,0 0 1 0 0,-1 0-1 0 0,1 0 0 0 0,-1 1 1 0 0,1-1-1 0 0,0 0 0 0 0,0 1 1 0 0,-1-1-1 0 0,1 1 1 0 0,0 0-1 0 0,0-1 0 0 0,-1 1 1 0 0,1 0-1 0 0,0 0 1 0 0,0-1-1 0 0,0 1 0 0 0,0 0 1 0 0,0 0-1 0 0,0 0 0 0 0,-1 2 1 0 0,-12 18 735 0 0,7-10-614 0 0,5-7-170 0 0,0 0 0 0 0,-1 0-1 0 0,2 0 1 0 0,-1 0 0 0 0,0 0 0 0 0,-1 8-1 0 0,-1 3 31 0 0,3-12-84 0 0,0 0 0 0 0,0 0 0 0 0,1 0 0 0 0,-1 0 0 0 0,1 0-1 0 0,0 0 1 0 0,-1 0 0 0 0,2 5 0 0 0,1 4 6 0 0,-2-5-5 0 0,1 0 0 0 0,0 0-1 0 0,1 0 1 0 0,0 0 0 0 0,0 0 0 0 0,1 0 0 0 0,-1-1 0 0 0,5 7-1 0 0,5 8-4 0 0,-8-14 0 0 0,0 0 0 0 0,0 0 0 0 0,0-1 0 0 0,1 0 0 0 0,7 7 0 0 0,-9-10 0 0 0,1 1-10 0 0,0 0 1 0 0,0 0-1 0 0,0-1 0 0 0,1 1 1 0 0,-1-1-1 0 0,1-1 1 0 0,7 4-1 0 0,-1-1-41 0 0,-6-3 20 0 0,-1 0-1 0 0,1 0 1 0 0,0-1 0 0 0,-1 0-1 0 0,1 1 1 0 0,0-2 0 0 0,0 1-1 0 0,0 0 1 0 0,0-1-1 0 0,0 0 1 0 0,0 0 0 0 0,6-1-1 0 0,-9 0 13 0 0,1 1 0 0 0,0-1 1 0 0,0 1-1 0 0,0-1 0 0 0,0 0 0 0 0,0 0 1 0 0,0 0-1 0 0,0-1 0 0 0,0 1 1 0 0,0-1-1 0 0,-1 1 0 0 0,1-1 1 0 0,-1 0-1 0 0,3-2 0 0 0,1-3 8 0 0,-1 3 0 0 0,-1-1 1 0 0,0 0 0 0 0,0 0-1 0 0,0 0 1 0 0,-1 0-1 0 0,0-1 1 0 0,4-8-1 0 0,-3 6 18 0 0,-2 2 22 0 0,1 0 0 0 0,-2 1 0 0 0,3-11 0 0 0,2-8 146 0 0,-5 20-81 0 0,1-1 0 0 0,-1 1 0 0 0,0-1 0 0 0,-1 1 0 0 0,1-1 0 0 0,-1 1 0 0 0,0-1 0 0 0,0 0 0 0 0,0 1 0 0 0,0-1 0 0 0,-1 0 0 0 0,-2-6 0 0 0,-1 2 64 0 0,0 1 0 0 0,0 0 1 0 0,-1 1-1 0 0,0-1 0 0 0,0 1 0 0 0,-1 0 0 0 0,1 0 0 0 0,-2 1 0 0 0,1-1 0 0 0,-1 1 0 0 0,0 1 0 0 0,-8-6 0 0 0,9 8-130 0 0,1 0 0 0 0,-1 0 0 0 0,1 0 0 0 0,-1 1 0 0 0,0 0 0 0 0,-10-3 0 0 0,12 5-33 0 0,0-1 0 0 0,-1 0 0 0 0,1 1 0 0 0,0-1 0 0 0,-1 1 0 0 0,1 0 0 0 0,0 1-1 0 0,-1-1 1 0 0,1 1 0 0 0,-5 1 0 0 0,-10 10-198 0 0,15-11 200 0 0,3 0-79 0 0,0-1 1 0 0,0 0 0 0 0,0 1 0 0 0,0-1 0 0 0,0 1 0 0 0,0-1 0 0 0,0 1-1 0 0,0-1 1 0 0,0 1 0 0 0,0 0 0 0 0,0 0 0 0 0,0-1 0 0 0,1 1 0 0 0,-1 0-1 0 0,0 0 1 0 0,1 0 0 0 0,-1 0 0 0 0,0 0 0 0 0,0 2 0 0 0,-3 7-1357 0 0,3-1-362 0 0</inkml:trace>
</inkml:ink>
</file>

<file path=ppt/ink/ink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50.0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153 12 7456 0 0,'4'-6'1434'0'0,"-5"6"-1262"0"0,0-1-1 0 0,0 0 1 0 0,-1 0-1 0 0,1 1 1 0 0,0-1-1 0 0,-1 1 1 0 0,1-1-1 0 0,0 1 1 0 0,-1 0-1 0 0,1-1 1 0 0,-1 1-1 0 0,1 0 1 0 0,-3 0-1 0 0,1 0 41 0 0,0 1 0 0 0,0 0 0 0 0,1 0 0 0 0,-1-1 1 0 0,0 2-1 0 0,-3 0 0 0 0,-1 2-37 0 0,-1 1 0 0 0,1-1 1 0 0,0 1-1 0 0,0 1 0 0 0,1-1 0 0 0,0 1 1 0 0,0 0-1 0 0,0 1 0 0 0,1-1 1 0 0,-1 1-1 0 0,2 0 0 0 0,-1 1 1 0 0,1-1-1 0 0,0 1 0 0 0,1 0 0 0 0,-1 0 1 0 0,2 0-1 0 0,-1 0 0 0 0,1 0 1 0 0,0 1-1 0 0,1-1 0 0 0,-1 17 0 0 0,-3 45 265 0 0,6-45-333 0 0,7 46 0 0 0,-6-65-105 0 0,0 0 0 0 0,0 0 0 0 0,0-1 0 0 0,5 9 0 0 0,-4-9-2 0 0,-3-3 3 0 0,1-1-1 0 0,0 1 0 0 0,0-1 0 0 0,-1 1 1 0 0,1-1-1 0 0,0 1 0 0 0,0-1 0 0 0,0 0 1 0 0,1 0-1 0 0,-1 1 0 0 0,0-1 0 0 0,0 0 1 0 0,1 0-1 0 0,-1 0 0 0 0,1 0 0 0 0,-1-1 0 0 0,0 1 1 0 0,1 0-1 0 0,0-1 0 0 0,-1 1 0 0 0,1-1 1 0 0,-1 1-1 0 0,3-1 0 0 0,5 3 8 0 0,-7-2-10 0 0,0-1 0 0 0,0 1 0 0 0,0-1 0 0 0,-1 0 0 0 0,1 1 0 0 0,0-1 0 0 0,0 0 0 0 0,0 0 0 0 0,-1 0 0 0 0,1 0 0 0 0,0-1 0 0 0,0 1 0 0 0,0 0 0 0 0,-1-1 0 0 0,1 1 0 0 0,0-1 0 0 0,2-1 0 0 0,3-1 0 0 0,0-1 0 0 0,10-8 0 0 0,-12 9 0 0 0,-2 1 0 0 0,0-1 0 0 0,0 0 0 0 0,-1 0 0 0 0,1 1 0 0 0,-1-2 0 0 0,0 1 0 0 0,1 0 0 0 0,-1 0 0 0 0,-1-1 0 0 0,1 1 0 0 0,0-1 0 0 0,1-4 0 0 0,1-6 0 0 0,4-27 0 0 0,-7 34 0 0 0,0 0 69 0 0,0 0 0 0 0,-1 0-1 0 0,-2-12 1 0 0,2 12 36 0 0,-1 0-1 0 0,1 0 1 0 0,1-12 0 0 0,0 16-37 0 0,-1 0 0 0 0,-1 0 0 0 0,1 0 1 0 0,0 0-1 0 0,-1 0 0 0 0,0 0 0 0 0,1 0 1 0 0,-1 0-1 0 0,0 0 0 0 0,-1 0 0 0 0,1 0 0 0 0,-2-3 1 0 0,-22-31 766 0 0,22 33-764 0 0,1 1 0 0 0,-2-1-1 0 0,1 1 1 0 0,0 0-1 0 0,-1 0 1 0 0,1 0 0 0 0,-1 0-1 0 0,0 1 1 0 0,-5-3-1 0 0,1 1 51 0 0,-1 1 0 0 0,0 0 0 0 0,0 0 0 0 0,-15-2 0 0 0,21 4-111 0 0,1 1-10 0 0,1 0-1 0 0,-1-1 0 0 0,1 1 0 0 0,-1 0 0 0 0,0 0 1 0 0,1 0-1 0 0,-1 0 0 0 0,1 0 0 0 0,-1 1 0 0 0,1-1 0 0 0,-1 0 1 0 0,1 1-1 0 0,-1-1 0 0 0,1 1 0 0 0,-2 0 0 0 0,1 0-18 0 0,1 0 0 0 0,0-1 0 0 0,0 1 0 0 0,0 0-1 0 0,0 0 1 0 0,0 0 0 0 0,0 0 0 0 0,0-1 0 0 0,0 2-1 0 0,0-1 1 0 0,0 0 0 0 0,0 0 0 0 0,0 0 0 0 0,1 0-1 0 0,-1 0 1 0 0,1 1 0 0 0,-1-1 0 0 0,1 0 0 0 0,-1 0-1 0 0,1 1 1 0 0,-1 1 0 0 0,0 3-763 0 0,1 0 0 0 0,-1 1 0 0 0,2 8 0 0 0,-1-5-2886 0 0,0 3-2381 0 0</inkml:trace>
</inkml:ink>
</file>

<file path=ppt/ink/ink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50.7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 36 8288 0 0,'0'0'381'0'0,"0"-1"-6"0"0,-4-5-242 0 0,-1 2 20 0 0,5 3 567 0 0,-13-13 2286 0 0,12 13-2793 0 0,0 0-1 0 0,0 0 1 0 0,0 1 0 0 0,-1-1 0 0 0,1 0 0 0 0,0 0 0 0 0,0 1 0 0 0,-1-1 0 0 0,1 0 0 0 0,-1 1 0 0 0,1-1 0 0 0,0 1 0 0 0,-1 0-1 0 0,1-1 1 0 0,-1 1 0 0 0,1 0 0 0 0,-1 0 0 0 0,-2 0 0 0 0,3 0-143 0 0,-1 0 1 0 0,1 0-1 0 0,0 1 1 0 0,0-1-1 0 0,-1 0 1 0 0,1 0-1 0 0,0 1 1 0 0,0-1-1 0 0,0 0 0 0 0,-1 1 1 0 0,1 0-1 0 0,0-1 1 0 0,0 1-1 0 0,0-1 1 0 0,0 1-1 0 0,0 0 0 0 0,0 0 1 0 0,0 0-1 0 0,0 0 1 0 0,1-1-1 0 0,-1 1 1 0 0,0 0-1 0 0,0 2 0 0 0,-9 15 265 0 0,7-13-290 0 0,0-1 1 0 0,1 1-1 0 0,0-1 1 0 0,0 1 0 0 0,-2 8-1 0 0,-6 42-45 0 0,8-43 0 0 0,0-1 0 0 0,0 1 0 0 0,1-1 0 0 0,1 1 0 0 0,0 0 0 0 0,1 0 0 0 0,0-1 0 0 0,4 19 0 0 0,-1-11 0 0 0,-2-11 0 0 0,0 0 0 0 0,0 0 0 0 0,6 13 0 0 0,-5-14 0 0 0,1 1 0 0 0,0 0 0 0 0,0-1 0 0 0,1 0 0 0 0,0 0 0 0 0,0 0 0 0 0,1-1 0 0 0,11 11 0 0 0,-15-16 0 0 0,-1 0 0 0 0,0 0 0 0 0,0-1 0 0 0,0 1 0 0 0,1-1 0 0 0,-1 1 0 0 0,0-1 0 0 0,1 1 0 0 0,-1-1 0 0 0,0 0 0 0 0,1 0 0 0 0,-1 0 0 0 0,0 1 0 0 0,1-1 0 0 0,-1-1 0 0 0,1 1 0 0 0,1 0 0 0 0,-1-1 0 0 0,1 0 0 0 0,0 0 0 0 0,0 0 0 0 0,-1 0 0 0 0,1 0 0 0 0,-1 0 0 0 0,5-4 0 0 0,1-1 0 0 0,0-1 0 0 0,-1 0 0 0 0,11-13 0 0 0,-11 11 0 0 0,0-1 0 0 0,0 0 0 0 0,-1 0 0 0 0,0 0 0 0 0,0-1 0 0 0,-1 1 0 0 0,-1-1 0 0 0,5-15 0 0 0,-2 7 0 0 0,-6 17 0 0 0,0 0 0 0 0,0-1 0 0 0,-1 1 0 0 0,1 0 0 0 0,0 0 0 0 0,-1 0 0 0 0,0-1 0 0 0,1 1 0 0 0,-1-4 0 0 0,0-2 273 0 0,0 0-1 0 0,-1 0 1 0 0,0 0-1 0 0,0 1 0 0 0,-1-1 1 0 0,-3-12-1 0 0,-1 10-230 0 0,1 1 0 0 0,-1 0-1 0 0,-14-17 1 0 0,13 17-44 0 0,5 7 2 0 0,0 1 0 0 0,0-1 0 0 0,0 0 0 0 0,0 1 0 0 0,0-1 0 0 0,0 1 0 0 0,0-1 0 0 0,-4 0 0 0 0,-4-3 0 0 0,9 4 0 0 0,-1-1 0 0 0,0 1 0 0 0,-1-1 0 0 0,1 1 0 0 0,0 0 0 0 0,-1 0 0 0 0,1 0 0 0 0,0 0 0 0 0,-1 1 0 0 0,1-1 0 0 0,-1 1 0 0 0,1-1 0 0 0,-1 1 0 0 0,1 0 0 0 0,-5 0 0 0 0,-2 0-26 0 0,7 2-84 0 0,0-1-1 0 0,0 0 1 0 0,1 1 0 0 0,-1-1 0 0 0,1 1 0 0 0,0 0-1 0 0,-1-1 1 0 0,0 4 0 0 0,2-5 107 0 0,-1 1-372 0 0,0 1 0 0 0,0-1 1 0 0,1 0-1 0 0,-1 1 0 0 0,1-1 0 0 0,-1 1 0 0 0,1 0 0 0 0,-1-1 1 0 0,1 1-1 0 0,0-1 0 0 0,0 1 0 0 0,0 0 0 0 0,0 1 0 0 0,0-1 123 0 0,0 1-5434 0 0</inkml:trace>
</inkml:ink>
</file>

<file path=ppt/ink/ink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51.3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14 5064 0 0,'-7'-11'389'0'0,"5"9"-250"0"0,-3 2 611 0 0,1 0-1 0 0,-1 0 1 0 0,0 1 0 0 0,1-1-1 0 0,-1 1 1 0 0,-6 2 0 0 0,8-2-312 0 0,-1 1 0 0 0,1 0 0 0 0,0 0 0 0 0,0 0 0 0 0,0 0 0 0 0,0 1 0 0 0,-4 4 0 0 0,4-4-281 0 0,-1 0-27 0 0,1 1 0 0 0,-1-1 0 0 0,0 1-1 0 0,1 0 1 0 0,0 0 0 0 0,0 0 0 0 0,0 1 0 0 0,1-1-1 0 0,-1 1 1 0 0,1 0 0 0 0,0-1 0 0 0,0 1-1 0 0,-1 8 1 0 0,1-4-115 0 0,0 1 0 0 0,0 0 0 0 0,1-1 0 0 0,0 1 0 0 0,1 0-1 0 0,0 0 1 0 0,1-1 0 0 0,0 1 0 0 0,0 0 0 0 0,1-1 0 0 0,0 1 0 0 0,4 10-1 0 0,-3-14-14 0 0,-1 1 0 0 0,1-1 0 0 0,1 0 0 0 0,-1 0 0 0 0,9 10 0 0 0,-11-15 0 0 0,0 1 0 0 0,0-1 0 0 0,0 0 0 0 0,0 1 0 0 0,1-1 0 0 0,-1 0 0 0 0,0 0 0 0 0,1 0 0 0 0,-1 0 0 0 0,1 0 0 0 0,-1-1 0 0 0,1 1 0 0 0,0 0 0 0 0,-1-1 0 0 0,1 1 0 0 0,0-1 0 0 0,-1 1 0 0 0,1-1 0 0 0,0 0 0 0 0,0 0 0 0 0,-1 0 0 0 0,1 0 0 0 0,0 0 0 0 0,0 0 0 0 0,-1 0 0 0 0,1-1 0 0 0,0 1 0 0 0,-1-1 0 0 0,1 1 0 0 0,0-1 0 0 0,2-1 0 0 0,-3 2 0 0 0,3-2 0 0 0,-1 0-1 0 0,1 0 1 0 0,-1 0-1 0 0,0 0 1 0 0,1 0-1 0 0,-1-1 1 0 0,0 0-1 0 0,0 1 0 0 0,-1-1 1 0 0,1 0-1 0 0,-1 0 1 0 0,4-5-1 0 0,2-6 8 0 0,12-26 0 0 0,-10 19 18 0 0,-9 16 81 0 0,0 1-1 0 0,1-1 0 0 0,-2 0 0 0 0,1 1 0 0 0,-1-1 0 0 0,1 0 1 0 0,-2-9-1 0 0,1 4 325 0 0,-1 8-369 0 0,1 0 0 0 0,-1 0 0 0 0,0 0 0 0 0,0 1-1 0 0,0-1 1 0 0,0 0 0 0 0,0 1 0 0 0,0-1 0 0 0,0 1-1 0 0,0-1 1 0 0,-1 1 0 0 0,1 0 0 0 0,-1-1 0 0 0,1 1-1 0 0,-1 0 1 0 0,1 0 0 0 0,-1 0 0 0 0,0 0 0 0 0,-2-1-1 0 0,2 1-48 0 0,-34-13 301 0 0,33 13-292 0 0,0 1-1 0 0,0-1 0 0 0,-1 1 1 0 0,1 0-1 0 0,0-1 0 0 0,0 1 1 0 0,0 1-1 0 0,0-1 0 0 0,-6 2 0 0 0,6-2-216 0 0,-1 1 0 0 0,1 0-1 0 0,0 1 1 0 0,0-1 0 0 0,0 0-1 0 0,0 1 1 0 0,0 0 0 0 0,1 0-1 0 0,-1 0 1 0 0,0 0 0 0 0,1 0-1 0 0,-1 0 1 0 0,1 1 0 0 0,-4 4-1 0 0,-3 2-1545 0 0</inkml:trace>
</inkml:ink>
</file>

<file path=ppt/ink/ink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52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3 8032 0 0,'0'0'365'0'0,"0"0"-4"0"0,0 0-118 0 0,0 0 353 0 0,0 0-487 0 0,-1 0-1 0 0,1 0 0 0 0,0 0 1 0 0,0-1-1 0 0,-1 1 1 0 0,1 0-1 0 0,0 0 1 0 0,0 0-1 0 0,-1-1 1 0 0,1 1-1 0 0,0 0 1 0 0,-1 0-1 0 0,1 0 1 0 0,0 0-1 0 0,-1 0 1 0 0,1 0-1 0 0,0 0 1 0 0,0 0-1 0 0,-1 0 1 0 0,1 0-1 0 0,-1 0 1 0 0,-2 1 95 0 0,0 1 0 0 0,0 0 0 0 0,0 1 0 0 0,0-1 0 0 0,1 0 0 0 0,-1 1 0 0 0,1-1 0 0 0,-1 1 0 0 0,1 0 0 0 0,0 0 0 0 0,0 0 0 0 0,0 0 0 0 0,1 0 0 0 0,-1 0 1 0 0,1 1-1 0 0,-1-1 0 0 0,1 0 0 0 0,0 1 0 0 0,0 3 0 0 0,-5 112 242 0 0,11-76-446 0 0,-5-40 0 0 0,0 0 0 0 0,0 0 0 0 0,1 0 0 0 0,-1-1 0 0 0,1 1 0 0 0,1 4 0 0 0,3 4 0 0 0,9 6 0 0 0,-5-9 0 0 0,3-5 0 0 0,-2-6 0 0 0,-5 0 68 0 0,-1-1 0 0 0,1 1 0 0 0,-1-1 0 0 0,1 1 0 0 0,-1-1 0 0 0,-1 0 0 0 0,1-1 0 0 0,0 1 0 0 0,-1-1 0 0 0,0 0 0 0 0,5-9 0 0 0,-4 4 96 0 0,0 0 1 0 0,0 0-1 0 0,-1 0 1 0 0,0 0 0 0 0,1-15-1 0 0,-3 22-70 0 0,-1 1 0 0 0,0-1 0 0 0,0 1 0 0 0,0 0-1 0 0,-1-1 1 0 0,0-2 0 0 0,0-9 294 0 0,1 12-303 0 0,0-1 0 0 0,-1 0 0 0 0,1 0 0 0 0,-1 0-1 0 0,1 1 1 0 0,-1-1 0 0 0,0 0 0 0 0,0 1 0 0 0,0-1-1 0 0,0 0 1 0 0,-1 1 0 0 0,1 0 0 0 0,-1-1 0 0 0,1 1 0 0 0,-1 0-1 0 0,-3-3 1 0 0,0 0 9 0 0,0 1-1 0 0,0 0 1 0 0,-1 0-1 0 0,0 0 1 0 0,-9-4-1 0 0,12 7-93 0 0,0 0 1 0 0,0 0-1 0 0,0 1 0 0 0,0-1 1 0 0,0 1-1 0 0,0 0 0 0 0,0 0 1 0 0,1 0-1 0 0,-1 0 0 0 0,0 0 1 0 0,0 1-1 0 0,0-1 1 0 0,-3 2-1 0 0,-1-1-12 0 0,6 0-6 0 0,0-1 0 0 0,0 1 0 0 0,-1 0 0 0 0,1-1-1 0 0,0 1 1 0 0,0 0 0 0 0,0-1 0 0 0,0 1-1 0 0,0 0 1 0 0,0 0 0 0 0,0 0 0 0 0,0 0 0 0 0,0 0-1 0 0,-1 3 1 0 0,1-2-164 0 0,-1 1 0 0 0,0 0 0 0 0,1 0 0 0 0,0 0 0 0 0,-2 5 0 0 0,-1 3-393 0 0</inkml:trace>
</inkml:ink>
</file>

<file path=ppt/ink/ink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52.8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180 87 2304 0 0,'-1'-1'380'0'0,"0"-2"253"0"0,-1 1 0 0 0,1-1 0 0 0,-1 0 0 0 0,0 1 0 0 0,0 0 0 0 0,-3-4 1 0 0,-11-12 4236 0 0,15 17-4719 0 0,1 0-1 0 0,-1 0 0 0 0,0 0 1 0 0,0 0-1 0 0,0 0 1 0 0,0 0-1 0 0,0 0 0 0 0,0 0 1 0 0,0 1-1 0 0,0-1 1 0 0,0 0-1 0 0,0 1 0 0 0,-1-1 1 0 0,1 1-1 0 0,0-1 1 0 0,0 1-1 0 0,-2-1 0 0 0,-1 0 205 0 0,2 0 281 0 0,-17 1 1503 0 0,16 1-2026 0 0,0-1-1 0 0,1 0 1 0 0,-1 1-1 0 0,1 0 0 0 0,-1 0 1 0 0,1 0-1 0 0,-1 0 0 0 0,1 0 1 0 0,0 0-1 0 0,-1 0 1 0 0,1 1-1 0 0,-3 2 0 0 0,-3 3 36 0 0,1-1 0 0 0,-8 10-1 0 0,13-13-88 0 0,-1 0-1 0 0,1 1 1 0 0,0 0 0 0 0,0 0-1 0 0,-2 5 1 0 0,-7 12 165 0 0,10-18-198 0 0,-1 0 0 0 0,1 0 0 0 0,0-1 0 0 0,0 1 0 0 0,0 0 0 0 0,0 0 0 0 0,0 0 0 0 0,0 6 0 0 0,0 28 134 0 0,2-27-135 0 0,-2 0-6 0 0,1-5-7 0 0,0 0 1 0 0,0 0-1 0 0,0-1 0 0 0,1 1 1 0 0,-1 0-1 0 0,1 0 0 0 0,3 6 0 0 0,8 26-12 0 0,-3-13 0 0 0,-7-19 0 0 0,0 1 0 0 0,1-1 0 0 0,4 9 0 0 0,-3-8 0 0 0,0-1 0 0 0,0 1 0 0 0,1-1 0 0 0,8 8 0 0 0,-10-10 0 0 0,0-1 0 0 0,0 0 0 0 0,0-1 0 0 0,0 1 0 0 0,0 0 0 0 0,0-1 0 0 0,0 0 0 0 0,1 1 0 0 0,-1-1 0 0 0,0-1 0 0 0,5 2 0 0 0,-4-2-3 0 0,0 1 0 0 0,0-1 0 0 0,0 1-1 0 0,1-1 1 0 0,-1-1 0 0 0,0 1-1 0 0,0 0 1 0 0,0-1 0 0 0,0 0 0 0 0,0 0-1 0 0,0 0 1 0 0,0-1 0 0 0,0 1 0 0 0,0-1-1 0 0,0 0 1 0 0,-1 0 0 0 0,1 0-1 0 0,-1-1 1 0 0,1 1 0 0 0,-1-1 0 0 0,5-4-1 0 0,-1-1 4 0 0,-1-1 0 0 0,1 1 0 0 0,-1-1 0 0 0,-1 0 0 0 0,8-18 0 0 0,-10 21 0 0 0,4-9 48 0 0,-1 0 0 0 0,-1 0 0 0 0,4-19 0 0 0,-8 27 60 0 0,0-1 0 0 0,-1 1 0 0 0,0-13 0 0 0,-1 2 164 0 0,0 10-156 0 0,1 0-1 0 0,-2-1 1 0 0,1 1-1 0 0,-1 0 1 0 0,-1-1-1 0 0,1 1 1 0 0,-7-12-1 0 0,4 9 52 0 0,-2-1 1 0 0,1 1-1 0 0,-1 0 0 0 0,-11-12 0 0 0,14 19-167 0 0,-1 0 0 0 0,-4 0-32 0 0,8 4-77 0 0,-1 0 0 0 0,1 0-1 0 0,-1 1 1 0 0,1-1 0 0 0,-1 0-1 0 0,1 0 1 0 0,-1 1 0 0 0,1-1-1 0 0,-1 1 1 0 0,1-1 0 0 0,-1 1-1 0 0,1 0 1 0 0,0 0 0 0 0,0-1-1 0 0,-1 1 1 0 0,1 0 0 0 0,0 0-1 0 0,0 0 1 0 0,0 0 0 0 0,0 0-1 0 0,0 1 1 0 0,0-1 0 0 0,0 0-1 0 0,0 0 1 0 0,0 1 0 0 0,1-1-1 0 0,-2 3 1 0 0,-3 7-1158 0 0</inkml:trace>
</inkml:ink>
</file>

<file path=ppt/ink/ink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3:29.52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64 228 7776 0 0,'0'0'174'0'0,"0"0"29"0"0,0 0 12 0 0,0 0 18 0 0,0 0 75 0 0,0 0 39 0 0,0 0 5 0 0,0 0-14 0 0,0 0-55 0 0,0 0-24 0 0,0 0-3 0 0,0 0-2 0 0,0 0-6 0 0,0 0-6 0 0,0 0-2 0 0,-1 1 10 0 0,-1 3-88 0 0,1 0 0 0 0,-1 0 0 0 0,1 0 0 0 0,0 0-1 0 0,0 0 1 0 0,0 0 0 0 0,-1 7 0 0 0,1 33-69 0 0,1-41-18 0 0,-1 2 22 0 0,1 1-1 0 0,-1-1 1 0 0,-2 9 0 0 0,1-9-19 0 0,1 0 0 0 0,0 0 1 0 0,0 9-1 0 0,-2 150 866 0 0,6-73-1185 0 0,-3-83 296 0 0,0-1 0 0 0,0 0 0 0 0,1 1 0 0 0,2 7 1 0 0,-2-9-33 0 0,-1 0 1 0 0,0-1-1 0 0,0 1 1 0 0,0 0-1 0 0,-1-1 1 0 0,1 1-1 0 0,-4 9 1 0 0,1 1-4 0 0,1 3-4 0 0,1-1 0 0 0,2 29 0 0 0,1-9 0 0 0,-7 22-16 0 0,0-8 64 0 0,5-41-65 0 0,0 11-4 0 0,-1 0 0 0 0,-6 42 0 0 0,6-59 5 0 0,1 0 0 0 0,-1 0 0 0 0,1-1 0 0 0,0 1 0 0 0,0 7 0 0 0,1 24-11 0 0,0-24-32 0 0,-1-7 61 0 0,0 1 0 0 0,0-1 0 0 0,0 0 0 0 0,-1 1 1 0 0,0-1-1 0 0,-2 6 0 0 0,3-8-16 0 0,0-1 0 0 0,0 0 1 0 0,0 0-1 0 0,0 1 0 0 0,0-1 0 0 0,1 0 1 0 0,0 4-1 0 0,1 12-5 0 0,-1-13 3 0 0,-1 0 0 0 0,-1 0 0 0 0,1 0 0 0 0,-2 6 0 0 0,1-6 0 0 0,0-1 0 0 0,1 1 0 0 0,-1-1 0 0 0,1 7 0 0 0,1 1 0 0 0,-1-2 0 0 0,0 0 0 0 0,-3 17 0 0 0,-2 13-96 0 0,4-20 112 0 0,-4 24 64 0 0,5-42-80 0 0,0 0 0 0 0,0-1 0 0 0,0 1 0 0 0,0 0 0 0 0,0-1 0 0 0,0 1 0 0 0,1 0 0 0 0,-1-1 0 0 0,0 1 0 0 0,2 2 0 0 0,-2-2 0 0 0,1-1 0 0 0,-1 0 0 0 0,1 1 0 0 0,-1-1 0 0 0,0 1 0 0 0,0-1 0 0 0,1 1 0 0 0,-1-1 0 0 0,0 1 0 0 0,-1 2 0 0 0,1 44 0 0 0,0 37 0 0 0,0-84 0 0 0,0 0 0 0 0,0-1 0 0 0,0 1 0 0 0,0 0 0 0 0,0-1 0 0 0,-1 1 0 0 0,1-1 0 0 0,1 1 0 0 0,-1 0 0 0 0,0-1 0 0 0,0 1 0 0 0,0 0 0 0 0,0-1 0 0 0,0 1 0 0 0,1-1 0 0 0,-1 1 0 0 0,0 0 0 0 0,0-1 0 0 0,1 1 0 0 0,0 0 0 0 0,-1 0 0 0 0,0-1 0 0 0,1 1 0 0 0,-1-1 0 0 0,0 1 0 0 0,1-1 0 0 0,-1 1 0 0 0,0 0 0 0 0,0-1 0 0 0,1 1 0 0 0,-1 0 0 0 0,0-1 0 0 0,0 1 0 0 0,0 0 0 0 0,0-1 0 0 0,0 1 0 0 0,0 0 0 0 0,0-1 0 0 0,0 1 0 0 0,0-1 0 0 0,-1 2 0 0 0,2 1-11 0 0,-6 10-58 0 0,4-9 107 0 0,0 1 0 0 0,1-1 0 0 0,0 1 0 0 0,0-1 0 0 0,0 0 0 0 0,1 8 0 0 0,-1-6 32 0 0,4 4 47 0 0,0 4 823 0 0,-1-13-772 0 0,18 6 182 0 0,-19-6-350 0 0,0 0 0 0 0,0 0 0 0 0,1 0 0 0 0,-1-1 0 0 0,0 1 0 0 0,0-1 0 0 0,1 1 0 0 0,1-1 0 0 0,14 6 0 0 0,-9-3 0 0 0,-8-3 0 0 0,0 1 0 0 0,1-1 0 0 0,-1 0 0 0 0,0 1 0 0 0,0-1 0 0 0,1 0 0 0 0,-1 0 0 0 0,0 0 0 0 0,1 0 0 0 0,-1 0 0 0 0,2-1 0 0 0,1 1 0 0 0,-3 0 0 0 0,0 0 0 0 0,1 0 0 0 0,-1 0 0 0 0,0 0 0 0 0,1 0 0 0 0,-1 0 0 0 0,0-1 0 0 0,1 1 0 0 0,-1 0 0 0 0,0-1 0 0 0,1 1 0 0 0,-1-1 0 0 0,0 1 0 0 0,0-1 0 0 0,2 0 0 0 0,-2 0 0 0 0,-1 1 0 0 0,1-1 0 0 0,-1 1 0 0 0,1 0 0 0 0,-1-1 0 0 0,1 1 0 0 0,0 0 0 0 0,-1 0 0 0 0,1 0 0 0 0,0-1 0 0 0,-1 1 0 0 0,1 0 0 0 0,0 0 0 0 0,-1 0 0 0 0,1 0 0 0 0,0 0 0 0 0,5 0 0 0 0,0 0 0 0 0,-1 0 0 0 0,10-3 0 0 0,-12 3 0 0 0,10-2 0 0 0,0 1 0 0 0,-3 3 0 0 0,-9-1 0 0 0,0 0 0 0 0,1-1 0 0 0,-1 1 0 0 0,1-1 0 0 0,-1 1 0 0 0,0-1 0 0 0,1 0 0 0 0,-1 0 0 0 0,1 1 0 0 0,-1-1 0 0 0,1 0 0 0 0,-1 0 0 0 0,3-1 0 0 0,28 1 0 0 0,-10-2 0 0 0,-21 1 4 0 0,1 1 0 0 0,-1-1 0 0 0,1 1 0 0 0,-1-1 0 0 0,1 1-1 0 0,-1 0 1 0 0,1 0 0 0 0,-1 0 0 0 0,1 0 0 0 0,-1 0 0 0 0,1 0-1 0 0,2 1 1 0 0,1 0 10 0 0,6 0-14 0 0,8-1 0 0 0,-14-1 0 0 0,1 1 0 0 0,-1 0 0 0 0,0 0 0 0 0,11 1 0 0 0,6 1 0 0 0,-21-2 0 0 0,0 0 0 0 0,1 0 0 0 0,-1 0 0 0 0,0 0 0 0 0,0 0 0 0 0,0 0 0 0 0,1 0 0 0 0,-1 1 0 0 0,0-1 0 0 0,0 0 0 0 0,0 1 0 0 0,0-1 0 0 0,1 1 0 0 0,-1-1 0 0 0,1 2 0 0 0,4 1 0 0 0,4-1 0 0 0,-6-1 0 0 0,0 0 0 0 0,0 0 0 0 0,0-1 0 0 0,0 1 0 0 0,7-2 0 0 0,20 5 0 0 0,-22-3 0 0 0,-1 0 0 0 0,0 0 0 0 0,1-1 0 0 0,-1 0 0 0 0,16-3 0 0 0,-11 2 68 0 0,-1 0 0 0 0,1 1 0 0 0,22 2 0 0 0,-27 1-57 0 0,-5-3 32 0 0,37 0-22 0 0,-31-1 34 0 0,-8 0-54 0 0,0 1-1 0 0,0-1 1 0 0,0 0 0 0 0,0 1-1 0 0,0 0 1 0 0,0-1 0 0 0,0 1-1 0 0,0 0 1 0 0,0-1 0 0 0,0 1-1 0 0,0 0 1 0 0,1 0-1 0 0,0 0 1 0 0,10-1 42 0 0,3-4-34 0 0,-13 3-2 0 0,13-3 41 0 0,-11 3-41 0 0,-3 1-6 0 0,0 1 0 0 0,0 0 1 0 0,1-1-1 0 0,-1 1 0 0 0,0 0 0 0 0,1 0 0 0 0,-1-1 0 0 0,0 1 1 0 0,1 0-1 0 0,-1 1 0 0 0,2-1 0 0 0,25-3 52 0 0,-26 3-64 0 0,0 0 0 0 0,0 0 0 0 0,-1-1 0 0 0,1 1-1 0 0,0 0 1 0 0,0-1 0 0 0,-1 1 0 0 0,1-1 0 0 0,2 0-1 0 0,-1 0 9 0 0,0 0 0 0 0,-1 1 0 0 0,1 0-1 0 0,0-1 1 0 0,-1 1 0 0 0,1 0 0 0 0,0 0 0 0 0,3 1-1 0 0,-1 0 164 0 0,-3-1-160 0 0,-1-1-1 0 0,1 1 1 0 0,-1 0-1 0 0,1 0 1 0 0,-1 1-1 0 0,1-1 1 0 0,-1 0-1 0 0,1 0 0 0 0,-1 1 1 0 0,1-1-1 0 0,-1 1 1 0 0,2 0-1 0 0,3 1-76 0 0,-5-2-76 0 0,16-1-83 0 0,4-7 692 0 0,-2 3-850 0 0,3-2 218 0 0,-15 4 179 0 0,19-5 34 0 0,-24 8-36 0 0,0-1 0 0 0,-1 1 0 0 0,1 0 0 0 0,0 0 0 0 0,-1 0 0 0 0,1 0 0 0 0,0 0 0 0 0,-1 1 0 0 0,1-1 0 0 0,0 0 0 0 0,-1 1 0 0 0,1-1 0 0 0,1 2 0 0 0,-3-2-1 0 0,1 0 19 0 0,-1 0-1 0 0,0 1 1 0 0,1-1 0 0 0,-1 0 0 0 0,1 0 0 0 0,-1 0 0 0 0,1 1 0 0 0,-1-1 0 0 0,0 0-1 0 0,1 0 1 0 0,-1 0 0 0 0,1 0 0 0 0,-1 0 0 0 0,1 0 0 0 0,-1 0 0 0 0,1 0-1 0 0,-1 0 1 0 0,1 0 0 0 0,0 0 0 0 0,21-1 286 0 0,-19 0-306 0 0,-3 1 2 0 0,1 0-1 0 0,0 0 1 0 0,0 0 0 0 0,-1 0-1 0 0,1 0 1 0 0,0 0 0 0 0,0 0 0 0 0,0 0-1 0 0,-1 0 1 0 0,1 1 0 0 0,0-1 0 0 0,0 0-1 0 0,-1 1 1 0 0,1-1 0 0 0,0 0-1 0 0,0 1 1 0 0,1 0 2 0 0,-1-1 0 0 0,0 0-1 0 0,0 0 1 0 0,0 0 0 0 0,0 0 0 0 0,0 1 0 0 0,0-2-1 0 0,1 1 1 0 0,-1 0 0 0 0,0 0 0 0 0,0 0 0 0 0,0 0-1 0 0,2-1 1 0 0,9-1 11 0 0,-12 2-14 0 0,1 1 0 0 0,-1-1 0 0 0,1 0 0 0 0,-1 0 0 0 0,1 0 0 0 0,-1 1 0 0 0,1-1 0 0 0,-1 0 0 0 0,1 0 0 0 0,-1 0 0 0 0,1 0-1 0 0,-1 0 1 0 0,1 0 0 0 0,-1 0 0 0 0,1 0 0 0 0,0 0 0 0 0,-1-1 0 0 0,1 1 0 0 0,-1 0 0 0 0,1 0 0 0 0,-1 0 0 0 0,1-1 0 0 0,-1 1-1 0 0,1 0 1 0 0,-1 0 0 0 0,0-1 0 0 0,1 1 0 0 0,0-1 0 0 0,-1 1 1 0 0,0-1-1 0 0,1 1 1 0 0,-1 0-1 0 0,0 0 1 0 0,0-1-1 0 0,1 1 1 0 0,-1 0-1 0 0,0 0 1 0 0,0 0-1 0 0,1-1 1 0 0,-1 1-1 0 0,0 0 1 0 0,1 0-1 0 0,-1 0 1 0 0,0 0-1 0 0,1 0 1 0 0,-1 0-1 0 0,0 0 1 0 0,1 0-1 0 0,-1 0 1 0 0,0 0 0 0 0,1 0-1 0 0,-1 0 1 0 0,1 0-1 0 0,6-2 32 0 0,12-4 0 0 0,12-5 21 0 0,-19 10-53 0 0,-5 1 0 0 0,1-1-2 0 0,7-4 15 0 0,-12 4 30 0 0,5 1-33 0 0,11-1 20 0 0,-14 0-24 0 0,-1-1 0 0 0,0 1-1 0 0,1 0 1 0 0,-1 1 0 0 0,8-1-1 0 0,21-6-5 0 0,-22 5 0 0 0,1 1 0 0 0,-1-2 0 0 0,-1 2 0 0 0,3 1 0 0 0,-1-1 0 0 0,-1-2 0 0 0,1 0 0 0 0,-3-1 0 0 0,2 2 0 0 0,0-4 0 0 0,-2 1 0 0 0,-3-3 0 0 0,8-16 54 0 0,-11 20-42 0 0,-1 3-9 0 0,-1 0 1 0 0,0-1-1 0 0,0 1 1 0 0,0 0-1 0 0,0-1 1 0 0,0 1-1 0 0,0 0 1 0 0,-1-1-1 0 0,1 1 0 0 0,0-1 1 0 0,-1 1-1 0 0,1-1 1 0 0,-1 1-1 0 0,1-3 1 0 0,1-2 21 0 0,0-1 0 0 0,0 1-1 0 0,-1-1 1 0 0,0 0 0 0 0,0-6 0 0 0,2 6 33 0 0,-3 7-56 0 0,0 0 0 0 0,0-1 1 0 0,1 1-1 0 0,-1 0 0 0 0,0-1 1 0 0,0 1-1 0 0,0 0 0 0 0,0 0 1 0 0,1-1-1 0 0,-1 1 0 0 0,0 0 1 0 0,0-1-1 0 0,0 1 0 0 0,0 0 1 0 0,0-1-1 0 0,0 1 0 0 0,0 0 1 0 0,0-1-1 0 0,0 1 0 0 0,0-1 1 0 0,1-4 13 0 0,-1 0 1 0 0,1 0-1 0 0,0-1 1 0 0,3-5-1 0 0,-3 6-3 0 0,1 0 0 0 0,-1 1 0 0 0,0-1 0 0 0,0-7-1 0 0,0 5 56 0 0,-1 0 0 0 0,1 0 0 0 0,0 1 0 0 0,0-1 0 0 0,4-11 0 0 0,0-1 137 0 0,-4 11-120 0 0,1-1 0 0 0,4-11 0 0 0,-6 17-71 0 0,1 0-1 0 0,-1 0 1 0 0,1 0-1 0 0,-1-1 1 0 0,0-2-1 0 0,1-11 30 0 0,3-8 95 0 0,-2 0-1 0 0,0 0 0 0 0,-3-40 0 0 0,0 15-22 0 0,-3 13-86 0 0,2 28-14 0 0,1-1 1 0 0,-1-10-1 0 0,2 13-8 0 0,1-1 5 0 0,-2 0-1 0 0,1-1 1 0 0,-4-15-1 0 0,3 17 0 0 0,0-1 0 0 0,0-13 1 0 0,-1-9 29 0 0,1 16 17 0 0,0 1 1 0 0,1-25-1 0 0,1 24 22 0 0,-1 1 1 0 0,-2-23-1 0 0,1 27-51 0 0,1-1 1 0 0,0 1-1 0 0,2-15 1 0 0,0-8 12 0 0,-3 21-28 0 0,1 5-9 0 0,0 1 1 0 0,0 0 0 0 0,1-1-1 0 0,-1 1 1 0 0,1 0 0 0 0,2-7-1 0 0,-2 8 9 0 0,-1-1 0 0 0,1 0-1 0 0,-1 1 1 0 0,0-1 0 0 0,0 0-1 0 0,-1-5 1 0 0,0-8 29 0 0,1 17-42 0 0,0-5 4 0 0,0-1-1 0 0,1 1 1 0 0,0-1-1 0 0,2-10 1 0 0,-3 15 4 0 0,1 0 0 0 0,-1 0 0 0 0,0-1 0 0 0,0 1 0 0 0,0 0 0 0 0,0 0-1 0 0,-1-5 1 0 0,1 5-1 0 0,0-1 0 0 0,0 1-1 0 0,0-1 1 0 0,0 1 0 0 0,0-1 0 0 0,1-4-1 0 0,0-1-7 0 0,-1-6 0 0 0,0-10 47 0 0,1 15-8 0 0,-1 0-1 0 0,0-1 0 0 0,-2-14 0 0 0,0 13 22 0 0,0-1 0 0 0,0-16 0 0 0,-2-1 12 0 0,3 23-56 0 0,0-1 0 0 0,0 1 1 0 0,-3-8-1 0 0,3 9-10 0 0,-4-21 47 0 0,-4 3 22 0 0,8 22-70 0 0,0 0 1 0 0,1-1-1 0 0,-1 1 0 0 0,1 0 1 0 0,-1-1-1 0 0,1 1 0 0 0,0-1 1 0 0,-1 1-1 0 0,1-3 0 0 0,0 3-5 0 0,0 0 0 0 0,0 0 0 0 0,0 0 0 0 0,0 0 0 0 0,0 0 0 0 0,0 0 0 0 0,0 0 0 0 0,0 0 0 0 0,0 0 0 0 0,0 0 0 0 0,-1 1 0 0 0,1-1 0 0 0,0 0 0 0 0,-1 0 0 0 0,1 0 0 0 0,-1 0 0 0 0,1 1 0 0 0,-2-2 0 0 0,-1-4 0 0 0,-8-33 64 0 0,8 31-64 0 0,2 6 3 0 0,0 1 0 0 0,0-1 0 0 0,0 0 0 0 0,0 0 0 0 0,0 0 0 0 0,0 0 0 0 0,1-1 0 0 0,-2-2 0 0 0,2 4 0 0 0,0-1 0 0 0,-1 0 0 0 0,0 0 0 0 0,1 1 0 0 0,-1-1-1 0 0,0 0 1 0 0,0 1 0 0 0,0-1 0 0 0,0 0 0 0 0,0 1 0 0 0,-1 0-1 0 0,-1-3 1 0 0,-2-1-3 0 0,3-4 17 0 0,-2 3 14 0 0,1 3-25 0 0,-33-28 390 0 0,26 25-39 0 0,2 2-590 0 0,-26-16-149 0 0,27 17 382 0 0,1 0 0 0 0,-1 0 0 0 0,0 0 0 0 0,-8-1 0 0 0,-6-3 0 0 0,18 6 0 0 0,-1 0 0 0 0,1 0 0 0 0,-1 1 0 0 0,1 0 0 0 0,-4 0 0 0 0,-5-1 0 0 0,-38-2 0 0 0,34 0 0 0 0,0 2 0 0 0,-18-1 0 0 0,27 2 0 0 0,1-1 0 0 0,1 0 0 0 0,-1-1 0 0 0,-11-3 0 0 0,-4-2 0 0 0,2 2 0 0 0,15 3 0 0 0,1 1 0 0 0,-1 0 0 0 0,0 0 0 0 0,0 0 0 0 0,0 1 0 0 0,-4-1 0 0 0,-10-1 0 0 0,15 1 0 0 0,1 1 0 0 0,0-1 0 0 0,-1 1 0 0 0,1 0 0 0 0,-1 0 0 0 0,1 0 0 0 0,-4 0 0 0 0,-4 1 11 0 0,-1 0 0 0 0,-19-3 0 0 0,19 1 26 0 0,1 1-1 0 0,-19 1 1 0 0,13 1 246 0 0,8-1-315 0 0,0 0-1 0 0,0 1 0 0 0,1-1 1 0 0,-10 5-1 0 0,-19 3-89 0 0,26-7 107 0 0,0 0 0 0 0,-10 4 0 0 0,10-3 15 0 0,0 0 0 0 0,-1-2 0 0 0,-10 2 0 0 0,11-2 0 0 0,-84 16 0 0 0,-23 7 374 0 0,112-23-406 0 0,0 0 0 0 0,-1 0 0 0 0,1 0 1 0 0,0 1-1 0 0,-8 4 0 0 0,-19 3 192 0 0,-8 6-479 0 0,38-14 339 0 0,0 0-1 0 0,1 0 1 0 0,-1 0-1 0 0,0-1 0 0 0,0 1 1 0 0,0-1-1 0 0,0 1 1 0 0,0-1-1 0 0,0 0 1 0 0,0 1-1 0 0,0-1 0 0 0,-2 0 1 0 0,-4 0 135 0 0,8 1-150 0 0,0-1-1 0 0,-1 0 0 0 0,1 0 0 0 0,0 0 0 0 0,0 0 1 0 0,-1 0-1 0 0,1 0 0 0 0,0 0 0 0 0,-1 1 1 0 0,1-1-1 0 0,0 0 0 0 0,-1 0 0 0 0,1 0 1 0 0,0 0-1 0 0,0 0 0 0 0,-1 0 0 0 0,1 0 1 0 0,0-1-1 0 0,-1 1 0 0 0,1 0 0 0 0,0 0 1 0 0,-1 0-1 0 0,1 0 0 0 0,0 0 0 0 0,-4-1 37 0 0,-8 5-28 0 0,3-2-13 0 0,7-1 0 0 0,0-1 0 0 0,0 0 0 0 0,0 0 0 0 0,0 1 0 0 0,0-1 0 0 0,0 1 0 0 0,0 0 0 0 0,0-1 0 0 0,-3 3 0 0 0,-3 1 0 0 0,7-3 0 0 0,-1 0 0 0 0,0 0 0 0 0,0 0 0 0 0,1-1 0 0 0,-1 1 0 0 0,0-1 0 0 0,0 1 0 0 0,0-1 0 0 0,0 1 0 0 0,-3-1 0 0 0,0 0 0 0 0,4 0 0 0 0,1 0 0 0 0,0 0 0 0 0,-1 0 0 0 0,1 0 0 0 0,0-1 0 0 0,0 1 0 0 0,-1 0 0 0 0,1 0 0 0 0,0 0 0 0 0,-1 0 0 0 0,1 0 0 0 0,0 0 0 0 0,-1 0 0 0 0,1 1 0 0 0,0-1 0 0 0,-1 0 0 0 0,1 0 0 0 0,0 0 0 0 0,0 0 0 0 0,-1 0 0 0 0,1 0 0 0 0,0 1 0 0 0,-1-1 0 0 0,1 0 0 0 0,0 0 0 0 0,0 0 0 0 0,-1 1 0 0 0,-11 9 0 0 0,-23 3-360 0 0,33-11 377 0 0,0-1 0 0 0,0 1-1 0 0,0-1 1 0 0,0 1-1 0 0,0-1 1 0 0,0 0 0 0 0,-1 0-1 0 0,1 0 1 0 0,0-1-1 0 0,0 1 1 0 0,-1 0 0 0 0,-4 0-1 0 0,6-2-18 0 0,0 1 0 0 0,0 0-1 0 0,0 0 1 0 0,0 0 0 0 0,0 0-1 0 0,0 0 1 0 0,0 1 0 0 0,0-1-1 0 0,0 0 1 0 0,0 0 0 0 0,0 0 0 0 0,1 1-1 0 0,-1-1 1 0 0,0 1 0 0 0,0-1-1 0 0,0 1 1 0 0,0-1 0 0 0,0 1-1 0 0,0-1 1 0 0,1 1 0 0 0,-2 1-1 0 0,-4 2-72 0 0,-5 0 16 0 0,8-3 54 0 0,1-1 0 0 0,0 1 0 0 0,0 0 0 0 0,0-1 0 0 0,0 1 0 0 0,0 0 0 0 0,0 0 0 0 0,0 1 0 0 0,0-1 0 0 0,-2 2 0 0 0,-11 5 5 0 0,3-2 0 0 0,11-5-8 0 0,-1 0-43 0 0,-1 1 1 0 0,1-1-1 0 0,0 0 0 0 0,0 0 1 0 0,-1 0-1 0 0,1 0 1 0 0,-1 0-1 0 0,-2 0 0 0 0,5-1-278 0 0,0 0-942 0 0,0 0-3898 0 0,0 0-1669 0 0</inkml:trace>
</inkml:ink>
</file>

<file path=ppt/ink/ink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3:35.24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256 109 2304 0 0,'0'0'360'0'0,"0"0"672"0"0,0 0 295 0 0,0 0 59 0 0,0 0-123 0 0,0 0-570 0 0,0 0-248 0 0,0 0-49 0 0,0 0-21 0 0,0 0-48 0 0,0 0-27 0 0,0 0-4 0 0,0 0-2 0 0,0 0-6 0 0,0 0-6 0 0,0 0-2 0 0,5 4 896 0 0,11 2-850 0 0,-14-4-259 0 0,1-1 0 0 0,0 1 0 0 0,0-1-1 0 0,0 0 1 0 0,0 0 0 0 0,0-1 0 0 0,1 1 0 0 0,4 0 0 0 0,1-1 11 0 0,-6 0-72 0 0,0 0 0 0 0,1 0 0 0 0,-1 0 0 0 0,0 0 0 0 0,0-1 0 0 0,0 1 1 0 0,0-1-1 0 0,3-1 0 0 0,-1 1 4 0 0,-1 0-1 0 0,1 1 1 0 0,-1-1 0 0 0,7 1-1 0 0,16-1 18 0 0,0-1-2 0 0,6-1 24 0 0,-28 3-29 0 0,0-1 0 0 0,0 1 0 0 0,-1-1 0 0 0,10 2 1 0 0,-10-1-18 0 0,0 0 1 0 0,0 0 0 0 0,0 0 0 0 0,1 0 0 0 0,-1-1 0 0 0,6-1 0 0 0,44-6 60 0 0,-45 5-53 0 0,1 1 0 0 0,0 0-1 0 0,0 0 1 0 0,16-1 0 0 0,-18 3-11 0 0,0-1 0 0 0,0 0 0 0 0,8-3 0 0 0,8-1 0 0 0,24-1 0 0 0,-33 2 0 0 0,2 1 0 0 0,20-3 16 0 0,10-3 160 0 0,-35 7-158 0 0,-9 1-12 0 0,1 0 1 0 0,0 0-1 0 0,0 1 1 0 0,0 0-1 0 0,-1-1 1 0 0,8 2 0 0 0,62-1 46 0 0,-33-3-42 0 0,-5 6-11 0 0,-27-3 0 0 0,-1-1 0 0 0,1 0 0 0 0,-1 0 0 0 0,9-2 0 0 0,1 4 0 0 0,41-3 192 0 0,-45 1-171 0 0,-11 0-18 0 0,-1 1 0 0 0,0 0 0 0 0,0 0 0 0 0,0-1 0 0 0,1 1 0 0 0,-1 0 0 0 0,0 0 0 0 0,0 1 0 0 0,0-1 0 0 0,1 0 0 0 0,-1 0 0 0 0,0 0 1 0 0,2 1-1 0 0,-1 0 2 0 0,0 0 13 0 0,11-2 12 0 0,3 2-17 0 0,-13 0-14 0 0,-1-1 1 0 0,1 0 0 0 0,-1 0 0 0 0,1 0-1 0 0,-1 0 1 0 0,1 0 0 0 0,3-1 0 0 0,-5 0 2 0 0,1 1 1 0 0,-1 0 0 0 0,1-1 0 0 0,0 1 0 0 0,-1 0 0 0 0,1 0 0 0 0,-1 0 0 0 0,1 0-1 0 0,1 0 1 0 0,-1 0 1 0 0,0 0-1 0 0,0 0 1 0 0,0 0-1 0 0,0 0 1 0 0,1 0-1 0 0,-1 0 1 0 0,0-1 0 0 0,0 1-1 0 0,2-2 1 0 0,35 1 204 0 0,-37 1-136 0 0,0 0-2 0 0,4 0-4 0 0,0 0 0 0 0,0-1 1 0 0,8-2-1 0 0,29-4 172 0 0,-17 4-217 0 0,-22 3 2 0 0,14-5 8 0 0,-5 1-31 0 0,-1-1 11 0 0,-9 5 29 0 0,15-4 38 0 0,-16 3 0 0 0,7-1-121 0 0,-7 2 189 0 0,0 0-1 0 0,0 1 1 0 0,0-1-1 0 0,0 1 0 0 0,0-1 1 0 0,0 1-1 0 0,0 0 0 0 0,3 1 1 0 0,0 2-50 0 0,-5-1-96 0 0,10 8 105 0 0,2 1-51 0 0,-11-8-56 0 0,0-1 3 0 0,1 0-1 0 0,5 14 0 0 0,-3-8 1 0 0,5 14-14 0 0,-4 9-179 0 0,3 16 412 0 0,-7-43-266 0 0,-1 1 0 0 0,0-1 0 0 0,0 1 0 0 0,-1 8 0 0 0,0-11 55 0 0,1 1 1 0 0,-1-1-1 0 0,1 1 0 0 0,0-1 1 0 0,0 1-1 0 0,1-1 0 0 0,-1 1 1 0 0,0-1-1 0 0,1 1 0 0 0,0-1 1 0 0,0 1-1 0 0,2 3 0 0 0,-3-5 6 0 0,1-1 0 0 0,-1 1 0 0 0,1-1 0 0 0,-1 1 0 0 0,0-1-1 0 0,0 1 1 0 0,0-1 0 0 0,0 1 0 0 0,0-1 0 0 0,0 1 0 0 0,-1 2 0 0 0,1 1-26 0 0,8 90-118 0 0,-3-33 335 0 0,-5-38-184 0 0,-1 0-1 0 0,-7 45 0 0 0,7-61-21 0 0,0-1 0 0 0,1 1 0 0 0,0 13 0 0 0,1-2 0 0 0,-1-15 2 0 0,2 12 51 0 0,2 0-44 0 0,8 60-9 0 0,-8-30 15 0 0,-2-24 81 0 0,-2-7-39 0 0,8 21-359 0 0,-5-27 356 0 0,-1 0-1 0 0,0 0 1 0 0,0 14-1 0 0,-2-22 106 0 0,4 10-432 0 0,-3 19-90 0 0,-1-28 492 0 0,1 1 119 0 0,1 4-65 0 0,-1-2-69 0 0,1 0-1 0 0,-1 0 0 0 0,0 11 0 0 0,0-7-86 0 0,0 0 0 0 0,0-1 0 0 0,1 1 0 0 0,3 7 0 0 0,-3-8-1 0 0,0 0 1 0 0,0 0-1 0 0,1 16 0 0 0,5 43 108 0 0,-8-62-123 0 0,0-1 0 0 0,1 0 0 0 0,0 0 0 0 0,0 0 0 0 0,1 4 0 0 0,3 16 121 0 0,-2-12-109 0 0,0-1 33 0 0,-1 2-5 0 0,-1-5-31 0 0,-1 0 0 0 0,2 0 0 0 0,1 8 1 0 0,-1-7-3 0 0,0-1 0 0 0,0 1 1 0 0,-1 11-1 0 0,1 4 41 0 0,1 12 18 0 0,2 25 59 0 0,-6-57-123 0 0,1 1 7 0 0,2 15-17 0 0,5 20-212 0 0,-2-19 457 0 0,0 2-434 0 0,-2-11 105 0 0,-1 4 79 0 0,-2-13 3 0 0,-1 0 11 0 0,1 6 45 0 0,0-7 29 0 0,0 0 8 0 0,0 4-136 0 0,0 1-1 0 0,0-1 0 0 0,1 1 1 0 0,2 6-1 0 0,-3-11 70 0 0,1 0 1 0 0,0 1-1 0 0,-1-1 0 0 0,0 1 0 0 0,1-1 1 0 0,-1 0-1 0 0,0 1 0 0 0,0-1 0 0 0,-1 5 1 0 0,0-5-53 0 0,1 0 1 0 0,0 0-1 0 0,0-1 1 0 0,0 1-1 0 0,0 0 1 0 0,0 0 0 0 0,0 0-1 0 0,0 0 1 0 0,1 0-1 0 0,0 3 1 0 0,0-3 66 0 0,-1 1-1 0 0,1-1 1 0 0,-1 1-1 0 0,0-1 0 0 0,0 1 1 0 0,0-1-1 0 0,0 1 1 0 0,-2 4-1 0 0,2-4-31 0 0,-1-1-1 0 0,0 0 0 0 0,1 1 1 0 0,0-1-1 0 0,-1 1 0 0 0,1-1 0 0 0,1 5 1 0 0,-1-2-15 0 0,0-4-75 0 0,0-1-42 0 0,0 0-7 0 0,0 0 38 0 0,0 0 183 0 0,0 0 79 0 0,0 0 18 0 0,0 0-14 0 0,0 0-74 0 0,-3 0-64 0 0,1-1 1 0 0,0 1-1 0 0,-1 0 0 0 0,1 0 0 0 0,0 0 0 0 0,-5 1 0 0 0,0-1 17 0 0,2 0-32 0 0,-31-1 34 0 0,31 0-42 0 0,-1 1 0 0 0,1 0-1 0 0,-1 0 1 0 0,-6 2-1 0 0,-2-1 20 0 0,1 0-1 0 0,-28-2 1 0 0,10 0-3 0 0,1 0 101 0 0,19 0-16 0 0,-1 1 0 0 0,1 0 0 0 0,-19 3 0 0 0,-36 7-90 0 0,47-9-25 0 0,14-1 0 0 0,-1 0 0 0 0,1 1 0 0 0,0 0 0 0 0,-6 1 0 0 0,2 0-26 0 0,0 1 0 0 0,-1-2 0 0 0,1 1 0 0 0,0-1 0 0 0,-1 0 0 0 0,1-1 0 0 0,-19-2 0 0 0,21 1-26 0 0,0 1-1 0 0,0 0 1 0 0,-12 1-1 0 0,-3 0-1 0 0,-14 2 1 0 0,3 2 40 0 0,12-1 15 0 0,-1-2-2 0 0,-1 0 0 0 0,1-2 0 0 0,-40-4 0 0 0,35-2 0 0 0,20 4 0 0 0,-1 1 0 0 0,1 0 0 0 0,-10-1 0 0 0,13 2 0 0 0,0-1 0 0 0,0 1 0 0 0,0-1 0 0 0,0 0 0 0 0,-7-3 0 0 0,8 3 0 0 0,-1 0 0 0 0,1-1 0 0 0,-1 2 0 0 0,1-1 0 0 0,-8 0 0 0 0,-64-6 0 0 0,64 6 0 0 0,-20-3 0 0 0,29 4 0 0 0,0-1 0 0 0,-1 1 0 0 0,1-1 0 0 0,-1 1 0 0 0,1 0 0 0 0,-1 0 0 0 0,-2 1 0 0 0,-22 0 0 0 0,-8 4 0 0 0,30-5 4 0 0,1 1 0 0 0,-1 0 0 0 0,1-1 0 0 0,-9 4 0 0 0,-10 2 40 0 0,-26 8 203 0 0,26-7-113 0 0,19-5-113 0 0,0 0 1 0 0,-1 0-1 0 0,1-1 1 0 0,-6 1-1 0 0,-39 8-21 0 0,45-10 0 0 0,-13 3 0 0 0,10-1 0 0 0,1-1 0 0 0,-1 0 0 0 0,0-1 0 0 0,-7 0 0 0 0,13 0 0 0 0,-1 0 0 0 0,1 0 0 0 0,0 0 0 0 0,-1 0 0 0 0,1 0 0 0 0,0 1 0 0 0,-1-1 0 0 0,1 0 0 0 0,0 0 0 0 0,-3 2 0 0 0,-1-1 0 0 0,-66-1 64 0 0,69 0-59 0 0,0 0 0 0 0,0 0 1 0 0,0 1-1 0 0,0-1 0 0 0,0 0 0 0 0,0 1 0 0 0,0 0 0 0 0,-2 0 0 0 0,1 1 3 0 0,1-1 0 0 0,-1-1 0 0 0,1 1 0 0 0,0 0 0 0 0,-1-1 0 0 0,0 1 0 0 0,1-1 0 0 0,-5 0 0 0 0,-12-3 57 0 0,14 2-49 0 0,-1 0 1 0 0,0 0-1 0 0,1 1 0 0 0,-11-1 0 0 0,15 1-16 0 0,0 0 0 0 0,0 0 0 0 0,0 0 0 0 0,0 0 0 0 0,0 0 0 0 0,0 0 0 0 0,0 0 0 0 0,0 0 0 0 0,1 0 0 0 0,-1 0 0 0 0,0-1 0 0 0,0 1 0 0 0,0 0 0 0 0,0-1 0 0 0,1 1 0 0 0,-1 0 0 0 0,-1-2 0 0 0,-2 0 0 0 0,1 1 0 0 0,2 1 0 0 0,1 0 0 0 0,-1 0 0 0 0,1 0 0 0 0,-1-1 0 0 0,0 1 0 0 0,1 0 0 0 0,-1-1 0 0 0,1 1 0 0 0,-1 0 0 0 0,1-1 0 0 0,-1 1 0 0 0,1 0 0 0 0,0-1 0 0 0,-1 1 0 0 0,1-1 0 0 0,-1 0 0 0 0,-1-1 0 0 0,-5-3 2 0 0,0 1 0 0 0,-1 0 0 0 0,1 1-1 0 0,-1 0 1 0 0,-9-3 0 0 0,14 5 3 0 0,1 0 0 0 0,-1 0 0 0 0,0-1-1 0 0,0 1 1 0 0,0-1 0 0 0,1 1 0 0 0,-1-1 0 0 0,1 0 0 0 0,-1 0-1 0 0,-1-3 1 0 0,1 3-5 0 0,1-1 0 0 0,0 0 0 0 0,0 0 0 0 0,0 1 0 0 0,-1-5 0 0 0,-4-3 0 0 0,5 9 0 0 0,1-1 0 0 0,0 0 0 0 0,0 1 0 0 0,0-1 0 0 0,0 0 0 0 0,0 0 0 0 0,0 1 0 0 0,0-1 0 0 0,0-3 0 0 0,-4-7 0 0 0,-21-51 0 0 0,24 57 0 0 0,0 0 0 0 0,0 0 0 0 0,0-9 0 0 0,-3-8 0 0 0,2 11 0 0 0,0 1 0 0 0,2-1 0 0 0,-2-14 0 0 0,-1-18 0 0 0,1 26 0 0 0,2 0 0 0 0,0-24 0 0 0,1 25 0 0 0,1 3 0 0 0,1 1 0 0 0,0-1 0 0 0,4-14 0 0 0,2-13 0 0 0,-3 26 0 0 0,-4 12 0 0 0,0 0 0 0 0,-1 1 0 0 0,1-1 0 0 0,0 0 0 0 0,0-5 0 0 0,5-40 0 0 0,-5 19 0 0 0,0 23 0 0 0,-1 0 0 0 0,1 1 0 0 0,-1-1 0 0 0,-1-10 0 0 0,1 10 0 0 0,-1 0 0 0 0,1 0 0 0 0,2-11 0 0 0,1-10 0 0 0,-1-1 0 0 0,-3-38 0 0 0,1 25 0 0 0,-5-19 0 0 0,5 57 0 0 0,-1-1 0 0 0,1 1 0 0 0,-1-1 0 0 0,-2-6 0 0 0,3 8 0 0 0,-1-1 0 0 0,0 0 0 0 0,1 1 0 0 0,-1-1 0 0 0,1 0 0 0 0,0 0 0 0 0,0 1 0 0 0,0-1 0 0 0,0-3 0 0 0,1-4 0 0 0,0 1 0 0 0,-1-1 0 0 0,-1-16 0 0 0,0-3 0 0 0,5 3 0 0 0,-3 22 0 0 0,0-1 0 0 0,0 1 0 0 0,-1 0 0 0 0,1-5 0 0 0,4-38 0 0 0,-5 44 0 0 0,0 0 0 0 0,1 0 0 0 0,-1-1 0 0 0,1 1 0 0 0,1-3 0 0 0,2-16 0 0 0,-3 15 0 0 0,0-1 0 0 0,1 1 0 0 0,0 0 0 0 0,0-1 0 0 0,1 1 0 0 0,4-9 0 0 0,13-17 0 0 0,-16 27 0 0 0,0 0 0 0 0,0-1 0 0 0,0 0 0 0 0,-1 1 0 0 0,0-1 0 0 0,-1 0 0 0 0,4-13 0 0 0,-5 16 0 0 0,0 1 0 0 0,5-12 0 0 0,-4 12 0 0 0,-1 2 0 0 0,0-1 0 0 0,-1 1 0 0 0,1 0 0 0 0,-1-1 0 0 0,1 1 0 0 0,-1 0 0 0 0,1-1 0 0 0,-1 1 0 0 0,0-1 0 0 0,0 1 0 0 0,1-3 0 0 0,-1 0 0 0 0,1 0 0 0 0,0 1 0 0 0,0-1 0 0 0,0 1 0 0 0,0-1 0 0 0,4-6 0 0 0,-1-2 0 0 0,-3 4 0 0 0,-1 5 0 0 0,0 1 0 0 0,1 0 0 0 0,-1-1 0 0 0,1 1 0 0 0,0-1 0 0 0,0 1 0 0 0,-1 0 0 0 0,1-1 0 0 0,2-2 0 0 0,0 0 0 0 0,-1 1 0 0 0,1-1 0 0 0,0 1 0 0 0,6-7 0 0 0,-5 7 0 0 0,-1 0 0 0 0,0 0 0 0 0,0-1 0 0 0,4-8 0 0 0,-4 8 0 0 0,1-1 0 0 0,-1 1 0 0 0,1-1 0 0 0,8-7 0 0 0,2-4 0 0 0,-10 12 0 0 0,-1 0 0 0 0,1 1 0 0 0,6-6 0 0 0,15-19 0 0 0,-24 27 0 0 0,0-1 0 0 0,9-3 0 0 0,40-22-285 0 0,-2 3-650 0 0,-23 11-743 0 0,0 1-3338 0 0,-2 2-997 0 0</inkml:trace>
</inkml:ink>
</file>

<file path=ppt/ink/ink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4:24.41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9 63 2304 0 0,'-4'10'167'0'0,"0"-8"54"0"0,3-2 750 0 0,1 0 317 0 0,0 0 58 0 0,0 0-75 0 0,0 17 7389 0 0,0-15-9626 0 0,1 2 1121 0 0,-1 0 0 0 0,0 0 0 0 0,1-1 0 0 0,0 1 1 0 0,0 0-1 0 0,1 4 0 0 0,0-1 40 0 0,0 9 331 0 0,-2-15-506 0 0,0 0 0 0 0,0 0 0 0 0,0 0 1 0 0,0 0-1 0 0,0 0 0 0 0,1 0 0 0 0,-1-1 1 0 0,0 1-1 0 0,0 0 0 0 0,1 0 0 0 0,0 2 0 0 0,0-2 147 0 0,4 25 278 0 0,-5-21-376 0 0,1-1 0 0 0,0 0 0 0 0,0 0-1 0 0,2 7 1 0 0,-2-8-26 0 0,0 0 0 0 0,0 1-1 0 0,0-1 1 0 0,0 0 0 0 0,0 0 0 0 0,-1 0 0 0 0,0 0 0 0 0,0 1 0 0 0,0 4-1 0 0,-1-4 10 0 0,1-1 0 0 0,-1 0-1 0 0,1 1 1 0 0,-1-1 0 0 0,1 1-1 0 0,0-1 1 0 0,1 0 0 0 0,-1 1-1 0 0,1-1 1 0 0,0 4-1 0 0,3 49 391 0 0,-3-40-385 0 0,4 27 167 0 0,-2-31-194 0 0,-1-8-14 0 0,-1 1 0 0 0,0 0 0 0 0,0-1 0 0 0,-1 1 0 0 0,1 7-1 0 0,7 48-4 0 0,-3-13 53 0 0,-4-27-38 0 0,0-15-21 0 0,-1 0 1 0 0,0 0-1 0 0,0 0 1 0 0,-1 8-1 0 0,1 6-5 0 0,0 5 0 0 0,0-22 4 0 0,-1 0-1 0 0,1 0 1 0 0,1 0-1 0 0,-1 0 0 0 0,0 0 1 0 0,0 0-1 0 0,1 0 0 0 0,-1 0 1 0 0,1 0-1 0 0,0 2 1 0 0,3 15 22 0 0,-3-7-26 0 0,-1 0 0 0 0,4 17 0 0 0,1 25 0 0 0,-4-39 0 0 0,0 0 0 0 0,-2 29 0 0 0,0-10 0 0 0,-4 22 64 0 0,0-13-64 0 0,5-29 7 0 0,0-8 3 0 0,0 0-1 0 0,0 0 1 0 0,0 0 0 0 0,1 1 0 0 0,-1-1-1 0 0,4 8 1 0 0,-4-13-9 0 0,0-1 1 0 0,0 0-1 0 0,0 0 1 0 0,0 0-1 0 0,0 0 0 0 0,0 1 1 0 0,0-1-1 0 0,0 0 1 0 0,0 0-1 0 0,0 0 0 0 0,0 1 1 0 0,0-1-1 0 0,0 0 1 0 0,0 0-1 0 0,0 0 0 0 0,0 0 1 0 0,0 1-1 0 0,0-1 0 0 0,0 0 1 0 0,0 0-1 0 0,0 0 1 0 0,0 1-1 0 0,0-1 0 0 0,0 0 1 0 0,0 0-1 0 0,0 0 1 0 0,0 0-1 0 0,0 1 0 0 0,-1-1 1 0 0,1 0-1 0 0,0 0 1 0 0,0 0-1 0 0,0 0 0 0 0,0 0 1 0 0,0 0-1 0 0,-1 1 1 0 0,-2 4 66 0 0,3-3-42 0 0,1 4 13 0 0,4 12 49 0 0,-1-9-26 0 0,0-1 16 0 0,0-1 2 0 0,-3 0 0 0 0,-1-6-1 0 0,1 4-6 0 0,5 9 10 0 0,-5-14-72 0 0,0 1-1 0 0,0 0 1 0 0,1 0 0 0 0,-1 0-1 0 0,0 0 1 0 0,0-1 0 0 0,0 1-1 0 0,1-1 1 0 0,-1 1 0 0 0,0-1-1 0 0,0 1 1 0 0,1-1 0 0 0,-1 0-1 0 0,0 0 1 0 0,3 1 0 0 0,-2-1-5 0 0,11 3 18 0 0,0-2 24 0 0,-2 2-36 0 0,2-6-12 0 0,15 2 0 0 0,1 1 54 0 0,-15 0-44 0 0,30 0-10 0 0,-36 2 0 0 0,-6-2 0 0 0,0 1 0 0 0,0-1 0 0 0,1 1 0 0 0,-1-1 0 0 0,0 0 0 0 0,0 0 0 0 0,0 0 0 0 0,0 0 0 0 0,0-1 0 0 0,0 1 0 0 0,4-2 0 0 0,60-2 0 0 0,-62 2 0 0 0,15 1 0 0 0,30-4 0 0 0,-35 5 0 0 0,24-3 0 0 0,-38 3 0 0 0,1 0 0 0 0,0-1 0 0 0,0 1 0 0 0,0 0 0 0 0,-1 0 0 0 0,1 0 0 0 0,0 0 0 0 0,0 0 0 0 0,0 0 0 0 0,-1 0 0 0 0,1 0 0 0 0,0 0 0 0 0,0 0 0 0 0,0 1 0 0 0,-1-1 0 0 0,1 0 0 0 0,0 0 0 0 0,0 1 0 0 0,0 0 0 0 0,2 0 0 0 0,17 4 0 0 0,0-2 0 0 0,1 0 0 0 0,-1-1 0 0 0,0-2 0 0 0,27-1 0 0 0,-6 0 0 0 0,29-5 0 0 0,-33 2 0 0 0,-3 0 0 0 0,-16 2 0 0 0,-13 0 0 0 0,1 2 0 0 0,0-1 0 0 0,9 1 0 0 0,16 0 0 0 0,-29-1 0 0 0,0 1 0 0 0,0 0 0 0 0,1 1-1 0 0,-1-1 1 0 0,0 0 0 0 0,0 1-1 0 0,0-1 1 0 0,3 2 0 0 0,4 0 13 0 0,-3-3 5 0 0,19 6 17 0 0,-17-4-35 0 0,-1 0 0 0 0,1 0 0 0 0,0 0 0 0 0,0-1 0 0 0,-1 0 0 0 0,1-1 0 0 0,0 0 0 0 0,-1 0 0 0 0,1-1 0 0 0,0 1 0 0 0,11-6 0 0 0,34-4 64 0 0,-40 10-50 0 0,-12 1-11 0 0,0 0 0 0 0,0 0 0 0 0,1 0 0 0 0,-1 0 0 0 0,0 0 0 0 0,0 0 0 0 0,1-1 0 0 0,-1 1 0 0 0,0 0 0 0 0,0-1 1 0 0,0 1-1 0 0,2-1 0 0 0,2-1 7 0 0,-1 0 1 0 0,1 1-1 0 0,-1 0 1 0 0,1 0-1 0 0,0 0 1 0 0,0 1-1 0 0,-1-1 1 0 0,9 2-1 0 0,58-5 124 0 0,-68 4-125 0 0,0 0 1 0 0,0 0-1 0 0,0 0 1 0 0,0-1-1 0 0,-1 0 1 0 0,5 0-1 0 0,27-8 11 0 0,-1 2 44 0 0,-18 6-44 0 0,-14 1-14 0 0,1 0-1 0 0,0 0 1 0 0,-1 0-1 0 0,1-1 1 0 0,-1 1-1 0 0,1 0 1 0 0,-1-1-1 0 0,1 1 0 0 0,2-2 1 0 0,-3 2-3 0 0,-1 0 0 0 0,1-1 0 0 0,-1 1 0 0 0,1 0 0 0 0,-1 0-1 0 0,1-1 1 0 0,-1 1 0 0 0,1 0 0 0 0,-1 0 0 0 0,1 0 0 0 0,-1 0 0 0 0,1 0 0 0 0,0 0 0 0 0,-1 0 0 0 0,1 0 0 0 0,0 0-1 0 0,18-1 86 0 0,21-5 120 0 0,-23 0-132 0 0,-16 6 4 0 0,2-2 0 0 0,-2 1-69 0 0,0 0 0 0 0,1 0-1 0 0,-1 0 1 0 0,0 0 0 0 0,1 0-1 0 0,-1 0 1 0 0,0 0 0 0 0,0-1-1 0 0,1-2 1 0 0,-2 4-10 0 0,1 0 1 0 0,-1 0-1 0 0,0 0 0 0 0,0 0 1 0 0,0-1-1 0 0,0 1 1 0 0,0 0-1 0 0,0 0 0 0 0,0 0 1 0 0,0 0-1 0 0,0 0 0 0 0,0-1 1 0 0,1 1-1 0 0,-1 0 1 0 0,0 0-1 0 0,0 0 0 0 0,0 0 1 0 0,0 0-1 0 0,0 0 0 0 0,1 0 1 0 0,-1-1-1 0 0,0 1 1 0 0,0 0-1 0 0,0 0 0 0 0,0 0 1 0 0,1 0-1 0 0,-1 0 0 0 0,0 0 1 0 0,0 0-1 0 0,0 0 1 0 0,1 0-1 0 0,-1 0 0 0 0,0 0 1 0 0,0 0-1 0 0,0 0 0 0 0,1 0 1 0 0,-1 0 1 0 0,0 0 0 0 0,0 0 0 0 0,1 0 0 0 0,-1 0 0 0 0,0 0 0 0 0,0 0 0 0 0,0 0 1 0 0,1 0-1 0 0,-1 0 0 0 0,0 0 0 0 0,0 0 0 0 0,1 0 0 0 0,-1 0 0 0 0,0 0 0 0 0,0 0 0 0 0,0 0 0 0 0,1 0 0 0 0,-1 0 1 0 0,0 0-1 0 0,0-1 0 0 0,0 1 0 0 0,1 0 0 0 0,-1 0 0 0 0,0 0 0 0 0,0 0 0 0 0,0-1 0 0 0,0 1 0 0 0,0 0 0 0 0,1 0 1 0 0,-1-1-1 0 0,5-6 85 0 0,8-14 194 0 0,-8 9-102 0 0,-2 5-94 0 0,0 0 0 0 0,-1 0 0 0 0,3-10 0 0 0,7-19 194 0 0,-9 23-242 0 0,-2 7-1 0 0,1 1-1 0 0,-1-1 0 0 0,1-8 0 0 0,2-11 70 0 0,-3 19-64 0 0,0 1-1 0 0,0-1 1 0 0,0-8-1 0 0,4-6 50 0 0,-4 17-79 0 0,0 0 0 0 0,0 0 0 0 0,-1 0 0 0 0,1 0 0 0 0,0-5 0 0 0,-1-103 182 0 0,5 47-119 0 0,-2-56 53 0 0,0 97-57 0 0,-2 19-57 0 0,-1-1 0 0 0,1 0 1 0 0,-1 1-1 0 0,0-1 0 0 0,0 0 0 0 0,-1-6 1 0 0,-1-7 81 0 0,0 0 1 0 0,2-31 0 0 0,0 26-14 0 0,5-25 88 0 0,-5 45-162 0 0,1-4 6 0 0,2-2 35 0 0,5-27 74 0 0,-7 35-123 0 0,-1 0 0 0 0,0 1-1 0 0,1-1 1 0 0,-1 1 0 0 0,0-1-1 0 0,0 0 1 0 0,1 1 0 0 0,-1-1 0 0 0,0 1-1 0 0,0-1 1 0 0,0 0 0 0 0,0 1-1 0 0,0-1 1 0 0,0 0 0 0 0,0 1-1 0 0,0-1 1 0 0,0 0 0 0 0,0 1 0 0 0,-1-2-1 0 0,0 0-2 0 0,1-9 15 0 0,0 1 35 0 0,0 0 1 0 0,1 0-1 0 0,2-17 1 0 0,-2 22-2 0 0,0-1-1 0 0,-1 1 1 0 0,1 0 0 0 0,-1-1 0 0 0,-2-9 0 0 0,1 9-8 0 0,1 0 1 0 0,0 1 0 0 0,0-1-1 0 0,0 1 1 0 0,2-12 0 0 0,10-22 90 0 0,-7 22-156 0 0,-5 8-149 0 0,0 7-428 0 0,2 1-157 0 0,4-3-1554 0 0,0-3-6111 0 0</inkml:trace>
</inkml:ink>
</file>

<file path=ppt/ink/ink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4:20.36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78 0 920 0 0,'0'0'275'0'0,"0"0"818"0"0,0 0 363 0 0,0 0 72 0 0,0 0-120 0 0,0 0-538 0 0,0 0-234 0 0,0 0-48 0 0,0 0-37 0 0,-1 1-114 0 0,-7 12 362 0 0,5-10-549 0 0,1 1 1 0 0,-1 0-1 0 0,1 0 0 0 0,0 1 0 0 0,0-1 1 0 0,-2 7-1 0 0,-7 16 870 0 0,9-21-1001 0 0,-1-1 1 0 0,1 0 0 0 0,1 0 0 0 0,-3 10 0 0 0,0 30 508 0 0,0 49 0 0 0,4-84-594 0 0,-1 0 0 0 0,-3 12 1 0 0,2-12 4 0 0,1 0 1 0 0,-1 11-1 0 0,-1 102 97 0 0,3-97-104 0 0,-4 25 0 0 0,3-39-28 0 0,1 0 1 0 0,3 19-1 0 0,-1 8-6 0 0,-2-17 2 0 0,-4 27 0 0 0,3-36 0 0 0,0 1 0 0 0,1 0 0 0 0,0-1 0 0 0,3 15 0 0 0,0 22 0 0 0,-3 80 128 0 0,-1-122-128 0 0,-2-1-15 0 0,2-5-101 0 0,1-2-193 0 0,0 0-78 0 0,0 0-18 0 0,0 0-3 0 0</inkml:trace>
</inkml:ink>
</file>

<file path=ppt/ink/ink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4:21.93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8 244 7512 0 0,'0'0'341'0'0,"0"0"-1"0"0,0 0-141 0 0,0 0 214 0 0,0 0 119 0 0,0 0 20 0 0,0 0-16 0 0,0 0-93 0 0,-1-2-41 0 0,-2-3-8 0 0,2 3-13 0 0,1 2-44 0 0,0 0-17 0 0,0 0-6 0 0,0 0-1 0 0,0 0 6 0 0,-3-2 163 0 0,3 0 2691 0 0,4-6-3129 0 0,0 1 0 0 0,1 0 0 0 0,7-8 0 0 0,-11 13 127 0 0,0 0-60 0 0,0 0 1 0 0,1 0-1 0 0,-1 0 0 0 0,1 0 0 0 0,-1 0 1 0 0,1 0-1 0 0,0 0 0 0 0,0 0 0 0 0,3-2 1 0 0,-2 2-132 0 0,-2 0 40 0 0,1 0-1 0 0,0 0 1 0 0,0 0-1 0 0,0 1 0 0 0,0-1 1 0 0,0 1-1 0 0,1-1 0 0 0,3-1 1 0 0,-1 1-3 0 0,27-19 74 0 0,-12 12-28 0 0,-16 8-52 0 0,0-1 0 0 0,0 0 0 0 0,0 0 0 0 0,4-2-1 0 0,-3 1-10 0 0,1 0 0 0 0,-1 0 0 0 0,0 0 0 0 0,10-2 0 0 0,13-6 0 0 0,-16 5 1 0 0,-7 3 1 0 0,0 0-1 0 0,1 0 1 0 0,0 0 0 0 0,0 1-1 0 0,0 0 1 0 0,9-2-1 0 0,-12 4 15 0 0,1-1 0 0 0,-1 1 0 0 0,0-1 0 0 0,1 0 0 0 0,-1 0 0 0 0,0-1 0 0 0,0 1 0 0 0,0-1-1 0 0,0 1 1 0 0,0-1 0 0 0,3-3 0 0 0,12-7-129 0 0,-13 10 109 0 0,-1 0 1 0 0,1 0-1 0 0,0 1 1 0 0,0-1-1 0 0,0 1 1 0 0,0 0-1 0 0,-1 0 1 0 0,2 1-1 0 0,7-1 1 0 0,13-1 164 0 0,-10 2-88 0 0,-15 0-80 0 0,0 1-1 0 0,1-1 0 0 0,-1 0 0 0 0,0 0 0 0 0,1 0 0 0 0,-1 0 0 0 0,0 0 1 0 0,1 0-1 0 0,-1-1 0 0 0,0 1 0 0 0,2-1 0 0 0,0 0-6 0 0,0 0 0 0 0,-1 0 0 0 0,1 1 0 0 0,0-1 0 0 0,0 1 0 0 0,0 0 0 0 0,0-1 0 0 0,0 1 0 0 0,0 0-1 0 0,4 1 1 0 0,46 3 14 0 0,-41-4 0 0 0,-8-2 0 0 0,16 1 0 0 0,16 1 0 0 0,-14 0 0 0 0,-20 0 0 0 0,-1 0 0 0 0,1 0 0 0 0,0 0 0 0 0,-1 0 0 0 0,1 0 0 0 0,-1 0 0 0 0,1 0 0 0 0,-1 0 0 0 0,1-1 0 0 0,-1 1 0 0 0,1-1 0 0 0,-1 1 0 0 0,2-2 0 0 0,-3 2 0 0 0,1 0 0 0 0,-1 0 0 0 0,0 0 0 0 0,1-1 0 0 0,-1 1 0 0 0,0 0 0 0 0,1 0 0 0 0,-1 0 0 0 0,1 0 0 0 0,-1 0 0 0 0,0 0 0 0 0,1 0 0 0 0,-1 0 0 0 0,0 0 0 0 0,1 0 0 0 0,-1 0 0 0 0,0 0 0 0 0,1 0 0 0 0,-1 0 0 0 0,0 0 0 0 0,1 0 0 0 0,-1 1 0 0 0,11 2 0 0 0,9 1 0 0 0,-9-4 0 0 0,-7 1 0 0 0,8 2 0 0 0,-10-1-2 0 0,1 0 3 0 0,14 1 11 0 0,10-2 38 0 0,0-1 41 0 0,-18 0-41 0 0,-3 0-20 0 0,0 0 0 0 0,0-1 0 0 0,-1 1 0 0 0,1-1 0 0 0,0-1 0 0 0,8-2 0 0 0,-11 4-10 0 0,0 0 0 0 0,1 0 0 0 0,-1 0 0 0 0,0 0 0 0 0,1 0 0 0 0,-1 1 0 0 0,0 0 0 0 0,4 1 0 0 0,-3-1-11 0 0,0-1-1 0 0,0 1 0 0 0,0 0 0 0 0,0-1 0 0 0,0 0 1 0 0,6 0-1 0 0,-8 0-35 0 0,0 0 0 0 0,-1 0 0 0 0,1 0 0 0 0,0 0 0 0 0,0 1 0 0 0,0-1 0 0 0,-1 0 0 0 0,1 1 0 0 0,3 0 0 0 0,5 2-65 0 0,-6-2 92 0 0,-1 0-1 0 0,1 0 1 0 0,-1 0 0 0 0,1 0-1 0 0,-1 0 1 0 0,6 3-1 0 0,-8-3 3 0 0,0-1-1 0 0,-1 1 0 0 0,1-1 1 0 0,0 1-1 0 0,0-1 0 0 0,1 1 1 0 0,-1-1-1 0 0,0 0 1 0 0,0 0-1 0 0,0 0 0 0 0,1 1 1 0 0,12 4 296 0 0,2-4-223 0 0,-14-1-70 0 0,1 0 1 0 0,-1 1 0 0 0,0-1 0 0 0,1 0-1 0 0,-1-1 1 0 0,0 1 0 0 0,4-1-1 0 0,8 2-150 0 0,-1 1-14 0 0,-6-3 42 0 0,1 2 330 0 0,19 7 189 0 0,-25-8-324 0 0,-1 2-34 0 0,1 0 0 0 0,-1 0 0 0 0,1 0 0 0 0,0-1 0 0 0,0 1-1 0 0,0-1 1 0 0,2 2 0 0 0,0-1 28 0 0,5 0 8 0 0,37 17 119 0 0,-37-14-189 0 0,-1 2-8 0 0,-3-2 19 0 0,-5-4-18 0 0,0 1 0 0 0,0-1 0 0 0,1 0-1 0 0,-1 1 1 0 0,0-1 0 0 0,1 0 0 0 0,-1 0-1 0 0,1 1 1 0 0,-1-1 0 0 0,2 2 0 0 0,0 1 5 0 0,-1-3-2 0 0,-1 0 0 0 0,1 1-1 0 0,-1-1 1 0 0,1 1 0 0 0,-1-1-1 0 0,0 1 1 0 0,1-1 0 0 0,-1 1 0 0 0,0-1-1 0 0,0 1 1 0 0,0-1 0 0 0,-1 1-1 0 0,1 1 1 0 0,0-1 0 0 0,1 13 53 0 0,0-13-52 0 0,-1 0 0 0 0,0 0-1 0 0,0 0 1 0 0,0 0 0 0 0,0 1 0 0 0,0-1 0 0 0,0 0 0 0 0,-1 3-1 0 0,-4 34 70 0 0,6-30-76 0 0,0-2 0 0 0,-1-1 11 0 0,-1 1 0 0 0,0-1 0 0 0,-2 7 0 0 0,2-9-4 0 0,0 0 1 0 0,0 1 0 0 0,1-1-1 0 0,-1 0 1 0 0,1 0 0 0 0,0 1 0 0 0,0-1-1 0 0,0 0 1 0 0,0 1 0 0 0,2 3-1 0 0,-2-6-7 0 0,1 0 0 0 0,-1 0 0 0 0,0 0 0 0 0,0 0 0 0 0,0 0 0 0 0,0 0 0 0 0,-1 3 0 0 0,1-2 0 0 0,-1-1 0 0 0,1 0 0 0 0,0 0 0 0 0,0 1 0 0 0,0-1 0 0 0,1 4 0 0 0,0-1 8 0 0,-1 0 0 0 0,1 1-1 0 0,-1-1 1 0 0,0 0 0 0 0,-2 10-1 0 0,1 7 11 0 0,-2 134 42 0 0,-2-89 174 0 0,4-51-208 0 0,0-1 1 0 0,-4 16 0 0 0,4-24-21 0 0,1 25 65 0 0,0 50 108 0 0,-1-79-168 0 0,1 0 0 0 0,-1 0 0 0 0,1 0 1 0 0,-1 0-1 0 0,0 0 0 0 0,0 0 0 0 0,-2 4 0 0 0,2-4 21 0 0,0-1-1 0 0,0 1 0 0 0,0 0 0 0 0,0 0 0 0 0,0 0 0 0 0,1 0 0 0 0,-1 5 0 0 0,0 1 20 0 0,-2 15 74 0 0,-2 15 31 0 0,2-18-117 0 0,2-16-33 0 0,0 1 1 0 0,0 0-1 0 0,0-1 0 0 0,0 1 0 0 0,1 8 0 0 0,0 16 122 0 0,0 19 216 0 0,-5-19-101 0 0,4-21-230 0 0,-5-2-29 0 0,5-5-74 0 0,1-2-62 0 0,0 0-22 0 0,0 0-172 0 0,0 0-718 0 0,0 0-315 0 0,0 0-56 0 0</inkml:trace>
</inkml:ink>
</file>

<file path=ppt/ink/ink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06.77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19 4 8288 0 0,'0'0'190'0'0,"0"0"28"0"0,0 0 7 0 0,0 0 102 0 0,0 0 405 0 0,-10-3 3309 0 0,10 3-3948 0 0,0 0-1 0 0,-1 0 1 0 0,1 0-1 0 0,0 0 1 0 0,-1 0 0 0 0,1 0-1 0 0,0 0 1 0 0,-1 0-1 0 0,1 0 1 0 0,0 0 0 0 0,0 0-1 0 0,-1 0 1 0 0,1 0 0 0 0,0 1-1 0 0,-1-1 1 0 0,1 0-1 0 0,0 0 1 0 0,-1 0 0 0 0,1 1-1 0 0,0-1 1 0 0,0 0 0 0 0,0 0-1 0 0,-1 1 1 0 0,1-1-1 0 0,0 0 1 0 0,0 0 0 0 0,0 1-1 0 0,-1-1 1 0 0,1 0 0 0 0,0 1-1 0 0,0-1 1 0 0,0 1-1 0 0,0 0 0 0 0,0 0 0 0 0,0 0 0 0 0,0 1-1 0 0,0-1 1 0 0,0 0 0 0 0,0 0 0 0 0,0 1-1 0 0,1-1 1 0 0,0 2 0 0 0,13 28 68 0 0,-12-28 146 0 0,76 126 237 0 0,-46-81-489 0 0,36 77-1 0 0,-51-91-39 0 0,1 0-1 0 0,1-1 0 0 0,45 57 1 0 0,-22-46-3 0 0,-33-35-11 0 0,1 0 0 0 0,-2 0 0 0 0,1 1 0 0 0,-1 0 0 0 0,7 14-1 0 0,-9-15 1 0 0,-3-2 0 0 0,0-1 0 0 0,0 0 0 0 0,1 0 0 0 0,0-1 0 0 0,1 1 0 0 0,4 4 0 0 0,3 3-2 0 0,20 25 0 0 0,1 3 60 0 0,-2-13-19 0 0,-23-22-27 0 0,0 1 0 0 0,14 16-1 0 0,16 28 53 0 0,2-4-213 0 0,-40-46 65 0 0,1-1-1 0 0,0 1 0 0 0,-1-1 1 0 0,1 1-1 0 0,0-1 1 0 0,-1 0-1 0 0,1 1 1 0 0,0-1-1 0 0,0 0 0 0 0,0 1 1 0 0,-1-1-1 0 0,1 0 1 0 0,0 0-1 0 0,0 0 1 0 0,0 0-1 0 0,0 0 0 0 0,0 0 1 0 0,-1 0-1 0 0,3 0 1 0 0,0-1-975 0 0,-2 1-73 0 0</inkml:trace>
</inkml:ink>
</file>

<file path=ppt/ink/ink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07.354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24 179 8288 0 0,'0'0'381'0'0,"0"0"-6"0"0,-1 1-103 0 0,0 0 17 0 0,0 0 0 0 0,0 0 0 0 0,0 0 0 0 0,-1 0 0 0 0,1 0 0 0 0,0-1 0 0 0,0 1 0 0 0,0 0 0 0 0,-1-1 0 0 0,1 1 0 0 0,0-1 0 0 0,-1 1 0 0 0,1-1 1 0 0,-2 0-1 0 0,3 0-224 0 0,0 0 1 0 0,0 1-1 0 0,0-1 1 0 0,0 0-1 0 0,0 0 1 0 0,0 0-1 0 0,0 0 1 0 0,0 0-1 0 0,0 0 1 0 0,0 0-1 0 0,0 0 1 0 0,0 0-1 0 0,0 1 1 0 0,0-1-1 0 0,0 0 1 0 0,0 0-1 0 0,0 0 1 0 0,1 0-1 0 0,-2 0 1 0 0,1 0-1 0 0,0 0 1 0 0,0 0-1 0 0,0 1 1 0 0,0-1-1 0 0,0 0 1 0 0,0 0-1 0 0,0 0 1 0 0,0 0-1 0 0,0 0 1 0 0,0 0-1 0 0,0 0 1 0 0,0 0-1 0 0,0 0 1 0 0,0 1-1 0 0,0-1 1 0 0,0 0-1 0 0,0 0 1 0 0,0 0-1 0 0,0 0 1 0 0,-1 0-1 0 0,1 0 1 0 0,0 0-1 0 0,0 0 1 0 0,0 0-1 0 0,0 0 1 0 0,0 0-1 0 0,0 0 1 0 0,0 0-1 0 0,0 0 1 0 0,0 0-1 0 0,-1 0 1 0 0,1 0-1 0 0,0 0 1 0 0,0 0 0 0 0,0 0-1 0 0,0 0 1 0 0,0 0-1 0 0,0 0 1 0 0,0 0-1 0 0,0 0 1 0 0,-1 0-1 0 0,1 0 1 0 0,0 0-1 0 0,0 0 1 0 0,6 4 1166 0 0,-2-4-1163 0 0,-3 0-49 0 0,0 0 0 0 0,-1-1 0 0 0,1 1 0 0 0,0 0 0 0 0,0 0 0 0 0,0 0 0 0 0,0 0 0 0 0,0 1 0 0 0,0-1 0 0 0,0 0-1 0 0,-1 0 1 0 0,1 0 0 0 0,0 1 0 0 0,0-1 0 0 0,0 0 0 0 0,1 2 0 0 0,3 4-2 0 0,1 0-1 0 0,-1-1 1 0 0,1 1-1 0 0,1-1 1 0 0,-1-1 0 0 0,15 9-1 0 0,-10-6-1 0 0,0 0-1 0 0,12 11 0 0 0,-16-12-55 0 0,1-1-1 0 0,-1 0 0 0 0,1-1 1 0 0,12 7-1 0 0,-8-6 20 0 0,-10-4 45 0 0,0-1 0 0 0,1 0 0 0 0,-1 1-1 0 0,1-1 1 0 0,-1 0 0 0 0,0 0-1 0 0,1 0 1 0 0,-1-1 0 0 0,0 1 0 0 0,1-1-1 0 0,-1 1 1 0 0,0-1 0 0 0,3-1-1 0 0,-4 2-14 0 0,-1-1 0 0 0,1 1 0 0 0,0-1-1 0 0,0 0 1 0 0,-1 1 0 0 0,1-1 0 0 0,-1 0 0 0 0,1 0-1 0 0,-1 0 1 0 0,1 1 0 0 0,0-3 0 0 0,1-1 71 0 0,2-1 18 0 0,-1-1 0 0 0,0 0 0 0 0,0 0 1 0 0,0 0-1 0 0,-1 0 0 0 0,1 0 0 0 0,-2 0 1 0 0,3-9-1 0 0,-2 0 264 0 0,0 0 0 0 0,-1-23 0 0 0,0 22-235 0 0,1-1-1 0 0,1 1 0 0 0,4-17 1 0 0,-1 4-49 0 0,7-18-6599 0 0,-8 38-381 0 0</inkml:trace>
</inkml:ink>
</file>

<file path=ppt/ink/ink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13.84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268 22 9240 0 0,'-5'-4'400'0'0,"4"3"-340"0"0,0 1 0 0 0,0-1 0 0 0,0 1 0 0 0,0-1 0 0 0,0 0 0 0 0,0 0 0 0 0,0 1 0 0 0,0-1 0 0 0,-1-2 0 0 0,2 3 36 0 0,0-1 0 0 0,0 1 1 0 0,-1-1-1 0 0,1 1 0 0 0,0-1 1 0 0,-1 1-1 0 0,1-1 0 0 0,-1 1 1 0 0,1-1-1 0 0,0 1 0 0 0,-1 0 1 0 0,1-1-1 0 0,-1 1 0 0 0,1 0 1 0 0,-1-1-1 0 0,1 1 0 0 0,-1 0 1 0 0,0 0-1 0 0,1-1 0 0 0,-1 1 1 0 0,1 0-1 0 0,-1 0 0 0 0,1 0 1 0 0,-1 0-1 0 0,0 0 0 0 0,1 0 1 0 0,-1 0-1 0 0,1 0 1 0 0,-1 0-1 0 0,0 0 0 0 0,1 0 1 0 0,-1 0-1 0 0,0 1 0 0 0,-5-1 397 0 0,6 0 305 0 0,-22 28 3221 0 0,15-21-3969 0 0,0 0 0 0 0,1 1 1 0 0,0 0-1 0 0,0 0 1 0 0,1 0-1 0 0,-7 14 0 0 0,-20 58 222 0 0,20-50-242 0 0,5-7-31 0 0,-6 30-1 0 0,0-1 20 0 0,-14 75 347 0 0,10-41-933 0 0,3-37-290 0 0,13-43 616 0 0,0 0 1 0 0,0 0-1 0 0,0 0 1 0 0,-1-1-1 0 0,-4 10 0 0 0,-3 15-3324 0 0,8-28 1915 0 0,1-2-11 0 0</inkml:trace>
</inkml:ink>
</file>

<file path=ppt/ink/ink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14.225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68 3224 0 0,'0'-4'304'0'0,"0"0"1"0"0,0 0-1 0 0,0 0 0 0 0,1 1 1 0 0,-1-1-1 0 0,2-4 1 0 0,0-4 2477 0 0,-2 11-2362 0 0,0 0-1 0 0,0-1 0 0 0,1 1 1 0 0,-1 0-1 0 0,0-1 1 0 0,1 1-1 0 0,-1 0 1 0 0,0 0-1 0 0,1-1 1 0 0,0 1-1 0 0,-1 0 1 0 0,1 0-1 0 0,0 0 0 0 0,0-1 1 0 0,0 1 165 0 0,-1 1-17 0 0,0 0-25 0 0,1 0-462 0 0,-1-1 0 0 0,0 1 0 0 0,1 0-1 0 0,-1-1 1 0 0,0 1 0 0 0,1 0 0 0 0,-1 0 0 0 0,0-1 0 0 0,1 1 0 0 0,-1 0 0 0 0,1 0-1 0 0,-1 0 1 0 0,1-1 0 0 0,-1 1 0 0 0,0 0 0 0 0,1 0 0 0 0,-1 0 0 0 0,1 0 0 0 0,-1 0 0 0 0,2 0-1 0 0,3 3 152 0 0,1 0 0 0 0,0 1 0 0 0,-1-1 0 0 0,0 1 0 0 0,0 1 0 0 0,0-1 0 0 0,7 9 0 0 0,-8-9-225 0 0,0 0 0 0 0,0 0 0 0 0,1-1 0 0 0,6 5 0 0 0,10 8-184 0 0,-6-4 604 0 0,1 0 1 0 0,0 0 0 0 0,26 12-1 0 0,-25-14-265 0 0,-7-4-272 0 0,0 0 0 0 0,15 5 0 0 0,-14-6 63 0 0,0 0 0 0 0,10 7-1 0 0,-11-6-70 0 0,0-1 0 0 0,12 5 0 0 0,5 2-1535 0 0,-18-4 170 0 0</inkml:trace>
</inkml:ink>
</file>

<file path=ppt/ink/ink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14.696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5 123 5064 0 0,'0'0'389'0'0,"0"0"-61"0"0,0 0 669 0 0,0 0 321 0 0,0 0 67 0 0,0 0-52 0 0,0 0-273 0 0,-1-1-120 0 0,-3-13 856 0 0,4 13-1078 0 0,0-4 568 0 0,6-31 731 0 0,-6 34-1895 0 0,1-1-1 0 0,0 1 1 0 0,0-1-1 0 0,0 1 1 0 0,1-1 0 0 0,-1 1-1 0 0,0 0 1 0 0,1-1-1 0 0,0 1 1 0 0,-1 0-1 0 0,1 0 1 0 0,0 0-1 0 0,0 1 1 0 0,2-3-1 0 0,11-11 512 0 0,-13 12-562 0 0,10-6 153 0 0,-8 5-156 0 0,-1 4 12 0 0,7 5-3 0 0,5 18-61 0 0,-14-21-17 0 0,2 1-22 0 0,0 1 0 0 0,-1-1-1 0 0,1 1 1 0 0,-1 0 0 0 0,0-1 0 0 0,0 1-1 0 0,-1 0 1 0 0,1 0 0 0 0,-1 1 0 0 0,0-1 0 0 0,1 5-1 0 0,14 84-1353 0 0,-10-45 432 0 0,-3-24 226 0 0,1 27 0 0 0,-4-42 538 0 0,0 0 113 0 0,0 0-1 0 0,0-1 1 0 0,4 18 0 0 0,-1-17-7 0 0,-2-8 93 0 0,-1 0-1 0 0,1-1 1 0 0,-1 1 0 0 0,1 0-1 0 0,0-1 1 0 0,-1 1 0 0 0,1 0-1 0 0,0-1 1 0 0,-1 1 0 0 0,1-1-1 0 0,0 1 1 0 0,0-1 0 0 0,0 1-1 0 0,-1-1 1 0 0,1 0 0 0 0,0 0-1 0 0,0 1 1 0 0,0-1 0 0 0,0 0-1 0 0,0 0 1 0 0,0 0-1 0 0,-1 0 1 0 0,1 0 0 0 0,2 0-1 0 0,3-1 126 0 0,-1-1-1 0 0,1-1 0 0 0,0 1 0 0 0,-1-1 0 0 0,1 0 0 0 0,5-4 0 0 0,-1 1 29 0 0,-5 4-122 0 0,-1 0 1 0 0,0-1-1 0 0,-1 1 1 0 0,1-1-1 0 0,0 0 1 0 0,-1 0-1 0 0,1 0 1 0 0,3-5-1 0 0,23-15 15 0 0,-27 20-55 0 0,0 0 0 0 0,0 0 0 0 0,0 1 0 0 0,1-1 0 0 0,6-3 0 0 0,-4 2 5 0 0,4-1 91 0 0,-8 5-87 0 0,0 0-1 0 0,6-2-201 0 0,2 2-803 0 0</inkml:trace>
</inkml:ink>
</file>

<file path=ppt/ink/ink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24.06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118 40 7632 0 0,'0'0'348'0'0,"0"0"-7"0"0,-1-1-114 0 0,-7-17 1817 0 0,7 18-1290 0 0,1 0-55 0 0,0-1-559 0 0,0 0-1 0 0,-1 1 1 0 0,1-1-1 0 0,0 0 1 0 0,0 1-1 0 0,-1-1 1 0 0,1 0 0 0 0,0 1-1 0 0,-1-1 1 0 0,1 1-1 0 0,-1-1 1 0 0,1 1 0 0 0,0-1-1 0 0,-1 1 1 0 0,1-1-1 0 0,-1 1 1 0 0,0-1-1 0 0,1 1 1 0 0,-1 0 0 0 0,1-1-1 0 0,-2 1 1 0 0,-6-8 2597 0 0,8 9-2704 0 0,0 0 0 0 0,0-1 0 0 0,0 1 0 0 0,0 0 0 0 0,0 0 1 0 0,0 0-1 0 0,0 0 0 0 0,-1 0 0 0 0,1 0 0 0 0,0 0 0 0 0,-1 1 0 0 0,0 2 44 0 0,-2 19 247 0 0,1-10-178 0 0,1 1 1 0 0,0 0-1 0 0,2 17 1 0 0,1 59-25 0 0,0-9-50 0 0,-1-75-72 0 0,-1 0 0 0 0,-1 1 0 0 0,0-1 0 0 0,0 1 0 0 0,-2 9 0 0 0,-3 19 0 0 0,-10 100-134 0 0,13-110-239 0 0,-1 0 0 0 0,-11 37 0 0 0,-7 1-1667 0 0,17-47-1964 0 0,-4-1-1226 0 0</inkml:trace>
</inkml:ink>
</file>

<file path=ppt/ink/ink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24.466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56 5984 0 0,'0'0'464'0'0,"1"-2"-216"0"0,2-7 635 0 0,-2 8-502 0 0,0-1 1 0 0,-1 0-1 0 0,1 0 0 0 0,0 0 0 0 0,0 1 1 0 0,0-1-1 0 0,0 0 0 0 0,1-1 0 0 0,4-14 2218 0 0,-4 16-2371 0 0,0 0 1 0 0,0-1-1 0 0,0 1 1 0 0,0 0-1 0 0,0 1 0 0 0,0-1 1 0 0,0 0-1 0 0,0 0 1 0 0,0 1-1 0 0,0 0 0 0 0,1-1 1 0 0,-1 1-1 0 0,0 0 1 0 0,0 0-1 0 0,0 0 0 0 0,1 0 1 0 0,3 1-1 0 0,6 0-302 0 0,19 4 533 0 0,-15-4-192 0 0,0 0-1 0 0,16 4 1 0 0,11 2 9 0 0,-13-3-215 0 0,-15-2-12 0 0,20 1 1 0 0,54 2-40 0 0,-3-2 54 0 0,-63-4-64 0 0,-18 1 0 0 0,0 0 0 0 0,-1 0 0 0 0,1 0 0 0 0,5 1 0 0 0,-5 0-95 0 0,1-1-1 0 0,-1 1 1 0 0,9-1-1 0 0,-9-1-144 0 0,0 1-1 0 0,0 1 0 0 0,-1-1 1 0 0,11 2-1 0 0,-6 2-1309 0 0</inkml:trace>
</inkml:ink>
</file>

<file path=ppt/ink/ink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24.900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71 17 5528 0 0,'0'0'249'0'0,"0"0"-1"0"0,0 0 16 0 0,0 0 640 0 0,0 0 301 0 0,0 0 62 0 0,0-3-56 0 0,0-8-283 0 0,0 8-120 0 0,0 3-28 0 0,0 0-55 0 0,0 0-213 0 0,0 0-96 0 0,0 0-21 0 0,0 0-23 0 0,0 0-84 0 0,-4 9 423 0 0,-3 3-538 0 0,6-11-161 0 0,0 0-1 0 0,0 0 1 0 0,0 1 0 0 0,0-1-1 0 0,1 1 1 0 0,-1-1 0 0 0,0 0-1 0 0,1 1 1 0 0,-1-1 0 0 0,1 1-1 0 0,-1 0 1 0 0,1 1-1 0 0,-4 15 21 0 0,0 0-1 0 0,-1 0 0 0 0,-8 20 0 0 0,-3 10-4 0 0,13-38-25 0 0,1 1-1 0 0,0 0 1 0 0,1 0-1 0 0,0 0 1 0 0,1 21-1 0 0,0-27 1 0 0,0-3 26 0 0,1 0-76 0 0,0-2 48 0 0,-1 1 0 0 0,0-1-1 0 0,1 1 1 0 0,-1-1 0 0 0,0 1 0 0 0,1-1 0 0 0,-1 1-1 0 0,1-1 1 0 0,-1 1 0 0 0,1-1 0 0 0,-1 0 0 0 0,1 1-1 0 0,-1-1 1 0 0,1 0 0 0 0,-1 1 0 0 0,1-1-1 0 0,-1 0 1 0 0,1 0 0 0 0,0 1 0 0 0,-1-1 0 0 0,1 0-1 0 0,0 0 1 0 0,-1 0 0 0 0,1 0 0 0 0,-1 0-1 0 0,1 0 1 0 0,0 0 0 0 0,-1 0 0 0 0,1 0 0 0 0,0 0-1 0 0,-1-1 1 0 0,1 1 0 0 0,0 0 0 0 0,0 0 3 0 0,3-1 0 0 0,0 1 0 0 0,0-1 1 0 0,-1 0-1 0 0,1 0 0 0 0,0 0 0 0 0,0 0 0 0 0,0-1 0 0 0,-1 0 1 0 0,1 0-1 0 0,3-2 0 0 0,-1 0 0 0 0,-1 1 0 0 0,0-1 0 0 0,0-1 0 0 0,0 1 0 0 0,6-8 0 0 0,-5 5-3 0 0,-5 4 1 0 0,1 1-1 0 0,0-1 1 0 0,0 1 0 0 0,0 0 0 0 0,0-1 0 0 0,0 1 0 0 0,0 0 0 0 0,1 1 0 0 0,-1-1 0 0 0,1 0-1 0 0,-1 1 1 0 0,4-2 0 0 0,39-22-24 0 0,-36 20-109 0 0,4-2-377 0 0,-5 4-3775 0 0,-8 3-426 0 0</inkml:trace>
</inkml:ink>
</file>

<file path=ppt/ink/ink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25.24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61 27 2304 0 0,'-2'-1'464'0'0,"-9"-8"2455"0"0,10 8-2617 0 0,0 0-1 0 0,1 1 1 0 0,-1-1-1 0 0,0 0 1 0 0,0 0-1 0 0,0 1 1 0 0,0-1-1 0 0,0 0 1 0 0,0 1-1 0 0,0-1 1 0 0,0 1 0 0 0,0-1-1 0 0,0 1 1 0 0,0 0-1 0 0,-2-1 1 0 0,-4-2 1904 0 0,7 3-2149 0 0,0-1 1 0 0,-1 1 0 0 0,1 0-1 0 0,0 0 1 0 0,-1-1 0 0 0,1 1-1 0 0,0 0 1 0 0,-1 0 0 0 0,1 0-1 0 0,0-1 1 0 0,-1 1 0 0 0,1 0-1 0 0,0 0 1 0 0,-1 0 0 0 0,1 0-1 0 0,-1 0 1 0 0,1 0 0 0 0,0 0-1 0 0,-1 0 1 0 0,1 0 0 0 0,-1 0-1 0 0,1 0 1 0 0,0 0 0 0 0,-1 0-1 0 0,0 0 1 0 0,1 1 61 0 0,-1 0 0 0 0,0 0 0 0 0,1 0 0 0 0,-1 0 1 0 0,0 0-1 0 0,0-1 0 0 0,0 1 0 0 0,0 0 0 0 0,0-1 0 0 0,-2 2 1 0 0,3-2-60 0 0,0 0 0 0 0,0 1 0 0 0,-1-1 1 0 0,1 0-1 0 0,0 1 0 0 0,0-1 0 0 0,-1 0 1 0 0,1 0-1 0 0,0 1 0 0 0,0-1 0 0 0,0 0 1 0 0,0 1-1 0 0,0-1 0 0 0,-1 0 1 0 0,1 1-1 0 0,0-1 0 0 0,0 0 0 0 0,0 1 1 0 0,0-1-1 0 0,0 0 0 0 0,0 1 0 0 0,0-1 1 0 0,0 1-1 0 0,0-1 0 0 0,0 0 1 0 0,0 1-1 0 0,1-1 0 0 0,-1 0 0 0 0,0 1 1 0 0,5 12 1036 0 0,-4-10-875 0 0,6 9 2 0 0,-1 1-1 0 0,2-1 1 0 0,-1-1-1 0 0,2 1 0 0 0,10 11 1 0 0,1-2-386 0 0,34 28-1 0 0,-49-44 208 0 0,0-1 0 0 0,0 1-1 0 0,-1 0 1 0 0,1 1 0 0 0,-1-1-1 0 0,6 12 1 0 0,-3-3 29 0 0,-1-1-1 0 0,4 17 1 0 0,-7-22-202 0 0,-1-4-426 0 0,-1-1 1 0 0,0 1-1 0 0,0-1 1 0 0,0 1-1 0 0,-1-1 1 0 0,1 6-1 0 0,-1-7-5392 0 0</inkml:trace>
</inkml:ink>
</file>

<file path=ppt/ink/ink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25.76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1 371 6936 0 0,'0'0'316'0'0,"0"0"-3"0"0,0 0-92 0 0,0 0 363 0 0,0 0 178 0 0,0 0 35 0 0,0 0-18 0 0,0 0-117 0 0,0 0-48 0 0,0 0-8 0 0,0-14 2192 0 0,0-3-2090 0 0,0 16-367 0 0,0-1-47 0 0,3-3-146 0 0,-1 0 0 0 0,1 0-1 0 0,-1 1 1 0 0,1-1 0 0 0,1 0-1 0 0,-1 1 1 0 0,1 0 0 0 0,4-4-1 0 0,6-5 159 0 0,17-11 0 0 0,-18 15-116 0 0,21-22 1 0 0,-26 24-163 0 0,0 1 1 0 0,1-1-1 0 0,0 2 0 0 0,0-1 1 0 0,0 1-1 0 0,0 0 1 0 0,1 1-1 0 0,13-5 0 0 0,-9 4-5 0 0,24-14-1 0 0,-13 6 22 0 0,89-45-34 0 0,-107 55-4 0 0,-1 0 0 0 0,0 0 0 0 0,0-1 0 0 0,0 1-1 0 0,0-1 1 0 0,-1-1 0 0 0,0 1 0 0 0,0-1 0 0 0,0 0 0 0 0,7-9-1 0 0,-4 7-47 0 0,-7 7-177 0 0,-1 0-64 0 0,0 0-793 0 0,1-1-3307 0 0,3-3-1413 0 0</inkml:trace>
</inkml:ink>
</file>

<file path=ppt/ink/ink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32.66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18 997 1840 0 0,'-10'3'214'0'0,"6"-3"6633"0"0,3-1-6661 0 0,1 0 0 0 0,0 0 0 0 0,-1 1 0 0 0,1-1 0 0 0,-1 0 0 0 0,1 0 0 0 0,0 0 0 0 0,0 0 0 0 0,0 0 0 0 0,-1 1 0 0 0,1-1-1 0 0,0 0 1 0 0,0 0 0 0 0,0 0 0 0 0,0 0 0 0 0,0 0 0 0 0,1 0 0 0 0,-1-1 0 0 0,1 0-39 0 0,0-1-1 0 0,0 0 1 0 0,0 1-1 0 0,0-1 1 0 0,0 1-1 0 0,2-3 1 0 0,1 0-19 0 0,1-1 0 0 0,-1 1 1 0 0,1 0-1 0 0,7-6 0 0 0,2-3 338 0 0,23-26 0 0 0,-16 17-298 0 0,68-90 297 0 0,-59 72 27 0 0,43-46 0 0 0,42-44-32 0 0,-53 68-393 0 0,104-112 107 0 0,-99 99-158 0 0,-62 70 47 0 0,-1-1 0 0 0,0 1 0 0 0,0-1 0 0 0,6-14 0 0 0,-5 15-9 0 0,-1 3-55 0 0,11-21-2 0 0,10-15-291 0 0,-2 5 290 0 0,-22 33 61 0 0,12-12-2526 0 0,-13 13 991 0 0</inkml:trace>
</inkml:ink>
</file>

<file path=ppt/ink/ink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33.08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 87 4608 0 0,'0'0'208'0'0,"0"0"175"0"0,0 0 607 0 0,-2 1 266 0 0,-9 2 3204 0 0,8-4-1124 0 0,9-2-3188 0 0,20-6 336 0 0,6-3-151 0 0,-22 8-246 0 0,-1 0 1 0 0,1 1-1 0 0,17-4 0 0 0,3-1 29 0 0,13-3-44 0 0,-29 8-50 0 0,1-1-1 0 0,16-6 0 0 0,-25 7-15 0 0,1 1 0 0 0,0 0 0 0 0,0 1 0 0 0,0 0 0 0 0,0 0-1 0 0,0 0 1 0 0,1 1 0 0 0,-1 0 0 0 0,0 0 0 0 0,8 2-1 0 0,2-1 14 0 0,-14-2-11 0 0,-1 1 0 0 0,1 0 0 0 0,0 1 0 0 0,0-1 0 0 0,0 0 0 0 0,-1 1 0 0 0,1 0 0 0 0,0-1 0 0 0,-1 1 0 0 0,1 0 0 0 0,0 0 0 0 0,-1 1 0 0 0,1-1 0 0 0,-1 1 0 0 0,0-1 0 0 0,4 4 0 0 0,-4-3 13 0 0,-1 1-1 0 0,0-1 0 0 0,0 1 1 0 0,0-1-1 0 0,0 1 0 0 0,0 0 1 0 0,0-1-1 0 0,-1 1 1 0 0,1 0-1 0 0,-1 0 0 0 0,0-1 1 0 0,0 1-1 0 0,0 5 0 0 0,-2 3-5 0 0,0 0 0 0 0,-1 0-1 0 0,-7 16 1 0 0,5-14-8 0 0,-4 19-1 0 0,-1-8 156 0 0,10-23-290 0 0,-1 1 0 0 0,1-1 0 0 0,0 0 0 0 0,0 0 0 0 0,0 1 0 0 0,0-1 0 0 0,0 0 0 0 0,0 1 0 0 0,0-1 0 0 0,0 0 0 0 0,1 2 0 0 0,-1-1-5665 0 0</inkml:trace>
</inkml:ink>
</file>

<file path=ppt/ink/ink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36.76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222 0 5984 0 0,'0'0'273'0'0,"0"0"-5"0"0,0 0-8 0 0,0 0 600 0 0,0 0 277 0 0,0 0 58 0 0,0 0-64 0 0,0 0-318 0 0,-6 4 506 0 0,0 2-944 0 0,1 0 0 0 0,-1 0 0 0 0,2 0 0 0 0,-1 1 0 0 0,0-1 0 0 0,-6 15 0 0 0,-16 46 500 0 0,26-65-850 0 0,-2 7 28 0 0,-38 98 276 0 0,30-79-296 0 0,1 0-1 0 0,1 1 0 0 0,-7 47 1 0 0,-2 0-97 0 0,11-49 6 0 0,-22 77-1104 0 0,29-101 955 0 0,-1-1 0 0 0,1 1 1 0 0,0-1-1 0 0,0 1 0 0 0,0-1 0 0 0,0 1 0 0 0,0-1 1 0 0,1 1-1 0 0,-1-1 0 0 0,2 4 0 0 0,0 4-2609 0 0,-1 1-1878 0 0</inkml:trace>
</inkml:ink>
</file>

<file path=ppt/ink/ink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37.16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43 6448 0 0,'0'0'498'0'0,"0"0"-188"0"0,0 0 427 0 0,-1-1 226 0 0,1 0-796 0 0,0 0 0 0 0,-1 0 1 0 0,1 0-1 0 0,0 0 0 0 0,0 0 1 0 0,-1 1-1 0 0,1-1 0 0 0,0 0 1 0 0,0 0-1 0 0,0 0 0 0 0,0 0 1 0 0,0 0-1 0 0,0 0 0 0 0,1 0 1 0 0,-1 0-1 0 0,0 0 0 0 0,0 0 1 0 0,1 0-1 0 0,-1 1 0 0 0,0-1 1 0 0,1 0-1 0 0,-1 0 0 0 0,1 0 1 0 0,-1 1-1 0 0,1-1 0 0 0,-1 0 1 0 0,1 0-1 0 0,0 1 0 0 0,-1-1 1 0 0,1 0-1 0 0,0 1 0 0 0,0-1 1 0 0,-1 1-1 0 0,2-1 0 0 0,1-1-9 0 0,-1 0 0 0 0,1 1 0 0 0,0 0-1 0 0,-1-1 1 0 0,1 1 0 0 0,0 0 0 0 0,0 1 0 0 0,-1-1 0 0 0,1 0-1 0 0,0 1 1 0 0,3-1 0 0 0,0 1-68 0 0,-1 0 0 0 0,0 1 0 0 0,1-1 0 0 0,-1 1 1 0 0,0 0-1 0 0,0 0 0 0 0,0 1 0 0 0,0 0 0 0 0,0 0 0 0 0,0 0 0 0 0,0 0 0 0 0,-1 1 0 0 0,1-1 0 0 0,-1 1 0 0 0,0 1 0 0 0,1-1 0 0 0,6 8 0 0 0,36 36 449 0 0,7 8-306 0 0,12 20-157 0 0,-57-67-95 0 0,0 0-1 0 0,0 0 1 0 0,1-1-1 0 0,12 7 1 0 0,-8-6-233 0 0,17 19-2003 0 0,-31-27 718 0 0,3 0-60 0 0,11 0-16 0 0</inkml:trace>
</inkml:ink>
</file>

<file path=ppt/ink/ink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37.63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99 8552 0 0,'0'0'389'0'0,"0"0"-6"0"0,1-2-123 0 0,2-4 1000 0 0,0-1 0 0 0,-1 0 0 0 0,3-13 0 0 0,-5 19-1149 0 0,0-1 1 0 0,1 1 0 0 0,-1 0-1 0 0,1-1 1 0 0,-1 1 0 0 0,1-1-1 0 0,0 1 1 0 0,-1 0 0 0 0,2-2-1 0 0,1-2 90 0 0,-2 3-92 0 0,0 0 0 0 0,1 1 1 0 0,-1-1-1 0 0,0 0 0 0 0,1 1 1 0 0,-1-1-1 0 0,2-1 0 0 0,6-6 299 0 0,-8 8-233 0 0,0 0-162 0 0,1 1 0 0 0,-1 0-1 0 0,0-1 1 0 0,0 1 0 0 0,0-1 0 0 0,0 1-1 0 0,0-1 1 0 0,1 0 0 0 0,-1 0-1 0 0,0 1 1 0 0,0-1 0 0 0,0 0 0 0 0,1-1-1 0 0,-2 2-5 0 0,0-1-3 0 0,1 1-1 0 0,-1 0 0 0 0,0 0 0 0 0,1 0 1 0 0,-1 0-1 0 0,0 0 0 0 0,1 0 0 0 0,-1 0 1 0 0,0 0-1 0 0,1 0 0 0 0,-1 0 0 0 0,1 0 0 0 0,-1 0 1 0 0,0 0-1 0 0,1 0 0 0 0,-1 0 0 0 0,0 1 1 0 0,1-1-1 0 0,-1 0 0 0 0,0 0 0 0 0,1 0 1 0 0,-1 0-1 0 0,0 1 0 0 0,1-1 0 0 0,0 1 7 0 0,11 6 45 0 0,-10-4-55 0 0,-1 0 9 0 0,5 6 19 0 0,-3-5-28 0 0,0 0 0 0 0,0 0 0 0 0,0 1 0 0 0,-1-1 1 0 0,1 1-1 0 0,-1 0 0 0 0,0 0 0 0 0,-1 0 0 0 0,1 0 0 0 0,-1 0 0 0 0,0 0 0 0 0,1 9 0 0 0,-2 13-168 0 0,-1-7-84 0 0,3 24 0 0 0,-1-26-52 0 0,-1 0 0 0 0,-1-1-1 0 0,-3 22 1 0 0,-1 27 226 0 0,5-61 12 0 0,-1 0 0 0 0,0 0 0 0 0,1 0 1 0 0,-3 6-1 0 0,3-10 29 0 0,9 17 403 0 0,-8-17-347 0 0,-1 0 0 0 0,0-1 1 0 0,1 1-1 0 0,-1-1 0 0 0,0 1 1 0 0,1-1-1 0 0,-1 1 0 0 0,1-1 1 0 0,-1 1-1 0 0,0-1 0 0 0,1 1 1 0 0,-1-1-1 0 0,1 1 0 0 0,0-1 1 0 0,-1 0-1 0 0,1 1 0 0 0,-1-1 1 0 0,1 0-1 0 0,0 0 0 0 0,-1 1 1 0 0,1-1-1 0 0,0 0 0 0 0,-1 0 1 0 0,1 0-1 0 0,-1 0 0 0 0,1 0 1 0 0,0 0-1 0 0,1 0 0 0 0,0 0 14 0 0,1-1 0 0 0,-1 0 0 0 0,1 1-1 0 0,-1-1 1 0 0,0-1 0 0 0,3 0 0 0 0,6-3 160 0 0,11-3-1 0 0,0-2 0 0 0,35-20-1 0 0,14-5-38 0 0,-56 28-605 0 0,-14 7 291 0 0,1-1 1 0 0,-1 1-1 0 0,1-1 0 0 0,-1 0 0 0 0,1 1 0 0 0,-1-1 0 0 0,0 0 0 0 0,3-2 1 0 0,-3 2-844 0 0</inkml:trace>
</inkml:ink>
</file>

<file path=ppt/ink/ink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41.1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160 9 2304 0 0,'0'0'359'0'0,"0"0"666"0"0,1-1 294 0 0,3-5 59 0 0,-4 5-77 0 0,0 1-374 0 0,0 0-167 0 0,0 0-31 0 0,0 0-31 0 0,0 0-104 0 0,0 0-46 0 0,0 0-10 0 0,0 0-33 0 0,0 0-129 0 0,-9 4 536 0 0,5-2-829 0 0,1 1 0 0 0,0-1-1 0 0,0 1 1 0 0,0 0 0 0 0,0 0 0 0 0,0 1 0 0 0,0-1 0 0 0,1 0-1 0 0,0 1 1 0 0,0 0 0 0 0,-2 3 0 0 0,-2 8 46 0 0,-8 26 1 0 0,6-15-58 0 0,-8 21 3 0 0,4-14-49 0 0,-13 54 0 0 0,23-73-22 0 0,1-1 0 0 0,1 26 1 0 0,1-29-8 0 0,-1 0 0 0 0,0 0 0 0 0,0 1 0 0 0,-2-1 0 0 0,-3 19 0 0 0,2-21-22 0 0,2-5 0 0 0,-1 0 0 0 0,2 0-1 0 0,-1 0 1 0 0,0 0 0 0 0,1 0 0 0 0,-1 0 0 0 0,1 4 0 0 0,-5 18-202 0 0,1-5-36 0 0,4-19 228 0 0,0-1 1 0 0,0 1 0 0 0,0 0-1 0 0,0-1 1 0 0,0 1 0 0 0,0 0 0 0 0,0 0-1 0 0,-1-1 1 0 0,1 1 0 0 0,0 0 0 0 0,-1-1-1 0 0,1 1 1 0 0,0-1 0 0 0,-1 1-1 0 0,1 0 1 0 0,-1-1 0 0 0,0 1 0 0 0,-1 2-97 0 0,-4 9-285 0 0</inkml:trace>
</inkml:ink>
</file>

<file path=ppt/ink/ink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41.51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48 5064 0 0,'0'0'389'0'0,"0"-1"-61"0"0,-1-1 83 0 0,2 0 0 0 0,-1-1 0 0 0,0 1 1 0 0,0 0-1 0 0,1 0 0 0 0,-1 0 0 0 0,1 0 0 0 0,1-3 0 0 0,-2 3 869 0 0,0 2-497 0 0,1-1-593 0 0,-1 0 0 0 0,0 0 0 0 0,0 0 0 0 0,1 0 0 0 0,-1 0 0 0 0,1 0 1 0 0,-1 0-1 0 0,1 0 0 0 0,-1 0 0 0 0,1 0 0 0 0,0 0 0 0 0,-1 0 0 0 0,3-2 1 0 0,1-2 107 0 0,-3 3 135 0 0,-1 2-61 0 0,0 0-27 0 0,1 0-7 0 0,4 1-205 0 0,-1 0 0 0 0,1 0 1 0 0,-1 0-1 0 0,0 1 1 0 0,1 0-1 0 0,-1 0 0 0 0,0 0 1 0 0,0 0-1 0 0,4 3 1 0 0,7 4-117 0 0,1 0 257 0 0,0 2 0 0 0,-1 0 0 0 0,0 1 0 0 0,25 27-1 0 0,-14-14-308 0 0,-15-15 38 0 0,1 0 1 0 0,0-2-1 0 0,0 1 1 0 0,1-1 0 0 0,26 11-1 0 0,-10-2 69 0 0,-22-12-86 0 0,1-1 1 0 0,12 6 0 0 0,-2 3-1898 0 0,-6-6 940 0 0</inkml:trace>
</inkml:ink>
</file>

<file path=ppt/ink/ink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42.04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1 133 5984 0 0,'0'0'464'0'0,"0"-2"-123"0"0,9-35 4487 0 0,-8 32-4347 0 0,1 1 0 0 0,0 0 0 0 0,1 0 0 0 0,-1 0 0 0 0,1 0 0 0 0,0 0 0 0 0,4-5-1 0 0,10-14 735 0 0,-15 20-1079 0 0,1 0 0 0 0,0 0 0 0 0,0 0 0 0 0,0 0 0 0 0,0 0 0 0 0,0 0 0 0 0,1 1-1 0 0,-1 0 1 0 0,6-3 0 0 0,-7 3-47 0 0,0 2 143 0 0,7 4-128 0 0,1-3-92 0 0,1 0 47 0 0,-11-1-57 0 0,1 0 1 0 0,-1 0-1 0 0,0 0 0 0 0,1 1 0 0 0,-1-1 1 0 0,0 0-1 0 0,1 0 0 0 0,-1 0 0 0 0,0 1 1 0 0,0-1-1 0 0,1 0 0 0 0,-1 1 1 0 0,0-1-1 0 0,1 0 0 0 0,-1 0 0 0 0,0 1 1 0 0,0-1-1 0 0,0 0 0 0 0,1 1 0 0 0,-1-1 1 0 0,0 1-1 0 0,0-1 0 0 0,12 21 65 0 0,-10-18-67 0 0,-1 0 1 0 0,0 0 0 0 0,0 0-1 0 0,0 1 1 0 0,0-1 0 0 0,0 0-1 0 0,-1 0 1 0 0,1 0-1 0 0,-1 1 1 0 0,0-1 0 0 0,0 0-1 0 0,-1 1 1 0 0,0 4 0 0 0,0 17-82 0 0,1 20-374 0 0,0-43 302 0 0,0-2-21 0 0,0 0-2 0 0,10-4-105 0 0,7-4 139 0 0,-15 8 145 0 0,1-1 0 0 0,0 0-1 0 0,-1 0 1 0 0,1-1-1 0 0,-1 1 1 0 0,1-1-1 0 0,-1 1 1 0 0,1-1 0 0 0,-1 0-1 0 0,3-2 1 0 0,0-3 52 0 0,-4 6-53 0 0,0-1 0 0 0,0 1 0 0 0,0-1 0 0 0,0 1-1 0 0,0 0 1 0 0,1 0 0 0 0,-1 0 0 0 0,0 0 0 0 0,1 0 0 0 0,-1 0-1 0 0,3-1 1 0 0,-2 0-42 0 0,1 1-1 0 0,-1-1 1 0 0,1 0 0 0 0,-1 0-1 0 0,3-3 1 0 0,0 0-11 0 0,-3 4 92 0 0,8-2 251 0 0,23 22-625 0 0,-33-19 344 0 0,1 1 0 0 0,0-1 0 0 0,-1 1 0 0 0,1 0 0 0 0,0-1 0 0 0,-1 1 0 0 0,1 0 0 0 0,-1 0 0 0 0,1-1 0 0 0,-1 1 0 0 0,1 0 0 0 0,-1 0 0 0 0,1 0 0 0 0,-1 0 0 0 0,0 0 0 0 0,0-1 0 0 0,1 1 0 0 0,-1 2 0 0 0,1 1 30 0 0,0-2-43 0 0,0 1-1 0 0,0-1 0 0 0,0 1 0 0 0,-1-1 1 0 0,1 1-1 0 0,-1-1 0 0 0,1 1 0 0 0,-1-1 1 0 0,0 1-1 0 0,0-1 0 0 0,0 1 0 0 0,0 0 1 0 0,-1 3-1 0 0,0 1-15 0 0,-1 3-6 0 0,0 1 0 0 0,0 0 0 0 0,-1-1 0 0 0,0 0 0 0 0,-7 14 0 0 0,2-6-104 0 0,4-10-255 0 0,1-1 1 0 0,-1 0-1 0 0,0 0 1 0 0,0 0-1 0 0,-10 11 1 0 0,1-5-4938 0 0</inkml:trace>
</inkml:ink>
</file>

<file path=ppt/ink/ink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42.68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30 204 4608 0 0,'0'0'208'0'0,"-1"1"119"0"0,0 5 43 0 0,1-5-72 0 0,0 0-1 0 0,-1 0 0 0 0,1 0 0 0 0,0 0 0 0 0,-1 0 1 0 0,1 0-1 0 0,0 0 0 0 0,-1-1 0 0 0,1 1 0 0 0,-1 0 1 0 0,0 1-1 0 0,0-1 268 0 0,1-1-18 0 0,-2 1-13 0 0,1-1-473 0 0,1 0-1 0 0,-1 1 1 0 0,0-1-1 0 0,1 0 0 0 0,-1 1 1 0 0,0-1-1 0 0,1 1 0 0 0,-1-1 1 0 0,1 1-1 0 0,-1-1 1 0 0,1 1-1 0 0,-1 0 0 0 0,1-1 1 0 0,-1 1-1 0 0,1-1 1 0 0,-1 1-1 0 0,1 0 0 0 0,0-1 1 0 0,0 1-1 0 0,-1 0 0 0 0,1 0 1 0 0,0-1-1 0 0,0 3 1 0 0,0-3 365 0 0,0 0-188 0 0,-7 6-67 0 0,6-5 4488 0 0,174-122-3378 0 0,-142 95-1193 0 0,-17 14-27 0 0,21-14 1 0 0,40-23 83 0 0,-71 43-122 0 0,-4 6-10 0 0,1 0-1 0 0,-1-1 1 0 0,0 1-1 0 0,0 0 0 0 0,0 0 1 0 0,1-1-1 0 0,-1 1 1 0 0,0 0-1 0 0,0 0 1 0 0,1 0-1 0 0,-1-1 1 0 0,0 1-1 0 0,1 0 1 0 0,-1 0-1 0 0,0 0 1 0 0,1 0-1 0 0,-1 0 1 0 0,0-1-1 0 0,0 1 1 0 0,1 0-1 0 0,-1 0 1 0 0,1 0-1 0 0,3-2-2587 0 0,-4 2 1477 0 0</inkml:trace>
</inkml:ink>
</file>

<file path=ppt/ink/ink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46.16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13 722 5064 0 0,'0'0'389'0'0,"-1"0"-250"0"0,-2 0-9 0 0,-2 7 1064 0 0,2-3 336 0 0,2-5 2392 0 0,10-52-1924 0 0,-7 43-1713 0 0,1-1 0 0 0,0 1-1 0 0,0 0 1 0 0,1 1 0 0 0,9-20-1 0 0,34-44 680 0 0,-15 25-539 0 0,2-9-194 0 0,45-67 218 0 0,-28 46-400 0 0,-27 40-34 0 0,4-12-15 0 0,6-7 0 0 0,-29 48 16 0 0,0 1 1 0 0,4-12-1 0 0,-1 3-1 0 0,-2 8-15 0 0,0 2-29 0 0,-5 6-123 0 0,-1 1-52 0 0,0 0-11 0 0,0 0-1 0 0,0 0 0 0 0,0 0 0 0 0,0 0-715 0 0,-1-1-3008 0 0,-6-2-1286 0 0</inkml:trace>
</inkml:ink>
</file>

<file path=ppt/ink/ink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46.64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41 33 6128 0 0,'0'0'281'0'0,"0"0"-6"0"0,-2 2-178 0 0,-19 29 2203 0 0,20-29-1503 0 0,0-1-614 0 0,0 0-1 0 0,0 0 0 0 0,-1 0 0 0 0,1 0 0 0 0,0 0 0 0 0,0 1 1 0 0,0-1-1 0 0,0 0 0 0 0,-1 3 0 0 0,2-3-34 0 0,-1 0 453 0 0,0 0-129 0 0,1 0-410 0 0,0-1 1 0 0,-1 1-1 0 0,1-1 1 0 0,0 0 0 0 0,0 1-1 0 0,-1-1 1 0 0,1 1-1 0 0,0-1 1 0 0,0 0-1 0 0,0 1 1 0 0,0-1-1 0 0,0 1 1 0 0,-1-1-1 0 0,1 1 1 0 0,0-1-1 0 0,0 1 1 0 0,0-1-1 0 0,0 0 1 0 0,0 1-1 0 0,0-1 1 0 0,0 1-1 0 0,0-1 1 0 0,1 1-1 0 0,-1-1 1 0 0,0 1-1 0 0,0-1 1 0 0,0 0-1 0 0,0 1 1 0 0,1-1-1 0 0,-1 1 1 0 0,0-1-1 0 0,0 0 1 0 0,1 1 0 0 0,-1-1-1 0 0,0 0 1 0 0,1 1-1 0 0,-1-1 1 0 0,0 0-1 0 0,1 1 1 0 0,-1-1-1 0 0,0 0 1 0 0,1 0-1 0 0,-1 1 1 0 0,2-1-1 0 0,-2 0-44 0 0,0 0 0 0 0,1 0 0 0 0,-1 0 0 0 0,1 0 0 0 0,-1 0 0 0 0,0 0 0 0 0,1 0 0 0 0,-1 0 0 0 0,1 0 0 0 0,-1 0 0 0 0,1 0 0 0 0,-1 0 0 0 0,0 0 0 0 0,1-1 0 0 0,-1 1 0 0 0,1 0 0 0 0,-1 0 0 0 0,0 0 0 0 0,1-1 0 0 0,1 0 45 0 0,6-2 49 0 0,0 1 0 0 0,0-1 0 0 0,0-1 0 0 0,8-4 0 0 0,87-47 256 0 0,-55 31-216 0 0,-45 24-86 0 0,21 11 29 0 0,-24-10-87 0 0,1-1 0 0 0,-1 0 0 0 0,1 1-1 0 0,-1-1 1 0 0,1 1 0 0 0,-1-1 0 0 0,0 1 0 0 0,1-1-1 0 0,-1 1 1 0 0,0-1 0 0 0,0 1 0 0 0,1-1 0 0 0,-1 1-1 0 0,0-1 1 0 0,0 1 0 0 0,1 0 0 0 0,0 3 20 0 0,1 0-28 0 0,-1 0 0 0 0,1 1 0 0 0,-1 0 0 0 0,0-1-1 0 0,0 1 1 0 0,-1 0 0 0 0,1-1 0 0 0,-1 1 0 0 0,0 0-1 0 0,-1 7 1 0 0,0 5-119 0 0,1-12 115 0 0,-1 1 1 0 0,1 0-1 0 0,-2-1 0 0 0,-1 7 1 0 0,1-6 4 0 0,1 0-1 0 0,0 0 1 0 0,0 0 0 0 0,-1 8-1 0 0,-6 40 291 0 0,8-47-118 0 0,0-6-45 0 0,0 1-201 0 0,0 15-1026 0 0,0-16-3016 0 0,0-1-1365 0 0</inkml:trace>
</inkml:ink>
</file>

<file path=ppt/ink/ink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50.43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118 37 3224 0 0,'0'-2'417'0'0,"1"-13"1627"0"0,1-3 4487 0 0,-2 16-5979 0 0,0 2-10 0 0,0 0-38 0 0,0 0-141 0 0,0 0-62 0 0,0 0-11 0 0,0 0-12 0 0,0 0-38 0 0,-1 0-210 0 0,0 1-1 0 0,1-1 0 0 0,-1 0 1 0 0,0 0-1 0 0,0 1 1 0 0,0-1-1 0 0,1 0 0 0 0,-1 1 1 0 0,0-1-1 0 0,1 1 1 0 0,-1-1-1 0 0,0 1 0 0 0,1-1 1 0 0,-1 1-1 0 0,1-1 1 0 0,-1 1-1 0 0,0 0 0 0 0,1-1 1 0 0,-1 2-1 0 0,-7 12 165 0 0,7-9-140 0 0,-7 13 51 0 0,1 0 0 0 0,-8 33 0 0 0,-16 119-31 0 0,17-83-569 0 0,8-53 42 0 0,0 2-1027 0 0,0-15-2245 0 0,1-8-745 0 0</inkml:trace>
</inkml:ink>
</file>

<file path=ppt/ink/ink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50.78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 42 920 0 0,'-3'-3'77'0'0,"2"2"-57"0"0,0 0-1 0 0,0 0 0 0 0,1 0 1 0 0,-1 0-1 0 0,0 0 0 0 0,0 0 1 0 0,1 0-1 0 0,-1 0 0 0 0,1 0 1 0 0,-1 0-1 0 0,1 0 0 0 0,-1 0 1 0 0,1-1-1 0 0,0 1 0 0 0,0 0 1 0 0,-1 0-1 0 0,1 0 0 0 0,0-1 1 0 0,0 0-1 0 0,0-5 8779 0 0,-1 3-3876 0 0,1-1-2693 0 0,8 7-3278 0 0,-1-1 1930 0 0,1 2-745 0 0,-1-1 1 0 0,0 1-1 0 0,11 6 1 0 0,13 6 87 0 0,-9-7-117 0 0,-12-4-62 0 0,0 0 1 0 0,11 2-1 0 0,-5-2 19 0 0,22 9 0 0 0,10 3 5 0 0,6 4-69 0 0,-47-18-721 0 0,-1 0 0 0 0,0 0 0 0 0,1 1 0 0 0,-1 0 0 0 0,0 0 0 0 0,0 1-1 0 0,9 6 1 0 0,-11-6-4701 0 0</inkml:trace>
</inkml:ink>
</file>

<file path=ppt/ink/ink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51.18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1 121 7888 0 0,'0'0'362'0'0,"0"0"-11"0"0,0-1-223 0 0,6-23 145 0 0,-5 19 242 0 0,0 1 1 0 0,0-1-1 0 0,0 0 1 0 0,1 1-1 0 0,3-8 0 0 0,5-14 1972 0 0,-8 20-1948 0 0,0 1-1 0 0,0-1 1 0 0,4-6-1 0 0,-5 11-515 0 0,-1 1-1 0 0,0 0 0 0 0,0-1 0 0 0,0 1 0 0 0,1 0 0 0 0,-1-1 0 0 0,0 1 1 0 0,0 0-1 0 0,0 0 0 0 0,1-1 0 0 0,-1 1 0 0 0,0 0 0 0 0,1 0 0 0 0,-1 0 0 0 0,0-1 1 0 0,1 1-1 0 0,-1 0 0 0 0,0 0 0 0 0,1 0 0 0 0,-1 0 0 0 0,0 0 0 0 0,1 0 0 0 0,-1 0 1 0 0,0 0-1 0 0,1 0 0 0 0,-1 0 0 0 0,1 0 0 0 0,8 6 156 0 0,8 18-183 0 0,-12-18 164 0 0,-4-2-148 0 0,1-1 0 0 0,-1 0-1 0 0,0 0 1 0 0,0 1 0 0 0,0-1-1 0 0,0 0 1 0 0,0 1 0 0 0,-1-1-1 0 0,1 7 1 0 0,3 14-27 0 0,1 0-388 0 0,2 29-1 0 0,3 9-560 0 0,-9-42 579 0 0,-2 1 117 0 0,1-21 268 0 0,0 0 0 0 0,0 0 0 0 0,0 0 0 0 0,0 0 0 0 0,0 1 0 0 0,0-1 0 0 0,0 0 0 0 0,0 0 0 0 0,0 0 0 0 0,0 0 0 0 0,0 0 0 0 0,0 0 0 0 0,0 0 0 0 0,0 0 0 0 0,0 0 0 0 0,1 1 0 0 0,-1-1 0 0 0,0 0 0 0 0,0 0 0 0 0,0 0 0 0 0,0 0 0 0 0,0 0 0 0 0,0 0-1 0 0,0 0 1 0 0,0 0 0 0 0,0 0 0 0 0,0 0 0 0 0,0 0 0 0 0,0 0 0 0 0,0 0 0 0 0,1 1 0 0 0,-1-1 0 0 0,0 0 0 0 0,0 0 0 0 0,0 0 0 0 0,0 0 0 0 0,0 0 0 0 0,0 0 0 0 0,0 0 0 0 0,0 0 0 0 0,1 0 0 0 0,0 0 2 0 0,2 2 26 0 0,1-1 1 0 0,0 0-1 0 0,0 0 0 0 0,7 1 1 0 0,-9-2 104 0 0,0 0-4 0 0,11-5 0 0 0,1 0 0 0 0,-2-1 0 0 0,17-9 0 0 0,-25 13-102 0 0,0-1 0 0 0,0 0 0 0 0,0-1 0 0 0,4-3 1 0 0,-5 3-18 0 0,0 1 0 0 0,0 0 0 0 0,1 0 0 0 0,4-2 0 0 0,68-42-881 0 0,-66 40-160 0 0</inkml:trace>
</inkml:ink>
</file>

<file path=ppt/ink/ink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51.53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144 39 4608 0 0,'0'-2'46'0'0,"0"0"-1"0"0,-1 1 1 0 0,1-1 0 0 0,0 1 0 0 0,0-1 0 0 0,-1 0-1 0 0,1 1 1 0 0,-1-1 0 0 0,0 1 0 0 0,1-1-1 0 0,-1 1 1 0 0,0-1 0 0 0,0 1 0 0 0,-1-3 0 0 0,1 3 984 0 0,1 1 357 0 0,0 0-1056 0 0,0-1 0 0 0,0 1 0 0 0,-1-1 0 0 0,1 0 0 0 0,0 1 0 0 0,0-1 0 0 0,0 1 0 0 0,0-1 0 0 0,-1 1 0 0 0,1-1 0 0 0,0 1 0 0 0,-1-1 0 0 0,1 1 0 0 0,0-1 0 0 0,-1 1 0 0 0,1-1 0 0 0,-1 1 0 0 0,1-1 0 0 0,0 1 0 0 0,-1 0 0 0 0,1-1 0 0 0,-1 1 0 0 0,1 0 0 0 0,-1 0 0 0 0,0-1 0 0 0,-2 4-205 0 0,0 1-1 0 0,1-1 0 0 0,0 1 1 0 0,0 0-1 0 0,0 0 0 0 0,0 0 1 0 0,0 0-1 0 0,1 0 0 0 0,-2 8 1 0 0,-6 42-174 0 0,8-47 19 0 0,-33 173 477 0 0,13-79-1080 0 0,10-41 175 0 0,6-42-711 0 0,-11 32 0 0 0,10-34 338 0 0</inkml:trace>
</inkml:ink>
</file>

<file path=ppt/ink/ink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51.87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51 4144 0 0,'0'0'319'0'0,"3"-10"2914"0"0,-4 6-1691 0 0,0-1 0 0 0,0 1 1 0 0,1-1-1 0 0,0-8 0 0 0,0 9-1013 0 0,3 3-323 0 0,-1 0 1 0 0,1 0-1 0 0,0 1 1 0 0,0-1 0 0 0,5 0-1 0 0,-1 1-117 0 0,-1 1 0 0 0,0 0-1 0 0,1 0 1 0 0,-1 0 0 0 0,0 1-1 0 0,0 0 1 0 0,0 0-1 0 0,10 6 1 0 0,5 4-36 0 0,20 15 1 0 0,5 2-616 0 0,-20-13 882 0 0,-18-10-158 0 0,0-1 1 0 0,17 8-1 0 0,-16-8-263 0 0,0 0-1 0 0,9 6 1 0 0,-9-5-377 0 0,3 5-535 0 0,3 1-3843 0 0,-7-11-186 0 0</inkml:trace>
</inkml:ink>
</file>

<file path=ppt/ink/ink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52.31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6 229 920 0 0,'-6'-14'351'0'0,"7"9"488"0"0,-1 2-84 0 0,0-13 3259 0 0,0 9-2696 0 0,-1 0 0 0 0,2 0 1 0 0,0-10-1 0 0,3-7 166 0 0,-2 14-815 0 0,-1 1 0 0 0,5-12 1 0 0,-2 11-198 0 0,0 0 1 0 0,8-13 0 0 0,-1 3 56 0 0,3 4 7 0 0,-11 13-457 0 0,-2 2 106 0 0,-1 1-13 0 0,0 0-50 0 0,10-4 72 0 0,-3 3-103 0 0,4 4-28 0 0,-7-2-57 0 0,11 5-6 0 0,-12-2 0 0 0,-3-1 0 0 0,0-3 0 0 0,3 3-43 0 0,-1 1-1 0 0,0-1 1 0 0,0 1-1 0 0,0 0 1 0 0,0 0-1 0 0,-1-1 1 0 0,1 1-1 0 0,0 6 0 0 0,1 5-166 0 0,2 14-1101 0 0,-5 1 73 0 0,0-28 802 0 0,4 2-407 0 0,-4-4 806 0 0,0 1-1 0 0,0-1 0 0 0,0 0 0 0 0,1 0 0 0 0,-1 1 0 0 0,0-1 0 0 0,0 0 1 0 0,0 0-1 0 0,1 0 0 0 0,-1 1 0 0 0,0-1 0 0 0,0 0 0 0 0,0 0 0 0 0,1 0 1 0 0,-1 0-1 0 0,0 1 0 0 0,0-1 0 0 0,1 0 0 0 0,-1 0 0 0 0,0 0 0 0 0,1 0 1 0 0,-1 0-1 0 0,0 0 0 0 0,0 0 0 0 0,1 0 0 0 0,-1 0 0 0 0,0 0 0 0 0,1 0 1 0 0,-1 0-1 0 0,0 0 0 0 0,0 0 0 0 0,1 0 0 0 0,-1 0 0 0 0,0 0 0 0 0,1 0 0 0 0,-1 0 1 0 0,0 0-1 0 0,1-1 0 0 0,3 0 29 0 0,-1 0 0 0 0,1 0 0 0 0,0-1-1 0 0,0 0 1 0 0,-1 0 0 0 0,1 0 0 0 0,-1 0 0 0 0,0 0 0 0 0,1-1 0 0 0,-1 1 0 0 0,3-4 0 0 0,23-18 321 0 0,-28 23-253 0 0,1 0-1 0 0,-1 0 1 0 0,0 0 0 0 0,1 1 0 0 0,-1-1 0 0 0,1 1 0 0 0,-1-1 0 0 0,1 1 0 0 0,0 0 0 0 0,-1-1 0 0 0,1 1 0 0 0,-1 0 0 0 0,1 0 0 0 0,-1 0 0 0 0,1 0 0 0 0,0 0 0 0 0,-1 1 0 0 0,2-1 0 0 0,0 1 69 0 0,-3 0-109 0 0,0 0 1 0 0,1 0 0 0 0,-1 0 0 0 0,0 0 0 0 0,1 0 0 0 0,-1-1 0 0 0,1 1 0 0 0,-1 0-1 0 0,1 0 1 0 0,0 0 0 0 0,-1-1 0 0 0,1 1 0 0 0,0 0 0 0 0,1 1 0 0 0,7 8 106 0 0,-7-4-84 0 0,-1 1 1 0 0,1-1-1 0 0,-1 1 1 0 0,0-1-1 0 0,-1 1 1 0 0,0-1 0 0 0,0 1-1 0 0,-1 10 1 0 0,0 6 19 0 0,0-12-39 0 0,0 1 0 0 0,0-1 0 0 0,-1 0 0 0 0,-1 1 0 0 0,-7 18 1 0 0,8-16-43 0 0,3-13 6 0 0,-1 1 1 0 0,-1-1 0 0 0,1 0 0 0 0,0 0 0 0 0,0 0-1 0 0,0 0 1 0 0,-1 1 0 0 0,1-1 0 0 0,0 0 0 0 0,-1 0 0 0 0,1 0-1 0 0,-2 2 1 0 0,-11 13-924 0 0,5-8 402 0 0</inkml:trace>
</inkml:ink>
</file>

<file path=ppt/ink/ink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52.94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46 280 6480 0 0,'0'0'297'0'0,"0"0"-9"0"0,-13 7-177 0 0,10-5 582 0 0,0 1-1 0 0,0-1 1 0 0,0 0 0 0 0,0 0 0 0 0,-1 0 0 0 0,1 0-1 0 0,-5 2 1 0 0,6-4-331 0 0,2 0-9 0 0,0 0-29 0 0,0 3 776 0 0,0-1 1147 0 0,6-3-2208 0 0,-1 0 29 0 0,0-1 0 0 0,-1 0-1 0 0,1 0 1 0 0,-1-1-1 0 0,7-4 1 0 0,12-6 112 0 0,-14 9-112 0 0,-1-1 0 0 0,0 0 0 0 0,-1 0 0 0 0,8-7 1 0 0,14-10 83 0 0,-19 15-93 0 0,0-1 1 0 0,14-14-1 0 0,-4 4-20 0 0,-3 1-25 0 0,28-22 36 0 0,25-12-50 0 0,-63 46 179 0 0,-1 0-1 0 0,9-9 0 0 0,1 0 127 0 0,-15 12-371 0 0,6-7-452 0 0,2 3 497 0 0,-7 5 74 0 0,9-3 85 0 0,-3 1-1217 0 0,0 2-3213 0 0,10 1 2838 0 0</inkml:trace>
</inkml:ink>
</file>

<file path=ppt/ink/ink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9:18.81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103 66 4376 0 0,'0'0'199'0'0,"-14"7"3088"0"0,10-3-2859 0 0,-1 0 0 0 0,1-1-1 0 0,0 1 1 0 0,-1-1-1 0 0,0 0 1 0 0,-6 3 0 0 0,-4-5 2413 0 0,13-2-882 0 0,12 1-1838 0 0,1 0 1 0 0,0-1-1 0 0,-1 0 1 0 0,17-5 0 0 0,-24 4-102 0 0,-1 2-12 0 0,0-1 0 0 0,-1 1 0 0 0,1 0 0 0 0,0-1 0 0 0,-1 1 1 0 0,1 0-1 0 0,0 0 0 0 0,0 0 0 0 0,-1 0 0 0 0,1 0 0 0 0,1 1 0 0 0,22-2 66 0 0,-16 0 145 0 0,0 1 0 0 0,16 1-1 0 0,-22 0-232 0 0,-1-1-1 0 0,1 0 1 0 0,0 0-1 0 0,-1 0 1 0 0,1 0-1 0 0,0 0 1 0 0,3-1-1 0 0,32-1-205 0 0,11 2 231 0 0,-46 0-6 0 0,0 0 0 0 0,0 0-1 0 0,-1 0 1 0 0,1-1 0 0 0,0 1-1 0 0,0-1 1 0 0,0 1 0 0 0,-1-1 0 0 0,5-2-1 0 0,2 0 2 0 0,61-17 201 0 0,-63 18-135 0 0,1 0 0 0 0,14-1 0 0 0,5-2 51 0 0,-19 3-57 0 0,5-1 24 0 0,0 0 0 0 0,0 1-1 0 0,14 0 1 0 0,18-5 27 0 0,-31 6-119 0 0,-11-1 3 0 0,0 0 14 0 0,6 0 35 0 0,0 0 0 0 0,1 0 0 0 0,-1 0 0 0 0,0 1 0 0 0,1 1 0 0 0,10 0 0 0 0,29-3 141 0 0,21 1 90 0 0,-55 0-224 0 0,0 2 0 0 0,17 1 0 0 0,-4-1-40 0 0,24 4 343 0 0,-25-1-443 0 0,-20-1 44 0 0,0-1 0 0 0,1 0-1 0 0,-1-1 1 0 0,10 1-1 0 0,10-1 40 0 0,-24 0 0 0 0,0 0 0 0 0,0 0 0 0 0,0 0 0 0 0,0-1 0 0 0,0 1 0 0 0,0-1 0 0 0,3-1 0 0 0,2 0 0 0 0,15-2 11 0 0,-9 2 7 0 0,0 0 0 0 0,26-1-1 0 0,-38 3-17 0 0,0 0 0 0 0,-1 0 0 0 0,1 0 0 0 0,0 0 0 0 0,-1 0 0 0 0,1 0 0 0 0,0 0 0 0 0,-1 1 0 0 0,1-1 0 0 0,-1 1 0 0 0,1-1 0 0 0,1 2 0 0 0,4-1 0 0 0,18-1 54 0 0,0 6-44 0 0,-17-5-10 0 0,2-1 0 0 0,4-1 0 0 0,-14 1 0 0 0,26 6 0 0 0,-8 1 0 0 0,9-3 0 0 0,-15-4 0 0 0,-2 0 0 0 0,34 0 0 0 0,-34-1 0 0 0,12-1 0 0 0,9 2 0 0 0,-22 0 0 0 0,0 0 0 0 0,3 0 0 0 0,-1 0 0 0 0,1 0 0 0 0,-3 0 0 0 0,1 0 0 0 0,2 0 0 0 0,-3-1 0 0 0,28-7 0 0 0,-25 6 0 0 0,-3 4 11 0 0,-6-1 32 0 0,4 2-22 0 0,1 2 32 0 0,-3 1 1 0 0,-2-3-53 0 0,-1 1 0 0 0,0-1 1 0 0,0 0-1 0 0,0 0 0 0 0,0 1 1 0 0,-1-1-1 0 0,2 7 0 0 0,2 17-1 0 0,-3-24 32 0 0,-3 19 0 0 0,1-17-32 0 0,3 26 0 0 0,-2-11 26 0 0,-1 27 0 0 0,0-27 0 0 0,-4 43 40 0 0,4 60-74 0 0,0-120 13 0 0,0 0 0 0 0,-1 0-1 0 0,1 0 1 0 0,-1 1-1 0 0,0-1 1 0 0,-1 2-1 0 0,1-2 1 0 0,0 0 0 0 0,0 0-1 0 0,1 0 1 0 0,-1 0-1 0 0,1 0 1 0 0,-1 4-1 0 0,-2 12 0 0 0,1-15-8 0 0,1-1 1 0 0,1 1-1 0 0,-1 0 0 0 0,0 6 1 0 0,-4 24-71 0 0,-3 33 210 0 0,3-27-136 0 0,5-32 0 0 0,0 0 0 0 0,-1 0 0 0 0,-2 12 0 0 0,2-3 0 0 0,1-16 0 0 0,0 1 0 0 0,0-1 0 0 0,0 1 0 0 0,0-1 0 0 0,0 1 0 0 0,-1-1 0 0 0,1 1 0 0 0,0-1 0 0 0,-1 1 0 0 0,1-1 0 0 0,-2 3 0 0 0,1-2 0 0 0,0 0 0 0 0,0 1 0 0 0,1-1 0 0 0,-1 1 0 0 0,0-1 0 0 0,1 1 0 0 0,0 0 0 0 0,-1-1 0 0 0,1 1 0 0 0,0-1 0 0 0,0 1 0 0 0,1 3 0 0 0,0 17 0 0 0,-1-15 0 0 0,-1-3 0 0 0,1 0 0 0 0,1 0 0 0 0,-1-1 0 0 0,1 1 0 0 0,2 10 0 0 0,-3-14 0 0 0,0-1 0 0 0,0 1 0 0 0,0 0 0 0 0,1-1 0 0 0,-1 1 0 0 0,0 0 0 0 0,0-1 0 0 0,0 1 0 0 0,0 0 0 0 0,0-1 0 0 0,-1 1 0 0 0,1 0 0 0 0,0-1 0 0 0,0 1 0 0 0,0 0 0 0 0,-1-1 0 0 0,1 1 0 0 0,-1 0 0 0 0,1 0 0 0 0,0 0 0 0 0,-1 0 0 0 0,1 0 0 0 0,0-1 0 0 0,-1 1 0 0 0,1 0 0 0 0,0 0 0 0 0,0 0 0 0 0,0 0 0 0 0,0 0 0 0 0,0 0 0 0 0,0 0 0 0 0,0-1 0 0 0,0 1 0 0 0,1 2 0 0 0,1 10 0 0 0,-1 1 0 0 0,0-1 0 0 0,-1 26 0 0 0,0 1 0 0 0,-1-27 0 0 0,1-4 0 0 0,0 1 0 0 0,1-1 0 0 0,1 13 0 0 0,-1-14 0 0 0,-1-5 0 0 0,0 0 0 0 0,0 1 0 0 0,0-1 0 0 0,1 0 0 0 0,0 0 0 0 0,1 5 0 0 0,0 0 0 0 0,2 5 0 0 0,-3-12 0 0 0,-1 0 0 0 0,1 1 0 0 0,-1 0 0 0 0,1-1 0 0 0,-1 1 0 0 0,0-1 0 0 0,0 1 0 0 0,1-1 0 0 0,-1 1 0 0 0,-1 2 0 0 0,1 13 0 0 0,0 177 64 0 0,0-177-92 0 0,1-13 5 0 0,-2 0 0 0 0,1 0 0 0 0,0 0 1 0 0,-1 0-1 0 0,1 0 0 0 0,-1 0 1 0 0,0 0-1 0 0,-3 5 0 0 0,4-8 23 0 0,-1 16 103 0 0,1-15-92 0 0,0 0-9 0 0,-4 9-5 0 0,3-2 3 0 0,1 2 0 0 0,0-3 0 0 0,0 20 56 0 0,-3-13-45 0 0,1-13 32 0 0,-5 5-33 0 0,4-5-10 0 0,-17 17-69 0 0,19-18 68 0 0,0 0 0 0 0,0-1 1 0 0,0 1-1 0 0,0-1 0 0 0,0 1 1 0 0,0-1-1 0 0,0 0 1 0 0,0 1-1 0 0,0-1 0 0 0,0 0 1 0 0,-1 1-1 0 0,1-1 0 0 0,-2 0 1 0 0,2 0 18 0 0,-4 1 112 0 0,-8 10-56 0 0,9-9-60 0 0,1 0 0 0 0,-1 0-1 0 0,0-1 1 0 0,0 0 0 0 0,0 1-1 0 0,-5-1 1 0 0,-8 4 26 0 0,-12 8-16 0 0,22-9-11 0 0,-1-1 0 0 0,0 0 0 0 0,0 0 0 0 0,-1 0 0 0 0,1-1 0 0 0,0 0 0 0 0,-15 1 0 0 0,17-3-13 0 0,1 1 0 0 0,-1 0 0 0 0,1 0 0 0 0,-1 0 0 0 0,-8 4 0 0 0,8-3 0 0 0,-1 0 0 0 0,-15 2 0 0 0,13-2 0 0 0,0-1 0 0 0,1 1 0 0 0,-1 1 0 0 0,0 0 0 0 0,1 0 0 0 0,0 1 0 0 0,-15 8 0 0 0,19-10 0 0 0,0 0 0 0 0,1 0 0 0 0,-1-1 0 0 0,0 0 0 0 0,-8 2 0 0 0,9-2 0 0 0,0-1 0 0 0,-1 1 0 0 0,1 0 0 0 0,0 0 0 0 0,0 1 0 0 0,0-1 0 0 0,0 0 0 0 0,-4 4 0 0 0,6-4-21 0 0,-1 0 0 0 0,0 0 0 0 0,1-1 0 0 0,-1 1 0 0 0,0 0 0 0 0,0-1 0 0 0,0 1-1 0 0,1-1 1 0 0,-1 1 0 0 0,-3-1 0 0 0,-13 5-211 0 0,15-4 274 0 0,0 1 0 0 0,0-1 0 0 0,0 0 0 0 0,0 0-1 0 0,0-1 1 0 0,0 1 0 0 0,0-1 0 0 0,-4 1-1 0 0,-1 0 70 0 0,1-1 1 0 0,-14 4-1 0 0,4 0-71 0 0,-1-2 1 0 0,1-1-1 0 0,-1 0 1 0 0,-19-2-1 0 0,5 1 86 0 0,5 3-52 0 0,23-2-43 0 0,-1-1-1 0 0,1 1 1 0 0,-1-1 0 0 0,1 1 0 0 0,-9-2-1 0 0,-5-2 13 0 0,6 1 16 0 0,-24-2-1 0 0,33 4-52 0 0,0 0-1 0 0,1-1 0 0 0,-1 1 1 0 0,0-1-1 0 0,1 0 1 0 0,-6-1-1 0 0,-10-4 21 0 0,-14-1 10 0 0,28 5-28 0 0,-1 1 1 0 0,1-1-1 0 0,-1 1 0 0 0,1 0 1 0 0,-1 1-1 0 0,0-1 1 0 0,1 1-1 0 0,-1 0 0 0 0,0 0 1 0 0,1 1-1 0 0,-8 0 0 0 0,11-1-5 0 0,-1 0 0 0 0,0 0-1 0 0,1 0 1 0 0,-1 0 0 0 0,0 0-1 0 0,1 0 1 0 0,-1-1 0 0 0,0 1 0 0 0,1-1-1 0 0,-1 1 1 0 0,1-1 0 0 0,-1 1-1 0 0,-2-3 1 0 0,2 2 0 0 0,0 0 1 0 0,0 0-1 0 0,0 1 0 0 0,0-1 0 0 0,0 0 1 0 0,0 1-1 0 0,-3-1 0 0 0,-44 1 61 0 0,31-3-64 0 0,15 3 25 0 0,-1 0 0 0 0,0 0 0 0 0,1 0 0 0 0,-1 0-1 0 0,1 0 1 0 0,-1 1 0 0 0,1 0 0 0 0,-1 0 0 0 0,1 0-1 0 0,-1 0 1 0 0,1 0 0 0 0,0 1 0 0 0,-5 2 0 0 0,-20 8 99 0 0,15-7-108 0 0,11-4-19 0 0,-1 0-1 0 0,1 0 1 0 0,0 0 0 0 0,0 0 0 0 0,-1 0 0 0 0,1-1 0 0 0,-3 1 0 0 0,4-1-13 0 0,0 0 0 0 0,1 0 1 0 0,-1 0-1 0 0,0 0 0 0 0,0 0 0 0 0,1 0 0 0 0,-1 0 0 0 0,0 0 1 0 0,1 1-1 0 0,-1-1 0 0 0,0 0 0 0 0,1 1 0 0 0,-1-1 0 0 0,0 0 1 0 0,1 1-1 0 0,-1-1 0 0 0,0 1 0 0 0,-10 6-82 0 0,2-4 98 0 0,1-2 0 0 0,1-1 14 0 0,5 0 60 0 0,-2-1 97 0 0,0 2-179 0 0,-5 3-220 0 0,-13-3 293 0 0,7 3 319 0 0,7-3-384 0 0,3-3 0 0 0,0-2 0 0 0,-5-4 0 0 0,9 7 0 0 0,-1 0 0 0 0,1 0 0 0 0,0 0 0 0 0,0 0 0 0 0,0 0 0 0 0,0-1 0 0 0,0 1 0 0 0,1 0 0 0 0,-1-1 0 0 0,-1-2 0 0 0,-5-9 12 0 0,0-1-1 0 0,-5-16 0 0 0,7 17-1 0 0,-1 1 0 0 0,-6-13 0 0 0,4 4-10 0 0,2 3 0 0 0,-17-23 0 0 0,16 30 0 0 0,-1-1 0 0 0,2-1 0 0 0,-8-18 0 0 0,-16-60 0 0 0,27 83 0 0 0,1 0 0 0 0,-2-15 0 0 0,-1-2 0 0 0,-2 0 0 0 0,3 13 0 0 0,0-1 0 0 0,1 1 0 0 0,1-1 0 0 0,-1-15 0 0 0,2 22 0 0 0,0 0 0 0 0,0 0 0 0 0,0 0 0 0 0,-1 1 0 0 0,-2-9 0 0 0,-3-8 0 0 0,-15-76 0 0 0,17 31 0 0 0,-11 5 0 0 0,1 4 0 0 0,14 51 0 0 0,-1 0 0 0 0,0 1 0 0 0,0-1 0 0 0,-5-8 0 0 0,4 6 0 0 0,0 1 0 0 0,0 0 0 0 0,0-1 0 0 0,0-9 0 0 0,-4-10 0 0 0,3 17 0 0 0,3 8 0 0 0,0 1 0 0 0,0-1 0 0 0,0 1 0 0 0,1-1 0 0 0,-1 1 0 0 0,0-4 0 0 0,-4-34 0 0 0,-3-60 0 0 0,8 93 0 0 0,0 1 0 0 0,1 0 0 0 0,-1 0 0 0 0,1-1 0 0 0,0 1 0 0 0,1 0 0 0 0,0 0 0 0 0,4-11 0 0 0,-4 14 0 0 0,-1 1 0 0 0,0-1 0 0 0,1 0 0 0 0,-1 1 0 0 0,-1-1 0 0 0,2-3 0 0 0,-1 3 0 0 0,-1-1 0 0 0,2 1 0 0 0,-1 0 0 0 0,0 0 0 0 0,0 0 0 0 0,3-4 0 0 0,16-34-72 0 0,8-9 72 0 0,-5 7 0 0 0,-19 36 0 0 0,-1 3 0 0 0,0 0 0 0 0,-1 0 0 0 0,0 0 0 0 0,0 0 0 0 0,0 0 0 0 0,0-1 0 0 0,1-6 0 0 0,-1 5 0 0 0,0 1 0 0 0,0 0 0 0 0,0 0 0 0 0,0 0 0 0 0,5-7 0 0 0,-3 5 0 0 0,28-45 0 0 0,-22 37 0 0 0,-8 13 0 0 0,-1 0 0 0 0,1-1 0 0 0,-1 1 0 0 0,1 0 0 0 0,-1-1 0 0 0,0 0 0 0 0,0 1 0 0 0,1-4 0 0 0,-1 4 0 0 0,-1 1 0 0 0,1-1 0 0 0,0 0 0 0 0,0 1 0 0 0,0-1 0 0 0,-1 1 0 0 0,2-1 0 0 0,-1 1 0 0 0,0-1 0 0 0,1 0 0 0 0,0 0 0 0 0,2-5 0 0 0,-2 2-9 0 0,0 1 0 0 0,1-1 0 0 0,-1 1 0 0 0,1 0 0 0 0,0 0-1 0 0,5-6 1 0 0,2-3-261 0 0,1 2-1666 0 0,-6 3 782 0 0</inkml:trace>
</inkml:ink>
</file>

<file path=ppt/ink/ink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9:22.985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1033 6992 0 0,'0'0'322'0'0,"0"0"-7"0"0,1-1-204 0 0,16-13 588 0 0,18-12 2183 0 0,-32 24-2666 0 0,1 0 0 0 0,-1 0 0 0 0,1 1-1 0 0,0-1 1 0 0,0 1 0 0 0,0 0 0 0 0,5-1 0 0 0,-3 0-65 0 0,0 0 0 0 0,0 0 0 0 0,-1 0 0 0 0,1-1 0 0 0,-1 0 0 0 0,1 0 0 0 0,-1 0 0 0 0,0-1 0 0 0,0 1 0 0 0,4-6 0 0 0,24-14 308 0 0,70-44 297 0 0,-2 1-295 0 0,104-61 305 0 0,-177 108-663 0 0,123-77 18 0 0,141-88 832 0 0,-223 138-763 0 0,57-37 205 0 0,-46 27 71 0 0,-38 29-425 0 0,41-37 0 0 0,-54 45 20 0 0,-21 15-44 0 0,0-1-1 0 0,9-8 0 0 0,-11 7 2 0 0,-3 4-13 0 0,-1 0 1 0 0,1 0-1 0 0,-1 0 0 0 0,1 0 0 0 0,-1 1 1 0 0,1-1-1 0 0,6-2 0 0 0,6-6-78 0 0,-1 1 13 0 0,-13 8 135 0 0,-1 1 47 0 0,0 0 8 0 0,0 0-5 0 0,0 0-38 0 0,0 11-101 0 0,0-4-377 0 0,1-6 250 0 0,-1 0 1 0 0,0 0-1 0 0,0 0 1 0 0,0 1-1 0 0,0-1 1 0 0,0 0-1 0 0,0 0 1 0 0,0 0-1 0 0,0 0 1 0 0,-1 0-1 0 0,1 0 1 0 0,0 1-1 0 0,-1-1 1 0 0,1 0-1 0 0,-1 0 0 0 0,1 0 1 0 0,-1 0-1 0 0,1 0 1 0 0,-1 0-1 0 0,0 0 1 0 0,1 0-1 0 0,-1-1 1 0 0,0 1-1 0 0,0 0 1 0 0,-1 1-1 0 0,-4 2-1255 0 0,4-3-10 0 0</inkml:trace>
</inkml:ink>
</file>

<file path=ppt/ink/ink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9:23.454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20 0 1376 0 0,'-7'6'4092'0'0,"0"-1"-2911"0"0,2 0 5942 0 0,5-5-6999 0 0,0 1 0 0 0,1-1-1 0 0,-1 0 1 0 0,0 1-1 0 0,1-1 1 0 0,-1 0-1 0 0,1 1 1 0 0,-1-1 0 0 0,0 0-1 0 0,1 0 1 0 0,-1 1-1 0 0,1-1 1 0 0,-1 0-1 0 0,1 0 1 0 0,-1 0 0 0 0,1 0-1 0 0,-1 0 1 0 0,1 1-1 0 0,-1-1 1 0 0,1 0 0 0 0,8 1 19 0 0,0 1 1 0 0,0-1 0 0 0,0-1-1 0 0,16 0 1 0 0,-5 0-7 0 0,-3-3-76 0 0,-14 3-53 0 0,0-1 0 0 0,0 1 0 0 0,-1-1 0 0 0,1 1 0 0 0,0 0-1 0 0,0 0 1 0 0,4 1 0 0 0,4 1 7 0 0,0 1-1 0 0,0 0 0 0 0,0 1 1 0 0,0 0-1 0 0,-1 1 0 0 0,15 8 0 0 0,-8 4-31 0 0,-12-12 18 0 0,-3-1-1 0 0,0-1 0 0 0,-1 1 0 0 0,1 0 0 0 0,0-1 0 0 0,-1 1 0 0 0,0 0 0 0 0,0 0 0 0 0,0 0 0 0 0,-1 0 0 0 0,1 0 0 0 0,-1 0 0 0 0,0 8 0 0 0,-1 5 178 0 0,-1 0 0 0 0,-4 21 1 0 0,1-6 96 0 0,4-29-216 0 0,0 1-1 0 0,0-1 1 0 0,0 0 0 0 0,0 1 0 0 0,-3 3-1 0 0,3-4-49 0 0,-1 0-1 0 0,1-1 1 0 0,0 1-1 0 0,0 0 1 0 0,0 0-1 0 0,0 3 1 0 0,0 1 16 0 0,0-1 1 0 0,-1 0-1 0 0,-3 11 0 0 0,3-12-8 0 0,0 0 0 0 0,1 0 0 0 0,-1 0 0 0 0,1 0 0 0 0,-1 10-1 0 0,-6 31-664 0 0,8-45-446 0 0,0-1-3119 0 0,0 0-1335 0 0</inkml:trace>
</inkml:ink>
</file>

<file path=ppt/ink/ink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9:30.570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113 7 8664 0 0,'0'0'397'0'0,"0"0"-8"0"0,0 0-183 0 0,0 0 140 0 0,0-4 62 0 0,0 4-350 0 0,0 0 1 0 0,0 0-1 0 0,0 0 1 0 0,0 0 0 0 0,0 0-1 0 0,0 0 1 0 0,0-1-1 0 0,0 1 1 0 0,0 0-1 0 0,0 0 1 0 0,0 0 0 0 0,0 0-1 0 0,0 0 1 0 0,0 0-1 0 0,0 0 1 0 0,0 0-1 0 0,0 0 1 0 0,0 0 0 0 0,0 0-1 0 0,0 0 1 0 0,0 0-1 0 0,0 0 1 0 0,0-1 0 0 0,0 1-1 0 0,0 0 1 0 0,0 0-1 0 0,0 0 1 0 0,0 0-1 0 0,0 0 1 0 0,0 0 0 0 0,0 0-1 0 0,0 0 1 0 0,0 0-1 0 0,0 0 1 0 0,0 0-1 0 0,0 0 1 0 0,0 0 0 0 0,0 0-1 0 0,0 0 1 0 0,0 0-1 0 0,0 0 1 0 0,0-1-1 0 0,0 1 1 0 0,0 0 0 0 0,0 0-1 0 0,0 0 1 0 0,0 0-1 0 0,-1 0 1 0 0,1 0-1 0 0,0 0 1 0 0,0 0 0 0 0,0 0-1 0 0,0 0 1 0 0,0 0-1 0 0,0 0 1 0 0,0 0-1 0 0,0 0 1 0 0,0 0 0 0 0,0 0-1 0 0,0 0 1 0 0,0 0-1 0 0,0 0 1 0 0,-1 0-1 0 0,1 0 1 0 0,0 0 0 0 0,0 0-1 0 0,-3 4 53 0 0,0 0 0 0 0,0 0-1 0 0,1 0 1 0 0,0 0 0 0 0,-1 0-1 0 0,1 0 1 0 0,0 1 0 0 0,1-1-1 0 0,-2 6 1 0 0,-9 47 256 0 0,10-43-377 0 0,-10 91-104 0 0,1-4 771 0 0,5-29-644 0 0,5-49-14 0 0,-5 28 0 0 0,4-38 1 0 0,0 0 0 0 0,1 17 0 0 0,1-18 0 0 0,-1 1 0 0 0,-2 14 0 0 0,-14 77-296 0 0,15-86 39 0 0,2-15 122 0 0,0 1 0 0 0,0 0 0 0 0,-1-1-1 0 0,0 1 1 0 0,0-1 0 0 0,0 1 0 0 0,0-1-1 0 0,-2 5 1 0 0,2-7-450 0 0,1-1-20 0 0</inkml:trace>
</inkml:ink>
</file>

<file path=ppt/ink/ink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9:30.93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32 116 8288 0 0,'0'-1'381'0'0,"-14"-21"149"0"0,12 19-343 0 0,0 1 0 0 0,1 0-1 0 0,-1-1 1 0 0,1 1 0 0 0,-1-1-1 0 0,1 1 1 0 0,0-1 0 0 0,0 0-1 0 0,0 0 1 0 0,0 1 0 0 0,0-1 0 0 0,1 0-1 0 0,-1-4 1 0 0,1 6-138 0 0,0 0 106 0 0,0-1-1 0 0,0 1 1 0 0,0 0-1 0 0,0 0 1 0 0,0-1-1 0 0,0 1 1 0 0,1 0-1 0 0,-1 0 1 0 0,0 0-1 0 0,1-1 1 0 0,-1 1-1 0 0,1 0 1 0 0,-1 0-1 0 0,1 0 1 0 0,1-2-1 0 0,1-4 155 0 0,-3 6-245 0 0,0 1 0 0 0,1-1 0 0 0,-1 0 0 0 0,0 0-1 0 0,1 0 1 0 0,-1 1 0 0 0,1-1 0 0 0,-1 0 0 0 0,1 0 0 0 0,-1 1-1 0 0,1-1 1 0 0,0 1 0 0 0,-1-1 0 0 0,1 0 0 0 0,0 1-1 0 0,-1-1 1 0 0,1 1 0 0 0,0-1 0 0 0,0 1 0 0 0,0-1 0 0 0,8-2 498 0 0,-8 2-508 0 0,1 1 0 0 0,0-1 0 0 0,0 0 0 0 0,0 1 0 0 0,0-1 0 0 0,0 1 0 0 0,0-1 0 0 0,0 1 0 0 0,0 0 0 0 0,0 0 0 0 0,1 0 0 0 0,-1 0 0 0 0,0 0 0 0 0,0 1 0 0 0,0-1 0 0 0,0 1 0 0 0,2 0 0 0 0,17 5 236 0 0,-16-5-201 0 0,1 1 0 0 0,0 0 1 0 0,0 0-1 0 0,7 5 0 0 0,9 8 67 0 0,-1 1-1 0 0,-1 0 1 0 0,32 36 0 0 0,-38-38-146 0 0,-6-6 8 0 0,0 0 0 0 0,9 14 0 0 0,-13-17-29 0 0,0 0 1 0 0,0 1 0 0 0,8 5-1 0 0,-8-7-125 0 0,1 1 0 0 0,7 10-1 0 0,8 12-976 0 0,-17-24-75 0 0,5 4-305 0 0</inkml:trace>
</inkml:ink>
</file>

<file path=ppt/ink/ink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9:31.42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0 108 2760 0 0,'0'0'436'0'0,"0"-1"789"0"0,0-5 497 0 0,0 0 0 0 0,1 0 0 0 0,0 0-1 0 0,1-8 1 0 0,1-2-617 0 0,-3 14-963 0 0,1 0-1 0 0,-1 0 1 0 0,0 0 0 0 0,1 0 0 0 0,-1 0-1 0 0,1 0 1 0 0,2-3 0 0 0,-3 3 287 0 0,2 1-39 0 0,1-1-164 0 0,-2 1-158 0 0,1 0 0 0 0,-1 0 0 0 0,1 0-1 0 0,-1 0 1 0 0,1 0 0 0 0,-1-1 0 0 0,0 1 0 0 0,0 0-1 0 0,1-1 1 0 0,-1 1 0 0 0,0-1 0 0 0,0 1 0 0 0,1-3-1 0 0,-1 4 27 0 0,5-3-76 0 0,-1-1 25 0 0,-4 3-11 0 0,-1 1 0 0 0,1 0-1 0 0,0 0 1 0 0,0-1 0 0 0,-1 1-1 0 0,1 0 1 0 0,0 0 0 0 0,0 0 0 0 0,0 0-1 0 0,-1 0 1 0 0,1 0 0 0 0,0 0-1 0 0,0 0 1 0 0,0 1 0 0 0,-1-1 0 0 0,1 0-1 0 0,0 0 1 0 0,0 1 0 0 0,-1-1-1 0 0,1 0 1 0 0,0 1 0 0 0,-1-1 0 0 0,1 1-1 0 0,0-1 1 0 0,-1 1 0 0 0,1-1-1 0 0,-1 1 1 0 0,1-1 0 0 0,0 2-1 0 0,17 16 178 0 0,-14-11-199 0 0,-1 1 1 0 0,1-1-1 0 0,-1 1 0 0 0,-1 0 1 0 0,1 0-1 0 0,-1 0 0 0 0,-1 0 1 0 0,2 14-1 0 0,4 20 14 0 0,-2-6-24 0 0,-4-25 0 0 0,1-1 0 0 0,3 13 0 0 0,2 8-43 0 0,-5-15 13 0 0,-2-13 50 0 0,0-1 0 0 0,0 1 0 0 0,0 0 1 0 0,0-1-1 0 0,0 1 0 0 0,-1 0 0 0 0,1-1 0 0 0,-1 1 0 0 0,-1 2 0 0 0,1-1-22 0 0,0-1 1 0 0,0 1-1 0 0,0 0 0 0 0,0 7 0 0 0,3-10-190 0 0,8 1 153 0 0,5-13 155 0 0,-7 7-39 0 0,1-1-1 0 0,-1 0 0 0 0,9-9 1 0 0,-10 9-58 0 0,-1 0 1 0 0,1 0-1 0 0,0 1 1 0 0,0 0 0 0 0,10-4-1 0 0,10-7 34 0 0,0-1 105 0 0,-24 15-84 0 0,-1 0-76 0 0,0 0-1 0 0,0 1 0 0 0,-1-1 0 0 0,1 1 0 0 0,0 0 1 0 0,0-1-1 0 0,0 1 0 0 0,0 0 0 0 0,0 0 1 0 0,3 0-1 0 0,-1 1-45 0 0,-3-1-74 0 0,-1 0-7 0 0,19-1-1231 0 0,-19 0 1124 0 0,1 0 0 0 0,0 0 0 0 0,0 1 0 0 0,1-1 0 0 0,-1 0 0 0 0,0 1-1 0 0,0-1 1 0 0,0 1 0 0 0,0 0 0 0 0,0-1 0 0 0,3 1 0 0 0,-3 0-5209 0 0</inkml:trace>
</inkml:ink>
</file>

<file path=ppt/ink/ink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9:33.44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205 14 6992 0 0,'0'0'322'0'0,"0"0"-7"0"0,-3-4-102 0 0,2 3-57 0 0,1 1-1 0 0,0-1 1 0 0,-1 0 0 0 0,1 1-1 0 0,-1-1 1 0 0,1 1-1 0 0,-1-1 1 0 0,1 1-1 0 0,-1-1 1 0 0,0 1-1 0 0,1-1 1 0 0,-1 1-1 0 0,0 0 1 0 0,1-1-1 0 0,-1 1 1 0 0,0 0-1 0 0,1-1 1 0 0,-1 1 0 0 0,0 0-1 0 0,-1-1 1 0 0,1 2 53 0 0,-1-1 1 0 0,1 0 0 0 0,0 1 0 0 0,-1-1 0 0 0,1 1 0 0 0,0-1 0 0 0,-1 1 0 0 0,1 0-1 0 0,-1 0 1 0 0,-7 4 101 0 0,8-4-239 0 0,0 0 0 0 0,-1 0-1 0 0,1 0 1 0 0,0 0 0 0 0,0 0-1 0 0,0 0 1 0 0,0 0 0 0 0,0 1 0 0 0,0-1-1 0 0,0 0 1 0 0,0 1 0 0 0,0 2-1 0 0,-9 23 464 0 0,3-8-176 0 0,-8 24-153 0 0,2 0 1 0 0,-13 83-1 0 0,23-105-193 0 0,-3 20-28 0 0,3-21-37 0 0,-6 26 0 0 0,-9 44-340 0 0,13-58 170 0 0,-12 38 0 0 0,3-11-1546 0 0,10-47 1139 0 0</inkml:trace>
</inkml:ink>
</file>

<file path=ppt/ink/ink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9:33.80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5 116 2304 0 0,'3'-13'224'0'0,"-5"10"-139"0"0,1 3 27 0 0,0-2 193 0 0,0 1-1 0 0,1-1 1 0 0,-1 0-1 0 0,1 1 0 0 0,-1-1 1 0 0,1 1-1 0 0,0-1 1 0 0,-1 0-1 0 0,1 1 1 0 0,0-1-1 0 0,0 0 0 0 0,0 0 1 0 0,1 1-1 0 0,-1-1 1 0 0,0 1-1 0 0,1-1 1 0 0,-1 0-1 0 0,1-1 1 0 0,1-2 224 0 0,0 0 1 0 0,-1 0 0 0 0,1 1 0 0 0,1-1 0 0 0,2-4 0 0 0,-3 6-361 0 0,0 1 1 0 0,1-1-1 0 0,-1 0 0 0 0,1 1 0 0 0,0 0 1 0 0,0-1-1 0 0,-1 1 0 0 0,1 0 1 0 0,0 1-1 0 0,1-1 0 0 0,-1 0 1 0 0,0 1-1 0 0,1 0 0 0 0,-1 0 0 0 0,0 0 1 0 0,1 0-1 0 0,-1 0 0 0 0,1 1 1 0 0,-1-1-1 0 0,1 1 0 0 0,5 0 0 0 0,-3 1-89 0 0,0 0-1 0 0,0 0 1 0 0,0 0-1 0 0,1 1 1 0 0,-1-1-1 0 0,0 1 1 0 0,-1 1-1 0 0,1-1 1 0 0,0 1-1 0 0,-1 0 1 0 0,9 6 0 0 0,85 70 533 0 0,-19-3-567 0 0,-74-71-367 0 0,0 0-1 0 0,0-1 1 0 0,0 0-1 0 0,1 0 0 0 0,0-1 1 0 0,-1 0-1 0 0,1 0 1 0 0,8 2-1 0 0,-4-1-4835 0 0</inkml:trace>
</inkml:ink>
</file>

<file path=ppt/ink/ink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9:34.154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68 1 4144 0 0,'0'0'319'0'0,"0"0"-45"0"0,0 0 597 0 0,0 0 286 0 0,0 0 54 0 0,0 0-98 0 0,0 0-432 0 0,0 0-191 0 0,0 0-40 0 0,0 0 1 0 0,0 0 38 0 0,0 0 21 0 0,0 0 2 0 0,0 1-19 0 0,0 1-423 0 0,0-1 1 0 0,-1 1-1 0 0,1-1 1 0 0,0 1-1 0 0,-1-1 1 0 0,1 1-1 0 0,-1-1 1 0 0,0 1-1 0 0,1-1 1 0 0,-1 0-1 0 0,0 1 0 0 0,-1 0 1 0 0,1 0-4 0 0,-1 0 0 0 0,1 0-1 0 0,0-1 1 0 0,0 1 0 0 0,0 0 0 0 0,1 0 0 0 0,-1 0-1 0 0,0 2 1 0 0,-5 26 227 0 0,-19 55-1 0 0,21-73-271 0 0,0 2 0 0 0,-2 17 1 0 0,6-16-23 0 0,0-10 0 0 0,0-1 0 0 0,0 0 0 0 0,0 1 0 0 0,-1-1 0 0 0,0 1 0 0 0,-2 7 0 0 0,2-3 0 0 0,2 2 0 0 0,-1-10 0 0 0,0-1 0 0 0,1 0 0 0 0,-1 1 0 0 0,0-1 0 0 0,0 0 0 0 0,0 1 0 0 0,0-1 0 0 0,0 0 0 0 0,1 1 0 0 0,-1-1 0 0 0,0 0 0 0 0,0 0 0 0 0,1 1 0 0 0,-1-1 0 0 0,0 0 0 0 0,0 0 0 0 0,1 1 0 0 0,-1-1 0 0 0,0 0 0 0 0,1 0 0 0 0,-1 0 0 0 0,1 1 0 0 0,4 0 50 0 0,0-1 1 0 0,1 1 0 0 0,-1-1 0 0 0,10-1 0 0 0,-5 1 64 0 0,-7-1-66 0 0,0 1 0 0 0,-1-1 0 0 0,1 1 0 0 0,-1-1 0 0 0,1 0 0 0 0,-1 0 0 0 0,1 0-1 0 0,-1-1 1 0 0,0 1 0 0 0,4-3 0 0 0,5-2-2 0 0,2-1-31 0 0,0 0-1 0 0,15-11 0 0 0,-6 3-7 0 0,-6 2-237 0 0,-13 10 157 0 0,0 0-1 0 0,0 1 0 0 0,0 0 1 0 0,0 0-1 0 0,0 0 1 0 0,0 0-1 0 0,5-2 0 0 0,-1 2-174 0 0,-5 1-2 0 0,-1 1 0 0 0,1-1-1 0 0,0 1 1 0 0,-1-1-1 0 0,1 0 1 0 0,-1 0-1 0 0,1 1 1 0 0,-1-1-1 0 0,3-2 1 0 0,-4 2-554 0 0,5-6-995 0 0,-5 6 886 0 0</inkml:trace>
</inkml:ink>
</file>

<file path=ppt/ink/ink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9:34.54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34 30 4608 0 0,'0'0'208'0'0,"-4"-6"32"0"0,-10-10 2436 0 0,13 15-2459 0 0,0 1 1 0 0,0-1-1 0 0,1 1 0 0 0,-1 0 1 0 0,0-1-1 0 0,0 1 0 0 0,0 0 1 0 0,0-1-1 0 0,0 1 0 0 0,0 0 0 0 0,0 0 1 0 0,1 0-1 0 0,-2 0 0 0 0,-1-4 834 0 0,4 4 4442 0 0,32 23-5149 0 0,-15-12-201 0 0,5 5 27 0 0,22 24 246 0 0,-24-20-270 0 0,-12-11-93 0 0,-1 0 0 0 0,0 0 0 0 0,8 11 0 0 0,5 6 13 0 0,-16-20-48 0 0,0 0 0 0 0,0 1 0 0 0,5 8 0 0 0,16 30 46 0 0,-9-9-64 0 0,-17-35-2 0 0,0 2 7 0 0,8 4-42 0 0,3 5-3110 0 0,-11-12 1873 0 0</inkml:trace>
</inkml:ink>
</file>

<file path=ppt/ink/ink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4:18.9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0 108 4144 0 0,'5'-7'408'0'0,"-5"-56"4801"0"0,-5 34-2805 0 0,5 22-1899 0 0,0 6-7 0 0,0 1-34 0 0,0 0-135 0 0,0 0-60 0 0,0 0-11 0 0,0 0-28 0 0,0 0-106 0 0,0 0-48 0 0,0 0-10 0 0,0 0 19 0 0,0 0 88 0 0,0 0 34 0 0,1 2 8 0 0,3 14-221 0 0,-2 0 1 0 0,2 21-1 0 0,-1-1-41 0 0,2 13-10 0 0,-2-1 0 0 0,-6 74 0 0 0,3-63 61 0 0,1-41-214 0 0,-2 23 0 0 0,0-23-413 0 0,1 22-1 0 0,0-14-536 0 0,0-13 562 0 0</inkml:trace>
</inkml:ink>
</file>

<file path=ppt/ink/ink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5:43.1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35 6392 0 0,'0'0'290'0'0,"0"0"-3"0"0,0 0-102 0 0,0 0 266 0 0,0 0 130 0 0,0 0 26 0 0,0 0-18 0 0,-1-2-105 0 0,1 1-407 0 0,-1 0-1 0 0,0-1 0 0 0,1 1 0 0 0,-1-1 1 0 0,1 1-1 0 0,0 0 0 0 0,-1-1 0 0 0,1 1 1 0 0,0-1-1 0 0,0 1 0 0 0,0-1 1 0 0,0 1-1 0 0,0-3 0 0 0,4-6 4084 0 0,-3 9-4065 0 0,-1 1-20 0 0,0 0 33 0 0,0 0 149 0 0,0 0 60 0 0,0 0 17 0 0,0 0-32 0 0,0 0-139 0 0,0 0-61 0 0,0 0-7 0 0,0 0-10 0 0,0 0-17 0 0,0 0-4 0 0,0 0 0 0 0,-5 39 72 0 0,5-23-136 0 0,1-1 0 0 0,2 17 0 0 0,-2-25 0 0 0,0 0 0 0 0,-1 1 0 0 0,0-1 0 0 0,-1 0 0 0 0,-1 11 0 0 0,1-11 0 0 0,0 0 0 0 0,1 1 0 0 0,-1-1 0 0 0,2 9 0 0 0,0-7 0 0 0,0 0 0 0 0,-1 0 0 0 0,0 0 0 0 0,-1 0 0 0 0,-2 14 0 0 0,-1 12 0 0 0,-1 57 0 0 0,10-42-21 0 0,-5-49 1 0 0,0 0 1 0 0,1 0-1 0 0,-1 0 0 0 0,0 0 1 0 0,0 0-1 0 0,0 0 0 0 0,1-1 1 0 0,-1 1-1 0 0,0 0 0 0 0,1 0 1 0 0,-1 0-1 0 0,1-1 0 0 0,0 3 0 0 0,5 6-1156 0 0,-4-2 562 0 0</inkml:trace>
</inkml:ink>
</file>

<file path=ppt/ink/ink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5:43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1376 0 0,'9'-2'-30'0'0,"-6"1"119"0"0,-1 0-1 0 0,1 0 0 0 0,0 0 0 0 0,-1 0 0 0 0,1 0 1 0 0,-1-1-1 0 0,4-1 0 0 0,-5 2 205 0 0,0 0 1 0 0,-1 0-1 0 0,1 0 0 0 0,0 0 1 0 0,0-1-1 0 0,-1 1 0 0 0,1 0 1 0 0,-1 0-1 0 0,1 0 0 0 0,-1-1 1 0 0,1 1-1 0 0,-1 0 0 0 0,0-1 1 0 0,0 1-1 0 0,1 0 0 0 0,-1-1 0 0 0,0 1 1 0 0,-1-2-1 0 0,1 2 587 0 0,0 1-279 0 0,0 0-51 0 0,-5-8 1336 0 0,5 7 833 0 0,0 4-613 0 0,1 3-1764 0 0,4 27-100 0 0,-2 1 1 0 0,-3 63-1 0 0,0-46-113 0 0,0-49-127 0 0,0 9 16 0 0,0 0 0 0 0,1 1 0 0 0,4 20 0 0 0,-5-30-18 0 0,1 1 0 0 0,-1 0 0 0 0,1 0 0 0 0,-1-1 0 0 0,0 1 0 0 0,0 0 0 0 0,0 0 0 0 0,0-1 0 0 0,-1 1 0 0 0,0 5 0 0 0,-1-5 0 0 0,3-2 0 0 0,3 15 0 0 0,-2-4 0 0 0,1 0 0 0 0,-2 0 0 0 0,1-6-14 0 0,8 14-1126 0 0,-9-19 639 0 0,-1-1-131 0 0,0 2-538 0 0,3 9-228 0 0</inkml:trace>
</inkml:ink>
</file>

<file path=ppt/ink/ink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5:53.9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5 147 5264 0 0,'0'0'241'0'0,"0"-1"-10"0"0,0-1-136 0 0,0 0 0 0 0,0 1 1 0 0,0-1-1 0 0,0 0 1 0 0,0 1-1 0 0,0-1 0 0 0,-1 1 1 0 0,1-1-1 0 0,-2-2 0 0 0,0-4 476 0 0,3-8 1628 0 0,2-27 0 0 0,2 13-673 0 0,-4 28-1076 0 0,0 1-123 0 0,0-2-199 0 0,-1-1 1 0 0,1 1-1 0 0,-1 0 0 0 0,1-1 1 0 0,-1-4-1 0 0,0 7-121 0 0,0 0 223 0 0,0 1-8 0 0,0 0-4 0 0,0 0-13 0 0,0 0-45 0 0,0 0-21 0 0,0 0-3 0 0,0 0-10 0 0,0 0-39 0 0,0 0-20 0 0,0 0-3 0 0,0 0-1 0 0,1 1 1 0 0,1 1-54 0 0,0 0 0 0 0,-1 0 0 0 0,1 0 0 0 0,-1 0 0 0 0,0 0 0 0 0,1 1 0 0 0,-1-1 0 0 0,0 0-1 0 0,0 0 1 0 0,1 5 0 0 0,5 30 115 0 0,-4-20-103 0 0,1 10 1 0 0,-1 0 0 0 0,-1 47 0 0 0,-2-63-17 0 0,-5 80 58 0 0,3-59-47 0 0,0-1-1 0 0,-9 37 1 0 0,5-36-14 0 0,5-11-1596 0 0,4-22 411 0 0,7-3-2388 0 0,-1-4-1020 0 0</inkml:trace>
</inkml:ink>
</file>

<file path=ppt/ink/ink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5:54.5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35 101 6992 0 0,'-1'-3'225'0'0,"-1"0"-78"0"0,1 1 0 0 0,0-1 0 0 0,0 0 1 0 0,1 0-1 0 0,-1 0 0 0 0,0 0 0 0 0,1-5 0 0 0,-1 6 255 0 0,1-1-1 0 0,0 1 1 0 0,-1-1 0 0 0,0 1-1 0 0,0-1 1 0 0,0 1-1 0 0,-1-3 1 0 0,1 2-95 0 0,0 1 1 0 0,0 0-1 0 0,0-1 0 0 0,0 1 1 0 0,1 0-1 0 0,-1-1 1 0 0,0-2-1 0 0,1 4-167 0 0,0-1 0 0 0,-1 1 0 0 0,1 0-1 0 0,0 0 1 0 0,-1 0 0 0 0,0 0 0 0 0,1 0 0 0 0,-1 0 0 0 0,0 0-1 0 0,1 0 1 0 0,-1 0 0 0 0,-1-1 0 0 0,-2-3 212 0 0,3 5-146 0 0,1-5 1293 0 0,1 15-1426 0 0,0-1 1 0 0,4 15-1 0 0,-3-13-59 0 0,0-1-1 0 0,0 18 0 0 0,0-2-35 0 0,4 26 0 0 0,-1-10 56 0 0,-3-22-34 0 0,-1 0 0 0 0,-2 24 0 0 0,-4 39 0 0 0,0 64 58 0 0,5-112-52 0 0,4 10-6 0 0,-4-27 4 0 0,2-15-7 0 0,0-3-15 0 0,-1 2-65 0 0,-1-2 1 0 0,1 1-28 0 0,23 28-3319 0 0,-23-28 2679 0 0</inkml:trace>
</inkml:ink>
</file>

<file path=ppt/ink/ink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9:34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20 164 3224 0 0,'0'-1'240'0'0,"0"-45"5037"0"0,-5 22-3597 0 0,5 14-1001 0 0,-1-1 0 0 0,0 1 0 0 0,0-1 0 0 0,-1 1 0 0 0,-6-18 1 0 0,8 27-567 0 0,0 1 0 0 0,-1-1 0 0 0,1 1 1 0 0,0-1-1 0 0,0 1 0 0 0,0-1 1 0 0,-1 0-1 0 0,1 1 0 0 0,0-1 0 0 0,0 1 1 0 0,0-1-1 0 0,0 0 0 0 0,0 1 1 0 0,0-1-1 0 0,0 1 0 0 0,0-1 0 0 0,1 0 1 0 0,-1 0-1 0 0,0 1-50 0 0,1 0 0 0 0,-1 1 1 0 0,0-1-1 0 0,1 0 0 0 0,-1 0 0 0 0,0 1 0 0 0,0-1 1 0 0,1 0-1 0 0,-1 0 0 0 0,0 1 0 0 0,0-1 0 0 0,0 0 1 0 0,1 1-1 0 0,-1-1 0 0 0,0 1 0 0 0,0-1 0 0 0,0 0 1 0 0,0 1-1 0 0,0-1 0 0 0,0 0 0 0 0,0 1 0 0 0,0-1 1 0 0,0 1-1 0 0,10 71 86 0 0,-6-36-98 0 0,-2-10-20 0 0,-3 43-1 0 0,1-26-17 0 0,4 141-2 0 0,-8-95 53 0 0,-1-1-435 0 0,1-30-414 0 0,4-56 522 0 0,0-2-81 0 0,0 0-335 0 0,0 0-149 0 0,0 0-32 0 0</inkml:trace>
</inkml:ink>
</file>

<file path=ppt/ink/ink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0:59:35.1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28 140 3224 0 0,'0'-5'41'0'0,"0"1"0"0"0,0-1 0 0 0,1 0 0 0 0,-1 0 1 0 0,1 1-1 0 0,2-6 0 0 0,-2 5 352 0 0,0 1 0 0 0,0-1 1 0 0,0 1-1 0 0,0-1 0 0 0,0-5 0 0 0,-1 7 26 0 0,0-1 0 0 0,1 0 0 0 0,0 1 0 0 0,-1-1 0 0 0,1 0 0 0 0,3-5 0 0 0,-3-3 542 0 0,-1 11-804 0 0,0 0-1 0 0,0 0 1 0 0,0 0 0 0 0,0 0-1 0 0,1 0 1 0 0,-1 0-1 0 0,0 0 1 0 0,0 0-1 0 0,1 0 1 0 0,-1 0-1 0 0,1-2 1 0 0,-1 3-134 0 0,1-1 0 0 0,-1 1 0 0 0,0 0 0 0 0,0 0 0 0 0,0 0 0 0 0,0-1 0 0 0,0 1 0 0 0,1 0 0 0 0,-1-1 0 0 0,0 1 0 0 0,0 0 0 0 0,0 0 0 0 0,0-1 1 0 0,0 1-1 0 0,0 0 0 0 0,0 0 0 0 0,0-1 0 0 0,0 1 0 0 0,0 0 0 0 0,0-1 0 0 0,0 1 0 0 0,0 0 0 0 0,0 0 0 0 0,0-1 0 0 0,-1 1 0 0 0,1 0 0 0 0,0 0 0 0 0,0-1 0 0 0,0 1 1 0 0,0-1-1 0 0,-2-1 2820 0 0,2 24-2519 0 0,-1 0 0 0 0,-1 0 0 0 0,-1-1 0 0 0,-7 26 0 0 0,6-28-273 0 0,1 1 0 0 0,0 0 0 0 0,1 26 0 0 0,-2 14 8 0 0,-3 47 26 0 0,4-54-28 0 0,1-34-27 0 0,1 28 0 0 0,3-4-25 0 0,-6 69 0 0 0,3-107-349 0 0,1-1 0 0 0,0 0 0 0 0,0 0 1 0 0,0 1-1 0 0,0-1 0 0 0,1 0 0 0 0,1 8 0 0 0,-1-10-642 0 0</inkml:trace>
</inkml:ink>
</file>

<file path=ppt/ink/ink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0:56.2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112 42 4608 0 0,'0'0'208'0'0,"0"-2"204"0"0,0-12 2184 0 0,0 13-1075 0 0,0-7 699 0 0,0 8-2492 0 0,0-4-490 0 0,-1-5 4312 0 0,0 6 239 0 0,-1 8-2614 0 0,1 2-1139 0 0,0 0 1 0 0,1 0-1 0 0,-1 0 1 0 0,2 0-1 0 0,-1-1 1 0 0,3 11-1 0 0,0 20 63 0 0,-3-30-99 0 0,1-1 0 0 0,0 1 0 0 0,3 12 0 0 0,-2-13 0 0 0,0 1 0 0 0,-1 0 0 0 0,1 14 0 0 0,-2-2 0 0 0,1 1 0 0 0,1 0 0 0 0,1-1 0 0 0,9 34 0 0 0,-9-44-30 0 0,-1-1-1 0 0,0 1 1 0 0,-1 0-1 0 0,0-1 1 0 0,0 1-1 0 0,-1 0 1 0 0,-1 10-1 0 0,0 21-33 0 0,1-40 64 0 0,1 0-1 0 0,-1 0 1 0 0,0 0-1 0 0,0 0 1 0 0,0 0-1 0 0,0 0 1 0 0,0 0-1 0 0,0 0 1 0 0,0 0-1 0 0,0 1 1 0 0,0-1-1 0 0,0 0 1 0 0,0 0-1 0 0,-1 0 1 0 0,1 0-1 0 0,0 0 1 0 0,0 0-1 0 0,0 0 1 0 0,0 0-1 0 0,0 0 1 0 0,0 0-1 0 0,0 0 1 0 0,0 0-1 0 0,0 0 1 0 0,0 0-1 0 0,0 1 1 0 0,0-1-1 0 0,0 0 1 0 0,0 0-1 0 0,0 0 1 0 0,0 0-1 0 0,0 0 1 0 0,0 0-1 0 0,0 0 1 0 0,0 0-1 0 0,-1 0 1 0 0,1 0-1 0 0,0 0 1 0 0,0 0-1 0 0,0 0 1 0 0,0 0-1 0 0,0 0 1 0 0,0 0 0 0 0,0 0-1 0 0,0 0 1 0 0,0 0-1 0 0,0 0 1 0 0,0 0-1 0 0,0 0 1 0 0,-1 0-1 0 0,1 0 1 0 0,0 0-1 0 0,0 0 1 0 0,-5-4-20 0 0,-9-11 0 0 0,10 11 18 0 0,3 4 2 0 0,1-1 0 0 0,-1 0 0 0 0,1 1 0 0 0,-1-1 0 0 0,1 0 0 0 0,-1 1 0 0 0,1-1 0 0 0,-1 0 0 0 0,1 0 0 0 0,0 1 0 0 0,0-1 0 0 0,-1-1 0 0 0,0 0 0 0 0,1 0 0 0 0,-1 0 0 0 0,0 0 0 0 0,0 0 0 0 0,0 0 0 0 0,0 0 0 0 0,0 1 0 0 0,-1-1 0 0 0,1 0 0 0 0,-3-1 0 0 0,0-3 0 0 0,1 3 1 0 0,0 0 0 0 0,0 0 0 0 0,0 0 0 0 0,0 1 1 0 0,0-1-1 0 0,-1 1 0 0 0,1 0 0 0 0,-1 0 0 0 0,1 0 0 0 0,-8-3 0 0 0,1 2 47 0 0,2 6-36 0 0,-3-1-12 0 0,6 1 0 0 0,-3 8 0 0 0,6-9 0 0 0,-8 10 2 0 0,10-8-1 0 0,0-2-3 0 0,0 1 1 0 0,0-1-1 0 0,0 0 1 0 0,0 0-1 0 0,0 0 0 0 0,0 0 1 0 0,0 0-1 0 0,-1 2 0 0 0,0 2-5 0 0,0 0-1 0 0,0 0 1 0 0,1 0-1 0 0,0-1 1 0 0,0 1-1 0 0,0 0 1 0 0,3 9-1 0 0,-2-2 8 0 0,-1-11 0 0 0,0 1 0 0 0,1-1 0 0 0,-1 0 0 0 0,0 0 0 0 0,1 0 0 0 0,-1 0 0 0 0,2 3 0 0 0,12 34 0 0 0,-13-34-7 0 0,-1-3 4 0 0,1-1 0 0 0,-1 0 0 0 0,1 1 0 0 0,-1-1 0 0 0,1 0 0 0 0,-1 0 0 0 0,1 1 0 0 0,0-1 0 0 0,0 0-1 0 0,0 0 1 0 0,-1 0 0 0 0,1 0 0 0 0,0 0 0 0 0,2 2 0 0 0,0 0-6 0 0,-2-2 9 0 0,0-1 0 0 0,0 1 0 0 0,-1 0-1 0 0,1 0 1 0 0,1 0 0 0 0,-1 0 0 0 0,0-1 0 0 0,0 1 0 0 0,0-1 0 0 0,0 1 0 0 0,0 0 0 0 0,1-1 0 0 0,-1 0 0 0 0,0 1 0 0 0,0-1 0 0 0,1 0 0 0 0,-1 0-1 0 0,3 0 1 0 0,-2 1 1 0 0,1-1-1 0 0,0 0 0 0 0,0 0 0 0 0,0 0 0 0 0,0 0 1 0 0,0-1-1 0 0,-1 1 0 0 0,1-1 0 0 0,0 0 0 0 0,0 1 0 0 0,4-4 1 0 0,3 0-2 0 0,16-13 0 0 0,-1 2-10 0 0,-20 12-97 0 0,0 0 0 0 0,0-1 0 0 0,0 1 0 0 0,-1-1 1 0 0,0 0-1 0 0,1 0 0 0 0,-1 0 0 0 0,4-7 0 0 0,0 3-836 0 0,4 0-42 0 0</inkml:trace>
</inkml:ink>
</file>

<file path=ppt/ink/ink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0:57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129 72 2304 0 0,'0'-6'388'0'0,"0"3"59"0"0,1 1-1 0 0,-1 0 1 0 0,1 0 0 0 0,-1 0 0 0 0,1 0 0 0 0,0 0-1 0 0,1-4 1 0 0,0 3 271 0 0,-1 0 770 0 0,-1 2-470 0 0,12-28 1314 0 0,-11 28-1661 0 0,-1 1-30 0 0,0 0-7 0 0,0 0-20 0 0,0 0-71 0 0,-2-7 761 0 0,2 8 589 0 0,2 14-912 0 0,3 13-811 0 0,3 26-76 0 0,-8-47-86 0 0,1 0-1 0 0,0 0 0 0 0,1 0 0 0 0,3 11 1 0 0,-3-10 1 0 0,1 0 0 0 0,1 15 0 0 0,6 43-9 0 0,-1-18 0 0 0,-1-7-75 0 0,-5-27 10 0 0,-1 0 1 0 0,2 28-1 0 0,0-15 3 0 0,-2-16 43 0 0,-1-1 0 0 0,0 0 0 0 0,0 15-1 0 0,-1-25 21 0 0,0 0-1 0 0,0 0 0 0 0,-1 0 1 0 0,1-1-1 0 0,0 1 0 0 0,0 0 0 0 0,0 0 1 0 0,0 0-1 0 0,0 0 0 0 0,0 0 1 0 0,0 0-1 0 0,0 0 0 0 0,0 0 0 0 0,-1-1 1 0 0,1 1-1 0 0,0 0 0 0 0,0 0 1 0 0,0 0-1 0 0,0 0 0 0 0,0 0 0 0 0,0 0 1 0 0,-1 0-1 0 0,1 0 0 0 0,0 0 0 0 0,0 0 1 0 0,0 0-1 0 0,0 0 0 0 0,0 0 1 0 0,0 0-1 0 0,-1 0 0 0 0,1 0 0 0 0,0 0 1 0 0,0 0-1 0 0,0 0 0 0 0,0 0 1 0 0,0 0-1 0 0,-1 0 0 0 0,1 0 0 0 0,0 0 1 0 0,0 0-1 0 0,0 0 0 0 0,0 1 1 0 0,0-1-1 0 0,0 0 0 0 0,0 0 0 0 0,-1 0 1 0 0,1 0-1 0 0,0 0 0 0 0,0 0 1 0 0,0 0-1 0 0,0 0 0 0 0,0 1 0 0 0,0-1 1 0 0,0 0-1 0 0,0 0 0 0 0,0 0 1 0 0,0 0-1 0 0,0 0 0 0 0,0 0 0 0 0,0 1 1 0 0,0-1-1 0 0,0 0 0 0 0,0 0 1 0 0,0 0-1 0 0,0 0 0 0 0,-8-8 35 0 0,3-2 43 0 0,0 0 0 0 0,-7-17 1 0 0,8 17 6 0 0,-1 0 0 0 0,-8-15 0 0 0,12 23-69 0 0,-3-4 101 0 0,-1 0 0 0 0,-8-10 0 0 0,11 14-93 0 0,0 0 0 0 0,0 0 0 0 0,-1 1 0 0 0,1-1 0 0 0,-1 0 0 0 0,1 1 0 0 0,-1 0 0 0 0,1 0 0 0 0,-1 0 0 0 0,-3-1 0 0 0,4 2-14 0 0,0-1 0 0 0,0 1 0 0 0,0 1 0 0 0,0-1 0 0 0,0 0 0 0 0,1 0 0 0 0,-1 1 1 0 0,0-1-1 0 0,0 1 0 0 0,-3 1 0 0 0,-20 9 115 0 0,16-6-104 0 0,7-4-16 0 0,0 0 0 0 0,0 0-1 0 0,1 0 1 0 0,-1 1 0 0 0,0-1 0 0 0,0 1-1 0 0,1-1 1 0 0,-1 1 0 0 0,1 0-1 0 0,-3 3 1 0 0,-2 3 7 0 0,5-6-12 0 0,0 0 0 0 0,0-1 0 0 0,0 1 0 0 0,0 0 0 0 0,0 0 0 0 0,0 0 0 0 0,0 0 0 0 0,1 0 0 0 0,-1 0 0 0 0,1 0 0 0 0,-1 4 0 0 0,-3 11 0 0 0,1-9-72 0 0,0 0 0 0 0,0 1 0 0 0,1-1 0 0 0,0 0 0 0 0,1 1 0 0 0,-1 14 0 0 0,2-8-54 0 0,0 0 0 0 0,2 0 0 0 0,3 15 0 0 0,-4-24 128 0 0,0 0-1 0 0,0 0 1 0 0,1 0-1 0 0,-1 0 1 0 0,1-1-1 0 0,1 1 1 0 0,-1 0-1 0 0,1-1 1 0 0,0 0-1 0 0,6 8 0 0 0,-7-12 72 0 0,0 1 0 0 0,1-1 0 0 0,-1 1 0 0 0,1-1 0 0 0,-1 0 0 0 0,1 0 0 0 0,5 1 0 0 0,-4-3-67 0 0,0-1 0 0 0,0 0-1 0 0,0 0 1 0 0,0 0 0 0 0,0-1-1 0 0,-1 1 1 0 0,1-1-1 0 0,5-6 1 0 0,6-3 7 0 0,39-25 14 0 0,-34 24-30 0 0,0-1-1 0 0,0-1 1 0 0,22-22 0 0 0,-23 19-223 0 0,11-11-1736 0 0,-17 13-4543 0 0</inkml:trace>
</inkml:ink>
</file>

<file path=ppt/ink/ink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1:04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187 0 920 0 0,'0'0'285'0'0,"0"0"862"0"0,0 0 373 0 0,0 0 74 0 0,0 0-120 0 0,0 0-586 0 0,0 0-258 0 0,0 0-48 0 0,0 0-37 0 0,0 0-128 0 0,0 0-53 0 0,0 0-10 0 0,0 0-8 0 0,0 0-20 0 0,0 0-8 0 0,0 3-4 0 0,1-1-197 0 0,-2 1 0 0 0,1-1 0 0 0,0 1 0 0 0,0-1 0 0 0,-1 1 0 0 0,1-1 0 0 0,-3 5 0 0 0,3-6-57 0 0,-1 1 1 0 0,1-1 0 0 0,0 1-1 0 0,-1-1 1 0 0,1 1 0 0 0,0-1-1 0 0,0 1 1 0 0,0-1 0 0 0,0 1-1 0 0,0-1 1 0 0,1 3 0 0 0,0 2 113 0 0,-5 54 1108 0 0,2-44-1189 0 0,1-14-87 0 0,1 1 1 0 0,-1-1-1 0 0,1 1 0 0 0,0-1 1 0 0,0 1-1 0 0,0-1 0 0 0,0 5 1 0 0,3 11-7 0 0,-1 21 0 0 0,1 6 0 0 0,0-26-28 0 0,0 0 0 0 0,8 30 1 0 0,-9-45 16 0 0,-1 1 0 0 0,0 0-1 0 0,0 0 1 0 0,-1 0 0 0 0,1 5 0 0 0,-1-5-22 0 0,0 1 1 0 0,1-1-1 0 0,2 10 1 0 0,-1-9-8 0 0,-1 0 1 0 0,0 0-1 0 0,0 9 1 0 0,2 11-355 0 0,-2-9-101 0 0,-1-14 416 0 0,0 0 0 0 0,0-1-1 0 0,1 1 1 0 0,-1 0 0 0 0,0 0 0 0 0,1-1 0 0 0,2 6 0 0 0,-3-7 80 0 0,0 0 0 0 0,1 0 0 0 0,-1 0 1 0 0,0 0-1 0 0,0 0 0 0 0,1 0 0 0 0,-1-1 1 0 0,0 1-1 0 0,0 0 0 0 0,0 0 0 0 0,0 0 1 0 0,0 0-1 0 0,-1 0 0 0 0,1 0 0 0 0,0 0 1 0 0,-1 2-1 0 0,1-2 100 0 0,0-1-1 0 0,0 2-25 0 0,0 7-82 0 0,0-7-94 0 0,0-2 1 0 0,0 0 36 0 0,0 0 77 0 0,0 1 0 0 0,-1-1 0 0 0,1 0 0 0 0,0 0 0 0 0,0 1-1 0 0,0-1 1 0 0,0 0 0 0 0,0 1 0 0 0,-1-1 0 0 0,1 0 0 0 0,0 0 0 0 0,0 0 0 0 0,-1 1 0 0 0,1-1 0 0 0,0 0 0 0 0,0 0 0 0 0,-1 0 0 0 0,1 1-1 0 0,0-1 1 0 0,0 0 0 0 0,-1 0 0 0 0,1 0 0 0 0,0 0 0 0 0,-1 0 0 0 0,0 0 0 0 0,1 0-7 0 0,-1 0-1 0 0,0-1 1 0 0,1 1 0 0 0,-1-1-1 0 0,0 1 1 0 0,1-1 0 0 0,-1 1 0 0 0,0-1-1 0 0,1 1 1 0 0,-1-1 0 0 0,1 0-1 0 0,-1 1 1 0 0,1-1 0 0 0,-1 0 0 0 0,1 1-1 0 0,0-1 1 0 0,-1 0 0 0 0,1 0-1 0 0,0 1 1 0 0,0-1 0 0 0,-1-1 0 0 0,1-1 12 0 0,-10-13 74 0 0,8 13-56 0 0,0 0 0 0 0,0 0 0 0 0,1 1-1 0 0,-1-1 1 0 0,1 0 0 0 0,-2-5 0 0 0,-12-32 444 0 0,15 35-407 0 0,-2 0 0 0 0,1 1 0 0 0,0-1 0 0 0,-1 1 0 0 0,0-1 1 0 0,0 1-1 0 0,-1 0 0 0 0,-4-7 0 0 0,0 0 102 0 0,7 10-157 0 0,0 0 1 0 0,-1 0-1 0 0,1 1 0 0 0,0-1 0 0 0,-1 0 0 0 0,1 0 0 0 0,-1 1 1 0 0,1-1-1 0 0,-1 0 0 0 0,1 1 0 0 0,-1-1 0 0 0,0 1 0 0 0,1-1 1 0 0,-1 1-1 0 0,0-1 0 0 0,-1 0 0 0 0,-10-4 192 0 0,11 4-204 0 0,0 0 0 0 0,0 1 0 0 0,0-1 0 0 0,0 1 0 0 0,0-1 0 0 0,0 1 0 0 0,0 0 0 0 0,0-1 0 0 0,-1 1 0 0 0,1 0-1 0 0,0 0 1 0 0,0 0 0 0 0,0-1 0 0 0,-1 1 0 0 0,1 1 0 0 0,0-1 0 0 0,0 0 0 0 0,0 0 0 0 0,-1 0 0 0 0,1 1 0 0 0,0-1 0 0 0,0 0 0 0 0,0 1 0 0 0,0-1 0 0 0,0 1-1 0 0,0 0 1 0 0,0-1 0 0 0,0 1 0 0 0,-1 0 0 0 0,-29 22 101 0 0,27-20-106 0 0,1 0 1 0 0,-1 0-1 0 0,1 0 1 0 0,0 0-1 0 0,-1 1 0 0 0,2-1 1 0 0,-6 8-1 0 0,3-4-2 0 0,4-4 2 0 0,-1-1-1 0 0,1 1 0 0 0,-1 0 0 0 0,1 0 0 0 0,0 0 0 0 0,0 0 1 0 0,0 0-1 0 0,1 0 0 0 0,-1 0 0 0 0,1 0 0 0 0,0 0 0 0 0,-1 4 0 0 0,-2 19-12 0 0,0-10-13 0 0,5-12 4 0 0,-1-1 14 0 0,0 29 7 0 0,-1-29-8 0 0,0-1 0 0 0,0 1 0 0 0,0-1 1 0 0,0 1-1 0 0,0-1 0 0 0,1 0 1 0 0,-1 1-1 0 0,2 3 0 0 0,0 3-117 0 0,-2-5 134 0 0,1 0-1 0 0,0 0 1 0 0,-1 0 0 0 0,1 0 0 0 0,1 0-1 0 0,-1 0 1 0 0,1 0 0 0 0,-1-1 0 0 0,1 1-1 0 0,0-1 1 0 0,0 1 0 0 0,0-1 0 0 0,4 4 0 0 0,1-4-31 0 0,-5-2-96 0 0,-2-1 96 0 0,0 1 0 0 0,0-1 1 0 0,1 1-1 0 0,-1-1 1 0 0,0 0-1 0 0,1 1 0 0 0,-1-1 1 0 0,1 1-1 0 0,-1-1 1 0 0,0 0-1 0 0,1 1 0 0 0,-1-1 1 0 0,1 0-1 0 0,-1 0 1 0 0,1 0-1 0 0,-1 1 1 0 0,1-1-1 0 0,-1 0 0 0 0,1 0 1 0 0,-1 0-1 0 0,1 0 1 0 0,0 0-1 0 0,0 0 0 0 0,12 2 71 0 0,-13-2-18 0 0,1 0 11 0 0,0 0 0 0 0,0 0 0 0 0,0-1 0 0 0,0 1 1 0 0,0 0-1 0 0,0-1 0 0 0,0 1 0 0 0,0-1 0 0 0,0 1 0 0 0,0-1 1 0 0,0 1-1 0 0,-1-1 0 0 0,1 0 0 0 0,0 0 0 0 0,0 1 0 0 0,1-3 0 0 0,5-3 50 0 0,-2 2-77 0 0,0 0 0 0 0,0-1 1 0 0,8-9-1 0 0,-1 1-1 0 0,-2-2-15 0 0,-2 3 1 0 0,31-33-591 0 0,-36 42-707 0 0,4-1-3972 0 0</inkml:trace>
</inkml:ink>
</file>

<file path=ppt/ink/ink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1:25.0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25 6448 0 0,'0'-14'297'0'0,"0"12"-9"0"0,0 2-117 0 0,0 0 205 0 0,0 0 110 0 0,0 0 24 0 0,0 0 2 0 0,0 0 0 0 0,0 0 0 0 0,0 0 0 0 0,1-2 0 0 0,-1 2-461 0 0,-1 0 0 0 0,1 0 1 0 0,0 0-1 0 0,0 0 0 0 0,0 0 1 0 0,-1 0-1 0 0,1 1 0 0 0,0-1 1 0 0,0 0-1 0 0,0 0 0 0 0,0-1 1 0 0,-1 1-1 0 0,1 0 0 0 0,0 0 1 0 0,0 0-1 0 0,0 0 0 0 0,0 0 1 0 0,-1 0-1 0 0,1 0 1 0 0,0 0-1 0 0,0 0 0 0 0,0 0 1 0 0,0 0-1 0 0,0 0 0 0 0,-1 0 1 0 0,1-1-1 0 0,0 1 0 0 0,0 0 1 0 0,0 0-1 0 0,0 0 0 0 0,0 0 1 0 0,0 0-1 0 0,-1-1 0 0 0,1 1 1 0 0,0 0-1 0 0,0 0 0 0 0,0 0 1 0 0,0 0-1 0 0,0-1 0 0 0,0 1 1 0 0,0 0-1 0 0,0 0 0 0 0,0 0 1 0 0,0 0-1 0 0,0-1 0 0 0,0 1 1 0 0,0 0-1 0 0,0 0 0 0 0,0 0 1 0 0,0 0-1 0 0,0-1 0 0 0,0 1 1 0 0,0 0-1 0 0,0 0 0 0 0,0 0 1 0 0,0 0-1 0 0,1-1 1 0 0,-1 1-1 0 0,0 0 0 0 0,0 0 1 0 0,0 0-1 0 0,0 0 0 0 0,0 0 1 0 0,1-1-1 0 0,-3 1 328 0 0,2 0-186 0 0,0 0-86 0 0,0 0-13 0 0,2 6-35 0 0,-2-6-57 0 0,1 1-1 0 0,-1 0 0 0 0,0-1 1 0 0,1 1-1 0 0,-1-1 1 0 0,0 1-1 0 0,1 0 1 0 0,-1-1-1 0 0,0 1 1 0 0,0 0-1 0 0,0 0 0 0 0,0-1 1 0 0,0 1-1 0 0,1 0 1 0 0,-1-1-1 0 0,0 1 1 0 0,-1 0-1 0 0,1 0 1 0 0,0-1-1 0 0,0 2 1 0 0,1 15 20 0 0,0-14-14 0 0,-1 0 0 0 0,1 0 0 0 0,-1 0 1 0 0,0 0-1 0 0,0 0 0 0 0,0 0 0 0 0,-1 0 0 0 0,1-1 0 0 0,-1 1 0 0 0,0 3 1 0 0,-2 5 3 0 0,1 0 1 0 0,1 1 0 0 0,0-1 0 0 0,0 0 0 0 0,2 14-1 0 0,-1-12-8 0 0,0 7-4 0 0,-1 24 0 0 0,-4 32 0 0 0,5-71 0 0 0,0 0 1 0 0,0-1 0 0 0,1 1 0 0 0,0 6 0 0 0,0-6-5 0 0,0-1 0 0 0,-1 1 0 0 0,0 0 0 0 0,0 6 0 0 0,-1-3-12 0 0,0 1 0 0 0,1-1 0 0 0,0 1 0 0 0,2 10 0 0 0,-1-7 18 0 0,5 17-26 0 0,-4-21-67 0 0,0 1 0 0 0,-1-1-1 0 0,1 18 1 0 0,0-21 245 0 0,-2-5-151 0 0,0 0 0 0 0,0 0 0 0 0,0 0 0 0 0,0 1 0 0 0,0-1 0 0 0,0 0 0 0 0,0 0 0 0 0,1 0 0 0 0,-1 0 0 0 0,0 0 0 0 0,0 0 0 0 0,0 0 0 0 0,0 1 0 0 0,0-1 0 0 0,0 0 1 0 0,0 0-1 0 0,0 0 0 0 0,0 0 0 0 0,0 0 0 0 0,0 0 0 0 0,0 1 0 0 0,0-1 0 0 0,0 0 0 0 0,0 0 0 0 0,0 0 0 0 0,0 0 0 0 0,0 0 0 0 0,0 0 0 0 0,0 1 0 0 0,0-1 0 0 0,0 0 0 0 0,-1 0 0 0 0,1 0 1 0 0,0 0-1 0 0,0 0 0 0 0,0 0 0 0 0,0 0 0 0 0,0 1 0 0 0,0-1 0 0 0,-5 7 12 0 0,7-1-15 0 0,-3-7 0 0 0,0 0 0 0 0,1 0 0 0 0,-1 0 0 0 0,0 0 0 0 0,1-1 0 0 0,-1 1 0 0 0,1 0 0 0 0,-1 0 0 0 0,1 0 0 0 0,-1-1 0 0 0,1 1 0 0 0,0-3 0 0 0,0 3 0 0 0,-1 0 0 0 0,1-1 0 0 0,0 1 0 0 0,-1 0 0 0 0,1-1 0 0 0,-1 1 0 0 0,1 0 0 0 0,-1-1 0 0 0,1 1 0 0 0,-1 0 0 0 0,-1-2 0 0 0,-4-2-2 0 0,5 4 3 0 0,-1-1 1 0 0,0 1 0 0 0,1-1-1 0 0,0 1 1 0 0,-1-1 0 0 0,1 0-1 0 0,0 1 1 0 0,-2-5 0 0 0,-12-22 225 0 0,15 27-223 0 0,0 1 1 0 0,-1-1 0 0 0,1 0 0 0 0,0 1 0 0 0,-1-1 0 0 0,1 0 0 0 0,0 1 0 0 0,0-1 0 0 0,0 0 0 0 0,0 1 0 0 0,0-1 0 0 0,0 0 0 0 0,0 0 0 0 0,0 1 0 0 0,0-1 0 0 0,0 0 0 0 0,0 1-1 0 0,0-1 1 0 0,0 0 0 0 0,1 1 0 0 0,-1-1 0 0 0,0 0 0 0 0,0 1 0 0 0,1-1 0 0 0,0 0 0 0 0,3-12 187 0 0,-4 11-178 0 0,0 1 1 0 0,0-1 0 0 0,0 0 0 0 0,0 1 0 0 0,0-1 0 0 0,-1 0 0 0 0,1 1 0 0 0,-1-1 0 0 0,1 0 0 0 0,-1 1 0 0 0,1-1-1 0 0,-1 1 1 0 0,0-1 0 0 0,0 1 0 0 0,0 0 0 0 0,0-1 0 0 0,0 1 0 0 0,0 0 0 0 0,0-1 0 0 0,0 1 0 0 0,-1 0 0 0 0,1 0-1 0 0,0 0 1 0 0,-1 0 0 0 0,1 0 0 0 0,-1 0 0 0 0,1 1 0 0 0,-1-1 0 0 0,1 0 0 0 0,-1 1 0 0 0,1-1 0 0 0,-1 1 0 0 0,0 0-1 0 0,1 0 1 0 0,-1-1 0 0 0,0 1 0 0 0,1 0 0 0 0,-1 0 0 0 0,0 0 0 0 0,0 1 0 0 0,1-1 0 0 0,-1 0 0 0 0,-1 1-1 0 0,-1 1-13 0 0,1-1 4 0 0,0 0 0 0 0,0 0 0 0 0,-1 0 0 0 0,1 1 0 0 0,1-1 0 0 0,-1 1-1 0 0,0 0 1 0 0,0 0 0 0 0,1 0 0 0 0,-1 0 0 0 0,1 1 0 0 0,-5 4-1 0 0,1 2-4 0 0,-4 4 0 0 0,0 0 0 0 0,1 0 0 0 0,-11 25 0 0 0,19-34 0 0 0,0 0 0 0 0,0-1 0 0 0,1 1 0 0 0,0 0 0 0 0,0 0 0 0 0,0 0 0 0 0,1 6 0 0 0,-1 1 0 0 0,0-10 0 0 0,0 0 0 0 0,0 0 0 0 0,0 0 0 0 0,0 0 0 0 0,0 1 0 0 0,0-1 0 0 0,0 0 0 0 0,0 0 0 0 0,0 0 0 0 0,1 0 0 0 0,-1 0 0 0 0,0 0 0 0 0,1 2 0 0 0,1 0 0 0 0,3 5 0 0 0,3 0 0 0 0,2-1 0 0 0,1-3 19 0 0,-9-4 88 0 0,12 0 287 0 0,-2-3-256 0 0,-8 2-128 0 0,1 0 1 0 0,-1 0 0 0 0,1 1-1 0 0,0-1 1 0 0,6 1 0 0 0,-6-2-70 0 0,4-5 65 0 0,0 1-1 0 0,0-1 1 0 0,0 2-1 0 0,15-7 0 0 0,12-9 17 0 0,8-5-1772 0 0,-29 17 749 0 0</inkml:trace>
</inkml:ink>
</file>

<file path=ppt/ink/ink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1:26.3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0 1376 0 0,'0'0'340'0'0,"0"0"891"0"0,0 0 390 0 0,0 0 77 0 0,0 0-138 0 0,0 0-657 0 0,0 0-287 0 0,0 0-59 0 0,0 0-42 0 0,0 0-131 0 0,0 2-57 0 0,0 0-244 0 0,0-1 1 0 0,0 1-1 0 0,0-1 1 0 0,1 0-1 0 0,-1 1 1 0 0,0-1-1 0 0,1 1 1 0 0,-1-1-1 0 0,1 0 1 0 0,0 2-1 0 0,0-2 199 0 0,0 7 6 0 0,-1-1 0 0 0,2 1 0 0 0,-1-1 0 0 0,5 13 0 0 0,1 6-112 0 0,3 5-295 0 0,-7-23-21 0 0,0 0 0 0 0,3 16 0 0 0,12 168 251 0 0,-17-174 74 0 0,0 20 0 0 0,-2-22-67 0 0,2-1 0 0 0,2 19 0 0 0,-2-14-232 0 0,-1 5 25 0 0,0-17 13 0 0,0-7 239 0 0,0-4 10 0 0,0 2-161 0 0,0 0 109 0 0,-10-15 242 0 0,0 0-62 0 0,9 13-256 0 0,-1 0 1 0 0,1 0 0 0 0,-1 0 0 0 0,0 0 0 0 0,1 0 0 0 0,-1 1-1 0 0,-1-1 1 0 0,1 1 0 0 0,0 0 0 0 0,0-1 0 0 0,-1 1-1 0 0,0 0 1 0 0,1 1 0 0 0,-5-3 0 0 0,6 3-37 0 0,-1 0 1 0 0,0 0-1 0 0,1 0 0 0 0,-1 0 1 0 0,1 0-1 0 0,-1 0 1 0 0,1 0-1 0 0,-1-1 0 0 0,-1-1 1 0 0,-7-7 37 0 0,1 5 7 0 0,-8 5 10 0 0,8-1-64 0 0,2-1 12 0 0,5 2-6 0 0,1 0 1 0 0,0 0 0 0 0,0 0-1 0 0,-1 0 1 0 0,1 1 0 0 0,0-1-1 0 0,0 0 1 0 0,0 1 0 0 0,0-1-1 0 0,0 1 1 0 0,-1-1 0 0 0,1 1-1 0 0,0 0 1 0 0,0-1 0 0 0,0 1-1 0 0,-1 2 1 0 0,-5 2 4 0 0,4-1-64 0 0,-1 0 1 0 0,1 0 0 0 0,-6 9-1 0 0,5-5-76 0 0,3-6 145 0 0,0-1 0 0 0,0 1-1 0 0,0 0 1 0 0,1 0 0 0 0,-1 0 0 0 0,0-1 0 0 0,1 1 0 0 0,0 0 0 0 0,-1 0-1 0 0,1 0 1 0 0,0 0 0 0 0,0 0 0 0 0,0 0 0 0 0,0 0 0 0 0,1 0-1 0 0,-1 0 1 0 0,1 0 0 0 0,-1-1 0 0 0,1 1 0 0 0,-1 0 0 0 0,1 0 0 0 0,1 2-1 0 0,3 11 72 0 0,-4-4-87 0 0,-2-10 1 0 0,1 0 0 0 0,0 0 1 0 0,0 0-1 0 0,0 0 0 0 0,0 0 1 0 0,0 0-1 0 0,0 0 0 0 0,0 0 1 0 0,1 0-1 0 0,-1 0 0 0 0,0 1 1 0 0,1-1-1 0 0,-1 0 0 0 0,0 0 1 0 0,1 0-1 0 0,-1 0 0 0 0,1-1 1 0 0,0 1-1 0 0,-1 0 0 0 0,1 0 1 0 0,0 0-1 0 0,0 0 0 0 0,-1-1 1 0 0,1 1-1 0 0,0 0 0 0 0,0-1 1 0 0,0 1-1 0 0,0 0 0 0 0,2 0 1 0 0,-2 0 1 0 0,0-1 1 0 0,0 1 0 0 0,1 0-1 0 0,-1 0 1 0 0,0 0 0 0 0,0-1-1 0 0,0 1 1 0 0,2 3 0 0 0,-2-3 10 0 0,1 1 1 0 0,-1-1-1 0 0,1 0 0 0 0,0 1 1 0 0,-1-1-1 0 0,1 0 1 0 0,0 0-1 0 0,0 0 0 0 0,0 0 1 0 0,0 0-1 0 0,0-1 0 0 0,0 1 1 0 0,0 0-1 0 0,4 0 1 0 0,-3-1 9 0 0,0 0 1 0 0,0 1-1 0 0,0-1 0 0 0,0 0 1 0 0,1 0-1 0 0,-1-1 1 0 0,0 1-1 0 0,0-1 0 0 0,4 0 1 0 0,28-12 23 0 0,-20 9-7 0 0,-1-2-1 0 0,1 0 1 0 0,14-8-1 0 0,-5 3-804 0 0,-18 8 27 0 0,-1 1 0 0 0,1-1 0 0 0,0 0 0 0 0,-1 0 0 0 0,8-6 0 0 0,-4-2-4364 0 0</inkml:trace>
</inkml:ink>
</file>

<file path=ppt/ink/ink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1:52.9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6 2304 0 0,'0'0'327'0'0,"0"0"533"0"0,0 0 237 0 0,0 0 44 0 0,0 0-76 0 0,0 0-357 0 0,0 0-158 0 0,0 0-34 0 0,0 0-4 0 0,0 0 0 0 0,0 0 0 0 0,0 0 0 0 0,4-5 286 0 0,-2 5 2677 0 0,14 11-3204 0 0,-11-3-165 0 0,-1 6-100 0 0,-1 0 0 0 0,0-1-1 0 0,2 21 1 0 0,-3-19-7 0 0,1 9 1 0 0,0 0 0 0 0,10 40 0 0 0,-11-54 0 0 0,0 1 0 0 0,-1 0 0 0 0,0 12 0 0 0,2 13 0 0 0,2-9 12 0 0,-3-17 10 0 0,0 1-1 0 0,0-1 1 0 0,-1 19-1 0 0,-1-28 55 0 0,0-1-10 0 0,0 0-2 0 0,0 0 0 0 0,0 0 2 0 0,0 0 12 0 0,0 0 2 0 0,-3-21 390 0 0,3 16-373 0 0,0 1-1 0 0,-1 0 1 0 0,0 0-1 0 0,-1-5 1 0 0,-1 1-15 0 0,3 6-54 0 0,-1 0 0 0 0,0 0 0 0 0,1 0-1 0 0,-1 0 1 0 0,0 0 0 0 0,0 0 0 0 0,0 0-1 0 0,0 0 1 0 0,-1 1 0 0 0,1-1 0 0 0,0 0-1 0 0,-1 1 1 0 0,1-1 0 0 0,-1 1 0 0 0,-2-2-1 0 0,-15-14 235 0 0,18 14-229 0 0,-1 1-1 0 0,0 0 0 0 0,0 0 1 0 0,0 0-1 0 0,0 0 1 0 0,-1 1-1 0 0,1-1 1 0 0,0 0-1 0 0,-1 1 1 0 0,1 0-1 0 0,-1 0 1 0 0,0-1-1 0 0,-3 0 0 0 0,3 2-28 0 0,0-1-1 0 0,0 0 0 0 0,0 1 0 0 0,0-1 0 0 0,-1 1 0 0 0,1 0 0 0 0,0 0 1 0 0,0 1-1 0 0,0-1 0 0 0,0 0 0 0 0,0 1 0 0 0,-1 0 0 0 0,1 0 0 0 0,0 0 0 0 0,1 0 1 0 0,-6 3-1 0 0,1 0 49 0 0,0 0 1 0 0,1 1-1 0 0,0 0 1 0 0,-9 9-1 0 0,8-7-52 0 0,4-4 0 0 0,1-1 0 0 0,0 1 0 0 0,-1 0 0 0 0,1-1 0 0 0,-2 5 0 0 0,1-1 0 0 0,0 0 0 0 0,0-1 0 0 0,0 1 0 0 0,1-1 0 0 0,-2 9 0 0 0,2-9 0 0 0,0 4 0 0 0,0 0 0 0 0,1 0 0 0 0,0 0 0 0 0,1 0 0 0 0,0 15 0 0 0,1-15-17 0 0,0 0-1 0 0,1 0 0 0 0,2 12 1 0 0,-3-18 15 0 0,3 4-8 0 0,-2-5-33 0 0,5 2 32 0 0,-4-3-6 0 0,-1 0-1 0 0,1 0 0 0 0,0 0 1 0 0,0 0-1 0 0,0-1 0 0 0,0 1 0 0 0,0-1 1 0 0,0 0-1 0 0,0 0 0 0 0,0 0 1 0 0,0 0-1 0 0,0 0 0 0 0,0 0 0 0 0,0-1 1 0 0,0 0-1 0 0,0 0 0 0 0,0 1 1 0 0,0-2-1 0 0,-1 1 0 0 0,1 0 0 0 0,3-2 1 0 0,12-5-2 0 0,-12 6-7 0 0,-1-1 0 0 0,0 1 0 0 0,8-6-1 0 0,11-5-356 0 0,45-20-3912 0 0,-52 27 2855 0 0</inkml:trace>
</inkml:ink>
</file>

<file path=ppt/ink/ink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1:53.8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212 72 3224 0 0,'0'-1'240'0'0,"0"-17"-552"0"0,0-26 8489 0 0,0 43-7686 0 0,0 1-31 0 0,0 0-4 0 0,0-2 22 0 0,-1-4 481 0 0,-1 8 1030 0 0,1-1-1892 0 0,1 0-1 0 0,0 0 1 0 0,0 0-1 0 0,-1 0 1 0 0,1 0-1 0 0,0 1 1 0 0,0-1-1 0 0,0 0 0 0 0,0 0 1 0 0,1 2-1 0 0,1 10-48 0 0,0-1 0 0 0,1 22 0 0 0,-2-24-48 0 0,0 1 0 0 0,0-1 0 0 0,4 12 0 0 0,3 18 0 0 0,5 39 0 0 0,-9-53 0 0 0,-3-19 0 0 0,0 0 0 0 0,0 13 0 0 0,8 78-64 0 0,-9-92 39 0 0,0-1 0 0 0,1 1-1 0 0,3 10 1 0 0,-3-11-28 0 0,0 0 1 0 0,0 0-1 0 0,1 11 0 0 0,-2-2-133 0 0,0-1-1 0 0,4 17 0 0 0,-3 15-364 0 0,-2-42 319 0 0,-3 4 38 0 0,-1 0 178 0 0,5-6 143 0 0,0-1 77 0 0,0 0 20 0 0,-1 0-214 0 0,1 1 1 0 0,0-1 0 0 0,0 0-1 0 0,0 0 1 0 0,0 0-1 0 0,-1 0 1 0 0,1 0 0 0 0,0 0-1 0 0,0 0 1 0 0,-1 0-1 0 0,1 0 1 0 0,0 0 0 0 0,0 0-1 0 0,0 0 1 0 0,-1 0-1 0 0,1 0 1 0 0,0 0 0 0 0,0 0-1 0 0,0 0 1 0 0,-1 0-1 0 0,1 0 1 0 0,0 0 0 0 0,0 0-1 0 0,0 0 1 0 0,-1-1-1 0 0,1 1 1 0 0,0 0 0 0 0,0 0-1 0 0,0 0 1 0 0,0 0-1 0 0,-1 0 1 0 0,1-1 0 0 0,-7-2 38 0 0,5 0 52 0 0,-1 0 1 0 0,1 0-1 0 0,0 0 1 0 0,-1 0-1 0 0,1 0 1 0 0,1 0 0 0 0,-4-6-1 0 0,-9-27 84 0 0,12 30-231 0 0,2 4 46 0 0,-1 0 0 0 0,0 0 0 0 0,0 0 0 0 0,0 0 0 0 0,0 0 0 0 0,0 0 0 0 0,0 0 0 0 0,-1 1 0 0 0,1-1 0 0 0,-1 0 0 0 0,-2-2 0 0 0,3 3 33 0 0,-1-1-1 0 0,1 1 0 0 0,-1-1 0 0 0,1 0 0 0 0,0 0 1 0 0,-2-3-1 0 0,2 3 44 0 0,0 0 0 0 0,0 1-1 0 0,0-1 1 0 0,0 0 0 0 0,-1 0 0 0 0,1 1 0 0 0,-3-3-1 0 0,-2 0 13 0 0,1 0 0 0 0,-1 0 0 0 0,0 1 0 0 0,0 0 0 0 0,0 0 0 0 0,0 0 0 0 0,0 1 0 0 0,-10-3 0 0 0,13 5-58 0 0,-6 0 26 0 0,-10 8 72 0 0,14-7-116 0 0,1 1 1 0 0,0 0 0 0 0,0 0-1 0 0,0 1 1 0 0,0-1-1 0 0,0 1 1 0 0,1 0-1 0 0,-1 0 1 0 0,1 0 0 0 0,0 0-1 0 0,-1 1 1 0 0,2-1-1 0 0,-1 1 1 0 0,0 0 0 0 0,1 0-1 0 0,-1 0 1 0 0,-1 5-1 0 0,-3 5-7 0 0,6-11-2 0 0,-1 0 0 0 0,0 0 0 0 0,1 0 0 0 0,0 0 0 0 0,0 1 0 0 0,0-1 0 0 0,0 1 0 0 0,0-1 0 0 0,1 1 0 0 0,0-1 0 0 0,0 1 0 0 0,0-1 1 0 0,0 1-1 0 0,0-1 0 0 0,2 7 0 0 0,1-2 10 0 0,6 10-16 0 0,-7-13 3 0 0,1 0 0 0 0,-1 0 0 0 0,1 0 0 0 0,0 0 0 0 0,0-1 0 0 0,0 0 0 0 0,8 8 0 0 0,-10-11 0 0 0,1 1 0 0 0,-1-1 0 0 0,1 0 0 0 0,0 0 0 0 0,-1 0 0 0 0,1 0 0 0 0,0 0 0 0 0,0 0 0 0 0,0 0 0 0 0,0-1 0 0 0,0 1 0 0 0,0 0 0 0 0,0-1 0 0 0,0 0 0 0 0,0 1 0 0 0,0-1 0 0 0,0 0 0 0 0,0 0 0 0 0,0 0 0 0 0,0-1 0 0 0,0 1 0 0 0,0 0 0 0 0,0-1 0 0 0,3-1 0 0 0,37-10 0 0 0,-29 8 0 0 0,-10 3 0 0 0,1 0 0 0 0,0 0 0 0 0,-1-1 0 0 0,1 1 0 0 0,-1-1 0 0 0,0 0 0 0 0,1 0 0 0 0,3-3 0 0 0,18-14-383 0 0,30-19 0 0 0,-10 8-1517 0 0,-23 15-4201 0 0</inkml:trace>
</inkml:ink>
</file>

<file path=ppt/ink/ink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39.1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9 3680 0 0,'0'0'284'0'0,"0"0"-57"0"0,-15-4 3204 0 0,9 5-2441 0 0,5-1-810 0 0,0 1 0 0 0,0-1-1 0 0,0 0 1 0 0,0 0 0 0 0,0 0 0 0 0,-1 0 0 0 0,1 0 0 0 0,0 0 0 0 0,0 0 0 0 0,0 0-1 0 0,-2-1 1 0 0,2 1-59 0 0,0 0-1 0 0,0 0 1 0 0,1 0-1 0 0,-1 1 1 0 0,0-1-1 0 0,0 0 1 0 0,0 1-1 0 0,0-1 1 0 0,0 0-1 0 0,1 1 1 0 0,-1-1-1 0 0,0 1 1 0 0,0-1-1 0 0,0 2 1 0 0,-12 8 651 0 0,11-8-721 0 0,1 0 0 0 0,0-1-1 0 0,1 1 1 0 0,-1 0 0 0 0,0 0-1 0 0,0 0 1 0 0,1 0 0 0 0,-1 0-1 0 0,1-1 1 0 0,0 1 0 0 0,-1 4-1 0 0,0 3 21 0 0,-2 8 4 0 0,2 0 1 0 0,-1 1 0 0 0,2-1-1 0 0,1 0 1 0 0,4 32-1 0 0,-3-38-66 0 0,1-1 1 0 0,0 1-1 0 0,1-1 0 0 0,7 16 0 0 0,1 1-1 0 0,-9-22-2 0 0,-1-1 1 0 0,1 1 0 0 0,0-1 0 0 0,0 0-1 0 0,0 0 1 0 0,0 0 0 0 0,1 0 0 0 0,0-1 0 0 0,0 0-1 0 0,5 5 1 0 0,-8-7-4 0 0,0-1 0 0 0,0 1-1 0 0,0 0 1 0 0,0-1 0 0 0,0 1 0 0 0,0-1-1 0 0,0 1 1 0 0,0-1 0 0 0,0 1-1 0 0,0-1 1 0 0,0 0 0 0 0,0 1 0 0 0,0-1-1 0 0,0 0 1 0 0,1 0 0 0 0,3 1 7 0 0,8 6-10 0 0,-2-2 0 0 0,-9-5-1 0 0,10 1-1 0 0,13-2 15 0 0,-12 0 41 0 0,-5-2 31 0 0,-1-1 0 0 0,13-6 1 0 0,-20 9-74 0 0,1 1 1 0 0,0-1-1 0 0,-1 1 1 0 0,1 0 0 0 0,-1-1-1 0 0,1 1 1 0 0,-1-1-1 0 0,1 0 1 0 0,-1 1 0 0 0,1-1-1 0 0,-1 1 1 0 0,0-1 0 0 0,1-1-1 0 0,2-2 54 0 0,0 2 21 0 0,0-1 0 0 0,0 0 0 0 0,-1 0-1 0 0,1 0 1 0 0,-1 0 0 0 0,1 0 0 0 0,-1 0 0 0 0,3-6 0 0 0,0-11 495 0 0,-3 13-418 0 0,0 0 0 0 0,0 0 1 0 0,-1 0-1 0 0,1 0 0 0 0,-2 0 0 0 0,1 0 0 0 0,-1 0 0 0 0,0 0 0 0 0,-2-13 0 0 0,1 16-63 0 0,0 0 0 0 0,-1 0-1 0 0,1 0 1 0 0,-1 0-1 0 0,1 1 1 0 0,-5-8 0 0 0,-6-11 340 0 0,9 13-316 0 0,-1 0 1 0 0,0 1-1 0 0,-1 0 1 0 0,-9-13-1 0 0,11 16-48 0 0,0 1 1 0 0,-1 0-1 0 0,0 0 0 0 0,1 0 0 0 0,-2 1 1 0 0,1-1-1 0 0,0 1 0 0 0,-1 0 0 0 0,-6-3 1 0 0,-38-15 592 0 0,33 13-703 0 0,14 7 28 0 0,1 0 1 0 0,0 0-1 0 0,-1 0 1 0 0,1 0 0 0 0,-1 0-1 0 0,1 1 1 0 0,-1-1-1 0 0,0 1 1 0 0,1-1-1 0 0,-1 1 1 0 0,0 0-1 0 0,1 0 1 0 0,-3-1-1 0 0,0 1-47 0 0,0 0-1 0 0,0 0 0 0 0,0 1 1 0 0,0-1-1 0 0,0 1 0 0 0,-6 2 1 0 0,8-2-4 0 0,0-1 0 0 0,0 2 0 0 0,1-1 1 0 0,-1 0-1 0 0,0 0 0 0 0,1 1 0 0 0,-1-1 0 0 0,1 0 1 0 0,0 1-1 0 0,-1 0 0 0 0,1-1 0 0 0,0 1 0 0 0,0 0 1 0 0,0-1-1 0 0,-1 4 0 0 0,-3 6-1056 0 0,0 1-51 0 0</inkml:trace>
</inkml:ink>
</file>

<file path=ppt/ink/ink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0.1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2 5528 0 0,'0'0'422'0'0,"0"0"-124"0"0,0 0 504 0 0,0 0 249 0 0,0 0 49 0 0,-6 0 2896 0 0,3 1-3878 0 0,1 0 0 0 0,0 1 0 0 0,0-1 0 0 0,0 0 0 0 0,-1 1 1 0 0,1-1-1 0 0,1 1 0 0 0,-1 0 0 0 0,0 0 0 0 0,0 0 0 0 0,1 0 0 0 0,-1 0 0 0 0,1 0 0 0 0,-1 0 0 0 0,1 0 1 0 0,0 0-1 0 0,0 1 0 0 0,0-1 0 0 0,0 0 0 0 0,1 1 0 0 0,-2 2 0 0 0,1 6 89 0 0,-1 0-1 0 0,2 0 1 0 0,0 19-1 0 0,0-10-172 0 0,1-6 10 0 0,4 23 0 0 0,-2-14-33 0 0,0-9-1 0 0,0 0 0 0 0,1-1-1 0 0,0 0 1 0 0,1 1 0 0 0,0-2 0 0 0,1 1 0 0 0,1 0-1 0 0,0-1 1 0 0,1-1 0 0 0,0 1 0 0 0,13 13-1 0 0,-19-23-6 0 0,0 0 1 0 0,0 0-1 0 0,0 0 0 0 0,1 0 0 0 0,-1-1 0 0 0,1 1 0 0 0,-1-1 0 0 0,1 0 0 0 0,-1 0 0 0 0,1 0 0 0 0,0 0 0 0 0,0 0 0 0 0,0-1 0 0 0,-1 1 0 0 0,1-1 0 0 0,0 1 0 0 0,0-1 0 0 0,0 0 0 0 0,0 0 0 0 0,0-1 0 0 0,0 1 0 0 0,-1 0 0 0 0,1-1 0 0 0,0 0 0 0 0,0 0 0 0 0,-1 0 0 0 0,1 0 0 0 0,0 0 0 0 0,-1 0 0 0 0,1-1 0 0 0,-1 1 0 0 0,1-1 0 0 0,-1 0 0 0 0,0 0 0 0 0,0 0 0 0 0,0 0 0 0 0,0 0 0 0 0,2-3 0 0 0,11-16 82 0 0,-8 12-25 0 0,0-1 0 0 0,-1 0 0 0 0,10-21 0 0 0,-3 2 180 0 0,-8 21-79 0 0,-1-1 0 0 0,0 0-1 0 0,-1 0 1 0 0,0 0 0 0 0,0 0 0 0 0,1-10-1 0 0,-4 11-63 0 0,2-1 17 0 0,-2-1 0 0 0,1 1 0 0 0,-1-1 0 0 0,-2-12 0 0 0,1 5-72 0 0,1 15-36 0 0,0-1 1 0 0,-1 0-1 0 0,1 1 0 0 0,0-1 1 0 0,-1 1-1 0 0,1-1 1 0 0,-1 1-1 0 0,0 0 0 0 0,0-1 1 0 0,-2-3-1 0 0,-3-6 310 0 0,-5-7 437 0 0,10 19-740 0 0,-1-3 46 0 0,0 0-1 0 0,0 1 1 0 0,0 0-1 0 0,0-1 1 0 0,-1 1 0 0 0,1 0-1 0 0,-1 0 1 0 0,0 0 0 0 0,1 1-1 0 0,-1-1 1 0 0,0 1-1 0 0,0-1 1 0 0,0 1 0 0 0,-6-2-1 0 0,5 2-50 0 0,0 1-1 0 0,1-1 1 0 0,-1 1-1 0 0,0 0 1 0 0,0 0-1 0 0,0 0 1 0 0,1 1-1 0 0,-1 0 1 0 0,0-1-1 0 0,0 1 1 0 0,1 0-1 0 0,-1 0 1 0 0,0 1-1 0 0,1-1 1 0 0,0 1-1 0 0,-1 0 1 0 0,-4 4-1 0 0,-8 6-312 0 0,-23 16-1 0 0,31-22-144 0 0,1 0 1 0 0,-1 0-1 0 0,-6 10 0 0 0,2-4-709 0 0,-2 5-331 0 0</inkml:trace>
</inkml:ink>
</file>

<file path=ppt/ink/ink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1.0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12 1376 0 0,'0'0'65'0'0,"-2"0"259"0"0,-6-3 2651 0 0,-8-2 3195 0 0,7 2-5875 0 0,8 3 340 0 0,1 0-105 0 0,0 0-46 0 0,0 0-10 0 0,0 1-362 0 0,-1 1 1 0 0,1-1 0 0 0,-1 1-1 0 0,1-1 1 0 0,-1 0 0 0 0,1 1 0 0 0,-1-1-1 0 0,0 0 1 0 0,-1 3 0 0 0,-3 4 184 0 0,-1 26 373 0 0,6-22-620 0 0,-1 0 0 0 0,1 0-1 0 0,1 0 1 0 0,0 1 0 0 0,1-2 0 0 0,0 1-1 0 0,6 19 1 0 0,2 9 18 0 0,-9-33-68 0 0,0 0 0 0 0,1-1 0 0 0,0 0 0 0 0,1 1 0 0 0,-1-1 0 0 0,1 0 0 0 0,0-1 0 0 0,6 9 0 0 0,0 2 0 0 0,-8-14 0 0 0,0 1 0 0 0,0-1 0 0 0,0 0 0 0 0,1 1 0 0 0,-1-1 0 0 0,1 0 0 0 0,0 0 0 0 0,-1 0 0 0 0,1 0 0 0 0,0 0 0 0 0,0-1 0 0 0,3 3 0 0 0,8 5-2 0 0,-6-5 2 0 0,-1 1-1 0 0,1-1 1 0 0,13 6-1 0 0,-19-10 2 0 0,1 1 0 0 0,-1-1-1 0 0,1 1 1 0 0,0-1 0 0 0,-1 1 0 0 0,1-1 0 0 0,0 0-1 0 0,-1 0 1 0 0,1 0 0 0 0,0 0 0 0 0,0 0 0 0 0,-1 0 0 0 0,1 0-1 0 0,0 0 1 0 0,-1-1 0 0 0,1 1 0 0 0,0-1 0 0 0,-1 1-1 0 0,1-1 1 0 0,-1 0 0 0 0,1 0 0 0 0,-1 1 0 0 0,2-3 0 0 0,42-36 481 0 0,-41 34-380 0 0,0 0 0 0 0,0 0 0 0 0,-1 0 0 0 0,0 0 0 0 0,0 0 0 0 0,0-1 0 0 0,0 1 0 0 0,-1-1 0 0 0,2-6 0 0 0,2-5 179 0 0,1-11 155 0 0,-3 9-104 0 0,-3 14-231 0 0,0 0-1 0 0,-1-1 1 0 0,1 1-1 0 0,-1 0 1 0 0,0-1-1 0 0,0 1 1 0 0,-1 0-1 0 0,0-1 0 0 0,0 1 1 0 0,0 0-1 0 0,0 0 1 0 0,-1 0-1 0 0,0 0 1 0 0,0 0-1 0 0,0 0 0 0 0,-1 0 1 0 0,1 0-1 0 0,-1 1 1 0 0,0 0-1 0 0,-1-1 1 0 0,1 1-1 0 0,-1 0 1 0 0,0 1-1 0 0,0-1 0 0 0,0 1 1 0 0,-6-5-1 0 0,-1 0 23 0 0,6 5-62 0 0,1 0-1 0 0,0 1 0 0 0,-1-1 0 0 0,-6-2 0 0 0,5 3-65 0 0,0 0-1 0 0,-1 0 0 0 0,1 0 0 0 0,0 0 0 0 0,-1 1 0 0 0,0 0 1 0 0,1 1-1 0 0,-1 0 0 0 0,0 0 0 0 0,-10 1 0 0 0,15 0-82 0 0,0 0-1 0 0,0-1 0 0 0,0 1 0 0 0,0 1 0 0 0,0-1 1 0 0,0 0-1 0 0,0 0 0 0 0,0 1 0 0 0,0-1 0 0 0,1 1 1 0 0,-1-1-1 0 0,0 1 0 0 0,1 0 0 0 0,-1 0 0 0 0,1 0 1 0 0,-2 3-1 0 0,-1 3-1018 0 0,0 1 0 0 0,-5 15 0 0 0,5-13 127 0 0,-5 9-4889 0 0</inkml:trace>
</inkml:ink>
</file>

<file path=ppt/ink/ink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1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 8 8288 0 0,'0'0'381'0'0,"0"0"-6"0"0,-4-4-129 0 0,3 4-146 0 0,-1-1 0 0 0,1 1 0 0 0,0-1-1 0 0,-1 1 1 0 0,1-1 0 0 0,0 1 0 0 0,-1 0-1 0 0,1 0 1 0 0,-1-1 0 0 0,1 1 0 0 0,-1 0 0 0 0,1 0-1 0 0,0 1 1 0 0,-1-1 0 0 0,1 0 0 0 0,-1 0-1 0 0,1 1 1 0 0,0-1 0 0 0,-1 1 0 0 0,1-1-1 0 0,0 1 1 0 0,-1-1 0 0 0,1 1 0 0 0,0 0-1 0 0,0 0 1 0 0,0 0 0 0 0,-1 0 0 0 0,1 0-1 0 0,0 0 1 0 0,-1 1 0 0 0,0 0 96 0 0,0 0 1 0 0,0 0-1 0 0,1 1 0 0 0,-1-1 0 0 0,0 1 1 0 0,1-1-1 0 0,0 1 0 0 0,0-1 1 0 0,-1 1-1 0 0,1 0 0 0 0,1-1 1 0 0,-1 1-1 0 0,0 0 0 0 0,0 5 1 0 0,2 8-197 0 0,1-1 0 0 0,0 1 0 0 0,8 27 0 0 0,-3-15 0 0 0,-3-14 0 0 0,1 0 0 0 0,7 16 0 0 0,-1-4 0 0 0,-8-19 0 0 0,1 0 0 0 0,0 0 0 0 0,0 0 0 0 0,8 9 0 0 0,-6-9 0 0 0,-1 1 0 0 0,6 9 0 0 0,-11-16 0 0 0,1 0 0 0 0,-1 0 0 0 0,1 0 0 0 0,0 0 0 0 0,0 0 0 0 0,-1-1 0 0 0,1 1 0 0 0,0 0 0 0 0,0 0 0 0 0,0-1 0 0 0,1 2 0 0 0,1 0 0 0 0,10 6 0 0 0,-10-7 0 0 0,0-2 0 0 0,9 4 0 0 0,2-3 0 0 0,-11-2 0 0 0,-2 0 0 0 0,3 1 0 0 0,-2 0 0 0 0,0-1 0 0 0,0 1 0 0 0,0 0 0 0 0,0 0 0 0 0,-1-1 0 0 0,1 1 0 0 0,-1-1 0 0 0,1 0 0 0 0,-1 0 0 0 0,2-1 0 0 0,0-1 81 0 0,-1 1 0 0 0,0-1 0 0 0,0 1 0 0 0,0-1 1 0 0,0 0-1 0 0,0 0 0 0 0,-1 0 0 0 0,1 0 0 0 0,0-5 1 0 0,5-40 1046 0 0,-5 34-1021 0 0,-2 11-23 0 0,0 0-1 0 0,0 0 0 0 0,-1 0 0 0 0,1-1 0 0 0,-1 1 0 0 0,0 0 0 0 0,0 1 0 0 0,-2-6 0 0 0,-2-11 609 0 0,4 16-592 0 0,0 0-1 0 0,-1 0 0 0 0,1 1 1 0 0,-4-8-1 0 0,-3-6 12 0 0,5 10 43 0 0,-1 0 1 0 0,0 1-1 0 0,-1-1 0 0 0,1 1 0 0 0,-1 0 0 0 0,-1 1 0 0 0,1-1 0 0 0,-1 1 0 0 0,0 0 0 0 0,-9-6 0 0 0,13 10-140 0 0,0-1 0 0 0,-1 1 0 0 0,1 0 0 0 0,-1 0 1 0 0,1 0-1 0 0,-1 0 0 0 0,0 0 0 0 0,1 0 0 0 0,-1 1 0 0 0,0-1 0 0 0,1 1 0 0 0,-1 0 0 0 0,0 0 1 0 0,-3 0-1 0 0,0 1 11 0 0,-1 0 0 0 0,1 0 0 0 0,0 1 0 0 0,-11 3 0 0 0,15-4-79 0 0,1 0-1 0 0,-1 0 1 0 0,1 0-1 0 0,-1 0 0 0 0,1 1 1 0 0,0-1-1 0 0,0 0 1 0 0,-1 0-1 0 0,1 1 1 0 0,0-1-1 0 0,0 1 0 0 0,0-1 1 0 0,1 1-1 0 0,-1-1 1 0 0,-1 3-1 0 0,-6 10-440 0 0,4-8-203 0 0,0 0-1 0 0,0 1 0 0 0,1 0 1 0 0,0-1-1 0 0,0 1 1 0 0,-2 8-1 0 0,0 2-4970 0 0</inkml:trace>
</inkml:ink>
</file>

<file path=ppt/ink/ink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2.5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47 8288 0 0,'0'0'190'0'0,"-4"-9"445"0"0,2 7-445 0 0,0 0 0 0 0,0 0-1 0 0,0 1 1 0 0,-1 0 0 0 0,1-1 0 0 0,-1 1-1 0 0,1 0 1 0 0,-1 0 0 0 0,1 0 0 0 0,-1 0-1 0 0,-4 0 1 0 0,5 0-62 0 0,1 1 0 0 0,0 0 0 0 0,-1 0 0 0 0,1 0 0 0 0,0 0 0 0 0,0 0 0 0 0,-1 0 0 0 0,1 1 0 0 0,0-1 1 0 0,0 0-1 0 0,-1 1 0 0 0,1-1 0 0 0,0 0 0 0 0,0 1 0 0 0,0 0 0 0 0,0-1 0 0 0,0 1 0 0 0,-1 0 0 0 0,1-1 0 0 0,0 1 0 0 0,1 0 0 0 0,-1 0 0 0 0,0 0 0 0 0,0 0 0 0 0,0 0 0 0 0,0 0 0 0 0,1 0 0 0 0,-1 0 0 0 0,-1 3 1 0 0,-9 20 895 0 0,10-22-950 0 0,0-1 1 0 0,1 1-1 0 0,0-1 1 0 0,-1 1-1 0 0,1-1 1 0 0,0 1-1 0 0,0-1 1 0 0,0 1-1 0 0,0-1 1 0 0,0 1-1 0 0,0-1 1 0 0,0 1 0 0 0,1 1-1 0 0,-1 3-14 0 0,0 9-56 0 0,1 0 0 0 0,0 0 0 0 0,6 28 0 0 0,-3-27-4 0 0,11 24 0 0 0,2 3 0 0 0,-12-30 0 0 0,1 0 0 0 0,1-1 0 0 0,0 0 0 0 0,0 0 0 0 0,1 0 0 0 0,1-1 0 0 0,19 19 0 0 0,-24-26 2 0 0,0 1-1 0 0,1-2 0 0 0,0 1 0 0 0,0 0 0 0 0,0-1 0 0 0,0 0 0 0 0,1 0 1 0 0,10 4-1 0 0,-14-6-6 0 0,0-1 1 0 0,0 1 0 0 0,0-1 0 0 0,0 1 0 0 0,0-1-1 0 0,0 1 1 0 0,0-1 0 0 0,0 0 0 0 0,0 0 0 0 0,0 0-1 0 0,0 0 1 0 0,0-1 0 0 0,1 1 0 0 0,-1 0 0 0 0,0-1-1 0 0,0 1 1 0 0,-1-1 0 0 0,1 0 0 0 0,0 0 0 0 0,0 0-1 0 0,0 0 1 0 0,0 0 0 0 0,-1 0 0 0 0,1 0-1 0 0,0-1 1 0 0,-1 1 0 0 0,1-1 0 0 0,-1 1 0 0 0,3-4-1 0 0,7-10-157 0 0,-7 10 192 0 0,-1 0 0 0 0,1 0 0 0 0,-1 0 1 0 0,0 0-1 0 0,0-1 0 0 0,-1 1 0 0 0,1-1 1 0 0,2-11-1 0 0,-3 2 8 0 0,1 0 164 0 0,1-31 0 0 0,-4 35 115 0 0,-1 1 0 0 0,0-1 0 0 0,0 0 0 0 0,-1 0 0 0 0,-1 0 0 0 0,1 1 0 0 0,-2-1 0 0 0,0 1 0 0 0,0 0 0 0 0,-6-10 0 0 0,-2-1-242 0 0,-21-26 0 0 0,29 41-29 0 0,-1 0 1 0 0,0 1 0 0 0,0 0-1 0 0,-1 0 1 0 0,1 0-1 0 0,-1 1 1 0 0,0 0 0 0 0,0 0-1 0 0,-8-3 1 0 0,6 3 244 0 0,4 2-100 0 0,0 0 1 0 0,0 1-1 0 0,0-1 1 0 0,0 1-1 0 0,-7-1 1 0 0,-3 0-79 0 0,10 1-107 0 0,1 0-1 0 0,-1 1 0 0 0,1-1 0 0 0,-1 1 0 0 0,1 0 1 0 0,-1 0-1 0 0,1 0 0 0 0,0 1 0 0 0,-5 0 0 0 0,-11 4-139 0 0,16-5 72 0 0,0 0-1 0 0,0 1 1 0 0,0 0-1 0 0,0-1 1 0 0,0 1-1 0 0,0 0 1 0 0,0 1-1 0 0,1-1 1 0 0,-1 0-1 0 0,0 1 1 0 0,1-1-1 0 0,-1 1 1 0 0,1 0-1 0 0,0 0 1 0 0,-1 0-1 0 0,1 0 1 0 0,0 0-1 0 0,0 1 1 0 0,-2 2-1 0 0,-2 4-556 0 0,6-8 468 0 0,-1 0 1 0 0,0 0-1 0 0,0 0 1 0 0,1 0-1 0 0,-1 0 1 0 0,1 0-1 0 0,-1 0 1 0 0,1 0-1 0 0,-1 0 1 0 0,1 1-1 0 0,0-1 1 0 0,-1 0-1 0 0,1 0 0 0 0,0 1 1 0 0,0 1-1 0 0,0 11-1197 0 0</inkml:trace>
</inkml:ink>
</file>

<file path=ppt/ink/ink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4.0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82 920 0 0,'0'0'325'0'0,"0"0"1031"0"0,0 0 452 0 0,-14-6 4391 0 0,-3 6-3919 0 0,4 14-840 0 0,11-11-1408 0 0,0 0 0 0 0,0 0 0 0 0,1 0 0 0 0,-1 0 0 0 0,1 0 0 0 0,0 0-1 0 0,0 0 1 0 0,0 0 0 0 0,0 1 0 0 0,0-1 0 0 0,1 0 0 0 0,0 1 0 0 0,-1-1 0 0 0,1 5 0 0 0,2 5 121 0 0,-1-1-1 0 0,6 20 1 0 0,-1-2-58 0 0,-4-20-95 0 0,0 0 0 0 0,1-1 0 0 0,0 1 0 0 0,1-1 0 0 0,0 0 0 0 0,8 14 0 0 0,-6-9-3 0 0,-5-11 4 0 0,0-1 0 0 0,1 1 0 0 0,-1-1 0 0 0,0 1 0 0 0,1-1 0 0 0,0 1 0 0 0,-1-1 0 0 0,1 0 0 0 0,0 1 1 0 0,0-1-1 0 0,1 0 0 0 0,-1 0 0 0 0,3 1 0 0 0,-4-2 0 0 0,0 0 1 0 0,0 0 0 0 0,0 0-1 0 0,0 0 1 0 0,1 0 0 0 0,-1-1-1 0 0,0 1 1 0 0,1 0 0 0 0,-1-1-1 0 0,1 1 1 0 0,-1-1 0 0 0,1 1 0 0 0,-1-1-1 0 0,1 0 1 0 0,-1 1 0 0 0,1-1-1 0 0,-1 0 1 0 0,1 0 0 0 0,-1 0-1 0 0,1 0 1 0 0,-1-1 0 0 0,1 1-1 0 0,-1 0 1 0 0,1-1 0 0 0,-1 1 0 0 0,1-1-1 0 0,-1 1 1 0 0,0-1 0 0 0,1 0-1 0 0,-1 1 1 0 0,0-1 0 0 0,1 0-1 0 0,-1 0 1 0 0,1-1 0 0 0,1 0-1 0 0,0-1 5 0 0,1 1 1 0 0,-1-1 0 0 0,-1 0 0 0 0,1 0 0 0 0,0-1-1 0 0,-1 1 1 0 0,1-1 0 0 0,-1 1 0 0 0,3-7 0 0 0,14-38 235 0 0,-19 46-228 0 0,4-9 612 0 0,3-24 0 0 0,-5 22-445 0 0,-1 5-44 0 0,0 1 0 0 0,-1-1 0 0 0,0 1 0 0 0,0-1 0 0 0,-1 0 0 0 0,-2-12 0 0 0,-2 0 629 0 0,-9-24-1 0 0,12 40-619 0 0,0 0-1 0 0,0-1 0 0 0,0 2 0 0 0,-1-1 1 0 0,1 0-1 0 0,-1 0 0 0 0,0 1 1 0 0,-6-6-1 0 0,-2-1-174 0 0,-17-11 1 0 0,25 19 11 0 0,-3-1 1 0 0,-10 3 22 0 0,14 0-6 0 0,-3-1 14 0 0,3 1-10 0 0,1-1-1 0 0,0 1 1 0 0,-1 0 0 0 0,1 0-1 0 0,-1 0 1 0 0,1 0-1 0 0,-1 0 1 0 0,1 0-1 0 0,0 0 1 0 0,-1 1 0 0 0,1-1-1 0 0,-1 1 1 0 0,-1 0-1 0 0,1-1-47 0 0,0 1 0 0 0,0 0 0 0 0,0 0-1 0 0,0 1 1 0 0,0-1 0 0 0,1 0 0 0 0,-1 1-1 0 0,0-1 1 0 0,1 1 0 0 0,-1-1 0 0 0,1 1-1 0 0,-2 2 1 0 0,-7 6-319 0 0,8-6-35 0 0,2 1 242 0 0,0 1-704 0 0,0 0 0 0 0,0 0 0 0 0,1 0 0 0 0,0 1-1 0 0,2 7 1 0 0,1-2-4542 0 0</inkml:trace>
</inkml:ink>
</file>

<file path=ppt/ink/ink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4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24 2760 0 0,'-1'-1'207'0'0,"-14"-12"1690"0"0,8 5 721 0 0,-2 7 2841 0 0,-8 4-3888 0 0,16-3-1488 0 0,-1 0 1 0 0,1 1 0 0 0,0-1 0 0 0,0 0 0 0 0,0 1 0 0 0,-1-1 0 0 0,1 1 0 0 0,0 0 0 0 0,0-1 0 0 0,0 1 0 0 0,0 0-1 0 0,0-1 1 0 0,0 1 0 0 0,0 0 0 0 0,0 0 0 0 0,0 0 0 0 0,0 0 0 0 0,0 0 0 0 0,0 2 0 0 0,-14 24 531 0 0,12-21-366 0 0,1-3-178 0 0,1 0-1 0 0,0 0 0 0 0,0 0 1 0 0,1 1-1 0 0,-2 4 0 0 0,-1 9 123 0 0,1-10-157 0 0,1 1-1 0 0,0-1 1 0 0,0 1 0 0 0,1-1 0 0 0,0 1-1 0 0,0 0 1 0 0,1-1 0 0 0,0 1 0 0 0,0-1 0 0 0,1 0-1 0 0,2 9 1 0 0,2 3-5 0 0,-5-15-27 0 0,0 0 1 0 0,0 1-1 0 0,0-1 1 0 0,3 4-1 0 0,1 1-4 0 0,1 2 0 0 0,0-1 0 0 0,5 16 0 0 0,-10-23 1 0 0,0 0-1 0 0,0-1 0 0 0,1 1 0 0 0,-1 0 1 0 0,1-1-1 0 0,-1 1 0 0 0,1-1 0 0 0,0 1 1 0 0,0-1-1 0 0,5 4 0 0 0,0-1-1 0 0,0 0 0 0 0,11 5-1 0 0,-1 0-9 0 0,-16-9 7 0 0,0-1-1 0 0,0 1 1 0 0,0-1-1 0 0,1 1 0 0 0,-1-1 1 0 0,0 1-1 0 0,0-1 1 0 0,1 0-1 0 0,-1 0 0 0 0,0 0 1 0 0,1 0-1 0 0,1 0 0 0 0,-2 1 5 0 0,0-1 0 0 0,-1 0 0 0 0,1 0 0 0 0,0 0 0 0 0,0 0 0 0 0,0 0 0 0 0,0 0 0 0 0,0 0 0 0 0,0 0 0 0 0,0-1 0 0 0,0 1 0 0 0,-1 0 0 0 0,1 0 0 0 0,0-1 0 0 0,0 1 0 0 0,0-1 0 0 0,0 1 0 0 0,-1 0 0 0 0,1-1 0 0 0,1 0 0 0 0,1-2 0 0 0,0 1 6 0 0,1 0-1 0 0,-1-1 1 0 0,0 1-1 0 0,0-1 1 0 0,0 0-1 0 0,0 0 1 0 0,0 0-1 0 0,0-1 1 0 0,-1 1-1 0 0,5-8 1 0 0,-1-2 59 0 0,9-26 1 0 0,-11 26-32 0 0,-3 7 52 0 0,0 0 1 0 0,0 1-1 0 0,-1-1 0 0 0,0 0 1 0 0,0 0-1 0 0,0 0 0 0 0,-1 1 1 0 0,-2-9-1 0 0,2 9 26 0 0,-1 0-1 0 0,1 0 1 0 0,-1 0-1 0 0,-1 0 1 0 0,1 0-1 0 0,-1 0 1 0 0,0 1-1 0 0,0-1 1 0 0,0 1-1 0 0,0 0 1 0 0,-1 0-1 0 0,-5-4 1 0 0,-1-1 127 0 0,0 0 0 0 0,-1 1-1 0 0,-20-12 1 0 0,25 17-211 0 0,2 0 0 0 0,0 1-1 0 0,-1-1 0 0 0,0 1 0 0 0,0 0 1 0 0,1 0-1 0 0,-1 0 0 0 0,-1 1 1 0 0,1-1-1 0 0,0 1 0 0 0,-9 0 0 0 0,13 1-27 0 0,1 0 0 0 0,-1 0 0 0 0,1-1 0 0 0,0 1 0 0 0,-1 0 0 0 0,1 0 0 0 0,-1 0 0 0 0,1 0 0 0 0,-1 0 0 0 0,1 0 0 0 0,-1 1 0 0 0,1-1 0 0 0,0 0 0 0 0,-1 0 0 0 0,1 0 0 0 0,-1 0 0 0 0,1 0 0 0 0,0 1 0 0 0,-1-1 0 0 0,1 0 0 0 0,0 0 0 0 0,-1 1-1 0 0,1-1 1 0 0,0 0 0 0 0,-1 0 0 0 0,1 1 0 0 0,0-1 0 0 0,-1 0 0 0 0,1 1 0 0 0,0-1 0 0 0,0 1 0 0 0,-1-1 0 0 0,1 1 0 0 0,-1 0-13 0 0,-9 7-86 0 0,9-7 65 0 0,-1 0 0 0 0,1 0 0 0 0,0 0 0 0 0,-1 0 0 0 0,1 0 0 0 0,0 0 0 0 0,0 0 0 0 0,-1 0 0 0 0,1 1 0 0 0,0-1 0 0 0,0 1 0 0 0,0-1 0 0 0,1 1 0 0 0,-1-1 0 0 0,0 1 0 0 0,1-1 0 0 0,-2 3 0 0 0,-2 10-698 0 0,3-12-111 0 0,0 1 0 0 0,1-1 1 0 0,-1 1-1 0 0,0 0 1 0 0,1-1-1 0 0,-1 5 1 0 0,1 9-5386 0 0</inkml:trace>
</inkml:ink>
</file>

<file path=ppt/ink/ink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5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162 40 10136 0 0,'0'0'230'0'0,"0"0"30"0"0,0 0 19 0 0,-4-5 8 0 0,-9-3-210 0 0,2-2 858 0 0,10 9-684 0 0,-1-1 1 0 0,1 1 0 0 0,0 0-1 0 0,-1 0 1 0 0,1-1 0 0 0,-1 1-1 0 0,1 0 1 0 0,-1 0 0 0 0,1 1-1 0 0,-1-1 1 0 0,-3-1 0 0 0,4 2-223 0 0,1-1 49 0 0,-1 1 0 0 0,0 0 1 0 0,0-1-1 0 0,-1 1 0 0 0,1 0 1 0 0,0 0-1 0 0,0 0 0 0 0,0 0 1 0 0,0 0-1 0 0,0 0 0 0 0,0 0 1 0 0,0 0-1 0 0,0 0 1 0 0,0 0-1 0 0,-1 1 0 0 0,0 1 20 0 0,-1 0-1 0 0,1 0 1 0 0,0 0-1 0 0,0 0 1 0 0,1 0-1 0 0,-1 0 1 0 0,0 1-1 0 0,-1 2 0 0 0,1-1-97 0 0,0 0 0 0 0,0 1 0 0 0,0-1 0 0 0,0 1 0 0 0,1-1 0 0 0,0 1 0 0 0,0 0 0 0 0,0-1 0 0 0,1 1 0 0 0,-1 0 0 0 0,1 5 0 0 0,1 7 0 0 0,5 29 0 0 0,-5-34 0 0 0,2 1 0 0 0,0-1 0 0 0,1 0 0 0 0,0 0 0 0 0,8 17 0 0 0,-9-24 0 0 0,1 3 0 0 0,0 0 0 0 0,1-1 0 0 0,0 1 0 0 0,0-1 0 0 0,0-1 0 0 0,1 1 0 0 0,0-1 0 0 0,1 0 0 0 0,-1 0 0 0 0,9 5 0 0 0,-13-9 0 0 0,1-1 0 0 0,-1 0 0 0 0,1 0 0 0 0,-1 0 0 0 0,1-1 0 0 0,2 1 0 0 0,10 3 0 0 0,-14-3 0 0 0,-1-1 0 0 0,1 1 0 0 0,0-1 0 0 0,0 0 0 0 0,0 0 0 0 0,0 1 0 0 0,0-1 0 0 0,0 0 0 0 0,0 0 0 0 0,0 0 0 0 0,0 0 0 0 0,-1 0 0 0 0,1 0 0 0 0,0-1 0 0 0,0 1 0 0 0,0 0 0 0 0,0 0 0 0 0,0-1 0 0 0,0 1 0 0 0,0 0 0 0 0,-1-1 0 0 0,1 1 0 0 0,0-1 0 0 0,1 0 0 0 0,0-1 0 0 0,-1 1 0 0 0,1-1 0 0 0,0 0 0 0 0,-1 1 0 0 0,0-1 0 0 0,2-3 0 0 0,-2 4 0 0 0,11-14 0 0 0,-10 13 0 0 0,0 0 0 0 0,0 0 0 0 0,0 0 0 0 0,-1-1 0 0 0,1 1 0 0 0,-1 0 0 0 0,0-1 0 0 0,2-2 0 0 0,-2 1 6 0 0,3-5 144 0 0,-1 0 0 0 0,-1 0 0 0 0,1 0 0 0 0,-1-1 0 0 0,-1 1 0 0 0,1-11 0 0 0,-2 12 20 0 0,0 1-1 0 0,-1-1 0 0 0,0 1 0 0 0,0-1 0 0 0,-4-12 0 0 0,3 15-23 0 0,0 1-1 0 0,0 0 0 0 0,0-1 1 0 0,-1 1-1 0 0,1 0 1 0 0,-1 0-1 0 0,0 0 1 0 0,0 1-1 0 0,-1-1 1 0 0,-4-3-1 0 0,2 2-118 0 0,1 0-1 0 0,-1 1 1 0 0,-1 0-1 0 0,1 0 1 0 0,-1 0 0 0 0,0 1-1 0 0,1 0 1 0 0,-1 1-1 0 0,-1-1 1 0 0,1 1-1 0 0,0 1 1 0 0,0-1 0 0 0,-1 1-1 0 0,1 0 1 0 0,-15 1-1 0 0,17 0-26 0 0,0 0 0 0 0,1 0 0 0 0,-1 0 0 0 0,0 1 0 0 0,1 0 0 0 0,-1 0 0 0 0,0 0 0 0 0,1 0 0 0 0,-1 1 0 0 0,1-1 0 0 0,-8 5 0 0 0,-1 3-155 0 0,11-8 17 0 0,0 0-1 0 0,0 0 1 0 0,0 1-1 0 0,0-1 0 0 0,0 1 1 0 0,0-1-1 0 0,0 1 0 0 0,0 0 1 0 0,1 0-1 0 0,-2 2 0 0 0,2-3-91 0 0,1-1 0 0 0,-1 1 0 0 0,0 0 0 0 0,1 0 0 0 0,-1-1 0 0 0,0 1 0 0 0,0 0 0 0 0,1-1 0 0 0,-1 1 0 0 0,0-1 0 0 0,0 1 0 0 0,0-1 0 0 0,0 1 0 0 0,0-1 0 0 0,-1 1 0 0 0,0 0-779 0 0,-1 1-4789 0 0</inkml:trace>
</inkml:ink>
</file>

<file path=ppt/ink/ink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6.0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43 7776 0 0,'0'0'356'0'0,"0"0"-8"0"0,-14 0 2317 0 0,-7 0 1890 0 0,20 0-4011 0 0,0 2-29 0 0,-2 5-309 0 0,0 0 0 0 0,1 0-1 0 0,0 0 1 0 0,0 0-1 0 0,1 1 1 0 0,0-1 0 0 0,0 1-1 0 0,0-1 1 0 0,2 15-1 0 0,11 41 403 0 0,-7-32-608 0 0,1 0 0 0 0,2 0 0 0 0,21 51 0 0 0,-27-76-18 0 0,0 0 0 0 0,1-1 0 0 0,0 1 0 0 0,0 0 0 0 0,1-1 0 0 0,-1 1-1 0 0,1-1 1 0 0,1 0 0 0 0,-1-1 0 0 0,0 1 0 0 0,1-1 0 0 0,0 0 0 0 0,0 0 0 0 0,11 7-1 0 0,-14-11 19 0 0,-1 1-1 0 0,1-1 1 0 0,0 0-1 0 0,-1 0 0 0 0,1 1 1 0 0,0-1-1 0 0,-1 0 1 0 0,1 0-1 0 0,0-1 0 0 0,0 1 1 0 0,-1 0-1 0 0,1-1 1 0 0,0 1-1 0 0,-1 0 0 0 0,1-1 1 0 0,-1 0-1 0 0,1 1 1 0 0,-1-1-1 0 0,1 0 0 0 0,-1 0 1 0 0,1 0-1 0 0,1-1 1 0 0,0-1 1 0 0,0 1 1 0 0,0-1-1 0 0,0 1 1 0 0,-1-1-1 0 0,1 0 1 0 0,-1 0-1 0 0,1 0 1 0 0,3-7-1 0 0,1-5 157 0 0,-1 4-227 0 0,-1 0-1 0 0,-1 0 1 0 0,6-19-1 0 0,-5 8 93 0 0,-1 0-1 0 0,2-38 1 0 0,-6 49 116 0 0,0 1 0 0 0,-1-1-1 0 0,0 0 1 0 0,-1 1 0 0 0,0-1 0 0 0,-1 1 0 0 0,-7-19 0 0 0,3 9 408 0 0,6 16-477 0 0,0 0 0 0 0,-1-1 0 0 0,1 1 0 0 0,-1 0 0 0 0,0 0 0 0 0,0 0 0 0 0,-5-5 0 0 0,-2-3-19 0 0,4 7 74 0 0,1-1 1 0 0,-1 1 0 0 0,-1-1-1 0 0,1 1 1 0 0,-1 1 0 0 0,-6-5-1 0 0,5 4 22 0 0,5 4-126 0 0,0 0 0 0 0,0-1 1 0 0,-1 1-1 0 0,1 0 0 0 0,0 0 0 0 0,0 0 0 0 0,0 0 0 0 0,-1 1 1 0 0,1-1-1 0 0,-1 1 0 0 0,1-1 0 0 0,0 1 0 0 0,-1 0 0 0 0,1 0 0 0 0,-6 0 1 0 0,4 1 15 0 0,-1 0 1 0 0,0 0 0 0 0,0 0 0 0 0,0 1-1 0 0,0 0 1 0 0,1 0 0 0 0,-1 0 0 0 0,1 1-1 0 0,-1-1 1 0 0,1 1 0 0 0,-6 5-1 0 0,3-1-523 0 0,1 0 0 0 0,0 0-1 0 0,0 0 1 0 0,1 1 0 0 0,-7 11-1 0 0,9-13 59 0 0,0 0 0 0 0,1 0 0 0 0,0 0 0 0 0,0 0-1 0 0,0 0 1 0 0,0 9 0 0 0,0 14-1106 0 0</inkml:trace>
</inkml:ink>
</file>

<file path=ppt/ink/ink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7.3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45 6936 0 0,'0'0'316'0'0,"0"0"-3"0"0,-2 1-202 0 0,-36 22 2599 0 0,27-14-1530 0 0,6-4-960 0 0,0-2 5 0 0,0 1 0 0 0,1 0 0 0 0,-1 0-1 0 0,1 1 1 0 0,0 0 0 0 0,0-1 0 0 0,0 1 0 0 0,1 1-1 0 0,0-1 1 0 0,0 0 0 0 0,-5 11 0 0 0,-3 12 433 0 0,8-21-485 0 0,0 0 0 0 0,0 0-1 0 0,-2 12 1 0 0,5-14-153 0 0,0 0 0 0 0,0 0-1 0 0,1 1 1 0 0,0-1 0 0 0,0 0 0 0 0,0 0 0 0 0,1 0 0 0 0,0-1 0 0 0,3 10 0 0 0,-1-6-12 0 0,-1 0-8 0 0,1 0 0 0 0,0 1 0 0 0,1-2 0 0 0,7 11 0 0 0,-10-15 0 0 0,1 1 0 0 0,0-1 0 0 0,0 0 0 0 0,0-1 0 0 0,0 1 0 0 0,0 0 0 0 0,1-1 0 0 0,-1 0 0 0 0,1 1 0 0 0,0-1 0 0 0,3 1 0 0 0,3 0 3 0 0,-6-1 2 0 0,-1 0 0 0 0,1-1 0 0 0,0 0 0 0 0,0 0 0 0 0,0 0 0 0 0,0 0 0 0 0,0-1 0 0 0,0 1 0 0 0,0-1 0 0 0,0 0 0 0 0,7-1 1 0 0,0-1-6 0 0,-8 2 0 0 0,0 0 0 0 0,0-1 0 0 0,0 1 0 0 0,0-1 0 0 0,-1 0 0 0 0,1 0 0 0 0,0 0 0 0 0,-1 0 0 0 0,1 0 0 0 0,0-1 0 0 0,-1 1 0 0 0,4-3 0 0 0,4-5 18 0 0,0-1 0 0 0,-1 0 0 0 0,0-1 0 0 0,11-17 0 0 0,-11 12 205 0 0,0 0 1 0 0,0-1-1 0 0,7-23 0 0 0,-3 6 441 0 0,-11 29-539 0 0,-1 0-1 0 0,1 0 1 0 0,-1 0-1 0 0,0-1 0 0 0,-1 1 1 0 0,1 0-1 0 0,-1-1 0 0 0,0 1 1 0 0,-1-6-1 0 0,0-10 454 0 0,0 17-488 0 0,1 1 1 0 0,-1-1-1 0 0,1 1 1 0 0,-1 0-1 0 0,0 0 1 0 0,-1-1 0 0 0,1 1-1 0 0,0 0 1 0 0,-1 0-1 0 0,0 0 1 0 0,1 0-1 0 0,-4-3 1 0 0,-1-2 151 0 0,-1 1-1 0 0,-12-12 1 0 0,16 18-224 0 0,1-1 0 0 0,-1 1 0 0 0,1 0-1 0 0,-1 0 1 0 0,0 0 0 0 0,1 0 0 0 0,-1 0 0 0 0,0 0-1 0 0,0 1 1 0 0,1 0 0 0 0,-1-1 0 0 0,0 1-1 0 0,-5 0 1 0 0,-16-2 57 0 0,22 2-76 0 0,0 0 0 0 0,0-1 0 0 0,0 1 0 0 0,1 0 0 0 0,-1 1 0 0 0,0-1 0 0 0,0 0 0 0 0,0 1 0 0 0,1-1 0 0 0,-1 1 0 0 0,0-1 0 0 0,0 1 0 0 0,-2 1 0 0 0,-25 16-83 0 0,19-12 20 0 0,8-4-9 0 0,-1 1 0 0 0,1-1 1 0 0,-1 0-1 0 0,1 1 0 0 0,0 0 1 0 0,0-1-1 0 0,0 1 0 0 0,0 0 1 0 0,1 0-1 0 0,-1 0 0 0 0,1 0 1 0 0,-2 4-1 0 0,-4 18-1796 0 0,5-2-3286 0 0,2-8-737 0 0</inkml:trace>
</inkml:ink>
</file>

<file path=ppt/ink/ink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7.9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106 44 10136 0 0,'0'0'230'0'0,"-6"-5"548"0"0,2 3-1142 0 0,2 1 690 0 0,1 0 1 0 0,-1 0-1 0 0,0 0 0 0 0,0 0 1 0 0,1 0-1 0 0,-1 1 0 0 0,0-1 1 0 0,0 1-1 0 0,0-1 1 0 0,0 1-1 0 0,0 0 0 0 0,0 0 1 0 0,0 0-1 0 0,-3 0 1 0 0,-10 3 506 0 0,13-2-756 0 0,0-1 0 0 0,0 0 0 0 0,0 1 1 0 0,0-1-1 0 0,0 1 0 0 0,0-1 0 0 0,0 1 1 0 0,0 0-1 0 0,0 0 0 0 0,-2 1 0 0 0,0 6-60 0 0,-2 5 89 0 0,4-9 61 0 0,0-1 0 0 0,0 1-1 0 0,1 0 1 0 0,0 0 0 0 0,-1 0 0 0 0,1 0 0 0 0,0 8-1 0 0,-1 18 156 0 0,1-23-275 0 0,1 0 1 0 0,-1 0 0 0 0,1-1 0 0 0,1 1 0 0 0,1 13-1 0 0,8 34-47 0 0,-9-49 0 0 0,0 0 0 0 0,0-1 0 0 0,1 1 0 0 0,0-1 0 0 0,0 0 0 0 0,3 6 0 0 0,4 8 0 0 0,-8-15 0 0 0,1 0 0 0 0,0 0 0 0 0,-1 0 0 0 0,2 0 0 0 0,-1 0 0 0 0,0-1 0 0 0,0 1 0 0 0,4 2 0 0 0,-3-2 0 0 0,0 0 0 0 0,0 0 0 0 0,-1 0 0 0 0,4 6 0 0 0,-4-7 0 0 0,0 0 0 0 0,0 1 0 0 0,0-1 0 0 0,0 0 0 0 0,0 0 0 0 0,0 0 0 0 0,1 0 0 0 0,-1 0 0 0 0,1-1 0 0 0,-1 1 0 0 0,1-1 0 0 0,0 0 0 0 0,-1 0 0 0 0,6 2 0 0 0,-6-2 0 0 0,1-1 0 0 0,-1 1 0 0 0,1-1 0 0 0,-1 1 0 0 0,1-1 0 0 0,-1 0 0 0 0,1 0 0 0 0,-1 0 0 0 0,1 0 0 0 0,-1 0 0 0 0,1-1 0 0 0,-1 1 0 0 0,0-1 0 0 0,1 0 0 0 0,-1 1 0 0 0,1-1 0 0 0,-1 0 0 0 0,3-2 0 0 0,5-5-5 0 0,0 0-1 0 0,0 0 1 0 0,-1-1-1 0 0,0 0 0 0 0,-1 0 1 0 0,0-1-1 0 0,-1 0 0 0 0,0-1 1 0 0,0 1-1 0 0,-1-1 1 0 0,0-1-1 0 0,-1 1 0 0 0,6-21 1 0 0,-9 22-64 0 0,1-2 46 0 0,0 0 0 0 0,-1 0 1 0 0,1-25-1 0 0,-2 33 106 0 0,-1 1 1 0 0,0-1-1 0 0,0 1 1 0 0,-1 0-1 0 0,1-1 1 0 0,-1 1-1 0 0,1-1 1 0 0,-1 1-1 0 0,0 0 1 0 0,-1 0-1 0 0,1-1 1 0 0,0 1 0 0 0,-4-6-1 0 0,-3-3 327 0 0,7 9-321 0 0,-1 0-1 0 0,1 0 0 0 0,-1 0 1 0 0,0 1-1 0 0,0-1 1 0 0,-1 0-1 0 0,-4-3 0 0 0,3 2-88 0 0,2 2 0 0 0,0 0 0 0 0,-1 0 0 0 0,1 0 0 0 0,-1 1 0 0 0,0-1 0 0 0,0 1 0 0 0,1-1 0 0 0,-5 0 0 0 0,-6-3 6 0 0,11 4-1 0 0,0 0 1 0 0,-1 0-1 0 0,0 0 0 0 0,1 0 1 0 0,-1 0-1 0 0,1 1 0 0 0,-1-1 0 0 0,0 1 1 0 0,1 0-1 0 0,-5 0 0 0 0,-46 15 78 0 0,52-14-99 0 0,0-1 0 0 0,0 1 1 0 0,0-1-1 0 0,0 1 0 0 0,0 0 0 0 0,0-1 0 0 0,0 1 1 0 0,0 0-1 0 0,0 0 0 0 0,1 0 0 0 0,-1 0 0 0 0,0 0 1 0 0,1-1-1 0 0,-1 1 0 0 0,0 0 0 0 0,1 1 1 0 0,-1-1-1 0 0,1 0 0 0 0,-1 1 0 0 0,-6 12-705 0 0,4-11 527 0 0,-2 4-1692 0 0,5 0-2123 0 0,4 4-2235 0 0</inkml:trace>
</inkml:ink>
</file>

<file path=ppt/ink/ink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8.7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20 10136 0 0,'0'0'230'0'0,"0"0"30"0"0,0 0 19 0 0,-1-2-40 0 0,1 1-191 0 0,-2-2-38 0 0,-9-3-20 0 0,10 5 71 0 0,0 1 1 0 0,0-1 0 0 0,-1 0-1 0 0,1 0 1 0 0,0 1 0 0 0,-1-1-1 0 0,1 1 1 0 0,0-1 0 0 0,-1 1-1 0 0,1 0 1 0 0,0-1 0 0 0,-1 1-1 0 0,1 0 1 0 0,-1 0 0 0 0,1 0-1 0 0,0 0 1 0 0,-1 0 0 0 0,1 0-1 0 0,-1 1 1 0 0,1-1 0 0 0,0 0-1 0 0,-1 1 1 0 0,-1 0 0 0 0,2 0 36 0 0,0-1 0 0 0,0 0 1 0 0,0 1-1 0 0,0-1 0 0 0,0 0 1 0 0,1 1-1 0 0,-1-1 0 0 0,0 0 1 0 0,0 0-1 0 0,0 0 0 0 0,0 0 1 0 0,-2 0-1 0 0,2 0-64 0 0,1 0-1 0 0,-1 0 0 0 0,1 0 1 0 0,-1 0-1 0 0,0 0 1 0 0,1 0-1 0 0,-1 0 1 0 0,0 0-1 0 0,1 0 1 0 0,-1 0-1 0 0,1 0 1 0 0,-1 1-1 0 0,0-1 0 0 0,1 0 1 0 0,-1 1-1 0 0,1-1 1 0 0,-1 0-1 0 0,1 1 1 0 0,-1-1-1 0 0,1 0 1 0 0,-1 1-1 0 0,0 0 1 0 0,-1 2 107 0 0,-1-1 1 0 0,1 1-1 0 0,0 0 1 0 0,0 0-1 0 0,0 1 1 0 0,0-1-1 0 0,1 0 1 0 0,-1 1 0 0 0,1-1-1 0 0,0 1 1 0 0,0-1-1 0 0,0 1 1 0 0,1-1-1 0 0,-1 1 1 0 0,1 0-1 0 0,0-1 1 0 0,0 5-1 0 0,-3 16-233 0 0,3-19 87 0 0,-1 1 1 0 0,0-1-1 0 0,1 0 0 0 0,1 6 0 0 0,2 21 63 0 0,2-1 0 0 0,1-1 0 0 0,16 47 0 0 0,-18-67-58 0 0,1 0 0 0 0,1 0 0 0 0,-1-1 0 0 0,11 13 0 0 0,-12-18-9 0 0,1 0 0 0 0,0 0 0 0 0,0-1-1 0 0,0 1 1 0 0,0-1 0 0 0,1-1-1 0 0,-1 1 1 0 0,8 2 0 0 0,-2 0-30 0 0,-10-5 40 0 0,1 1 1 0 0,-1-1-1 0 0,1 0 1 0 0,-1 1-1 0 0,1-1 0 0 0,-1 0 1 0 0,1 0-1 0 0,-1 0 1 0 0,1 0-1 0 0,-1 0 1 0 0,1 0-1 0 0,-1-1 1 0 0,1 1-1 0 0,-1 0 1 0 0,0-1-1 0 0,1 1 0 0 0,-1-1 1 0 0,0 0-1 0 0,1 1 1 0 0,-1-1-1 0 0,0 0 1 0 0,2-1-1 0 0,0 0 10 0 0,-1 0 0 0 0,1 0 1 0 0,-1-1-1 0 0,1 1 0 0 0,-1-1 0 0 0,0 0 0 0 0,4-4 0 0 0,5-9-11 0 0,-9 14 0 0 0,0 0 0 0 0,-1-1 0 0 0,1 1 0 0 0,0-1 0 0 0,-1 1 0 0 0,0-1 0 0 0,2-4 0 0 0,1-5 43 0 0,15-55 1044 0 0,-18 60-987 0 0,0 0-1 0 0,0 1 0 0 0,-1-1 1 0 0,0 0-1 0 0,0 0 0 0 0,-1 0 1 0 0,1 1-1 0 0,-3-8 0 0 0,1 6-18 0 0,0 1 0 0 0,0-1 0 0 0,-1 1 0 0 0,0 0 0 0 0,0 0 0 0 0,0 0 0 0 0,-1 0-1 0 0,-1 1 1 0 0,1-1 0 0 0,-1 1 0 0 0,0 0 0 0 0,0 0 0 0 0,0 1 0 0 0,-1 0 0 0 0,0 0 0 0 0,0 0-1 0 0,-9-5 1 0 0,4 2 250 0 0,9 7-308 0 0,1 0 0 0 0,0 0 0 0 0,-1 0 0 0 0,1 0 1 0 0,-1 0-1 0 0,1 0 0 0 0,-1 0 0 0 0,1 0 0 0 0,-1 1 0 0 0,0-1 0 0 0,-2 0 0 0 0,-22-4-23 0 0,24 5 2 0 0,0 0-1 0 0,0 0 0 0 0,0 0 0 0 0,-1 0 1 0 0,1 0-1 0 0,0 0 0 0 0,0 1 1 0 0,-5 0-1 0 0,-6 2-77 0 0,-12 3-736 0 0,25-6 761 0 0,-1 1 0 0 0,1-1 0 0 0,0 1 0 0 0,-1-1 0 0 0,1 1 0 0 0,-1-1 0 0 0,1 1 0 0 0,0-1 0 0 0,-1 1 0 0 0,1 0 0 0 0,0-1 0 0 0,0 1 0 0 0,-1 0 0 0 0,1-1 0 0 0,0 1 0 0 0,0 0 0 0 0,0 0 0 0 0,-1 1-119 0 0,-7 38-3660 0 0,3-25-1967 0 0</inkml:trace>
</inkml:ink>
</file>

<file path=ppt/ink/ink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49.3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37 4608 0 0,'0'0'208'0'0,"-10"-9"32"0"0,9 7 109 0 0,-1 0 0 0 0,1 0 0 0 0,-1 1 0 0 0,0-1 0 0 0,0 0-1 0 0,0 1 1 0 0,-4-3 0 0 0,-1-3 2534 0 0,6 6-1020 0 0,0 1-730 0 0,-11-1 63 0 0,10 1-1089 0 0,1 0-1 0 0,0-1 0 0 0,-1 1 1 0 0,1 0-1 0 0,0 0 0 0 0,-1 0 1 0 0,1 0-1 0 0,0 0 1 0 0,-1 0-1 0 0,1 0 0 0 0,-1 1 1 0 0,1-1-1 0 0,0 0 0 0 0,0 1 1 0 0,-1-1-1 0 0,1 1 1 0 0,0 0-1 0 0,0-1 0 0 0,-1 1 1 0 0,1 0-1 0 0,0 0 1 0 0,0-1-1 0 0,0 1 0 0 0,0 0 1 0 0,0 0-1 0 0,0 0 0 0 0,-1 2 1 0 0,-12 18 735 0 0,7-10-614 0 0,5-7-170 0 0,0 0 0 0 0,-1 0-1 0 0,2 0 1 0 0,-1 0 0 0 0,0 0 0 0 0,-1 8-1 0 0,-1 3 31 0 0,3-12-84 0 0,0 0 0 0 0,0 0 0 0 0,1 0 0 0 0,-1 0 0 0 0,1 0-1 0 0,0 0 1 0 0,-1 0 0 0 0,2 5 0 0 0,1 4 6 0 0,-2-5-5 0 0,1 0 0 0 0,0 0-1 0 0,1 0 1 0 0,0 0 0 0 0,0 0 0 0 0,1 0 0 0 0,-1-1 0 0 0,5 7-1 0 0,5 8-4 0 0,-8-14 0 0 0,0 0 0 0 0,0 0 0 0 0,0-1 0 0 0,1 0 0 0 0,7 7 0 0 0,-9-10 0 0 0,1 1-10 0 0,0 0 1 0 0,0 0-1 0 0,0-1 0 0 0,1 1 1 0 0,-1-1-1 0 0,1-1 1 0 0,7 4-1 0 0,-1-1-41 0 0,-6-3 20 0 0,-1 0-1 0 0,1 0 1 0 0,0-1 0 0 0,-1 0-1 0 0,1 1 1 0 0,0-2 0 0 0,0 1-1 0 0,0 0 1 0 0,0-1-1 0 0,0 0 1 0 0,0 0 0 0 0,6-1-1 0 0,-9 0 13 0 0,1 1 0 0 0,0-1 1 0 0,0 1-1 0 0,0-1 0 0 0,0 0 0 0 0,0 0 1 0 0,0 0-1 0 0,0-1 0 0 0,0 1 1 0 0,0-1-1 0 0,-1 1 0 0 0,1-1 1 0 0,-1 0-1 0 0,3-2 0 0 0,1-3 8 0 0,-1 3 0 0 0,-1-1 1 0 0,0 0 0 0 0,0 0-1 0 0,0 0 1 0 0,-1 0-1 0 0,0-1 1 0 0,4-8-1 0 0,-3 6 18 0 0,-2 2 22 0 0,1 0 0 0 0,-2 1 0 0 0,3-11 0 0 0,2-8 146 0 0,-5 20-81 0 0,1-1 0 0 0,-1 1 0 0 0,0-1 0 0 0,-1 1 0 0 0,1-1 0 0 0,-1 1 0 0 0,0-1 0 0 0,0 0 0 0 0,0 1 0 0 0,0-1 0 0 0,-1 0 0 0 0,-2-6 0 0 0,-1 2 64 0 0,0 1 0 0 0,0 0 1 0 0,-1 1-1 0 0,0-1 0 0 0,0 1 0 0 0,-1 0 0 0 0,1 0 0 0 0,-2 1 0 0 0,1-1 0 0 0,-1 1 0 0 0,0 1 0 0 0,-8-6 0 0 0,9 8-130 0 0,1 0 0 0 0,-1 0 0 0 0,1 0 0 0 0,-1 1 0 0 0,0 0 0 0 0,-10-3 0 0 0,12 5-33 0 0,0-1 0 0 0,-1 0 0 0 0,1 1 0 0 0,0-1 0 0 0,-1 1 0 0 0,1 0 0 0 0,0 1-1 0 0,-1-1 1 0 0,1 1 0 0 0,-5 1 0 0 0,-10 10-198 0 0,15-11 200 0 0,3 0-79 0 0,0-1 1 0 0,0 0 0 0 0,0 1 0 0 0,0-1 0 0 0,0 1 0 0 0,0-1 0 0 0,0 1-1 0 0,0-1 1 0 0,0 1 0 0 0,0 0 0 0 0,0 0 0 0 0,0-1 0 0 0,1 1 0 0 0,-1 0-1 0 0,0 0 1 0 0,1 0 0 0 0,-1 0 0 0 0,0 0 0 0 0,0 2 0 0 0,-3 7-1357 0 0,3-1-362 0 0</inkml:trace>
</inkml:ink>
</file>

<file path=ppt/ink/ink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50.0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153 12 7456 0 0,'4'-6'1434'0'0,"-5"6"-1262"0"0,0-1-1 0 0,0 0 1 0 0,-1 0-1 0 0,1 1 1 0 0,0-1-1 0 0,-1 1 1 0 0,1-1-1 0 0,0 1 1 0 0,-1 0-1 0 0,1-1 1 0 0,-1 1-1 0 0,1 0 1 0 0,-3 0-1 0 0,1 0 41 0 0,0 1 0 0 0,0 0 0 0 0,1 0 0 0 0,-1-1 1 0 0,0 2-1 0 0,-3 0 0 0 0,-1 2-37 0 0,-1 1 0 0 0,1-1 1 0 0,0 1-1 0 0,0 1 0 0 0,1-1 0 0 0,0 1 1 0 0,0 0-1 0 0,0 1 0 0 0,1-1 1 0 0,-1 1-1 0 0,2 0 0 0 0,-1 1 1 0 0,1-1-1 0 0,0 1 0 0 0,1 0 0 0 0,-1 0 1 0 0,2 0-1 0 0,-1 0 0 0 0,1 0 1 0 0,0 1-1 0 0,1-1 0 0 0,-1 17 0 0 0,-3 45 265 0 0,6-45-333 0 0,7 46 0 0 0,-6-65-105 0 0,0 0 0 0 0,0 0 0 0 0,0-1 0 0 0,5 9 0 0 0,-4-9-2 0 0,-3-3 3 0 0,1-1-1 0 0,0 1 0 0 0,0-1 0 0 0,-1 1 1 0 0,1-1-1 0 0,0 1 0 0 0,0-1 0 0 0,0 0 1 0 0,1 0-1 0 0,-1 1 0 0 0,0-1 0 0 0,0 0 1 0 0,1 0-1 0 0,-1 0 0 0 0,1 0 0 0 0,-1-1 0 0 0,0 1 1 0 0,1 0-1 0 0,0-1 0 0 0,-1 1 0 0 0,1-1 1 0 0,-1 1-1 0 0,3-1 0 0 0,5 3 8 0 0,-7-2-10 0 0,0-1 0 0 0,0 1 0 0 0,0-1 0 0 0,-1 0 0 0 0,1 1 0 0 0,0-1 0 0 0,0 0 0 0 0,0 0 0 0 0,-1 0 0 0 0,1 0 0 0 0,0-1 0 0 0,0 1 0 0 0,0 0 0 0 0,-1-1 0 0 0,1 1 0 0 0,0-1 0 0 0,2-1 0 0 0,3-1 0 0 0,0-1 0 0 0,10-8 0 0 0,-12 9 0 0 0,-2 1 0 0 0,0-1 0 0 0,0 0 0 0 0,-1 0 0 0 0,1 1 0 0 0,-1-2 0 0 0,0 1 0 0 0,1 0 0 0 0,-1 0 0 0 0,-1-1 0 0 0,1 1 0 0 0,0-1 0 0 0,1-4 0 0 0,1-6 0 0 0,4-27 0 0 0,-7 34 0 0 0,0 0 69 0 0,0 0 0 0 0,-1 0-1 0 0,-2-12 1 0 0,2 12 36 0 0,-1 0-1 0 0,1 0 1 0 0,1-12 0 0 0,0 16-37 0 0,-1 0 0 0 0,-1 0 0 0 0,1 0 1 0 0,0 0-1 0 0,-1 0 0 0 0,0 0 0 0 0,1 0 1 0 0,-1 0-1 0 0,0 0 0 0 0,-1 0 0 0 0,1 0 0 0 0,-2-3 1 0 0,-22-31 766 0 0,22 33-764 0 0,1 1 0 0 0,-2-1-1 0 0,1 1 1 0 0,0 0-1 0 0,-1 0 1 0 0,1 0 0 0 0,-1 0-1 0 0,0 1 1 0 0,-5-3-1 0 0,1 1 51 0 0,-1 1 0 0 0,0 0 0 0 0,0 0 0 0 0,-15-2 0 0 0,21 4-111 0 0,1 1-10 0 0,1 0-1 0 0,-1-1 0 0 0,1 1 0 0 0,-1 0 0 0 0,0 0 1 0 0,1 0-1 0 0,-1 0 0 0 0,1 0 0 0 0,-1 1 0 0 0,1-1 0 0 0,-1 0 1 0 0,1 1-1 0 0,-1-1 0 0 0,1 1 0 0 0,-2 0 0 0 0,1 0-18 0 0,1 0 0 0 0,0-1 0 0 0,0 1 0 0 0,0 0-1 0 0,0 0 1 0 0,0 0 0 0 0,0 0 0 0 0,0-1 0 0 0,0 2-1 0 0,0-1 1 0 0,0 0 0 0 0,0 0 0 0 0,0 0 0 0 0,1 0-1 0 0,-1 0 1 0 0,1 1 0 0 0,-1-1 0 0 0,1 0 0 0 0,-1 0-1 0 0,1 1 1 0 0,-1 1 0 0 0,0 3-763 0 0,1 0 0 0 0,-1 1 0 0 0,2 8 0 0 0,-1-5-2886 0 0,0 3-2381 0 0</inkml:trace>
</inkml:ink>
</file>

<file path=ppt/ink/ink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50.7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 36 8288 0 0,'0'0'381'0'0,"0"-1"-6"0"0,-4-5-242 0 0,-1 2 20 0 0,5 3 567 0 0,-13-13 2286 0 0,12 13-2793 0 0,0 0-1 0 0,0 0 1 0 0,0 1 0 0 0,-1-1 0 0 0,1 0 0 0 0,0 0 0 0 0,0 1 0 0 0,-1-1 0 0 0,1 0 0 0 0,-1 1 0 0 0,1-1 0 0 0,0 1 0 0 0,-1 0-1 0 0,1-1 1 0 0,-1 1 0 0 0,1 0 0 0 0,-1 0 0 0 0,-2 0 0 0 0,3 0-143 0 0,-1 0 1 0 0,1 0-1 0 0,0 1 1 0 0,0-1-1 0 0,-1 0 1 0 0,1 0-1 0 0,0 1 1 0 0,0-1-1 0 0,0 0 0 0 0,-1 1 1 0 0,1 0-1 0 0,0-1 1 0 0,0 1-1 0 0,0-1 1 0 0,0 1-1 0 0,0 0 0 0 0,0 0 1 0 0,0 0-1 0 0,0 0 1 0 0,1-1-1 0 0,-1 1 1 0 0,0 0-1 0 0,0 2 0 0 0,-9 15 265 0 0,7-13-290 0 0,0-1 1 0 0,1 1-1 0 0,0-1 1 0 0,0 1 0 0 0,-2 8-1 0 0,-6 42-45 0 0,8-43 0 0 0,0-1 0 0 0,0 1 0 0 0,1-1 0 0 0,1 1 0 0 0,0 0 0 0 0,1 0 0 0 0,0-1 0 0 0,4 19 0 0 0,-1-11 0 0 0,-2-11 0 0 0,0 0 0 0 0,0 0 0 0 0,6 13 0 0 0,-5-14 0 0 0,1 1 0 0 0,0 0 0 0 0,0-1 0 0 0,1 0 0 0 0,0 0 0 0 0,0 0 0 0 0,1-1 0 0 0,11 11 0 0 0,-15-16 0 0 0,-1 0 0 0 0,0 0 0 0 0,0-1 0 0 0,0 1 0 0 0,1-1 0 0 0,-1 1 0 0 0,0-1 0 0 0,1 1 0 0 0,-1-1 0 0 0,0 0 0 0 0,1 0 0 0 0,-1 0 0 0 0,0 1 0 0 0,1-1 0 0 0,-1-1 0 0 0,1 1 0 0 0,1 0 0 0 0,-1-1 0 0 0,1 0 0 0 0,0 0 0 0 0,0 0 0 0 0,-1 0 0 0 0,1 0 0 0 0,-1 0 0 0 0,5-4 0 0 0,1-1 0 0 0,0-1 0 0 0,-1 0 0 0 0,11-13 0 0 0,-11 11 0 0 0,0-1 0 0 0,0 0 0 0 0,-1 0 0 0 0,0 0 0 0 0,0-1 0 0 0,-1 1 0 0 0,-1-1 0 0 0,5-15 0 0 0,-2 7 0 0 0,-6 17 0 0 0,0 0 0 0 0,0-1 0 0 0,-1 1 0 0 0,1 0 0 0 0,0 0 0 0 0,-1 0 0 0 0,0-1 0 0 0,1 1 0 0 0,-1-4 0 0 0,0-2 273 0 0,0 0-1 0 0,-1 0 1 0 0,0 0-1 0 0,0 1 0 0 0,-1-1 1 0 0,-3-12-1 0 0,-1 10-230 0 0,1 1 0 0 0,-1 0-1 0 0,-14-17 1 0 0,13 17-44 0 0,5 7 2 0 0,0 1 0 0 0,0-1 0 0 0,0 0 0 0 0,0 1 0 0 0,0-1 0 0 0,0 1 0 0 0,0-1 0 0 0,-4 0 0 0 0,-4-3 0 0 0,9 4 0 0 0,-1-1 0 0 0,0 1 0 0 0,-1-1 0 0 0,1 1 0 0 0,0 0 0 0 0,-1 0 0 0 0,1 0 0 0 0,0 0 0 0 0,-1 1 0 0 0,1-1 0 0 0,-1 1 0 0 0,1-1 0 0 0,-1 1 0 0 0,1 0 0 0 0,-5 0 0 0 0,-2 0-26 0 0,7 2-84 0 0,0-1-1 0 0,0 0 1 0 0,1 1 0 0 0,-1-1 0 0 0,1 1 0 0 0,0 0-1 0 0,-1-1 1 0 0,0 4 0 0 0,2-5 107 0 0,-1 1-372 0 0,0 1 0 0 0,0-1 1 0 0,1 0-1 0 0,-1 1 0 0 0,1-1 0 0 0,-1 1 0 0 0,1 0 0 0 0,-1-1 1 0 0,1 1-1 0 0,0-1 0 0 0,0 1 0 0 0,0 0 0 0 0,0 1 0 0 0,0-1 123 0 0,0 1-5434 0 0</inkml:trace>
</inkml:ink>
</file>

<file path=ppt/ink/ink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51.3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14 5064 0 0,'-7'-11'389'0'0,"5"9"-250"0"0,-3 2 611 0 0,1 0-1 0 0,-1 0 1 0 0,0 1 0 0 0,1-1-1 0 0,-1 1 1 0 0,-6 2 0 0 0,8-2-312 0 0,-1 1 0 0 0,1 0 0 0 0,0 0 0 0 0,0 0 0 0 0,0 0 0 0 0,0 1 0 0 0,-4 4 0 0 0,4-4-281 0 0,-1 0-27 0 0,1 1 0 0 0,-1-1 0 0 0,0 1-1 0 0,1 0 1 0 0,0 0 0 0 0,0 0 0 0 0,0 1 0 0 0,1-1-1 0 0,-1 1 1 0 0,1 0 0 0 0,0-1 0 0 0,0 1-1 0 0,-1 8 1 0 0,1-4-115 0 0,0 1 0 0 0,0 0 0 0 0,1-1 0 0 0,0 1 0 0 0,1 0-1 0 0,0 0 1 0 0,1-1 0 0 0,0 1 0 0 0,0 0 0 0 0,1-1 0 0 0,0 1 0 0 0,4 10-1 0 0,-3-14-14 0 0,-1 1 0 0 0,1-1 0 0 0,1 0 0 0 0,-1 0 0 0 0,9 10 0 0 0,-11-15 0 0 0,0 1 0 0 0,0-1 0 0 0,0 0 0 0 0,0 1 0 0 0,1-1 0 0 0,-1 0 0 0 0,0 0 0 0 0,1 0 0 0 0,-1 0 0 0 0,1 0 0 0 0,-1-1 0 0 0,1 1 0 0 0,0 0 0 0 0,-1-1 0 0 0,1 1 0 0 0,0-1 0 0 0,-1 1 0 0 0,1-1 0 0 0,0 0 0 0 0,0 0 0 0 0,-1 0 0 0 0,1 0 0 0 0,0 0 0 0 0,0 0 0 0 0,-1 0 0 0 0,1-1 0 0 0,0 1 0 0 0,-1-1 0 0 0,1 1 0 0 0,0-1 0 0 0,2-1 0 0 0,-3 2 0 0 0,3-2 0 0 0,-1 0-1 0 0,1 0 1 0 0,-1 0-1 0 0,0 0 1 0 0,1 0-1 0 0,-1-1 1 0 0,0 0-1 0 0,0 1 0 0 0,-1-1 1 0 0,1 0-1 0 0,-1 0 1 0 0,4-5-1 0 0,2-6 8 0 0,12-26 0 0 0,-10 19 18 0 0,-9 16 81 0 0,0 1-1 0 0,1-1 0 0 0,-2 0 0 0 0,1 1 0 0 0,-1-1 0 0 0,1 0 1 0 0,-2-9-1 0 0,1 4 325 0 0,-1 8-369 0 0,1 0 0 0 0,-1 0 0 0 0,0 0 0 0 0,0 1-1 0 0,0-1 1 0 0,0 0 0 0 0,0 1 0 0 0,0-1 0 0 0,0 1-1 0 0,0-1 1 0 0,-1 1 0 0 0,1 0 0 0 0,-1-1 0 0 0,1 1-1 0 0,-1 0 1 0 0,1 0 0 0 0,-1 0 0 0 0,0 0 0 0 0,-2-1-1 0 0,2 1-48 0 0,-34-13 301 0 0,33 13-292 0 0,0 1-1 0 0,0-1 0 0 0,-1 1 1 0 0,1 0-1 0 0,0-1 0 0 0,0 1 1 0 0,0 1-1 0 0,0-1 0 0 0,-6 2 0 0 0,6-2-216 0 0,-1 1 0 0 0,1 0-1 0 0,0 1 1 0 0,0-1 0 0 0,0 0-1 0 0,0 1 1 0 0,0 0 0 0 0,1 0-1 0 0,-1 0 1 0 0,0 0 0 0 0,1 0-1 0 0,-1 0 1 0 0,1 1 0 0 0,-4 4-1 0 0,-3 2-1545 0 0</inkml:trace>
</inkml:ink>
</file>

<file path=ppt/ink/ink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52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3 8032 0 0,'0'0'365'0'0,"0"0"-4"0"0,0 0-118 0 0,0 0 353 0 0,0 0-487 0 0,-1 0-1 0 0,1 0 0 0 0,0 0 1 0 0,0-1-1 0 0,-1 1 1 0 0,1 0-1 0 0,0 0 1 0 0,0 0-1 0 0,-1-1 1 0 0,1 1-1 0 0,0 0 1 0 0,-1 0-1 0 0,1 0 1 0 0,0 0-1 0 0,-1 0 1 0 0,1 0-1 0 0,0 0 1 0 0,0 0-1 0 0,-1 0 1 0 0,1 0-1 0 0,-1 0 1 0 0,-2 1 95 0 0,0 1 0 0 0,0 0 0 0 0,0 1 0 0 0,0-1 0 0 0,1 0 0 0 0,-1 1 0 0 0,1-1 0 0 0,-1 1 0 0 0,1 0 0 0 0,0 0 0 0 0,0 0 0 0 0,0 0 0 0 0,1 0 0 0 0,-1 0 1 0 0,1 1-1 0 0,-1-1 0 0 0,1 0 0 0 0,0 1 0 0 0,0 3 0 0 0,-5 112 242 0 0,11-76-446 0 0,-5-40 0 0 0,0 0 0 0 0,0 0 0 0 0,1 0 0 0 0,-1-1 0 0 0,1 1 0 0 0,1 4 0 0 0,3 4 0 0 0,9 6 0 0 0,-5-9 0 0 0,3-5 0 0 0,-2-6 0 0 0,-5 0 68 0 0,-1-1 0 0 0,1 1 0 0 0,-1-1 0 0 0,1 1 0 0 0,-1-1 0 0 0,-1 0 0 0 0,1-1 0 0 0,0 1 0 0 0,-1-1 0 0 0,0 0 0 0 0,5-9 0 0 0,-4 4 96 0 0,0 0 1 0 0,0 0-1 0 0,-1 0 1 0 0,0 0 0 0 0,1-15-1 0 0,-3 22-70 0 0,-1 1 0 0 0,0-1 0 0 0,0 1 0 0 0,0 0-1 0 0,-1-1 1 0 0,0-2 0 0 0,0-9 294 0 0,1 12-303 0 0,0-1 0 0 0,-1 0 0 0 0,1 0 0 0 0,-1 0-1 0 0,1 1 1 0 0,-1-1 0 0 0,0 0 0 0 0,0 1 0 0 0,0-1-1 0 0,0 0 1 0 0,-1 1 0 0 0,1 0 0 0 0,-1-1 0 0 0,1 1 0 0 0,-1 0-1 0 0,-3-3 1 0 0,0 0 9 0 0,0 1-1 0 0,0 0 1 0 0,-1 0-1 0 0,0 0 1 0 0,-9-4-1 0 0,12 7-93 0 0,0 0 1 0 0,0 0-1 0 0,0 1 0 0 0,0-1 1 0 0,0 1-1 0 0,0 0 0 0 0,0 0 1 0 0,1 0-1 0 0,-1 0 0 0 0,0 0 1 0 0,0 1-1 0 0,0-1 1 0 0,-3 2-1 0 0,-1-1-12 0 0,6 0-6 0 0,0-1 0 0 0,0 1 0 0 0,-1 0 0 0 0,1-1-1 0 0,0 1 1 0 0,0 0 0 0 0,0-1 0 0 0,0 1-1 0 0,0 0 1 0 0,0 0 0 0 0,0 0 0 0 0,0 0 0 0 0,0 0-1 0 0,-1 3 1 0 0,1-2-164 0 0,-1 1 0 0 0,0 0 0 0 0,1 0 0 0 0,0 0 0 0 0,-2 5 0 0 0,-1 3-393 0 0</inkml:trace>
</inkml:ink>
</file>

<file path=ppt/ink/ink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2:52.8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180 87 2304 0 0,'-1'-1'380'0'0,"0"-2"253"0"0,-1 1 0 0 0,1-1 0 0 0,-1 0 0 0 0,0 1 0 0 0,0 0 0 0 0,-3-4 1 0 0,-11-12 4236 0 0,15 17-4719 0 0,1 0-1 0 0,-1 0 0 0 0,0 0 1 0 0,0 0-1 0 0,0 0 1 0 0,0 0-1 0 0,0 0 0 0 0,0 0 1 0 0,0 1-1 0 0,0-1 1 0 0,0 0-1 0 0,0 1 0 0 0,-1-1 1 0 0,1 1-1 0 0,0-1 1 0 0,0 1-1 0 0,-2-1 0 0 0,-1 0 205 0 0,2 0 281 0 0,-17 1 1503 0 0,16 1-2026 0 0,0-1-1 0 0,1 0 1 0 0,-1 1-1 0 0,1 0 0 0 0,-1 0 1 0 0,1 0-1 0 0,-1 0 0 0 0,1 0 1 0 0,0 0-1 0 0,-1 0 1 0 0,1 1-1 0 0,-3 2 0 0 0,-3 3 36 0 0,1-1 0 0 0,-8 10-1 0 0,13-13-88 0 0,-1 0-1 0 0,1 1 1 0 0,0 0 0 0 0,0 0-1 0 0,-2 5 1 0 0,-7 12 165 0 0,10-18-198 0 0,-1 0 0 0 0,1 0 0 0 0,0-1 0 0 0,0 1 0 0 0,0 0 0 0 0,0 0 0 0 0,0 0 0 0 0,0 6 0 0 0,0 28 134 0 0,2-27-135 0 0,-2 0-6 0 0,1-5-7 0 0,0 0 1 0 0,0 0-1 0 0,0-1 0 0 0,1 1 1 0 0,-1 0-1 0 0,1 0 0 0 0,3 6 0 0 0,8 26-12 0 0,-3-13 0 0 0,-7-19 0 0 0,0 1 0 0 0,1-1 0 0 0,4 9 0 0 0,-3-8 0 0 0,0-1 0 0 0,0 1 0 0 0,1-1 0 0 0,8 8 0 0 0,-10-10 0 0 0,0-1 0 0 0,0 0 0 0 0,0-1 0 0 0,0 1 0 0 0,0 0 0 0 0,0-1 0 0 0,0 0 0 0 0,1 1 0 0 0,-1-1 0 0 0,0-1 0 0 0,5 2 0 0 0,-4-2-3 0 0,0 1 0 0 0,0-1 0 0 0,0 1-1 0 0,1-1 1 0 0,-1-1 0 0 0,0 1-1 0 0,0 0 1 0 0,0-1 0 0 0,0 0 0 0 0,0 0-1 0 0,0 0 1 0 0,0-1 0 0 0,0 1 0 0 0,0-1-1 0 0,0 0 1 0 0,-1 0 0 0 0,1 0-1 0 0,-1-1 1 0 0,1 1 0 0 0,-1-1 0 0 0,5-4-1 0 0,-1-1 4 0 0,-1-1 0 0 0,1 1 0 0 0,-1-1 0 0 0,-1 0 0 0 0,8-18 0 0 0,-10 21 0 0 0,4-9 48 0 0,-1 0 0 0 0,-1 0 0 0 0,4-19 0 0 0,-8 27 60 0 0,0-1 0 0 0,-1 1 0 0 0,0-13 0 0 0,-1 2 164 0 0,0 10-156 0 0,1 0-1 0 0,-2-1 1 0 0,1 1-1 0 0,-1 0 1 0 0,-1-1-1 0 0,1 1 1 0 0,-7-12-1 0 0,4 9 52 0 0,-2-1 1 0 0,1 1-1 0 0,-1 0 0 0 0,-11-12 0 0 0,14 19-167 0 0,-1 0 0 0 0,-4 0-32 0 0,8 4-77 0 0,-1 0 0 0 0,1 0-1 0 0,-1 1 1 0 0,1-1 0 0 0,-1 0-1 0 0,1 0 1 0 0,-1 1 0 0 0,1-1-1 0 0,-1 1 1 0 0,1-1 0 0 0,-1 1-1 0 0,1 0 1 0 0,0 0 0 0 0,0-1-1 0 0,-1 1 1 0 0,1 0 0 0 0,0 0-1 0 0,0 0 1 0 0,0 0 0 0 0,0 0-1 0 0,0 1 1 0 0,0-1 0 0 0,0 0-1 0 0,0 0 1 0 0,0 1 0 0 0,1-1-1 0 0,-2 3 1 0 0,-3 7-1158 0 0</inkml:trace>
</inkml:ink>
</file>

<file path=ppt/ink/ink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3:29.52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64 228 7776 0 0,'0'0'174'0'0,"0"0"29"0"0,0 0 12 0 0,0 0 18 0 0,0 0 75 0 0,0 0 39 0 0,0 0 5 0 0,0 0-14 0 0,0 0-55 0 0,0 0-24 0 0,0 0-3 0 0,0 0-2 0 0,0 0-6 0 0,0 0-6 0 0,0 0-2 0 0,-1 1 10 0 0,-1 3-88 0 0,1 0 0 0 0,-1 0 0 0 0,1 0 0 0 0,0 0-1 0 0,0 0 1 0 0,0 0 0 0 0,-1 7 0 0 0,1 33-69 0 0,1-41-18 0 0,-1 2 22 0 0,1 1-1 0 0,-1-1 1 0 0,-2 9 0 0 0,1-9-19 0 0,1 0 0 0 0,0 0 1 0 0,0 9-1 0 0,-2 150 866 0 0,6-73-1185 0 0,-3-83 296 0 0,0-1 0 0 0,0 0 0 0 0,1 1 0 0 0,2 7 1 0 0,-2-9-33 0 0,-1 0 1 0 0,0-1-1 0 0,0 1 1 0 0,0 0-1 0 0,-1-1 1 0 0,1 1-1 0 0,-4 9 1 0 0,1 1-4 0 0,1 3-4 0 0,1-1 0 0 0,2 29 0 0 0,1-9 0 0 0,-7 22-16 0 0,0-8 64 0 0,5-41-65 0 0,0 11-4 0 0,-1 0 0 0 0,-6 42 0 0 0,6-59 5 0 0,1 0 0 0 0,-1 0 0 0 0,1-1 0 0 0,0 1 0 0 0,0 7 0 0 0,1 24-11 0 0,0-24-32 0 0,-1-7 61 0 0,0 1 0 0 0,0-1 0 0 0,0 0 0 0 0,-1 1 1 0 0,0-1-1 0 0,-2 6 0 0 0,3-8-16 0 0,0-1 0 0 0,0 0 1 0 0,0 0-1 0 0,0 1 0 0 0,0-1 0 0 0,1 0 1 0 0,0 4-1 0 0,1 12-5 0 0,-1-13 3 0 0,-1 0 0 0 0,-1 0 0 0 0,1 0 0 0 0,-2 6 0 0 0,1-6 0 0 0,0-1 0 0 0,1 1 0 0 0,-1-1 0 0 0,1 7 0 0 0,1 1 0 0 0,-1-2 0 0 0,0 0 0 0 0,-3 17 0 0 0,-2 13-96 0 0,4-20 112 0 0,-4 24 64 0 0,5-42-80 0 0,0 0 0 0 0,0-1 0 0 0,0 1 0 0 0,0 0 0 0 0,0-1 0 0 0,0 1 0 0 0,1 0 0 0 0,-1-1 0 0 0,0 1 0 0 0,2 2 0 0 0,-2-2 0 0 0,1-1 0 0 0,-1 0 0 0 0,1 1 0 0 0,-1-1 0 0 0,0 1 0 0 0,0-1 0 0 0,1 1 0 0 0,-1-1 0 0 0,0 1 0 0 0,-1 2 0 0 0,1 44 0 0 0,0 37 0 0 0,0-84 0 0 0,0 0 0 0 0,0-1 0 0 0,0 1 0 0 0,0 0 0 0 0,0-1 0 0 0,-1 1 0 0 0,1-1 0 0 0,1 1 0 0 0,-1 0 0 0 0,0-1 0 0 0,0 1 0 0 0,0 0 0 0 0,0-1 0 0 0,0 1 0 0 0,1-1 0 0 0,-1 1 0 0 0,0 0 0 0 0,0-1 0 0 0,1 1 0 0 0,0 0 0 0 0,-1 0 0 0 0,0-1 0 0 0,1 1 0 0 0,-1-1 0 0 0,0 1 0 0 0,1-1 0 0 0,-1 1 0 0 0,0 0 0 0 0,0-1 0 0 0,1 1 0 0 0,-1 0 0 0 0,0-1 0 0 0,0 1 0 0 0,0 0 0 0 0,0-1 0 0 0,0 1 0 0 0,0 0 0 0 0,0-1 0 0 0,0 1 0 0 0,0-1 0 0 0,-1 2 0 0 0,2 1-11 0 0,-6 10-58 0 0,4-9 107 0 0,0 1 0 0 0,1-1 0 0 0,0 1 0 0 0,0-1 0 0 0,0 0 0 0 0,1 8 0 0 0,-1-6 32 0 0,4 4 47 0 0,0 4 823 0 0,-1-13-772 0 0,18 6 182 0 0,-19-6-350 0 0,0 0 0 0 0,0 0 0 0 0,1 0 0 0 0,-1-1 0 0 0,0 1 0 0 0,0-1 0 0 0,1 1 0 0 0,1-1 0 0 0,14 6 0 0 0,-9-3 0 0 0,-8-3 0 0 0,0 1 0 0 0,1-1 0 0 0,-1 0 0 0 0,0 1 0 0 0,0-1 0 0 0,1 0 0 0 0,-1 0 0 0 0,0 0 0 0 0,1 0 0 0 0,-1 0 0 0 0,2-1 0 0 0,1 1 0 0 0,-3 0 0 0 0,0 0 0 0 0,1 0 0 0 0,-1 0 0 0 0,0 0 0 0 0,1 0 0 0 0,-1 0 0 0 0,0-1 0 0 0,1 1 0 0 0,-1 0 0 0 0,0-1 0 0 0,1 1 0 0 0,-1-1 0 0 0,0 1 0 0 0,0-1 0 0 0,2 0 0 0 0,-2 0 0 0 0,-1 1 0 0 0,1-1 0 0 0,-1 1 0 0 0,1 0 0 0 0,-1-1 0 0 0,1 1 0 0 0,0 0 0 0 0,-1 0 0 0 0,1 0 0 0 0,0-1 0 0 0,-1 1 0 0 0,1 0 0 0 0,0 0 0 0 0,-1 0 0 0 0,1 0 0 0 0,0 0 0 0 0,5 0 0 0 0,0 0 0 0 0,-1 0 0 0 0,10-3 0 0 0,-12 3 0 0 0,10-2 0 0 0,0 1 0 0 0,-3 3 0 0 0,-9-1 0 0 0,0 0 0 0 0,1-1 0 0 0,-1 1 0 0 0,1-1 0 0 0,-1 1 0 0 0,0-1 0 0 0,1 0 0 0 0,-1 0 0 0 0,1 1 0 0 0,-1-1 0 0 0,1 0 0 0 0,-1 0 0 0 0,3-1 0 0 0,28 1 0 0 0,-10-2 0 0 0,-21 1 4 0 0,1 1 0 0 0,-1-1 0 0 0,1 1 0 0 0,-1-1 0 0 0,1 1-1 0 0,-1 0 1 0 0,1 0 0 0 0,-1 0 0 0 0,1 0 0 0 0,-1 0 0 0 0,1 0-1 0 0,2 1 1 0 0,1 0 10 0 0,6 0-14 0 0,8-1 0 0 0,-14-1 0 0 0,1 1 0 0 0,-1 0 0 0 0,0 0 0 0 0,11 1 0 0 0,6 1 0 0 0,-21-2 0 0 0,0 0 0 0 0,1 0 0 0 0,-1 0 0 0 0,0 0 0 0 0,0 0 0 0 0,0 0 0 0 0,1 0 0 0 0,-1 1 0 0 0,0-1 0 0 0,0 0 0 0 0,0 1 0 0 0,0-1 0 0 0,1 1 0 0 0,-1-1 0 0 0,1 2 0 0 0,4 1 0 0 0,4-1 0 0 0,-6-1 0 0 0,0 0 0 0 0,0 0 0 0 0,0-1 0 0 0,0 1 0 0 0,7-2 0 0 0,20 5 0 0 0,-22-3 0 0 0,-1 0 0 0 0,0 0 0 0 0,1-1 0 0 0,-1 0 0 0 0,16-3 0 0 0,-11 2 68 0 0,-1 0 0 0 0,1 1 0 0 0,22 2 0 0 0,-27 1-57 0 0,-5-3 32 0 0,37 0-22 0 0,-31-1 34 0 0,-8 0-54 0 0,0 1-1 0 0,0-1 1 0 0,0 0 0 0 0,0 1-1 0 0,0 0 1 0 0,0-1 0 0 0,0 1-1 0 0,0 0 1 0 0,0-1 0 0 0,0 1-1 0 0,0 0 1 0 0,1 0-1 0 0,0 0 1 0 0,10-1 42 0 0,3-4-34 0 0,-13 3-2 0 0,13-3 41 0 0,-11 3-41 0 0,-3 1-6 0 0,0 1 0 0 0,0 0 1 0 0,1-1-1 0 0,-1 1 0 0 0,0 0 0 0 0,1 0 0 0 0,-1-1 0 0 0,0 1 1 0 0,1 0-1 0 0,-1 1 0 0 0,2-1 0 0 0,25-3 52 0 0,-26 3-64 0 0,0 0 0 0 0,0 0 0 0 0,-1-1 0 0 0,1 1-1 0 0,0 0 1 0 0,0-1 0 0 0,-1 1 0 0 0,1-1 0 0 0,2 0-1 0 0,-1 0 9 0 0,0 0 0 0 0,-1 1 0 0 0,1 0-1 0 0,0-1 1 0 0,-1 1 0 0 0,1 0 0 0 0,0 0 0 0 0,3 1-1 0 0,-1 0 164 0 0,-3-1-160 0 0,-1-1-1 0 0,1 1 1 0 0,-1 0-1 0 0,1 0 1 0 0,-1 1-1 0 0,1-1 1 0 0,-1 0-1 0 0,1 0 0 0 0,-1 1 1 0 0,1-1-1 0 0,-1 1 1 0 0,2 0-1 0 0,3 1-76 0 0,-5-2-76 0 0,16-1-83 0 0,4-7 692 0 0,-2 3-850 0 0,3-2 218 0 0,-15 4 179 0 0,19-5 34 0 0,-24 8-36 0 0,0-1 0 0 0,-1 1 0 0 0,1 0 0 0 0,0 0 0 0 0,-1 0 0 0 0,1 0 0 0 0,0 0 0 0 0,-1 1 0 0 0,1-1 0 0 0,0 0 0 0 0,-1 1 0 0 0,1-1 0 0 0,1 2 0 0 0,-3-2-1 0 0,1 0 19 0 0,-1 0-1 0 0,0 1 1 0 0,1-1 0 0 0,-1 0 0 0 0,1 0 0 0 0,-1 0 0 0 0,1 1 0 0 0,-1-1 0 0 0,0 0-1 0 0,1 0 1 0 0,-1 0 0 0 0,1 0 0 0 0,-1 0 0 0 0,1 0 0 0 0,-1 0 0 0 0,1 0-1 0 0,-1 0 1 0 0,1 0 0 0 0,0 0 0 0 0,21-1 286 0 0,-19 0-306 0 0,-3 1 2 0 0,1 0-1 0 0,0 0 1 0 0,0 0 0 0 0,-1 0-1 0 0,1 0 1 0 0,0 0 0 0 0,0 0 0 0 0,0 0-1 0 0,-1 0 1 0 0,1 1 0 0 0,0-1 0 0 0,0 0-1 0 0,-1 1 1 0 0,1-1 0 0 0,0 0-1 0 0,0 1 1 0 0,1 0 2 0 0,-1-1 0 0 0,0 0-1 0 0,0 0 1 0 0,0 0 0 0 0,0 0 0 0 0,0 1 0 0 0,0-2-1 0 0,1 1 1 0 0,-1 0 0 0 0,0 0 0 0 0,0 0 0 0 0,0 0-1 0 0,2-1 1 0 0,9-1 11 0 0,-12 2-14 0 0,1 1 0 0 0,-1-1 0 0 0,1 0 0 0 0,-1 0 0 0 0,1 0 0 0 0,-1 1 0 0 0,1-1 0 0 0,-1 0 0 0 0,1 0 0 0 0,-1 0 0 0 0,1 0-1 0 0,-1 0 1 0 0,1 0 0 0 0,-1 0 0 0 0,1 0 0 0 0,0 0 0 0 0,-1-1 0 0 0,1 1 0 0 0,-1 0 0 0 0,1 0 0 0 0,-1 0 0 0 0,1-1 0 0 0,-1 1-1 0 0,1 0 1 0 0,-1 0 0 0 0,0-1 0 0 0,1 1 0 0 0,0-1 0 0 0,-1 1 1 0 0,0-1-1 0 0,1 1 1 0 0,-1 0-1 0 0,0 0 1 0 0,0-1-1 0 0,1 1 1 0 0,-1 0-1 0 0,0 0 1 0 0,0 0-1 0 0,1-1 1 0 0,-1 1-1 0 0,0 0 1 0 0,1 0-1 0 0,-1 0 1 0 0,0 0-1 0 0,1 0 1 0 0,-1 0-1 0 0,0 0 1 0 0,1 0-1 0 0,-1 0 1 0 0,0 0 0 0 0,1 0-1 0 0,-1 0 1 0 0,1 0-1 0 0,6-2 32 0 0,12-4 0 0 0,12-5 21 0 0,-19 10-53 0 0,-5 1 0 0 0,1-1-2 0 0,7-4 15 0 0,-12 4 30 0 0,5 1-33 0 0,11-1 20 0 0,-14 0-24 0 0,-1-1 0 0 0,0 1-1 0 0,1 0 1 0 0,-1 1 0 0 0,8-1-1 0 0,21-6-5 0 0,-22 5 0 0 0,1 1 0 0 0,-1-2 0 0 0,-1 2 0 0 0,3 1 0 0 0,-1-1 0 0 0,-1-2 0 0 0,1 0 0 0 0,-3-1 0 0 0,2 2 0 0 0,0-4 0 0 0,-2 1 0 0 0,-3-3 0 0 0,8-16 54 0 0,-11 20-42 0 0,-1 3-9 0 0,-1 0 1 0 0,0-1-1 0 0,0 1 1 0 0,0 0-1 0 0,0-1 1 0 0,0 1-1 0 0,0 0 1 0 0,-1-1-1 0 0,1 1 0 0 0,0-1 1 0 0,-1 1-1 0 0,1-1 1 0 0,-1 1-1 0 0,1-3 1 0 0,1-2 21 0 0,0-1 0 0 0,0 1-1 0 0,-1-1 1 0 0,0 0 0 0 0,0-6 0 0 0,2 6 33 0 0,-3 7-56 0 0,0 0 0 0 0,0-1 1 0 0,1 1-1 0 0,-1 0 0 0 0,0-1 1 0 0,0 1-1 0 0,0 0 0 0 0,0 0 1 0 0,1-1-1 0 0,-1 1 0 0 0,0 0 1 0 0,0-1-1 0 0,0 1 0 0 0,0 0 1 0 0,0-1-1 0 0,0 1 0 0 0,0 0 1 0 0,0-1-1 0 0,0 1 0 0 0,0-1 1 0 0,1-4 13 0 0,-1 0 1 0 0,1 0-1 0 0,0-1 1 0 0,3-5-1 0 0,-3 6-3 0 0,1 0 0 0 0,-1 1 0 0 0,0-1 0 0 0,0-7-1 0 0,0 5 56 0 0,-1 0 0 0 0,1 0 0 0 0,0 1 0 0 0,0-1 0 0 0,4-11 0 0 0,0-1 137 0 0,-4 11-120 0 0,1-1 0 0 0,4-11 0 0 0,-6 17-71 0 0,1 0-1 0 0,-1 0 1 0 0,1 0-1 0 0,-1-1 1 0 0,0-2-1 0 0,1-11 30 0 0,3-8 95 0 0,-2 0-1 0 0,0 0 0 0 0,-3-40 0 0 0,0 15-22 0 0,-3 13-86 0 0,2 28-14 0 0,1-1 1 0 0,-1-10-1 0 0,2 13-8 0 0,1-1 5 0 0,-2 0-1 0 0,1-1 1 0 0,-4-15-1 0 0,3 17 0 0 0,0-1 0 0 0,0-13 1 0 0,-1-9 29 0 0,1 16 17 0 0,0 1 1 0 0,1-25-1 0 0,1 24 22 0 0,-1 1 1 0 0,-2-23-1 0 0,1 27-51 0 0,1-1 1 0 0,0 1-1 0 0,2-15 1 0 0,0-8 12 0 0,-3 21-28 0 0,1 5-9 0 0,0 1 1 0 0,0 0 0 0 0,1-1-1 0 0,-1 1 1 0 0,1 0 0 0 0,2-7-1 0 0,-2 8 9 0 0,-1-1 0 0 0,1 0-1 0 0,-1 1 1 0 0,0-1 0 0 0,0 0-1 0 0,-1-5 1 0 0,0-8 29 0 0,1 17-42 0 0,0-5 4 0 0,0-1-1 0 0,1 1 1 0 0,0-1-1 0 0,2-10 1 0 0,-3 15 4 0 0,1 0 0 0 0,-1 0 0 0 0,0-1 0 0 0,0 1 0 0 0,0 0 0 0 0,0 0-1 0 0,-1-5 1 0 0,1 5-1 0 0,0-1 0 0 0,0 1-1 0 0,0-1 1 0 0,0 1 0 0 0,0-1 0 0 0,1-4-1 0 0,0-1-7 0 0,-1-6 0 0 0,0-10 47 0 0,1 15-8 0 0,-1 0-1 0 0,0-1 0 0 0,-2-14 0 0 0,0 13 22 0 0,0-1 0 0 0,0-16 0 0 0,-2-1 12 0 0,3 23-56 0 0,0-1 0 0 0,0 1 1 0 0,-3-8-1 0 0,3 9-10 0 0,-4-21 47 0 0,-4 3 22 0 0,8 22-70 0 0,0 0 1 0 0,1-1-1 0 0,-1 1 0 0 0,1 0 1 0 0,-1-1-1 0 0,1 1 0 0 0,0-1 1 0 0,-1 1-1 0 0,1-3 0 0 0,0 3-5 0 0,0 0 0 0 0,0 0 0 0 0,0 0 0 0 0,0 0 0 0 0,0 0 0 0 0,0 0 0 0 0,0 0 0 0 0,0 0 0 0 0,0 0 0 0 0,0 0 0 0 0,-1 1 0 0 0,1-1 0 0 0,0 0 0 0 0,-1 0 0 0 0,1 0 0 0 0,-1 0 0 0 0,1 1 0 0 0,-2-2 0 0 0,-1-4 0 0 0,-8-33 64 0 0,8 31-64 0 0,2 6 3 0 0,0 1 0 0 0,0-1 0 0 0,0 0 0 0 0,0 0 0 0 0,0 0 0 0 0,0 0 0 0 0,1-1 0 0 0,-2-2 0 0 0,2 4 0 0 0,0-1 0 0 0,-1 0 0 0 0,0 0 0 0 0,1 1 0 0 0,-1-1-1 0 0,0 0 1 0 0,0 1 0 0 0,0-1 0 0 0,0 0 0 0 0,0 1 0 0 0,-1 0-1 0 0,-1-3 1 0 0,-2-1-3 0 0,3-4 17 0 0,-2 3 14 0 0,1 3-25 0 0,-33-28 390 0 0,26 25-39 0 0,2 2-590 0 0,-26-16-149 0 0,27 17 382 0 0,1 0 0 0 0,-1 0 0 0 0,0 0 0 0 0,-8-1 0 0 0,-6-3 0 0 0,18 6 0 0 0,-1 0 0 0 0,1 0 0 0 0,-1 1 0 0 0,1 0 0 0 0,-4 0 0 0 0,-5-1 0 0 0,-38-2 0 0 0,34 0 0 0 0,0 2 0 0 0,-18-1 0 0 0,27 2 0 0 0,1-1 0 0 0,1 0 0 0 0,-1-1 0 0 0,-11-3 0 0 0,-4-2 0 0 0,2 2 0 0 0,15 3 0 0 0,1 1 0 0 0,-1 0 0 0 0,0 0 0 0 0,0 0 0 0 0,0 1 0 0 0,-4-1 0 0 0,-10-1 0 0 0,15 1 0 0 0,1 1 0 0 0,0-1 0 0 0,-1 1 0 0 0,1 0 0 0 0,-1 0 0 0 0,1 0 0 0 0,-4 0 0 0 0,-4 1 11 0 0,-1 0 0 0 0,-19-3 0 0 0,19 1 26 0 0,1 1-1 0 0,-19 1 1 0 0,13 1 246 0 0,8-1-315 0 0,0 0-1 0 0,0 1 0 0 0,1-1 1 0 0,-10 5-1 0 0,-19 3-89 0 0,26-7 107 0 0,0 0 0 0 0,-10 4 0 0 0,10-3 15 0 0,0 0 0 0 0,-1-2 0 0 0,-10 2 0 0 0,11-2 0 0 0,-84 16 0 0 0,-23 7 374 0 0,112-23-406 0 0,0 0 0 0 0,-1 0 0 0 0,1 0 1 0 0,0 1-1 0 0,-8 4 0 0 0,-19 3 192 0 0,-8 6-479 0 0,38-14 339 0 0,0 0-1 0 0,1 0 1 0 0,-1 0-1 0 0,0-1 0 0 0,0 1 1 0 0,0-1-1 0 0,0 1 1 0 0,0-1-1 0 0,0 0 1 0 0,0 1-1 0 0,0-1 0 0 0,-2 0 1 0 0,-4 0 135 0 0,8 1-150 0 0,0-1-1 0 0,-1 0 0 0 0,1 0 0 0 0,0 0 0 0 0,0 0 1 0 0,-1 0-1 0 0,1 0 0 0 0,0 0 0 0 0,-1 1 1 0 0,1-1-1 0 0,0 0 0 0 0,-1 0 0 0 0,1 0 1 0 0,0 0-1 0 0,0 0 0 0 0,-1 0 0 0 0,1 0 1 0 0,0-1-1 0 0,-1 1 0 0 0,1 0 0 0 0,0 0 1 0 0,-1 0-1 0 0,1 0 0 0 0,0 0 0 0 0,-4-1 37 0 0,-8 5-28 0 0,3-2-13 0 0,7-1 0 0 0,0-1 0 0 0,0 0 0 0 0,0 0 0 0 0,0 1 0 0 0,0-1 0 0 0,0 1 0 0 0,0 0 0 0 0,0-1 0 0 0,-3 3 0 0 0,-3 1 0 0 0,7-3 0 0 0,-1 0 0 0 0,0 0 0 0 0,0 0 0 0 0,1-1 0 0 0,-1 1 0 0 0,0-1 0 0 0,0 1 0 0 0,0-1 0 0 0,0 1 0 0 0,-3-1 0 0 0,0 0 0 0 0,4 0 0 0 0,1 0 0 0 0,0 0 0 0 0,-1 0 0 0 0,1 0 0 0 0,0-1 0 0 0,0 1 0 0 0,-1 0 0 0 0,1 0 0 0 0,0 0 0 0 0,-1 0 0 0 0,1 0 0 0 0,0 0 0 0 0,-1 0 0 0 0,1 1 0 0 0,0-1 0 0 0,-1 0 0 0 0,1 0 0 0 0,0 0 0 0 0,0 0 0 0 0,-1 0 0 0 0,1 0 0 0 0,0 1 0 0 0,-1-1 0 0 0,1 0 0 0 0,0 0 0 0 0,0 0 0 0 0,-1 1 0 0 0,-11 9 0 0 0,-23 3-360 0 0,33-11 377 0 0,0-1 0 0 0,0 1-1 0 0,0-1 1 0 0,0 1-1 0 0,0-1 1 0 0,0 0 0 0 0,-1 0-1 0 0,1 0 1 0 0,0-1-1 0 0,0 1 1 0 0,-1 0 0 0 0,-4 0-1 0 0,6-2-18 0 0,0 1 0 0 0,0 0-1 0 0,0 0 1 0 0,0 0 0 0 0,0 0-1 0 0,0 0 1 0 0,0 1 0 0 0,0-1-1 0 0,0 0 1 0 0,0 0 0 0 0,0 0 0 0 0,1 1-1 0 0,-1-1 1 0 0,0 1 0 0 0,0-1-1 0 0,0 1 1 0 0,0-1 0 0 0,0 1-1 0 0,0-1 1 0 0,1 1 0 0 0,-2 1-1 0 0,-4 2-72 0 0,-5 0 16 0 0,8-3 54 0 0,1-1 0 0 0,0 1 0 0 0,0 0 0 0 0,0-1 0 0 0,0 1 0 0 0,0 0 0 0 0,0 0 0 0 0,0 1 0 0 0,0-1 0 0 0,-2 2 0 0 0,-11 5 5 0 0,3-2 0 0 0,11-5-8 0 0,-1 0-43 0 0,-1 1 1 0 0,1-1-1 0 0,0 0 0 0 0,0 0 1 0 0,-1 0-1 0 0,1 0 1 0 0,-1 0-1 0 0,-2 0 0 0 0,5-1-278 0 0,0 0-942 0 0,0 0-3898 0 0,0 0-1669 0 0</inkml:trace>
</inkml:ink>
</file>

<file path=ppt/ink/ink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3:35.24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256 109 2304 0 0,'0'0'360'0'0,"0"0"672"0"0,0 0 295 0 0,0 0 59 0 0,0 0-123 0 0,0 0-570 0 0,0 0-248 0 0,0 0-49 0 0,0 0-21 0 0,0 0-48 0 0,0 0-27 0 0,0 0-4 0 0,0 0-2 0 0,0 0-6 0 0,0 0-6 0 0,0 0-2 0 0,5 4 896 0 0,11 2-850 0 0,-14-4-259 0 0,1-1 0 0 0,0 1 0 0 0,0-1-1 0 0,0 0 1 0 0,0 0 0 0 0,0-1 0 0 0,1 1 0 0 0,4 0 0 0 0,1-1 11 0 0,-6 0-72 0 0,0 0 0 0 0,1 0 0 0 0,-1 0 0 0 0,0 0 0 0 0,0-1 0 0 0,0 1 1 0 0,0-1-1 0 0,3-1 0 0 0,-1 1 4 0 0,-1 0-1 0 0,1 1 1 0 0,-1-1 0 0 0,7 1-1 0 0,16-1 18 0 0,0-1-2 0 0,6-1 24 0 0,-28 3-29 0 0,0-1 0 0 0,0 1 0 0 0,-1-1 0 0 0,10 2 1 0 0,-10-1-18 0 0,0 0 1 0 0,0 0 0 0 0,0 0 0 0 0,1 0 0 0 0,-1-1 0 0 0,6-1 0 0 0,44-6 60 0 0,-45 5-53 0 0,1 1 0 0 0,0 0-1 0 0,0 0 1 0 0,16-1 0 0 0,-18 3-11 0 0,0-1 0 0 0,0 0 0 0 0,8-3 0 0 0,8-1 0 0 0,24-1 0 0 0,-33 2 0 0 0,2 1 0 0 0,20-3 16 0 0,10-3 160 0 0,-35 7-158 0 0,-9 1-12 0 0,1 0 1 0 0,0 0-1 0 0,0 1 1 0 0,0 0-1 0 0,-1-1 1 0 0,8 2 0 0 0,62-1 46 0 0,-33-3-42 0 0,-5 6-11 0 0,-27-3 0 0 0,-1-1 0 0 0,1 0 0 0 0,-1 0 0 0 0,9-2 0 0 0,1 4 0 0 0,41-3 192 0 0,-45 1-171 0 0,-11 0-18 0 0,-1 1 0 0 0,0 0 0 0 0,0 0 0 0 0,0-1 0 0 0,1 1 0 0 0,-1 0 0 0 0,0 0 0 0 0,0 1 0 0 0,0-1 0 0 0,1 0 0 0 0,-1 0 0 0 0,0 0 1 0 0,2 1-1 0 0,-1 0 2 0 0,0 0 13 0 0,11-2 12 0 0,3 2-17 0 0,-13 0-14 0 0,-1-1 1 0 0,1 0 0 0 0,-1 0 0 0 0,1 0-1 0 0,-1 0 1 0 0,1 0 0 0 0,3-1 0 0 0,-5 0 2 0 0,1 1 1 0 0,-1 0 0 0 0,1-1 0 0 0,0 1 0 0 0,-1 0 0 0 0,1 0 0 0 0,-1 0 0 0 0,1 0-1 0 0,1 0 1 0 0,-1 0 1 0 0,0 0-1 0 0,0 0 1 0 0,0 0-1 0 0,0 0 1 0 0,1 0-1 0 0,-1 0 1 0 0,0-1 0 0 0,0 1-1 0 0,2-2 1 0 0,35 1 204 0 0,-37 1-136 0 0,0 0-2 0 0,4 0-4 0 0,0 0 0 0 0,0-1 1 0 0,8-2-1 0 0,29-4 172 0 0,-17 4-217 0 0,-22 3 2 0 0,14-5 8 0 0,-5 1-31 0 0,-1-1 11 0 0,-9 5 29 0 0,15-4 38 0 0,-16 3 0 0 0,7-1-121 0 0,-7 2 189 0 0,0 0-1 0 0,0 1 1 0 0,0-1-1 0 0,0 1 0 0 0,0-1 1 0 0,0 1-1 0 0,0 0 0 0 0,3 1 1 0 0,0 2-50 0 0,-5-1-96 0 0,10 8 105 0 0,2 1-51 0 0,-11-8-56 0 0,0-1 3 0 0,1 0-1 0 0,5 14 0 0 0,-3-8 1 0 0,5 14-14 0 0,-4 9-179 0 0,3 16 412 0 0,-7-43-266 0 0,-1 1 0 0 0,0-1 0 0 0,0 1 0 0 0,-1 8 0 0 0,0-11 55 0 0,1 1 1 0 0,-1-1-1 0 0,1 1 0 0 0,0-1 1 0 0,0 1-1 0 0,1-1 0 0 0,-1 1 1 0 0,0-1-1 0 0,1 1 0 0 0,0-1 1 0 0,0 1-1 0 0,2 3 0 0 0,-3-5 6 0 0,1-1 0 0 0,-1 1 0 0 0,1-1 0 0 0,-1 1 0 0 0,0-1-1 0 0,0 1 1 0 0,0-1 0 0 0,0 1 0 0 0,0-1 0 0 0,0 1 0 0 0,-1 2 0 0 0,1 1-26 0 0,8 90-118 0 0,-3-33 335 0 0,-5-38-184 0 0,-1 0-1 0 0,-7 45 0 0 0,7-61-21 0 0,0-1 0 0 0,1 1 0 0 0,0 13 0 0 0,1-2 0 0 0,-1-15 2 0 0,2 12 51 0 0,2 0-44 0 0,8 60-9 0 0,-8-30 15 0 0,-2-24 81 0 0,-2-7-39 0 0,8 21-359 0 0,-5-27 356 0 0,-1 0-1 0 0,0 0 1 0 0,0 14-1 0 0,-2-22 106 0 0,4 10-432 0 0,-3 19-90 0 0,-1-28 492 0 0,1 1 119 0 0,1 4-65 0 0,-1-2-69 0 0,1 0-1 0 0,-1 0 0 0 0,0 11 0 0 0,0-7-86 0 0,0 0 0 0 0,0-1 0 0 0,1 1 0 0 0,3 7 0 0 0,-3-8-1 0 0,0 0 1 0 0,0 0-1 0 0,1 16 0 0 0,5 43 108 0 0,-8-62-123 0 0,0-1 0 0 0,1 0 0 0 0,0 0 0 0 0,0 0 0 0 0,1 4 0 0 0,3 16 121 0 0,-2-12-109 0 0,0-1 33 0 0,-1 2-5 0 0,-1-5-31 0 0,-1 0 0 0 0,2 0 0 0 0,1 8 1 0 0,-1-7-3 0 0,0-1 0 0 0,0 1 1 0 0,-1 11-1 0 0,1 4 41 0 0,1 12 18 0 0,2 25 59 0 0,-6-57-123 0 0,1 1 7 0 0,2 15-17 0 0,5 20-212 0 0,-2-19 457 0 0,0 2-434 0 0,-2-11 105 0 0,-1 4 79 0 0,-2-13 3 0 0,-1 0 11 0 0,1 6 45 0 0,0-7 29 0 0,0 0 8 0 0,0 4-136 0 0,0 1-1 0 0,0-1 0 0 0,1 1 1 0 0,2 6-1 0 0,-3-11 70 0 0,1 0 1 0 0,0 1-1 0 0,-1-1 0 0 0,0 1 0 0 0,1-1 1 0 0,-1 0-1 0 0,0 1 0 0 0,0-1 0 0 0,-1 5 1 0 0,0-5-53 0 0,1 0 1 0 0,0 0-1 0 0,0-1 1 0 0,0 1-1 0 0,0 0 1 0 0,0 0 0 0 0,0 0-1 0 0,0 0 1 0 0,1 0-1 0 0,0 3 1 0 0,0-3 66 0 0,-1 1-1 0 0,1-1 1 0 0,-1 1-1 0 0,0-1 0 0 0,0 1 1 0 0,0-1-1 0 0,0 1 1 0 0,-2 4-1 0 0,2-4-31 0 0,-1-1-1 0 0,0 0 0 0 0,1 1 1 0 0,0-1-1 0 0,-1 1 0 0 0,1-1 0 0 0,1 5 1 0 0,-1-2-15 0 0,0-4-75 0 0,0-1-42 0 0,0 0-7 0 0,0 0 38 0 0,0 0 183 0 0,0 0 79 0 0,0 0 18 0 0,0 0-14 0 0,0 0-74 0 0,-3 0-64 0 0,1-1 1 0 0,0 1-1 0 0,-1 0 0 0 0,1 0 0 0 0,0 0 0 0 0,-5 1 0 0 0,0-1 17 0 0,2 0-32 0 0,-31-1 34 0 0,31 0-42 0 0,-1 1 0 0 0,1 0-1 0 0,-1 0 1 0 0,-6 2-1 0 0,-2-1 20 0 0,1 0-1 0 0,-28-2 1 0 0,10 0-3 0 0,1 0 101 0 0,19 0-16 0 0,-1 1 0 0 0,1 0 0 0 0,-19 3 0 0 0,-36 7-90 0 0,47-9-25 0 0,14-1 0 0 0,-1 0 0 0 0,1 1 0 0 0,0 0 0 0 0,-6 1 0 0 0,2 0-26 0 0,0 1 0 0 0,-1-2 0 0 0,1 1 0 0 0,0-1 0 0 0,-1 0 0 0 0,1-1 0 0 0,-19-2 0 0 0,21 1-26 0 0,0 1-1 0 0,0 0 1 0 0,-12 1-1 0 0,-3 0-1 0 0,-14 2 1 0 0,3 2 40 0 0,12-1 15 0 0,-1-2-2 0 0,-1 0 0 0 0,1-2 0 0 0,-40-4 0 0 0,35-2 0 0 0,20 4 0 0 0,-1 1 0 0 0,1 0 0 0 0,-10-1 0 0 0,13 2 0 0 0,0-1 0 0 0,0 1 0 0 0,0-1 0 0 0,0 0 0 0 0,-7-3 0 0 0,8 3 0 0 0,-1 0 0 0 0,1-1 0 0 0,-1 2 0 0 0,1-1 0 0 0,-8 0 0 0 0,-64-6 0 0 0,64 6 0 0 0,-20-3 0 0 0,29 4 0 0 0,0-1 0 0 0,-1 1 0 0 0,1-1 0 0 0,-1 1 0 0 0,1 0 0 0 0,-1 0 0 0 0,-2 1 0 0 0,-22 0 0 0 0,-8 4 0 0 0,30-5 4 0 0,1 1 0 0 0,-1 0 0 0 0,1-1 0 0 0,-9 4 0 0 0,-10 2 40 0 0,-26 8 203 0 0,26-7-113 0 0,19-5-113 0 0,0 0 1 0 0,-1 0-1 0 0,1-1 1 0 0,-6 1-1 0 0,-39 8-21 0 0,45-10 0 0 0,-13 3 0 0 0,10-1 0 0 0,1-1 0 0 0,-1 0 0 0 0,0-1 0 0 0,-7 0 0 0 0,13 0 0 0 0,-1 0 0 0 0,1 0 0 0 0,0 0 0 0 0,-1 0 0 0 0,1 0 0 0 0,0 1 0 0 0,-1-1 0 0 0,1 0 0 0 0,0 0 0 0 0,-3 2 0 0 0,-1-1 0 0 0,-66-1 64 0 0,69 0-59 0 0,0 0 0 0 0,0 0 1 0 0,0 1-1 0 0,0-1 0 0 0,0 0 0 0 0,0 1 0 0 0,0 0 0 0 0,-2 0 0 0 0,1 1 3 0 0,1-1 0 0 0,-1-1 0 0 0,1 1 0 0 0,0 0 0 0 0,-1-1 0 0 0,0 1 0 0 0,1-1 0 0 0,-5 0 0 0 0,-12-3 57 0 0,14 2-49 0 0,-1 0 1 0 0,0 0-1 0 0,1 1 0 0 0,-11-1 0 0 0,15 1-16 0 0,0 0 0 0 0,0 0 0 0 0,0 0 0 0 0,0 0 0 0 0,0 0 0 0 0,0 0 0 0 0,0 0 0 0 0,0 0 0 0 0,1 0 0 0 0,-1 0 0 0 0,0-1 0 0 0,0 1 0 0 0,0 0 0 0 0,0-1 0 0 0,1 1 0 0 0,-1 0 0 0 0,-1-2 0 0 0,-2 0 0 0 0,1 1 0 0 0,2 1 0 0 0,1 0 0 0 0,-1 0 0 0 0,1 0 0 0 0,-1-1 0 0 0,0 1 0 0 0,1 0 0 0 0,-1-1 0 0 0,1 1 0 0 0,-1 0 0 0 0,1-1 0 0 0,-1 1 0 0 0,1 0 0 0 0,0-1 0 0 0,-1 1 0 0 0,1-1 0 0 0,-1 0 0 0 0,-1-1 0 0 0,-5-3 2 0 0,0 1 0 0 0,-1 0 0 0 0,1 1-1 0 0,-1 0 1 0 0,-9-3 0 0 0,14 5 3 0 0,1 0 0 0 0,-1 0 0 0 0,0-1-1 0 0,0 1 1 0 0,0-1 0 0 0,1 1 0 0 0,-1-1 0 0 0,1 0 0 0 0,-1 0-1 0 0,-1-3 1 0 0,1 3-5 0 0,1-1 0 0 0,0 0 0 0 0,0 0 0 0 0,0 1 0 0 0,-1-5 0 0 0,-4-3 0 0 0,5 9 0 0 0,1-1 0 0 0,0 0 0 0 0,0 1 0 0 0,0-1 0 0 0,0 0 0 0 0,0 0 0 0 0,0 1 0 0 0,0-1 0 0 0,0-3 0 0 0,-4-7 0 0 0,-21-51 0 0 0,24 57 0 0 0,0 0 0 0 0,0 0 0 0 0,0-9 0 0 0,-3-8 0 0 0,2 11 0 0 0,0 1 0 0 0,2-1 0 0 0,-2-14 0 0 0,-1-18 0 0 0,1 26 0 0 0,2 0 0 0 0,0-24 0 0 0,1 25 0 0 0,1 3 0 0 0,1 1 0 0 0,0-1 0 0 0,4-14 0 0 0,2-13 0 0 0,-3 26 0 0 0,-4 12 0 0 0,0 0 0 0 0,-1 1 0 0 0,1-1 0 0 0,0 0 0 0 0,0-5 0 0 0,5-40 0 0 0,-5 19 0 0 0,0 23 0 0 0,-1 0 0 0 0,1 1 0 0 0,-1-1 0 0 0,-1-10 0 0 0,1 10 0 0 0,-1 0 0 0 0,1 0 0 0 0,2-11 0 0 0,1-10 0 0 0,-1-1 0 0 0,-3-38 0 0 0,1 25 0 0 0,-5-19 0 0 0,5 57 0 0 0,-1-1 0 0 0,1 1 0 0 0,-1-1 0 0 0,-2-6 0 0 0,3 8 0 0 0,-1-1 0 0 0,0 0 0 0 0,1 1 0 0 0,-1-1 0 0 0,1 0 0 0 0,0 0 0 0 0,0 1 0 0 0,0-1 0 0 0,0-3 0 0 0,1-4 0 0 0,0 1 0 0 0,-1-1 0 0 0,-1-16 0 0 0,0-3 0 0 0,5 3 0 0 0,-3 22 0 0 0,0-1 0 0 0,0 1 0 0 0,-1 0 0 0 0,1-5 0 0 0,4-38 0 0 0,-5 44 0 0 0,0 0 0 0 0,1 0 0 0 0,-1-1 0 0 0,1 1 0 0 0,1-3 0 0 0,2-16 0 0 0,-3 15 0 0 0,0-1 0 0 0,1 1 0 0 0,0 0 0 0 0,0-1 0 0 0,1 1 0 0 0,4-9 0 0 0,13-17 0 0 0,-16 27 0 0 0,0 0 0 0 0,0-1 0 0 0,0 0 0 0 0,-1 1 0 0 0,0-1 0 0 0,-1 0 0 0 0,4-13 0 0 0,-5 16 0 0 0,0 1 0 0 0,5-12 0 0 0,-4 12 0 0 0,-1 2 0 0 0,0-1 0 0 0,-1 1 0 0 0,1 0 0 0 0,-1-1 0 0 0,1 1 0 0 0,-1 0 0 0 0,1-1 0 0 0,-1 1 0 0 0,0-1 0 0 0,0 1 0 0 0,1-3 0 0 0,-1 0 0 0 0,1 0 0 0 0,0 1 0 0 0,0-1 0 0 0,0 1 0 0 0,0-1 0 0 0,4-6 0 0 0,-1-2 0 0 0,-3 4 0 0 0,-1 5 0 0 0,0 1 0 0 0,1 0 0 0 0,-1-1 0 0 0,1 1 0 0 0,0-1 0 0 0,0 1 0 0 0,-1 0 0 0 0,1-1 0 0 0,2-2 0 0 0,0 0 0 0 0,-1 1 0 0 0,1-1 0 0 0,0 1 0 0 0,6-7 0 0 0,-5 7 0 0 0,-1 0 0 0 0,0 0 0 0 0,0-1 0 0 0,4-8 0 0 0,-4 8 0 0 0,1-1 0 0 0,-1 1 0 0 0,1-1 0 0 0,8-7 0 0 0,2-4 0 0 0,-10 12 0 0 0,-1 0 0 0 0,1 1 0 0 0,6-6 0 0 0,15-19 0 0 0,-24 27 0 0 0,0-1 0 0 0,9-3 0 0 0,40-22-285 0 0,-2 3-650 0 0,-23 11-743 0 0,0 1-3338 0 0,-2 2-997 0 0</inkml:trace>
</inkml:ink>
</file>

<file path=ppt/ink/ink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4:24.41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9 63 2304 0 0,'-4'10'167'0'0,"0"-8"54"0"0,3-2 750 0 0,1 0 317 0 0,0 0 58 0 0,0 0-75 0 0,0 17 7389 0 0,0-15-9626 0 0,1 2 1121 0 0,-1 0 0 0 0,0 0 0 0 0,1-1 0 0 0,0 1 1 0 0,0 0-1 0 0,1 4 0 0 0,0-1 40 0 0,0 9 331 0 0,-2-15-506 0 0,0 0 0 0 0,0 0 0 0 0,0 0 1 0 0,0 0-1 0 0,0 0 0 0 0,1 0 0 0 0,-1-1 1 0 0,0 1-1 0 0,0 0 0 0 0,1 0 0 0 0,0 2 0 0 0,0-2 147 0 0,4 25 278 0 0,-5-21-376 0 0,1-1 0 0 0,0 0 0 0 0,0 0-1 0 0,2 7 1 0 0,-2-8-26 0 0,0 0 0 0 0,0 1-1 0 0,0-1 1 0 0,0 0 0 0 0,0 0 0 0 0,-1 0 0 0 0,0 0 0 0 0,0 1 0 0 0,0 4-1 0 0,-1-4 10 0 0,1-1 0 0 0,-1 0-1 0 0,1 1 1 0 0,-1-1 0 0 0,1 1-1 0 0,0-1 1 0 0,1 0 0 0 0,-1 1-1 0 0,1-1 1 0 0,0 4-1 0 0,3 49 391 0 0,-3-40-385 0 0,4 27 167 0 0,-2-31-194 0 0,-1-8-14 0 0,-1 1 0 0 0,0 0 0 0 0,0-1 0 0 0,-1 1 0 0 0,1 7-1 0 0,7 48-4 0 0,-3-13 53 0 0,-4-27-38 0 0,0-15-21 0 0,-1 0 1 0 0,0 0-1 0 0,0 0 1 0 0,-1 8-1 0 0,1 6-5 0 0,0 5 0 0 0,0-22 4 0 0,-1 0-1 0 0,1 0 1 0 0,1 0-1 0 0,-1 0 0 0 0,0 0 1 0 0,0 0-1 0 0,1 0 0 0 0,-1 0 1 0 0,1 0-1 0 0,0 2 1 0 0,3 15 22 0 0,-3-7-26 0 0,-1 0 0 0 0,4 17 0 0 0,1 25 0 0 0,-4-39 0 0 0,0 0 0 0 0,-2 29 0 0 0,0-10 0 0 0,-4 22 64 0 0,0-13-64 0 0,5-29 7 0 0,0-8 3 0 0,0 0-1 0 0,0 0 1 0 0,0 0 0 0 0,1 1 0 0 0,-1-1-1 0 0,4 8 1 0 0,-4-13-9 0 0,0-1 1 0 0,0 0-1 0 0,0 0 1 0 0,0 0-1 0 0,0 0 0 0 0,0 1 1 0 0,0-1-1 0 0,0 0 1 0 0,0 0-1 0 0,0 0 0 0 0,0 1 1 0 0,0-1-1 0 0,0 0 1 0 0,0 0-1 0 0,0 0 0 0 0,0 0 1 0 0,0 1-1 0 0,0-1 0 0 0,0 0 1 0 0,0 0-1 0 0,0 0 1 0 0,0 1-1 0 0,0-1 0 0 0,0 0 1 0 0,0 0-1 0 0,0 0 1 0 0,0 0-1 0 0,0 1 0 0 0,-1-1 1 0 0,1 0-1 0 0,0 0 1 0 0,0 0-1 0 0,0 0 0 0 0,0 0 1 0 0,0 0-1 0 0,-1 1 1 0 0,-2 4 66 0 0,3-3-42 0 0,1 4 13 0 0,4 12 49 0 0,-1-9-26 0 0,0-1 16 0 0,0-1 2 0 0,-3 0 0 0 0,-1-6-1 0 0,1 4-6 0 0,5 9 10 0 0,-5-14-72 0 0,0 1-1 0 0,0 0 1 0 0,1 0 0 0 0,-1 0-1 0 0,0 0 1 0 0,0-1 0 0 0,0 1-1 0 0,1-1 1 0 0,-1 1 0 0 0,0-1-1 0 0,0 1 1 0 0,1-1 0 0 0,-1 0-1 0 0,0 0 1 0 0,3 1 0 0 0,-2-1-5 0 0,11 3 18 0 0,0-2 24 0 0,-2 2-36 0 0,2-6-12 0 0,15 2 0 0 0,1 1 54 0 0,-15 0-44 0 0,30 0-10 0 0,-36 2 0 0 0,-6-2 0 0 0,0 1 0 0 0,0-1 0 0 0,1 1 0 0 0,-1-1 0 0 0,0 0 0 0 0,0 0 0 0 0,0 0 0 0 0,0 0 0 0 0,0-1 0 0 0,0 1 0 0 0,4-2 0 0 0,60-2 0 0 0,-62 2 0 0 0,15 1 0 0 0,30-4 0 0 0,-35 5 0 0 0,24-3 0 0 0,-38 3 0 0 0,1 0 0 0 0,0-1 0 0 0,0 1 0 0 0,0 0 0 0 0,-1 0 0 0 0,1 0 0 0 0,0 0 0 0 0,0 0 0 0 0,0 0 0 0 0,-1 0 0 0 0,1 0 0 0 0,0 0 0 0 0,0 0 0 0 0,0 1 0 0 0,-1-1 0 0 0,1 0 0 0 0,0 0 0 0 0,0 1 0 0 0,0 0 0 0 0,2 0 0 0 0,17 4 0 0 0,0-2 0 0 0,1 0 0 0 0,-1-1 0 0 0,0-2 0 0 0,27-1 0 0 0,-6 0 0 0 0,29-5 0 0 0,-33 2 0 0 0,-3 0 0 0 0,-16 2 0 0 0,-13 0 0 0 0,1 2 0 0 0,0-1 0 0 0,9 1 0 0 0,16 0 0 0 0,-29-1 0 0 0,0 1 0 0 0,0 0 0 0 0,1 1-1 0 0,-1-1 1 0 0,0 0 0 0 0,0 1-1 0 0,0-1 1 0 0,3 2 0 0 0,4 0 13 0 0,-3-3 5 0 0,19 6 17 0 0,-17-4-35 0 0,-1 0 0 0 0,1 0 0 0 0,0 0 0 0 0,0-1 0 0 0,-1 0 0 0 0,1-1 0 0 0,0 0 0 0 0,-1 0 0 0 0,1-1 0 0 0,0 1 0 0 0,11-6 0 0 0,34-4 64 0 0,-40 10-50 0 0,-12 1-11 0 0,0 0 0 0 0,0 0 0 0 0,1 0 0 0 0,-1 0 0 0 0,0 0 0 0 0,0 0 0 0 0,1-1 0 0 0,-1 1 0 0 0,0 0 0 0 0,0-1 1 0 0,0 1-1 0 0,2-1 0 0 0,2-1 7 0 0,-1 0 1 0 0,1 1-1 0 0,-1 0 1 0 0,1 0-1 0 0,0 0 1 0 0,0 1-1 0 0,-1-1 1 0 0,9 2-1 0 0,58-5 124 0 0,-68 4-125 0 0,0 0 1 0 0,0 0-1 0 0,0 0 1 0 0,0-1-1 0 0,-1 0 1 0 0,5 0-1 0 0,27-8 11 0 0,-1 2 44 0 0,-18 6-44 0 0,-14 1-14 0 0,1 0-1 0 0,0 0 1 0 0,-1 0-1 0 0,1-1 1 0 0,-1 1-1 0 0,1 0 1 0 0,-1-1-1 0 0,1 1 0 0 0,2-2 1 0 0,-3 2-3 0 0,-1 0 0 0 0,1-1 0 0 0,-1 1 0 0 0,1 0 0 0 0,-1 0-1 0 0,1-1 1 0 0,-1 1 0 0 0,1 0 0 0 0,-1 0 0 0 0,1 0 0 0 0,-1 0 0 0 0,1 0 0 0 0,0 0 0 0 0,-1 0 0 0 0,1 0 0 0 0,0 0-1 0 0,18-1 86 0 0,21-5 120 0 0,-23 0-132 0 0,-16 6 4 0 0,2-2 0 0 0,-2 1-69 0 0,0 0 0 0 0,1 0-1 0 0,-1 0 1 0 0,0 0 0 0 0,1 0-1 0 0,-1 0 1 0 0,0 0 0 0 0,0-1-1 0 0,1-2 1 0 0,-2 4-10 0 0,1 0 1 0 0,-1 0-1 0 0,0 0 0 0 0,0 0 1 0 0,0-1-1 0 0,0 1 1 0 0,0 0-1 0 0,0 0 0 0 0,0 0 1 0 0,0 0-1 0 0,0 0 0 0 0,0-1 1 0 0,1 1-1 0 0,-1 0 1 0 0,0 0-1 0 0,0 0 0 0 0,0 0 1 0 0,0 0-1 0 0,0 0 0 0 0,1 0 1 0 0,-1-1-1 0 0,0 1 1 0 0,0 0-1 0 0,0 0 0 0 0,0 0 1 0 0,1 0-1 0 0,-1 0 0 0 0,0 0 1 0 0,0 0-1 0 0,0 0 1 0 0,1 0-1 0 0,-1 0 0 0 0,0 0 1 0 0,0 0-1 0 0,0 0 0 0 0,1 0 1 0 0,-1 0 1 0 0,0 0 0 0 0,0 0 0 0 0,1 0 0 0 0,-1 0 0 0 0,0 0 0 0 0,0 0 0 0 0,0 0 1 0 0,1 0-1 0 0,-1 0 0 0 0,0 0 0 0 0,0 0 0 0 0,1 0 0 0 0,-1 0 0 0 0,0 0 0 0 0,0 0 0 0 0,0 0 0 0 0,1 0 0 0 0,-1 0 1 0 0,0 0-1 0 0,0-1 0 0 0,0 1 0 0 0,1 0 0 0 0,-1 0 0 0 0,0 0 0 0 0,0 0 0 0 0,0-1 0 0 0,0 1 0 0 0,0 0 0 0 0,1 0 1 0 0,-1-1-1 0 0,5-6 85 0 0,8-14 194 0 0,-8 9-102 0 0,-2 5-94 0 0,0 0 0 0 0,-1 0 0 0 0,3-10 0 0 0,7-19 194 0 0,-9 23-242 0 0,-2 7-1 0 0,1 1-1 0 0,-1-1 0 0 0,1-8 0 0 0,2-11 70 0 0,-3 19-64 0 0,0 1-1 0 0,0-1 1 0 0,0-8-1 0 0,4-6 50 0 0,-4 17-79 0 0,0 0 0 0 0,0 0 0 0 0,-1 0 0 0 0,1 0 0 0 0,0-5 0 0 0,-1-103 182 0 0,5 47-119 0 0,-2-56 53 0 0,0 97-57 0 0,-2 19-57 0 0,-1-1 0 0 0,1 0 1 0 0,-1 1-1 0 0,0-1 0 0 0,0 0 0 0 0,-1-6 1 0 0,-1-7 81 0 0,0 0 1 0 0,2-31 0 0 0,0 26-14 0 0,5-25 88 0 0,-5 45-162 0 0,1-4 6 0 0,2-2 35 0 0,5-27 74 0 0,-7 35-123 0 0,-1 0 0 0 0,0 1-1 0 0,1-1 1 0 0,-1 1 0 0 0,0-1-1 0 0,0 0 1 0 0,1 1 0 0 0,-1-1 0 0 0,0 1-1 0 0,0-1 1 0 0,0 0 0 0 0,0 1-1 0 0,0-1 1 0 0,0 0 0 0 0,0 1-1 0 0,0-1 1 0 0,0 0 0 0 0,0 1 0 0 0,-1-2-1 0 0,0 0-2 0 0,1-9 15 0 0,0 1 35 0 0,0 0 1 0 0,1 0-1 0 0,2-17 1 0 0,-2 22-2 0 0,0-1-1 0 0,-1 1 1 0 0,1 0 0 0 0,-1-1 0 0 0,-2-9 0 0 0,1 9-8 0 0,1 0 1 0 0,0 1 0 0 0,0-1-1 0 0,0 1 1 0 0,2-12 0 0 0,10-22 90 0 0,-7 22-156 0 0,-5 8-149 0 0,0 7-428 0 0,2 1-157 0 0,4-3-1554 0 0,0-3-6111 0 0</inkml:trace>
</inkml:ink>
</file>

<file path=ppt/ink/ink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4:20.36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78 0 920 0 0,'0'0'275'0'0,"0"0"818"0"0,0 0 363 0 0,0 0 72 0 0,0 0-120 0 0,0 0-538 0 0,0 0-234 0 0,0 0-48 0 0,0 0-37 0 0,-1 1-114 0 0,-7 12 362 0 0,5-10-549 0 0,1 1 1 0 0,-1 0-1 0 0,1 0 0 0 0,0 1 0 0 0,0-1 1 0 0,-2 7-1 0 0,-7 16 870 0 0,9-21-1001 0 0,-1-1 1 0 0,1 0 0 0 0,1 0 0 0 0,-3 10 0 0 0,0 30 508 0 0,0 49 0 0 0,4-84-594 0 0,-1 0 0 0 0,-3 12 1 0 0,2-12 4 0 0,1 0 1 0 0,-1 11-1 0 0,-1 102 97 0 0,3-97-104 0 0,-4 25 0 0 0,3-39-28 0 0,1 0 1 0 0,3 19-1 0 0,-1 8-6 0 0,-2-17 2 0 0,-4 27 0 0 0,3-36 0 0 0,0 1 0 0 0,1 0 0 0 0,0-1 0 0 0,3 15 0 0 0,0 22 0 0 0,-3 80 128 0 0,-1-122-128 0 0,-2-1-15 0 0,2-5-101 0 0,1-2-193 0 0,0 0-78 0 0,0 0-18 0 0,0 0-3 0 0</inkml:trace>
</inkml:ink>
</file>

<file path=ppt/ink/ink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4:21.93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8 244 7512 0 0,'0'0'341'0'0,"0"0"-1"0"0,0 0-141 0 0,0 0 214 0 0,0 0 119 0 0,0 0 20 0 0,0 0-16 0 0,0 0-93 0 0,-1-2-41 0 0,-2-3-8 0 0,2 3-13 0 0,1 2-44 0 0,0 0-17 0 0,0 0-6 0 0,0 0-1 0 0,0 0 6 0 0,-3-2 163 0 0,3 0 2691 0 0,4-6-3129 0 0,0 1 0 0 0,1 0 0 0 0,7-8 0 0 0,-11 13 127 0 0,0 0-60 0 0,0 0 1 0 0,1 0-1 0 0,-1 0 0 0 0,1 0 0 0 0,-1 0 1 0 0,1 0-1 0 0,0 0 0 0 0,0 0 0 0 0,3-2 1 0 0,-2 2-132 0 0,-2 0 40 0 0,1 0-1 0 0,0 0 1 0 0,0 0-1 0 0,0 1 0 0 0,0-1 1 0 0,0 1-1 0 0,1-1 0 0 0,3-1 1 0 0,-1 1-3 0 0,27-19 74 0 0,-12 12-28 0 0,-16 8-52 0 0,0-1 0 0 0,0 0 0 0 0,0 0 0 0 0,4-2-1 0 0,-3 1-10 0 0,1 0 0 0 0,-1 0 0 0 0,0 0 0 0 0,10-2 0 0 0,13-6 0 0 0,-16 5 1 0 0,-7 3 1 0 0,0 0-1 0 0,1 0 1 0 0,0 0 0 0 0,0 1-1 0 0,0 0 1 0 0,9-2-1 0 0,-12 4 15 0 0,1-1 0 0 0,-1 1 0 0 0,0-1 0 0 0,1 0 0 0 0,-1 0 0 0 0,0-1 0 0 0,0 1 0 0 0,0-1-1 0 0,0 1 1 0 0,0-1 0 0 0,3-3 0 0 0,12-7-129 0 0,-13 10 109 0 0,-1 0 1 0 0,1 0-1 0 0,0 1 1 0 0,0-1-1 0 0,0 1 1 0 0,0 0-1 0 0,-1 0 1 0 0,2 1-1 0 0,7-1 1 0 0,13-1 164 0 0,-10 2-88 0 0,-15 0-80 0 0,0 1-1 0 0,1-1 0 0 0,-1 0 0 0 0,0 0 0 0 0,1 0 0 0 0,-1 0 0 0 0,0 0 1 0 0,1 0-1 0 0,-1-1 0 0 0,0 1 0 0 0,2-1 0 0 0,0 0-6 0 0,0 0 0 0 0,-1 0 0 0 0,1 1 0 0 0,0-1 0 0 0,0 1 0 0 0,0 0 0 0 0,0-1 0 0 0,0 1 0 0 0,0 0-1 0 0,4 1 1 0 0,46 3 14 0 0,-41-4 0 0 0,-8-2 0 0 0,16 1 0 0 0,16 1 0 0 0,-14 0 0 0 0,-20 0 0 0 0,-1 0 0 0 0,1 0 0 0 0,0 0 0 0 0,-1 0 0 0 0,1 0 0 0 0,-1 0 0 0 0,1 0 0 0 0,-1 0 0 0 0,1-1 0 0 0,-1 1 0 0 0,1-1 0 0 0,-1 1 0 0 0,2-2 0 0 0,-3 2 0 0 0,1 0 0 0 0,-1 0 0 0 0,0 0 0 0 0,1-1 0 0 0,-1 1 0 0 0,0 0 0 0 0,1 0 0 0 0,-1 0 0 0 0,1 0 0 0 0,-1 0 0 0 0,0 0 0 0 0,1 0 0 0 0,-1 0 0 0 0,0 0 0 0 0,1 0 0 0 0,-1 0 0 0 0,0 0 0 0 0,1 0 0 0 0,-1 0 0 0 0,0 0 0 0 0,1 0 0 0 0,-1 1 0 0 0,11 2 0 0 0,9 1 0 0 0,-9-4 0 0 0,-7 1 0 0 0,8 2 0 0 0,-10-1-2 0 0,1 0 3 0 0,14 1 11 0 0,10-2 38 0 0,0-1 41 0 0,-18 0-41 0 0,-3 0-20 0 0,0 0 0 0 0,0-1 0 0 0,-1 1 0 0 0,1-1 0 0 0,0-1 0 0 0,8-2 0 0 0,-11 4-10 0 0,0 0 0 0 0,1 0 0 0 0,-1 0 0 0 0,0 0 0 0 0,1 0 0 0 0,-1 1 0 0 0,0 0 0 0 0,4 1 0 0 0,-3-1-11 0 0,0-1-1 0 0,0 1 0 0 0,0 0 0 0 0,0-1 0 0 0,0 0 1 0 0,6 0-1 0 0,-8 0-35 0 0,0 0 0 0 0,-1 0 0 0 0,1 0 0 0 0,0 0 0 0 0,0 1 0 0 0,0-1 0 0 0,-1 0 0 0 0,1 1 0 0 0,3 0 0 0 0,5 2-65 0 0,-6-2 92 0 0,-1 0-1 0 0,1 0 1 0 0,-1 0 0 0 0,1 0-1 0 0,-1 0 1 0 0,6 3-1 0 0,-8-3 3 0 0,0-1-1 0 0,-1 1 0 0 0,1-1 1 0 0,0 1-1 0 0,0-1 0 0 0,1 1 1 0 0,-1-1-1 0 0,0 0 1 0 0,0 0-1 0 0,0 0 0 0 0,1 1 1 0 0,12 4 296 0 0,2-4-223 0 0,-14-1-70 0 0,1 0 1 0 0,-1 1 0 0 0,0-1 0 0 0,1 0-1 0 0,-1-1 1 0 0,0 1 0 0 0,4-1-1 0 0,8 2-150 0 0,-1 1-14 0 0,-6-3 42 0 0,1 2 330 0 0,19 7 189 0 0,-25-8-324 0 0,-1 2-34 0 0,1 0 0 0 0,-1 0 0 0 0,1 0 0 0 0,0-1 0 0 0,0 1-1 0 0,0-1 1 0 0,2 2 0 0 0,0-1 28 0 0,5 0 8 0 0,37 17 119 0 0,-37-14-189 0 0,-1 2-8 0 0,-3-2 19 0 0,-5-4-18 0 0,0 1 0 0 0,0-1 0 0 0,1 0-1 0 0,-1 1 1 0 0,0-1 0 0 0,1 0 0 0 0,-1 0-1 0 0,1 1 1 0 0,-1-1 0 0 0,2 2 0 0 0,0 1 5 0 0,-1-3-2 0 0,-1 0 0 0 0,1 1-1 0 0,-1-1 1 0 0,1 1 0 0 0,-1-1-1 0 0,0 1 1 0 0,1-1 0 0 0,-1 1 0 0 0,0-1-1 0 0,0 1 1 0 0,0-1 0 0 0,-1 1-1 0 0,1 1 1 0 0,0-1 0 0 0,1 13 53 0 0,0-13-52 0 0,-1 0 0 0 0,0 0-1 0 0,0 0 1 0 0,0 0 0 0 0,0 1 0 0 0,0-1 0 0 0,0 0 0 0 0,-1 3-1 0 0,-4 34 70 0 0,6-30-76 0 0,0-2 0 0 0,-1-1 11 0 0,-1 1 0 0 0,0-1 0 0 0,-2 7 0 0 0,2-9-4 0 0,0 0 1 0 0,0 1 0 0 0,1-1-1 0 0,-1 0 1 0 0,1 0 0 0 0,0 1 0 0 0,0-1-1 0 0,0 0 1 0 0,0 1 0 0 0,2 3-1 0 0,-2-6-7 0 0,1 0 0 0 0,-1 0 0 0 0,0 0 0 0 0,0 0 0 0 0,0 0 0 0 0,0 0 0 0 0,-1 3 0 0 0,1-2 0 0 0,-1-1 0 0 0,1 0 0 0 0,0 0 0 0 0,0 1 0 0 0,0-1 0 0 0,1 4 0 0 0,0-1 8 0 0,-1 0 0 0 0,1 1-1 0 0,-1-1 1 0 0,0 0 0 0 0,-2 10-1 0 0,1 7 11 0 0,-2 134 42 0 0,-2-89 174 0 0,4-51-208 0 0,0-1 1 0 0,-4 16 0 0 0,4-24-21 0 0,1 25 65 0 0,0 50 108 0 0,-1-79-168 0 0,1 0 0 0 0,-1 0 0 0 0,1 0 1 0 0,-1 0-1 0 0,0 0 0 0 0,0 0 0 0 0,-2 4 0 0 0,2-4 21 0 0,0-1-1 0 0,0 1 0 0 0,0 0 0 0 0,0 0 0 0 0,0 0 0 0 0,1 0 0 0 0,-1 5 0 0 0,0 1 20 0 0,-2 15 74 0 0,-2 15 31 0 0,2-18-117 0 0,2-16-33 0 0,0 1 1 0 0,0 0-1 0 0,0-1 0 0 0,0 1 0 0 0,1 8 0 0 0,0 16 122 0 0,0 19 216 0 0,-5-19-101 0 0,4-21-230 0 0,-5-2-29 0 0,5-5-74 0 0,1-2-62 0 0,0 0-22 0 0,0 0-172 0 0,0 0-718 0 0,0 0-315 0 0,0 0-56 0 0</inkml:trace>
</inkml:ink>
</file>

<file path=ppt/ink/ink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06.77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19 4 8288 0 0,'0'0'190'0'0,"0"0"28"0"0,0 0 7 0 0,0 0 102 0 0,0 0 405 0 0,-10-3 3309 0 0,10 3-3948 0 0,0 0-1 0 0,-1 0 1 0 0,1 0-1 0 0,0 0 1 0 0,-1 0 0 0 0,1 0-1 0 0,0 0 1 0 0,-1 0-1 0 0,1 0 1 0 0,0 0 0 0 0,0 0-1 0 0,-1 0 1 0 0,1 0 0 0 0,0 1-1 0 0,-1-1 1 0 0,1 0-1 0 0,0 0 1 0 0,-1 0 0 0 0,1 1-1 0 0,0-1 1 0 0,0 0 0 0 0,0 0-1 0 0,-1 1 1 0 0,1-1-1 0 0,0 0 1 0 0,0 0 0 0 0,0 1-1 0 0,-1-1 1 0 0,1 0 0 0 0,0 1-1 0 0,0-1 1 0 0,0 1-1 0 0,0 0 0 0 0,0 0 0 0 0,0 0 0 0 0,0 1-1 0 0,0-1 1 0 0,0 0 0 0 0,0 0 0 0 0,0 1-1 0 0,1-1 1 0 0,0 2 0 0 0,13 28 68 0 0,-12-28 146 0 0,76 126 237 0 0,-46-81-489 0 0,36 77-1 0 0,-51-91-39 0 0,1 0-1 0 0,1-1 0 0 0,45 57 1 0 0,-22-46-3 0 0,-33-35-11 0 0,1 0 0 0 0,-2 0 0 0 0,1 1 0 0 0,-1 0 0 0 0,7 14-1 0 0,-9-15 1 0 0,-3-2 0 0 0,0-1 0 0 0,0 0 0 0 0,1 0 0 0 0,0-1 0 0 0,1 1 0 0 0,4 4 0 0 0,3 3-2 0 0,20 25 0 0 0,1 3 60 0 0,-2-13-19 0 0,-23-22-27 0 0,0 1 0 0 0,14 16-1 0 0,16 28 53 0 0,2-4-213 0 0,-40-46 65 0 0,1-1-1 0 0,0 1 0 0 0,-1-1 1 0 0,1 1-1 0 0,0-1 1 0 0,-1 0-1 0 0,1 1 1 0 0,0-1-1 0 0,0 0 0 0 0,0 1 1 0 0,-1-1-1 0 0,1 0 1 0 0,0 0-1 0 0,0 0 1 0 0,0 0-1 0 0,0 0 0 0 0,0 0 1 0 0,-1 0-1 0 0,3 0 1 0 0,0-1-975 0 0,-2 1-73 0 0</inkml:trace>
</inkml:ink>
</file>

<file path=ppt/ink/ink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07.354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24 179 8288 0 0,'0'0'381'0'0,"0"0"-6"0"0,-1 1-103 0 0,0 0 17 0 0,0 0 0 0 0,0 0 0 0 0,0 0 0 0 0,-1 0 0 0 0,1 0 0 0 0,0-1 0 0 0,0 1 0 0 0,0 0 0 0 0,-1-1 0 0 0,1 1 0 0 0,0-1 0 0 0,-1 1 0 0 0,1-1 1 0 0,-2 0-1 0 0,3 0-224 0 0,0 0 1 0 0,0 1-1 0 0,0-1 1 0 0,0 0-1 0 0,0 0 1 0 0,0 0-1 0 0,0 0 1 0 0,0 0-1 0 0,0 0 1 0 0,0 0-1 0 0,0 0 1 0 0,0 0-1 0 0,0 1 1 0 0,0-1-1 0 0,0 0 1 0 0,0 0-1 0 0,0 0 1 0 0,1 0-1 0 0,-2 0 1 0 0,1 0-1 0 0,0 0 1 0 0,0 0-1 0 0,0 1 1 0 0,0-1-1 0 0,0 0 1 0 0,0 0-1 0 0,0 0 1 0 0,0 0-1 0 0,0 0 1 0 0,0 0-1 0 0,0 0 1 0 0,0 0-1 0 0,0 0 1 0 0,0 1-1 0 0,0-1 1 0 0,0 0-1 0 0,0 0 1 0 0,0 0-1 0 0,0 0 1 0 0,-1 0-1 0 0,1 0 1 0 0,0 0-1 0 0,0 0 1 0 0,0 0-1 0 0,0 0 1 0 0,0 0-1 0 0,0 0 1 0 0,0 0-1 0 0,0 0 1 0 0,0 0-1 0 0,-1 0 1 0 0,1 0-1 0 0,0 0 1 0 0,0 0 0 0 0,0 0-1 0 0,0 0 1 0 0,0 0-1 0 0,0 0 1 0 0,0 0-1 0 0,0 0 1 0 0,-1 0-1 0 0,1 0 1 0 0,0 0-1 0 0,0 0 1 0 0,6 4 1166 0 0,-2-4-1163 0 0,-3 0-49 0 0,0 0 0 0 0,-1-1 0 0 0,1 1 0 0 0,0 0 0 0 0,0 0 0 0 0,0 0 0 0 0,0 0 0 0 0,0 1 0 0 0,0-1 0 0 0,0 0-1 0 0,-1 0 1 0 0,1 0 0 0 0,0 1 0 0 0,0-1 0 0 0,0 0 0 0 0,1 2 0 0 0,3 4-2 0 0,1 0-1 0 0,-1-1 1 0 0,1 1-1 0 0,1-1 1 0 0,-1-1 0 0 0,15 9-1 0 0,-10-6-1 0 0,0 0-1 0 0,12 11 0 0 0,-16-12-55 0 0,1-1-1 0 0,-1 0 0 0 0,1-1 1 0 0,12 7-1 0 0,-8-6 20 0 0,-10-4 45 0 0,0-1 0 0 0,1 0 0 0 0,-1 1-1 0 0,1-1 1 0 0,-1 0 0 0 0,0 0-1 0 0,1 0 1 0 0,-1-1 0 0 0,0 1 0 0 0,1-1-1 0 0,-1 1 1 0 0,0-1 0 0 0,3-1-1 0 0,-4 2-14 0 0,-1-1 0 0 0,1 1 0 0 0,0-1-1 0 0,0 0 1 0 0,-1 1 0 0 0,1-1 0 0 0,-1 0 0 0 0,1 0-1 0 0,-1 0 1 0 0,1 1 0 0 0,0-3 0 0 0,1-1 71 0 0,2-1 18 0 0,-1-1 0 0 0,0 0 0 0 0,0 0 1 0 0,0 0-1 0 0,-1 0 0 0 0,1 0 0 0 0,-2 0 1 0 0,3-9-1 0 0,-2 0 264 0 0,0 0 0 0 0,-1-23 0 0 0,0 22-235 0 0,1-1-1 0 0,1 1 0 0 0,4-17 1 0 0,-1 4-49 0 0,7-18-6599 0 0,-8 38-381 0 0</inkml:trace>
</inkml:ink>
</file>

<file path=ppt/ink/ink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13.84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268 22 9240 0 0,'-5'-4'400'0'0,"4"3"-340"0"0,0 1 0 0 0,0-1 0 0 0,0 1 0 0 0,0-1 0 0 0,0 0 0 0 0,0 0 0 0 0,0 1 0 0 0,0-1 0 0 0,-1-2 0 0 0,2 3 36 0 0,0-1 0 0 0,0 1 1 0 0,-1-1-1 0 0,1 1 0 0 0,0-1 1 0 0,-1 1-1 0 0,1-1 0 0 0,-1 1 1 0 0,1-1-1 0 0,0 1 0 0 0,-1 0 1 0 0,1-1-1 0 0,-1 1 0 0 0,1 0 1 0 0,-1-1-1 0 0,1 1 0 0 0,-1 0 1 0 0,0 0-1 0 0,1-1 0 0 0,-1 1 1 0 0,1 0-1 0 0,-1 0 0 0 0,1 0 1 0 0,-1 0-1 0 0,0 0 0 0 0,1 0 1 0 0,-1 0-1 0 0,1 0 1 0 0,-1 0-1 0 0,0 0 0 0 0,1 0 1 0 0,-1 0-1 0 0,0 1 0 0 0,-5-1 397 0 0,6 0 305 0 0,-22 28 3221 0 0,15-21-3969 0 0,0 0 0 0 0,1 1 1 0 0,0 0-1 0 0,0 0 1 0 0,1 0-1 0 0,-7 14 0 0 0,-20 58 222 0 0,20-50-242 0 0,5-7-31 0 0,-6 30-1 0 0,0-1 20 0 0,-14 75 347 0 0,10-41-933 0 0,3-37-290 0 0,13-43 616 0 0,0 0 1 0 0,0 0-1 0 0,0 0 1 0 0,-1-1-1 0 0,-4 10 0 0 0,-3 15-3324 0 0,8-28 1915 0 0,1-2-11 0 0</inkml:trace>
</inkml:ink>
</file>

<file path=ppt/ink/ink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14.225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68 3224 0 0,'0'-4'304'0'0,"0"0"1"0"0,0 0-1 0 0,0 0 0 0 0,1 1 1 0 0,-1-1-1 0 0,2-4 1 0 0,0-4 2477 0 0,-2 11-2362 0 0,0 0-1 0 0,0-1 0 0 0,1 1 1 0 0,-1 0-1 0 0,0-1 1 0 0,1 1-1 0 0,-1 0 1 0 0,0 0-1 0 0,1-1 1 0 0,0 1-1 0 0,-1 0 1 0 0,1 0-1 0 0,0 0 0 0 0,0-1 1 0 0,0 1 165 0 0,-1 1-17 0 0,0 0-25 0 0,1 0-462 0 0,-1-1 0 0 0,0 1 0 0 0,1 0-1 0 0,-1-1 1 0 0,0 1 0 0 0,1 0 0 0 0,-1 0 0 0 0,0-1 0 0 0,1 1 0 0 0,-1 0 0 0 0,1 0-1 0 0,-1 0 1 0 0,1-1 0 0 0,-1 1 0 0 0,0 0 0 0 0,1 0 0 0 0,-1 0 0 0 0,1 0 0 0 0,-1 0 0 0 0,2 0-1 0 0,3 3 152 0 0,1 0 0 0 0,0 1 0 0 0,-1-1 0 0 0,0 1 0 0 0,0 1 0 0 0,0-1 0 0 0,7 9 0 0 0,-8-9-225 0 0,0 0 0 0 0,0 0 0 0 0,1-1 0 0 0,6 5 0 0 0,10 8-184 0 0,-6-4 604 0 0,1 0 1 0 0,0 0 0 0 0,26 12-1 0 0,-25-14-265 0 0,-7-4-272 0 0,0 0 0 0 0,15 5 0 0 0,-14-6 63 0 0,0 0 0 0 0,10 7-1 0 0,-11-6-70 0 0,0-1 0 0 0,12 5 0 0 0,5 2-1535 0 0,-18-4 170 0 0</inkml:trace>
</inkml:ink>
</file>

<file path=ppt/ink/ink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14.696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5 123 5064 0 0,'0'0'389'0'0,"0"0"-61"0"0,0 0 669 0 0,0 0 321 0 0,0 0 67 0 0,0 0-52 0 0,0 0-273 0 0,-1-1-120 0 0,-3-13 856 0 0,4 13-1078 0 0,0-4 568 0 0,6-31 731 0 0,-6 34-1895 0 0,1-1-1 0 0,0 1 1 0 0,0-1-1 0 0,0 1 1 0 0,1-1 0 0 0,-1 1-1 0 0,0 0 1 0 0,1-1-1 0 0,0 1 1 0 0,-1 0-1 0 0,1 0 1 0 0,0 0-1 0 0,0 1 1 0 0,2-3-1 0 0,11-11 512 0 0,-13 12-562 0 0,10-6 153 0 0,-8 5-156 0 0,-1 4 12 0 0,7 5-3 0 0,5 18-61 0 0,-14-21-17 0 0,2 1-22 0 0,0 1 0 0 0,-1-1-1 0 0,1 1 1 0 0,-1 0 0 0 0,0-1 0 0 0,0 1-1 0 0,-1 0 1 0 0,1 0 0 0 0,-1 1 0 0 0,0-1 0 0 0,1 5-1 0 0,14 84-1353 0 0,-10-45 432 0 0,-3-24 226 0 0,1 27 0 0 0,-4-42 538 0 0,0 0 113 0 0,0 0-1 0 0,0-1 1 0 0,4 18 0 0 0,-1-17-7 0 0,-2-8 93 0 0,-1 0-1 0 0,1-1 1 0 0,-1 1 0 0 0,1 0-1 0 0,0-1 1 0 0,-1 1 0 0 0,1 0-1 0 0,0-1 1 0 0,-1 1 0 0 0,1-1-1 0 0,0 1 1 0 0,0-1 0 0 0,0 1-1 0 0,-1-1 1 0 0,1 0 0 0 0,0 0-1 0 0,0 1 1 0 0,0-1 0 0 0,0 0-1 0 0,0 0 1 0 0,0 0-1 0 0,-1 0 1 0 0,1 0 0 0 0,2 0-1 0 0,3-1 126 0 0,-1-1-1 0 0,1-1 0 0 0,0 1 0 0 0,-1-1 0 0 0,1 0 0 0 0,5-4 0 0 0,-1 1 29 0 0,-5 4-122 0 0,-1 0 1 0 0,0-1-1 0 0,-1 1 1 0 0,1-1-1 0 0,0 0 1 0 0,-1 0-1 0 0,1 0 1 0 0,3-5-1 0 0,23-15 15 0 0,-27 20-55 0 0,0 0 0 0 0,0 0 0 0 0,0 1 0 0 0,1-1 0 0 0,6-3 0 0 0,-4 2 5 0 0,4-1 91 0 0,-8 5-87 0 0,0 0-1 0 0,6-2-201 0 0,2 2-803 0 0</inkml:trace>
</inkml:ink>
</file>

<file path=ppt/ink/ink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24.06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118 40 7632 0 0,'0'0'348'0'0,"0"0"-7"0"0,-1-1-114 0 0,-7-17 1817 0 0,7 18-1290 0 0,1 0-55 0 0,0-1-559 0 0,0 0-1 0 0,-1 1 1 0 0,1-1-1 0 0,0 0 1 0 0,0 1-1 0 0,-1-1 1 0 0,1 0 0 0 0,0 1-1 0 0,-1-1 1 0 0,1 1-1 0 0,-1-1 1 0 0,1 1 0 0 0,0-1-1 0 0,-1 1 1 0 0,1-1-1 0 0,-1 1 1 0 0,0-1-1 0 0,1 1 1 0 0,-1 0 0 0 0,1-1-1 0 0,-2 1 1 0 0,-6-8 2597 0 0,8 9-2704 0 0,0 0 0 0 0,0-1 0 0 0,0 1 0 0 0,0 0 0 0 0,0 0 1 0 0,0 0-1 0 0,0 0 0 0 0,-1 0 0 0 0,1 0 0 0 0,0 0 0 0 0,-1 1 0 0 0,0 2 44 0 0,-2 19 247 0 0,1-10-178 0 0,1 1 1 0 0,0 0-1 0 0,2 17 1 0 0,1 59-25 0 0,0-9-50 0 0,-1-75-72 0 0,-1 0 0 0 0,-1 1 0 0 0,0-1 0 0 0,0 1 0 0 0,-2 9 0 0 0,-3 19 0 0 0,-10 100-134 0 0,13-110-239 0 0,-1 0 0 0 0,-11 37 0 0 0,-7 1-1667 0 0,17-47-1964 0 0,-4-1-1226 0 0</inkml:trace>
</inkml:ink>
</file>

<file path=ppt/ink/ink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24.466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56 5984 0 0,'0'0'464'0'0,"1"-2"-216"0"0,2-7 635 0 0,-2 8-502 0 0,0-1 1 0 0,-1 0-1 0 0,1 0 0 0 0,0 0 0 0 0,0 1 1 0 0,0-1-1 0 0,0 0 0 0 0,1-1 0 0 0,4-14 2218 0 0,-4 16-2371 0 0,0 0 1 0 0,0-1-1 0 0,0 1 1 0 0,0 0-1 0 0,0 1 0 0 0,0-1 1 0 0,0 0-1 0 0,0 0 1 0 0,0 1-1 0 0,0 0 0 0 0,1-1 1 0 0,-1 1-1 0 0,0 0 1 0 0,0 0-1 0 0,0 0 0 0 0,1 0 1 0 0,3 1-1 0 0,6 0-302 0 0,19 4 533 0 0,-15-4-192 0 0,0 0-1 0 0,16 4 1 0 0,11 2 9 0 0,-13-3-215 0 0,-15-2-12 0 0,20 1 1 0 0,54 2-40 0 0,-3-2 54 0 0,-63-4-64 0 0,-18 1 0 0 0,0 0 0 0 0,-1 0 0 0 0,1 0 0 0 0,5 1 0 0 0,-5 0-95 0 0,1-1-1 0 0,-1 1 1 0 0,9-1-1 0 0,-9-1-144 0 0,0 1-1 0 0,0 1 0 0 0,-1-1 1 0 0,11 2-1 0 0,-6 2-1309 0 0</inkml:trace>
</inkml:ink>
</file>

<file path=ppt/ink/ink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24.900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71 17 5528 0 0,'0'0'249'0'0,"0"0"-1"0"0,0 0 16 0 0,0 0 640 0 0,0 0 301 0 0,0 0 62 0 0,0-3-56 0 0,0-8-283 0 0,0 8-120 0 0,0 3-28 0 0,0 0-55 0 0,0 0-213 0 0,0 0-96 0 0,0 0-21 0 0,0 0-23 0 0,0 0-84 0 0,-4 9 423 0 0,-3 3-538 0 0,6-11-161 0 0,0 0-1 0 0,0 0 1 0 0,0 1 0 0 0,0-1-1 0 0,1 1 1 0 0,-1-1 0 0 0,0 0-1 0 0,1 1 1 0 0,-1-1 0 0 0,1 1-1 0 0,-1 0 1 0 0,1 1-1 0 0,-4 15 21 0 0,0 0-1 0 0,-1 0 0 0 0,-8 20 0 0 0,-3 10-4 0 0,13-38-25 0 0,1 1-1 0 0,0 0 1 0 0,1 0-1 0 0,0 0 1 0 0,1 21-1 0 0,0-27 1 0 0,0-3 26 0 0,1 0-76 0 0,0-2 48 0 0,-1 1 0 0 0,0-1-1 0 0,1 1 1 0 0,-1-1 0 0 0,0 1 0 0 0,1-1 0 0 0,-1 1-1 0 0,1-1 1 0 0,-1 1 0 0 0,1-1 0 0 0,-1 0 0 0 0,1 1-1 0 0,-1-1 1 0 0,1 0 0 0 0,-1 1 0 0 0,1-1-1 0 0,-1 0 1 0 0,1 0 0 0 0,0 1 0 0 0,-1-1 0 0 0,1 0-1 0 0,0 0 1 0 0,-1 0 0 0 0,1 0 0 0 0,-1 0-1 0 0,1 0 1 0 0,0 0 0 0 0,-1 0 0 0 0,1 0 0 0 0,0 0-1 0 0,-1-1 1 0 0,1 1 0 0 0,0 0 0 0 0,0 0 3 0 0,3-1 0 0 0,0 1 0 0 0,0-1 1 0 0,-1 0-1 0 0,1 0 0 0 0,0 0 0 0 0,0 0 0 0 0,0-1 0 0 0,-1 0 1 0 0,1 0-1 0 0,3-2 0 0 0,-1 0 0 0 0,-1 1 0 0 0,0-1 0 0 0,0-1 0 0 0,0 1 0 0 0,6-8 0 0 0,-5 5-3 0 0,-5 4 1 0 0,1 1-1 0 0,0-1 1 0 0,0 1 0 0 0,0 0 0 0 0,0-1 0 0 0,0 1 0 0 0,0 0 0 0 0,1 1 0 0 0,-1-1 0 0 0,1 0-1 0 0,-1 1 1 0 0,4-2 0 0 0,39-22-24 0 0,-36 20-109 0 0,4-2-377 0 0,-5 4-3775 0 0,-8 3-426 0 0</inkml:trace>
</inkml:ink>
</file>

<file path=ppt/ink/ink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25.24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61 27 2304 0 0,'-2'-1'464'0'0,"-9"-8"2455"0"0,10 8-2617 0 0,0 0-1 0 0,1 1 1 0 0,-1-1-1 0 0,0 0 1 0 0,0 0-1 0 0,0 1 1 0 0,0-1-1 0 0,0 0 1 0 0,0 1-1 0 0,0-1 1 0 0,0 1 0 0 0,0-1-1 0 0,0 1 1 0 0,0 0-1 0 0,-2-1 1 0 0,-4-2 1904 0 0,7 3-2149 0 0,0-1 1 0 0,-1 1 0 0 0,1 0-1 0 0,0 0 1 0 0,-1-1 0 0 0,1 1-1 0 0,0 0 1 0 0,-1 0 0 0 0,1 0-1 0 0,0-1 1 0 0,-1 1 0 0 0,1 0-1 0 0,0 0 1 0 0,-1 0 0 0 0,1 0-1 0 0,-1 0 1 0 0,1 0 0 0 0,0 0-1 0 0,-1 0 1 0 0,1 0 0 0 0,-1 0-1 0 0,1 0 1 0 0,0 0 0 0 0,-1 0-1 0 0,0 0 1 0 0,1 1 61 0 0,-1 0 0 0 0,0 0 0 0 0,1 0 0 0 0,-1 0 1 0 0,0 0-1 0 0,0-1 0 0 0,0 1 0 0 0,0 0 0 0 0,0-1 0 0 0,-2 2 1 0 0,3-2-60 0 0,0 0 0 0 0,0 1 0 0 0,-1-1 1 0 0,1 0-1 0 0,0 1 0 0 0,0-1 0 0 0,-1 0 1 0 0,1 0-1 0 0,0 1 0 0 0,0-1 0 0 0,0 0 1 0 0,0 1-1 0 0,0-1 0 0 0,-1 0 1 0 0,1 1-1 0 0,0-1 0 0 0,0 0 0 0 0,0 1 1 0 0,0-1-1 0 0,0 0 0 0 0,0 1 0 0 0,0-1 1 0 0,0 1-1 0 0,0-1 0 0 0,0 0 1 0 0,0 1-1 0 0,1-1 0 0 0,-1 0 0 0 0,0 1 1 0 0,5 12 1036 0 0,-4-10-875 0 0,6 9 2 0 0,-1 1-1 0 0,2-1 1 0 0,-1-1-1 0 0,2 1 0 0 0,10 11 1 0 0,1-2-386 0 0,34 28-1 0 0,-49-44 208 0 0,0-1 0 0 0,0 1-1 0 0,-1 0 1 0 0,1 1 0 0 0,-1-1-1 0 0,6 12 1 0 0,-3-3 29 0 0,-1-1-1 0 0,4 17 1 0 0,-7-22-202 0 0,-1-4-426 0 0,-1-1 1 0 0,0 1-1 0 0,0-1 1 0 0,0 1-1 0 0,-1-1 1 0 0,1 6-1 0 0,-1-7-5392 0 0</inkml:trace>
</inkml:ink>
</file>

<file path=ppt/ink/ink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25.76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1 371 6936 0 0,'0'0'316'0'0,"0"0"-3"0"0,0 0-92 0 0,0 0 363 0 0,0 0 178 0 0,0 0 35 0 0,0 0-18 0 0,0 0-117 0 0,0 0-48 0 0,0 0-8 0 0,0-14 2192 0 0,0-3-2090 0 0,0 16-367 0 0,0-1-47 0 0,3-3-146 0 0,-1 0 0 0 0,1 0-1 0 0,-1 1 1 0 0,1-1 0 0 0,1 0-1 0 0,-1 1 1 0 0,1 0 0 0 0,4-4-1 0 0,6-5 159 0 0,17-11 0 0 0,-18 15-116 0 0,21-22 1 0 0,-26 24-163 0 0,0 1 1 0 0,1-1-1 0 0,0 2 0 0 0,0-1 1 0 0,0 1-1 0 0,0 0 1 0 0,1 1-1 0 0,13-5 0 0 0,-9 4-5 0 0,24-14-1 0 0,-13 6 22 0 0,89-45-34 0 0,-107 55-4 0 0,-1 0 0 0 0,0 0 0 0 0,0-1 0 0 0,0 1-1 0 0,0-1 1 0 0,-1-1 0 0 0,0 1 0 0 0,0-1 0 0 0,0 0 0 0 0,7-9-1 0 0,-4 7-47 0 0,-7 7-177 0 0,-1 0-64 0 0,0 0-793 0 0,1-1-3307 0 0,3-3-1413 0 0</inkml:trace>
</inkml:ink>
</file>

<file path=ppt/ink/ink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32.66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18 997 1840 0 0,'-10'3'214'0'0,"6"-3"6633"0"0,3-1-6661 0 0,1 0 0 0 0,0 0 0 0 0,-1 1 0 0 0,1-1 0 0 0,-1 0 0 0 0,1 0 0 0 0,0 0 0 0 0,0 0 0 0 0,0 0 0 0 0,-1 1 0 0 0,1-1-1 0 0,0 0 1 0 0,0 0 0 0 0,0 0 0 0 0,0 0 0 0 0,0 0 0 0 0,1 0 0 0 0,-1-1 0 0 0,1 0-39 0 0,0-1-1 0 0,0 0 1 0 0,0 1-1 0 0,0-1 1 0 0,0 1-1 0 0,2-3 1 0 0,1 0-19 0 0,1-1 0 0 0,-1 1 1 0 0,1 0-1 0 0,7-6 0 0 0,2-3 338 0 0,23-26 0 0 0,-16 17-298 0 0,68-90 297 0 0,-59 72 27 0 0,43-46 0 0 0,42-44-32 0 0,-53 68-393 0 0,104-112 107 0 0,-99 99-158 0 0,-62 70 47 0 0,-1-1 0 0 0,0 1 0 0 0,0-1 0 0 0,6-14 0 0 0,-5 15-9 0 0,-1 3-55 0 0,11-21-2 0 0,10-15-291 0 0,-2 5 290 0 0,-22 33 61 0 0,12-12-2526 0 0,-13 13 991 0 0</inkml:trace>
</inkml:ink>
</file>

<file path=ppt/ink/ink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33.08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 87 4608 0 0,'0'0'208'0'0,"0"0"175"0"0,0 0 607 0 0,-2 1 266 0 0,-9 2 3204 0 0,8-4-1124 0 0,9-2-3188 0 0,20-6 336 0 0,6-3-151 0 0,-22 8-246 0 0,-1 0 1 0 0,1 1-1 0 0,17-4 0 0 0,3-1 29 0 0,13-3-44 0 0,-29 8-50 0 0,1-1-1 0 0,16-6 0 0 0,-25 7-15 0 0,1 1 0 0 0,0 0 0 0 0,0 1 0 0 0,0 0 0 0 0,0 0-1 0 0,0 0 1 0 0,1 1 0 0 0,-1 0 0 0 0,0 0 0 0 0,8 2-1 0 0,2-1 14 0 0,-14-2-11 0 0,-1 1 0 0 0,1 0 0 0 0,0 1 0 0 0,0-1 0 0 0,0 0 0 0 0,-1 1 0 0 0,1 0 0 0 0,0-1 0 0 0,-1 1 0 0 0,1 0 0 0 0,0 0 0 0 0,-1 1 0 0 0,1-1 0 0 0,-1 1 0 0 0,0-1 0 0 0,4 4 0 0 0,-4-3 13 0 0,-1 1-1 0 0,0-1 0 0 0,0 1 1 0 0,0-1-1 0 0,0 1 0 0 0,0 0 1 0 0,0-1-1 0 0,-1 1 1 0 0,1 0-1 0 0,-1 0 0 0 0,0-1 1 0 0,0 1-1 0 0,0 5 0 0 0,-2 3-5 0 0,0 0 0 0 0,-1 0-1 0 0,-7 16 1 0 0,5-14-8 0 0,-4 19-1 0 0,-1-8 156 0 0,10-23-290 0 0,-1 1 0 0 0,1-1 0 0 0,0 0 0 0 0,0 0 0 0 0,0 1 0 0 0,0-1 0 0 0,0 0 0 0 0,0 1 0 0 0,0-1 0 0 0,0 0 0 0 0,1 2 0 0 0,-1-1-5665 0 0</inkml:trace>
</inkml:ink>
</file>

<file path=ppt/ink/ink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36.76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222 0 5984 0 0,'0'0'273'0'0,"0"0"-5"0"0,0 0-8 0 0,0 0 600 0 0,0 0 277 0 0,0 0 58 0 0,0 0-64 0 0,0 0-318 0 0,-6 4 506 0 0,0 2-944 0 0,1 0 0 0 0,-1 0 0 0 0,2 0 0 0 0,-1 1 0 0 0,0-1 0 0 0,-6 15 0 0 0,-16 46 500 0 0,26-65-850 0 0,-2 7 28 0 0,-38 98 276 0 0,30-79-296 0 0,1 0-1 0 0,1 1 0 0 0,-7 47 1 0 0,-2 0-97 0 0,11-49 6 0 0,-22 77-1104 0 0,29-101 955 0 0,-1-1 0 0 0,1 1 1 0 0,0-1-1 0 0,0 1 0 0 0,0-1 0 0 0,0 1 0 0 0,0-1 1 0 0,1 1-1 0 0,-1-1 0 0 0,2 4 0 0 0,0 4-2609 0 0,-1 1-1878 0 0</inkml:trace>
</inkml:ink>
</file>

<file path=ppt/ink/ink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37.162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 43 6448 0 0,'0'0'498'0'0,"0"0"-188"0"0,0 0 427 0 0,-1-1 226 0 0,1 0-796 0 0,0 0 0 0 0,-1 0 1 0 0,1 0-1 0 0,0 0 0 0 0,0 0 1 0 0,-1 1-1 0 0,1-1 0 0 0,0 0 1 0 0,0 0-1 0 0,0 0 0 0 0,0 0 1 0 0,0 0-1 0 0,0 0 0 0 0,1 0 1 0 0,-1 0-1 0 0,0 0 0 0 0,0 0 1 0 0,1 0-1 0 0,-1 1 0 0 0,0-1 1 0 0,1 0-1 0 0,-1 0 0 0 0,1 0 1 0 0,-1 1-1 0 0,1-1 0 0 0,-1 0 1 0 0,1 0-1 0 0,0 1 0 0 0,-1-1 1 0 0,1 0-1 0 0,0 1 0 0 0,0-1 1 0 0,-1 1-1 0 0,2-1 0 0 0,1-1-9 0 0,-1 0 0 0 0,1 1 0 0 0,0 0-1 0 0,-1-1 1 0 0,1 1 0 0 0,0 0 0 0 0,0 1 0 0 0,-1-1 0 0 0,1 0-1 0 0,0 1 1 0 0,3-1 0 0 0,0 1-68 0 0,-1 0 0 0 0,0 1 0 0 0,1-1 0 0 0,-1 1 1 0 0,0 0-1 0 0,0 0 0 0 0,0 1 0 0 0,0 0 0 0 0,0 0 0 0 0,0 0 0 0 0,0 0 0 0 0,-1 1 0 0 0,1-1 0 0 0,-1 1 0 0 0,0 1 0 0 0,1-1 0 0 0,6 8 0 0 0,36 36 449 0 0,7 8-306 0 0,12 20-157 0 0,-57-67-95 0 0,0 0-1 0 0,0 0 1 0 0,1-1-1 0 0,12 7 1 0 0,-8-6-233 0 0,17 19-2003 0 0,-31-27 718 0 0,3 0-60 0 0,11 0-16 0 0</inkml:trace>
</inkml:ink>
</file>

<file path=ppt/ink/ink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37.63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0 99 8552 0 0,'0'0'389'0'0,"0"0"-6"0"0,1-2-123 0 0,2-4 1000 0 0,0-1 0 0 0,-1 0 0 0 0,3-13 0 0 0,-5 19-1149 0 0,0-1 1 0 0,1 1 0 0 0,-1 0-1 0 0,1-1 1 0 0,-1 1 0 0 0,1-1-1 0 0,0 1 1 0 0,-1 0 0 0 0,2-2-1 0 0,1-2 90 0 0,-2 3-92 0 0,0 0 0 0 0,1 1 1 0 0,-1-1-1 0 0,0 0 0 0 0,1 1 1 0 0,-1-1-1 0 0,2-1 0 0 0,6-6 299 0 0,-8 8-233 0 0,0 0-162 0 0,1 1 0 0 0,-1 0-1 0 0,0-1 1 0 0,0 1 0 0 0,0-1 0 0 0,0 1-1 0 0,0-1 1 0 0,1 0 0 0 0,-1 0-1 0 0,0 1 1 0 0,0-1 0 0 0,0 0 0 0 0,1-1-1 0 0,-2 2-5 0 0,0-1-3 0 0,1 1-1 0 0,-1 0 0 0 0,0 0 0 0 0,1 0 1 0 0,-1 0-1 0 0,0 0 0 0 0,1 0 0 0 0,-1 0 1 0 0,0 0-1 0 0,1 0 0 0 0,-1 0 0 0 0,1 0 0 0 0,-1 0 1 0 0,0 0-1 0 0,1 0 0 0 0,-1 0 0 0 0,0 1 1 0 0,1-1-1 0 0,-1 0 0 0 0,0 0 0 0 0,1 0 1 0 0,-1 0-1 0 0,0 1 0 0 0,1-1 0 0 0,0 1 7 0 0,11 6 45 0 0,-10-4-55 0 0,-1 0 9 0 0,5 6 19 0 0,-3-5-28 0 0,0 0 0 0 0,0 0 0 0 0,0 1 0 0 0,-1-1 1 0 0,1 1-1 0 0,-1 0 0 0 0,0 0 0 0 0,-1 0 0 0 0,1 0 0 0 0,-1 0 0 0 0,0 0 0 0 0,1 9 0 0 0,-2 13-168 0 0,-1-7-84 0 0,3 24 0 0 0,-1-26-52 0 0,-1 0 0 0 0,-1-1-1 0 0,-3 22 1 0 0,-1 27 226 0 0,5-61 12 0 0,-1 0 0 0 0,0 0 0 0 0,1 0 1 0 0,-3 6-1 0 0,3-10 29 0 0,9 17 403 0 0,-8-17-347 0 0,-1 0 0 0 0,0-1 1 0 0,1 1-1 0 0,-1-1 0 0 0,0 1 1 0 0,1-1-1 0 0,-1 1 0 0 0,1-1 1 0 0,-1 1-1 0 0,0-1 0 0 0,1 1 1 0 0,-1-1-1 0 0,1 1 0 0 0,0-1 1 0 0,-1 0-1 0 0,1 1 0 0 0,-1-1 1 0 0,1 0-1 0 0,0 0 0 0 0,-1 1 1 0 0,1-1-1 0 0,0 0 0 0 0,-1 0 1 0 0,1 0-1 0 0,-1 0 0 0 0,1 0 1 0 0,0 0-1 0 0,1 0 0 0 0,0 0 14 0 0,1-1 0 0 0,-1 0 0 0 0,1 1-1 0 0,-1-1 1 0 0,0-1 0 0 0,3 0 0 0 0,6-3 160 0 0,11-3-1 0 0,0-2 0 0 0,35-20-1 0 0,14-5-38 0 0,-56 28-605 0 0,-14 7 291 0 0,1-1 1 0 0,-1 1-1 0 0,1-1 0 0 0,-1 0 0 0 0,1 1 0 0 0,-1-1 0 0 0,0 0 0 0 0,3-2 1 0 0,-3 2-844 0 0</inkml:trace>
</inkml:ink>
</file>

<file path=ppt/ink/ink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41.143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160 9 2304 0 0,'0'0'359'0'0,"0"0"666"0"0,1-1 294 0 0,3-5 59 0 0,-4 5-77 0 0,0 1-374 0 0,0 0-167 0 0,0 0-31 0 0,0 0-31 0 0,0 0-104 0 0,0 0-46 0 0,0 0-10 0 0,0 0-33 0 0,0 0-129 0 0,-9 4 536 0 0,5-2-829 0 0,1 1 0 0 0,0-1-1 0 0,0 1 1 0 0,0 0 0 0 0,0 0 0 0 0,0 1 0 0 0,0-1 0 0 0,1 0-1 0 0,0 1 1 0 0,0 0 0 0 0,-2 3 0 0 0,-2 8 46 0 0,-8 26 1 0 0,6-15-58 0 0,-8 21 3 0 0,4-14-49 0 0,-13 54 0 0 0,23-73-22 0 0,1-1 0 0 0,1 26 1 0 0,1-29-8 0 0,-1 0 0 0 0,0 0 0 0 0,0 1 0 0 0,-2-1 0 0 0,-3 19 0 0 0,2-21-22 0 0,2-5 0 0 0,-1 0 0 0 0,2 0-1 0 0,-1 0 1 0 0,0 0 0 0 0,1 0 0 0 0,-1 0 0 0 0,1 4 0 0 0,-5 18-202 0 0,1-5-36 0 0,4-19 228 0 0,0-1 1 0 0,0 1 0 0 0,0 0-1 0 0,0-1 1 0 0,0 1 0 0 0,0 0 0 0 0,0 0-1 0 0,-1-1 1 0 0,1 1 0 0 0,0 0 0 0 0,-1-1-1 0 0,1 1 1 0 0,0-1 0 0 0,-1 1-1 0 0,1 0 1 0 0,-1-1 0 0 0,0 1 0 0 0,-1 2-97 0 0,-4 9-285 0 0</inkml:trace>
</inkml:ink>
</file>

<file path=ppt/ink/ink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41.51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48 5064 0 0,'0'0'389'0'0,"0"-1"-61"0"0,-1-1 83 0 0,2 0 0 0 0,-1-1 0 0 0,0 1 1 0 0,0 0-1 0 0,1 0 0 0 0,-1 0 0 0 0,1 0 0 0 0,1-3 0 0 0,-2 3 869 0 0,0 2-497 0 0,1-1-593 0 0,-1 0 0 0 0,0 0 0 0 0,0 0 0 0 0,1 0 0 0 0,-1 0 0 0 0,1 0 1 0 0,-1 0-1 0 0,1 0 0 0 0,-1 0 0 0 0,1 0 0 0 0,0 0 0 0 0,-1 0 0 0 0,3-2 1 0 0,1-2 107 0 0,-3 3 135 0 0,-1 2-61 0 0,0 0-27 0 0,1 0-7 0 0,4 1-205 0 0,-1 0 0 0 0,1 0 1 0 0,-1 0-1 0 0,0 1 1 0 0,1 0-1 0 0,-1 0 0 0 0,0 0 1 0 0,0 0-1 0 0,4 3 1 0 0,7 4-117 0 0,1 0 257 0 0,0 2 0 0 0,-1 0 0 0 0,0 1 0 0 0,25 27-1 0 0,-14-14-308 0 0,-15-15 38 0 0,1 0 1 0 0,0-2-1 0 0,0 1 1 0 0,1-1 0 0 0,26 11-1 0 0,-10-2 69 0 0,-22-12-86 0 0,1-1 1 0 0,12 6 0 0 0,-2 3-1898 0 0,-6-6 940 0 0</inkml:trace>
</inkml:ink>
</file>

<file path=ppt/ink/ink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42.04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1 133 5984 0 0,'0'0'464'0'0,"0"-2"-123"0"0,9-35 4487 0 0,-8 32-4347 0 0,1 1 0 0 0,0 0 0 0 0,1 0 0 0 0,-1 0 0 0 0,1 0 0 0 0,0 0 0 0 0,4-5-1 0 0,10-14 735 0 0,-15 20-1079 0 0,1 0 0 0 0,0 0 0 0 0,0 0 0 0 0,0 0 0 0 0,0 0 0 0 0,0 0 0 0 0,1 1-1 0 0,-1 0 1 0 0,6-3 0 0 0,-7 3-47 0 0,0 2 143 0 0,7 4-128 0 0,1-3-92 0 0,1 0 47 0 0,-11-1-57 0 0,1 0 1 0 0,-1 0-1 0 0,0 0 0 0 0,1 1 0 0 0,-1-1 1 0 0,0 0-1 0 0,1 0 0 0 0,-1 0 0 0 0,0 1 1 0 0,0-1-1 0 0,1 0 0 0 0,-1 1 1 0 0,0-1-1 0 0,1 0 0 0 0,-1 0 0 0 0,0 1 1 0 0,0-1-1 0 0,0 0 0 0 0,1 1 0 0 0,-1-1 1 0 0,0 1-1 0 0,0-1 0 0 0,12 21 65 0 0,-10-18-67 0 0,-1 0 1 0 0,0 0 0 0 0,0 0-1 0 0,0 1 1 0 0,0-1 0 0 0,0 0-1 0 0,-1 0 1 0 0,1 0-1 0 0,-1 1 1 0 0,0-1 0 0 0,0 0-1 0 0,-1 1 1 0 0,0 4 0 0 0,0 17-82 0 0,1 20-374 0 0,0-43 302 0 0,0-2-21 0 0,0 0-2 0 0,10-4-105 0 0,7-4 139 0 0,-15 8 145 0 0,1-1 0 0 0,0 0-1 0 0,-1 0 1 0 0,1-1-1 0 0,-1 1 1 0 0,1-1-1 0 0,-1 1 1 0 0,1-1 0 0 0,-1 0-1 0 0,3-2 1 0 0,0-3 52 0 0,-4 6-53 0 0,0-1 0 0 0,0 1 0 0 0,0-1 0 0 0,0 1-1 0 0,0 0 1 0 0,1 0 0 0 0,-1 0 0 0 0,0 0 0 0 0,1 0 0 0 0,-1 0-1 0 0,3-1 1 0 0,-2 0-42 0 0,1 1-1 0 0,-1-1 1 0 0,1 0 0 0 0,-1 0-1 0 0,3-3 1 0 0,0 0-11 0 0,-3 4 92 0 0,8-2 251 0 0,23 22-625 0 0,-33-19 344 0 0,1 1 0 0 0,0-1 0 0 0,-1 1 0 0 0,1 0 0 0 0,0-1 0 0 0,-1 1 0 0 0,1 0 0 0 0,-1 0 0 0 0,1-1 0 0 0,-1 1 0 0 0,1 0 0 0 0,-1 0 0 0 0,1 0 0 0 0,-1 0 0 0 0,0 0 0 0 0,0-1 0 0 0,1 1 0 0 0,-1 2 0 0 0,1 1 30 0 0,0-2-43 0 0,0 1-1 0 0,0-1 0 0 0,0 1 0 0 0,-1-1 1 0 0,1 1-1 0 0,-1-1 0 0 0,1 1 0 0 0,-1-1 1 0 0,0 1-1 0 0,0-1 0 0 0,0 1 0 0 0,0 0 1 0 0,-1 3-1 0 0,0 1-15 0 0,-1 3-6 0 0,0 1 0 0 0,0 0 0 0 0,-1-1 0 0 0,0 0 0 0 0,-7 14 0 0 0,2-6-104 0 0,4-10-255 0 0,1-1 1 0 0,-1 0-1 0 0,0 0 1 0 0,0 0-1 0 0,-10 11 1 0 0,1-5-4938 0 0</inkml:trace>
</inkml:ink>
</file>

<file path=ppt/ink/ink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42.68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30 204 4608 0 0,'0'0'208'0'0,"-1"1"119"0"0,0 5 43 0 0,1-5-72 0 0,0 0-1 0 0,-1 0 0 0 0,1 0 0 0 0,0 0 0 0 0,-1 0 1 0 0,1 0-1 0 0,0 0 0 0 0,-1-1 0 0 0,1 1 0 0 0,-1 0 1 0 0,0 1-1 0 0,0-1 268 0 0,1-1-18 0 0,-2 1-13 0 0,1-1-473 0 0,1 0-1 0 0,-1 1 1 0 0,0-1-1 0 0,1 0 0 0 0,-1 1 1 0 0,0-1-1 0 0,1 1 0 0 0,-1-1 1 0 0,1 1-1 0 0,-1-1 1 0 0,1 1-1 0 0,-1 0 0 0 0,1-1 1 0 0,-1 1-1 0 0,1-1 1 0 0,-1 1-1 0 0,1 0 0 0 0,0-1 1 0 0,0 1-1 0 0,-1 0 0 0 0,1 0 1 0 0,0-1-1 0 0,0 3 1 0 0,0-3 365 0 0,0 0-188 0 0,-7 6-67 0 0,6-5 4488 0 0,174-122-3378 0 0,-142 95-1193 0 0,-17 14-27 0 0,21-14 1 0 0,40-23 83 0 0,-71 43-122 0 0,-4 6-10 0 0,1 0-1 0 0,-1-1 1 0 0,0 1-1 0 0,0 0 0 0 0,0 0 1 0 0,1-1-1 0 0,-1 1 1 0 0,0 0-1 0 0,0 0 1 0 0,1 0-1 0 0,-1-1 1 0 0,0 1-1 0 0,1 0 1 0 0,-1 0-1 0 0,0 0 1 0 0,1 0-1 0 0,-1 0 1 0 0,0-1-1 0 0,0 1 1 0 0,1 0-1 0 0,-1 0 1 0 0,1 0-1 0 0,3-2-2587 0 0,-4 2 1477 0 0</inkml:trace>
</inkml:ink>
</file>

<file path=ppt/ink/ink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46.16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13 722 5064 0 0,'0'0'389'0'0,"-1"0"-250"0"0,-2 0-9 0 0,-2 7 1064 0 0,2-3 336 0 0,2-5 2392 0 0,10-52-1924 0 0,-7 43-1713 0 0,1-1 0 0 0,0 1-1 0 0,0 0 1 0 0,1 1 0 0 0,9-20-1 0 0,34-44 680 0 0,-15 25-539 0 0,2-9-194 0 0,45-67 218 0 0,-28 46-400 0 0,-27 40-34 0 0,4-12-15 0 0,6-7 0 0 0,-29 48 16 0 0,0 1 1 0 0,4-12-1 0 0,-1 3-1 0 0,-2 8-15 0 0,0 2-29 0 0,-5 6-123 0 0,-1 1-52 0 0,0 0-11 0 0,0 0-1 0 0,0 0 0 0 0,0 0 0 0 0,0 0-715 0 0,-1-1-3008 0 0,-6-2-1286 0 0</inkml:trace>
</inkml:ink>
</file>

<file path=ppt/ink/ink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46.649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41 33 6128 0 0,'0'0'281'0'0,"0"0"-6"0"0,-2 2-178 0 0,-19 29 2203 0 0,20-29-1503 0 0,0-1-614 0 0,0 0-1 0 0,0 0 0 0 0,-1 0 0 0 0,1 0 0 0 0,0 0 0 0 0,0 1 1 0 0,0-1-1 0 0,0 0 0 0 0,-1 3 0 0 0,2-3-34 0 0,-1 0 453 0 0,0 0-129 0 0,1 0-410 0 0,0-1 1 0 0,-1 1-1 0 0,1-1 1 0 0,0 0 0 0 0,0 1-1 0 0,-1-1 1 0 0,1 1-1 0 0,0-1 1 0 0,0 0-1 0 0,0 1 1 0 0,0-1-1 0 0,0 1 1 0 0,-1-1-1 0 0,1 1 1 0 0,0-1-1 0 0,0 1 1 0 0,0-1-1 0 0,0 0 1 0 0,0 1-1 0 0,0-1 1 0 0,0 1-1 0 0,0-1 1 0 0,1 1-1 0 0,-1-1 1 0 0,0 1-1 0 0,0-1 1 0 0,0 0-1 0 0,0 1 1 0 0,1-1-1 0 0,-1 1 1 0 0,0-1-1 0 0,0 0 1 0 0,1 1 0 0 0,-1-1-1 0 0,0 0 1 0 0,1 1-1 0 0,-1-1 1 0 0,0 0-1 0 0,1 1 1 0 0,-1-1-1 0 0,0 0 1 0 0,1 0-1 0 0,-1 1 1 0 0,2-1-1 0 0,-2 0-44 0 0,0 0 0 0 0,1 0 0 0 0,-1 0 0 0 0,1 0 0 0 0,-1 0 0 0 0,0 0 0 0 0,1 0 0 0 0,-1 0 0 0 0,1 0 0 0 0,-1 0 0 0 0,1 0 0 0 0,-1 0 0 0 0,0 0 0 0 0,1-1 0 0 0,-1 1 0 0 0,1 0 0 0 0,-1 0 0 0 0,0 0 0 0 0,1-1 0 0 0,1 0 45 0 0,6-2 49 0 0,0 1 0 0 0,0-1 0 0 0,0-1 0 0 0,8-4 0 0 0,87-47 256 0 0,-55 31-216 0 0,-45 24-86 0 0,21 11 29 0 0,-24-10-87 0 0,1-1 0 0 0,-1 0 0 0 0,1 1-1 0 0,-1-1 1 0 0,1 1 0 0 0,-1-1 0 0 0,0 1 0 0 0,1-1-1 0 0,-1 1 1 0 0,0-1 0 0 0,0 1 0 0 0,1-1 0 0 0,-1 1-1 0 0,0-1 1 0 0,0 1 0 0 0,1 0 0 0 0,0 3 20 0 0,1 0-28 0 0,-1 0 0 0 0,1 1 0 0 0,-1 0 0 0 0,0-1-1 0 0,0 1 1 0 0,-1 0 0 0 0,1-1 0 0 0,-1 1 0 0 0,0 0-1 0 0,-1 7 1 0 0,0 5-119 0 0,1-12 115 0 0,-1 1 1 0 0,1 0-1 0 0,-2-1 0 0 0,-1 7 1 0 0,1-6 4 0 0,1 0-1 0 0,0 0 1 0 0,0 0 0 0 0,-1 8-1 0 0,-6 40 291 0 0,8-47-118 0 0,0-6-45 0 0,0 1-201 0 0,0 15-1026 0 0,0-16-3016 0 0,0-1-1365 0 0</inkml:trace>
</inkml:ink>
</file>

<file path=ppt/ink/ink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50.43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118 37 3224 0 0,'0'-2'417'0'0,"1"-13"1627"0"0,1-3 4487 0 0,-2 16-5979 0 0,0 2-10 0 0,0 0-38 0 0,0 0-141 0 0,0 0-62 0 0,0 0-11 0 0,0 0-12 0 0,0 0-38 0 0,-1 0-210 0 0,0 1-1 0 0,1-1 0 0 0,-1 0 1 0 0,0 0-1 0 0,0 1 1 0 0,0-1-1 0 0,1 0 0 0 0,-1 1 1 0 0,0-1-1 0 0,1 1 1 0 0,-1-1-1 0 0,0 1 0 0 0,1-1 1 0 0,-1 1-1 0 0,1-1 1 0 0,-1 1-1 0 0,0 0 0 0 0,1-1 1 0 0,-1 2-1 0 0,-7 12 165 0 0,7-9-140 0 0,-7 13 51 0 0,1 0 0 0 0,-8 33 0 0 0,-16 119-31 0 0,17-83-569 0 0,8-53 42 0 0,0 2-1027 0 0,0-15-2245 0 0,1-8-745 0 0</inkml:trace>
</inkml:ink>
</file>

<file path=ppt/ink/ink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50.785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 42 920 0 0,'-3'-3'77'0'0,"2"2"-57"0"0,0 0-1 0 0,0 0 0 0 0,1 0 1 0 0,-1 0-1 0 0,0 0 0 0 0,0 0 1 0 0,1 0-1 0 0,-1 0 0 0 0,1 0 1 0 0,-1 0-1 0 0,1 0 0 0 0,-1 0 1 0 0,1-1-1 0 0,0 1 0 0 0,0 0 1 0 0,-1 0-1 0 0,1 0 0 0 0,0-1 1 0 0,0 0-1 0 0,0-5 8779 0 0,-1 3-3876 0 0,1-1-2693 0 0,8 7-3278 0 0,-1-1 1930 0 0,1 2-745 0 0,-1-1 1 0 0,0 1-1 0 0,11 6 1 0 0,13 6 87 0 0,-9-7-117 0 0,-12-4-62 0 0,0 0 1 0 0,11 2-1 0 0,-5-2 19 0 0,22 9 0 0 0,10 3 5 0 0,6 4-69 0 0,-47-18-721 0 0,-1 0 0 0 0,0 0 0 0 0,1 1 0 0 0,-1 0 0 0 0,0 0 0 0 0,0 1-1 0 0,9 6 1 0 0,-11-6-4701 0 0</inkml:trace>
</inkml:ink>
</file>

<file path=ppt/ink/ink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51.18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1 121 7888 0 0,'0'0'362'0'0,"0"0"-11"0"0,0-1-223 0 0,6-23 145 0 0,-5 19 242 0 0,0 1 1 0 0,0-1-1 0 0,0 0 1 0 0,1 1-1 0 0,3-8 0 0 0,5-14 1972 0 0,-8 20-1948 0 0,0 1-1 0 0,0-1 1 0 0,4-6-1 0 0,-5 11-515 0 0,-1 1-1 0 0,0 0 0 0 0,0-1 0 0 0,0 1 0 0 0,1 0 0 0 0,-1-1 0 0 0,0 1 1 0 0,0 0-1 0 0,0 0 0 0 0,1-1 0 0 0,-1 1 0 0 0,0 0 0 0 0,1 0 0 0 0,-1 0 0 0 0,0-1 1 0 0,1 1-1 0 0,-1 0 0 0 0,0 0 0 0 0,1 0 0 0 0,-1 0 0 0 0,0 0 0 0 0,1 0 0 0 0,-1 0 1 0 0,0 0-1 0 0,1 0 0 0 0,-1 0 0 0 0,1 0 0 0 0,8 6 156 0 0,8 18-183 0 0,-12-18 164 0 0,-4-2-148 0 0,1-1 0 0 0,-1 0-1 0 0,0 0 1 0 0,0 1 0 0 0,0-1-1 0 0,0 0 1 0 0,0 1 0 0 0,-1-1-1 0 0,1 7 1 0 0,3 14-27 0 0,1 0-388 0 0,2 29-1 0 0,3 9-560 0 0,-9-42 579 0 0,-2 1 117 0 0,1-21 268 0 0,0 0 0 0 0,0 0 0 0 0,0 0 0 0 0,0 0 0 0 0,0 1 0 0 0,0-1 0 0 0,0 0 0 0 0,0 0 0 0 0,0 0 0 0 0,0 0 0 0 0,0 0 0 0 0,0 0 0 0 0,0 0 0 0 0,0 0 0 0 0,0 0 0 0 0,1 1 0 0 0,-1-1 0 0 0,0 0 0 0 0,0 0 0 0 0,0 0 0 0 0,0 0 0 0 0,0 0 0 0 0,0 0-1 0 0,0 0 1 0 0,0 0 0 0 0,0 0 0 0 0,0 0 0 0 0,0 0 0 0 0,0 0 0 0 0,0 0 0 0 0,1 1 0 0 0,-1-1 0 0 0,0 0 0 0 0,0 0 0 0 0,0 0 0 0 0,0 0 0 0 0,0 0 0 0 0,0 0 0 0 0,0 0 0 0 0,0 0 0 0 0,1 0 0 0 0,0 0 2 0 0,2 2 26 0 0,1-1 1 0 0,0 0-1 0 0,0 0 0 0 0,7 1 1 0 0,-9-2 104 0 0,0 0-4 0 0,11-5 0 0 0,1 0 0 0 0,-2-1 0 0 0,17-9 0 0 0,-25 13-102 0 0,0-1 0 0 0,0 0 0 0 0,0-1 0 0 0,4-3 1 0 0,-5 3-18 0 0,0 1 0 0 0,0 0 0 0 0,1 0 0 0 0,4-2 0 0 0,68-42-881 0 0,-66 40-160 0 0</inkml:trace>
</inkml:ink>
</file>

<file path=ppt/ink/ink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51.531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144 39 4608 0 0,'0'-2'46'0'0,"0"0"-1"0"0,-1 1 1 0 0,1-1 0 0 0,0 1 0 0 0,0-1 0 0 0,-1 0-1 0 0,1 1 1 0 0,-1-1 0 0 0,0 1 0 0 0,1-1-1 0 0,-1 1 1 0 0,0-1 0 0 0,0 1 0 0 0,-1-3 0 0 0,1 3 984 0 0,1 1 357 0 0,0 0-1056 0 0,0-1 0 0 0,0 1 0 0 0,-1-1 0 0 0,1 0 0 0 0,0 1 0 0 0,0-1 0 0 0,0 1 0 0 0,0-1 0 0 0,-1 1 0 0 0,1-1 0 0 0,0 1 0 0 0,-1-1 0 0 0,1 1 0 0 0,0-1 0 0 0,-1 1 0 0 0,1-1 0 0 0,-1 1 0 0 0,1-1 0 0 0,0 1 0 0 0,-1 0 0 0 0,1-1 0 0 0,-1 1 0 0 0,1 0 0 0 0,-1 0 0 0 0,0-1 0 0 0,-2 4-205 0 0,0 1-1 0 0,1-1 0 0 0,0 1 1 0 0,0 0-1 0 0,0 0 0 0 0,0 0 1 0 0,0 0-1 0 0,1 0 0 0 0,-2 8 1 0 0,-6 42-174 0 0,8-47 19 0 0,-33 173 477 0 0,13-79-1080 0 0,10-41 175 0 0,6-42-711 0 0,-11 32 0 0 0,10-34 338 0 0</inkml:trace>
</inkml:ink>
</file>

<file path=ppt/ink/ink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51.877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1 51 4144 0 0,'0'0'319'0'0,"3"-10"2914"0"0,-4 6-1691 0 0,0-1 0 0 0,0 1 1 0 0,1-1-1 0 0,0-8 0 0 0,0 9-1013 0 0,3 3-323 0 0,-1 0 1 0 0,1 0-1 0 0,0 1 1 0 0,0-1 0 0 0,5 0-1 0 0,-1 1-117 0 0,-1 1 0 0 0,0 0-1 0 0,1 0 1 0 0,-1 0 0 0 0,0 1-1 0 0,0 0 1 0 0,0 0-1 0 0,10 6 1 0 0,5 4-36 0 0,20 15 1 0 0,5 2-616 0 0,-20-13 882 0 0,-18-10-158 0 0,0-1 1 0 0,17 8-1 0 0,-16-8-263 0 0,0 0-1 0 0,9 6 1 0 0,-9-5-377 0 0,3 5-535 0 0,3 1-3843 0 0,-7-11-186 0 0</inkml:trace>
</inkml:ink>
</file>

<file path=ppt/ink/ink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52.310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6 229 920 0 0,'-6'-14'351'0'0,"7"9"488"0"0,-1 2-84 0 0,0-13 3259 0 0,0 9-2696 0 0,-1 0 0 0 0,2 0 1 0 0,0-10-1 0 0,3-7 166 0 0,-2 14-815 0 0,-1 1 0 0 0,5-12 1 0 0,-2 11-198 0 0,0 0 1 0 0,8-13 0 0 0,-1 3 56 0 0,3 4 7 0 0,-11 13-457 0 0,-2 2 106 0 0,-1 1-13 0 0,0 0-50 0 0,10-4 72 0 0,-3 3-103 0 0,4 4-28 0 0,-7-2-57 0 0,11 5-6 0 0,-12-2 0 0 0,-3-1 0 0 0,0-3 0 0 0,3 3-43 0 0,-1 1-1 0 0,0-1 1 0 0,0 1-1 0 0,0 0 1 0 0,0 0-1 0 0,-1-1 1 0 0,1 1-1 0 0,0 6 0 0 0,1 5-166 0 0,2 14-1101 0 0,-5 1 73 0 0,0-28 802 0 0,4 2-407 0 0,-4-4 806 0 0,0 1-1 0 0,0-1 0 0 0,0 0 0 0 0,1 0 0 0 0,-1 1 0 0 0,0-1 0 0 0,0 0 1 0 0,0 0-1 0 0,1 0 0 0 0,-1 1 0 0 0,0-1 0 0 0,0 0 0 0 0,0 0 0 0 0,1 0 1 0 0,-1 0-1 0 0,0 1 0 0 0,0-1 0 0 0,1 0 0 0 0,-1 0 0 0 0,0 0 0 0 0,1 0 1 0 0,-1 0-1 0 0,0 0 0 0 0,0 0 0 0 0,1 0 0 0 0,-1 0 0 0 0,0 0 0 0 0,1 0 1 0 0,-1 0-1 0 0,0 0 0 0 0,0 0 0 0 0,1 0 0 0 0,-1 0 0 0 0,0 0 0 0 0,1 0 0 0 0,-1 0 1 0 0,0 0-1 0 0,1-1 0 0 0,3 0 29 0 0,-1 0 0 0 0,1 0 0 0 0,0-1-1 0 0,0 0 1 0 0,-1 0 0 0 0,1 0 0 0 0,-1 0 0 0 0,0 0 0 0 0,1-1 0 0 0,-1 1 0 0 0,3-4 0 0 0,23-18 321 0 0,-28 23-253 0 0,1 0-1 0 0,-1 0 1 0 0,0 0 0 0 0,1 1 0 0 0,-1-1 0 0 0,1 1 0 0 0,-1-1 0 0 0,1 1 0 0 0,0 0 0 0 0,-1-1 0 0 0,1 1 0 0 0,-1 0 0 0 0,1 0 0 0 0,-1 0 0 0 0,1 0 0 0 0,0 0 0 0 0,-1 1 0 0 0,2-1 0 0 0,0 1 69 0 0,-3 0-109 0 0,0 0 1 0 0,1 0 0 0 0,-1 0 0 0 0,0 0 0 0 0,1 0 0 0 0,-1-1 0 0 0,1 1 0 0 0,-1 0-1 0 0,1 0 1 0 0,0 0 0 0 0,-1-1 0 0 0,1 1 0 0 0,0 0 0 0 0,1 1 0 0 0,7 8 106 0 0,-7-4-84 0 0,-1 1 1 0 0,1-1-1 0 0,-1 1 1 0 0,0-1-1 0 0,-1 1 1 0 0,0-1 0 0 0,0 1-1 0 0,-1 10 1 0 0,0 6 19 0 0,0-12-39 0 0,0 1 0 0 0,0-1 0 0 0,-1 0 0 0 0,-1 1 0 0 0,-7 18 1 0 0,8-16-43 0 0,3-13 6 0 0,-1 1 1 0 0,-1-1 0 0 0,1 0 0 0 0,0 0 0 0 0,0 0-1 0 0,0 0 1 0 0,-1 1 0 0 0,1-1 0 0 0,0 0 0 0 0,-1 0 0 0 0,1 0-1 0 0,-2 2 1 0 0,-11 13-924 0 0,5-8 402 0 0</inkml:trace>
</inkml:ink>
</file>

<file path=ppt/ink/ink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8:52.948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46 280 6480 0 0,'0'0'297'0'0,"0"0"-9"0"0,-13 7-177 0 0,10-5 582 0 0,0 1-1 0 0,0-1 1 0 0,0 0 0 0 0,0 0 0 0 0,-1 0 0 0 0,1 0-1 0 0,-5 2 1 0 0,6-4-331 0 0,2 0-9 0 0,0 0-29 0 0,0 3 776 0 0,0-1 1147 0 0,6-3-2208 0 0,-1 0 29 0 0,0-1 0 0 0,-1 0-1 0 0,1 0 1 0 0,-1-1-1 0 0,7-4 1 0 0,12-6 112 0 0,-14 9-112 0 0,-1-1 0 0 0,0 0 0 0 0,-1 0 0 0 0,8-7 1 0 0,14-10 83 0 0,-19 15-93 0 0,0-1 1 0 0,14-14-1 0 0,-4 4-20 0 0,-3 1-25 0 0,28-22 36 0 0,25-12-50 0 0,-63 46 179 0 0,-1 0-1 0 0,9-9 0 0 0,1 0 127 0 0,-15 12-371 0 0,6-7-452 0 0,2 3 497 0 0,-7 5 74 0 0,9-3 85 0 0,-3 1-1217 0 0,0 2-3213 0 0,10 1 2838 0 0</inkml:trace>
</inkml:ink>
</file>

<file path=ppt/ink/ink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9:18.81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103 66 4376 0 0,'0'0'199'0'0,"-14"7"3088"0"0,10-3-2859 0 0,-1 0 0 0 0,1-1-1 0 0,0 1 1 0 0,-1-1-1 0 0,0 0 1 0 0,-6 3 0 0 0,-4-5 2413 0 0,13-2-882 0 0,12 1-1838 0 0,1 0 1 0 0,0-1-1 0 0,-1 0 1 0 0,17-5 0 0 0,-24 4-102 0 0,-1 2-12 0 0,0-1 0 0 0,-1 1 0 0 0,1 0 0 0 0,0-1 0 0 0,-1 1 1 0 0,1 0-1 0 0,0 0 0 0 0,0 0 0 0 0,-1 0 0 0 0,1 0 0 0 0,1 1 0 0 0,22-2 66 0 0,-16 0 145 0 0,0 1 0 0 0,16 1-1 0 0,-22 0-232 0 0,-1-1-1 0 0,1 0 1 0 0,0 0-1 0 0,-1 0 1 0 0,1 0-1 0 0,0 0 1 0 0,3-1-1 0 0,32-1-205 0 0,11 2 231 0 0,-46 0-6 0 0,0 0 0 0 0,0 0-1 0 0,-1 0 1 0 0,1-1 0 0 0,0 1-1 0 0,0-1 1 0 0,0 1 0 0 0,-1-1 0 0 0,5-2-1 0 0,2 0 2 0 0,61-17 201 0 0,-63 18-135 0 0,1 0 0 0 0,14-1 0 0 0,5-2 51 0 0,-19 3-57 0 0,5-1 24 0 0,0 0 0 0 0,0 1-1 0 0,14 0 1 0 0,18-5 27 0 0,-31 6-119 0 0,-11-1 3 0 0,0 0 14 0 0,6 0 35 0 0,0 0 0 0 0,1 0 0 0 0,-1 0 0 0 0,0 1 0 0 0,1 1 0 0 0,10 0 0 0 0,29-3 141 0 0,21 1 90 0 0,-55 0-224 0 0,0 2 0 0 0,17 1 0 0 0,-4-1-40 0 0,24 4 343 0 0,-25-1-443 0 0,-20-1 44 0 0,0-1 0 0 0,1 0-1 0 0,-1-1 1 0 0,10 1-1 0 0,10-1 40 0 0,-24 0 0 0 0,0 0 0 0 0,0 0 0 0 0,0 0 0 0 0,0-1 0 0 0,0 1 0 0 0,0-1 0 0 0,3-1 0 0 0,2 0 0 0 0,15-2 11 0 0,-9 2 7 0 0,0 0 0 0 0,26-1-1 0 0,-38 3-17 0 0,0 0 0 0 0,-1 0 0 0 0,1 0 0 0 0,0 0 0 0 0,-1 0 0 0 0,1 0 0 0 0,0 0 0 0 0,-1 1 0 0 0,1-1 0 0 0,-1 1 0 0 0,1-1 0 0 0,1 2 0 0 0,4-1 0 0 0,18-1 54 0 0,0 6-44 0 0,-17-5-10 0 0,2-1 0 0 0,4-1 0 0 0,-14 1 0 0 0,26 6 0 0 0,-8 1 0 0 0,9-3 0 0 0,-15-4 0 0 0,-2 0 0 0 0,34 0 0 0 0,-34-1 0 0 0,12-1 0 0 0,9 2 0 0 0,-22 0 0 0 0,0 0 0 0 0,3 0 0 0 0,-1 0 0 0 0,1 0 0 0 0,-3 0 0 0 0,1 0 0 0 0,2 0 0 0 0,-3-1 0 0 0,28-7 0 0 0,-25 6 0 0 0,-3 4 11 0 0,-6-1 32 0 0,4 2-22 0 0,1 2 32 0 0,-3 1 1 0 0,-2-3-53 0 0,-1 1 0 0 0,0-1 1 0 0,0 0-1 0 0,0 0 0 0 0,0 1 1 0 0,-1-1-1 0 0,2 7 0 0 0,2 17-1 0 0,-3-24 32 0 0,-3 19 0 0 0,1-17-32 0 0,3 26 0 0 0,-2-11 26 0 0,-1 27 0 0 0,0-27 0 0 0,-4 43 40 0 0,4 60-74 0 0,0-120 13 0 0,0 0 0 0 0,-1 0-1 0 0,1 0 1 0 0,-1 1-1 0 0,0-1 1 0 0,-1 2-1 0 0,1-2 1 0 0,0 0 0 0 0,0 0-1 0 0,1 0 1 0 0,-1 0-1 0 0,1 0 1 0 0,-1 4-1 0 0,-2 12 0 0 0,1-15-8 0 0,1-1 1 0 0,1 1-1 0 0,-1 0 0 0 0,0 6 1 0 0,-4 24-71 0 0,-3 33 210 0 0,3-27-136 0 0,5-32 0 0 0,0 0 0 0 0,-1 0 0 0 0,-2 12 0 0 0,2-3 0 0 0,1-16 0 0 0,0 1 0 0 0,0-1 0 0 0,0 1 0 0 0,0-1 0 0 0,0 1 0 0 0,-1-1 0 0 0,1 1 0 0 0,0-1 0 0 0,-1 1 0 0 0,1-1 0 0 0,-2 3 0 0 0,1-2 0 0 0,0 0 0 0 0,0 1 0 0 0,1-1 0 0 0,-1 1 0 0 0,0-1 0 0 0,1 1 0 0 0,0 0 0 0 0,-1-1 0 0 0,1 1 0 0 0,0-1 0 0 0,0 1 0 0 0,1 3 0 0 0,0 17 0 0 0,-1-15 0 0 0,-1-3 0 0 0,1 0 0 0 0,1 0 0 0 0,-1-1 0 0 0,1 1 0 0 0,2 10 0 0 0,-3-14 0 0 0,0-1 0 0 0,0 1 0 0 0,0 0 0 0 0,1-1 0 0 0,-1 1 0 0 0,0 0 0 0 0,0-1 0 0 0,0 1 0 0 0,0 0 0 0 0,0-1 0 0 0,-1 1 0 0 0,1 0 0 0 0,0-1 0 0 0,0 1 0 0 0,0 0 0 0 0,-1-1 0 0 0,1 1 0 0 0,-1 0 0 0 0,1 0 0 0 0,0 0 0 0 0,-1 0 0 0 0,1 0 0 0 0,0-1 0 0 0,-1 1 0 0 0,1 0 0 0 0,0 0 0 0 0,0 0 0 0 0,0 0 0 0 0,0 0 0 0 0,0 0 0 0 0,0 0 0 0 0,0-1 0 0 0,0 1 0 0 0,1 2 0 0 0,1 10 0 0 0,-1 1 0 0 0,0-1 0 0 0,-1 26 0 0 0,0 1 0 0 0,-1-27 0 0 0,1-4 0 0 0,0 1 0 0 0,1-1 0 0 0,1 13 0 0 0,-1-14 0 0 0,-1-5 0 0 0,0 0 0 0 0,0 1 0 0 0,0-1 0 0 0,1 0 0 0 0,0 0 0 0 0,1 5 0 0 0,0 0 0 0 0,2 5 0 0 0,-3-12 0 0 0,-1 0 0 0 0,1 1 0 0 0,-1 0 0 0 0,1-1 0 0 0,-1 1 0 0 0,0-1 0 0 0,0 1 0 0 0,1-1 0 0 0,-1 1 0 0 0,-1 2 0 0 0,1 13 0 0 0,0 177 64 0 0,0-177-92 0 0,1-13 5 0 0,-2 0 0 0 0,1 0 0 0 0,0 0 1 0 0,-1 0-1 0 0,1 0 0 0 0,-1 0 1 0 0,0 0-1 0 0,-3 5 0 0 0,4-8 23 0 0,-1 16 103 0 0,1-15-92 0 0,0 0-9 0 0,-4 9-5 0 0,3-2 3 0 0,1 2 0 0 0,0-3 0 0 0,0 20 56 0 0,-3-13-45 0 0,1-13 32 0 0,-5 5-33 0 0,4-5-10 0 0,-17 17-69 0 0,19-18 68 0 0,0 0 0 0 0,0-1 1 0 0,0 1-1 0 0,0-1 0 0 0,0 1 1 0 0,0-1-1 0 0,0 0 1 0 0,0 1-1 0 0,0-1 0 0 0,0 0 1 0 0,-1 1-1 0 0,1-1 0 0 0,-2 0 1 0 0,2 0 18 0 0,-4 1 112 0 0,-8 10-56 0 0,9-9-60 0 0,1 0 0 0 0,-1 0-1 0 0,0-1 1 0 0,0 0 0 0 0,0 1-1 0 0,-5-1 1 0 0,-8 4 26 0 0,-12 8-16 0 0,22-9-11 0 0,-1-1 0 0 0,0 0 0 0 0,0 0 0 0 0,-1 0 0 0 0,1-1 0 0 0,0 0 0 0 0,-15 1 0 0 0,17-3-13 0 0,1 1 0 0 0,-1 0 0 0 0,1 0 0 0 0,-1 0 0 0 0,-8 4 0 0 0,8-3 0 0 0,-1 0 0 0 0,-15 2 0 0 0,13-2 0 0 0,0-1 0 0 0,1 1 0 0 0,-1 1 0 0 0,0 0 0 0 0,1 0 0 0 0,0 1 0 0 0,-15 8 0 0 0,19-10 0 0 0,0 0 0 0 0,1 0 0 0 0,-1-1 0 0 0,0 0 0 0 0,-8 2 0 0 0,9-2 0 0 0,0-1 0 0 0,-1 1 0 0 0,1 0 0 0 0,0 0 0 0 0,0 1 0 0 0,0-1 0 0 0,0 0 0 0 0,-4 4 0 0 0,6-4-21 0 0,-1 0 0 0 0,0 0 0 0 0,1-1 0 0 0,-1 1 0 0 0,0 0 0 0 0,0-1 0 0 0,0 1-1 0 0,1-1 1 0 0,-1 1 0 0 0,-3-1 0 0 0,-13 5-211 0 0,15-4 274 0 0,0 1 0 0 0,0-1 0 0 0,0 0 0 0 0,0 0-1 0 0,0-1 1 0 0,0 1 0 0 0,0-1 0 0 0,-4 1-1 0 0,-1 0 70 0 0,1-1 1 0 0,-14 4-1 0 0,4 0-71 0 0,-1-2 1 0 0,1-1-1 0 0,-1 0 1 0 0,-19-2-1 0 0,5 1 86 0 0,5 3-52 0 0,23-2-43 0 0,-1-1-1 0 0,1 1 1 0 0,-1-1 0 0 0,1 1 0 0 0,-9-2-1 0 0,-5-2 13 0 0,6 1 16 0 0,-24-2-1 0 0,33 4-52 0 0,0 0-1 0 0,1-1 0 0 0,-1 1 1 0 0,0-1-1 0 0,1 0 1 0 0,-6-1-1 0 0,-10-4 21 0 0,-14-1 10 0 0,28 5-28 0 0,-1 1 1 0 0,1-1-1 0 0,-1 1 0 0 0,1 0 1 0 0,-1 1-1 0 0,0-1 1 0 0,1 1-1 0 0,-1 0 0 0 0,0 0 1 0 0,1 1-1 0 0,-8 0 0 0 0,11-1-5 0 0,-1 0 0 0 0,0 0-1 0 0,1 0 1 0 0,-1 0 0 0 0,0 0-1 0 0,1 0 1 0 0,-1-1 0 0 0,0 1 0 0 0,1-1-1 0 0,-1 1 1 0 0,1-1 0 0 0,-1 1-1 0 0,-2-3 1 0 0,2 2 0 0 0,0 0 1 0 0,0 0-1 0 0,0 1 0 0 0,0-1 0 0 0,0 0 1 0 0,0 1-1 0 0,-3-1 0 0 0,-44 1 61 0 0,31-3-64 0 0,15 3 25 0 0,-1 0 0 0 0,0 0 0 0 0,1 0 0 0 0,-1 0-1 0 0,1 0 1 0 0,-1 1 0 0 0,1 0 0 0 0,-1 0 0 0 0,1 0-1 0 0,-1 0 1 0 0,1 0 0 0 0,0 1 0 0 0,-5 2 0 0 0,-20 8 99 0 0,15-7-108 0 0,11-4-19 0 0,-1 0-1 0 0,1 0 1 0 0,0 0 0 0 0,0 0 0 0 0,-1 0 0 0 0,1-1 0 0 0,-3 1 0 0 0,4-1-13 0 0,0 0 0 0 0,1 0 1 0 0,-1 0-1 0 0,0 0 0 0 0,0 0 0 0 0,1 0 0 0 0,-1 0 0 0 0,0 0 1 0 0,1 1-1 0 0,-1-1 0 0 0,0 0 0 0 0,1 1 0 0 0,-1-1 0 0 0,0 0 1 0 0,1 1-1 0 0,-1-1 0 0 0,0 1 0 0 0,-10 6-82 0 0,2-4 98 0 0,1-2 0 0 0,1-1 14 0 0,5 0 60 0 0,-2-1 97 0 0,0 2-179 0 0,-5 3-220 0 0,-13-3 293 0 0,7 3 319 0 0,7-3-384 0 0,3-3 0 0 0,0-2 0 0 0,-5-4 0 0 0,9 7 0 0 0,-1 0 0 0 0,1 0 0 0 0,0 0 0 0 0,0 0 0 0 0,0 0 0 0 0,0-1 0 0 0,0 1 0 0 0,1 0 0 0 0,-1-1 0 0 0,-1-2 0 0 0,-5-9 12 0 0,0-1-1 0 0,-5-16 0 0 0,7 17-1 0 0,-1 1 0 0 0,-6-13 0 0 0,4 4-10 0 0,2 3 0 0 0,-17-23 0 0 0,16 30 0 0 0,-1-1 0 0 0,2-1 0 0 0,-8-18 0 0 0,-16-60 0 0 0,27 83 0 0 0,1 0 0 0 0,-2-15 0 0 0,-1-2 0 0 0,-2 0 0 0 0,3 13 0 0 0,0-1 0 0 0,1 1 0 0 0,1-1 0 0 0,-1-15 0 0 0,2 22 0 0 0,0 0 0 0 0,0 0 0 0 0,0 0 0 0 0,-1 1 0 0 0,-2-9 0 0 0,-3-8 0 0 0,-15-76 0 0 0,17 31 0 0 0,-11 5 0 0 0,1 4 0 0 0,14 51 0 0 0,-1 0 0 0 0,0 1 0 0 0,0-1 0 0 0,-5-8 0 0 0,4 6 0 0 0,0 1 0 0 0,0 0 0 0 0,0-1 0 0 0,0-9 0 0 0,-4-10 0 0 0,3 17 0 0 0,3 8 0 0 0,0 1 0 0 0,0-1 0 0 0,0 1 0 0 0,1-1 0 0 0,-1 1 0 0 0,0-4 0 0 0,-4-34 0 0 0,-3-60 0 0 0,8 93 0 0 0,0 1 0 0 0,1 0 0 0 0,-1 0 0 0 0,1-1 0 0 0,0 1 0 0 0,1 0 0 0 0,0 0 0 0 0,4-11 0 0 0,-4 14 0 0 0,-1 1 0 0 0,0-1 0 0 0,1 0 0 0 0,-1 1 0 0 0,-1-1 0 0 0,2-3 0 0 0,-1 3 0 0 0,-1-1 0 0 0,2 1 0 0 0,-1 0 0 0 0,0 0 0 0 0,0 0 0 0 0,3-4 0 0 0,16-34-72 0 0,8-9 72 0 0,-5 7 0 0 0,-19 36 0 0 0,-1 3 0 0 0,0 0 0 0 0,-1 0 0 0 0,0 0 0 0 0,0 0 0 0 0,0 0 0 0 0,0-1 0 0 0,1-6 0 0 0,-1 5 0 0 0,0 1 0 0 0,0 0 0 0 0,0 0 0 0 0,0 0 0 0 0,5-7 0 0 0,-3 5 0 0 0,28-45 0 0 0,-22 37 0 0 0,-8 13 0 0 0,-1 0 0 0 0,1-1 0 0 0,-1 1 0 0 0,1 0 0 0 0,-1-1 0 0 0,0 0 0 0 0,0 1 0 0 0,1-4 0 0 0,-1 4 0 0 0,-1 1 0 0 0,1-1 0 0 0,0 0 0 0 0,0 1 0 0 0,0-1 0 0 0,-1 1 0 0 0,2-1 0 0 0,-1 1 0 0 0,0-1 0 0 0,1 0 0 0 0,0 0 0 0 0,2-5 0 0 0,-2 2-9 0 0,0 1 0 0 0,1-1 0 0 0,-1 1 0 0 0,1 0 0 0 0,0 0-1 0 0,5-6 1 0 0,2-3-261 0 0,1 2-1666 0 0,-6 3 782 0 0</inkml:trace>
</inkml:ink>
</file>

<file path=ppt/ink/ink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9:22.985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1033 6992 0 0,'0'0'322'0'0,"0"0"-7"0"0,1-1-204 0 0,16-13 588 0 0,18-12 2183 0 0,-32 24-2666 0 0,1 0 0 0 0,-1 0 0 0 0,1 1-1 0 0,0-1 1 0 0,0 1 0 0 0,0 0 0 0 0,5-1 0 0 0,-3 0-65 0 0,0 0 0 0 0,0 0 0 0 0,-1 0 0 0 0,1-1 0 0 0,-1 0 0 0 0,1 0 0 0 0,-1 0 0 0 0,0-1 0 0 0,0 1 0 0 0,4-6 0 0 0,24-14 308 0 0,70-44 297 0 0,-2 1-295 0 0,104-61 305 0 0,-177 108-663 0 0,123-77 18 0 0,141-88 832 0 0,-223 138-763 0 0,57-37 205 0 0,-46 27 71 0 0,-38 29-425 0 0,41-37 0 0 0,-54 45 20 0 0,-21 15-44 0 0,0-1-1 0 0,9-8 0 0 0,-11 7 2 0 0,-3 4-13 0 0,-1 0 1 0 0,1 0-1 0 0,-1 0 0 0 0,1 0 0 0 0,-1 1 1 0 0,1-1-1 0 0,6-2 0 0 0,6-6-78 0 0,-1 1 13 0 0,-13 8 135 0 0,-1 1 47 0 0,0 0 8 0 0,0 0-5 0 0,0 0-38 0 0,0 11-101 0 0,0-4-377 0 0,1-6 250 0 0,-1 0 1 0 0,0 0-1 0 0,0 0 1 0 0,0 1-1 0 0,0-1 1 0 0,0 0-1 0 0,0 0 1 0 0,0 0-1 0 0,0 0 1 0 0,-1 0-1 0 0,1 0 1 0 0,0 1-1 0 0,-1-1 1 0 0,1 0-1 0 0,-1 0 0 0 0,1 0 1 0 0,-1 0-1 0 0,1 0 1 0 0,-1 0-1 0 0,0 0 1 0 0,1 0-1 0 0,-1-1 1 0 0,0 1-1 0 0,0 0 1 0 0,-1 1-1 0 0,-4 2-1255 0 0,4-3-10 0 0</inkml:trace>
</inkml:ink>
</file>

<file path=ppt/ink/ink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9:23.454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20 0 1376 0 0,'-7'6'4092'0'0,"0"-1"-2911"0"0,2 0 5942 0 0,5-5-6999 0 0,0 1 0 0 0,1-1-1 0 0,-1 0 1 0 0,0 1-1 0 0,1-1 1 0 0,-1 0-1 0 0,1 1 1 0 0,-1-1 0 0 0,0 0-1 0 0,1 0 1 0 0,-1 1-1 0 0,1-1 1 0 0,-1 0-1 0 0,1 0 1 0 0,-1 0 0 0 0,1 0-1 0 0,-1 0 1 0 0,1 1-1 0 0,-1-1 1 0 0,1 0 0 0 0,8 1 19 0 0,0 1 1 0 0,0-1 0 0 0,0-1-1 0 0,16 0 1 0 0,-5 0-7 0 0,-3-3-76 0 0,-14 3-53 0 0,0-1 0 0 0,0 1 0 0 0,-1-1 0 0 0,1 1 0 0 0,0 0-1 0 0,0 0 1 0 0,4 1 0 0 0,4 1 7 0 0,0 1-1 0 0,0 0 0 0 0,0 1 1 0 0,0 0-1 0 0,-1 1 0 0 0,15 8 0 0 0,-8 4-31 0 0,-12-12 18 0 0,-3-1-1 0 0,0-1 0 0 0,-1 1 0 0 0,1 0 0 0 0,0-1 0 0 0,-1 1 0 0 0,0 0 0 0 0,0 0 0 0 0,0 0 0 0 0,-1 0 0 0 0,1 0 0 0 0,-1 0 0 0 0,0 8 0 0 0,-1 5 178 0 0,-1 0 0 0 0,-4 21 1 0 0,1-6 96 0 0,4-29-216 0 0,0 1-1 0 0,0-1 1 0 0,0 0 0 0 0,0 1 0 0 0,-3 3-1 0 0,3-4-49 0 0,-1 0-1 0 0,1-1 1 0 0,0 1-1 0 0,0 0 1 0 0,0 0-1 0 0,0 3 1 0 0,0 1 16 0 0,0-1 1 0 0,-1 0-1 0 0,-3 11 0 0 0,3-12-8 0 0,0 0 0 0 0,1 0 0 0 0,-1 0 0 0 0,1 0 0 0 0,-1 10-1 0 0,-6 31-664 0 0,8-45-446 0 0,0-1-3119 0 0,0 0-1335 0 0</inkml:trace>
</inkml:ink>
</file>

<file path=ppt/ink/ink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9:30.570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113 7 8664 0 0,'0'0'397'0'0,"0"0"-8"0"0,0 0-183 0 0,0 0 140 0 0,0-4 62 0 0,0 4-350 0 0,0 0 1 0 0,0 0-1 0 0,0 0 1 0 0,0 0 0 0 0,0 0-1 0 0,0 0 1 0 0,0-1-1 0 0,0 1 1 0 0,0 0-1 0 0,0 0 1 0 0,0 0 0 0 0,0 0-1 0 0,0 0 1 0 0,0 0-1 0 0,0 0 1 0 0,0 0-1 0 0,0 0 1 0 0,0 0 0 0 0,0 0-1 0 0,0 0 1 0 0,0 0-1 0 0,0 0 1 0 0,0-1 0 0 0,0 1-1 0 0,0 0 1 0 0,0 0-1 0 0,0 0 1 0 0,0 0-1 0 0,0 0 1 0 0,0 0 0 0 0,0 0-1 0 0,0 0 1 0 0,0 0-1 0 0,0 0 1 0 0,0 0-1 0 0,0 0 1 0 0,0 0 0 0 0,0 0-1 0 0,0 0 1 0 0,0 0-1 0 0,0 0 1 0 0,0-1-1 0 0,0 1 1 0 0,0 0 0 0 0,0 0-1 0 0,0 0 1 0 0,0 0-1 0 0,-1 0 1 0 0,1 0-1 0 0,0 0 1 0 0,0 0 0 0 0,0 0-1 0 0,0 0 1 0 0,0 0-1 0 0,0 0 1 0 0,0 0-1 0 0,0 0 1 0 0,0 0 0 0 0,0 0-1 0 0,0 0 1 0 0,0 0-1 0 0,0 0 1 0 0,-1 0-1 0 0,1 0 1 0 0,0 0 0 0 0,0 0-1 0 0,-3 4 53 0 0,0 0 0 0 0,0 0-1 0 0,1 0 1 0 0,0 0 0 0 0,-1 0-1 0 0,1 0 1 0 0,0 1 0 0 0,1-1-1 0 0,-2 6 1 0 0,-9 47 256 0 0,10-43-377 0 0,-10 91-104 0 0,1-4 771 0 0,5-29-644 0 0,5-49-14 0 0,-5 28 0 0 0,4-38 1 0 0,0 0 0 0 0,1 17 0 0 0,1-18 0 0 0,-1 1 0 0 0,-2 14 0 0 0,-14 77-296 0 0,15-86 39 0 0,2-15 122 0 0,0 1 0 0 0,0 0 0 0 0,-1-1-1 0 0,0 1 1 0 0,0-1 0 0 0,0 1 0 0 0,0-1-1 0 0,-2 5 1 0 0,2-7-450 0 0,1-1-20 0 0</inkml:trace>
</inkml:ink>
</file>

<file path=ppt/ink/ink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9:30.939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32 116 8288 0 0,'0'-1'381'0'0,"-14"-21"149"0"0,12 19-343 0 0,0 1 0 0 0,1 0-1 0 0,-1-1 1 0 0,1 1 0 0 0,-1-1-1 0 0,1 1 1 0 0,0-1 0 0 0,0 0-1 0 0,0 0 1 0 0,0 1 0 0 0,0-1 0 0 0,1 0-1 0 0,-1-4 1 0 0,1 6-138 0 0,0 0 106 0 0,0-1-1 0 0,0 1 1 0 0,0 0-1 0 0,0 0 1 0 0,0-1-1 0 0,0 1 1 0 0,1 0-1 0 0,-1 0 1 0 0,0 0-1 0 0,1-1 1 0 0,-1 1-1 0 0,1 0 1 0 0,-1 0-1 0 0,1 0 1 0 0,1-2-1 0 0,1-4 155 0 0,-3 6-245 0 0,0 1 0 0 0,1-1 0 0 0,-1 0 0 0 0,0 0-1 0 0,1 0 1 0 0,-1 1 0 0 0,1-1 0 0 0,-1 0 0 0 0,1 0 0 0 0,-1 1-1 0 0,1-1 1 0 0,0 1 0 0 0,-1-1 0 0 0,1 0 0 0 0,0 1-1 0 0,-1-1 1 0 0,1 1 0 0 0,0-1 0 0 0,0 1 0 0 0,0-1 0 0 0,8-2 498 0 0,-8 2-508 0 0,1 1 0 0 0,0-1 0 0 0,0 0 0 0 0,0 1 0 0 0,0-1 0 0 0,0 1 0 0 0,0-1 0 0 0,0 1 0 0 0,0 0 0 0 0,0 0 0 0 0,1 0 0 0 0,-1 0 0 0 0,0 0 0 0 0,0 1 0 0 0,0-1 0 0 0,0 1 0 0 0,2 0 0 0 0,17 5 236 0 0,-16-5-201 0 0,1 1 0 0 0,0 0 1 0 0,0 0-1 0 0,7 5 0 0 0,9 8 67 0 0,-1 1-1 0 0,-1 0 1 0 0,32 36 0 0 0,-38-38-146 0 0,-6-6 8 0 0,0 0 0 0 0,9 14 0 0 0,-13-17-29 0 0,0 0 1 0 0,0 1 0 0 0,8 5-1 0 0,-8-7-125 0 0,1 1 0 0 0,7 10-1 0 0,8 12-976 0 0,-17-24-75 0 0,5 4-305 0 0</inkml:trace>
</inkml:ink>
</file>

<file path=ppt/ink/ink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9:31.423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0 108 2760 0 0,'0'0'436'0'0,"0"-1"789"0"0,0-5 497 0 0,0 0 0 0 0,1 0 0 0 0,0 0-1 0 0,1-8 1 0 0,1-2-617 0 0,-3 14-963 0 0,1 0-1 0 0,-1 0 1 0 0,0 0 0 0 0,1 0 0 0 0,-1 0-1 0 0,1 0 1 0 0,2-3 0 0 0,-3 3 287 0 0,2 1-39 0 0,1-1-164 0 0,-2 1-158 0 0,1 0 0 0 0,-1 0 0 0 0,1 0-1 0 0,-1 0 1 0 0,1 0 0 0 0,-1-1 0 0 0,0 1 0 0 0,0 0-1 0 0,1-1 1 0 0,-1 1 0 0 0,0-1 0 0 0,0 1 0 0 0,1-3-1 0 0,-1 4 27 0 0,5-3-76 0 0,-1-1 25 0 0,-4 3-11 0 0,-1 1 0 0 0,1 0-1 0 0,0 0 1 0 0,0-1 0 0 0,-1 1-1 0 0,1 0 1 0 0,0 0 0 0 0,0 0 0 0 0,0 0-1 0 0,-1 0 1 0 0,1 0 0 0 0,0 0-1 0 0,0 0 1 0 0,0 1 0 0 0,-1-1 0 0 0,1 0-1 0 0,0 0 1 0 0,0 1 0 0 0,-1-1-1 0 0,1 0 1 0 0,0 1 0 0 0,-1-1 0 0 0,1 1-1 0 0,0-1 1 0 0,-1 1 0 0 0,1-1-1 0 0,-1 1 1 0 0,1-1 0 0 0,0 2-1 0 0,17 16 178 0 0,-14-11-199 0 0,-1 1 1 0 0,1-1-1 0 0,-1 1 0 0 0,-1 0 1 0 0,1 0-1 0 0,-1 0 0 0 0,-1 0 1 0 0,2 14-1 0 0,4 20 14 0 0,-2-6-24 0 0,-4-25 0 0 0,1-1 0 0 0,3 13 0 0 0,2 8-43 0 0,-5-15 13 0 0,-2-13 50 0 0,0-1 0 0 0,0 1 0 0 0,0 0 1 0 0,0-1-1 0 0,0 1 0 0 0,-1 0 0 0 0,1-1 0 0 0,-1 1 0 0 0,-1 2 0 0 0,1-1-22 0 0,0-1 1 0 0,0 1-1 0 0,0 0 0 0 0,0 7 0 0 0,3-10-190 0 0,8 1 153 0 0,5-13 155 0 0,-7 7-39 0 0,1-1-1 0 0,-1 0 0 0 0,9-9 1 0 0,-10 9-58 0 0,-1 0 1 0 0,1 0-1 0 0,0 1 1 0 0,0 0 0 0 0,10-4-1 0 0,10-7 34 0 0,0-1 105 0 0,-24 15-84 0 0,-1 0-76 0 0,0 0-1 0 0,0 1 0 0 0,-1-1 0 0 0,1 1 0 0 0,0 0 1 0 0,0-1-1 0 0,0 1 0 0 0,0 0 0 0 0,0 0 1 0 0,3 0-1 0 0,-1 1-45 0 0,-3-1-74 0 0,-1 0-7 0 0,19-1-1231 0 0,-19 0 1124 0 0,1 0 0 0 0,0 0 0 0 0,0 1 0 0 0,1-1 0 0 0,-1 0 0 0 0,0 1-1 0 0,0-1 1 0 0,0 1 0 0 0,0 0 0 0 0,0-1 0 0 0,3 1 0 0 0,-3 0-5209 0 0</inkml:trace>
</inkml:ink>
</file>

<file path=ppt/ink/ink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9:33.44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205 14 6992 0 0,'0'0'322'0'0,"0"0"-7"0"0,-3-4-102 0 0,2 3-57 0 0,1 1-1 0 0,0-1 1 0 0,-1 0 0 0 0,1 1-1 0 0,-1-1 1 0 0,1 1-1 0 0,-1-1 1 0 0,1 1-1 0 0,-1-1 1 0 0,0 1-1 0 0,1-1 1 0 0,-1 1-1 0 0,0 0 1 0 0,1-1-1 0 0,-1 1 1 0 0,0 0-1 0 0,1-1 1 0 0,-1 1 0 0 0,0 0-1 0 0,-1-1 1 0 0,1 2 53 0 0,-1-1 1 0 0,1 0 0 0 0,0 1 0 0 0,-1-1 0 0 0,1 1 0 0 0,0-1 0 0 0,-1 1 0 0 0,1 0-1 0 0,-1 0 1 0 0,-7 4 101 0 0,8-4-239 0 0,0 0 0 0 0,-1 0-1 0 0,1 0 1 0 0,0 0 0 0 0,0 0-1 0 0,0 0 1 0 0,0 0 0 0 0,0 1 0 0 0,0-1-1 0 0,0 0 1 0 0,0 1 0 0 0,0 2-1 0 0,-9 23 464 0 0,3-8-176 0 0,-8 24-153 0 0,2 0 1 0 0,-13 83-1 0 0,23-105-193 0 0,-3 20-28 0 0,3-21-37 0 0,-6 26 0 0 0,-9 44-340 0 0,13-58 170 0 0,-12 38 0 0 0,3-11-1546 0 0,10-47 1139 0 0</inkml:trace>
</inkml:ink>
</file>

<file path=ppt/ink/ink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9:33.801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5 116 2304 0 0,'3'-13'224'0'0,"-5"10"-139"0"0,1 3 27 0 0,0-2 193 0 0,0 1-1 0 0,1-1 1 0 0,-1 0-1 0 0,1 1 0 0 0,-1-1 1 0 0,1 1-1 0 0,0-1 1 0 0,-1 0-1 0 0,1 1 1 0 0,0-1-1 0 0,0 0 0 0 0,0 0 1 0 0,1 1-1 0 0,-1-1 1 0 0,0 1-1 0 0,1-1 1 0 0,-1 0-1 0 0,1-1 1 0 0,1-2 224 0 0,0 0 1 0 0,-1 0 0 0 0,1 1 0 0 0,1-1 0 0 0,2-4 0 0 0,-3 6-361 0 0,0 1 1 0 0,1-1-1 0 0,-1 0 0 0 0,1 1 0 0 0,0 0 1 0 0,0-1-1 0 0,-1 1 0 0 0,1 0 1 0 0,0 1-1 0 0,1-1 0 0 0,-1 0 1 0 0,0 1-1 0 0,1 0 0 0 0,-1 0 0 0 0,0 0 1 0 0,1 0-1 0 0,-1 0 0 0 0,1 1 1 0 0,-1-1-1 0 0,1 1 0 0 0,5 0 0 0 0,-3 1-89 0 0,0 0-1 0 0,0 0 1 0 0,0 0-1 0 0,1 1 1 0 0,-1-1-1 0 0,0 1 1 0 0,-1 1-1 0 0,1-1 1 0 0,0 1-1 0 0,-1 0 1 0 0,9 6 0 0 0,85 70 533 0 0,-19-3-567 0 0,-74-71-367 0 0,0 0-1 0 0,0-1 1 0 0,0 0-1 0 0,1 0 0 0 0,0-1 1 0 0,-1 0-1 0 0,1 0 1 0 0,8 2-1 0 0,-4-1-4835 0 0</inkml:trace>
</inkml:ink>
</file>

<file path=ppt/ink/ink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9:34.154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68 1 4144 0 0,'0'0'319'0'0,"0"0"-45"0"0,0 0 597 0 0,0 0 286 0 0,0 0 54 0 0,0 0-98 0 0,0 0-432 0 0,0 0-191 0 0,0 0-40 0 0,0 0 1 0 0,0 0 38 0 0,0 0 21 0 0,0 0 2 0 0,0 1-19 0 0,0 1-423 0 0,0-1 1 0 0,-1 1-1 0 0,1-1 1 0 0,0 1-1 0 0,-1-1 1 0 0,1 1-1 0 0,-1-1 1 0 0,0 1-1 0 0,1-1 1 0 0,-1 0-1 0 0,0 1 0 0 0,-1 0 1 0 0,1 0-4 0 0,-1 0 0 0 0,1 0-1 0 0,0-1 1 0 0,0 1 0 0 0,0 0 0 0 0,1 0 0 0 0,-1 0-1 0 0,0 2 1 0 0,-5 26 227 0 0,-19 55-1 0 0,21-73-271 0 0,0 2 0 0 0,-2 17 1 0 0,6-16-23 0 0,0-10 0 0 0,0-1 0 0 0,0 0 0 0 0,0 1 0 0 0,-1-1 0 0 0,0 1 0 0 0,-2 7 0 0 0,2-3 0 0 0,2 2 0 0 0,-1-10 0 0 0,0-1 0 0 0,1 0 0 0 0,-1 1 0 0 0,0-1 0 0 0,0 0 0 0 0,0 1 0 0 0,0-1 0 0 0,0 0 0 0 0,1 1 0 0 0,-1-1 0 0 0,0 0 0 0 0,0 0 0 0 0,1 1 0 0 0,-1-1 0 0 0,0 0 0 0 0,0 0 0 0 0,1 1 0 0 0,-1-1 0 0 0,0 0 0 0 0,1 0 0 0 0,-1 0 0 0 0,1 1 0 0 0,4 0 50 0 0,0-1 1 0 0,1 1 0 0 0,-1-1 0 0 0,10-1 0 0 0,-5 1 64 0 0,-7-1-66 0 0,0 1 0 0 0,-1-1 0 0 0,1 1 0 0 0,-1-1 0 0 0,1 0 0 0 0,-1 0 0 0 0,1 0-1 0 0,-1-1 1 0 0,0 1 0 0 0,4-3 0 0 0,5-2-2 0 0,2-1-31 0 0,0 0-1 0 0,15-11 0 0 0,-6 3-7 0 0,-6 2-237 0 0,-13 10 157 0 0,0 0-1 0 0,0 1 0 0 0,0 0 1 0 0,0 0-1 0 0,0 0 1 0 0,0 0-1 0 0,5-2 0 0 0,-1 2-174 0 0,-5 1-2 0 0,-1 1 0 0 0,1-1-1 0 0,0 1 1 0 0,-1-1-1 0 0,1 0 1 0 0,-1 0-1 0 0,1 1 1 0 0,-1-1-1 0 0,3-2 1 0 0,-4 2-554 0 0,5-6-995 0 0,-5 6 886 0 0</inkml:trace>
</inkml:ink>
</file>

<file path=ppt/ink/ink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09:34.548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34 30 4608 0 0,'0'0'208'0'0,"-4"-6"32"0"0,-10-10 2436 0 0,13 15-2459 0 0,0 1 1 0 0,0-1-1 0 0,1 1 0 0 0,-1 0 1 0 0,0-1-1 0 0,0 1 0 0 0,0 0 1 0 0,0-1-1 0 0,0 1 0 0 0,0 0 0 0 0,0 0 1 0 0,1 0-1 0 0,-2 0 0 0 0,-1-4 834 0 0,4 4 4442 0 0,32 23-5149 0 0,-15-12-201 0 0,5 5 27 0 0,22 24 246 0 0,-24-20-270 0 0,-12-11-93 0 0,-1 0 0 0 0,0 0 0 0 0,8 11 0 0 0,5 6 13 0 0,-16-20-48 0 0,0 0 0 0 0,0 1 0 0 0,5 8 0 0 0,16 30 46 0 0,-9-9-64 0 0,-17-35-2 0 0,0 2 7 0 0,8 4-42 0 0,3 5-3110 0 0,-11-12 1873 0 0</inkml:trace>
</inkml:ink>
</file>

<file path=ppt/ink/ink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3:46.8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1 439 2304 0 0,'0'0'313'0'0,"0"0"477"0"0,0 0 207 0 0,0 2 40 0 0,0 6-72 0 0,0-6-339 0 0,0-2-149 0 0,0 2-28 0 0,0 26 2321 0 0,0-16 3069 0 0,0-10-5736 0 0,0-1-1 0 0,0 0 0 0 0,0 1 1 0 0,0-1-1 0 0,1 0 0 0 0,-1 0 0 0 0,0 1 1 0 0,1-1-1 0 0,-1 0 0 0 0,1 0 1 0 0,0 0-1 0 0,-1 0 0 0 0,1 1 1 0 0,0-1-1 0 0,0 0 0 0 0,-1 0 0 0 0,1 0 1 0 0,0-1-1 0 0,0 1 0 0 0,0 0 1 0 0,0 0-1 0 0,2 0 0 0 0,1 2-61 0 0,0-1-1 0 0,1 0 1 0 0,-1-1 0 0 0,7 3-1 0 0,-8-3 80 0 0,-1-1-46 0 0,1 1-1 0 0,0-1 0 0 0,-1 0 0 0 0,1 0 0 0 0,0 0 1 0 0,0 0-1 0 0,-1-1 0 0 0,1 1 0 0 0,0-1 1 0 0,-1 1-1 0 0,5-3 0 0 0,11-1 36 0 0,246-35 339 0 0,-189 31-448 0 0,-55 5 2 0 0,161-21 60 0 0,-100 14-43 0 0,-2-1 16 0 0,55-4-23 0 0,-67 6-14 0 0,129-9 120 0 0,-129 15-105 0 0,30-2-16 0 0,43 3 3 0 0,-75 3 0 0 0,131-4 0 0 0,-95-3-77 0 0,230 6 130 0 0,-220 6 25 0 0,-96-6-59 0 0,176-5 202 0 0,-6 1-28 0 0,-159 4-148 0 0,61 0 123 0 0,233-9-109 0 0,-93-5 262 0 0,-200 13-291 0 0,9 0-20 0 0,43-4 50 0 0,6 1 33 0 0,7-1 93 0 0,-83 4-133 0 0,83-13 691 0 0,34-4-976 0 0,-80 13-40 0 0,0 0 229 0 0,71-8 46 0 0,-78 10-3 0 0,13-2 0 0 0,88 1 171 0 0,-106 0 83 0 0,18 0 100 0 0,32-3-824 0 0,-28 2 193 0 0,49-5 298 0 0,42-2 108 0 0,22 7-48 0 0,23 14-312 0 0,-147-7 231 0 0,-30 0 0 0 0,0-1 0 0 0,19-2 0 0 0,244-12 272 0 0,-100 9-488 0 0,-146 5 247 0 0,-9-1 69 0 0,0 0 0 0 0,32-5 0 0 0,2-1 249 0 0,-37 5-570 0 0,20-5 1 0 0,-26 4 167 0 0,-1 1 0 0 0,20 0 0 0 0,-18 1 29 0 0,25-4 0 0 0,10-1 53 0 0,96 1 0 0 0,-99 5-23 0 0,58-6-6 0 0,0 3 35 0 0,-12 0 66 0 0,-67 1 84 0 0,-13 1-31 0 0,20-3-1 0 0,-15 1-233 0 0,1 0-1 0 0,-1 2 1 0 0,31 2-1 0 0,6 0-49 0 0,51-7 130 0 0,-32 3 77 0 0,76 3 214 0 0,-121 1-348 0 0,39-4 0 0 0,-7-1 78 0 0,-55 3-7 0 0,0-1-1 0 0,1 0 1 0 0,-1 0-1 0 0,11-4 1 0 0,-10 3 4 0 0,-1 0 1 0 0,1 0-1 0 0,-1 1 1 0 0,13-1-1 0 0,34-2 99 0 0,3-1-117 0 0,31 1 22 0 0,-79 4-36 0 0,27-3 14 0 0,-6-2 0 0 0,-27 5 0 0 0,1-1 0 0 0,-1 0 0 0 0,1 1 0 0 0,-1 0 0 0 0,1-1 0 0 0,0 1 0 0 0,-1 0 0 0 0,1 0 0 0 0,3 1 0 0 0,-2 0 0 0 0,-1-1 0 0 0,1 0 0 0 0,-1 0 0 0 0,1 0 0 0 0,-1 0 0 0 0,1-1 0 0 0,-1 1 0 0 0,0-1 0 0 0,4-1 0 0 0,21-3 0 0 0,2 1 0 0 0,45 1 0 0 0,-30-2 0 0 0,-43 6-8 0 0,2 0 3 0 0,7-7 84 0 0,-9 5 9 0 0,-1 0 1 0 0,0 0-1 0 0,1 1 0 0 0,-1-1 1 0 0,1 0-1 0 0,-1 0 1 0 0,1 1-1 0 0,-1-1 1 0 0,1 1-1 0 0,-1 0 0 0 0,1-1 1 0 0,0 1-1 0 0,-1 0 1 0 0,3 0-1 0 0,-3 0 355 0 0,1 0-294 0 0,4-1-130 0 0,-3 0-19 0 0,0 0-1 0 0,0 1 1 0 0,-1-1-1 0 0,1 1 1 0 0,0 0 0 0 0,5 0-1 0 0,3-2 1 0 0,-9 1 0 0 0,0 1 0 0 0,0-1 0 0 0,0 1 0 0 0,0-1 0 0 0,0 1 0 0 0,0 0 0 0 0,1 0 0 0 0,-1 0 0 0 0,3 0 0 0 0,0 0 0 0 0,-3 0 0 0 0,0 0 0 0 0,1 0 0 0 0,-1 0 0 0 0,0 0 0 0 0,0-1 0 0 0,0 1 0 0 0,5-2 0 0 0,11 0 0 0 0,-11-2 0 0 0,-7 3 0 0 0,2-1 0 0 0,9 2 0 0 0,-9 0 0 0 0,7-1 0 0 0,14-7 0 0 0,-16 7 0 0 0,-4 2 0 0 0,21-4 0 0 0,-11 1 0 0 0,3-1 0 0 0,-11 1 0 0 0,-3 1 0 0 0,1 1 0 0 0,-1-1 0 0 0,0 1 0 0 0,0-1 0 0 0,1 1 0 0 0,-1 0 0 0 0,0 0 0 0 0,3 0 0 0 0,-3 0 0 0 0,-1 1 0 0 0,1-1 0 0 0,0-1 0 0 0,-1 1 0 0 0,1 0 0 0 0,-1 0 0 0 0,1 0 0 0 0,-1-1 0 0 0,1 1 0 0 0,-1-1 0 0 0,2 0 0 0 0,6-1 0 0 0,10 2 0 0 0,1-3 0 0 0,-11 2 0 0 0,1 1 0 0 0,3 2 0 0 0,-12-2 0 0 0,0 0 0 0 0,-1 0 0 0 0,1 0 0 0 0,-1 0 0 0 0,1 0 0 0 0,0 0 0 0 0,-1 0 0 0 0,1 0 0 0 0,-1 0 0 0 0,1-1 0 0 0,-1 1 0 0 0,1 0 0 0 0,0 0 0 0 0,-1 0 0 0 0,1-1 0 0 0,-1 1 0 0 0,1 0 0 0 0,-1-1 0 0 0,1 0 0 0 0,2 0 0 0 0,-1-2 0 0 0,2 1 0 0 0,15 2 0 0 0,5 0 0 0 0,-11-1 0 0 0,-12 1 0 0 0,0 0 0 0 0,1 0 0 0 0,-1 0 0 0 0,0 0 0 0 0,1 0 0 0 0,-1-1 0 0 0,0 1 0 0 0,1 0 0 0 0,-1-1 0 0 0,0 1 0 0 0,0-1 0 0 0,0 1 0 0 0,3-2 0 0 0,0-1 0 0 0,16 0 0 0 0,-9 2 0 0 0,5 0 0 0 0,-5-5 0 0 0,-4 5-201 0 0,-12 5-850 0 0,3-3-385 0 0,2-1-78 0 0,0 0-20 0 0</inkml:trace>
</inkml:ink>
</file>

<file path=ppt/ink/ink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4:08.9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 3312 0 0,'0'0'149'0'0,"0"0"46"0"0,0 0 105 0 0,0 0 41 0 0,0 0 10 0 0,0 0-2 0 0,0 0-10 0 0,0 0-3 0 0,0 0 0 0 0,0 0-8 0 0,0 0-32 0 0,0 0-10 0 0,0 0-4 0 0,0 0-8 0 0,0 0-22 0 0,0-2-10 0 0,-1-3-1470 0 0,2-3 6503 0 0,3 14-1689 0 0,5 21-2968 0 0,-6-15-328 0 0,9 17 0 0 0,-10-23-218 0 0,0-1-1 0 0,-1 1 0 0 0,1 0 0 0 0,-1 0 0 0 0,-1-1 0 0 0,1 1 0 0 0,-1 0 0 0 0,0 7 0 0 0,1-5 17 0 0,0 0 0 0 0,0-1 0 0 0,1 1 0 0 0,0 0 0 0 0,3 8 0 0 0,3 11 259 0 0,-5-17-138 0 0,1 0-1 0 0,8 15 1 0 0,3 11-6 0 0,-10-25-70 0 0,-3-9-100 0 0,0 0 4 0 0,-1-1 63 0 0,-1-1-11 0 0,0 2-15 0 0,8 12 12 0 0,-6-12-10 0 0,4 1 16 0 0,-5-3-1 0 0,1 1-78 0 0,-1 0-1 0 0,0-1 1 0 0,0 1 0 0 0,1 0-1 0 0,-1-1 1 0 0,0 0 0 0 0,1 1-1 0 0,-1-1 1 0 0,0 0 0 0 0,1 1-1 0 0,1-1 1 0 0,4 1 157 0 0,-6-1-160 0 0,0 0 1 0 0,0 0-1 0 0,0 0 0 0 0,0 0 1 0 0,1 0-1 0 0,-1 0 1 0 0,0 0-1 0 0,0 0 1 0 0,0-1-1 0 0,0 1 0 0 0,0 0 1 0 0,2-1-1 0 0,15-6 5 0 0,-12 4-16 0 0,0 1 1 0 0,1 0-1 0 0,8-2 0 0 0,-8 3 1 0 0,-1-1 0 0 0,1 0 0 0 0,10-5 0 0 0,8-3 0 0 0,-17 7 0 0 0,27-6 0 0 0,78-16 64 0 0,-108 23-64 0 0,0 1 0 0 0,16 0 0 0 0,30-2 54 0 0,-6-3-44 0 0,16 3-10 0 0,-13-3 0 0 0,82 3 75 0 0,-118 1-46 0 0,-9 1-26 0 0,0 0 0 0 0,0 1 0 0 0,0-1 0 0 0,0 1 0 0 0,0 0 0 0 0,0-1 0 0 0,4 2 0 0 0,96-8-3 0 0,-49 1 0 0 0,-16 4 0 0 0,-25 1 0 0 0,-1 0 0 0 0,1 1 0 0 0,16 1 0 0 0,-13 1 0 0 0,0-1 0 0 0,0 0 0 0 0,0-2 0 0 0,20-2 0 0 0,-26 2 0 0 0,0 0 0 0 0,14 1 0 0 0,-19 0 0 0 0,-1 0 0 0 0,1-1 0 0 0,0 1 0 0 0,5-2 0 0 0,4 1 0 0 0,6 1 18 0 0,1-1 0 0 0,24-4 0 0 0,-16 0 56 0 0,10 1-74 0 0,4-2 0 0 0,-22 3 0 0 0,25-5 0 0 0,-39 7 15 0 0,-5 2-10 0 0,-1-1 1 0 0,0 0 0 0 0,1 0 0 0 0,-1 0 0 0 0,0 0 0 0 0,0-1-1 0 0,1 1 1 0 0,-1 0 0 0 0,0 0 0 0 0,0-1 0 0 0,1 1 0 0 0,-1-1 0 0 0,2 0-1 0 0,23-5 91 0 0,7-3-32 0 0,-10 2-64 0 0,-21 7 0 0 0,3 0 0 0 0,12-1 0 0 0,-13-1-3 0 0,-1 0 4 0 0,15-1 17 0 0,34-1 328 0 0,-15 3-257 0 0,-28 2 188 0 0,-9-1-273 0 0,0 0 0 0 0,1 0 0 0 0,-1 0 0 0 0,0 0 0 0 0,0 0 1 0 0,0 0-1 0 0,0 0 0 0 0,1 0 0 0 0,-1 0 0 0 0,0 0 0 0 0,0 0 0 0 0,0 0 0 0 0,0 0 0 0 0,1 0 0 0 0,-1 0 0 0 0,0 0 0 0 0,0 0 0 0 0,0 0 0 0 0,0 0 0 0 0,1 0 0 0 0,-1 0 0 0 0,0 0 0 0 0,0 0 0 0 0,0 0 0 0 0,0 0 0 0 0,1 0 0 0 0,-1 0 0 0 0,0 0 0 0 0,0-1 0 0 0,0 1 0 0 0,0 0 0 0 0,0 0 0 0 0,1 0 0 0 0,-1 0 0 0 0,0 0 0 0 0,0 0 0 0 0,0-1 0 0 0,0 1 0 0 0,0 0 1 0 0,0 0-1 0 0,3-3 64 0 0,14 2-46 0 0,45 1 210 0 0,-38-3-168 0 0,-7 2-20 0 0,-13-2-1 0 0,23-2-12 0 0,-16 5-21 0 0,-1 0-10 0 0,2 0 0 0 0,7 0 11 0 0,-18 0 42 0 0,-1 0 11 0 0,2 0 0 0 0,4 0-25 0 0,-5 0-98 0 0,-1 0-9 0 0,0 0 4 0 0,0 0 0 0 0,0 0-170 0 0,0 0-718 0 0,0 0-316 0 0,1 1-63 0 0,4 7-12 0 0</inkml:trace>
</inkml:ink>
</file>

<file path=ppt/ink/ink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4:37.6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158 74 920 0 0,'0'0'325'0'0,"0"0"1031"0"0,-1 2 452 0 0,-4 1-880 0 0,1 0 0 0 0,-1 0 0 0 0,0 0 0 0 0,0-1 1 0 0,0 0-1 0 0,-9 3 0 0 0,6-2 148 0 0,-1 0 0 0 0,-11 7 0 0 0,17-8-877 0 0,0 0 0 0 0,0 0 0 0 0,0 0 0 0 0,-1-1 0 0 0,1 0 0 0 0,-6 2 1 0 0,7-2-136 0 0,1-1 1 0 0,-1 1-1 0 0,0 0 1 0 0,1 0 0 0 0,-1 0-1 0 0,0 0 1 0 0,1 0-1 0 0,-1 0 1 0 0,1 0 0 0 0,0 0-1 0 0,-1 1 1 0 0,1-1-1 0 0,0 0 1 0 0,0 1 0 0 0,0-1-1 0 0,0 1 1 0 0,0 0 0 0 0,0-1-1 0 0,0 1 1 0 0,1 0-1 0 0,-1-1 1 0 0,0 1 0 0 0,1 0-1 0 0,0 0 1 0 0,-1 2-1 0 0,1-2 22 0 0,-1 1 0 0 0,1 0-1 0 0,0-1 1 0 0,0 1 0 0 0,0 0-1 0 0,0 0 1 0 0,1-1 0 0 0,-1 1-1 0 0,1 0 1 0 0,0-1 0 0 0,-1 1-1 0 0,1-1 1 0 0,1 1-1 0 0,-1-1 1 0 0,0 1 0 0 0,3 2-1 0 0,-3-2-80 0 0,0-1 0 0 0,1 0 0 0 0,-1 0 0 0 0,1-1 0 0 0,0 1 0 0 0,-1 0 0 0 0,1 0 0 0 0,0-1-1 0 0,0 1 1 0 0,4 1 0 0 0,0 0 5 0 0,1 2 13 0 0,-5-3-10 0 0,0-1 1 0 0,0 1 0 0 0,0-1 0 0 0,0 0 0 0 0,0 0 0 0 0,0 0-1 0 0,1 0 1 0 0,3 1 0 0 0,11 0 78 0 0,-14-2-65 0 0,-1-2 2 0 0,1 1 28 0 0,0 0-1 0 0,0-1 1 0 0,0 0-1 0 0,0 0 1 0 0,0 0 0 0 0,-1 0-1 0 0,1 0 1 0 0,-1 0-1 0 0,0-1 1 0 0,0 1 0 0 0,0-1-1 0 0,2-2 1 0 0,3-4 184 0 0,-5 7-198 0 0,0 0 1 0 0,-1 0-1 0 0,1-1 0 0 0,-1 1 0 0 0,0-1 0 0 0,1 1 0 0 0,-1-1 0 0 0,-1 1 0 0 0,1-1 0 0 0,0 0 0 0 0,0-4 0 0 0,5-13 126 0 0,-5 16-105 0 0,0 1 1 0 0,0-1-1 0 0,-1 0 1 0 0,1 1-1 0 0,-1-1 0 0 0,0 0 1 0 0,0 1-1 0 0,0-1 1 0 0,0 0-1 0 0,-1 1 1 0 0,1-1-1 0 0,-2-3 1 0 0,0-4 34 0 0,1 10-84 0 0,1-1-1 0 0,0 1 1 0 0,-1-1 0 0 0,0 1 0 0 0,1 0-1 0 0,-1-1 1 0 0,0 1 0 0 0,0 0 0 0 0,0-1-1 0 0,0 1 1 0 0,0 0 0 0 0,0 0 0 0 0,0 0-1 0 0,0 0 1 0 0,0 0 0 0 0,0 0 0 0 0,-3-1-1 0 0,3 1 0 0 0,1 1 0 0 0,-1-1-1 0 0,1 1 1 0 0,-1-1 0 0 0,1 1-1 0 0,-1-1 1 0 0,1 0 0 0 0,-1 1-1 0 0,1-1 1 0 0,0 1 0 0 0,-1-1-1 0 0,1 0 1 0 0,0 0-1 0 0,-1-1 1 0 0,1 2-7 0 0,0-1 1 0 0,-1 0-1 0 0,1 1 0 0 0,0-1 1 0 0,0 0-1 0 0,-1 1 0 0 0,1-1 1 0 0,0 0-1 0 0,-1 1 0 0 0,1-1 1 0 0,-1 1-1 0 0,1-1 0 0 0,-1 1 1 0 0,1-1-1 0 0,-1 1 0 0 0,1-1 1 0 0,-1 1-1 0 0,-1-1 0 0 0,-5-3 68 0 0,5 3-55 0 0,0 0 1 0 0,0 0-1 0 0,0 0 1 0 0,-1 0-1 0 0,1 0 1 0 0,0 0-1 0 0,-1 1 1 0 0,1-1-1 0 0,0 1 0 0 0,-1 0 1 0 0,-3-1-1 0 0,1 2 7 0 0,1-1-1 0 0,-1 1 1 0 0,1 0-1 0 0,-1 0 0 0 0,1 1 1 0 0,-1-1-1 0 0,1 1 1 0 0,0 0-1 0 0,0 0 0 0 0,0 0 1 0 0,0 1-1 0 0,0 0 1 0 0,1-1-1 0 0,-1 1 0 0 0,1 0 1 0 0,-1 1-1 0 0,1-1 1 0 0,0 1-1 0 0,0-1 1 0 0,-3 6-1 0 0,4-3-13 0 0,0-1 1 0 0,0 1-1 0 0,0-1 1 0 0,-2 11-1 0 0,2-9-11 0 0,2 15-2 0 0,0-10 0 0 0,5-3 0 0 0,0-1 0 0 0,-3-7 4 0 0,0 0-1 0 0,-1 0 0 0 0,1 0 0 0 0,0-1 1 0 0,-1 1-1 0 0,1-1 0 0 0,0 1 1 0 0,0-1-1 0 0,0 0 0 0 0,0 0 1 0 0,0 0-1 0 0,-1 0 0 0 0,1 0 1 0 0,0 0-1 0 0,0 0 0 0 0,0 0 0 0 0,0-1 1 0 0,0 1-1 0 0,-1-1 0 0 0,4-1 1 0 0,2-1 17 0 0,0-1 0 0 0,0 0 1 0 0,10-7-1 0 0,-14 9-16 0 0,-1 0 1 0 0,0-1-1 0 0,1 1 0 0 0,-1-1 1 0 0,0 1-1 0 0,-1-1 1 0 0,1 0-1 0 0,0 0 0 0 0,1-4 1 0 0,10-14 4 0 0,-9 14-3 0 0,0 1 1 0 0,-1-1-1 0 0,1 0 0 0 0,-1 0 1 0 0,-1 0-1 0 0,1 0 0 0 0,2-15 1 0 0,-4 18-3 0 0,2-6 40 0 0,-3 3-39 0 0,-5-4 76 0 0,3 7-2 0 0,0 2 11 0 0,-10-6-45 0 0,8 8-26 0 0,2 0-17 0 0,-12 1-3 0 0,10 2 0 0 0,2-2 0 0 0,0 1 0 0 0,0-1 0 0 0,0 1 0 0 0,-1-1 0 0 0,1 1 0 0 0,0 0 0 0 0,0 0 0 0 0,1 0 0 0 0,-1 0 0 0 0,0 0 0 0 0,1 0 0 0 0,-3 4 0 0 0,-3 5 0 0 0,5-9 0 0 0,1 0-1 0 0,0 0 1 0 0,0-1 0 0 0,1 1-1 0 0,-1 0 1 0 0,0 0-1 0 0,0 3 1 0 0,-2 4 21 0 0,-2 1-11 0 0,1 1 0 0 0,0 0 0 0 0,1 1 0 0 0,1-1 0 0 0,0 0 1 0 0,0 1-1 0 0,0 20 0 0 0,2-29-12 0 0,0 0 0 0 0,1 0 0 0 0,-1 0 0 0 0,1 0 0 0 0,1 4 0 0 0,0 2 3 0 0,2 2-1 0 0,1-1 0 0 0,5-3 0 0 0,-1-5 0 0 0,-6-2 5 0 0,0 0 0 0 0,0-1 0 0 0,0 1 0 0 0,0-1 0 0 0,0 1 0 0 0,-1-1 0 0 0,1 0 0 0 0,0 0 0 0 0,0 0 0 0 0,-1 0-1 0 0,1 0 1 0 0,0-1 0 0 0,2-2 0 0 0,0 0 10 0 0,-1 0-1 0 0,0 0 1 0 0,0 0-1 0 0,-1 0 1 0 0,6-9-1 0 0,-7 10 0 0 0,-1 0 0 0 0,0 1 0 0 0,1-1 0 0 0,-1 0 0 0 0,0 0 0 0 0,-1 0 0 0 0,1-1 0 0 0,0 1 0 0 0,-1 0 0 0 0,0-5 0 0 0,1 3 1 0 0,-1 1-1 0 0,0-1 1 0 0,-1 1 0 0 0,1 0 0 0 0,-1-1 0 0 0,0 1 0 0 0,-2-8 0 0 0,1 8-2 0 0,-1 1 1 0 0,0-1-1 0 0,1 1 0 0 0,-1 0 1 0 0,0 0-1 0 0,-1 0 1 0 0,-3-3-1 0 0,5 4-13 0 0,-10-7 0 0 0,9 9 0 0 0,0 1 0 0 0,2-3 0 0 0,-1 0 0 0 0,-10 3 0 0 0,-6 6 0 0 0,13-1 0 0 0,1 2 0 0 0,-13 29 0 0 0,16-34 0 0 0,0 0 0 0 0,0 0 0 0 0,1 0 0 0 0,-1 0 0 0 0,1 0 0 0 0,0 0 0 0 0,0 0 0 0 0,0 0 0 0 0,0 1 0 0 0,1 5 0 0 0,-1-8 0 0 0,0 1 0 0 0,1 0 0 0 0,-1-1 0 0 0,0 1 0 0 0,1-1 0 0 0,-1 1 0 0 0,1 0 0 0 0,0-1 0 0 0,0 1 0 0 0,1 2 0 0 0,0 0 0 0 0,-1 0 0 0 0,-1-3 0 0 0,0 0 0 0 0,0 0 0 0 0,0 0 0 0 0,0 0 0 0 0,0-1 0 0 0,1 1 0 0 0,-1 0 0 0 0,0 0 0 0 0,1 0 0 0 0,-1 0 0 0 0,1-1 0 0 0,-1 1 0 0 0,1 0 0 0 0,-1 0 0 0 0,1-1 0 0 0,-1 1 0 0 0,1 0 0 0 0,0-1 0 0 0,-1 1 0 0 0,2 0 0 0 0,6 8 0 0 0,2 2-2 0 0,-7-10 4 0 0,1 0 9 0 0,9 2 32 0 0,-10-4-42 0 0,-1 1 1 0 0,1-1 0 0 0,0 0-1 0 0,0 0 1 0 0,0 0 0 0 0,4-3-1 0 0,-2 2-2 0 0,4-4 1 0 0,15-18 75 0 0,-9 10 22 0 0,-12 8-83 0 0,2-6 88 0 0,-4 9-22 0 0,-1 2-202 0 0,0 0 0 0 0,0 0 0 0 0,0 0 0 0 0,0 0 0 0 0,0 0 0 0 0,0 0-1 0 0,0 0 1 0 0,-1 1 0 0 0,1-1 0 0 0,0 0 0 0 0,0 0 0 0 0,-1 0 0 0 0,1 0 0 0 0,0 0 0 0 0,-1 0-1 0 0,0 0 1 0 0,1 1-1010 0 0</inkml:trace>
</inkml:ink>
</file>

<file path=ppt/ink/ink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9:39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1 9648 0 0,'0'0'216'0'0,"0"0"32"0"0,0 0 12 0 0,0 0 78 0 0,0 0 269 0 0,0 0 117 0 0,0 0 20 0 0,0 0-39 0 0,0 0-190 0 0,0 0-88 0 0,0 0-13 0 0,-1 1 16 0 0,-5 5 82 0 0,5-5 37 0 0,0 1 9 0 0,-12 35 1801 0 0,11-30-2184 0 0,1-1-1 0 0,1 1 1 0 0,-1-1 0 0 0,1 1-1 0 0,0-1 1 0 0,0 1 0 0 0,1-1-1 0 0,2 11 1 0 0,7 22 170 0 0,3 10-45 0 0,-12-42-252 0 0,1 0 0 0 0,-2 0 0 0 0,1 9 0 0 0,-1-15-29 0 0,0 1 0 0 0,1-1 0 0 0,-1 0 0 0 0,0 0 0 0 0,1 1 0 0 0,-1-1 0 0 0,1 0 0 0 0,-1 0-1 0 0,2 2 1 0 0,1 4-37 0 0,-1 11-135 0 0,1 35-1 0 0,2-13 154 0 0,-5-27 0 0 0,-5 22 0 0 0,3-22 0 0 0,-1 22 0 0 0,3-33 5 0 0,0 1 0 0 0,0-1 0 0 0,0 0 0 0 0,1 1 0 0 0,-1-1 0 0 0,1 0 0 0 0,-1 1 0 0 0,2 2 0 0 0,0 2 52 0 0,2 14-88 0 0,0 0-1 0 0,0 36 1 0 0,-3-49 291 0 0,1 1-1 0 0,-1-1 0 0 0,1 0 0 0 0,5 14 0 0 0,-8-11 378 0 0,-1-4-580 0 0,2 14-237 0 0,0-17 139 0 0,1-1 0 0 0,-1 1 0 0 0,0 0 0 0 0,1 0 0 0 0,0 0 0 0 0,0-1 0 0 0,3 8 0 0 0,-4-10 71 0 0,0-1 1 0 0,1 1 0 0 0,-1-1-1 0 0,0 1 1 0 0,0 0 0 0 0,0-1-1 0 0,1 1 1 0 0,-1 0 0 0 0,0 0-1 0 0,0-1 1 0 0,0 1 0 0 0,0 0-1 0 0,-1 0 1 0 0,1 6-98 0 0,7 20-426 0 0,-2-10 473 0 0,-4-15 66 0 0,-1 1 0 0 0,1-1 0 0 0,-1 1 0 0 0,0 0 0 0 0,0-1 1 0 0,0 1-1 0 0,0-1 0 0 0,-1 1 0 0 0,1 0 0 0 0,-1-1 0 0 0,1 1 0 0 0,-1-1 0 0 0,-1 4 0 0 0,2 2-64 0 0,2-6-7 0 0,-1 0-2 0 0,0 11-76 0 0,-1 14 212 0 0,0-4-29 0 0,-1-15-80 0 0,-2 0 0 0 0,2 0 0 0 0,1 1 0 0 0,0-2-18 0 0,2 6-328 0 0,1-10-8801 0 0,-3-3 3099 0 0</inkml:trace>
</inkml:ink>
</file>

<file path=ppt/ink/ink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00.4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 19 920 0 0,'0'0'281'0'0,"0"0"847"0"0,0 0 374 0 0,0 0 70 0 0,0 0-115 0 0,0 0-552 0 0,0 0-244 0 0,0 0-49 0 0,0 0-24 0 0,0 0-56 0 0,0 0-20 0 0,0 0-6 0 0,0 0 0 0 0,0 0 13 0 0,0 0 8 0 0,0 0 1 0 0,-1-2-3 0 0,-3-8 103 0 0,3 4 3286 0 0,-1 6-3711 0 0,2 0-170 0 0,0 0-1 0 0,-1 0 1 0 0,1 0 0 0 0,0 0 0 0 0,-1 0-1 0 0,1 0 1 0 0,0 0 0 0 0,-1 0-1 0 0,1 0 1 0 0,0 0 0 0 0,-1 0 0 0 0,1 0-1 0 0,0 0 1 0 0,-1 0 0 0 0,1 0 0 0 0,0 0-1 0 0,0 0 1 0 0,-1 1 0 0 0,1-1 0 0 0,0 0-1 0 0,-1 0 1 0 0,1 0 0 0 0,0 1-1 0 0,-12 28 458 0 0,11-25-456 0 0,0-1 1 0 0,0 1 0 0 0,1 0-1 0 0,-1-1 1 0 0,1 1 0 0 0,0 0-1 0 0,0-1 1 0 0,2 7-1 0 0,-2-5 0 0 0,1 0-1 0 0,-1 0 1 0 0,0 0-1 0 0,-2 8 0 0 0,-1 8 48 0 0,1 0 0 0 0,-1 38 0 0 0,-2 14 26 0 0,2-30-80 0 0,2-29 24 0 0,0 0-1 0 0,2 27 0 0 0,2 56-34 0 0,3 27-16 0 0,2-9 54 0 0,-2-30-44 0 0,-4-57 35 0 0,-2 51 0 0 0,-1-27-3 0 0,1-42-28 0 0,-5 102 108 0 0,4-100-57 0 0,1-1-1 0 0,1 13 1 0 0,0-14-4 0 0,-2 21 0 0 0,-1 1-3 0 0,2 45 0 0 0,1-26-22 0 0,-1 80-132 0 0,-5-50 266 0 0,1 69-340 0 0,-1-75 197 0 0,0-4 572 0 0,0-1-334 0 0,4 7-145 0 0,1-65-85 0 0,0 1 0 0 0,-1-1-1 0 0,-5 23 1 0 0,4-21 14 0 0,0 1 0 0 0,-1 17-1 0 0,-5 103 210 0 0,3-23 27 0 0,3-80-231 0 0,2 38 1 0 0,1-23-35 0 0,0-18-20 0 0,0-18 0 0 0,-1 0 0 0 0,-1 15 0 0 0,0-7 30 0 0,1 1 0 0 0,1 0 0 0 0,3 22 0 0 0,2 30 42 0 0,-11-3-8 0 0,5-61-59 0 0,0-1 0 0 0,0 1-1 0 0,2 8 1 0 0,-1-9 4 0 0,0 0-1 0 0,-1 1 1 0 0,0 8 0 0 0,-1 2 3 0 0,0 0 1 0 0,4 27 0 0 0,-3-32 13 0 0,1-1-26 0 0,7 150-190 0 0,1-56 554 0 0,-9 171 46 0 0,5-208 704 0 0,-1-32-1282 0 0,-3-29 101 0 0,0-1 1 0 0,0 0-1 0 0,-1 1 0 0 0,0-1 1 0 0,-1 9-1 0 0,1-12 37 0 0,-1 0 1 0 0,1 1-1 0 0,1-1 0 0 0,-1 0 0 0 0,2 7 0 0 0,0 12-7 0 0,-2-13 37 0 0,1 24 0 0 0,-6 36 0 0 0,4-52 11 0 0,0 1 0 0 0,2 21 0 0 0,0-22 5 0 0,-3 37-1 0 0,-1-8 45 0 0,2 51-1 0 0,1-56-27 0 0,-3 1 64 0 0,1-32-67 0 0,2 1 1 0 0,-1-1-1 0 0,2 18 0 0 0,2-3 12 0 0,-1 0 0 0 0,-1-1 0 0 0,-2 1-1 0 0,-4 27 1 0 0,5-49-34 0 0,0 1 1 0 0,0 0-1 0 0,0 0 0 0 0,2 7 0 0 0,-1-7 0 0 0,0 0 1 0 0,-1 0-1 0 0,0 0 0 0 0,0 7 0 0 0,-2 9 4 0 0,1-1 0 0 0,1 1-1 0 0,1 0 1 0 0,1 0 0 0 0,4 23-1 0 0,7 56 25 0 0,-3-12-6 0 0,9 48-29 0 0,-17-115 0 0 0,-2-16 0 0 0,0-1 0 0 0,0 1 0 0 0,1-1 0 0 0,2 8 0 0 0,-1-6 6 0 0,-1 0 1 0 0,0 0-1 0 0,0 0 0 0 0,-1 0 0 0 0,1 7 0 0 0,-1-6 3 0 0,0 0 0 0 0,3 13 0 0 0,11 45 55 0 0,-3-16-77 0 0,-9-41 2 0 0,-1-1 0 0 0,1 0 0 0 0,-1 1 1 0 0,-1-1-1 0 0,1 9 0 0 0,0 5 20 0 0,14 85 44 0 0,3 7-53 0 0,-7-29 0 0 0,-8-66-7 0 0,-3-15 3 0 0,0 1 0 0 0,1 0 0 0 0,-1-1 0 0 0,1 1-1 0 0,0-1 1 0 0,0 1 0 0 0,0-1 0 0 0,1 0-1 0 0,-1 1 1 0 0,3 2 0 0 0,-3-3 3 0 0,1 0-1 0 0,-1-1 1 0 0,0 1 0 0 0,0 0 0 0 0,0 0-1 0 0,0 0 1 0 0,-1 0 0 0 0,1 0 0 0 0,0 5-1 0 0,-3 30 9 0 0,2-30-26 0 0,-1 0-1 0 0,1 0 1 0 0,1 11-1 0 0,0 1-16 0 0,-1-16 27 0 0,0 0 0 0 0,0-1 0 0 0,1 1 0 0 0,-1 0 1 0 0,1-1-1 0 0,0 1 0 0 0,2 5 0 0 0,3 4-28 0 0,-4-8 26 0 0,0 0 0 0 0,0 0 0 0 0,0 0 0 0 0,0 1 1 0 0,-1-1-1 0 0,1 7 0 0 0,-1-7-15 0 0,0 0 0 0 0,0 0 0 0 0,1-1 1 0 0,3 10-1 0 0,3 7-128 0 0,-1-7-515 0 0,-5-12-503 0 0,-7-8 508 0 0,-2-4-925 0 0,0-1-3467 0 0,-1-2-1809 0 0</inkml:trace>
</inkml:ink>
</file>

<file path=ppt/ink/ink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01.4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379 84 8664 0 0,'-1'-2'234'0'0,"0"-1"1"0"0,0 0 0 0 0,0 0 0 0 0,0 0-1 0 0,0 0 1 0 0,1 1 0 0 0,-1-1 0 0 0,1 0-1 0 0,0 0 1 0 0,0 0 0 0 0,0 0 0 0 0,0 0-1 0 0,1-5 1 0 0,0 6 71 0 0,-1 0-1 0 0,0-1 1 0 0,1 1-1 0 0,-1-1 1 0 0,0 1-1 0 0,-1-1 1 0 0,1 1-1 0 0,0 0 1 0 0,-1-1 0 0 0,1 1-1 0 0,-1 0 1 0 0,-1-5-1 0 0,1 6 274 0 0,1 1-99 0 0,0 0-22 0 0,0 0-19 0 0,0 0-408 0 0,-1 0-1 0 0,1-1 1 0 0,0 1-1 0 0,0 0 1 0 0,0 0-1 0 0,-1 0 1 0 0,1 0-1 0 0,0-1 1 0 0,0 1-1 0 0,0 0 1 0 0,-1 0-1 0 0,1 0 1 0 0,0 0-1 0 0,0 0 1 0 0,-1 0-1 0 0,1 0 1 0 0,0 0-1 0 0,0 0 1 0 0,-1 0-1 0 0,1 0 1 0 0,0 0-1 0 0,0 0 1 0 0,-1 0 0 0 0,1 0-1 0 0,0 0 1 0 0,0 0-1 0 0,-1 0 1 0 0,1 0-1 0 0,0 0 1 0 0,0 0-1 0 0,-1 1 1 0 0,-9 1 316 0 0,6 0-254 0 0,-1-1 1 0 0,1 1-1 0 0,0 0 0 0 0,0 1 0 0 0,1-1 1 0 0,-1 1-1 0 0,1 0 0 0 0,-1 0 0 0 0,1 0 1 0 0,0 0-1 0 0,0 1 0 0 0,0-1 1 0 0,-2 5-1 0 0,-5 7 143 0 0,-16 30-1 0 0,4-4-205 0 0,12-24-15 0 0,-14 31 0 0 0,8-7 480 0 0,-37 67 0 0 0,-28 37-831 0 0,66-116 91 0 0,9-16-148 0 0,-15 22 1 0 0,7-11-326 0 0,13-22-86 0 0,1-2-175 0 0,0 0-1029 0 0,0 0-3962 0 0</inkml:trace>
</inkml:ink>
</file>

<file path=ppt/ink/ink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01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57 1376 0 0,'0'-2'107'0'0,"-3"-14"1048"0"0,3 13-294 0 0,0 0 1 0 0,0 1-1 0 0,-1-1 1 0 0,0 0-1 0 0,1 0 0 0 0,-3-3 1 0 0,2 4 1494 0 0,1 2-970 0 0,0 0-423 0 0,0 0-88 0 0,10-8 671 0 0,-8 7-1417 0 0,-1 1-1 0 0,1-1 0 0 0,0 0 0 0 0,0 0 1 0 0,0 1-1 0 0,0-1 0 0 0,1 1 1 0 0,-1 0-1 0 0,0-1 0 0 0,0 1 1 0 0,0 0-1 0 0,0 0 0 0 0,0 0 1 0 0,0 1-1 0 0,0-1 0 0 0,0 1 1 0 0,0-1-1 0 0,0 1 0 0 0,0-1 1 0 0,4 3-1 0 0,3 1-15 0 0,-1 1 0 0 0,0 0 0 0 0,10 7 0 0 0,-8-4 243 0 0,-2-3-288 0 0,-1 0 0 0 0,0 0 1 0 0,0 0-1 0 0,-1 1 0 0 0,1 0 0 0 0,-1 0 1 0 0,-1 1-1 0 0,1 0 0 0 0,5 10 0 0 0,-2-5-1 0 0,0 0-1 0 0,1 0 1 0 0,21 20-1 0 0,-5-6-5 0 0,-13-12-28 0 0,-1 1 0 0 0,-1 0 0 0 0,0 0 0 0 0,-1 1 0 0 0,-1 1 0 0 0,10 23 0 0 0,-16-32-178 0 0,0 1 0 0 0,4 14 1 0 0,-3-1-3513 0 0,-2-8 977 0 0,-1-10-2638 0 0</inkml:trace>
</inkml:ink>
</file>

<file path=ppt/ink/ink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02.1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94 3224 0 0,'3'-2'958'0'0,"0"0"-1"0"0,-1-1 1 0 0,1 1 0 0 0,-1-1-1 0 0,1 0 1 0 0,-1 0 0 0 0,3-4-1 0 0,-3 4-323 0 0,0 0 0 0 0,0 0 0 0 0,0 1 0 0 0,0-1 0 0 0,1 0 0 0 0,0 1 0 0 0,5-5 0 0 0,10-5 576 0 0,-14 9-940 0 0,0 0 0 0 0,-1 0-1 0 0,1 1 1 0 0,1-1 0 0 0,-1 1-1 0 0,0 0 1 0 0,8-2 0 0 0,-1-1 316 0 0,-11 4-568 0 0,1 1 0 0 0,-1 0 1 0 0,1-1-1 0 0,-1 1 1 0 0,1 0-1 0 0,-1 0 1 0 0,1-1-1 0 0,-1 1 1 0 0,1 0-1 0 0,0 0 1 0 0,-1 0-1 0 0,1 0 1 0 0,-1 0-1 0 0,1 0 1 0 0,-1 0-1 0 0,1 0 1 0 0,0 0-1 0 0,-1 0 0 0 0,1 0 1 0 0,-1 0-1 0 0,1 0 1 0 0,0 0-1 0 0,1 1 7 0 0,0 0-1 0 0,0 0 0 0 0,0 0 0 0 0,-1 0 0 0 0,1 0 0 0 0,-1 1 1 0 0,1-1-1 0 0,-1 0 0 0 0,1 1 0 0 0,-1-1 0 0 0,0 1 0 0 0,1 0 0 0 0,-1-1 1 0 0,0 1-1 0 0,0 0 0 0 0,0 0 0 0 0,0 0 0 0 0,0 2 0 0 0,1-1-16 0 0,-1 1-1 0 0,0 0 0 0 0,0-1 1 0 0,-1 1-1 0 0,1 0 0 0 0,-1-1 0 0 0,1 1 1 0 0,-1 0-1 0 0,-1 6 0 0 0,-12 27 179 0 0,12-29-185 0 0,0-1 1 0 0,-1 1 0 0 0,0-1 0 0 0,0 0 0 0 0,-5 8-1 0 0,4-8 14 0 0,1-1 0 0 0,0 1 1 0 0,0 0-1 0 0,-2 9 0 0 0,3-8-3 0 0,-1 0 1 0 0,-5 13 0 0 0,4-12-72 0 0,7 0 44 0 0,0-5 15 0 0,-1 0 0 0 0,1 0 0 0 0,1 0 0 0 0,7 5 0 0 0,-8-8 0 0 0,1 0 0 0 0,-1 0 0 0 0,0 0 0 0 0,0-1 0 0 0,0 1 0 0 0,1-1 0 0 0,-1 0 0 0 0,0-1 0 0 0,0 1 0 0 0,6-2 0 0 0,6-2 0 0 0,21-8 0 0 0,-5 1 0 0 0,-7 3-749 0 0,23-5-4905 0 0,-39 13-670 0 0</inkml:trace>
</inkml:ink>
</file>

<file path=ppt/ink/ink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27.6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7 6448 0 0,'0'0'297'0'0,"0"0"-9"0"0,-2 2-49 0 0,-1 0-920 0 0,-4 5 9395 0 0,5-4-7733 0 0,1-3-789 0 0,1 0-7 0 0,0 0-5 0 0,0 0-16 0 0,0 0-4 0 0,0 0 0 0 0,-5 4 94 0 0,3-2-66 0 0,3-1 794 0 0,10 0-899 0 0,-6 0-47 0 0,0-1 0 0 0,0 0 0 0 0,9-1 0 0 0,39-2 108 0 0,-4 1-91 0 0,26-5 22 0 0,-27 3-22 0 0,25-1-282 0 0,-68 5 261 0 0,-1 0 0 0 0,1 0 1 0 0,-1 0-1 0 0,9 2 0 0 0,8 1 55 0 0,60-3-170 0 0,-65-3-63 0 0,-14 2 156 0 0,-1 1-1 0 0,1-1 1 0 0,0 1-1 0 0,-1-1 1 0 0,1 1-1 0 0,0 0 1 0 0,-1 0-1 0 0,1 0 1 0 0,0 0-1 0 0,-1 0 1 0 0,1 0-1 0 0,1 1 1 0 0,1 0 13 0 0,0-1 0 0 0,-1 1 0 0 0,1-1 0 0 0,0 0 0 0 0,-1 0 0 0 0,1 0-1 0 0,0 0 1 0 0,4-2 0 0 0,-6 2-21 0 0,0-1 0 0 0,0 1-1 0 0,0 0 1 0 0,-1 0-1 0 0,1 0 1 0 0,0 0-1 0 0,0 0 1 0 0,0 1-1 0 0,3 0 1 0 0,-1 0 5 0 0,-1-1 0 0 0,1 1 0 0 0,0-1 0 0 0,0 0 1 0 0,0 0-1 0 0,1 0 0 0 0,-1 0 0 0 0,-1-1 0 0 0,8-1 0 0 0,-5 1 93 0 0,1 1 0 0 0,13 0-1 0 0,-15 0-4 0 0,0 0-1 0 0,0 0 0 0 0,0 0 1 0 0,-1 0-1 0 0,10-3 0 0 0,-14 3-81 0 0,0 0 0 0 0,1 0-1 0 0,-1 0 1 0 0,1 0-1 0 0,-1 0 1 0 0,1 0 0 0 0,-1 0-1 0 0,0 0 1 0 0,1 0-1 0 0,-1 0 1 0 0,1 0 0 0 0,-1 0-1 0 0,0 0 1 0 0,1 0-1 0 0,-1 1 1 0 0,1-1 0 0 0,-1 0-1 0 0,1 0 1 0 0,2 2 37 0 0,47-5 1052 0 0,-48 3-1180 0 0,21 0 702 0 0,-7-2-167 0 0,-13 2-424 0 0,-1-1-1 0 0,0 1 1 0 0,1 0-1 0 0,-1-1 1 0 0,1 1-1 0 0,-1 0 1 0 0,0 1-1 0 0,1-1 0 0 0,-1 0 1 0 0,5 2-1 0 0,-6-1 40 0 0,5-2 2 0 0,-3 0-80 0 0,11 6 197 0 0,-13-5-170 0 0,1 1 1 0 0,-1 0-1 0 0,0 0 1 0 0,0-1-1 0 0,0 1 1 0 0,0 0-1 0 0,0 0 1 0 0,0 0-1 0 0,0 0 0 0 0,-1 1 1 0 0,1-1-1 0 0,0 0 1 0 0,0 2-1 0 0,0-2 12 0 0,0 1 57 0 0,-1-2 4 0 0,2 2 2 0 0,-1 0-67 0 0,1 0 0 0 0,-1 1 0 0 0,1-1 0 0 0,-1 1 0 0 0,0-1 0 0 0,0 1 0 0 0,0-1 0 0 0,0 1 0 0 0,0 5 0 0 0,-1-6 73 0 0,5 10 106 0 0,-4 3 8 0 0,0-1-1 0 0,-1 29 0 0 0,-1-12-21 0 0,1 126 302 0 0,0-150-489 0 0,1 0 0 0 0,2 12-1 0 0,2 12-10 0 0,-5-27 13 0 0,0 1 0 0 0,1-1 0 0 0,0 1-1 0 0,0-1 1 0 0,3 7 0 0 0,-3-7 2 0 0,1 0-1 0 0,-1 0 1 0 0,0 0 0 0 0,0 0 0 0 0,0 6 0 0 0,-2-9-11 0 0,1 0 1 0 0,0 0 0 0 0,0-1-1 0 0,0 1 1 0 0,0 0 0 0 0,0 0-1 0 0,0-1 1 0 0,0 1 0 0 0,0 0-1 0 0,0 0 1 0 0,0 0 0 0 0,0-1-1 0 0,1 1 1 0 0,-1 0 0 0 0,0 0 0 0 0,1-1-1 0 0,-1 1 1 0 0,0 0 0 0 0,1 0-1 0 0,1 2 8 0 0,12 39 45 0 0,-13-34-42 0 0,-1-7 48 0 0,1 0 26 0 0,3 5-42 0 0,-4-4-110 0 0,0-2-14 0 0,0 0-38 0 0,0 3-336 0 0,0-3-6127 0 0,0 0-551 0 0</inkml:trace>
</inkml:ink>
</file>

<file path=ppt/ink/ink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28.0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52 11976 0 0,'0'0'266'0'0,"0"0"44"0"0,0 0 15 0 0,0 0-26 0 0,0 0-59 0 0,0 0 490 0 0,0 0 240 0 0,0 0 43 0 0,0 0-87 0 0,0 0-399 0 0,0 0-170 0 0,0 0-34 0 0,0 0-24 0 0,0 0-65 0 0,0 0-30 0 0,0 0-4 0 0,2 0 42 0 0,2 2-62 0 0,0-1 1 0 0,1 0-1 0 0,-1 0 1 0 0,0 0-1 0 0,1-1 1 0 0,-1 1-1 0 0,1-1 1 0 0,0 0-1 0 0,-1-1 1 0 0,9-1-1 0 0,-11 2-189 0 0,1 0-1 0 0,0-1 1 0 0,-1 1 0 0 0,1 0-1 0 0,-1 0 1 0 0,5 1 0 0 0,-4 0 10 0 0,-1-1 1 0 0,1 0-1 0 0,-1 0 1 0 0,1 0-1 0 0,0 0 1 0 0,-1 0-1 0 0,6-1 1 0 0,18-5 21 0 0,33-2-1 0 0,18-4-1 0 0,-55 7-24 0 0,-9 1 11 0 0,-1 2 0 0 0,1-1-1 0 0,16 0 1 0 0,-21 3 64 0 0,0-1 0 0 0,0 0 0 0 0,11-3 0 0 0,-9 2 7 0 0,1 0 0 0 0,0 1 0 0 0,16 0 0 0 0,-6 1-368 0 0,-4 2-3152 0 0,-16-1 2609 0 0,-1-1-86 0 0,0 0-916 0 0,0 0-3627 0 0</inkml:trace>
</inkml:ink>
</file>

<file path=ppt/ink/ink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28.7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82 2304 0 0,'0'0'101'0'0,"-2"1"1"0"0,0-1 406 0 0,0 1 1 0 0,0 0-1 0 0,0-1 1 0 0,0 1 0 0 0,0-1-1 0 0,0 0 1 0 0,0 1-1 0 0,0-1 1 0 0,0 0 0 0 0,0 0-1 0 0,0-1 1 0 0,0 1-1 0 0,0 0 1 0 0,-3-2 0 0 0,-10 0 3527 0 0,8 2-3499 0 0,6 0 20 0 0,1 0 175 0 0,0 0 72 0 0,0 0 17 0 0,-5 0-21 0 0,5 0-755 0 0,0 0 0 0 0,0 0 0 0 0,0-1 1 0 0,0 1-1 0 0,-1 0 0 0 0,1 0 0 0 0,0 0 1 0 0,0 0-1 0 0,0 0 0 0 0,0 0 1 0 0,0 0-1 0 0,0 0 0 0 0,0 0 0 0 0,0 0 1 0 0,0 0-1 0 0,0 0 0 0 0,0 0 0 0 0,0 0 1 0 0,0 0-1 0 0,-1 0 0 0 0,1 0 0 0 0,0 0 1 0 0,0 0-1 0 0,0 0 0 0 0,0 0 1 0 0,0 0-1 0 0,0 0 0 0 0,0 0 0 0 0,0 0 1 0 0,0 0-1 0 0,0 0 0 0 0,0 0 0 0 0,0 0 1 0 0,0 0-1 0 0,0 0 0 0 0,-1 1 0 0 0,1-1 1 0 0,0 0-1 0 0,0 0 0 0 0,0 0 0 0 0,0 0 1 0 0,0 0-1 0 0,0 0 0 0 0,0 0 1 0 0,0 0-1 0 0,0 0 0 0 0,0 0 0 0 0,0 0 1 0 0,0 0-1 0 0,0 0 0 0 0,0 0 0 0 0,0 0 1 0 0,0 1-1 0 0,0-1 0 0 0,0 0 0 0 0,0 0 1 0 0,0 0-1 0 0,0 0 0 0 0,0 0 1 0 0,0 0-1 0 0,0 0 0 0 0,0 0 0 0 0,0 0 1 0 0,0 0-1 0 0,0 0 0 0 0,0 1 0 0 0,6 4 8 0 0,-4-4 75 0 0,0 1 0 0 0,0 0-1 0 0,0 0 1 0 0,0 0 0 0 0,0 1-1 0 0,1 2 1 0 0,-2-4-55 0 0,0-1 0 0 0,0 1 0 0 0,0 0 0 0 0,-1 0 0 0 0,1-1 0 0 0,0 1 0 0 0,0-1 0 0 0,1 1 0 0 0,-1 0 0 0 0,0-1-1 0 0,0 0 1 0 0,0 1 0 0 0,2-1 0 0 0,2 2 7 0 0,103 45-760 0 0,-101-44 738 0 0,-1 0 0 0 0,-1 1-1 0 0,1-1 1 0 0,0 1 0 0 0,-1 0-1 0 0,0 1 1 0 0,6 5 0 0 0,11 9 128 0 0,-13-11-167 0 0,16 16-1 0 0,17 16-43 0 0,-40-38 2 0 0,-1-1 0 0 0,0 0 0 0 0,1 0-1 0 0,-1 1 1 0 0,0-1 0 0 0,0 1 0 0 0,0-1 0 0 0,0 1-1 0 0,0-1 1 0 0,0 1 0 0 0,0 2 0 0 0,2 0-167 0 0,1-3 89 0 0,15 14 10 0 0,-16-13 91 0 0,1-1 0 0 0,10 12 0 0 0,-5-4 0 0 0,2 0 0 0 0,-4-1 0 0 0,0-4 16 0 0,-6-4 13 0 0,0 0 0 0 0,0 1 0 0 0,0-1 0 0 0,-1 0 0 0 0,1 1 0 0 0,0-1 0 0 0,0 0 0 0 0,0 0 0 0 0,0 0 0 0 0,0 0 0 0 0,0 0 0 0 0,0 0 0 0 0,0 0 0 0 0,0 0 0 0 0,0 0 0 0 0,0 0 0 0 0,0 0 0 0 0,2-1 0 0 0,-2 0 278 0 0,0 1-258 0 0,0 0 1 0 0,0-1 0 0 0,0 1-1 0 0,0 0 1 0 0,0-1 0 0 0,0 1-1 0 0,0-1 1 0 0,0 1 0 0 0,0-1-1 0 0,0 0 1 0 0,-1 1 0 0 0,1-1-1 0 0,0 0 1 0 0,0 1 0 0 0,0-2-1 0 0,0 1-40 0 0,1-1 26 0 0,-1 1-1 0 0,0 0 1 0 0,1-1-1 0 0,-1 1 1 0 0,0-1-1 0 0,0 1 1 0 0,0-1-1 0 0,0 1 0 0 0,-1-1 1 0 0,2-3-1 0 0,7-12 118 0 0,-5-1-58 0 0,-2 9 211 0 0,0 0-1 0 0,5-14 1 0 0,-2 11-116 0 0,-2 0 0 0 0,4-14 0 0 0,1-6 6 0 0,-4 20-160 0 0,-1 1 8 0 0,0 0 0 0 0,1 1-1 0 0,0-1 1 0 0,1 1 0 0 0,0 0-1 0 0,7-9 1 0 0,-11 17-43 0 0,1 0 0 0 0,-1 1 0 0 0,0-1 0 0 0,1 0 0 0 0,-1 0 0 0 0,0 0 0 0 0,0 0 0 0 0,-1-1 0 0 0,1 1 0 0 0,0 0 0 0 0,-1 0 0 0 0,1 0 0 0 0,-1-5 0 0 0,0 5 12 0 0,1 0 0 0 0,-1 0 0 0 0,0 0 0 0 0,1 0 0 0 0,0 0 0 0 0,-1 0 0 0 0,1 0 0 0 0,1-3 0 0 0,-1 4 4 0 0,0-1-1 0 0,-1 0 1 0 0,1 1-1 0 0,-1-1 1 0 0,1 0-1 0 0,-1 0 1 0 0,1-3-1 0 0,1-7 1096 0 0,-1 7-3358 0 0,-1 0-8747 0 0,0 5 8501 0 0</inkml:trace>
</inkml:ink>
</file>

<file path=ppt/ink/ink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29.1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135 1 9792 0 0,'0'0'222'0'0,"0"0"30"0"0,0 0 18 0 0,0 0 47 0 0,0 0 190 0 0,0 0 79 0 0,-2 0 20 0 0,-1 0-443 0 0,0 0 1 0 0,-1 1-1 0 0,1-1 1 0 0,0 1 0 0 0,-1 0-1 0 0,1 0 1 0 0,0 0 0 0 0,0 0-1 0 0,0 0 1 0 0,0 1-1 0 0,-4 2 1 0 0,-2 2-28 0 0,1 1 0 0 0,-10 10 0 0 0,-4 2-410 0 0,-1-5-537 0 0,12-5 389 0 0</inkml:trace>
</inkml:ink>
</file>

<file path=ppt/ink/ink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29.8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31 6912 0 0,'0'0'528'0'0,"0"0"-172"0"0,0 0 541 0 0,0 0 272 0 0,0 0 58 0 0,0 0-30 0 0,0 0-173 0 0,0 0-80 0 0,0 0-14 0 0,-1 1-36 0 0,-3 0-579 0 0,0 0-1 0 0,1 1 0 0 0,-1 0 1 0 0,1 0-1 0 0,0 0 1 0 0,0 0-1 0 0,0 1 0 0 0,0-1 1 0 0,0 1-1 0 0,0-1 0 0 0,1 1 1 0 0,-1 0-1 0 0,1 0 1 0 0,0 0-1 0 0,0 1 0 0 0,0-1 1 0 0,0 1-1 0 0,0-1 1 0 0,-1 6-1 0 0,2-8-289 0 0,-1 5 37 0 0,-1-1 0 0 0,1 1 1 0 0,0-1-1 0 0,0 1 0 0 0,1 0 0 0 0,-1 0 1 0 0,1 0-1 0 0,1 0 0 0 0,-1 0 0 0 0,1 0 1 0 0,1 11-1 0 0,0-2 219 0 0,-1-12-217 0 0,0-1-1 0 0,0 1 0 0 0,0-1 1 0 0,0 1-1 0 0,1 0 0 0 0,-1-1 1 0 0,1 0-1 0 0,0 1 0 0 0,1 2 1 0 0,12 37-22 0 0,-7-31-42 0 0,-2-9 0 0 0,-3-2 0 0 0,1 2 0 0 0,-1 0 0 0 0,0-1 0 0 0,1 1 0 0 0,-1-1 0 0 0,1 1 0 0 0,-1-1 0 0 0,1 0 0 0 0,0 0 0 0 0,-1 0 0 0 0,1-1 0 0 0,0 1 0 0 0,5 0 0 0 0,0-1 0 0 0,-1 1 0 0 0,1-1 0 0 0,-1 0 0 0 0,0 0 0 0 0,0-1 0 0 0,0 0 0 0 0,8-3 0 0 0,5 1 0 0 0,-16 2 0 0 0,1-1 0 0 0,-1 1 0 0 0,1-1 0 0 0,-1 1 0 0 0,0-1 0 0 0,0 0 0 0 0,0-1 0 0 0,7-4 0 0 0,-2-1 0 0 0,0 1 0 0 0,10-12 0 0 0,-13 12 30 0 0,0 0 0 0 0,0 0 0 0 0,-1 0 0 0 0,0-1 0 0 0,0 0 0 0 0,-1 0 0 0 0,6-15 0 0 0,-9 17 8 0 0,0 1-1 0 0,-1 0 1 0 0,0-1 0 0 0,0 1-1 0 0,0-1 1 0 0,0 1-1 0 0,-1 0 1 0 0,0-1 0 0 0,-2-6-1 0 0,0 0 88 0 0,3 11-99 0 0,0-1 1 0 0,0 1-1 0 0,-1-1 0 0 0,1 1 0 0 0,-1-1 1 0 0,1 1-1 0 0,-1-1 0 0 0,0 1 0 0 0,1-1 1 0 0,-1 1-1 0 0,-1-2 0 0 0,-1-1 44 0 0,0 0 0 0 0,0 1-1 0 0,-1-1 1 0 0,1 1 0 0 0,-1 0 0 0 0,0 0-1 0 0,1 0 1 0 0,-1 0 0 0 0,-1 1-1 0 0,1-1 1 0 0,0 1 0 0 0,-1 0 0 0 0,-4-1-1 0 0,-12-3-69 0 0,17 5 0 0 0,-1-1 0 0 0,1 1 0 0 0,0 0 0 0 0,-1 1 0 0 0,-5-1 0 0 0,3 1-16 0 0,0-1-167 0 0,-1 1-1 0 0,1 0 0 0 0,-1 1 0 0 0,1 0 1 0 0,-1 0-1 0 0,1 1 0 0 0,-1-1 1 0 0,-12 6-1 0 0,19-6 23 0 0,0-1 1 0 0,0 0 0 0 0,1 1-1 0 0,-1-1 1 0 0,0 1-1 0 0,0 0 1 0 0,0-1-1 0 0,1 1 1 0 0,-1 0 0 0 0,0-1-1 0 0,0 1 1 0 0,1 0-1 0 0,-1 0 1 0 0,0 1-1 0 0,0 0-1204 0 0,1-2-10 0 0</inkml:trace>
</inkml:ink>
</file>

<file path=ppt/ink/ink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30.6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1 3224 0 0,'0'0'469'0'0,"0"0"763"0"0,0 0 339 0 0,0 0 70 0 0,0 0-140 0 0,0 0-641 0 0,0 0-277 0 0,0 0-58 0 0,0 0-66 0 0,-1 1-232 0 0,0 1-180 0 0,-2 9 133 0 0,2-7-107 0 0,1-3-255 0 0,0 0 0 0 0,0 1 0 0 0,0-1 0 0 0,-1 0 0 0 0,1 1 0 0 0,0-1 1 0 0,-1 0-1 0 0,1 0 0 0 0,-1 1 0 0 0,1-1 0 0 0,-2 2 0 0 0,0 1-1125 0 0,1 8-2619 0 0</inkml:trace>
</inkml:ink>
</file>

<file path=ppt/ink/ink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50.5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35 3224 0 0,'0'0'143'0'0,"0"0"190"0"0,0 0 696 0 0,0-2 304 0 0,-9-13 3555 0 0,9 14-4286 0 0,0 1-137 0 0,0 0-60 0 0,0 0-11 0 0,-6-4 1195 0 0,6 4-1515 0 0,-3-1 476 0 0,12-2-195 0 0,4-1-357 0 0,-8 3 3 0 0,-2 2 13 0 0,0-1 59 0 0,-2 0 42 0 0,3 0-57 0 0,-3 0-45 0 0,1 1 0 0 0,-1-1-1 0 0,1 0 1 0 0,-1 0 0 0 0,1 0 0 0 0,0-1 0 0 0,-1 1 0 0 0,1 0 0 0 0,-1 0 0 0 0,1-1 0 0 0,-1 1 0 0 0,0-1 0 0 0,3 0 0 0 0,-2 0-99 0 0,-2 1-31 0 0,0 0 17 0 0,0 0 11 0 0,0 0-74 0 0,0 0-317 0 0,0 0-153 0 0,0 0-35 0 0</inkml:trace>
</inkml:ink>
</file>

<file path=ppt/ink/ink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51.2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 2760 0 0,'0'0'388'0'0,"0"0"589"0"0,0 0 263 0 0,0 0 52 0 0,0 0-132 0 0,0 0-599 0 0,0 0-265 0 0,0 0-52 0 0,0 0 27 0 0,0 0 156 0 0,0 0 70 0 0,0 0 14 0 0,0 0 3 0 0,0 0 13 0 0,0 2 8 0 0,-5 36 1715 0 0,5-2-1672 0 0,0-34-758 0 0,1-1 26 0 0,3 5 140 0 0,-4-4 94 0 0,0-2 22 0 0,0 0 30 0 0,0 0 18 0 0,0 0 2 0 0,0 0-38 0 0,6-18 1129 0 0,-3-20 143 0 0,-3 37-1258 0 0,0 1 0 0 0,0 0 0 0 0,0 0 0 0 0,0 0 0 0 0,0 0 0 0 0,0 0-5 0 0,0 0-24 0 0,0 0-17 0 0,0 0-2 0 0,0 0-2 0 0,0 0-38 0 0,0 0-116 0 0,0 0-55 0 0,0 0-12 0 0,-1 1-233 0 0,-5 2-973 0 0,4-2-413 0 0</inkml:trace>
</inkml:ink>
</file>

<file path=ppt/ink/ink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36.7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509 20 7224 0 0,'0'0'330'0'0,"0"0"-7"0"0,0 0-110 0 0,0 0 297 0 0,-1-2 148 0 0,0 0-321 0 0,0 1 1 0 0,0-1-1 0 0,0 1 0 0 0,0-1 0 0 0,0 1 0 0 0,0-1 0 0 0,-1 1 0 0 0,-1-2 0 0 0,2 2-237 0 0,0 1-1 0 0,0 0 1 0 0,0-1-1 0 0,0 1 1 0 0,1 0-1 0 0,-1 0 1 0 0,0 0-1 0 0,0-1 1 0 0,0 1-1 0 0,0 0 0 0 0,0 0 1 0 0,0 0-1 0 0,0 0 1 0 0,1 1-1 0 0,-1-1 1 0 0,0 0-1 0 0,0 0 1 0 0,0 0-1 0 0,0 1 1 0 0,0-1-1 0 0,-1 1 1 0 0,-5 4 223 0 0,0-1-1 0 0,1 1 1 0 0,-1 0 0 0 0,1 1-1 0 0,0 0 1 0 0,1 0 0 0 0,-1 0 0 0 0,-5 9-1 0 0,5-7-100 0 0,-22 33 534 0 0,13-16-538 0 0,-28 43 344 0 0,-12 18 137 0 0,-59 57-1062 0 0,85-106 363 0 0,22-27 0 0 0,0 0 0 0 0,-1-1 0 0 0,-12 12 0 0 0,-6 5-208 0 0,21-19-226 0 0,-1-1 0 0 0,0-1 0 0 0,0 1-1 0 0,0-1 1 0 0,-11 7 0 0 0,8-8-5640 0 0</inkml:trace>
</inkml:ink>
</file>

<file path=ppt/ink/ink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37.1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21 103 8288 0 0,'-16'-19'638'0'0,"15"19"-626"0"0,1-1-1 0 0,-1 0 0 0 0,1 0 0 0 0,0 1 1 0 0,-1-1-1 0 0,1 0 0 0 0,0 0 0 0 0,-1 0 1 0 0,1 1-1 0 0,0-1 0 0 0,0 0 0 0 0,0 0 1 0 0,0 0-1 0 0,0 0 0 0 0,0 0 0 0 0,0 0 0 0 0,0 1 1 0 0,0-1-1 0 0,0 0 0 0 0,1 0 0 0 0,-1 0 1 0 0,0 0-1 0 0,1 0 0 0 0,9-15 914 0 0,-5 10-203 0 0,-1 0 64 0 0,0 1 0 0 0,1-1 0 0 0,9-7 0 0 0,-12 12-661 0 0,0-1 1 0 0,0 1 0 0 0,0 0-1 0 0,1 0 1 0 0,-1 0 0 0 0,1 0-1 0 0,-1 0 1 0 0,0 0 0 0 0,1 0-1 0 0,-1 1 1 0 0,1 0 0 0 0,0-1 0 0 0,3 1-1 0 0,-2 0 37 0 0,-1 1-1 0 0,1-1 0 0 0,-1 1 1 0 0,1 0-1 0 0,-1 0 1 0 0,0 0-1 0 0,1 0 0 0 0,-1 1 1 0 0,0-1-1 0 0,0 1 1 0 0,0 0-1 0 0,0 0 1 0 0,0 0-1 0 0,-1 0 0 0 0,1 1 1 0 0,-1-1-1 0 0,4 5 1 0 0,4 4 221 0 0,-1 1-1 0 0,12 24 1 0 0,-14-24-248 0 0,16 34-124 0 0,-17-32-206 0 0,13 21-1 0 0,4 1 670 0 0,-15-20-450 0 0,2-1 0 0 0,0 0 1 0 0,1 0-1 0 0,0-1 0 0 0,22 20 0 0 0,-17-20-433 0 0,-9-7-436 0 0,0-1 0 0 0,0-1 0 0 0,15 10 0 0 0,-10-8-646 0 0,-2-1-11 0 0</inkml:trace>
</inkml:ink>
</file>

<file path=ppt/ink/ink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37.7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227 0 10104 0 0,'0'0'464'0'0,"0"0"-10"0"0,0 0-220 0 0,0 0 160 0 0,0 0 101 0 0,0 0 17 0 0,0 0 48 0 0,0 0 173 0 0,0 0 71 0 0,3 1 18 0 0,6 2-62 0 0,-8-2-728 0 0,-1-1 0 0 0,0 0 1 0 0,1 1-1 0 0,-1-1 0 0 0,0 1 1 0 0,1-1-1 0 0,-1 0 0 0 0,0 1 1 0 0,1-1-1 0 0,-1 1 0 0 0,0-1 1 0 0,0 1-1 0 0,1-1 0 0 0,-1 1 1 0 0,0-1-1 0 0,0 1 0 0 0,0-1 1 0 0,0 1-1 0 0,0-1 0 0 0,1 1 1 0 0,-1-1-1 0 0,0 1 0 0 0,-1 0 1 0 0,1 0 53 0 0,1 1-27 0 0,-1 0 1 0 0,1 0-1 0 0,-1 0 0 0 0,0 0 0 0 0,0 0 1 0 0,0 0-1 0 0,0 0 0 0 0,0 0 0 0 0,0 0 1 0 0,-1 0-1 0 0,1 0 0 0 0,-1 0 0 0 0,1 0 1 0 0,-1-1-1 0 0,0 1 0 0 0,0 0 0 0 0,0 0 1 0 0,0 0-1 0 0,0-1 0 0 0,0 1 0 0 0,0-1 1 0 0,0 1-1 0 0,-1-1 0 0 0,-1 2 0 0 0,-2 3 47 0 0,-1 0-1 0 0,1 0 0 0 0,0 0 1 0 0,-7 14-1 0 0,7-13-34 0 0,1 0 1 0 0,-1 0-1 0 0,0-1 0 0 0,-1 0 1 0 0,-7 8-1 0 0,-83 73 1158 0 0,80-73-998 0 0,11-10-68 0 0,-1 0-1 0 0,1 1 0 0 0,-7 8 0 0 0,-1 0 78 0 0,8-7-229 0 0,5-6-10 0 0,0 0-1 0 0,0 1 1 0 0,0-1 0 0 0,0 0-1 0 0,0 0 1 0 0,0 0-1 0 0,0 0 1 0 0,0 0 0 0 0,0 0-1 0 0,0 0 1 0 0,0 0 0 0 0,0 0-1 0 0,0 0 1 0 0,0 0 0 0 0,0 0-1 0 0,0 0 1 0 0,0 0-1 0 0,0 0 1 0 0,0 0 0 0 0,0 0-1 0 0,0 0 1 0 0,0 0 0 0 0,0 0-1 0 0,0 0 1 0 0,0 0 0 0 0,0 1-1 0 0,0-1 1 0 0,0 0-1 0 0,0 0 1 0 0,0 0 0 0 0,0 0-1 0 0,0 0 1 0 0,0 0 0 0 0,0 0-1 0 0,0 0 1 0 0,0 0 0 0 0,0 0-1 0 0,0 0 1 0 0,0 0-1 0 0,0 0 1 0 0,0 0 0 0 0,0 0-1 0 0,0 0 1 0 0,0 0 0 0 0,0 0-1 0 0,0 0 1 0 0,0 0 0 0 0,0 0-1 0 0,0 0 1 0 0,0 0-1 0 0,0 0 1 0 0,1 0 0 0 0,-1 1-1 0 0,0-1 1 0 0,0 0 0 0 0,0 0-1 0 0,0 0 1 0 0,0 0 0 0 0,0 0-1 0 0,0 0 1 0 0,0 0-1 0 0,0 0 1 0 0,0 0 0 0 0,0 0-1 0 0,0 0 1 0 0,0 0 0 0 0,2 0 0 0 0,0 1 0 0 0,0 0 0 0 0,0-1 0 0 0,1 1 0 0 0,-1-1 0 0 0,0 1 0 0 0,0-1 0 0 0,0 0 0 0 0,0 0 0 0 0,1 0 0 0 0,2-1 0 0 0,4 0-3 0 0,0 2 2 0 0,0-1 0 0 0,1-1 0 0 0,-1 0 0 0 0,1 0 0 0 0,10-4 0 0 0,32-4-226 0 0,-44 6 169 0 0,0 0 0 0 0,0 1-1 0 0,0 0 1 0 0,10-1 0 0 0,-5 1-190 0 0,-1-1 0 0 0,13-5 0 0 0,16-5-460 0 0,-15 5 115 0 0,-12 1 525 0 0,-13 4 35 0 0,0 2 7 0 0,-1-1-65 0 0,0 1 8 0 0,0-2 77 0 0,0 1-1 0 0,-1 0 1 0 0,0-1-1 0 0,1 1 0 0 0,-1 0 1 0 0,0 0-1 0 0,0 0 1 0 0,-1 0-1 0 0,1 0 1 0 0,0 0-1 0 0,-1 0 0 0 0,1 0 1 0 0,-3-3-1 0 0,-28-25-54 0 0,22 22 54 0 0,8 6 22 0 0,-1-1-1 0 0,0 1 0 0 0,1 0 0 0 0,0-1 0 0 0,0 0 1 0 0,0 1-1 0 0,0-1 0 0 0,0 0 0 0 0,-1-3 0 0 0,1 2 55 0 0,0 0 0 0 0,0 1 0 0 0,-1-1 0 0 0,-4-6-1 0 0,-7-9 328 0 0,12 15-312 0 0,1 2-27 0 0,0 0 0 0 0,0 0 0 0 0,0 0 1 0 0,0 0-1 0 0,1 0 0 0 0,-1 0 0 0 0,0-3 0 0 0,-3-2 201 0 0,4 6-197 0 0,0 1 1 0 0,0 0-1 0 0,0 0 0 0 0,-1 0 0 0 0,1 0 1 0 0,0 0-1 0 0,0-1 0 0 0,0 1 0 0 0,0 0 1 0 0,0 0-1 0 0,-1 0 0 0 0,1 0 0 0 0,0-1 1 0 0,0 1-1 0 0,0 0 0 0 0,0 0 0 0 0,0 0 1 0 0,0-1-1 0 0,0 1 0 0 0,0 0 0 0 0,0 0 1 0 0,0 0-1 0 0,0-1 0 0 0,0 1 0 0 0,0 0 1 0 0,0 0-1 0 0,0 0 0 0 0,0-1 0 0 0,0 2-43 0 0,0 0 0 0 0,-1-1-1 0 0,1 1 1 0 0,0 0 0 0 0,0 0 0 0 0,0 0-1 0 0,0 0 1 0 0,0 0 0 0 0,0-1-1 0 0,1 1 1 0 0,-1 0 0 0 0,0 0 0 0 0,0 0-1 0 0,1-1 1 0 0,-1 1 0 0 0,1 1-1 0 0,9 18 419 0 0,-1-6-272 0 0,2 9-184 0 0,-4-10-12 0 0,8 23 1 0 0,32 88 110 0 0,-31-78-24 0 0,11 36 143 0 0,-20-59-276 0 0,-3-12 136 0 0,-1 0 1 0 0,2 17 0 0 0,-5-24-463 0 0,1-1-1 0 0,-1 1 1 0 0,0 0 0 0 0,-1 0-1 0 0,1 0 1 0 0,-1 0-1 0 0,1-1 1 0 0,-1 1 0 0 0,0 0-1 0 0,-1 0 1 0 0,-1 4-1 0 0,-3 1-6615 0 0</inkml:trace>
</inkml:ink>
</file>

<file path=ppt/ink/ink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44.5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0 132 456 0 0,'0'0'1589'0'0,"0"0"190"0"0,0 0 79 0 0,0 0-159 0 0,0 0-747 0 0,0 0-325 0 0,0 0-69 0 0,0 0-20 0 0,0 0-37 0 0,0 0-18 0 0,0 0-3 0 0,0 0-4 0 0,0 0-18 0 0,0 0-8 0 0,8 0 1262 0 0,18 0-957 0 0,-15 1-535 0 0,0 0 1 0 0,0-1-1 0 0,0-1 1 0 0,0 0 0 0 0,16-3-1 0 0,-12 0 21 0 0,30-4-1 0 0,11-2 360 0 0,85-15-619 0 0,-55 12 41 0 0,-21 6-199 0 0,-45 6 92 0 0,35-7 0 0 0,-35 4 85 0 0,22-1 0 0 0,-25 3 0 0 0,1 0 0 0 0,19-6 0 0 0,-26 5 137 0 0,0 1-1 0 0,0 1 0 0 0,21-1 0 0 0,10 0 195 0 0,-9-1-160 0 0,-24 3-115 0 0,0 0 0 0 0,-1-1 1 0 0,1-1-1 0 0,0 1 0 0 0,9-4 0 0 0,-13 3 8 0 0,1 1 0 0 0,0 0 0 0 0,0 0-1 0 0,0 0 1 0 0,9 1 0 0 0,10-2 73 0 0,-14 1-125 0 0,-9 1 75 0 0,0 0 121 0 0,27 0 523 0 0,-26 0-539 0 0,7 0 482 0 0,-2 0-506 0 0,-7 0 0 0 0,-1 0-6 0 0,0 0-30 0 0,0 0-18 0 0,2 2-2 0 0,7 4 2 0 0,-8-5-88 0 0,1 0-1 0 0,-1 0 1 0 0,1 0 0 0 0,-1 0-1 0 0,0 0 1 0 0,1 0-1 0 0,-1 0 1 0 0,0 1-1 0 0,0-1 1 0 0,0 0 0 0 0,0 1-1 0 0,0-1 1 0 0,2 3-1 0 0,-1 3 71 0 0,0 1-1 0 0,0-1 0 0 0,0 0 0 0 0,0 13 1 0 0,2 6 82 0 0,-4-18-140 0 0,1 0 0 0 0,-1 0 0 0 0,-1 9 0 0 0,1 18 51 0 0,13 170 457 0 0,-12-193-356 0 0,0 0 0 0 0,4 17 1 0 0,-2-17-110 0 0,-2-1 0 0 0,2 19 0 0 0,-3-19-44 0 0,0-1-1 0 0,1 1 1 0 0,0 0 0 0 0,1 0-1 0 0,0-1 1 0 0,7 20-1 0 0,-7-25-7 0 0,2 9 106 0 0,-1-2-123 0 0,-3-8 6 0 0,0-1 12 0 0,5 11-14 0 0,-1-4-5 0 0,-3-8 42 0 0,-1-2 11 0 0,0 0 0 0 0,0 0-128 0 0,0 0-538 0 0,0 0-241 0 0,0 0-49 0 0,0 0-200 0 0,0 0-796 0 0,0 0-339 0 0</inkml:trace>
</inkml:ink>
</file>

<file path=ppt/ink/ink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44.9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27 12464 0 0,'0'0'281'0'0,"0"0"40"0"0,0 0 22 0 0,-1 0-39 0 0,-15 0 373 0 0,14 0-57 0 0,2 0 27 0 0,0 0-20 0 0,0 0-117 0 0,0 0-50 0 0,0 0-11 0 0,0 0-2 0 0,0 0-7 0 0,0 0-7 0 0,0 0-1 0 0,0 0-36 0 0,0 0-152 0 0,2 1-69 0 0,12 2 41 0 0,-1 0 1 0 0,1-1-1 0 0,24 1 0 0 0,37-9 6 0 0,-2 0-60 0 0,-9 1-98 0 0,-49 4-64 0 0,1-1 0 0 0,17-4 0 0 0,10-1 0 0 0,29 2-516 0 0,-70 5 15 0 0,-2 0-19 0 0,3 0-33 0 0,6 0-114 0 0,-7 0-49 0 0,-2 0-11 0 0,0 0-139 0 0,0 0-583 0 0,0 0-251 0 0</inkml:trace>
</inkml:ink>
</file>

<file path=ppt/ink/ink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45.7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56 9416 0 0,'0'0'430'0'0,"0"0"-8"0"0,-6 0-258 0 0,-1 0-46 0 0,-8 0 2172 0 0,15 0-1457 0 0,-2 1-128 0 0,-26 10 3696 0 0,28-11-4030 0 0,0 0-10 0 0,0 0-37 0 0,0 0-152 0 0,0 0-68 0 0,5 10 83 0 0,-4-7-148 0 0,0-1 0 0 0,1 1 0 0 0,-1 0 0 0 0,1-1 0 0 0,0 1 0 0 0,0-1 1 0 0,0 0-1 0 0,0 1 0 0 0,0-1 0 0 0,0 0 0 0 0,0 0 0 0 0,6 3 0 0 0,1 1-10 0 0,-1-1 4 0 0,-1 0 0 0 0,1 0 0 0 0,1-1-1 0 0,13 5 1 0 0,-17-7-16 0 0,-1 0 0 0 0,1 1-1 0 0,0-1 1 0 0,-1 1-1 0 0,8 6 1 0 0,0-1 22 0 0,1 2-3 0 0,-10-8-27 0 0,0 0-1 0 0,0 0 0 0 0,0 0 0 0 0,6 3 0 0 0,9 3 83 0 0,23 15 0 0 0,-8-4-17 0 0,-29-17-81 0 0,0 1 1 0 0,-1 0-1 0 0,8 6 0 0 0,-4-3 2 0 0,1 1 0 0 0,11 6 0 0 0,-16-12 16 0 0,1 1-10 0 0,7 11-3 0 0,-7-8 2 0 0,-3-3 0 0 0,0-1 0 0 0,1 1 0 0 0,-1-1 0 0 0,1 0 0 0 0,-1 0 0 0 0,1 0 0 0 0,0 0 0 0 0,-1 0 0 0 0,3 1 0 0 0,0 1 0 0 0,5 2 0 0 0,-2 3 0 0 0,4 5-9 0 0,-8-11 13 0 0,0-1 51 0 0,-2 1 194 0 0,-1-2 60 0 0,0 0 3 0 0,3 0-37 0 0,6 0-154 0 0,-7 0-83 0 0,0-1 0 0 0,0 1-1 0 0,0-1 1 0 0,0 1 0 0 0,0-1 0 0 0,0 0-1 0 0,0 0 1 0 0,0 1 0 0 0,3-4 0 0 0,-3 3-33 0 0,21-10 442 0 0,-22 11-428 0 0,-1 0 0 0 0,0 0 0 0 0,1-1 0 0 0,-1 1 0 0 0,1 0 0 0 0,-1 0 0 0 0,0 0 0 0 0,1-1 0 0 0,-1 1 0 0 0,0 0 0 0 0,1-1 0 0 0,-1 1 0 0 0,0 0 0 0 0,1-1 1 0 0,-1 1-1 0 0,0 0 0 0 0,0-1 0 0 0,1 1 0 0 0,-1-1 0 0 0,0 1 0 0 0,0-1 0 0 0,1-1 46 0 0,13-13 127 0 0,-12 14-178 0 0,0-1 0 0 0,0 0 1 0 0,0 0-1 0 0,0 0 0 0 0,0 0 0 0 0,-1 0 0 0 0,1 0 0 0 0,-1-1 0 0 0,2-3 0 0 0,8-24 73 0 0,-5 13 51 0 0,7-25 0 0 0,-10 24-117 0 0,2 1 0 0 0,0 0 1 0 0,9-20-1 0 0,-12 34 38 0 0,-1-1 0 0 0,0 1 1 0 0,1-1-1 0 0,-2 0 0 0 0,1 1 0 0 0,0-1 1 0 0,-1 0-1 0 0,1-4 0 0 0,-1 7-56 0 0,0 1-1 0 0,0-1 0 0 0,1 0 0 0 0,-1 1 1 0 0,0-1-1 0 0,1 1 0 0 0,-1-1 1 0 0,0 0-1 0 0,1 1 0 0 0,-1-1 1 0 0,1 1-1 0 0,-1-1 0 0 0,1 1 1 0 0,0-1-1 0 0,3-4-111 0 0,5-23-103 0 0,-9 26 356 0 0,0 1-214 0 0,6-12-78 0 0,-2 7 164 0 0,-3 5 71 0 0,-5-2 179 0 0,4 2-270 0 0,0 1-1 0 0,0-1 1 0 0,-1 1 0 0 0,1 0-1 0 0,0-1 1 0 0,0 1-1 0 0,-1 0 1 0 0,1-1 0 0 0,0 1-1 0 0,-1 0 1 0 0,1 0-1 0 0,0-1 1 0 0,-1 1 0 0 0,1 0-1 0 0,-1 0 1 0 0,1 0-1 0 0,-1-1 1 0 0,1 1-1 0 0,0 0 1 0 0,-1 0 0 0 0,0 0-1 0 0,-9 1-87 0 0,1 0 0 0 0,-1 1 0 0 0,1 0 0 0 0,-17 5 0 0 0,0 1-152 0 0,-83 17-1566 0 0,83-20-115 0 0,8-1-2919 0 0,-2 1-2048 0 0</inkml:trace>
</inkml:ink>
</file>

<file path=ppt/ink/ink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46.4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63 2304 0 0,'0'0'505'0'0,"0"0"1283"0"0,0 0 561 0 0,0 0 109 0 0,0 0-190 0 0,0 0-903 0 0,0 0-394 0 0,0 0-78 0 0,0 0-50 0 0,0 0-138 0 0,0 0-59 0 0,0 0-7 0 0,0 0-26 0 0,0 0-86 0 0,0 0-42 0 0,0 0-5 0 0,0 0-21 0 0,0 0-90 0 0,0 0-38 0 0,0 2-10 0 0,0-2-285 0 0,0 1-1 0 0,-1 0 1 0 0,1 0 0 0 0,0 0-1 0 0,0 0 1 0 0,-1 0-1 0 0,1 0 1 0 0,0 0-1 0 0,-1 0 1 0 0,1-1-1 0 0,-1 1 1 0 0,0 0-1 0 0,1 0 1 0 0,-1-1 0 0 0,1 1-1 0 0,-1 0 1 0 0,-1 0-1 0 0,1 0 1 0 0,0 0 0 0 0,0 0 0 0 0,0 0 0 0 0,0 0 0 0 0,0 0 0 0 0,0 0 0 0 0,0 1 0 0 0,1-1 0 0 0,-2 2 0 0 0,-5 13 315 0 0,-2 6-86 0 0,4-6-100 0 0,3-11-122 0 0,1 0 1 0 0,-1 0-1 0 0,1 0 1 0 0,0 1-1 0 0,0-1 1 0 0,1 0-1 0 0,0 0 1 0 0,0 8-1 0 0,-1-10-30 0 0,1 0-11 0 0,6 11-5 0 0,-3-10 18 0 0,0 1 0 0 0,1 0-1 0 0,-1-1 1 0 0,1 0 0 0 0,6 6-1 0 0,-8-8-1 0 0,1-1 0 0 0,0 1 0 0 0,-1-1 0 0 0,1 0 0 0 0,0 0 0 0 0,0 0 0 0 0,0 0 0 0 0,-1 0 1 0 0,1-1-1 0 0,0 1 0 0 0,5-1 0 0 0,-2 1-6 0 0,6-1 41 0 0,22-11-20 0 0,-33 11-11 0 0,1-1 0 0 0,-1 1-1 0 0,0-1 1 0 0,1 0 0 0 0,-1 1 0 0 0,0-1-1 0 0,0 0 1 0 0,0 0 0 0 0,2-1-1 0 0,5-3 49 0 0,-5 2-59 0 0,1 1 0 0 0,0-1 0 0 0,-1 1 0 0 0,1-1 0 0 0,-1 0 0 0 0,0 0 0 0 0,0-1 0 0 0,0 1-1 0 0,0-1 1 0 0,0 1 0 0 0,-1-1 0 0 0,0 0 0 0 0,0 0 0 0 0,0 0 0 0 0,0 0 0 0 0,-1 0 0 0 0,1-1 0 0 0,-1 1 0 0 0,0 0 0 0 0,0-1-1 0 0,-1 1 1 0 0,1-8 0 0 0,-1 2 18 0 0,0 1 0 0 0,0-1 0 0 0,-1 1 0 0 0,0-1 0 0 0,-1 1 0 0 0,0-1 0 0 0,-7-17 0 0 0,8 25-24 0 0,1 0 0 0 0,-1 0 0 0 0,0 0 0 0 0,1 0 0 0 0,-1 0 0 0 0,1-1 0 0 0,-1-3 0 0 0,1 3 0 0 0,0 2 0 0 0,1 1 0 0 0,-1-1 0 0 0,0 1 0 0 0,0 0 0 0 0,0-1 0 0 0,0 1 0 0 0,0-1 0 0 0,0 1 0 0 0,0-1 0 0 0,0 1 0 0 0,0 0 0 0 0,0-1 0 0 0,0 1 0 0 0,-1-1 0 0 0,1 1 0 0 0,0 0 0 0 0,0-1 0 0 0,0 1 0 0 0,0-1 0 0 0,-1 1 0 0 0,1-1 0 0 0,-8-10 0 0 0,2 3 0 0 0,4 8 0 0 0,0-1 0 0 0,1 0 0 0 0,-1 1 0 0 0,0 0 0 0 0,0-1 0 0 0,0 1 0 0 0,0 0 0 0 0,0 0 0 0 0,0 0 0 0 0,0 0 0 0 0,0 0 0 0 0,0 0 0 0 0,-2 1 0 0 0,-24 8 0 0 0,14-3-129 0 0,-5 3-1089 0 0,1 0 1 0 0,-30 19-1 0 0,37-19-200 0 0</inkml:trace>
</inkml:ink>
</file>

<file path=ppt/ink/ink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47.3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6992 0 0,'0'0'312'0'0,"0"0"64"0"0,0 0-304 0 0,0 0-72 0 0,0 0 0 0 0,0 0 0 0 0,0 0 424 0 0,0 0 72 0 0,0 0 16 0 0,0 0 0 0 0,0 0-288 0 0,0 0-48 0 0,0 0-16 0 0,0 0 0 0 0,0 0-160 0 0,0 0 0 0 0,0 0 0 0 0,0 0 0 0 0</inkml:trace>
</inkml:ink>
</file>

<file path=ppt/ink/ink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52.5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18 1840 0 0,'0'0'309'0'0,"0"0"629"0"0,0 0 276 0 0,0 0 54 0 0,0 0-92 0 0,0 0-429 0 0,0 0-189 0 0,0 0-40 0 0,0 0-74 0 0,0 0-219 0 0,0 0 156 0 0,0 0 99 0 0,0 0 22 0 0,0 0-65 0 0,0 0-220 0 0,7-5 954 0 0,-1 2-792 0 0,-5 3-186 0 0,-1 0-86 0 0,1-1-13 0 0,4-3-19 0 0,3 0-23 0 0,-6 4 140 0 0,-2 0 60 0 0,0 0 11 0 0,0 0-19 0 0,0 0-84 0 0,0 0-38 0 0,0 0-8 0 0,-6 4 126 0 0,4-2-213 0 0,0-1 17 0 0,0 1 1 0 0,0 0-1 0 0,-1-1 1 0 0,1 0 0 0 0,0 1-1 0 0,-1-1 1 0 0,-2 1 0 0 0,-9 4 31 0 0,13-5 312 0 0,0 0 109 0 0,1 1-322 0 0,0-1-125 0 0,-13 5 843 0 0,11-4-893 0 0,3-2 0 0 0,4-4 0 0 0,-1-2 0 0 0,0 1 0 0 0,17-9 0 0 0,-16 10 27 0 0,-5 3 109 0 0,7-1 191 0 0,-5 1-5216 0 0,-2 1 3289 0 0</inkml:trace>
</inkml:ink>
</file>

<file path=ppt/ink/ink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53.6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34 7312 0 0,'0'0'332'0'0,"0"0"-4"0"0,0 0-130 0 0,0 0 230 0 0,0 0 127 0 0,0 0 21 0 0,0 0-44 0 0,0 0-212 0 0,0 0-96 0 0,0 0-21 0 0,0 0 38 0 0,0 0 172 0 0,0 0 71 0 0,0 10 608 0 0,1-8-1079 0 0,-1 0-13 0 0,-6 12 53 0 0,6-12 191 0 0,0-2 64 0 0,0 0-285 0 0,0 0 0 0 0,0 0 0 0 0,0-1 0 0 0,0 1 0 0 0,0 0 0 0 0,0 0 0 0 0,0 0 1 0 0,0 0-1 0 0,0 0 0 0 0,1 0 0 0 0,-1-1 0 0 0,0 1 0 0 0,0 0 0 0 0,0 0 0 0 0,0 0 0 0 0,0 0 1 0 0,0 0-1 0 0,1 0 0 0 0,-1 0 0 0 0,0 0 0 0 0,0 0 0 0 0,0 0 0 0 0,0 0 0 0 0,0 0 1 0 0,1 0-1 0 0,-1 0 0 0 0,0 0 0 0 0,0 0 0 0 0,0 0 0 0 0,0 0 0 0 0,0 0 0 0 0,1 0 0 0 0,-1 0 1 0 0,0 0-1 0 0,0 0 0 0 0,0 0 0 0 0,0 0 0 0 0,0 0 0 0 0,1 0 0 0 0,-1 0 0 0 0,0 0 1 0 0,0 0-1 0 0,0 0 0 0 0,0 1 0 0 0,0-1 0 0 0,0 0 0 0 0,0 0 0 0 0,1 0 0 0 0,-1 0 1 0 0,0 0-1 0 0,0 0 0 0 0,0 1 0 0 0,0-1 0 0 0,0 0 0 0 0,0 0 0 0 0,0 0 0 0 0,0 0 0 0 0,0 0 1 0 0,0 0-1 0 0,0 1 0 0 0,0-1 0 0 0,0 0 0 0 0,0 0 0 0 0,0 0 0 0 0,0 0 0 0 0,0 1 1 0 0,0-1-1 0 0,14-15-223 0 0,-7 6 284 0 0,-1 0-39 0 0,-5 9 5 0 0,-1-1-1 0 0,0 1 1 0 0,0 0 0 0 0,0-1-1 0 0,1 1 1 0 0,-1-1 0 0 0,0 1-1 0 0,0 0 1 0 0,0-1 0 0 0,0 1-1 0 0,0-1 1 0 0,0 1 0 0 0,0-1 0 0 0,0 1-1 0 0,0-1 1 0 0,0 1 0 0 0,0-1-1 0 0,0 1 1 0 0,0 0 0 0 0,0-1-1 0 0,0 1 1 0 0,0-1 0 0 0,0 1-1 0 0,-1-1 1 0 0,1 1 0 0 0,-1-1-19 0 0,1 1 0 0 0,-1 0 1 0 0,0-1-1 0 0,1 1 0 0 0,-1 0 1 0 0,0 0-1 0 0,1 0 0 0 0,-1 0 1 0 0,0 0-1 0 0,1 0 0 0 0,-1 0 0 0 0,0 0 1 0 0,1 0-1 0 0,-1 0 0 0 0,0 0 1 0 0,0 0-1 0 0,1 0 0 0 0,-1 1 1 0 0,0-1-1 0 0,1 0 0 0 0,-1 1 0 0 0,0-1 1 0 0,-10 4 238 0 0,1 1 0 0 0,0 0 0 0 0,-15 10 0 0 0,24-15-232 0 0,0 1-1 0 0,0-1 1 0 0,0 0 0 0 0,0 0-1 0 0,1 1 1 0 0,-1-1 0 0 0,0 0 0 0 0,0 0-1 0 0,0 0 1 0 0,0 0 0 0 0,0 0 0 0 0,1 0-1 0 0,-1 0 1 0 0,0 0 0 0 0,0 0-1 0 0,-1-1 1 0 0,2 1-41 0 0,-1 0-1 0 0,1 0 0 0 0,0-1 1 0 0,-1 1-1 0 0,1 0 1 0 0,0 0-1 0 0,0 0 0 0 0,-1-1 1 0 0,1 1-1 0 0,0 0 1 0 0,0 0-1 0 0,0-1 0 0 0,-1 1 1 0 0,1 0-1 0 0,0 0 0 0 0,0-1 1 0 0,0 1-1 0 0,0 0 1 0 0,-1-1-1 0 0,1 1 0 0 0,0 0 1 0 0,0 0-1 0 0,0-1 1 0 0,0 0 8 0 0,0 0 1 0 0,0 0 0 0 0,0 0-1 0 0,1 0 1 0 0,-1 0-1 0 0,0 0 1 0 0,0 0 0 0 0,1 0-1 0 0,-1 0 1 0 0,1 0 0 0 0,-1 0-1 0 0,2-1 1 0 0,-2 0 59 0 0,0 2 8 0 0,1-1-1 0 0,-1-2-28 0 0,20-12-102 0 0,-14 11 51 0 0,-4 2 60 0 0,-1 2 1 0 0,2-4-57 0 0,-2 3-38 0 0,-1 1 86 0 0,-1 1-66 0 0,0 0 0 0 0,0 0 0 0 0,0 0 0 0 0,0 0 0 0 0,0 1 0 0 0,0-1 0 0 0,0 0 0 0 0,0 0 0 0 0,0 1 0 0 0,1-1 0 0 0,-2 3 0 0 0,-1 2-492 0 0,-15 12-889 0 0,17-16 1145 0 0,1-2-779 0 0,0 0-342 0 0,0 0-725 0 0,0 0-2626 0 0</inkml:trace>
</inkml:ink>
</file>

<file path=ppt/ink/ink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55.8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7712 0 0,'0'0'356'0'0,"0"0"-8"0"0,0 0-134 0 0,0 0 276 0 0,0 0 146 0 0,0 0 32 0 0,0 0-2 0 0,0 0-22 0 0,0 0-10 0 0,0 0-2 0 0,0 0-10 0 0,0 0-36 0 0,0 0-12 0 0,0 0-4 0 0,0 0-28 0 0,0 0-104 0 0,0 0-44 0 0,0 0-9 0 0,0 0-17 0 0,1 1-69 0 0,2 5-38 0 0,-2-5-5 0 0,0 1-8 0 0,12 27 523 0 0,1 4-686 0 0,-9-22 172 0 0,-1 0 0 0 0,-1 1 0 0 0,4 19 0 0 0,-5-23-209 0 0,3 29 79 0 0,-2 1 0 0 0,-1 0-1 0 0,-3 37 1 0 0,0-13-46 0 0,6-18-81 0 0,-1-11 0 0 0,-2-26 0 0 0,-1 1 0 0 0,1 11 0 0 0,3 52 0 0 0,-4-52 0 0 0,5 27 0 0 0,-3-27 0 0 0,1 31 0 0 0,2 6 0 0 0,-2-25 0 0 0,-2-24 0 0 0,-1-1 0 0 0,1 14 0 0 0,3 40 0 0 0,-5-46 0 0 0,4 27 0 0 0,5 36 0 0 0,-3-31 0 0 0,-5-21 0 0 0,-1-22 0 0 0,0 1 0 0 0,0-1 0 0 0,0 1 0 0 0,0-1 0 0 0,1 1 0 0 0,1 5 0 0 0,0-3 0 0 0,-1 0 0 0 0,0 0 0 0 0,0 0 0 0 0,-1 0 0 0 0,0 10 0 0 0,0-14 0 0 0,1 15 0 0 0,1-13 0 0 0,0 0 0 0 0,1 12 23 0 0,-2-7 34 0 0,1 0-1 0 0,6 15 0 0 0,-4-5 187 0 0,-3-11-155 0 0,1 21 160 0 0,-2-23-196 0 0,1 0-1 0 0,-1 0 0 0 0,2 8 0 0 0,-1-13-51 0 0,0 1 0 0 0,-1 0 0 0 0,1-1 0 0 0,-1 1 0 0 0,0-1 0 0 0,0 1 0 0 0,1 0 0 0 0,-1-1 0 0 0,0 1 0 0 0,0 0 0 0 0,-1-1 0 0 0,1 1 0 0 0,0 0 0 0 0,-1-1 0 0 0,0 3 0 0 0,1-4 0 0 0,0 1 0 0 0,0-1 0 0 0,0 1 0 0 0,-1 0 0 0 0,1-1 0 0 0,0 1 0 0 0,0 0 0 0 0,0-1 0 0 0,0 1 0 0 0,0-1 0 0 0,0 1 0 0 0,0 0 0 0 0,0-1 0 0 0,0 2 0 0 0,2 9 54 0 0,0 0-1 0 0,-1 15 0 0 0,-1-23-34 0 0,1 0 0 0 0,-1 0 0 0 0,1 1 0 0 0,0-1 0 0 0,2 6 0 0 0,1 3 11 0 0,-3-2 66 0 0,1 1 0 0 0,-1 14 0 0 0,-1-22-78 0 0,0 0-1 0 0,0 0 0 0 0,0 0 0 0 0,0 0 0 0 0,1-1 1 0 0,-1 1-1 0 0,1 0 0 0 0,1 3 0 0 0,-1 4-1 0 0,2 9 76 0 0,-2-16-62 0 0,-1 0-1 0 0,1 0 1 0 0,-1 0-1 0 0,0 0 1 0 0,0 0-1 0 0,0 6 1 0 0,-2-3-29 0 0,1 1 0 0 0,0 0 0 0 0,0 0 0 0 0,0 0 1 0 0,1 0-1 0 0,0 0 0 0 0,1 0 0 0 0,0 7 0 0 0,0-13 15 0 0,-1 1-1 0 0,1-1 0 0 0,-1 0 1 0 0,0 1-1 0 0,1-1 0 0 0,-1 1 1 0 0,0-1-1 0 0,0 1 0 0 0,0-1 0 0 0,0 1 1 0 0,0-1-1 0 0,-1 1 0 0 0,1-1 1 0 0,-1 3-1 0 0,1-4 2 0 0,0 1 1 0 0,-1 0-1 0 0,1-1 1 0 0,0 1-1 0 0,0 0 0 0 0,0-1 1 0 0,0 1-1 0 0,0 0 1 0 0,0-1-1 0 0,0 1 0 0 0,0-1 1 0 0,0 1-1 0 0,0 1 1 0 0,5 20 450 0 0,3 20-426 0 0,-7-30-42 0 0,-1 4 13 0 0,2-13 21 0 0,1 0 11 0 0,-1 5 8 0 0,0 0 0 0 0,0 0 0 0 0,0 10 0 0 0,3 11 14 0 0,-3 6 178 0 0,-1-32-231 0 0,-1-2-10 0 0,0 0-1 0 0,0 0 1 0 0,1 1-1 0 0,-1-1 1 0 0,0 0 0 0 0,0 0-1 0 0,0 1 1 0 0,0-1-1 0 0,0 0 1 0 0,-1 0 0 0 0,1 1-1 0 0,0-1 1 0 0,-1 1-1 0 0,1 0-3 0 0,-1 0 0 0 0,1-1 0 0 0,0 1 0 0 0,0 0 0 0 0,0 0 0 0 0,1-1 0 0 0,-1 1 0 0 0,0 0 0 0 0,1-1 0 0 0,0 4 0 0 0,1 8 0 0 0,2 51 128 0 0,1-26 0 0 0,-4-29-100 0 0,0 0 1 0 0,1-1-1 0 0,5 17 0 0 0,-3-8-13 0 0,-2-11-15 0 0,-1-5 0 0 0,0 1 0 0 0,-1 0 0 0 0,0 0 0 0 0,1-1 0 0 0,-1 1 0 0 0,0 0 0 0 0,0 0 0 0 0,0-1 0 0 0,0 4 0 0 0,0-1 0 0 0,-1 3 0 0 0,1 1 0 0 0,1-1 0 0 0,-1 0 0 0 0,1 0 0 0 0,0 1 0 0 0,1-1 0 0 0,3 9 0 0 0,1-3 0 0 0,-6-11 0 0 0,-1 13 0 0 0,4 14 0 0 0,-2-25 0 0 0,0 1 0 0 0,0-1 0 0 0,-1 0 0 0 0,0 1 0 0 0,0-1 0 0 0,0 5 0 0 0,0-6 58 0 0,0 1 0 0 0,0-1-1 0 0,0 0 1 0 0,1 0 0 0 0,0 0 0 0 0,-1 0-1 0 0,1 0 1 0 0,2 4 0 0 0,0 4 150 0 0,1 10-146 0 0,-2 0-1 0 0,0 1 1 0 0,-2 38-1 0 0,0-30-51 0 0,0-27-10 0 0,0 1 0 0 0,0-1 0 0 0,0 1 0 0 0,0-1 0 0 0,1 1 0 0 0,-1-1 0 0 0,1 1 0 0 0,0-1 0 0 0,2 5 0 0 0,1 4 0 0 0,3 21 3 0 0,-5-15-18 0 0,-2-17 11 0 0,1 0 0 0 0,-1 1 0 0 0,0-1 0 0 0,0 0 0 0 0,1 1 0 0 0,-1-1 0 0 0,1 0 0 0 0,-1 1 1 0 0,1-1-1 0 0,1 1 0 0 0,2 10-13 0 0,-3 3 15 0 0,-1-11 4 0 0,0 0 0 0 0,1-1 0 0 0,-1 1 1 0 0,1 0-1 0 0,1 3 0 0 0,0 0 11 0 0,-1 0 1 0 0,1 0 0 0 0,-1 0-1 0 0,-1 0 1 0 0,1 1-1 0 0,-1 6 1 0 0,0-11-2 0 0,4 12 1 0 0,0-4-16 0 0,-3 9-111 0 0,-1-16 65 0 0,0 1 0 0 0,0-1 0 0 0,0 0 0 0 0,1 0 0 0 0,1 6 0 0 0,0-4 12 0 0,-1-1 0 0 0,0 1 0 0 0,0 0 0 0 0,0 11 0 0 0,3 16 224 0 0,-2-14 108 0 0,-2-15-230 0 0,0-1 0 0 0,0 0 0 0 0,0 1 1 0 0,3 6-1 0 0,-1 1-1 0 0,0-1 0 0 0,-1 1 0 0 0,0 0 0 0 0,-2 22 0 0 0,1-20-10 0 0,0 0-1 0 0,0 0 1 0 0,4 16 0 0 0,-3-21-19 0 0,0 0 0 0 0,-1 13 1 0 0,2 10 41 0 0,-1-18-66 0 0,-1-10-2 0 0,0 0-1 0 0,1 0 1 0 0,-1 0-1 0 0,1 0 1 0 0,-1 0 0 0 0,3 5-1 0 0,-2-5 0 0 0,-1 0-1 0 0,1 1 1 0 0,0-1 0 0 0,-1 1-1 0 0,0-1 1 0 0,0 1-1 0 0,0-1 1 0 0,0 1 0 0 0,-2 3-1 0 0,2 21 46 0 0,4 16 22 0 0,0-18-63 0 0,-2-18 6 0 0,-1 0-1 0 0,0-1 1 0 0,0 10 0 0 0,-1-16-15 0 0,0 1 0 0 0,0-1 0 0 0,0 0 0 0 0,1 0 0 0 0,-1 0 0 0 0,0 0 1 0 0,1 0-1 0 0,-1 0 0 0 0,0 0 0 0 0,1 0 0 0 0,-1 0 0 0 0,2 1 0 0 0,3 7 10 0 0,9 42 51 0 0,-11-36-48 0 0,4 16 32 0 0,-5-24-35 0 0,0 1 0 0 0,0-1 0 0 0,-1 1-1 0 0,0 10 1 0 0,-1-16-13 0 0,0 0 0 0 0,-1 0 0 0 0,1 0 0 0 0,-1 0 0 0 0,0 0 0 0 0,1 0 0 0 0,-1-1 0 0 0,0 1 0 0 0,0 0 0 0 0,0 0 0 0 0,-1 0 0 0 0,0 1 0 0 0,1-2 0 0 0,0 0 0 0 0,0 0 0 0 0,0 1 0 0 0,0-1 0 0 0,0 0 0 0 0,0 1 0 0 0,0-1 0 0 0,1 1 0 0 0,-1-1 0 0 0,1 1 0 0 0,-1-1 0 0 0,1 1 0 0 0,0 0 0 0 0,-1-1 0 0 0,1 1 0 0 0,0-1 0 0 0,0 1 0 0 0,0 1 0 0 0,4 24 25 0 0,-4-22-19 0 0,0 0 1 0 0,1 0 0 0 0,0 0-1 0 0,0 0 1 0 0,2 6-1 0 0,-3-9-3 0 0,1-1 0 0 0,-1 1 0 0 0,1 0 0 0 0,-1 0 0 0 0,0 0-1 0 0,0-1 1 0 0,0 1 0 0 0,0 0 0 0 0,0 0 0 0 0,0 0 0 0 0,-1 3 0 0 0,1-3 0 0 0,-1 0 0 0 0,1 0 0 0 0,0-1 0 0 0,0 1-1 0 0,0 0 1 0 0,0 0 0 0 0,0 0 0 0 0,0 0 0 0 0,1 3 0 0 0,2-1-3 0 0,3 18 0 0 0,0-4 0 0 0,-5-15 0 0 0,0 0 0 0 0,0 0 0 0 0,0 0 0 0 0,0 0 0 0 0,0 1 0 0 0,-1-1 0 0 0,1 4 0 0 0,0 1 11 0 0,0 0 0 0 0,0 0 1 0 0,4 9-1 0 0,0 5 19 0 0,-2-9-12 0 0,-2 0-1 0 0,2 21 1 0 0,-2-21-18 0 0,12 13 53 0 0,-12-22-90 0 0,0 0 0 0 0,0 0 0 0 0,0 0 0 0 0,-1 0 0 0 0,1 0 0 0 0,-1 4-1 0 0,0-6-39 0 0,1 0 153 0 0,8 35 361 0 0,-9-36-433 0 0,1 1-1 0 0,0 0 1 0 0,-1 0-1 0 0,1-1 0 0 0,0 1 1 0 0,0 0-1 0 0,0-1 1 0 0,0 1-1 0 0,0-1 0 0 0,3 3 1 0 0,-4-4 0 0 0,1 1 1 0 0,-1 0-1 0 0,1 0 1 0 0,-1-1-1 0 0,0 1 1 0 0,1 0 0 0 0,-1 0-1 0 0,0 0 1 0 0,0-1-1 0 0,1 1 1 0 0,-1 2-1 0 0,1 2 6 0 0,-1-2 32 0 0,-4 8-31 0 0,1 0-3 0 0,4-8 11 0 0,1 2 7 0 0,-1 1-4 0 0,3 3 35 0 0,1 4 3 0 0,-5-13-60 0 0,1 9 0 0 0,-1 0 0 0 0,0-2 0 0 0,0-5-10 0 0,0-1-1 0 0,0 0 1 0 0,0 0-1 0 0,0 0 1 0 0,0 0-1 0 0,0 0 0 0 0,-1 0 1 0 0,1 0-1 0 0,0 1 1 0 0,0-1-1 0 0,-1 0 1 0 0,1 0-1 0 0,-1 0 1 0 0,1 0-1 0 0,-1 0 1 0 0,1 0-1 0 0,-1 0 1 0 0,0-1-1 0 0,1 1 1 0 0,-2 1-1 0 0,0 0-75 0 0,1 0-103 0 0,1-2-188 0 0,2 0-779 0 0,0 1 641 0 0,1 0-99 0 0,4 1-2646 0 0,7 3-4961 0 0</inkml:trace>
</inkml:ink>
</file>

<file path=ppt/ink/ink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3:08.6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11 1376 0 0,'0'0'65'0'0,"0"0"218"0"0,0 0 890 0 0,0 0 386 0 0,0 0 75 0 0,1-2-124 0 0,0 0 2583 0 0,-1 2-2089 0 0,-3 5-1379 0 0,1 0 1 0 0,-1 0-1 0 0,1 0 0 0 0,0 1 1 0 0,0-1-1 0 0,0 7 0 0 0,1-10-586 0 0,0 3-33 0 0,8 7 254 0 0,-7-11-254 0 0,1-1-1 0 0,0 1 1 0 0,-1 0 0 0 0,1-1-1 0 0,0 1 1 0 0,0-1-1 0 0,0 1 1 0 0,0-1-1 0 0,0 1 1 0 0,0-1-1 0 0,-1 1 1 0 0,1-1-1 0 0,0 0 1 0 0,0 0-1 0 0,0 0 1 0 0,0 1-1 0 0,0-1 1 0 0,0 0-1 0 0,0 0 1 0 0,0 0-1 0 0,0-1 1 0 0,0 1 0 0 0,0 0-1 0 0,0 0 1 0 0,0 0-1 0 0,0-1 1 0 0,0 1-1 0 0,1-1 1 0 0,0 0 7 0 0,1 0 0 0 0,-1 0 0 0 0,0 0 0 0 0,0 0 1 0 0,0 0-1 0 0,0-1 0 0 0,0 1 0 0 0,0-1 0 0 0,0 1 1 0 0,1-3-1 0 0,-1 2-5 0 0,7-9 48 0 0,-1-6 18 0 0,-7 16-10 0 0,-4-7 86 0 0,2 7-102 0 0,1 0 1 0 0,-1 0-1 0 0,1 0 1 0 0,-1 0-1 0 0,0 0 1 0 0,1 0-1 0 0,-1 0 1 0 0,0 0 0 0 0,0 0-1 0 0,1 0 1 0 0,-1 0-1 0 0,0 1 1 0 0,0-1-1 0 0,0 0 1 0 0,0 0-1 0 0,0 1 1 0 0,0-1-1 0 0,-1 1 1 0 0,1-1-1 0 0,0 1 1 0 0,0-1-1 0 0,0 1 1 0 0,0 0-1 0 0,-1 0 1 0 0,1-1 0 0 0,0 1-1 0 0,0 0 1 0 0,0 0-1 0 0,-1 0 1 0 0,1 0-1 0 0,-1 1 1 0 0,-3-1-6 0 0,0 1 0 0 0,1-1 0 0 0,-1 1 1 0 0,1 0-1 0 0,-1 0 0 0 0,1 1 0 0 0,-5 2 0 0 0,5-2 5 0 0,0 0 0 0 0,0 0-1 0 0,1 1 1 0 0,-1 0 0 0 0,1-1-1 0 0,0 1 1 0 0,0 1 0 0 0,0-1-1 0 0,0 0 1 0 0,1 1 0 0 0,-3 4-1 0 0,-2 3 88 0 0,1 1 0 0 0,1 1 0 0 0,-5 14 0 0 0,8-18-135 0 0,2-9 0 0 0,0 1 0 0 0,0-1 0 0 0,0 1 0 0 0,0-1 0 0 0,0 1 0 0 0,0-1 0 0 0,0 1 0 0 0,0-1 0 0 0,1 1 0 0 0,-1-1 0 0 0,0 1 0 0 0,0-1 0 0 0,0 0 0 0 0,1 1 0 0 0,-1-1 0 0 0,0 1 0 0 0,1-1 0 0 0,-1 0 0 0 0,0 1 0 0 0,1-1 0 0 0,0 1 0 0 0,0-1 0 0 0,1 0 0 0 0,-1 0 0 0 0,0 0 0 0 0,1 1 0 0 0,-1-2 0 0 0,1 1 0 0 0,-1 0 0 0 0,1 0 0 0 0,-1 0 0 0 0,0-1 0 0 0,1 1 0 0 0,-1 0 0 0 0,0-1 0 0 0,1 1 0 0 0,-1-1 0 0 0,0 0 0 0 0,1 1 0 0 0,-1-1 0 0 0,0 0 0 0 0,0 0 0 0 0,2-2 0 0 0,1 0 0 0 0,0-1 0 0 0,0 1 0 0 0,-1-1 0 0 0,6-8 0 0 0,-6 8 39 0 0,-1 0 0 0 0,0 0-1 0 0,0 0 1 0 0,0-1 0 0 0,2-7-1 0 0,-3 2 16 0 0,-2-7-13 0 0,-1 11 4 0 0,0 4-46 0 0,2 1 54 0 0,0 1 17 0 0,0 0 15 0 0,-1 1-13 0 0,-15 10 31 0 0,14-10-90 0 0,1 0 0 0 0,-1 0 0 0 0,0 0 0 0 0,0 1 0 0 0,1-1 0 0 0,-1 0 0 0 0,1 1 0 0 0,-1-1 0 0 0,1 1 0 0 0,-1 0 0 0 0,1-1 0 0 0,0 1 0 0 0,-1 2 0 0 0,-6 14 20 0 0,5-13-25 0 0,1 0 1 0 0,0 1 0 0 0,0-1-1 0 0,0 1 1 0 0,1 0 0 0 0,-1-1 0 0 0,2 1-1 0 0,-1 0 1 0 0,0 0 0 0 0,2 9-1 0 0,-1-5-8 0 0,3-2 0 0 0,4-4 0 0 0,3 0 38 0 0,-7-3 152 0 0,0-1 173 0 0,-3 0-347 0 0,1 0 0 0 0,-1 0 0 0 0,0 1-1 0 0,1-1 1 0 0,-1 0 0 0 0,1 0 0 0 0,-1 0 0 0 0,0 0 0 0 0,1 0 0 0 0,-1 0 0 0 0,1 0 0 0 0,-1 0 0 0 0,0-1 0 0 0,1 1 0 0 0,-1 0 0 0 0,0 0 0 0 0,1 0 0 0 0,-1 0 0 0 0,1 0 0 0 0,-1-1 0 0 0,1 1 0 0 0,1-1 32 0 0,1-1-46 0 0,8-11-10 0 0,-8 9 8 0 0,0 0 0 0 0,0 1 0 0 0,-1-1 0 0 0,0 0 0 0 0,0 0 0 0 0,0-1 0 0 0,0 1 0 0 0,-1 0 0 0 0,1-1 0 0 0,-1 1 0 0 0,1-6 0 0 0,-2-3 0 0 0,0 12 0 0 0,-5-12 0 0 0,5 11 0 0 0,0 2 0 0 0,1-1 0 0 0,-1 1 0 0 0,0-1 0 0 0,0 1 0 0 0,0-1 0 0 0,0 1 0 0 0,-1 0 0 0 0,1-1 0 0 0,0 1 0 0 0,0-1 0 0 0,0 1 0 0 0,0-1 0 0 0,0 1 0 0 0,0 0 0 0 0,-1-1 0 0 0,1 1 0 0 0,0-1 0 0 0,0 1 0 0 0,-1 0 0 0 0,1-1 0 0 0,0 1 0 0 0,-1 0 0 0 0,1-1 0 0 0,0 1 0 0 0,-1 0 0 0 0,1 0 0 0 0,0-1 0 0 0,-1 1 0 0 0,-10-11 0 0 0,8 10 0 0 0,-3 1 0 0 0,-17 2-2273 0 0,12 3-2021 0 0,2 1 2091 0 0,9-6-258 0 0</inkml:trace>
</inkml:ink>
</file>

<file path=ppt/ink/ink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3:09.9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19 449 3224 0 0,'0'0'469'0'0,"-2"2"763"0"0,-9 9 1230 0 0,6-8 7782 0 0,6-3-10217 0 0,-1 0 0 0 0,1 1 0 0 0,0-1 0 0 0,0 0 0 0 0,-1 0 0 0 0,1 1 0 0 0,0-1 0 0 0,-1 0 0 0 0,1 1 0 0 0,0-1 0 0 0,-1 1 0 0 0,2 0 0 0 0,1 1 9 0 0,5 1 9 0 0,0 0 1 0 0,0-1-1 0 0,0-1 0 0 0,0 1 1 0 0,0-1-1 0 0,1 0 0 0 0,-1-1 1 0 0,0 0-1 0 0,10-2 0 0 0,74-6 435 0 0,-57 6-413 0 0,-26 2-68 0 0,-1 0 0 0 0,17-3 0 0 0,10-2 434 0 0,57-2 0 0 0,-19 3-801 0 0,-58 2 355 0 0,110-14 0 0 0,-59 8 13 0 0,22-5 0 0 0,-60 8 248 0 0,41-3-1 0 0,0 0 129 0 0,17-9-119 0 0,7 3-137 0 0,39-3 64 0 0,-50 6 128 0 0,126-16-8 0 0,-61 5-304 0 0,-69 15 162 0 0,8-7 538 0 0,0 7-572 0 0,-20 0-66 0 0,2 0 44 0 0,29-5 88 0 0,-76 11-122 0 0,-16 1-42 0 0,1 0 0 0 0,-1-1 0 0 0,11-2 0 0 0,-4 1 18 0 0,0 0 0 0 0,19 0 0 0 0,-17 1 16 0 0,26-4 0 0 0,-8-1-12 0 0,42-2 0 0 0,25-4 20 0 0,-39 4-18 0 0,-16 5-17 0 0,-32 3 2 0 0,1-1 0 0 0,18-3 0 0 0,1-2 71 0 0,48-2-1 0 0,4 0-24 0 0,17-1 163 0 0,-16-4-176 0 0,16 1-8 0 0,24-9 0 0 0,-115 19-48 0 0,22 1-1 0 0,-21 1-4 0 0,-1 0 0 0 0,13-3 0 0 0,-4 1 10 0 0,34-1 0 0 0,-4 1 1 0 0,72 1 133 0 0,-66 1-72 0 0,-40 0 218 0 0,19-4 1 0 0,13 0-493 0 0,-27 3 250 0 0,25-5 1 0 0,-26 4 32 0 0,27-2-1 0 0,-23 4-102 0 0,3 1-32 0 0,34-5 1 0 0,-53 4 61 0 0,0-1-1 0 0,0 1 0 0 0,0 1 0 0 0,8 0 1 0 0,-8 0 5 0 0,0 0 1 0 0,0-1-1 0 0,11 0 1 0 0,1-2 42 0 0,27 2 0 0 0,-27 1 5 0 0,27-3-1 0 0,3 1 62 0 0,-37 2-83 0 0,-1-1-1 0 0,1-1 0 0 0,19-3 1 0 0,21 0 24 0 0,-50 4-71 0 0,-1 0-1 0 0,1-1 1 0 0,0 1 0 0 0,-1 0-1 0 0,1 0 1 0 0,0 0-1 0 0,0 0 1 0 0,-1 0 0 0 0,1 0-1 0 0,0 1 1 0 0,2 0-1 0 0,-3-1 0 0 0,1 0 1 0 0,-1 1-1 0 0,0-1 0 0 0,0 0 0 0 0,0 0 0 0 0,0 0 0 0 0,1 0 0 0 0,-1 0 0 0 0,0 0 0 0 0,0-1 0 0 0,0 1 0 0 0,0 0 0 0 0,0 0 0 0 0,1-1 0 0 0,0 0 0 0 0,32-6 52 0 0,-23 5-42 0 0,-9 2-12 0 0,0 0 0 0 0,1 0-1 0 0,-1 0 1 0 0,0-1 0 0 0,0 1-1 0 0,4-2 1 0 0,-1 0-48 0 0,1 0-1 0 0,0 1 1 0 0,-1 0 0 0 0,1 0-1 0 0,0 0 1 0 0,6 1 0 0 0,11-6-20 0 0,-20 6 199 0 0,-1 0-93 0 0,0 0-1 0 0,0 0 1 0 0,-1 0-1 0 0,1-1 1 0 0,0 1 0 0 0,0-1-1 0 0,-1 1 1 0 0,1-1-1 0 0,-1 0 1 0 0,1 1 0 0 0,2-3-1 0 0,4 0-37 0 0,21-2 0 0 0,-26 5 6 0 0,9-5-45 0 0,-10 4-126 0 0,-2 1-29 0 0,0 0 2 0 0,0 0-150 0 0,0 0-634 0 0,0 0-279 0 0,0 0-52 0 0</inkml:trace>
</inkml:ink>
</file>

<file path=ppt/ink/ink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3:12.6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1 3224 0 0,'0'0'287'0'0,"0"0"-6"0"0,0 0-1 0 0,0 0 0 0 0,0 0 65 0 0,0 0 274 0 0,0 0 117 0 0,0 0 28 0 0,0 0-31 0 0,0 0-145 0 0,0 0-63 0 0,0 0-11 0 0,0 0-36 0 0,0 0-140 0 0,0 0-68 0 0,-2 1-12 0 0,-1 2-35 0 0,0-1 1 0 0,0 1-1 0 0,1 0 0 0 0,-1-1 1 0 0,1 2-1 0 0,-1-1 1 0 0,1 0-1 0 0,0 0 0 0 0,0 1 1 0 0,0-1-1 0 0,1 1 1 0 0,-1-1-1 0 0,-1 7 1 0 0,-1 9 768 0 0,0-10-481 0 0,4-9-482 0 0,0 0-1 0 0,0 1 0 0 0,0-1 0 0 0,-1 0 1 0 0,1 0-1 0 0,0 1 0 0 0,0-1 0 0 0,0 0 1 0 0,-1 1-1 0 0,1-1 0 0 0,0 0 0 0 0,0 1 1 0 0,0-1-1 0 0,0 0 0 0 0,0 1 0 0 0,0-1 1 0 0,0 0-1 0 0,0 1 0 0 0,0-1 0 0 0,0 1 1 0 0,0-1-1 0 0,0 0 0 0 0,0 1 1 0 0,0-1-1 0 0,0 0 0 0 0,0 1 0 0 0,1-1 1 0 0,-1 0-1 0 0,0 1 0 0 0,0-1 0 0 0,0 1 1 0 0,1 0-3 0 0,0 1 1 0 0,0-1-1 0 0,0 1 1 0 0,0-1-1 0 0,0 1 1 0 0,0-1-1 0 0,1 0 1 0 0,-1 1-1 0 0,0-1 1 0 0,3 2-1 0 0,-3-3-9 0 0,0 0-1 0 0,0 0 1 0 0,1 1-1 0 0,-1-1 1 0 0,0 0-1 0 0,0 0 1 0 0,0 0 0 0 0,0 0-1 0 0,0 0 1 0 0,1-1-1 0 0,-1 1 1 0 0,0 0-1 0 0,0 0 1 0 0,0-1 0 0 0,0 1-1 0 0,0-1 1 0 0,0 1-1 0 0,0-1 1 0 0,0 1-1 0 0,0-1 1 0 0,1-1-1 0 0,1 1 3 0 0,16-13 76 0 0,-19 14-64 0 0,1-1 1 0 0,-1 1-1 0 0,1 0 1 0 0,-1-1 0 0 0,0 1-1 0 0,1-1 1 0 0,-1 1-1 0 0,1-1 1 0 0,-1 1-1 0 0,0-1 1 0 0,0 0 0 0 0,1 1-1 0 0,-1-1 1 0 0,0 1-1 0 0,0-1 1 0 0,1 1-1 0 0,-1-1 1 0 0,0 0-1 0 0,0 1 1 0 0,0-1 0 0 0,0 0-1 0 0,0 1 1 0 0,0-1-1 0 0,0 1 1 0 0,0-1-1 0 0,0 0 1 0 0,0 1-1 0 0,-1-1 1 0 0,1 0 0 0 0,0 1-1 0 0,0-1 1 0 0,-1 1-1 0 0,1-1 1 0 0,0 1-1 0 0,-1-1 1 0 0,1 1-1 0 0,0-1 1 0 0,-1 1 0 0 0,1-1-1 0 0,-1 1 1 0 0,0-1-1 0 0,-1-2 107 0 0,-1 1 0 0 0,0-1 0 0 0,0 1 0 0 0,-6-3 0 0 0,7 4-112 0 0,2 1-14 0 0,-1-1 0 0 0,1 1-1 0 0,-1 0 1 0 0,1 0 0 0 0,-1 1 0 0 0,1-1-1 0 0,-1 0 1 0 0,1 0 0 0 0,-1 0 0 0 0,1 0-1 0 0,-1 0 1 0 0,1 0 0 0 0,-1 1 0 0 0,1-1-1 0 0,-1 0 1 0 0,1 0 0 0 0,0 1 0 0 0,-1-1-1 0 0,-1 1 27 0 0,-3 1 173 0 0,4-2-183 0 0,-1 0 0 0 0,1 0 0 0 0,0 0 0 0 0,-1 1 0 0 0,1-1 0 0 0,0 0 0 0 0,0 1 0 0 0,-1-1 0 0 0,1 1 0 0 0,0 0 0 0 0,0-1 0 0 0,0 1 0 0 0,-1 0 0 0 0,1 0 0 0 0,0 0 0 0 0,0 0 0 0 0,0 0 0 0 0,1 0 0 0 0,-1 0 0 0 0,0 0 0 0 0,0 0 0 0 0,0 0 0 0 0,0 3 0 0 0,1-4-21 0 0,-1 1 0 0 0,1-1 0 0 0,0 1 1 0 0,0-1-1 0 0,-1 1 0 0 0,1-1 0 0 0,0 0 0 0 0,0 1 0 0 0,-1-1 0 0 0,1 1 0 0 0,0-1 1 0 0,-1 0-1 0 0,1 1 0 0 0,0-1 0 0 0,-1 0 0 0 0,1 0 0 0 0,-1 1 0 0 0,1-1 0 0 0,-1 0 1 0 0,0 1-4 0 0,0-1 1 0 0,1 0 0 0 0,-1 1 0 0 0,1-1 0 0 0,-1 0 0 0 0,1 1 0 0 0,-1-1 0 0 0,1 1 0 0 0,-1-1 0 0 0,1 1 0 0 0,-1-1 0 0 0,1 1 0 0 0,0-1 0 0 0,-1 1-1 0 0,1 0 1 0 0,-15 28 59 0 0,14-20-53 0 0,1 13 96 0 0,0-21-107 0 0,0-1 1 0 0,0 0-1 0 0,0 1 1 0 0,0-1-1 0 0,0 1 1 0 0,0-1-1 0 0,0 1 1 0 0,0-1-1 0 0,1 0 1 0 0,-1 1-1 0 0,0-1 1 0 0,0 1-1 0 0,0-1 1 0 0,1 0-1 0 0,-1 1 1 0 0,0-1-1 0 0,1 0 0 0 0,-1 1 1 0 0,0-1-1 0 0,0 0 1 0 0,1 1-1 0 0,-1-1 1 0 0,1 0-1 0 0,-1 0 1 0 0,0 1-1 0 0,1-1 1 0 0,-1 0-1 0 0,1 0 1 0 0,-1 0-1 0 0,0 1 1 0 0,1-1-1 0 0,-1 0 1 0 0,1 0-1 0 0,0 0 1 0 0,-1 0 3 0 0,1 0 4 0 0,0 1 0 0 0,0-1-1 0 0,0 1 1 0 0,0-1 0 0 0,0 0 0 0 0,0 0 0 0 0,0 0 0 0 0,0 0-1 0 0,0 1 1 0 0,0-1 0 0 0,0 0 0 0 0,0-1 0 0 0,0 1-1 0 0,0 0 1 0 0,0 0 0 0 0,0 0 0 0 0,0-1 0 0 0,0 1 0 0 0,0 0-1 0 0,0-1 1 0 0,0 1 0 0 0,0-1 0 0 0,0 1 0 0 0,1-2-1 0 0,10-4 43 0 0,-10 6-47 0 0,0 0-1 0 0,-1-1 0 0 0,1 0 1 0 0,0 1-1 0 0,-1-1 0 0 0,1 0 1 0 0,-1 0-1 0 0,1 0 0 0 0,-1 0 1 0 0,1 0-1 0 0,-1 0 1 0 0,1 0-1 0 0,-1-1 0 0 0,2-2 1 0 0,1 0 15 0 0,-2 3-10 0 0,3-7 27 0 0,-2 4-14 0 0,3-8 14 0 0,-6 9-16 0 0,-1 0 421 0 0,-1 2-86 0 0,1 1-336 0 0,1 0-1 0 0,-1 0 0 0 0,0 0 1 0 0,1-1-1 0 0,-1 1 1 0 0,1 0-1 0 0,-1 0 1 0 0,1 0-1 0 0,-1 0 0 0 0,1-1 1 0 0,-1 1-1 0 0,1 0 1 0 0,0 0-1 0 0,-1-1 1 0 0,1 1-1 0 0,-1 0 0 0 0,1-1 1 0 0,-1 1-1 0 0,1 0 1 0 0,0-1-1 0 0,-1 1 0 0 0,1-1 1 0 0,-1 0-1 0 0,1 0 59 0 0,-10 7 64 0 0,5-3-114 0 0,4-2-13 0 0,-1 0-1 0 0,0 1 1 0 0,1-1 0 0 0,-1 0 0 0 0,0 0 0 0 0,1 1-1 0 0,0-1 1 0 0,-1 1 0 0 0,1 0 0 0 0,0-1 0 0 0,0 1-1 0 0,-1 2 1 0 0,-4 10 78 0 0,4-11-78 0 0,0 0-1 0 0,0 1 1 0 0,1-1-1 0 0,0 1 1 0 0,0 0-1 0 0,0-1 1 0 0,0 1 0 0 0,0 0-1 0 0,1-1 1 0 0,-1 1-1 0 0,1 0 1 0 0,0 0-1 0 0,1 4 1 0 0,0 0 9 0 0,-1-5-15 0 0,1 0-1 0 0,-1-1 0 0 0,1 1 1 0 0,-1 0-1 0 0,1-1 0 0 0,0 1 1 0 0,0-1-1 0 0,1 0 0 0 0,-1 1 1 0 0,0-1-1 0 0,1 0 0 0 0,-1 0 1 0 0,1 0-1 0 0,2 2 0 0 0,6 4-6 0 0,7-4 0 0 0,-2-4 0 0 0,-11-2 19 0 0,1 1-1 0 0,0-1 0 0 0,-1 0 0 0 0,1 0 1 0 0,-1 0-1 0 0,5-4 0 0 0,-6 4-8 0 0,-1 0 0 0 0,0 0 0 0 0,1 0 0 0 0,-1 0 0 0 0,0 0-1 0 0,0 0 1 0 0,-1 0 0 0 0,1-1 0 0 0,0 1 0 0 0,-1-1 0 0 0,0 1-1 0 0,2-4 1 0 0,15-53-10 0 0,-15 43-5 0 0,-6 10 1 0 0,3 5 7 0 0,-1 0 0 0 0,1 1 0 0 0,-1-1 0 0 0,1 0 0 0 0,-1 0 0 0 0,1 0 0 0 0,0 0-1 0 0,-1 0 1 0 0,1 0 0 0 0,0 0 0 0 0,0 0 0 0 0,0 0 0 0 0,0 0 0 0 0,0 0 0 0 0,0-1 0 0 0,0 1 42 0 0,0-1 0 0 0,0 1 0 0 0,-1 0 0 0 0,1 0 1 0 0,0 0-1 0 0,-1 1 0 0 0,1-1 0 0 0,0 0 0 0 0,-1 0 1 0 0,1 0-1 0 0,-1 0 0 0 0,1 0 0 0 0,-1 0 0 0 0,0 0 1 0 0,1 1-1 0 0,-1-1 0 0 0,0 0 0 0 0,0 1 0 0 0,0-2 1 0 0,-14-5 4 0 0,12 6-58 0 0,-11-3 45 0 0,8 8 38 0 0,1 1-20 0 0,-1-3 0 0 0,4-2-48 0 0,0 1-1 0 0,0 0 1 0 0,0 0-1 0 0,1 0 1 0 0,-1 0 0 0 0,0 0-1 0 0,0 0 1 0 0,1 0 0 0 0,-1 1-1 0 0,0-1 1 0 0,1 0 0 0 0,-3 4-1 0 0,2-2 42 0 0,-2 5-25 0 0,4 1 9 0 0,-1-8-406 0 0,1 0 1 0 0,0 0 0 0 0,0 1-1 0 0,0-1 1 0 0,0 0-1 0 0,0 0 1 0 0,1 0-1 0 0,-1 0 1 0 0,0 0-1 0 0,0 0 1 0 0,1 0 0 0 0,-1 0-1 0 0,1 0 1 0 0,-1 0-1 0 0,1 0 1 0 0,-1 0-1 0 0,1 0 1 0 0,1 1-1 0 0,0 1-1299 0 0,4 5-5112 0 0</inkml:trace>
</inkml:ink>
</file>

<file path=ppt/ink/ink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3:14.6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6 845 6448 0 0,'0'0'498'0'0,"0"0"-227"0"0,0 0 264 0 0,0 0 147 0 0,0 0 29 0 0,0 0-14 0 0,0 0-87 0 0,0 0-40 0 0,0 0-8 0 0,0 0-25 0 0,0 0-94 0 0,0 0-41 0 0,0 0-8 0 0,0 0-18 0 0,0 0-67 0 0,0 0-28 0 0,0 0-7 0 0,0 0 4 0 0,0 0 29 0 0,0 0 12 0 0,0 0 1 0 0,0 0-18 0 0,0 0-72 0 0,0 0-35 0 0,0 0-3 0 0,0 0 10 0 0,-1 2 38 0 0,-3 3 14 0 0,4-3 2 0 0,0-2-60 0 0,0 0-234 0 0,0 0-13 0 0,0 0 108 0 0,0 1 11 0 0,2 2 17 0 0,-1-1 0 0 0,1 0-1 0 0,-1 0 1 0 0,1 1 0 0 0,0-1-1 0 0,0-1 1 0 0,4 5 0 0 0,-3-5-54 0 0,0 1 1 0 0,0-1-1 0 0,0 0 1 0 0,0 0-1 0 0,1 0 1 0 0,-1 0-1 0 0,0 0 1 0 0,1-1 0 0 0,3 1-1 0 0,34-2 20 0 0,-17 0 167 0 0,37-4 389 0 0,-24 1-412 0 0,2 1-109 0 0,-17 3 18 0 0,25-5 0 0 0,-37 3-100 0 0,-1 1 1 0 0,17 1-1 0 0,-15 0-5 0 0,-1 0 0 0 0,17-3 0 0 0,31-5 7 0 0,117-3-1 0 0,-113 6 79 0 0,-22 1-51 0 0,41-8-33 0 0,16-1 0 0 0,-42 4 0 0 0,-19 4 0 0 0,40 1 0 0 0,57-5 0 0 0,-92 9 0 0 0,-12-1 0 0 0,36 3 0 0 0,-36 1 0 0 0,0-2 0 0 0,1-1 0 0 0,30-4 0 0 0,-2 2 0 0 0,-14 0 0 0 0,73-3 0 0 0,-82 3 0 0 0,0 2 0 0 0,58 6 0 0 0,61-2 0 0 0,-120-4 0 0 0,63 1 54 0 0,224-10 351 0 0,-185 1-116 0 0,6-1-43 0 0,-86 3-154 0 0,110-14 166 0 0,186-27-6 0 0,-135 22-592 0 0,41-4 350 0 0,-123 7 555 0 0,521-64-429 0 0,-363 48 908 0 0,-158 18-988 0 0,-22 2-67 0 0,-19-1-71 0 0,0 0-209 0 0,-53 12-287 0 0,-24 3 194 0 0,27-2 1 0 0,179-12 1256 0 0,-87 5-1094 0 0,2 4 1327 0 0,-92 4-1106 0 0,-24 2 0 0 0,25-1 0 0 0,10-1 0 0 0,-19 1 0 0 0,-4 0 0 0 0,8 0 0 0 0,253 0-288 0 0,-267 5 405 0 0,-15 0-89 0 0,-1-1 0 0 0,1 0-1 0 0,0-1 1 0 0,17-4 0 0 0,41-8-54 0 0,-56 10-304 0 0,23-3 1 0 0,10-2 506 0 0,-33 5-41 0 0,0 0-1 0 0,27 0 1 0 0,-3 0-35 0 0,-3-1-101 0 0,40-5 0 0 0,-65 7 0 0 0,0 1 0 0 0,1 0 0 0 0,21 2 0 0 0,-18-1 0 0 0,22-1 0 0 0,-20 0 0 0 0,34 3 0 0 0,-4 0 0 0 0,44-2 0 0 0,-74 2 0 0 0,-11-1 0 0 0,0 0 0 0 0,1 0 0 0 0,-1-1 0 0 0,8 0 0 0 0,82-6 0 0 0,-69 4 11 0 0,-12 0 2 0 0,0 0 1 0 0,0 0-1 0 0,16-6 0 0 0,21-8-13 0 0,-42 13 48 0 0,-1 1 1 0 0,19-3-1 0 0,-12 3 31 0 0,-15 1-61 0 0,0 1 0 0 0,0 0 0 0 0,0 0-1 0 0,-1 0 1 0 0,1-1 0 0 0,0 1 0 0 0,0 0-1 0 0,-1-1 1 0 0,1 1 0 0 0,0-1 0 0 0,-1 1 0 0 0,2-2-1 0 0,5-1-78 0 0,41-8-117 0 0,-33 7 82 0 0,33-4 0 0 0,24-3 623 0 0,-16 2-91 0 0,-39 9-306 0 0,-15 0-119 0 0,1 0 1 0 0,-1 0-1 0 0,0 0 0 0 0,1 0 0 0 0,-1-1 1 0 0,0 1-1 0 0,1 0 0 0 0,-1-1 0 0 0,4-1 1 0 0,45-16 204 0 0,-45 16-185 0 0,1-1 0 0 0,-1 1 0 0 0,9-2 0 0 0,-9 3-9 0 0,-1 0 1 0 0,1-1-1 0 0,-1 1 0 0 0,0-1 1 0 0,8-5-1 0 0,21-6 226 0 0,-33 12-241 0 0,1 0 0 0 0,0 0 0 0 0,0 1 1 0 0,0-1-1 0 0,-1 1 0 0 0,1 0 0 0 0,3-1 0 0 0,10-2 8 0 0,-11 1-15 0 0,-3 2 0 0 0,1-1 0 0 0,-1 0 0 0 0,1 1 0 0 0,-1 0 0 0 0,1-1 0 0 0,-1 1 0 0 0,1 0 0 0 0,-1 0 0 0 0,1 0 0 0 0,-1 0 0 0 0,4 0 0 0 0,26-9 75 0 0,-13 5-2 0 0,-15 4-43 0 0,15-7 80 0 0,-11 0-257 0 0,-6 6 142 0 0,-1 1 1 0 0,0-1 0 0 0,1 1-1 0 0,-1 0 1 0 0,0-1 0 0 0,1 1-1 0 0,-1 0 1 0 0,1-1-1 0 0,-1 1 1 0 0,1 0 0 0 0,-1-1-1 0 0,1 1 1 0 0,-1 0 0 0 0,1 0-1 0 0,-1-1 1 0 0,1 1 0 0 0,-1 0-1 0 0,1 0 1 0 0,0 0 0 0 0,2 0-11 0 0,-2 0 15 0 0,0 0 0 0 0,0 0 0 0 0,-1 0 0 0 0,1 0 0 0 0,0 0 0 0 0,0 0 0 0 0,-1 0 1 0 0,1-1-1 0 0,0 1 0 0 0,0 0 0 0 0,-1 0 0 0 0,1-1 0 0 0,0 1 0 0 0,0 0 0 0 0,-1-1 0 0 0,1 1 0 0 0,0-1 0 0 0,-1 1 0 0 0,2-2 0 0 0,5-1 37 0 0,2-1 0 0 0,11-2 0 0 0,-8 0 262 0 0,-11 5-307 0 0,0 1-1 0 0,0-1 1 0 0,0 0-1 0 0,0 1 1 0 0,0-1 0 0 0,1 0-1 0 0,-1 1 1 0 0,0 0-1 0 0,0-1 1 0 0,2 1 0 0 0,0-1-31 0 0,1 0-5 0 0,9-5-149 0 0,-4 1 167 0 0,-5 1 26 0 0,0 3 0 0 0,11 1 0 0 0,0-2 0 0 0,-7 1 0 0 0,8 0 146 0 0,-9 1-92 0 0,3 1-246 0 0,-10-1 197 0 0,0 0 0 0 0,1 0 0 0 0,-1 0 0 0 0,0 0 0 0 0,0 0 0 0 0,0 0 0 0 0,0 0 0 0 0,0 0 0 0 0,0 0 0 0 0,0 0 0 0 0,1 0 0 0 0,-1 0 0 0 0,0 0 0 0 0,0 0 0 0 0,0 0 0 0 0,0 0 0 0 0,0 0 0 0 0,0 0 0 0 0,0 0 0 0 0,1 0 0 0 0,-1 0 0 0 0,0 0-1 0 0,0 0 1 0 0,0 0 0 0 0,0 0 0 0 0,0 0 0 0 0,0 0 0 0 0,0 1 0 0 0,0-1 0 0 0,0 0 0 0 0,1 0 0 0 0,-1 0 0 0 0,0 0 0 0 0,0 0 0 0 0,0 0 0 0 0,0 0 0 0 0,0 0 0 0 0,0 1 0 0 0,0-1 0 0 0,0 0 0 0 0,0 0 0 0 0,0 0 0 0 0,0 0 0 0 0,0 0 0 0 0,0 0 0 0 0,0 1 0 0 0,0-1 0 0 0,0 0 0 0 0,0 0 0 0 0,0 0 0 0 0,0 0 0 0 0,0 0 0 0 0,0 0 0 0 0,0 0-1 0 0,0 1 1 0 0,0-1 0 0 0,-4 5-1068 0 0,4-5 699 0 0,-8 8-5578 0 0,3 0-2035 0 0</inkml:trace>
</inkml:ink>
</file>

<file path=ppt/ink/ink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3:17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49 138 6912 0 0,'0'0'528'0'0,"0"0"-300"0"0,0 0 4 0 0,0 0 37 0 0,0 0 10 0 0,0-1 66 0 0,3-19 6252 0 0,-3 12-6683 0 0,0 7 570 0 0,0 1-83 0 0,0 0-32 0 0,0 0-8 0 0,0 0 3 0 0,0 0 16 0 0,0 0 4 0 0,0 0 0 0 0,0 0-16 0 0,0 0-65 0 0,0 0-23 0 0,0 0-7 0 0,0 0-22 0 0,0 0-90 0 0,1 1-38 0 0,0 2-85 0 0,0 0 0 0 0,0 0 1 0 0,0 0-1 0 0,0 0 0 0 0,0 4 0 0 0,3 8 54 0 0,-3-9-25 0 0,1 0-1 0 0,-1 0 0 0 0,1 13 1 0 0,-2-15-36 0 0,0 1 1 0 0,1 0 0 0 0,0-1 0 0 0,0 1 0 0 0,0 0 0 0 0,3 6-1 0 0,-2-5 126 0 0,1 0-1 0 0,-1 1 1 0 0,2 11-1 0 0,4 14 310 0 0,11 10-227 0 0,-16-35-221 0 0,-1-1-1 0 0,0 1 1 0 0,0-1-1 0 0,0 1 1 0 0,0 9-1 0 0,4 12 115 0 0,9 32 210 0 0,-6-16-252 0 0,-7-28-50 0 0,6 18 0 0 0,7 43 924 0 0,-9-41-909 0 0,2 5-66 0 0,-5-29 34 0 0,-1 0-1 0 0,0 1 0 0 0,-1-1 1 0 0,0 14-1 0 0,0-17 9 0 0,0 0 0 0 0,0-1 0 0 0,3 13 0 0 0,-1-12 5 0 0,-2-1 0 0 0,1 1 0 0 0,-1 12 0 0 0,0-10 71 0 0,0-1-1 0 0,5 21 1 0 0,-4-23-56 0 0,0 0 1 0 0,-1 0 0 0 0,0 1-1 0 0,-1-1 1 0 0,1 0 0 0 0,-2 10 0 0 0,1-12-39 0 0,-1 0 1 0 0,2-1 0 0 0,-1 1 0 0 0,2 11-1 0 0,2 18 119 0 0,4 14 17 0 0,-2-12-84 0 0,-6-36-60 0 0,0 0 0 0 0,0 0-1 0 0,1 0 1 0 0,-1 0 0 0 0,0 0 0 0 0,0 0-1 0 0,1 0 1 0 0,-1 0 0 0 0,1 0 0 0 0,-1 0-1 0 0,1 0 1 0 0,0 2 0 0 0,4 6 4 0 0,-4-5-1 0 0,-1 0-1 0 0,1 0 1 0 0,-1 0-1 0 0,0 0 1 0 0,-1 5 0 0 0,1 3-1 0 0,-3-5 37 0 0,3-7-41 0 0,-1 1 0 0 0,1-1 0 0 0,0 0 0 0 0,0 0 0 0 0,0 1-1 0 0,0-1 1 0 0,0 0 0 0 0,-1 0 0 0 0,1 1 0 0 0,0-1 0 0 0,0 0 0 0 0,0 1 0 0 0,0-1 0 0 0,0 0 0 0 0,0 1 0 0 0,0-1 0 0 0,0 0 0 0 0,0 0 0 0 0,0 1 0 0 0,0-1 0 0 0,0 0 0 0 0,0 1 0 0 0,0-1 0 0 0,0 1 0 0 0,4 4-5 0 0,-3-3-56 0 0,-1-1-8 0 0,2 22 247 0 0,-1-8-103 0 0,-1-15-77 0 0,0-1 0 0 0,0 1 0 0 0,0 0 0 0 0,0 0 0 0 0,0 0 0 0 0,0 0 0 0 0,-1 0 0 0 0,1 0 0 0 0,0 0-1 0 0,0 0 1 0 0,0 0 0 0 0,0 0 0 0 0,0 0 0 0 0,0 0 0 0 0,0 0 0 0 0,0 0 0 0 0,0-1 0 0 0,0 1 0 0 0,0 0 0 0 0,0 0 0 0 0,0 0 0 0 0,0 0 0 0 0,0 0 0 0 0,0 0 0 0 0,-1 0 0 0 0,1 0 0 0 0,0 0 0 0 0,0 0 0 0 0,0 0 0 0 0,0 0 0 0 0,0 0 0 0 0,0 0 0 0 0,0 0-1 0 0,0 0 1 0 0,0 0 0 0 0,0 0 0 0 0,0 0 0 0 0,-1 0 0 0 0,1 0 0 0 0,0 0 0 0 0,0 0 0 0 0,0 0 0 0 0,0 0 0 0 0,0 0 0 0 0,0 0 0 0 0,0 0 0 0 0,0 1 0 0 0,0-1 0 0 0,0 0 0 0 0,0 0 0 0 0,0 0 0 0 0,0 0 0 0 0,0 0 0 0 0,-5-14 153 0 0,3 9-113 0 0,1 1 1 0 0,-1 0-1 0 0,1 0 1 0 0,-5-7-1 0 0,4 8-37 0 0,0 1 1 0 0,0-1-1 0 0,1 0 0 0 0,-1 0 1 0 0,1-1-1 0 0,-1 1 0 0 0,1 0 0 0 0,0 0 1 0 0,0-1-1 0 0,0-3 0 0 0,-5-16 13 0 0,5 21-14 0 0,1-1-1 0 0,-1 0 1 0 0,1 1-1 0 0,0-1 1 0 0,0 0-1 0 0,0 1 1 0 0,0-1-1 0 0,1-3 1 0 0,-1-16 28 0 0,-5-12-19 0 0,2 16-13 0 0,-8-34 0 0 0,7 37 15 0 0,1-1-1 0 0,-2-18 1 0 0,-1-11 9 0 0,2 27-23 0 0,-2-11 0 0 0,-4-11 0 0 0,8 29 0 0 0,-6-19 0 0 0,5 19 0 0 0,0 0 0 0 0,0 0 0 0 0,1-1 0 0 0,-1-19 0 0 0,3 26 0 0 0,0 0 0 0 0,-1 1 0 0 0,0-1 0 0 0,0 1 0 0 0,-3-8 0 0 0,3 8 0 0 0,-1 0 0 0 0,1-1 0 0 0,0 1 0 0 0,0-1 0 0 0,0-7 0 0 0,1 6 0 0 0,-1 0 0 0 0,0-1 0 0 0,-1 1 0 0 0,1 0 0 0 0,-4-8 0 0 0,-3-13 0 0 0,-5-11 0 0 0,10 29 0 0 0,0 0 0 0 0,0 0 0 0 0,-2-13 0 0 0,-13-40 54 0 0,17 57-46 0 0,0-1 4 0 0,0 0 1 0 0,-1 0-1 0 0,0 0 0 0 0,0 0 1 0 0,-4-6-1 0 0,5 8-7 0 0,0 0 0 0 0,0 1 1 0 0,0-1-1 0 0,0 1 0 0 0,1-1 0 0 0,-1 0 0 0 0,1-5 0 0 0,-2-11 29 0 0,-3-14 19 0 0,1 4-53 0 0,4 28 4 0 0,-1 1-1 0 0,1-1 1 0 0,0 1-1 0 0,-1 0 1 0 0,1-1-1 0 0,0 1 1 0 0,0-1 0 0 0,0 1-1 0 0,0-1 1 0 0,1-2-1 0 0,-1-3 22 0 0,-9-19-25 0 0,8 17 0 0 0,1 1 0 0 0,-1 1 0 0 0,-1 2-12 0 0,0 3-36 0 0,-1-4 26 0 0,1 3-21 0 0,-2-3 32 0 0,-1 0 11 0 0,1-11 0 0 0,4 14 0 0 0,0-6 0 0 0,1-10 0 0 0,1-12 0 0 0,-2 22 0 0 0,0-16 11 0 0,0 24 16 0 0,0 1-70 0 0,0 0 59 0 0,4-1-28 0 0,-3 0 11 0 0,0 1-1 0 0,0 0 1 0 0,-1 0-1 0 0,1 0 0 0 0,0 0 1 0 0,0 0-1 0 0,0 0 0 0 0,0 0 1 0 0,-1 0-1 0 0,1 0 0 0 0,0 0 1 0 0,0 0-1 0 0,0 1 0 0 0,-1-1 1 0 0,1 0-1 0 0,0 0 0 0 0,0 1 1 0 0,0 0-1 0 0,10 1 2 0 0,0 0 0 0 0,0 0 0 0 0,0-1 0 0 0,17 0 0 0 0,-6 1 0 0 0,-19-1 0 0 0,0 0 0 0 0,0-1 0 0 0,0 1 0 0 0,0-1 0 0 0,1 0 0 0 0,-1 0 0 0 0,0 0 0 0 0,4-1 0 0 0,91-11 0 0 0,-29 3 0 0 0,-55 6-159 0 0,25-1-1 0 0,-25 4-64 0 0,23-6-1 0 0,-17 5 48 0 0,-17 1 269 0 0,-1 0-1 0 0,1 0 0 0 0,-1 0 1 0 0,1-1-1 0 0,0 1 0 0 0,-1 0 1 0 0,1-1-1 0 0,2-1 1 0 0,-1 0-21 0 0,23-3-44 0 0,-16 3-27 0 0,-1-1 0 0 0,3-2 0 0 0,5 0-311 0 0,-15 6-280 0 0,1 0 231 0 0,-3 0 253 0 0,1 0 0 0 0,-1 0 0 0 0,0 0 0 0 0,0 0 0 0 0,0 1 0 0 0,0-1 1 0 0,0 0-1 0 0,0 1 0 0 0,0-1 0 0 0,-1 1 0 0 0,1-1 0 0 0,0 1 0 0 0,0 2 1 0 0,3 7-1146 0 0,-2-8 159 0 0,-1 0 0 0 0,0 0 0 0 0,0 1 0 0 0,0-1 0 0 0,0 1 0 0 0,1 4 0 0 0,-6 8-5405 0 0</inkml:trace>
</inkml:ink>
</file>

<file path=ppt/ink/ink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3:17.9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34 2760 0 0,'-26'0'468'0'0,"24"0"545"0"0,2 0 338 0 0,0 0 66 0 0,0 0-76 0 0,-10-1 1955 0 0,-8-9-1494 0 0,18 9-1236 0 0,0 1-38 0 0,0 0-16 0 0,0 0-6 0 0,-2-2-9 0 0,0-1-300 0 0,0 1 1 0 0,-1-1-1 0 0,1 1 1 0 0,-1 0-1 0 0,1 0 1 0 0,-5-3-1 0 0,5 4 267 0 0,2 1 34 0 0,-7 0 304 0 0,7 0 2397 0 0,5 0-3166 0 0,0 1 0 0 0,1-1 0 0 0,-1 1 0 0 0,0 0-1 0 0,5 1 1 0 0,-5 0-15 0 0,-1-1-1 0 0,1 0 0 0 0,0 0 0 0 0,-1-1 1 0 0,8 1-1 0 0,5 0 7 0 0,10 1-8 0 0,4 1 22 0 0,-23-2-29 0 0,-1 0 1 0 0,1 0 0 0 0,0-1-1 0 0,10 0 1 0 0,-10-1-4 0 0,0 1 1 0 0,1 0 0 0 0,8 2-1 0 0,-11-1 25 0 0,0-1 0 0 0,0 0-1 0 0,0 0 1 0 0,0 0 0 0 0,-1-1-1 0 0,1 1 1 0 0,9-4 0 0 0,-11 3-20 0 0,24-3-12 0 0,2 1 229 0 0,-30 3-212 0 0,1 0-1 0 0,-1 1 1 0 0,0-1 0 0 0,0 0-1 0 0,1 0 1 0 0,-1 0-1 0 0,0 0 1 0 0,1 0 0 0 0,-1 0-1 0 0,0 0 1 0 0,0 0-1 0 0,1 0 1 0 0,-1 0-1 0 0,0 0 1 0 0,0 0 0 0 0,1 0-1 0 0,-1 0 1 0 0,0 0-1 0 0,1 0 1 0 0,-1-1 0 0 0,0 1-1 0 0,0 0 1 0 0,0 0-1 0 0,1 0 1 0 0,-1 0 0 0 0,0 0-1 0 0,0-1 1 0 0,1 1-1 0 0,-1 0 1 0 0,0 0-1 0 0,0-1 1 0 0,4-2-84 0 0,15-1-2435 0 0,-21 6 269 0 0,-5 5-4767 0 0</inkml:trace>
</inkml:ink>
</file>

<file path=ppt/ink/ink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3:19.2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 7568 0 0,'0'0'348'0'0,"0"0"-7"0"0,0 0-136 0 0,0 0 242 0 0,0 0 128 0 0,0 0 29 0 0,0 0-10 0 0,0 0-55 0 0,0 0-24 0 0,0 0-3 0 0,0 0 0 0 0,0 0 0 0 0,0 0 0 0 0,0 0 0 0 0,0 0 5 0 0,0 0 22 0 0,0 0 5 0 0,0 0 0 0 0,0 0-37 0 0,0 0-149 0 0,0 0-64 0 0,0 0-7 0 0,0 0-26 0 0,0 0-83 0 0,0 0-33 0 0,1 0-8 0 0,14-1 313 0 0,-1 1-178 0 0,-1 0-1 0 0,1 1 1 0 0,16 3-1 0 0,8 4-33 0 0,26 6 50 0 0,-51-11-272 0 0,-8-2-4 0 0,-1 0-1 0 0,1 0 1 0 0,-1 0-1 0 0,0 1 1 0 0,6 2-1 0 0,1 1 41 0 0,-1 0 0 0 0,0 0 0 0 0,17 4 0 0 0,12 5 49 0 0,30 23-63 0 0,-39-19 4 0 0,-28-17-24 0 0,0 0 0 0 0,-1 1 0 0 0,1-1 0 0 0,0 0 0 0 0,-1 1 0 0 0,1 0-1 0 0,1 2 1 0 0,8 7 66 0 0,46 31-7 0 0,-40-30-77 0 0,-12-9 0 0 0,0 0 0 0 0,-1 1 0 0 0,1 0 0 0 0,0-1 0 0 0,-1 2 0 0 0,0-1 0 0 0,4 5 0 0 0,11 18 0 0 0,-12-19 0 0 0,-1 1 0 0 0,-1-1 0 0 0,1 1 0 0 0,4 12 0 0 0,-7-15 0 0 0,1 0 0 0 0,-1 0 0 0 0,1 0 0 0 0,8 9 0 0 0,-7-9 0 0 0,0 1 0 0 0,7 12 0 0 0,1 9 21 0 0,7 13 22 0 0,-12-20-21 0 0,-1-3 10 0 0,17 35 30 0 0,-23-50-68 0 0,0 0-1 0 0,-1 0 1 0 0,1 0 0 0 0,-1 0-1 0 0,1 1 1 0 0,-1 2-1 0 0,1 8-8 0 0,8 27 15 0 0,-8-37 0 0 0,-1 1 0 0 0,1 0 0 0 0,-1 0 0 0 0,-1 6 0 0 0,1 1 0 0 0,2 8 0 0 0,-3-10 0 0 0,0-6 68 0 0,0 0-1 0 0,1 0 1 0 0,-1 0-1 0 0,1 8 1 0 0,0-8 0 0 0,0 0 0 0 0,0 0 0 0 0,-1 0 0 0 0,-1 7 0 0 0,-3 9 67 0 0,2-10 9 0 0,1-1 1 0 0,-1 0-1 0 0,0 1 1 0 0,-1-1-1 0 0,0 0 0 0 0,-1-1 1 0 0,-6 10-1 0 0,-8 4-144 0 0,11-10 0 0 0,7-11 1 0 0,0 0 0 0 0,1 0 0 0 0,-1 0-1 0 0,0 0 1 0 0,0 0 0 0 0,0 0 0 0 0,1 0 0 0 0,-1-1-1 0 0,-2 2 1 0 0,2-1-4 0 0,0 0 0 0 0,0-1-1 0 0,0 1 1 0 0,1 0 0 0 0,-1 0-1 0 0,0-1 1 0 0,0 1 0 0 0,1 0-1 0 0,-1 0 1 0 0,0 0 0 0 0,0 2-1 0 0,0-1-35 0 0,1-1 0 0 0,-1 1 0 0 0,0 0 0 0 0,0-1 0 0 0,0 1 0 0 0,0-1 0 0 0,0 1 0 0 0,0-1 0 0 0,0 1 0 0 0,-1-1 0 0 0,1 0 0 0 0,-1 1 0 0 0,1-1-1 0 0,-1 0 1 0 0,1 0 0 0 0,-3 1 0 0 0,-13 14-168 0 0,4-3 158 0 0,-54 47 352 0 0,51-50-519 0 0,8-6 193 0 0,-2 4 23 0 0,4-2 0 0 0,-15 18 0 0 0,15-16 0 0 0,-14 17 14 0 0,11-11 17 0 0,4-12-4 0 0,1 0-19 0 0,0 1-8 0 0,-9 7 0 0 0,-9 3 0 0 0,19-11 0 0 0,-13 8 0 0 0,8-8 0 0 0,4 0 0 0 0,1-1 0 0 0,-1 1 0 0 0,1-1 0 0 0,0 1 0 0 0,-6 4 0 0 0,-19 8 11 0 0,26-13-6 0 0,1 1 0 0 0,-1-1 0 0 0,1 0-1 0 0,-1 0 1 0 0,1 0 0 0 0,-1-1 0 0 0,0 1 0 0 0,1 0 0 0 0,-1-1-1 0 0,-2 1 1 0 0,2 0 0 0 0,1-1 0 0 0,-1 1 0 0 0,1-1 0 0 0,-1 1 0 0 0,0-1-1 0 0,1 1 1 0 0,0 0 0 0 0,-1 0 0 0 0,1 0 0 0 0,-2 1 0 0 0,-12 5 5 0 0,13-6-10 0 0,1-1 0 0 0,-1 1 0 0 0,1 0 0 0 0,-1-1 0 0 0,1 1 0 0 0,-1-1 0 0 0,1 1 0 0 0,-1-1 0 0 0,1 0 0 0 0,-1 1 0 0 0,-2-1 0 0 0,-4 1 0 0 0,2 2 0 0 0,0 0 0 0 0,0-1 0 0 0,0 1 0 0 0,0-1 0 0 0,-1-1 0 0 0,-9 2 0 0 0,6-2 0 0 0,1 0 0 0 0,-19-2 0 0 0,8 1 0 0 0,1-5 0 0 0,16 4 0 0 0,1 1 0 0 0,-1-1 0 0 0,1 0 0 0 0,-1 1 0 0 0,-4-1 0 0 0,4 1-1 0 0,1 0-1 0 0,0 0 1 0 0,0 0 0 0 0,-1-1-1 0 0,1 1 1 0 0,0-1-1 0 0,0 1 1 0 0,0-1 0 0 0,-1 0-1 0 0,1 0 1 0 0,0 0-1 0 0,0 0 1 0 0,0 0-1 0 0,1 0 1 0 0,-3-2 0 0 0,-15-3-3121 0 0,9 1 1562 0 0,8 3-8 0 0</inkml:trace>
</inkml:ink>
</file>

<file path=ppt/ink/ink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3:21.0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1 112 7344 0 0,'0'0'332'0'0,"0"0"-4"0"0,0 0-130 0 0,0 0 228 0 0,0 0 118 0 0,0 0 28 0 0,0 0 4 0 0,0 0 0 0 0,0 0 0 0 0,0 0 0 0 0,0 0-27 0 0,0 0-110 0 0,0 0-45 0 0,0 0-8 0 0,0 0 2 0 0,0 0 16 0 0,0 0 4 0 0,0 0 0 0 0,0 0-35 0 0,0 0-145 0 0,0 0-61 0 0,0 0-9 0 0,0 0 23 0 0,0 0 117 0 0,0 0 48 0 0,0 0 8 0 0,0 0-21 0 0,1 1-105 0 0,3 2-60 0 0,-1-1 0 0 0,1 0 1 0 0,0 0-1 0 0,0 0 0 0 0,0 0 0 0 0,0-1 0 0 0,0 1 0 0 0,0-1 0 0 0,0 0 0 0 0,8 0 1 0 0,4 1 68 0 0,26-2 1 0 0,-18-1-134 0 0,7-4 248 0 0,-23 4-292 0 0,0 1-1 0 0,15-5 1 0 0,-14 3-43 0 0,1 0 0 0 0,17 0 0 0 0,-11 1 345 0 0,22-4 0 0 0,-11 1-140 0 0,-8 0-222 0 0,4 0 0 0 0,31-3 0 0 0,2 1 64 0 0,-22 2 48 0 0,-27 3-114 0 0,0-1 1 0 0,14 1-1 0 0,-10 1-12 0 0,31 0-320 0 0,68-8-1 0 0,-93 6 464 0 0,1 1 0 0 0,21 1 0 0 0,-20 1 47 0 0,30-3 1 0 0,18-2-45 0 0,-28 4-48 0 0,25-6 78 0 0,-55 6-132 0 0,0 0-1 0 0,0-1 1 0 0,0-1 0 0 0,15-3 0 0 0,-16 3-7 0 0,-1 1 0 0 0,0 0 0 0 0,1 0 0 0 0,11 0 0 0 0,9 0 54 0 0,-8 0-42 0 0,20 1-1 0 0,-26 1-14 0 0,-1-1 0 0 0,1 0 0 0 0,24-5 0 0 0,-4 0 243 0 0,-20 2-152 0 0,-1 0-1 0 0,1 1 1 0 0,21-1 0 0 0,18-2-62 0 0,-29 3-232 0 0,-21 2 205 0 0,1 0 0 0 0,-1 0 0 0 0,1-1 0 0 0,-1 1 0 0 0,1-1 0 0 0,-1 0 1 0 0,0 0-1 0 0,7-2 0 0 0,-9 2 10 0 0,1 1 0 0 0,-1 0 0 0 0,0-1 1 0 0,1 1-1 0 0,-1 0 0 0 0,0 0 0 0 0,1 0 0 0 0,-1-1 0 0 0,0 2 0 0 0,1-1 1 0 0,-1 0-1 0 0,2 0 0 0 0,5 1 17 0 0,-4 0-41 0 0,15-3 62 0 0,-5 1 53 0 0,0 0-1 0 0,20 0 1 0 0,-2 1 177 0 0,-21 1-236 0 0,-3 1 0 0 0,-4-1-10 0 0,5-1-32 0 0,-5 0 26 0 0,3 0-25 0 0,-2 1 20 0 0,12 7 184 0 0,-16-8-1308 0 0,1 0-227 0 0,-3 3-400 0 0,-5 9-78 0 0,4-9-20 0 0</inkml:trace>
</inkml:ink>
</file>

<file path=ppt/ink/ink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3:50.2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20 213 1376 0 0,'0'0'247'0'0,"0"0"499"0"0,0 0 225 0 0,0 0 42 0 0,0 0-54 0 0,0 0-266 0 0,0 0-110 0 0,0 0-27 0 0,0 0-11 0 0,0 0-29 0 0,0 0-17 0 0,0 0-3 0 0,0 0-24 0 0,0 0-102 0 0,0 0-46 0 0,0 0-10 0 0,0 0 3 0 0,0 0 23 0 0,0 0 11 0 0,0 0 1 0 0,0 0-12 0 0,0 0-51 0 0,-1-2-22 0 0,0 1-110 0 0,0 1 1 0 0,1-1-1 0 0,-1 0 1 0 0,0 1-1 0 0,0-1 1 0 0,0 1-1 0 0,0-1 1 0 0,0 1-1 0 0,0-1 1 0 0,0 1-1 0 0,0 0 1 0 0,0-1-1 0 0,0 1 1 0 0,0 0-1 0 0,-1 0 1 0 0,0 0 116 0 0,2 0-22 0 0,0 0-10 0 0,0 0-3 0 0,0 0-7 0 0,0 0-34 0 0,0 0-20 0 0,0 0-2 0 0,0 0 0 0 0,0 0 0 0 0,0 0 0 0 0,0 0 0 0 0,0 0-2 0 0,0 0-13 0 0,0 0-8 0 0,0 0-1 0 0,0 0-4 0 0,0 0-16 0 0,0 0-4 0 0,10-3 128 0 0,4 0-88 0 0,-10 2-108 0 0,1 0-1 0 0,-1 0 1 0 0,1 1-1 0 0,-1-1 1 0 0,1 1-1 0 0,5 0 0 0 0,-4 1-3 0 0,1-1-1 0 0,-1 0 1 0 0,0-1-1 0 0,0 1 1 0 0,10-3-1 0 0,20-2 148 0 0,-24 5-123 0 0,0 0 0 0 0,0 1 0 0 0,15 3 0 0 0,-11-1 8 0 0,0-1 0 0 0,32 1-1 0 0,1-1 18 0 0,-8 4-105 0 0,-26-3 0 0 0,-1-1 0 0 0,0-1 0 0 0,1 0 0 0 0,17-2 0 0 0,-19 1 0 0 0,25 1 0 0 0,-24 0 0 0 0,19 0 0 0 0,7-3-2 0 0,-23 1 10 0 0,33-4 0 0 0,41-8 202 0 0,24-4-92 0 0,-106 16-102 0 0,0-1 0 0 0,11-3 0 0 0,14-4 10 0 0,16 1-26 0 0,39-6 0 0 0,-17 6 304 0 0,-40 4-109 0 0,16-1 1 0 0,8 1-95 0 0,-7-1-41 0 0,28 5-60 0 0,-67 0 15 0 0,0 0 0 0 0,10-1-1 0 0,9-1 14 0 0,0 2 40 0 0,47 8 0 0 0,-53-7-70 0 0,-17-1 5 0 0,1 0 0 0 0,-1 1 1 0 0,10 2-1 0 0,-12-2 9 0 0,3 1 14 0 0,1-1-1 0 0,-1 1 0 0 0,14 0 0 0 0,41 3 121 0 0,-39-5-110 0 0,5 0 25 0 0,31 3 0 0 0,-44-2-10 0 0,0 0 0 0 0,25-3 0 0 0,1-1 36 0 0,-22 3-28 0 0,-1-2 1 0 0,26-5-1 0 0,-24 2-39 0 0,-4 1 10 0 0,-1 1-1 0 0,1 1 1 0 0,23-1-1 0 0,47-1-29 0 0,-57 0 0 0 0,-2 0 0 0 0,22-2 0 0 0,-41 6 0 0 0,13 0 0 0 0,0 0 0 0 0,35-6 0 0 0,-50 5 0 0 0,-1 1 0 0 0,1-1 0 0 0,-1 1 0 0 0,10 2 0 0 0,-9-2 0 0 0,-1 1 0 0 0,1-1 0 0 0,0 0 0 0 0,6-1 0 0 0,-8 0 0 0 0,-1 1 0 0 0,1 0 0 0 0,-1 0 0 0 0,0 1 0 0 0,6 0 0 0 0,8 1 0 0 0,36-2 0 0 0,-52 0 0 0 0,11-2 0 0 0,9-4 0 0 0,-16 5 0 0 0,0 0 0 0 0,0 0 0 0 0,0 1 0 0 0,7 0 0 0 0,14-1 0 0 0,-8-2 0 0 0,24 0 0 0 0,-31 2 0 0 0,13-2 0 0 0,32 0 1359 0 0,-31-2-1214 0 0,-1 3-147 0 0,-15-2 4 0 0,-4 1 9 0 0,3 0 42 0 0,14-2 86 0 0,-15 3-116 0 0,19-9 18 0 0,-24 9-29 0 0,1 0 2 0 0,14 2 24 0 0,-16 0-33 0 0,-1 0 1 0 0,1 0-1 0 0,0 0 1 0 0,-1 0-1 0 0,1 0 1 0 0,0 0-1 0 0,-1 0 1 0 0,1 0-1 0 0,0 0 1 0 0,-1-1-1 0 0,1 1 1 0 0,0 0-1 0 0,-1 0 1 0 0,1-1-1 0 0,-1 1 0 0 0,2-1 1 0 0,-1 0 3 0 0,1 0 0 0 0,-1 0-1 0 0,1 1 1 0 0,-1-1 0 0 0,1 0 0 0 0,0 1 0 0 0,-1-1 0 0 0,1 1-1 0 0,3-1 1 0 0,5-2-9 0 0,2-1 0 0 0,-1 3 0 0 0,-1-2 0 0 0,3 2 0 0 0,-3-1 15 0 0,-9 1 54 0 0,1 1 5 0 0,4 0-10 0 0,-5 0-108 0 0,-1 0-167 0 0,0 0-494 0 0,0 0-261 0 0,0 0-66 0 0</inkml:trace>
</inkml:ink>
</file>

<file path=ppt/ink/ink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3:52.4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110 206 920 0 0,'24'0'13'0'0,"-19"0"294"0"0,-5 0 1021 0 0,-1-2 441 0 0,-8-9 3920 0 0,6 8-5861 0 0,1 1 659 0 0,2 2 20 0 0,-3 0 223 0 0,3 0-697 0 0,0 0 1 0 0,-1 0 0 0 0,1 0 0 0 0,0 1-1 0 0,-1-1 1 0 0,1 0 0 0 0,0 0 0 0 0,-1 0-1 0 0,1 0 1 0 0,0 0 0 0 0,-1 0 0 0 0,1 0-1 0 0,0-1 1 0 0,-1 1 0 0 0,1 0 0 0 0,0 0-1 0 0,-1 0 1 0 0,1 0 0 0 0,0 0 0 0 0,-1 0-1 0 0,1-1 1 0 0,0 1 0 0 0,-1 0 0 0 0,1-2 116 0 0,-1 1 1 0 0,0 0-1 0 0,1 0 0 0 0,-1 0 1 0 0,0 0-1 0 0,0 0 1 0 0,0 0-1 0 0,0 0 1 0 0,0 0-1 0 0,0 0 1 0 0,0 0-1 0 0,0 1 1 0 0,-2-2-1 0 0,2 1 91 0 0,0 0 1 0 0,0 0-1 0 0,-1 1 1 0 0,1-1-1 0 0,0 0 1 0 0,0 0-1 0 0,0-1 1 0 0,0 1-1 0 0,0 0 1 0 0,0 0-1 0 0,-1-2 0 0 0,-7 2 847 0 0,1-5-578 0 0,6 4-148 0 0,2 2-66 0 0,0 0-9 0 0,0 0-12 0 0,0 0-30 0 0,0 0-12 0 0,0 0-1 0 0,0 0-1 0 0,0 0-7 0 0,0 0-7 0 0,0 0-1 0 0,0 0-20 0 0,0 0-82 0 0,0 0-33 0 0,0 0-8 0 0,0 2-13 0 0,-4 13-48 0 0,3-13-7 0 0,0 0-1 0 0,1 1 1 0 0,-1-1 0 0 0,1 0 0 0 0,-1 0 0 0 0,1 0 0 0 0,0 0 0 0 0,-1 1 0 0 0,1-1 0 0 0,1 3 0 0 0,1 4 50 0 0,0 0 1 0 0,1 0 0 0 0,1-1 0 0 0,-1 1 0 0 0,6 9-1 0 0,-4-9-48 0 0,3 9 43 0 0,-7-14-35 0 0,0-1 0 0 0,0 1 0 0 0,1-1 1 0 0,0 0-1 0 0,0 1 0 0 0,0-1 0 0 0,2 3 0 0 0,8 12 78 0 0,-6-5-26 0 0,-3-8-65 0 0,0 1 0 0 0,0 0 0 0 0,2 10 0 0 0,1-2 36 0 0,0 17 630 0 0,0-17-580 0 0,0 0 0 0 0,6 25 0 0 0,-1-1-40 0 0,-4-18 19 0 0,-2-8 42 0 0,5 22 1 0 0,-6-19-103 0 0,0-1 0 0 0,7 17 0 0 0,-5-14 70 0 0,-6-12-62 0 0,0 0 0 0 0,1 0-8 0 0,0 4 15 0 0,1 0-1 0 0,0-1 1 0 0,0 1 0 0 0,1-1 0 0 0,4 10 0 0 0,-7-17-11 0 0,1 1-1 0 0,-1 0 1 0 0,1 0-1 0 0,-1 0 1 0 0,0 0-1 0 0,0 0 1 0 0,0 0-1 0 0,0 0 1 0 0,0 0-1 0 0,0-1 1 0 0,-1 4-1 0 0,1 0 3 0 0,0 2 6 0 0,1-1 1 0 0,-1 0 0 0 0,2 0-1 0 0,-1 1 1 0 0,3 5-1 0 0,-3-3-19 0 0,-1 0 48 0 0,0 0 0 0 0,1-1 0 0 0,2 11 0 0 0,-2-10-36 0 0,0 0 0 0 0,0 1-1 0 0,-1-1 1 0 0,-1 13 0 0 0,0 1-7 0 0,1 31 33 0 0,-5-28 866 0 0,5-8-862 0 0,0 16-42 0 0,-1-30 0 0 0,6 11 0 0 0,-5-13 0 0 0,1 6 0 0 0,-1 11 0 0 0,0-17 0 0 0,1 6-4 0 0,6 24 24 0 0,-7-30 1 0 0,0-1-15 0 0,0 0 1 0 0,0-1-1 0 0,0 1 0 0 0,0 0 1 0 0,0-1-1 0 0,0 1 1 0 0,0 0-1 0 0,0-1 1 0 0,1 1-1 0 0,-1 0 1 0 0,0-1-1 0 0,0 1 0 0 0,1 0 1 0 0,-1-1-1 0 0,0 1 1 0 0,1-1-1 0 0,-1 1 1 0 0,1-1-1 0 0,0 2 1 0 0,0 0 67 0 0,-1 3-46 0 0,0-10-11 0 0,-4-29 158 0 0,2 24-171 0 0,-1-6 12 0 0,-10-25 0 0 0,8 25 0 0 0,-6-25 0 0 0,-3-2-16 0 0,4 5 0 0 0,7 28 0 0 0,0 0 0 0 0,-2-14 0 0 0,-9-36 64 0 0,13 56-64 0 0,0 0 0 0 0,-1 0 0 0 0,1 0 0 0 0,-4-7 0 0 0,3 7 0 0 0,0 0 0 0 0,1 0 0 0 0,-1 0 0 0 0,-1-8 0 0 0,2 5 0 0 0,-1 0 0 0 0,-5-13 0 0 0,4 14 0 0 0,1 1 0 0 0,0-1 0 0 0,1 0 0 0 0,-1 0 0 0 0,1 0 0 0 0,0-7 0 0 0,0 6 0 0 0,0-1 0 0 0,0 0 0 0 0,-3-11 0 0 0,-3-10 0 0 0,-5-60 0 0 0,9 74 0 0 0,0 0 0 0 0,-8-18 0 0 0,1 5 0 0 0,10 26 0 0 0,-1 0 0 0 0,1 0 0 0 0,-1 0 0 0 0,0-1 0 0 0,0 1 0 0 0,0 0 0 0 0,0 0 0 0 0,0 0 0 0 0,-1 0 0 0 0,-1-2 0 0 0,1 3 0 0 0,1-1 0 0 0,0 0 0 0 0,0 0 0 0 0,0 0 0 0 0,0 0 0 0 0,0 0 0 0 0,0 0 0 0 0,0 0 0 0 0,0 0 0 0 0,1 0 0 0 0,-1-4 0 0 0,-4-5 0 0 0,4 9 0 0 0,1-1 0 0 0,-1 1 0 0 0,0 0 0 0 0,0-1 0 0 0,1 1 0 0 0,-1-5 0 0 0,1 4 0 0 0,-1 0 0 0 0,1 0 0 0 0,-1 0 0 0 0,0 0 0 0 0,0 0 0 0 0,-1-3 0 0 0,-2-4 0 0 0,-5-15 0 0 0,8 24 0 0 0,1 0 0 0 0,-1 0 0 0 0,1-1 0 0 0,-1 1 0 0 0,1-1 0 0 0,-1 1 0 0 0,1 0 0 0 0,0-1 0 0 0,0 1 0 0 0,0-1 0 0 0,0-2 0 0 0,-1-6 0 0 0,-1 8 0 0 0,0 0 0 0 0,2-8 0 0 0,-6-12 0 0 0,6 22 0 0 0,1 0 0 0 0,-1 0 0 0 0,0-1 0 0 0,0 1 0 0 0,0 0 0 0 0,0 0 0 0 0,0-1 0 0 0,0 1 0 0 0,0 0 0 0 0,0 0 0 0 0,0-1 0 0 0,0 1 0 0 0,0 0 0 0 0,0 0 0 0 0,0-1 0 0 0,0 1 0 0 0,0 0 0 0 0,0 0 0 0 0,0-1 0 0 0,0 1 0 0 0,-1 0 0 0 0,1 0 0 0 0,0-1 0 0 0,0 1 0 0 0,0 0 0 0 0,0 0 0 0 0,0-1 0 0 0,-1 1 0 0 0,1 0 0 0 0,0 0 0 0 0,0 0 0 0 0,0 0 0 0 0,-1-1 0 0 0,1 1 0 0 0,0 0 0 0 0,0 0 0 0 0,-1 0 0 0 0,1 0 0 0 0,0 0 0 0 0,0 0 0 0 0,-1 0 0 0 0,1-1 0 0 0,-1 1 0 0 0,1 0 0 0 0,-1 0 0 0 0,1 0 0 0 0,-1 0 0 0 0,1-1 0 0 0,-1 1 0 0 0,1 0 0 0 0,0 0 0 0 0,-1-1 0 0 0,1 1 0 0 0,-1 0 0 0 0,1-1 0 0 0,0 1 0 0 0,-1 0 0 0 0,1-1 0 0 0,0 1 0 0 0,0 0 0 0 0,-1-1 0 0 0,1 1 0 0 0,0-1 0 0 0,0 1 0 0 0,-1-1 0 0 0,1 1 0 0 0,0-1 0 0 0,-5-28 0 0 0,4 24 0 0 0,2 5 0 0 0,-1-1 0 0 0,0 0 0 0 0,0 1 0 0 0,0-1 0 0 0,0 1 0 0 0,-1-1 0 0 0,1 1 0 0 0,0-1 0 0 0,0 1 0 0 0,0-1 0 0 0,0 1 0 0 0,0-1 0 0 0,-1 1 0 0 0,1-1 0 0 0,0 1 0 0 0,-1-1 0 0 0,-4-7 0 0 0,6-1 0 0 0,-3 1 0 0 0,0 4 0 0 0,2 3 0 0 0,1-24 0 0 0,-1 20 0 0 0,-2-16 0 0 0,2 20 0 0 0,0 0 0 0 0,0 0 0 0 0,0 1 0 0 0,0-1 0 0 0,0 0 0 0 0,0 0 0 0 0,0 1 0 0 0,0-1 0 0 0,0 0 0 0 0,0 0 0 0 0,0 1 0 0 0,0-1 0 0 0,1-1 0 0 0,0 0 0 0 0,-1 0 0 0 0,0-1 0 0 0,1 1 0 0 0,-1 0 0 0 0,0 0 0 0 0,0-1 0 0 0,0 1 0 0 0,-1 0 0 0 0,1 0 0 0 0,-1-3 0 0 0,-2-2 0 0 0,6-1 0 0 0,-2 0 0 0 0,0 3 0 0 0,5-1 0 0 0,-7-1-10 0 0,2 9 6 0 0,0-1 1 0 0,0 0 0 0 0,0 0-1 0 0,0 0 1 0 0,0 0 0 0 0,0 0-1 0 0,0 0 1 0 0,1 0 0 0 0,-1-1-1 0 0,0 1 1 0 0,1 0 0 0 0,-1-1-1 0 0,0 1 1 0 0,1-1 0 0 0,-1 1-1 0 0,1-1 1 0 0,-1 0 0 0 0,1 0-1 0 0,1 1 1 0 0,30 1-48 0 0,-15-2 51 0 0,0-1 0 0 0,35-6 0 0 0,-45 6 0 0 0,1 0 0 0 0,-1 0 0 0 0,10 1 0 0 0,20-1 0 0 0,-17-1 0 0 0,10-1 0 0 0,45-10 0 0 0,-18 3 0 0 0,-55 9 0 0 0,13-1 0 0 0,-13 3 0 0 0,12-6 0 0 0,-14 5 0 0 0,-1-1 1 0 0,0 1-1 0 0,1 0 0 0 0,-1 0 0 0 0,1 0 0 0 0,-1-1 0 0 0,0 1 1 0 0,1 0-1 0 0,-1 0 0 0 0,1 0 0 0 0,-1 0 0 0 0,0 0 0 0 0,1 0 1 0 0,-1 0-1 0 0,1 0 0 0 0,-1 0 0 0 0,1 0 0 0 0,-1 0 0 0 0,0 0 1 0 0,1 0-1 0 0,-1 1 0 0 0,1-1 0 0 0,-1 0 0 0 0,1 0-1 0 0,-1 0 1 0 0,0 0-1 0 0,1 0 1 0 0,-1 1-1 0 0,0-1 0 0 0,1 0 1 0 0,-1 0-1 0 0,0 0 0 0 0,1 0 1 0 0,-1 0-1 0 0,1 0 0 0 0,-1 0 1 0 0,0-1-1 0 0,1 1 0 0 0,-1 0 1 0 0,0 0-1 0 0,0 0 0 0 0,1 0 1 0 0,-1 0-1 0 0,0 0 0 0 0,1-1 1 0 0,-1 1-1 0 0,0 0 0 0 0,1 0 1 0 0,-1 0-1 0 0,0-1 0 0 0,0 1 1 0 0,1 0-1 0 0,-1-1 0 0 0,1 0-79 0 0,-1 1-16 0 0,1 2-47 0 0,0-1-1 0 0,1 0 0 0 0,-1 1 1 0 0,0-1-1 0 0,0 1 0 0 0,0 0 1 0 0,0-1-1 0 0,-1 1 0 0 0,1 0 1 0 0,0-1-1 0 0,-1 1 0 0 0,1 0 1 0 0,-1 0-1 0 0,1 2 0 0 0,-1-1-83 0 0,1-1-265 0 0,-1-1 0 0 0,1 1 0 0 0,-1 0 0 0 0,0-1 0 0 0,0 1 0 0 0,0 0 0 0 0,0-1 0 0 0,0 1 0 0 0,0 0 0 0 0,0-1 0 0 0,-1 1 0 0 0,0 3 0 0 0,-3 9-1873 0 0</inkml:trace>
</inkml:ink>
</file>

<file path=ppt/ink/ink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3:53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 7224 0 0,'0'0'165'0'0,"0"0"22"0"0,0 0 7 0 0,0 7 145 0 0,0-5 3507 0 0,0 0 4144 0 0,1 3-6682 0 0,5-7 133 0 0,-2 1-1856 0 0,42-7 554 0 0,-20 2 16 0 0,-21 5-126 0 0,-1 0 0 0 0,1 0-1 0 0,-1 0 1 0 0,6-2 0 0 0,27-9 56 0 0,-4 9-32 0 0,-23 0-53 0 0,-7 1 0 0 0,0 1 0 0 0,1 0 0 0 0,-1 0 0 0 0,0 0 0 0 0,1 1 0 0 0,-1-1 0 0 0,1 1 0 0 0,4 0 0 0 0,54-4 0 0 0,-61 4 2 0 0,1 0-1 0 0,-1 0 0 0 0,1 0 0 0 0,-1 0 1 0 0,0 0-1 0 0,1 0 0 0 0,-1 0 0 0 0,1-1 1 0 0,-1 1-1 0 0,0 0 0 0 0,3-2 0 0 0,-3 2-7 0 0,0-1 0 0 0,0 1 0 0 0,1-1-1 0 0,-1 1 1 0 0,0 0 0 0 0,0 0 0 0 0,1-1-1 0 0,-1 1 1 0 0,0 0 0 0 0,1 0 0 0 0,1 1-1 0 0,-2-1-303 0 0,-1 0-106 0 0,0 0-22 0 0,0 0-99 0 0,0 0-408 0 0,0 7-2350 0 0,0-5-2951 0 0</inkml:trace>
</inkml:ink>
</file>

<file path=ppt/ink/ink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3:54.4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24 2304 0 0,'-7'-2'9002'0'0,"5"0"-8672"0"0,0-5 2954 0 0,2 7-3237 0 0,0-1 0 0 0,0 1 0 0 0,0 0 0 0 0,0 0 0 0 0,-1-1 0 0 0,1 1 0 0 0,0 0 0 0 0,0-1 1 0 0,0 1-1 0 0,0 0 0 0 0,0 0 0 0 0,0-1 0 0 0,0 1 0 0 0,0 0 0 0 0,0-1 0 0 0,0 1 0 0 0,0 0 1 0 0,0 0-1 0 0,0-1 0 0 0,0 1 0 0 0,1 0 0 0 0,-1-1 0 0 0,0 1 0 0 0,0 0 0 0 0,0 0 0 0 0,0-1 1 0 0,0 1-1 0 0,1 0 0 0 0,-1-1 0 0 0,1 0 155 0 0,-1 1-2 0 0,0 0 8 0 0,11-2 385 0 0,7 1-86 0 0,15 5-303 0 0,16 7 116 0 0,-30-8-185 0 0,-8-1-52 0 0,0 0 0 0 0,14 0 0 0 0,47 2 371 0 0,-68-4-411 0 0,0 0 0 0 0,-1 0 0 0 0,1 1 0 0 0,0 0 0 0 0,0-1 0 0 0,0 1 1 0 0,-1 1-1 0 0,1-1 0 0 0,0 0 0 0 0,-1 1 0 0 0,5 3 0 0 0,-6-5-56 0 0,-1 1 0 0 0,1 0-1 0 0,-1-1 1 0 0,1 1 0 0 0,-1-1 0 0 0,1 1-1 0 0,0-1 1 0 0,-1 0 0 0 0,3 0 0 0 0,12 3-155 0 0,-1 3 123 0 0,-1 1 0 0 0,27 15 0 0 0,-34-18 45 0 0,0 1 0 0 0,0 0 0 0 0,9 9 0 0 0,-9-8 0 0 0,2 3 0 0 0,-6-6 0 0 0,-1-1 0 0 0,1 1 0 0 0,0-1 0 0 0,6 4 0 0 0,34 25 0 0 0,-30-22-4 0 0,-11-8 7 0 0,0 1 1 0 0,0-1-1 0 0,0 1 0 0 0,0-1 1 0 0,0 0-1 0 0,4 2 0 0 0,-5-3 28 0 0,1 1 0 0 0,0 0 0 0 0,-1 0 0 0 0,1 0 1 0 0,-1 0-1 0 0,1 0 0 0 0,-1 0 0 0 0,1 0 0 0 0,-1 1 0 0 0,0-1 0 0 0,1 0 0 0 0,1 3 0 0 0,7 6 124 0 0,-9-9-177 0 0,0 0 0 0 0,1 0 0 0 0,-1-1 0 0 0,0 2 0 0 0,0-1 1 0 0,1 0-1 0 0,-1 0 0 0 0,0 0 0 0 0,0 0 0 0 0,0 1 0 0 0,0-1 1 0 0,-1 0-1 0 0,1 1 0 0 0,0-1 0 0 0,0 1 0 0 0,-1-1 0 0 0,1 3 0 0 0,0-4 14 0 0,-1 1 0 0 0,0 0 0 0 0,1 0-1 0 0,-1-1 1 0 0,1 1 0 0 0,-1 0 0 0 0,1-1-1 0 0,-1 1 1 0 0,1 0 0 0 0,0-1 0 0 0,-1 1-1 0 0,1-1 1 0 0,0 1 0 0 0,0-1 0 0 0,-1 1-1 0 0,1-1 1 0 0,0 1 0 0 0,1-1-1 0 0,5 4-10 0 0,-5-3 19 0 0,3 9 0 0 0,-3-4 0 0 0,0 0 0 0 0,15 21 0 0 0,-15-24-4 0 0,6 14 34 0 0,12 15 740 0 0,-5-2-607 0 0,-13-25-127 0 0,6 15 47 0 0,-1-2-71 0 0,-5-13-12 0 0,0 0-1 0 0,0 0 1 0 0,-1 0 0 0 0,0 0 0 0 0,0 0 0 0 0,1 8-1 0 0,-2-12 2 0 0,0 1 1 0 0,0 0-1 0 0,1 0 0 0 0,-1-1 0 0 0,0 1 0 0 0,1 0 0 0 0,-1-1 0 0 0,1 1 0 0 0,1 2 0 0 0,-2-4 2 0 0,0 1-1 0 0,0-1 1 0 0,0 1 0 0 0,0-1-1 0 0,0 1 1 0 0,0-1 0 0 0,-1 1-1 0 0,1-1 1 0 0,0 1-1 0 0,0-1 1 0 0,0 1 0 0 0,0-1-1 0 0,-1 0 1 0 0,1 1 0 0 0,0-1-1 0 0,0 1 1 0 0,-1-1 0 0 0,1 1-1 0 0,-1 0 1 0 0,0 2-4 0 0,1-2 0 0 0,5 12 14 0 0,-5-11-7 0 0,1 0-1 0 0,-1 0 1 0 0,0 0 0 0 0,0 0-1 0 0,1 0 1 0 0,-1 0 0 0 0,-1 3-1 0 0,1 23 67 0 0,0-6-5 0 0,-1 0-16 0 0,-5-10-17 0 0,6-9-27 0 0,1 16 80 0 0,-6 12-13 0 0,5-30-73 0 0,0-1 0 0 0,0 1 0 0 0,0-1 0 0 0,0 1 0 0 0,0-1 0 0 0,0 1 0 0 0,0-1 0 0 0,0 1 0 0 0,0-1 0 0 0,0 1 0 0 0,-1-1 0 0 0,1 1 0 0 0,0-1 0 0 0,0 0 0 0 0,0 1-1 0 0,-1-1 1 0 0,1 1 0 0 0,-1 1 3 0 0,0 0 0 0 0,0-1 0 0 0,0 1 1 0 0,0-1-1 0 0,0 1 0 0 0,1 0 0 0 0,-1 0 0 0 0,0 3 0 0 0,-2 2 8 0 0,2-5-12 0 0,0 0 0 0 0,0 0 0 0 0,0 1-1 0 0,0-1 1 0 0,1 0 0 0 0,-1 1 0 0 0,1-1 0 0 0,-1 5-1 0 0,-2 7-1 0 0,0-11 4 0 0,1-1 9 0 0,0 0 1 0 0,-2 12 44 0 0,-5 4 87 0 0,7-14-138 0 0,-1 0 1 0 0,1 0 0 0 0,-1 0-1 0 0,-6 5 1 0 0,6-5-2 0 0,-1 0 0 0 0,1-1 0 0 0,0 1 0 0 0,-4 7 0 0 0,5-7-3 0 0,0 0 1 0 0,0 0-1 0 0,0 0 1 0 0,-1 0-1 0 0,0-1 1 0 0,-5 6-1 0 0,-7 6-1 0 0,5-2 0 0 0,-9 8 0 0 0,12-11 0 0 0,7-9 0 0 0,-1 0 0 0 0,1 0 0 0 0,-1 0 0 0 0,1 0 0 0 0,-1 0 0 0 0,0-1 0 0 0,1 1 0 0 0,-1 0 0 0 0,0 0 0 0 0,0-1 0 0 0,-1 2 0 0 0,-14 13 0 0 0,5-4 0 0 0,9-7 0 0 0,-1 0 0 0 0,-11 5 0 0 0,-16 8 0 0 0,11-1 0 0 0,0-4 0 0 0,11-8 0 0 0,6-4 0 0 0,0 1 0 0 0,1 0 0 0 0,-1 0 0 0 0,0 0 0 0 0,0 1 0 0 0,0-1 0 0 0,0 0 0 0 0,1 1 0 0 0,-3 2 0 0 0,-3 0 0 0 0,3-5 0 0 0,0 1 0 0 0,-10 6 0 0 0,11-4 0 0 0,2-1 0 0 0,0-1 0 0 0,0 1 0 0 0,0-1 0 0 0,0 1 0 0 0,0-1 0 0 0,0 1 0 0 0,0-1 0 0 0,0 0 0 0 0,0 1 0 0 0,0-1 0 0 0,0 0 0 0 0,0 0 0 0 0,-1 0 0 0 0,0 0 0 0 0,-2 0 0 0 0,-1-1 0 0 0,-10 8 0 0 0,12-6 38 0 0,-1 1-1 0 0,1 0 1 0 0,-1 0-1 0 0,1 0 0 0 0,-3 3 1 0 0,4-4-10 0 0,0 0 0 0 0,1 0 0 0 0,-1 0 0 0 0,0 0 0 0 0,0 0 0 0 0,0 0 0 0 0,0 0 0 0 0,0-1 0 0 0,0 1 0 0 0,0-1 1 0 0,0 1-1 0 0,-4-1 0 0 0,-5 1-16 0 0,7-1-12 0 0,-1 0 0 0 0,1 1-1 0 0,-1 0 1 0 0,-5 1-1 0 0,-3-1 1 0 0,-26 3 0 0 0,10-3-32 0 0,23 0-202 0 0,-3 1-204 0 0,1-5-2706 0 0,-5-5 1591 0 0,10 6-13 0 0</inkml:trace>
</inkml:ink>
</file>

<file path=ppt/ink/ink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3:55.9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0 201 3224 0 0,'0'0'465'0'0,"0"0"746"0"0,0 0 329 0 0,0 0 69 0 0,0 0-134 0 0,0 0-622 0 0,0 0-276 0 0,0 0-53 0 0,0 0-18 0 0,0 0-37 0 0,0 0-18 0 0,0 0-3 0 0,0 0-26 0 0,0 0-106 0 0,0 0-48 0 0,0 0-10 0 0,0 0 15 0 0,0 0 74 0 0,0 0 33 0 0,0 0 4 0 0,0 0 0 0 0,0 0-1 0 0,0 0 1 0 0,0 0 0 0 0,0 0-42 0 0,0 0-181 0 0,0 0-81 0 0,3 0-15 0 0,3 0 45 0 0,0-1 0 0 0,0 0 0 0 0,9-3 0 0 0,-7 3 13 0 0,-1 0-1 0 0,15 0 0 0 0,-15 1 60 0 0,1 0 1 0 0,0-1-1 0 0,11-2 0 0 0,3-3 117 0 0,34-4 0 0 0,33 8 15 0 0,-64 3-159 0 0,1-1-1 0 0,28-4 1 0 0,-45 3-93 0 0,-1 0 0 0 0,0 1 0 0 0,11 1-1 0 0,-10 0-43 0 0,0 0 0 0 0,17-2-1 0 0,118-16 43 0 0,-88 16 234 0 0,-37 2 33 0 0,29-4-1 0 0,-17 1 599 0 0,-24 2-1029 0 0,0 0-1 0 0,1-1 1 0 0,8-1 0 0 0,-8 0 22 0 0,0 1-1 0 0,14 1 1 0 0,15-3 112 0 0,-18 0 13 0 0,0 1 1 0 0,22-1-1 0 0,-4-1-12 0 0,-25 2-4 0 0,21 0 1 0 0,-19 0 99 0 0,23-4 0 0 0,-10 2-29 0 0,-4 2-76 0 0,-18 2-8 0 0,0 0 1 0 0,0-1-1 0 0,0 1 0 0 0,6-3 0 0 0,-4 1 8 0 0,1 1 0 0 0,0 0 0 0 0,0 0 0 0 0,9 1 0 0 0,21-3-4 0 0,-30 1 4 0 0,-5 1-19 0 0,0 0 1 0 0,1 1 0 0 0,-1-1 0 0 0,1 1 0 0 0,-1 0 0 0 0,1 0 0 0 0,3 0 0 0 0,-4 0-4 0 0,5 0 0 0 0,0 0 0 0 0,0 1 0 0 0,0 0 0 0 0,10 2 0 0 0,-8-3 0 0 0,-3-3 0 0 0,-6 2 0 0 0,1 0 0 0 0,0 1 0 0 0,0-1 0 0 0,-1 0 0 0 0,1 1 0 0 0,0-1 0 0 0,0 1 0 0 0,0 0 0 0 0,0 0 0 0 0,0 0 0 0 0,0 0 0 0 0,3 0 0 0 0,22 0 0 0 0,-24 1 0 0 0,-2-1 0 0 0,0 0 0 0 0,0 0 0 0 0,0 0 0 0 0,1 1 0 0 0,-1-1 0 0 0,0 0 0 0 0,0-1 0 0 0,0 1 0 0 0,0 0 0 0 0,0 0 0 0 0,0 0 0 0 0,0-1 0 0 0,0 1 0 0 0,1-1 0 0 0,46-8 0 0 0,-23 6 0 0 0,-19 1 0 0 0,-3 1 0 0 0,-1 0 0 0 0,1 1 0 0 0,0-1 0 0 0,-1 1 0 0 0,1 0 0 0 0,0 0 0 0 0,0 0 0 0 0,2 0 0 0 0,61 0 0 0 0,-41 1 437 0 0,-7 0 360 0 0,31-3 1 0 0,-32-4-798 0 0,-14 5 0 0 0,0 0 0 0 0,-1 0 0 0 0,1 0 0 0 0,0 0 0 0 0,0 1 0 0 0,5-1 0 0 0,-4 1 0 0 0,-1-1 0 0 0,0 1 0 0 0,1-1 0 0 0,-1 1 0 0 0,4-3 0 0 0,-4 2 0 0 0,0 0 0 0 0,1 1 0 0 0,-1-1 0 0 0,1 0 0 0 0,3 1 0 0 0,-3 0 0 0 0,1 0 0 0 0,-1-1 0 0 0,0 0 0 0 0,0 0 0 0 0,0 0 0 0 0,0 0 0 0 0,0 0 0 0 0,0-1 0 0 0,0 1 0 0 0,0-1 0 0 0,4-3 0 0 0,0 1 0 0 0,-1 1 0 0 0,6 5 0 0 0,-7-2 0 0 0,-5 0 0 0 0,-1 0 0 0 0,1 0 0 0 0,0 0 0 0 0,0 0 0 0 0,-1 0 0 0 0,1 0 0 0 0,0-1 0 0 0,-1 1 0 0 0,1 0 0 0 0,0 0 0 0 0,-1 0 0 0 0,1-1 0 0 0,0 1 0 0 0,-1 0 0 0 0,2-1 0 0 0,14-7 0 0 0,-8 7 0 0 0,-6 1 0 0 0,0 0 0 0 0,0 0 0 0 0,0 0 0 0 0,0 0 0 0 0,0 0 0 0 0,0 0 0 0 0,0 0 0 0 0,3-1 0 0 0,14-3 0 0 0,-13 1 0 0 0,-1 2 0 0 0,23 0 0 0 0,-25 2-2 0 0,12-5 19 0 0,-12 4 55 0 0,3 0-17 0 0,-2 0-95 0 0,5 2-182 0 0,-8-1 67 0 0,-1 0 0 0 0,1 1 0 0 0,-1-1 0 0 0,1 0 0 0 0,-1 1 0 0 0,0-1 0 0 0,1 0 0 0 0,-1 1 0 0 0,0-1 0 0 0,0 2 0 0 0,3 11-3317 0 0,-2-12-4062 0 0</inkml:trace>
</inkml:ink>
</file>

<file path=ppt/ink/ink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4:14.7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 1376 0 0,'0'0'205'0'0,"0"0"326"0"0,0 0 144 0 0,0 0 27 0 0,0 0-47 0 0,0 0-235 0 0,0 0-107 0 0,0 0-22 0 0,0 0 34 0 0,0 0 155 0 0,0 0 61 0 0,0 0 17 0 0,0 0-12 0 0,0 0-54 0 0,0 0-20 0 0,0 0-6 0 0,4-5 263 0 0,-3 4-652 0 0,0 0-1 0 0,-1 0 1 0 0,1 0-1 0 0,0 0 1 0 0,0 0 0 0 0,0 0-1 0 0,0 0 1 0 0,0 1-1 0 0,1-1 1 0 0,0-1 0 0 0,0 2 63 0 0,-2 0-4 0 0,1-1-12 0 0,2-3-47 0 0,-2 3-8 0 0,-1 1 11 0 0,7-8 122 0 0,-1 5-296 0 0,-5 2 146 0 0,-1 1 63 0 0,0 0 12 0 0,10-1 1 0 0,-10 1-57 0 0,1 0 1 0 0,-1 0-1 0 0,1 0 1 0 0,-1 0 0 0 0,1 0-1 0 0,-1 0 1 0 0,1 0-1 0 0,-1 0 1 0 0,1 0 0 0 0,-1 0-1 0 0,1 0 1 0 0,0 0-1 0 0,-1 0 1 0 0,0 1 0 0 0,1-1-1 0 0,-1 0 1 0 0,1 0-1 0 0,-1 0 1 0 0,1 1 0 0 0,-1-1-1 0 0,1 0 1 0 0,-1 1-1 0 0,0-1 1 0 0,1 1 0 0 0,7 12 3050 0 0,-3-4-1931 0 0,-2-7-1192 0 0,1 2 1 0 0,-1 13 12 0 0,-1-9 44 0 0,0 1 1 0 0,0-1-1 0 0,6 13 0 0 0,1 4 34 0 0,20 87 147 0 0,3 11 16 0 0,-16-55-210 0 0,-6-26-22 0 0,-8-30 15 0 0,0 0 0 0 0,0 13 0 0 0,1 8 72 0 0,5 0 126 0 0,-8-24-126 0 0,0-6-70 0 0,0-1 0 0 0,0 1 0 0 0,0-1 0 0 0,0 1 0 0 0,1-1 0 0 0,-1 1 0 0 0,1-1 0 0 0,-1 0 0 0 0,1 1 0 0 0,2 3 0 0 0,-2-4-5 0 0,-1 0 0 0 0,1 1 0 0 0,-1-1 0 0 0,1 0 0 0 0,-1 1 0 0 0,0-1 0 0 0,0 3 0 0 0,3 16 198 0 0,0-14-160 0 0,1 3 62 0 0,-4-8-112 0 0,1 0 43 0 0,-1-2 0 0 0,0 0 0 0 0,0 21 307 0 0,0-12-358 0 0,-1 0-13 0 0,-1-3 40 0 0,1-5 162 0 0,1 0 44 0 0,1 16 209 0 0,2-9-414 0 0,3-4-41 0 0,8 4 0 0 0,-13-7 0 0 0,0-1 0 0 0,0 1 0 0 0,0-1 0 0 0,-1 0 0 0 0,1 0 0 0 0,0 0 0 0 0,0 1 0 0 0,0-1 0 0 0,0 0 0 0 0,-1 0 0 0 0,1 0 0 0 0,0 0 0 0 0,0 0 0 0 0,0 0 0 0 0,0 0 0 0 0,1-1 0 0 0,2 0 0 0 0,42-3 11 0 0,-26 4 12 0 0,-16-2-2 0 0,1 0-12 0 0,64-7-9 0 0,-49 4-7 0 0,1 2 0 0 0,37-2 0 0 0,198 1-69 0 0,-161-2 42 0 0,-24 1-147 0 0,29-2 268 0 0,64-1 138 0 0,74-4-553 0 0,-15-1 483 0 0,-37 4-38 0 0,-24 1-71 0 0,66-5-308 0 0,-121 5 285 0 0,335-31 157 0 0,-196 19-213 0 0,-64 6 23 0 0,213-20 341 0 0,-292 28-245 0 0,-36 4-44 0 0,-19-1-8 0 0,130-11 60 0 0,31 3 30 0 0,-45 5-51 0 0,-5 4-36 0 0,-26 3-10 0 0,102-10-27 0 0,78 5 171 0 0,-199 5-134 0 0,58 8-25 0 0,63-6 144 0 0,-125 3-228 0 0,144-3 72 0 0,335-3 64 0 0,-406-9-53 0 0,-129 8-31 0 0,69 3-91 0 0,-40 2 111 0 0,-40-2 38 0 0,74-5-1 0 0,-19-1-38 0 0,51 10 199 0 0,-105-3-240 0 0,52 5-132 0 0,-72-6 155 0 0,-1-1 0 0 0,29-2-1 0 0,-9 0 14 0 0,101-4 262 0 0,-91 3-224 0 0,57-8 0 0 0,-64 6 9 0 0,-24 2 9 0 0,26-5 1 0 0,-31 3-16 0 0,1 1 184 0 0,22-8 1 0 0,-13 6-113 0 0,-10 2-86 0 0,11-2-21 0 0,-13-1 0 0 0,-5 2 0 0 0,4 1 9 0 0,0 1-1 0 0,21-1 1 0 0,2 0 29 0 0,-3-6 65 0 0,-28 7-85 0 0,0 1-1 0 0,0-1 1 0 0,0 1-1 0 0,0 0 1 0 0,7 0-1 0 0,36-3-17 0 0,-2 1 64 0 0,-37 2-10 0 0,4-3-44 0 0,7 1-10 0 0,2 2 0 0 0,5-4 0 0 0,-13 4 0 0 0,15-2 246 0 0,-19 3-213 0 0,-10 0 13 0 0,18-9 13 0 0,-16 8-46 0 0,0 1-1 0 0,0-1 1 0 0,1 0-1 0 0,-1 1 0 0 0,4 0 1 0 0,-1-2 42 0 0,-5 2-55 0 0,0-1 1 0 0,-1 0 0 0 0,1 1 0 0 0,0-1 0 0 0,0 1-1 0 0,0-1 1 0 0,0 1 0 0 0,0-1 0 0 0,0 1-1 0 0,-1-1 1 0 0,1 1 0 0 0,0 0 0 0 0,0 0 0 0 0,0 0-1 0 0,0-1 1 0 0,2 1 0 0 0,4-1 91 0 0,-6 0-88 0 0,0 1 0 0 0,0 0 0 0 0,0 0 0 0 0,-1 0 0 0 0,1-1 1 0 0,0 1-1 0 0,0 0 0 0 0,0-1 0 0 0,0 1 0 0 0,-1 0 0 0 0,1-1 0 0 0,0 1 0 0 0,0-1 0 0 0,0-1 0 0 0,1 1 71 0 0,0 1-6 0 0,8 0 1 0 0,-10 0-63 0 0,1 0 0 0 0,-1 0 0 0 0,1 0 0 0 0,-1 0 0 0 0,1 0 0 0 0,-1 0 0 0 0,1 0 0 0 0,-1 0 0 0 0,1 0 0 0 0,-1 0 0 0 0,1 0 0 0 0,-1 0 0 0 0,0 0 1 0 0,1 0-1 0 0,-1 0 0 0 0,1-1 0 0 0,-1 1 0 0 0,1 0 0 0 0,-1 0 0 0 0,1-1 0 0 0,2-1 3 0 0,-1 1 0 0 0,0-1 0 0 0,1 0-1 0 0,0 1 1 0 0,-1 0 0 0 0,1 0 0 0 0,0 0 0 0 0,5-2 0 0 0,14-2 43 0 0,-17 5-53 0 0,13-1 0 0 0,-10-1-16 0 0,-6 1-70 0 0,-2 1-45 0 0,0 0-12 0 0,0 0-142 0 0,0 0-595 0 0,0 0-264 0 0,0 0-51 0 0</inkml:trace>
</inkml:ink>
</file>

<file path=ppt/ink/ink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4:16.8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14 140 920 0 0,'0'0'349'0'0,"0"0"1131"0"0,0 0 494 0 0,0 0 96 0 0,0 0-181 0 0,0 0-826 0 0,0 0-362 0 0,0 0-77 0 0,0 0-45 0 0,0 0-131 0 0,0 0-57 0 0,0 0-9 0 0,0 0-2 0 0,0-5 208 0 0,1 4 3605 0 0,1 2-4137 0 0,0 1-1 0 0,0 0 0 0 0,0 0 0 0 0,0 0 1 0 0,-1 0-1 0 0,1 1 0 0 0,-1-1 1 0 0,1 0-1 0 0,-1 1 0 0 0,0-1 0 0 0,1 4 1 0 0,9 30 453 0 0,-10-32-450 0 0,2 9 118 0 0,-1-3-25 0 0,1-1 0 0 0,4 13 1 0 0,1 7 91 0 0,-7-23-194 0 0,1 1 0 0 0,-1-1 0 0 0,1 1 0 0 0,4 6 0 0 0,3 15 112 0 0,-4-10-68 0 0,1 2 109 0 0,4 31-1 0 0,-7-31-44 0 0,11 37-1 0 0,-11-49-61 0 0,-1 0 0 0 0,-1 1 0 0 0,1-1 0 0 0,-1 9 0 0 0,2 6 32 0 0,0-7-161 0 0,2 7-22 0 0,-5-20 66 0 0,0 0 0 0 0,1 0 0 0 0,0 0-1 0 0,-1 0 1 0 0,1 0 0 0 0,0 0 0 0 0,2 3 0 0 0,-2-3 4 0 0,0 0 0 0 0,0 0 0 0 0,0 0 0 0 0,0 0 1 0 0,0 0-1 0 0,-1 0 0 0 0,1 4 0 0 0,4 32 167 0 0,1-1-172 0 0,-3 48 172 0 0,-3-73-164 0 0,0 0 47 0 0,0-1 1 0 0,1 1-1 0 0,3 17 1 0 0,-3-27-60 0 0,-1-3-10 0 0,-1 30 130 0 0,1-26-112 0 0,0-6-29 0 0,9 27 169 0 0,-8-21-99 0 0,4 3-45 0 0,-1 0 1 0 0,-3-5 44 0 0,-1-2 14 0 0,1 2-14 0 0,1 6-34 0 0,-1-6 32 0 0,-1 0 1 0 0,1-1-47 0 0,-1 0 1 0 0,0 0 0 0 0,1 0 0 0 0,-1-1-1 0 0,1 1 1 0 0,-1 0 0 0 0,1 0-1 0 0,0 0 1 0 0,-1-1 0 0 0,1 1 0 0 0,0 0-1 0 0,-1 0 1 0 0,1-1 0 0 0,0 1-1 0 0,0-1 1 0 0,0 1 0 0 0,2 1 38 0 0,-2-1 114 0 0,-1-1-7 0 0,0 0-49 0 0,0 0-188 0 0,0 0-30 0 0,4 11 106 0 0,-4 7-72 0 0,0-17 165 0 0,0-1 12 0 0,0 0-1 0 0,0 0-36 0 0,0 0-140 0 0,0 0-18 0 0,0 0 39 0 0,0 0 120 0 0,0 0 15 0 0,0 0-4 0 0,0 0-24 0 0,-3-18-130 0 0,-23-121 300 0 0,23 127-218 0 0,2 6 0 0 0,-1-1 0 0 0,1 1 0 0 0,0-10 0 0 0,0 8 0 0 0,1 0 0 0 0,-1 1 0 0 0,-3-9 0 0 0,3 8 0 0 0,-1 1 0 0 0,1-1 0 0 0,0-8 0 0 0,0 6 17 0 0,0 0 1 0 0,-1 0-1 0 0,-4-10 0 0 0,3 7-20 0 0,-5-14-28 0 0,4 12 10 0 0,-5-29-1 0 0,0-3 22 0 0,-5-1 0 0 0,3 2 0 0 0,5 20 0 0 0,4 22 0 0 0,1 0 0 0 0,0 0 0 0 0,0-1 0 0 0,0 1 0 0 0,0-7 0 0 0,0 6 0 0 0,1 0 0 0 0,-1 1 0 0 0,-2-9 0 0 0,-1-10 0 0 0,4 18 6 0 0,-1 1-1 0 0,0-1 1 0 0,1 1-1 0 0,-1 0 1 0 0,-3-8-1 0 0,2 8 0 0 0,1 0 1 0 0,0 0-1 0 0,0 0 0 0 0,0 0 0 0 0,0-8 0 0 0,0 6-18 0 0,0 0-1 0 0,0-1 1 0 0,0 1-1 0 0,-1-1 0 0 0,-3-6 1 0 0,1-2-2 0 0,-8-17 15 0 0,1 4 0 0 0,11 25 0 0 0,0 1 0 0 0,-2-9 0 0 0,-6-7 0 0 0,5 14 0 0 0,-4-16 0 0 0,3-1 0 0 0,4 11 0 0 0,-1 1 0 0 0,-3-2 0 0 0,3 3-10 0 0,0 5-33 0 0,-2-3 44 0 0,2 4 58 0 0,1 2-18 0 0,0 0-94 0 0,2 0-3 0 0,16-10 45 0 0,-9 7 11 0 0,35-5 0 0 0,-36 7 0 0 0,1-1 0 0 0,13-3 0 0 0,-4 0 0 0 0,30-8 0 0 0,-39 11 0 0 0,-3 1 0 0 0,0-1 0 0 0,1 1 0 0 0,7 0 0 0 0,-4 0 0 0 0,0 0 0 0 0,17-4 0 0 0,-18 3 0 0 0,1 1 0 0 0,17-2 0 0 0,-11 3 25 0 0,-4 1 15 0 0,-1-1-1 0 0,0-1 1 0 0,1 0 0 0 0,11-2 0 0 0,-22 2-40 0 0,0 1 0 0 0,0 0 0 0 0,-1-1 0 0 0,1 1 0 0 0,0 0 0 0 0,0-1 0 0 0,0 1 0 0 0,0 0 0 0 0,-1 0 0 0 0,1 0 0 0 0,0 0 0 0 0,0 0 0 0 0,0 0 0 0 0,0 0 0 0 0,0 0 0 0 0,-1 0 0 0 0,3 1 0 0 0,0 0 0 0 0,4-1 16 0 0,-4 1-13 0 0,-1-1 1 0 0,1 0-1 0 0,-1 0 0 0 0,1 0 1 0 0,-1-1-1 0 0,1 1 1 0 0,-1-1-1 0 0,1 1 0 0 0,2-2 1 0 0,-3 1-74 0 0,-2 1 2 0 0,0 0 4 0 0,0 0-37 0 0,0 0-155 0 0,0 0-61 0 0,0 0-17 0 0,0 0-150 0 0,0 0-622 0 0,0 3-277 0 0,0 12-52 0 0</inkml:trace>
</inkml:ink>
</file>

<file path=ppt/ink/ink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4:17.4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66 6480 0 0,'0'0'297'0'0,"0"0"-9"0"0,0 0-97 0 0,0 0 287 0 0,0 0 142 0 0,0 0 27 0 0,0-9 2238 0 0,-3-9-162 0 0,3 17-2148 0 0,0 1 1 0 0,0 0-19 0 0,0 0-77 0 0,0 0-31 0 0,0 0-8 0 0,1-1-33 0 0,15-11 630 0 0,-14 11-900 0 0,11 0 117 0 0,-1 0 0 0 0,20-5-1 0 0,-20 3-37 0 0,0 1-1 0 0,19-1 1 0 0,-5-2 1 0 0,2 3-74 0 0,-19 2-88 0 0,1-1 0 0 0,-1 1 0 0 0,12 2 0 0 0,5-1-219 0 0,6-1 94 0 0,-10 0 35 0 0,-14 0 26 0 0,-4 0-6307 0 0,-4 0 1 0 0</inkml:trace>
</inkml:ink>
</file>

<file path=ppt/ink/ink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4:23.6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74 920 0 0,'0'0'313'0'0,"0"0"981"0"0,0 0 430 0 0,0 0 89 0 0,0 0-135 0 0,0 0-611 0 0,0 0-274 0 0,0 0-51 0 0,0 0-65 0 0,0 0-245 0 0,0 0-103 0 0,0 0-17 0 0,10-9 1322 0 0,-6 6-1355 0 0,-1 0 0 0 0,1 0 0 0 0,0 0 0 0 0,-1 0 0 0 0,0-1 0 0 0,0 1 0 0 0,5-7 0 0 0,-7 8 65 0 0,0 1-25 0 0,1-2-195 0 0,0 2-38 0 0,-1-1 0 0 0,1 0 0 0 0,-1 1-1 0 0,1 0 1 0 0,-1-1 0 0 0,1 1 0 0 0,2-2 0 0 0,-3 3 295 0 0,-1 0 110 0 0,0 0 18 0 0,0 0-66 0 0,2-1-294 0 0,4-2-133 0 0,2-1-16 0 0,2 1 0 0 0,5 0 0 0 0,2 4 0 0 0,7-1 0 0 0,41 0 1883 0 0,-49 3-1718 0 0,2 0-165 0 0,-15 0 0 0 0,0-1 0 0 0,11 0 0 0 0,1 2 0 0 0,-6 0 0 0 0,-1 1 0 0 0,10 6 0 0 0,5 3 0 0 0,-19-13 0 0 0,0 0 0 0 0,7 10 0 0 0,-7-6 0 0 0,0-1 0 0 0,0 0 0 0 0,9 8 0 0 0,18 15 0 0 0,-18-16-16 0 0,-5-5-14 0 0,-1 0 0 0 0,-1 1-1 0 0,1 0 1 0 0,-1 0 0 0 0,0 0 0 0 0,8 14-1 0 0,6 10 98 0 0,-8-16-36 0 0,-9-12-3 0 0,0 0-14 0 0,12 18-14 0 0,-6-7 0 0 0,-9-10 0 0 0,1-1 0 0 0,17 27 16 0 0,-12-18 48 0 0,-1-2-88 0 0,-1 0 0 0 0,10 12 0 0 0,-7-8 24 0 0,-7-9 0 0 0,-1-2 0 0 0,10 30 0 0 0,0 22 64 0 0,-6-40-64 0 0,-6-9 0 0 0,3-5 0 0 0,-1 0 0 0 0,0 0 0 0 0,1 0 0 0 0,-1 1 0 0 0,1-1 0 0 0,0 0 0 0 0,-1 0 0 0 0,1 1 0 0 0,0-1 0 0 0,-1 0 0 0 0,1 1 0 0 0,0-1 0 0 0,0 0 0 0 0,0 0 0 0 0,1 3 0 0 0,-1-2 0 0 0,0 0 0 0 0,0 0 0 0 0,-1 0 0 0 0,1 0 0 0 0,0-1 0 0 0,-1 1 0 0 0,1 0 0 0 0,-1 0 0 0 0,0 2 0 0 0,-9 26 0 0 0,-11 43 0 0 0,21-69 11 0 0,-1-1-1 0 0,-1 0 0 0 0,1 1 0 0 0,0-1 0 0 0,-1 0 1 0 0,0 0-1 0 0,0 0 0 0 0,-2 3 0 0 0,-8 14 48 0 0,-5 10 51 0 0,0 0-278 0 0,8-14 151 0 0,-5 10 18 0 0,10-18 0 0 0,-12 17 0 0 0,-1-9 0 0 0,1 0 0 0 0,-4 5 0 0 0,-18 33 0 0 0,37-54 0 0 0,1 1 0 0 0,-1 0 0 0 0,1 0 0 0 0,-1 0 0 0 0,1-1 0 0 0,-1 1 0 0 0,1 0 0 0 0,-1 0 0 0 0,0-1 0 0 0,1 1 0 0 0,-1 0 0 0 0,0-1 0 0 0,0 1 0 0 0,0-1 0 0 0,1 1 0 0 0,-1-1 0 0 0,0 0 0 0 0,0 1 0 0 0,-1-1 0 0 0,1 1 0 0 0,0-1 0 0 0,0 0 0 0 0,0 0 0 0 0,1 1 0 0 0,-1-1 0 0 0,0 1 0 0 0,0-1 0 0 0,0 1 0 0 0,1-1 0 0 0,-1 1 0 0 0,0 0 0 0 0,0-1 0 0 0,1 1 0 0 0,-1 0 0 0 0,0-1 0 0 0,0 3 0 0 0,-4 2 0 0 0,0 0 0 0 0,0 0 0 0 0,-7 5 0 0 0,11-9 0 0 0,-19 19 0 0 0,15-15 0 0 0,4-4 0 0 0,0 0 0 0 0,0 0 0 0 0,0-1 0 0 0,0 1 0 0 0,1 0 0 0 0,-1-1 0 0 0,0 1 0 0 0,0-1 0 0 0,0 1 0 0 0,0-1 0 0 0,-1 1 0 0 0,1-1 0 0 0,-1 1 0 0 0,1-1 3 0 0,0 0-1 0 0,1 0 0 0 0,-1 0 1 0 0,0 0-1 0 0,0 0 0 0 0,0 0 1 0 0,1 1-1 0 0,-1-1 0 0 0,0 0 1 0 0,0 0-1 0 0,0 1 1 0 0,1-1-1 0 0,-1 1 0 0 0,0-1 1 0 0,1 1-1 0 0,-1-1 0 0 0,0 1 1 0 0,1-1-1 0 0,-2 2 0 0 0,0 1 53 0 0,-2-3 22 0 0,1 0-12 0 0,-13 10-37 0 0,6-6-28 0 0,7-4 0 0 0,-9 5 0 0 0,3-2 0 0 0,-25 7-266 0 0,0 5 231 0 0,-13-5-2413 0 0,38-5 1381 0 0</inkml:trace>
</inkml:ink>
</file>

<file path=ppt/ink/ink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4:24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0 251 8352 0 0,'0'0'381'0'0,"0"0"-6"0"0,0 0-149 0 0,0 0 272 0 0,0 0 144 0 0,0 0 29 0 0,0 0-2 0 0,0 0-38 0 0,0 0-20 0 0,0 0-3 0 0,0 0-11 0 0,2 1-44 0 0,2 0-367 0 0,1 0-1 0 0,0 0 1 0 0,0-1-1 0 0,0 1 1 0 0,-1-1-1 0 0,1 0 1 0 0,0-1-1 0 0,0 1 1 0 0,0-1-1 0 0,-1 0 1 0 0,1 0-1 0 0,0 0 1 0 0,4-2-1 0 0,-2 0 157 0 0,-1 2 0 0 0,1-1 0 0 0,0 1 0 0 0,0 0 0 0 0,10 0 0 0 0,-2-4 88 0 0,-6 2-310 0 0,5 1 109 0 0,-1 2 1 0 0,25 1 0 0 0,-24 0-120 0 0,-1-1 1 0 0,20-2 0 0 0,55-6 380 0 0,-58 2-446 0 0,-21 4-28 0 0,0 0 1 0 0,18 0 0 0 0,-12 1 65 0 0,-1-1-1 0 0,1 0 0 0 0,18-5 1 0 0,16-3 137 0 0,-17 5-106 0 0,127-20 325 0 0,-150 24-426 0 0,12-3 50 0 0,0 1 0 0 0,31-1-1 0 0,-22 0-31 0 0,-22 2-14 0 0,0 1 1 0 0,13-1 0 0 0,96-1 402 0 0,-55-3-324 0 0,-38 5-70 0 0,33-5 0 0 0,-26 2-3 0 0,6-1 30 0 0,-31 3-37 0 0,1 1 0 0 0,-1 0 0 0 0,7 1 0 0 0,-7 0 7 0 0,0-1 1 0 0,0 1-1 0 0,11-4 1 0 0,-2 1 23 0 0,-1 0 1 0 0,25-2-1 0 0,3-1 13 0 0,-26 5-60 0 0,-11 1 0 0 0,0 0 0 0 0,1 0 0 0 0,-1-1 0 0 0,7-2 0 0 0,79-13 118 0 0,-79 16-97 0 0,15-4 32 0 0,53-5 71 0 0,-55 8-46 0 0,43-6 0 0 0,-51 6-56 0 0,-15 2-17 0 0,1-1 0 0 0,0 0 0 0 0,0 0 0 0 0,-1-1 0 0 0,1 1 0 0 0,0 0 0 0 0,-1-1 0 0 0,1 0 0 0 0,3-1 0 0 0,-3 1 2 0 0,1-1 0 0 0,0 1 1 0 0,0 0-1 0 0,0 0 0 0 0,1 0 0 0 0,-1 1 0 0 0,0-1 0 0 0,6 1 0 0 0,35 0 57 0 0,-43 0-28 0 0,1 0-1 0 0,-1 0 0 0 0,1 0 1 0 0,-1-1-1 0 0,1 1 0 0 0,-1-1 1 0 0,0 1-1 0 0,1-1 0 0 0,-1 0 1 0 0,0 0-1 0 0,4-2 0 0 0,-5 2-13 0 0,-1 1-1 0 0,1 0 0 0 0,0 0 1 0 0,-1-1-1 0 0,1 1 0 0 0,-1 0 1 0 0,1 0-1 0 0,0 0 1 0 0,-1 0-1 0 0,1 0 0 0 0,0 0 1 0 0,-1 0-1 0 0,1 0 0 0 0,0 0 1 0 0,0 0-1 0 0,2 0 15 0 0,29-8-600 0 0,-24 6 617 0 0,14-4 376 0 0,-21 6-417 0 0,1-1 0 0 0,0 1 0 0 0,0-1-1 0 0,-1 1 1 0 0,1 0 0 0 0,0 0 0 0 0,0 0 0 0 0,-1 0 0 0 0,1 0-1 0 0,0 0 1 0 0,2 1 0 0 0,2-1-2 0 0,0 0-10 0 0,17-2 0 0 0,-14 4-13 0 0,-7-2-62 0 0,-2 0-45 0 0,0 0-9 0 0,0 0-23 0 0,0 2-73 0 0,4 13-1337 0 0,-3-14-4130 0 0,-1-1-1875 0 0</inkml:trace>
</inkml:ink>
</file>

<file path=ppt/ink/ink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4:29.5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127 88 7224 0 0,'0'0'330'0'0,"0"0"-7"0"0,0 0-104 0 0,0 0 317 0 0,-1-1 157 0 0,0 0-495 0 0,0 0 0 0 0,0-1 1 0 0,0 1-1 0 0,0 0 0 0 0,0 0 0 0 0,0 0 1 0 0,0 0-1 0 0,0 1 0 0 0,0-1 0 0 0,0 0 0 0 0,0 0 1 0 0,-1 1-1 0 0,1-1 0 0 0,0 0 0 0 0,0 1 1 0 0,-1 0-1 0 0,-1-1 0 0 0,-24-1 1506 0 0,17 3-1509 0 0,8-1 315 0 0,-1 0-19 0 0,2 0-405 0 0,0-1-1 0 0,0 1 1 0 0,-1 0 0 0 0,1 1-1 0 0,0-1 1 0 0,0 0 0 0 0,-1 0-1 0 0,1 0 1 0 0,0 1-1 0 0,0-1 1 0 0,0 1 0 0 0,-1-1-1 0 0,1 1 1 0 0,0-1 0 0 0,0 1-1 0 0,0 0 1 0 0,0-1 0 0 0,0 1-1 0 0,0 0 1 0 0,0 0 0 0 0,0 0-1 0 0,1 0 1 0 0,-1 0 0 0 0,0 0-1 0 0,0 0 1 0 0,1 0 0 0 0,-1 0-1 0 0,1 0 1 0 0,-1 0 0 0 0,1 0-1 0 0,-1 2 1 0 0,0 0-44 0 0,0-1 0 0 0,0 0 0 0 0,0 0 1 0 0,0 0-1 0 0,0 0 0 0 0,-1 0 0 0 0,1 0 0 0 0,-1 0 0 0 0,1-1 0 0 0,-1 1 0 0 0,-2 2 0 0 0,3-3 22 0 0,0 0 1 0 0,0 0-1 0 0,0 1 0 0 0,0-1 0 0 0,0 0 0 0 0,0 1 0 0 0,1-1 0 0 0,-1 1 0 0 0,0-1 0 0 0,1 1 0 0 0,0-1 0 0 0,-1 1 0 0 0,0 2 0 0 0,1 0-21 0 0,-1 7-31 0 0,1-10-12 0 0,0-1 0 0 0,0 1 0 0 0,0 0 0 0 0,0-1 0 0 0,0 1 0 0 0,0 0 0 0 0,0-1 0 0 0,0 1 0 0 0,0 0 0 0 0,1-1 0 0 0,-1 1 0 0 0,0 0 0 0 0,0-1 0 0 0,1 1 0 0 0,-1-1 0 0 0,1 1 0 0 0,-1 0 0 0 0,0-1 0 0 0,1 1 0 0 0,0 0 0 0 0,0 0 0 0 0,0 0 0 0 0,-1 0-1 0 0,1-1 1 0 0,0 1 0 0 0,0 0 0 0 0,0 0-1 0 0,0-1 1 0 0,-1 1 0 0 0,1-1-1 0 0,2 2 1 0 0,3-3 6 0 0,-3 0 6 0 0,2 0 17 0 0,1 0 0 0 0,0-1 0 0 0,-1 0 0 0 0,0 0 0 0 0,1-1 0 0 0,-1 1 0 0 0,8-6 0 0 0,9-5 28 0 0,-18 11-56 0 0,0-1 0 0 0,1 0 0 0 0,-1 0-1 0 0,-1 0 1 0 0,1-1 0 0 0,0 1 0 0 0,-1-1-1 0 0,0 0 1 0 0,0 0 0 0 0,0 0 0 0 0,0 0 0 0 0,-1-1-1 0 0,5-8 1 0 0,-3 4 41 0 0,-3 8-35 0 0,-1-1 0 0 0,1 1 0 0 0,0 0 0 0 0,-1 0-1 0 0,1 0 1 0 0,-1 0 0 0 0,0-1 0 0 0,1 1 0 0 0,-1 0 0 0 0,0-3-1 0 0,-2-14 153 0 0,2 18-154 0 0,0-1 1 0 0,0 0-1 0 0,-1 1 0 0 0,1-1 0 0 0,0 0 0 0 0,0 1 0 0 0,-1-1 0 0 0,1 0 0 0 0,0 1 1 0 0,-1-1-1 0 0,1 0 0 0 0,-1 1 0 0 0,1-1 0 0 0,-1 1 0 0 0,1-1 0 0 0,-1 1 1 0 0,1-1-1 0 0,-1 1 0 0 0,1 0 0 0 0,-2-1 0 0 0,1 0-1 0 0,0 1 0 0 0,1-1 0 0 0,-1 1-1 0 0,0 0 1 0 0,0-1 0 0 0,1 1 0 0 0,-1-1 0 0 0,0 0 0 0 0,1 1 0 0 0,-1-1 0 0 0,1 1-1 0 0,-1-1 1 0 0,1 0 0 0 0,-2-1 0 0 0,2 1 3 0 0,-1 0 0 0 0,1 1 0 0 0,-1-1 0 0 0,1 0 0 0 0,-1 0 0 0 0,0 1 0 0 0,1-1 0 0 0,-1 0 0 0 0,0 1 0 0 0,1-1 0 0 0,-1 1 0 0 0,0-1 1 0 0,0 1-1 0 0,0-1 0 0 0,-1 0 0 0 0,-4 0-9 0 0,2 0 105 0 0,0 0 0 0 0,0 0 0 0 0,0 0-1 0 0,-1 1 1 0 0,1-1 0 0 0,0 1 0 0 0,0 0 0 0 0,-1 0-1 0 0,1 1 1 0 0,-6 0 0 0 0,-3 4 21 0 0,11-4-105 0 0,0 0 0 0 0,0-1 0 0 0,0 1 0 0 0,0 0 0 0 0,0 1 1 0 0,0-1-1 0 0,0 0 0 0 0,0 0 0 0 0,0 1 0 0 0,1-1 0 0 0,-3 3 0 0 0,-7 4-21 0 0,10-8 3 0 0,0 1-1 0 0,0-1 1 0 0,0 1 0 0 0,0-1-1 0 0,0 1 1 0 0,0-1-1 0 0,0 1 1 0 0,0 0 0 0 0,1 0-1 0 0,-1-1 1 0 0,0 1-1 0 0,0 0 1 0 0,1 0 0 0 0,-1 0-1 0 0,1 0 1 0 0,-1 0 0 0 0,0 0-1 0 0,1 0 1 0 0,0 0-1 0 0,-1 1 1 0 0,1 5 34 0 0,1-1 1 0 0,0 0-1 0 0,1 1 1 0 0,2 6-1 0 0,-3-11-25 0 0,-1-1-13 0 0,-9 17 86 0 0,8-18-81 0 0,1 0 0 0 0,0 1 0 0 0,0-1 0 0 0,0 0 0 0 0,0 1 1 0 0,0-1-1 0 0,0 0 0 0 0,-1 1 0 0 0,1-1 0 0 0,0 0 0 0 0,0 1 0 0 0,0-1 1 0 0,0 0-1 0 0,0 1 0 0 0,0-1 0 0 0,0 0 0 0 0,0 1 0 0 0,0-1 1 0 0,1 0-1 0 0,-1 1 0 0 0,0-1 0 0 0,0 0 0 0 0,0 1 0 0 0,0-1 0 0 0,1 1 1 0 0,-1-1-3 0 0,0 0 1 0 0,0 0-1 0 0,0 0 1 0 0,0 1-1 0 0,0-1 0 0 0,1 0 1 0 0,-1 0-1 0 0,0 0 1 0 0,0 1-1 0 0,0-1 1 0 0,0 0-1 0 0,1 0 1 0 0,-1 0-1 0 0,0 0 1 0 0,0 0-1 0 0,1 0 1 0 0,-1 1-1 0 0,0-1 1 0 0,0 0-1 0 0,0 0 1 0 0,1 0-1 0 0,-1 0 1 0 0,0 0-1 0 0,0 0 1 0 0,1 0-1 0 0,-1 0 0 0 0,0 0 1 0 0,3 0-1 0 0,-1 0-1 0 0,1 0 1 0 0,-1 1 0 0 0,0-1-1 0 0,1 1 1 0 0,-1-1 0 0 0,5 3-1 0 0,-3-2 1 0 0,0 1 0 0 0,1-1 0 0 0,0 0 0 0 0,-1 0 0 0 0,1-1 0 0 0,0 1 0 0 0,-1-1 0 0 0,1 0 0 0 0,0 0 0 0 0,-1-1 0 0 0,1 1 0 0 0,0-1 0 0 0,-1 0 0 0 0,1 0 0 0 0,-1-1 0 0 0,1 1 0 0 0,-1-1 0 0 0,0 0 0 0 0,0 0 0 0 0,1-1 0 0 0,-2 1 0 0 0,1-1 0 0 0,0 0 0 0 0,5-5 0 0 0,1 0 9 0 0,-9 7-6 0 0,0 0 0 0 0,0 0 1 0 0,1 0-1 0 0,-1 0 0 0 0,0 0 0 0 0,0 0 0 0 0,0 0 0 0 0,0-1 0 0 0,0 1 1 0 0,0 0-1 0 0,0 0 0 0 0,-1-1 0 0 0,1 1 0 0 0,0-1 0 0 0,-1 1 0 0 0,1-1 0 0 0,-1 1 1 0 0,1-1-1 0 0,-1 1 0 0 0,0-4 0 0 0,1 2 40 0 0,2-6-30 0 0,-6 7-15 0 0,2 2 1 0 0,0-2 12 0 0,0 0 0 0 0,-1 0 0 0 0,1 1-1 0 0,-1-1 1 0 0,0 1 0 0 0,0 0 0 0 0,1-1 0 0 0,-1 1-1 0 0,0 0 1 0 0,0 0 0 0 0,0 0 0 0 0,0 0 0 0 0,0 1-1 0 0,-1-1 1 0 0,1 0 0 0 0,0 1 0 0 0,0 0 0 0 0,0-1-1 0 0,-1 1 1 0 0,-2 0 0 0 0,-4 0 115 0 0,6 0-74 0 0,1-1 0 0 0,-1 1 0 0 0,1 0-1 0 0,-1 0 1 0 0,1 0 0 0 0,0 1 0 0 0,-1-1-1 0 0,1 1 1 0 0,-1-1 0 0 0,1 1 0 0 0,0 0 0 0 0,0-1-1 0 0,-1 1 1 0 0,1 1 0 0 0,-2 0 0 0 0,-20 13 147 0 0,0 0-132 0 0,22-14-61 0 0,1 0 1 0 0,0 0-1 0 0,0 0 0 0 0,0 1 1 0 0,0-1-1 0 0,0 0 1 0 0,0 1-1 0 0,0-1 1 0 0,0 0-1 0 0,1 1 1 0 0,-1-1-1 0 0,0 1 0 0 0,1 0 1 0 0,-1 2-1 0 0,-3 9 38 0 0,-1 6-8 0 0,5-15-31 0 0,0 0-1 0 0,-1-1 1 0 0,0 1-1 0 0,0 0 1 0 0,-1 3-1 0 0,1-5 0 0 0,0 0-1 0 0,1 1 0 0 0,-1-1 1 0 0,0 0-1 0 0,1 1 0 0 0,0-1 1 0 0,-1 1-1 0 0,1-1 1 0 0,0 1-1 0 0,1 2 0 0 0,1 10-3 0 0,-2-11 0 0 0,1-1 0 0 0,-1 1 0 0 0,1 0 0 0 0,0 0 0 0 0,0 0 0 0 0,3 6 0 0 0,0-6 12 0 0,2 4 102 0 0,-4-8-110 0 0,0 1 1 0 0,0 0 0 0 0,0-1-1 0 0,0 0 1 0 0,0 1 0 0 0,0-1 0 0 0,0 0-1 0 0,0 0 1 0 0,0 0 0 0 0,0 0-1 0 0,0 0 1 0 0,4-2 0 0 0,-1 1 2 0 0,-1 0 1 0 0,0 0 0 0 0,0-1-1 0 0,-1 1 1 0 0,8-5-1 0 0,-8 4-7 0 0,0 1 0 0 0,0-1 0 0 0,0 1 0 0 0,1 0 0 0 0,5-2 0 0 0,-6 2 0 0 0,1 0 0 0 0,-1 0 0 0 0,0 0 0 0 0,1 0 0 0 0,-1-1 0 0 0,5-3 0 0 0,-3 2 7 0 0,-3 2 5 0 0,0 0 0 0 0,0-1 0 0 0,0 1 0 0 0,0 0 0 0 0,0-1 1 0 0,-1 0-1 0 0,1 1 0 0 0,-1-1 0 0 0,1 0 0 0 0,-1 0 0 0 0,2-3 0 0 0,0 2 60 0 0,5-4-12 0 0,0-3-84 0 0,-7 6 0 0 0,-1 2 11 0 0,-1-10-2 0 0,0 11 26 0 0,0-1-1 0 0,0 0 1 0 0,1 1-1 0 0,-1-1 1 0 0,-1 0-1 0 0,1 1 1 0 0,0-1-1 0 0,0 1 1 0 0,0 0-1 0 0,-1-1 1 0 0,1 1-1 0 0,-1 0 1 0 0,1 0-1 0 0,-1 0 1 0 0,0 0-1 0 0,1 0 1 0 0,-3-1-1 0 0,1 1 31 0 0,0 1 1 0 0,0-1-1 0 0,0 0 1 0 0,-1 1-1 0 0,1 0 0 0 0,0-1 1 0 0,0 1-1 0 0,-1 0 1 0 0,-3 1-1 0 0,-4 1 76 0 0,0 1 1 0 0,1 0-1 0 0,-1 0 0 0 0,-17 9 1 0 0,26-11-131 0 0,0 0 1 0 0,-1 0-1 0 0,1 0 1 0 0,0 0 0 0 0,0 0-1 0 0,0 1 1 0 0,0-1-1 0 0,1 1 1 0 0,-1 0 0 0 0,0-1-1 0 0,0 1 1 0 0,-1 2 0 0 0,2-1 22 0 0,0-1 1 0 0,0 1-1 0 0,0 0 1 0 0,0-1-1 0 0,1 1 1 0 0,-1 0-1 0 0,1 0 1 0 0,0 0-1 0 0,0-1 1 0 0,0 5-1 0 0,-2 32 54 0 0,2-37-64 0 0,-1-1 0 0 0,1 1 0 0 0,-1-1 0 0 0,1 0 0 0 0,-1 1 0 0 0,0-1 0 0 0,1 0 0 0 0,-1 1 0 0 0,-1 1 0 0 0,0-1 0 0 0,2-2 0 0 0,-1 1 0 0 0,1-1 0 0 0,0 1 0 0 0,-1-1 0 0 0,1 1 0 0 0,0-1 0 0 0,0 1 0 0 0,-1 0 0 0 0,1-1 0 0 0,0 1 0 0 0,0-1 0 0 0,0 1 0 0 0,0 0 0 0 0,-1-1 0 0 0,1 1 0 0 0,0-1 0 0 0,1 2 0 0 0,3 2 0 0 0,-3-3 0 0 0,0 0 0 0 0,1 1 0 0 0,0-1 0 0 0,0 0 0 0 0,0 0 0 0 0,0 1 0 0 0,0-1 0 0 0,0-1 0 0 0,0 1 0 0 0,4 1 0 0 0,4-2 0 0 0,-4-1 3 0 0,-2 1 12 0 0,0-1-1 0 0,-1 1 1 0 0,1-1-1 0 0,0 0 1 0 0,0 0-1 0 0,-1-1 1 0 0,1 1 0 0 0,-1-1-1 0 0,1 1 1 0 0,-1-1-1 0 0,0 0 1 0 0,5-4-1 0 0,15-11 36 0 0,-12 9-39 0 0,0-1 1 0 0,-1 0 0 0 0,16-18-1 0 0,-24 25-11 0 0,0 0 0 0 0,-1 0 0 0 0,1 0 0 0 0,-1 0 0 0 0,1 0 0 0 0,-1 0 0 0 0,0-1 0 0 0,0 1 0 0 0,0 0 0 0 0,0-1 0 0 0,-1 1 0 0 0,1-1 0 0 0,0 1 0 0 0,-1-1 0 0 0,0 1 0 0 0,0-1 0 0 0,0 1 0 0 0,0-1 0 0 0,0 1 0 0 0,0-1 0 0 0,-1 1 0 0 0,1-1 0 0 0,-2-3 0 0 0,-2-3 0 0 0,1 7 3 0 0,1 0-1 0 0,-1 0 0 0 0,0 0 1 0 0,0 0-1 0 0,0 0 0 0 0,1 1 1 0 0,-2 0-1 0 0,1-1 1 0 0,0 1-1 0 0,0 0 0 0 0,0 0 1 0 0,0 1-1 0 0,-1-1 0 0 0,1 1 1 0 0,0 0-1 0 0,-1 0 1 0 0,1 0-1 0 0,0 0 0 0 0,-1 0 1 0 0,1 1-1 0 0,0-1 0 0 0,0 1 1 0 0,0 0-1 0 0,-1 0 0 0 0,1 0 1 0 0,-4 2-1 0 0,-15 9-2 0 0,12-4 0 0 0,-4 6 0 0 0,13-13 0 0 0,-2 3 0 0 0,2 11 0 0 0,1-11 0 0 0,-1-3 0 0 0,1 0 0 0 0,0 0 0 0 0,0 0 0 0 0,0 0 0 0 0,0 1 0 0 0,0-1 0 0 0,0 0 0 0 0,0 0 0 0 0,0 0 0 0 0,1 0 0 0 0,-1 1 0 0 0,0-1 0 0 0,1 1 0 0 0,3 11 4 0 0,-2-11-7 0 0,-1-1-15 0 0,3 1-62 0 0,-2-1-45 0 0,1 0-1 0 0,0 0 1 0 0,-1 0 0 0 0,1-1-1 0 0,0 1 1 0 0,0-1 0 0 0,0 0-1 0 0,-1 0 1 0 0,7 0 0 0 0,7-2-3935 0 0,5 2 2206 0 0</inkml:trace>
</inkml:ink>
</file>

<file path=ppt/ink/ink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4:31.1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146 24 7344 0 0,'0'0'332'0'0,"0"0"-4"0"0,0 0-118 0 0,0 0 280 0 0,0 0 146 0 0,0 0 32 0 0,0 0 25 0 0,-2 0 90 0 0,0 0-594 0 0,0 0 1 0 0,1 1 0 0 0,-1-1 0 0 0,0 0-1 0 0,1 1 1 0 0,-1-1 0 0 0,0 1-1 0 0,1-1 1 0 0,-1 1 0 0 0,1 0 0 0 0,-1 0-1 0 0,1 0 1 0 0,-1 0 0 0 0,1 0 0 0 0,0 0-1 0 0,-1 0 1 0 0,1 0 0 0 0,0 1-1 0 0,-1 0 1 0 0,1 0-72 0 0,0-1-1 0 0,1 0 1 0 0,-1 0 0 0 0,0 0-1 0 0,0 0 1 0 0,0 0 0 0 0,1 0-1 0 0,-1 0 1 0 0,0-1 0 0 0,-2 2-1 0 0,-4 4 288 0 0,4-1-181 0 0,-1 0 1 0 0,1 0-1 0 0,0 1 0 0 0,0-1 1 0 0,1 1-1 0 0,-1 0 0 0 0,1-1 1 0 0,-2 10-1 0 0,-5 13 310 0 0,7-24-488 0 0,1 0-1 0 0,-1 0 1 0 0,1 0-1 0 0,0 0 1 0 0,0 0-1 0 0,1 0 1 0 0,-1 0-1 0 0,1 1 1 0 0,0-1-1 0 0,0 0 1 0 0,1 0-1 0 0,-1 0 1 0 0,2 5-1 0 0,-1-7 19 0 0,-1-1-52 0 0,0 0-1 0 0,0 0 0 0 0,1-1 1 0 0,-1 1-1 0 0,0 0 0 0 0,1-1 1 0 0,-1 1-1 0 0,1 0 0 0 0,-1-1 1 0 0,1 1-1 0 0,-1 0 0 0 0,1-1 0 0 0,0 1 1 0 0,-1-1-1 0 0,1 1 0 0 0,0-1 1 0 0,1 1-1 0 0,12 8 105 0 0,-12-8-108 0 0,-1 0 0 0 0,1 0 0 0 0,0 0 0 0 0,0-1 0 0 0,0 1 0 0 0,-1-1 0 0 0,1 0 0 0 0,0 1 0 0 0,3-1 0 0 0,-3 0-4 0 0,-1-1-1 0 0,0 1 0 0 0,1 0 0 0 0,-1-1 0 0 0,0 1 1 0 0,0-1-1 0 0,0 0 0 0 0,0 1 0 0 0,1-1 0 0 0,-1 0 1 0 0,0 0-1 0 0,0 0 0 0 0,0 0 0 0 0,0-1 0 0 0,11-8-5 0 0,-9 8 5 0 0,0-1-1 0 0,1 1 1 0 0,-2-1-1 0 0,6-6 1 0 0,9-12 77 0 0,1-1 21 0 0,14-28 91 0 0,-31 47-180 0 0,1 0 0 0 0,-1 1 0 0 0,0-1 0 0 0,1 0 0 0 0,0-5 0 0 0,4-9 144 0 0,-2 10 90 0 0,-3 5 8 0 0,-2 0-19 0 0,0-3-127 0 0,1 3-61 0 0,-1-1 0 0 0,1 1 1 0 0,0 0-1 0 0,-1 0 1 0 0,0 0-1 0 0,1 0 1 0 0,-1 0-1 0 0,0 1 0 0 0,0-1 1 0 0,-2-2-1 0 0,2 2 6 0 0,0 1-1 0 0,-1 0 1 0 0,1 0 0 0 0,-1 0-1 0 0,1 0 1 0 0,-1 0-1 0 0,0 0 1 0 0,1 1-1 0 0,-1-1 1 0 0,0 0 0 0 0,0 1-1 0 0,1-1 1 0 0,-1 1-1 0 0,0 0 1 0 0,0 0-1 0 0,0-1 1 0 0,1 1 0 0 0,-1 0-1 0 0,0 1 1 0 0,-2-1-1 0 0,1 1 45 0 0,-4 0-37 0 0,0 0-1 0 0,0 1 1 0 0,0 0-1 0 0,-10 4 1 0 0,13-4-45 0 0,0 0 1 0 0,0 0-1 0 0,1 1 0 0 0,-1-1 1 0 0,0 1-1 0 0,1-1 0 0 0,0 1 1 0 0,0 0-1 0 0,0 1 0 0 0,0-1 1 0 0,0 0-1 0 0,0 1 0 0 0,1-1 1 0 0,0 1-1 0 0,-3 5 0 0 0,-1 6-15 0 0,6-12 0 0 0,0 0 0 0 0,-1 1 0 0 0,-1 13 0 0 0,5 4 0 0 0,0-11 0 0 0,5 0 0 0 0,-7-9 0 0 0,1 1 0 0 0,-1-1 0 0 0,1-1 0 0 0,-1 1 0 0 0,1 0 0 0 0,-1 0 0 0 0,1 0 0 0 0,-1-1 0 0 0,1 1 0 0 0,-1-1 0 0 0,1 1 0 0 0,0-1 0 0 0,-1 0 0 0 0,1 0 0 0 0,0 0 0 0 0,2 0 0 0 0,6-1 11 0 0,-3-2-4 0 0,0 0 1 0 0,1-1-1 0 0,-2 0 0 0 0,1 0 1 0 0,0-1-1 0 0,-1 1 0 0 0,0-1 1 0 0,0-1-1 0 0,0 1 0 0 0,-1-1 1 0 0,0 0-1 0 0,0-1 0 0 0,0 1 1 0 0,-1-1-1 0 0,6-11 0 0 0,0-3-7 0 0,-5 8 0 0 0,-5 8 0 0 0,-1 3 0 0 0,1 1 0 0 0,0 0 0 0 0,0 0 0 0 0,0 0 0 0 0,0 1 0 0 0,0-1 0 0 0,0 0 0 0 0,-1 0 0 0 0,1 1 0 0 0,0-1 0 0 0,0 0 0 0 0,-1 0 0 0 0,0-1 0 0 0,-3 0 0 0 0,3 2 0 0 0,-2-3 8 0 0,0 1 0 0 0,-1 0 0 0 0,1 0 0 0 0,0 1 0 0 0,0-1 0 0 0,-1 1 0 0 0,1-1 0 0 0,-1 1 0 0 0,1 0 0 0 0,-1 0 0 0 0,0 1 0 0 0,1-1 0 0 0,-1 1 0 0 0,0 0 0 0 0,0 0 0 0 0,1 0 0 0 0,-1 0 0 0 0,0 1 0 0 0,1-1 0 0 0,-1 1 0 0 0,0 0 0 0 0,1 0 0 0 0,-5 2 0 0 0,-1 1 14 0 0,1 0-1 0 0,-1 0 0 0 0,1 0 1 0 0,1 1-1 0 0,-1 1 0 0 0,1-1 1 0 0,0 1-1 0 0,-10 11 0 0 0,9-8 3 0 0,1 0-1 0 0,-1 1 0 0 0,2 0 0 0 0,0 1 1 0 0,0 0-1 0 0,1 0 0 0 0,0 0 0 0 0,0 0 1 0 0,2 1-1 0 0,-5 18 0 0 0,8-28-23 0 0,0 0 0 0 0,0-1 0 0 0,0 1 0 0 0,0 0 0 0 0,0 0 0 0 0,0-1 0 0 0,0 1 0 0 0,1 0 0 0 0,-1 0 0 0 0,0-1 0 0 0,2 3 0 0 0,1 5 0 0 0,1 2 0 0 0,2-1 0 0 0,6-3 0 0 0,12 7 0 0 0,-12-11 0 0 0,-7-4 0 0 0,0 0 0 0 0,0 1 0 0 0,-1-1 0 0 0,1-1 0 0 0,0 1 0 0 0,-1-1 0 0 0,1 0 0 0 0,4-2 0 0 0,2-2 0 0 0,-1 0 0 0 0,12-10 0 0 0,-16 12 4 0 0,-1-1-1 0 0,0 1 0 0 0,0-1 0 0 0,0-1 1 0 0,-1 1-1 0 0,0-1 0 0 0,0 1 0 0 0,0-1 1 0 0,0 0-1 0 0,2-9 0 0 0,8-23 911 0 0,-13 37-796 0 0,-1 0-107 0 0,-1 0-1 0 0,1 0 0 0 0,0 0 1 0 0,-1 0-1 0 0,1-1 1 0 0,-1 1-1 0 0,1 1 0 0 0,-1-1 1 0 0,0 0-1 0 0,1 0 0 0 0,-1 0 1 0 0,0 0-1 0 0,0 0 1 0 0,1 0-1 0 0,-1 1 0 0 0,0-1 1 0 0,0 0-1 0 0,0 1 1 0 0,0-1-1 0 0,0 1 0 0 0,0-1 1 0 0,0 1-1 0 0,0-1 0 0 0,0 1 1 0 0,0 0-1 0 0,-1 0 1 0 0,1-1-1 0 0,0 1 0 0 0,0 0 1 0 0,0 0-1 0 0,0 0 1 0 0,-2 0-1 0 0,0 1 0 0 0,1 0 0 0 0,-1-1 0 0 0,0 1 0 0 0,1 0 0 0 0,-1 0 0 0 0,1 1 0 0 0,-1-1 0 0 0,1 1 0 0 0,0-1 0 0 0,-1 1 0 0 0,1 0 0 0 0,-3 3 1 0 0,1 0 11 0 0,0-1 1 0 0,0 1 0 0 0,1 0 0 0 0,-5 10 0 0 0,1-5-23 0 0,6-9 0 0 0,1 0 0 0 0,-1 0 0 0 0,0-1 0 0 0,1 1 0 0 0,-1 0 0 0 0,1 0 0 0 0,-1 0 0 0 0,1 0 0 0 0,-1 0 0 0 0,1 0 0 0 0,0 0 0 0 0,-1 0 0 0 0,1 0 0 0 0,0 0 0 0 0,0 3 0 0 0,0 17 0 0 0,1-10 0 0 0,4-1 0 0 0,3 0 0 0 0,-7-10 0 0 0,-1 0 0 0 0,1 1 0 0 0,-1-1 0 0 0,1 0 0 0 0,-1 0 0 0 0,1 0 0 0 0,-1 1 0 0 0,1-1 0 0 0,-1 0 0 0 0,1 0 0 0 0,-1 0 0 0 0,1 0 0 0 0,-1 0 0 0 0,1 0 0 0 0,-1 0 0 0 0,1 0 0 0 0,0-1 0 0 0,13-2 0 0 0,-12 3 0 0 0,1 0 0 0 0,-1-1 0 0 0,1 1 0 0 0,-1-1 0 0 0,0 1 0 0 0,1-1 0 0 0,-1 0 0 0 0,0 0 0 0 0,0 0 0 0 0,0-1 0 0 0,0 1 0 0 0,0 0 0 0 0,3-3 0 0 0,52-55 0 0 0,-55 57-256 0 0,0-1-1 0 0,-1 0 1 0 0,1 1-1 0 0,-1-1 1 0 0,0 0-1 0 0,0 0 1 0 0,0 0-1 0 0,0 0 1 0 0,0 0-1 0 0,0 0 1 0 0,-1 0-1 0 0,0 0 1 0 0,1 0-1 0 0,-1 0 1 0 0,-1-5-1 0 0,1 8-1023 0 0</inkml:trace>
</inkml:ink>
</file>

<file path=ppt/ink/ink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4:32.5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173 10 2760 0 0,'-1'0'23'0'0,"0"1"1"0"0,0-1-1 0 0,0 0 1 0 0,0 0-1 0 0,0 1 1 0 0,0-1-1 0 0,0 1 1 0 0,0-1-1 0 0,0 0 1 0 0,1 1-1 0 0,-1 0 1 0 0,-1 0-1 0 0,1 0 277 0 0,0 0 1 0 0,0-1-1 0 0,0 1 0 0 0,0-1 0 0 0,0 1 0 0 0,0-1 1 0 0,0 1-1 0 0,0-1 0 0 0,0 1 0 0 0,0-1 0 0 0,0 0 1 0 0,-2 1-1 0 0,3-1-196 0 0,-1 0-1 0 0,1 0 1 0 0,-1 0 0 0 0,1 0-1 0 0,-1 0 1 0 0,1 0 0 0 0,-1 0 0 0 0,1 0-1 0 0,0 0 1 0 0,-1 1 0 0 0,1-1 0 0 0,-1 0-1 0 0,1 0 1 0 0,0 1 0 0 0,-1-1 0 0 0,1 0-1 0 0,0 0 1 0 0,-1 1 0 0 0,1-1-1 0 0,0 0 1 0 0,-1 1 0 0 0,1 0 0 0 0,0-1 10 0 0,-1 0 0 0 0,1 0 1 0 0,0 1-1 0 0,0-1 0 0 0,0 0 1 0 0,-1 0-1 0 0,1 1 0 0 0,0-1 1 0 0,0 0-1 0 0,-1 0 0 0 0,1 0 1 0 0,0 1-1 0 0,-1-1 0 0 0,1 0 1 0 0,0 0-1 0 0,0 0 0 0 0,-1 0 1 0 0,1 0-1 0 0,0 0 0 0 0,-1 0 1 0 0,0 1-1 0 0,-2 0 174 0 0,1 0 1 0 0,-1 1-1 0 0,0 0 0 0 0,1 0 0 0 0,-1 0 1 0 0,-4 4-1 0 0,1-1 415 0 0,4-3-493 0 0,0 1 0 0 0,-1-1 0 0 0,1 1 0 0 0,0 0 0 0 0,0 0 0 0 0,-1 3 0 0 0,-8 10 247 0 0,7-11-187 0 0,0-1-1 0 0,1 1 1 0 0,0 0 0 0 0,0-1 0 0 0,-4 10-1 0 0,7-14-234 0 0,0 1-1 0 0,-1-1 0 0 0,1 1 1 0 0,0-1-1 0 0,-1 0 0 0 0,1 1 0 0 0,0-1 1 0 0,-1 1-1 0 0,1-1 0 0 0,-1 0 1 0 0,1 1-1 0 0,-1-1 0 0 0,1 0 0 0 0,-1 1 1 0 0,1-1-1 0 0,-1 1 0 0 0,0-1-28 0 0,0 0 0 0 0,1 0-1 0 0,-1 1 1 0 0,1-1-1 0 0,-1 0 1 0 0,1 1 0 0 0,-1-1-1 0 0,1 1 1 0 0,-1-1 0 0 0,1 1-1 0 0,-1-1 1 0 0,1 1 0 0 0,-1-1-1 0 0,1 1 1 0 0,0-1-1 0 0,-1 2 1 0 0,-7 16 209 0 0,7-17-191 0 0,1 0 0 0 0,0-1 1 0 0,0 1-1 0 0,-1-1 0 0 0,1 1 0 0 0,0 0 1 0 0,0-1-1 0 0,0 1 0 0 0,0 0 1 0 0,-1-1-1 0 0,1 1 0 0 0,0 0 0 0 0,0-1 1 0 0,0 1-1 0 0,1 0 0 0 0,-1-1 1 0 0,0 2-1 0 0,0 9 253 0 0,0-9-238 0 0,-1 9 136 0 0,1-10-172 0 0,0-1 0 0 0,1 1 0 0 0,-1 0 0 0 0,0 0 0 0 0,1-1 1 0 0,-1 1-1 0 0,1 0 0 0 0,-1 0 0 0 0,1-1 0 0 0,0 1 0 0 0,-1-1 0 0 0,1 1 1 0 0,1 0-1 0 0,17 10-7 0 0,-10-7 6 0 0,-8-3 7 0 0,0-1-1 0 0,1 1 1 0 0,-1-1 0 0 0,1 0-1 0 0,-1 0 1 0 0,1 0-1 0 0,-1 1 1 0 0,1-1-1 0 0,-1-1 1 0 0,1 1-1 0 0,-1 0 1 0 0,1 0 0 0 0,-1 0-1 0 0,1-1 1 0 0,-1 1-1 0 0,0-1 1 0 0,1 1-1 0 0,-1-1 1 0 0,0 0-1 0 0,1 1 1 0 0,-1-1-1 0 0,2-1 1 0 0,4-3 42 0 0,0-1 0 0 0,11-11 0 0 0,-8 7-30 0 0,-4 4 22 0 0,0-1 0 0 0,0 0 0 0 0,-1 0-1 0 0,0 0 1 0 0,0-1 0 0 0,0 0 0 0 0,5-14 0 0 0,-7 14 109 0 0,0-1-1 0 0,-1 1 1 0 0,0-1 0 0 0,-1 1 0 0 0,0-1 0 0 0,1-16-1 0 0,-2 24-111 0 0,-1 0-1 0 0,1-1 1 0 0,0 1-1 0 0,0 0 0 0 0,-1 0 1 0 0,1-1-1 0 0,-1 1 1 0 0,1 0-1 0 0,-1 0 1 0 0,1 0-1 0 0,-1 0 0 0 0,0 0 1 0 0,0 0-1 0 0,0 0 1 0 0,1 0-1 0 0,-1 0 1 0 0,0 0-1 0 0,0 0 0 0 0,0 0 1 0 0,-3-1-1 0 0,-2-3 133 0 0,6 5-160 0 0,0-1-1 0 0,-1 1 0 0 0,1 0 0 0 0,0 0 1 0 0,-1 0-1 0 0,1-1 0 0 0,-1 1 1 0 0,1 0-1 0 0,0 0 0 0 0,-1 0 0 0 0,1 0 1 0 0,0 0-1 0 0,-1 0 0 0 0,1 0 0 0 0,-1 0 1 0 0,1 0-1 0 0,0 0 0 0 0,-1 0 1 0 0,1 0-1 0 0,-1 0 0 0 0,1 0 0 0 0,-1 0 1 0 0,-1 0 22 0 0,-4 0 30 0 0,0 1 0 0 0,0-1 0 0 0,0 1 1 0 0,0 0-1 0 0,0 1 0 0 0,1-1 0 0 0,-1 1 0 0 0,0 0 1 0 0,1 0-1 0 0,-1 1 0 0 0,-7 5 0 0 0,9-4-28 0 0,0 0-1 0 0,-1 0 0 0 0,2 1 0 0 0,-1-1 1 0 0,0 1-1 0 0,-4 9 0 0 0,2-5-26 0 0,1-1-9 0 0,2-4 0 0 0,1 0 0 0 0,-1 0 0 0 0,1 1 0 0 0,-1-1 0 0 0,2 1 0 0 0,-3 5 0 0 0,3 1 0 0 0,2-1 0 0 0,0-7 0 0 0,1 2 0 0 0,13 5 0 0 0,5 1 0 0 0,-10-11 0 0 0,-7-1 3 0 0,1 1 1 0 0,0-1-1 0 0,0 0 0 0 0,-1-1 0 0 0,1 1 0 0 0,-1-1 1 0 0,1 1-1 0 0,-1-1 0 0 0,1 0 0 0 0,-1-1 0 0 0,0 1 1 0 0,0 0-1 0 0,0-1 0 0 0,-1 0 0 0 0,1 1 0 0 0,0-1 1 0 0,-1 0-1 0 0,0 0 0 0 0,3-6 0 0 0,-1-1 40 0 0,0 0-29 0 0,14-8 84 0 0,-10 8-39 0 0,-7 8-59 0 0,1-1 1 0 0,-1 0 0 0 0,-1 0 0 0 0,1 0-1 0 0,0 0 1 0 0,-1 0 0 0 0,1 0 0 0 0,-1 0-1 0 0,0 0 1 0 0,0 0 0 0 0,0 0 0 0 0,0 0-1 0 0,-2-5 1 0 0,2 7 1 0 0,0 0 0 0 0,0 0 0 0 0,0 0-1 0 0,0 1 1 0 0,-1-1 0 0 0,1 0 0 0 0,0 0 0 0 0,-1 1 0 0 0,1-1-1 0 0,0 0 1 0 0,-1 1 0 0 0,1-1 0 0 0,-1 0 0 0 0,1 1-1 0 0,-1-1 1 0 0,1 0 0 0 0,-1 1 0 0 0,1-1 0 0 0,-2 0-1 0 0,0 0 17 0 0,0 0-16 0 0,1 0 0 0 0,0 0 0 0 0,-1 0 0 0 0,1 0 0 0 0,-1 0 0 0 0,0 0 0 0 0,1 0 0 0 0,-1 1 0 0 0,0-1 0 0 0,1 1 0 0 0,-1-1 0 0 0,0 1 0 0 0,0 0 0 0 0,1 0 0 0 0,-1-1 1 0 0,0 1-1 0 0,0 0 0 0 0,0 1 0 0 0,1-1 0 0 0,-1 0 0 0 0,-2 1 0 0 0,0 0 2 0 0,0 0 0 0 0,-1 1 0 0 0,1-1 1 0 0,0 1-1 0 0,0 0 0 0 0,-8 5 0 0 0,-1-1-4 0 0,12-5 0 0 0,-1-1 0 0 0,0 1 0 0 0,1 0 0 0 0,-1 0 0 0 0,1-1 0 0 0,-1 1 0 0 0,1 0 0 0 0,-2 2 0 0 0,-7 5 10 0 0,7-6 2 0 0,-1 1 0 0 0,1 0-1 0 0,0 1 1 0 0,-1-1-1 0 0,1 0 1 0 0,1 1-1 0 0,-1 0 1 0 0,1-1-1 0 0,-1 1 1 0 0,-1 5 0 0 0,0 2 16 0 0,2-6-10 0 0,0-1-1 0 0,0 1 1 0 0,1 0 0 0 0,0 0-1 0 0,0-1 1 0 0,0 1-1 0 0,0 6 1 0 0,1-7 3 0 0,0-2-15 0 0,0-1 1 0 0,-1 0-1 0 0,1 1 1 0 0,0-1 0 0 0,0 0-1 0 0,0 0 1 0 0,0 1 0 0 0,1-1-1 0 0,-1 0 1 0 0,0 1-1 0 0,0-1 1 0 0,1 2 0 0 0,0-3-7 0 0,-1 1 1 0 0,0 0-1 0 0,1 0 1 0 0,-1 0-1 0 0,1 0 1 0 0,-1 0 0 0 0,1-1-1 0 0,-1 1 1 0 0,1 0-1 0 0,0-1 1 0 0,-1 1-1 0 0,1 0 1 0 0,0-1-1 0 0,0 1 1 0 0,-1-1 0 0 0,1 1-1 0 0,0-1 1 0 0,0 1-1 0 0,0-1 1 0 0,1 1-1 0 0,1 0-1 0 0,8 3 1 0 0,-8-4 0 0 0,-1 0 0 0 0,1 0 0 0 0,-1 0 0 0 0,1 0 0 0 0,0-1 0 0 0,-1 1 0 0 0,1-1 0 0 0,-1 1 0 0 0,1-1 0 0 0,-1 0 0 0 0,1 0 0 0 0,-1 0 0 0 0,0 0 0 0 0,1-1 0 0 0,-1 1 0 0 0,0-1 0 0 0,0 1 0 0 0,2-3 0 0 0,4-3 0 0 0,-1-1 0 0 0,0 0 0 0 0,7-10 0 0 0,-8 10 0 0 0,-3 4 31 0 0,-1 0-1 0 0,0 1 1 0 0,0-1-1 0 0,0 0 1 0 0,0 0 0 0 0,0-1-1 0 0,-1 1 1 0 0,0 0-1 0 0,0 0 1 0 0,1-9-1 0 0,-2 2-30 0 0,-1 4-64 0 0,-7-1 48 0 0,7 7 16 0 0,1 1 0 0 0,-1-1 0 0 0,1 0 0 0 0,-1 1 0 0 0,1-1 0 0 0,-1 1 0 0 0,0-1 0 0 0,1 1 0 0 0,-1-1 0 0 0,0 1 0 0 0,0 0 0 0 0,1-1 0 0 0,-1 1 0 0 0,0 0 0 0 0,0-1 0 0 0,0 1 0 0 0,1 0 0 0 0,-1 0 0 0 0,0 0 0 0 0,0 0 0 0 0,0 0 0 0 0,0 0 0 0 0,1 0 0 0 0,-1 0 0 0 0,0 0 0 0 0,0 0 0 0 0,0 0 0 0 0,0 0 0 0 0,1 1 0 0 0,-1-1 0 0 0,0 0 0 0 0,0 1 0 0 0,1-1 0 0 0,-1 0 0 0 0,0 1 0 0 0,0-1 0 0 0,1 1 0 0 0,-2 0 0 0 0,-4 2 0 0 0,1-1 0 0 0,0 0 0 0 0,0 0 0 0 0,0 1 0 0 0,0 0 0 0 0,0-1 0 0 0,0 2 0 0 0,1-1 0 0 0,-1 0 0 0 0,1 1 0 0 0,0 0 0 0 0,0 0 0 0 0,0 0 0 0 0,1 0 0 0 0,0 1 0 0 0,-1 0 0 0 0,-2 5 0 0 0,-1 2 0 0 0,5-8 0 0 0,-1 0 0 0 0,1-1 0 0 0,0 1 0 0 0,1 0 0 0 0,-4 8 0 0 0,5-3 0 0 0,1 2 0 0 0,8-2 0 0 0,-6-6 0 0 0,3 0 0 0 0,22 4 0 0 0,-21-5-302 0 0,-1 0 1 0 0,1-1-1 0 0,-1 0 0 0 0,1 0 0 0 0,0 0 0 0 0,-1-1 1 0 0,1 0-1 0 0,0 0 0 0 0,-1-1 0 0 0,12-2 0 0 0,6-5-1404 0 0,-7-1-20 0 0</inkml:trace>
</inkml:ink>
</file>

<file path=ppt/ink/ink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5:04.9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48 252 3224 0 0,'26'0'110'0'0,"2"0"4349"0"0,-29 0-4387 0 0,0 0 1 0 0,1-1-1 0 0,-1 1 0 0 0,1 0 0 0 0,-1-1 0 0 0,1 1 1 0 0,-1-1-1 0 0,1 1 0 0 0,-1-1 0 0 0,1 1 0 0 0,0-1 1 0 0,-1 1-1 0 0,1-1 0 0 0,-1 1 0 0 0,1-1 1 0 0,0 1-1 0 0,0-1 0 0 0,-1 0 0 0 0,1 1 0 0 0,0-1 1 0 0,0 1-1 0 0,0-1 0 0 0,0 0 0 0 0,0 1 0 0 0,0-2 1 0 0,-1 1 62 0 0,1 0 1 0 0,0 0-1 0 0,0 0 0 0 0,-1 0 1 0 0,1 0-1 0 0,0 0 1 0 0,-1 0-1 0 0,1 0 1 0 0,-1 0-1 0 0,1 1 1 0 0,-1-1-1 0 0,-1-1 1 0 0,1 1 157 0 0,0 0 0 0 0,0 0 1 0 0,0 0-1 0 0,1 0 0 0 0,-1 0 1 0 0,0 0-1 0 0,0-1 0 0 0,1 1 0 0 0,-1 0 1 0 0,0-2-1 0 0,-2-2 459 0 0,2 3-130 0 0,1 2 1 0 0,0 0-33 0 0,0 0-145 0 0,0 0-58 0 0,0 0-17 0 0,0 0-23 0 0,0 0-90 0 0,-2 0-38 0 0,-8 0-10 0 0,8 0-7 0 0,2 0-29 0 0,0 1-138 0 0,0-1 1 0 0,-1 0-1 0 0,1 1 0 0 0,0-1 1 0 0,0 1-1 0 0,-1-1 0 0 0,1 0 0 0 0,0 1 1 0 0,-1-1-1 0 0,1 0 0 0 0,0 0 1 0 0,-1 1-1 0 0,1-1 0 0 0,0 0 0 0 0,-1 0 1 0 0,1 1-1 0 0,-1-1 0 0 0,1 0 1 0 0,0 0-1 0 0,-1 0 0 0 0,0 1 1 0 0,-7 3 246 0 0,1 1-173 0 0,5-3-12 0 0,2-2-1 0 0,-1 11 352 0 0,0-7-386 0 0,-1 1 1 0 0,1 0-1 0 0,0-1 0 0 0,0 1 0 0 0,0 0 0 0 0,0 0 0 0 0,1 0 1 0 0,0-1-1 0 0,0 1 0 0 0,0 0 0 0 0,1 0 0 0 0,1 8 0 0 0,1 9 76 0 0,1 8 44 0 0,-3-23-124 0 0,-1-1 1 0 0,1 0-1 0 0,-1 1 0 0 0,-1 9 0 0 0,-1 10 94 0 0,2 35-21 0 0,0-59-239 0 0,0-1 57 0 0,1 10 249 0 0,0-9-150 0 0,-1 0 1 0 0,0-1-1 0 0,0 1 0 0 0,0 0 1 0 0,0-1-1 0 0,0 1 0 0 0,0 0 1 0 0,-1 3-1 0 0,1-2-29 0 0,-1 0 0 0 0,1 1-1 0 0,0-1 1 0 0,0 0 0 0 0,1 1-1 0 0,-1-1 1 0 0,1 0 0 0 0,-1 0-1 0 0,1 1 1 0 0,0-1 0 0 0,2 4-1 0 0,4 18 14 0 0,-6-23-27 0 0,-1 1 0 0 0,1 0 0 0 0,-1-1 0 0 0,0 1 0 0 0,0 0 0 0 0,0 0 0 0 0,0 0-1 0 0,-1 4 1 0 0,0 1 43 0 0,1-3-20 0 0,0-5-28 0 0,5 22 187 0 0,-3-11-160 0 0,0-6-12 0 0,-1 1 0 0 0,-1-1 0 0 0,1 1 0 0 0,-1-1 0 0 0,0 7 0 0 0,1-4-15 0 0,-1-7 0 0 0,0 0 0 0 0,0 0 0 0 0,0 0 0 0 0,0 0 0 0 0,0-1 0 0 0,0 1 0 0 0,0 0 0 0 0,1 0 0 0 0,-1 0 0 0 0,0-1 0 0 0,1 1 0 0 0,-1 0 0 0 0,1 0 0 0 0,-1-1 0 0 0,1 1 0 0 0,-1 0 0 0 0,2 0 0 0 0,-1 2 0 0 0,0 9 0 0 0,-1 19 0 0 0,1-23 0 0 0,6 12 56 0 0,-6-19-50 0 0,-1-1-1 0 0,0 1 1 0 0,1 0 0 0 0,-1-1 0 0 0,0 1-1 0 0,0-1 1 0 0,0 1 0 0 0,0 0-1 0 0,1-1 1 0 0,-1 1 0 0 0,0-1 0 0 0,0 1-1 0 0,0 0 1 0 0,0-1 0 0 0,0 1 0 0 0,0 0-1 0 0,-1-1 1 0 0,1 1 0 0 0,0-1 0 0 0,0 2-1 0 0,-2 0 12 0 0,1 1-14 0 0,4 9-7 0 0,-1 2 36 0 0,-2-10-20 0 0,0 0 0 0 0,1 0 0 0 0,0 0 0 0 0,0 0 0 0 0,0 0 0 0 0,0 0 0 0 0,2 5 0 0 0,1-1 42 0 0,1 7-41 0 0,5 0-16 0 0,8 26 291 0 0,-16-38-208 0 0,0 3-78 0 0,3 13-76 0 0,1 7 74 0 0,-5-15 0 0 0,2-2 0 0 0,2 0 0 0 0,-4-7 23 0 0,1-1 1 0 0,-1 1-1 0 0,0 0 0 0 0,-1-1 0 0 0,1 1 1 0 0,0 0-1 0 0,0-1 0 0 0,-1 1 0 0 0,1 0 1 0 0,-1 2-1 0 0,1 0 71 0 0,0 4 31 0 0,-1-7 16 0 0,1 0 3 0 0,2 7-13 0 0,4 11-78 0 0,-2-10-30 0 0,2 2-22 0 0,-3-4-1 0 0,-1 2 0 0 0,-5-7 0 0 0,2 0 0 0 0,4 6 0 0 0,-2-5 0 0 0,1-1 0 0 0,2 11 0 0 0,-4-10 0 0 0,-1-2 0 0 0,-1 16 0 0 0,1-12 0 0 0,0-3 0 0 0,0 0 0 0 0,0 0 0 0 0,1-1 0 0 0,-1 1 0 0 0,0 0 0 0 0,1 0 0 0 0,-1-1 0 0 0,1 1 0 0 0,1 2 0 0 0,-1-1 0 0 0,-1-2 0 0 0,0 13 0 0 0,1 3-1 0 0,2-13-1 0 0,0 0 5 0 0,-1 17 11 0 0,-2-20 50 0 0,0-1 2 0 0,0 0-2 0 0,0 0 0 0 0,0 0 0 0 0,1-1-10 0 0,2-6-32 0 0,-2-1 37 0 0,-1-14 60 0 0,0 17-110 0 0,1 3-9 0 0,-1 0 0 0 0,0 0 0 0 0,0 0 0 0 0,0 0 0 0 0,0 0 1 0 0,0 0-1 0 0,-1 0 0 0 0,1 0 0 0 0,-1 0 0 0 0,1 1 0 0 0,-1-1 0 0 0,1 0 0 0 0,-2-2 0 0 0,0 3 0 0 0,2 0 0 0 0,1-16 0 0 0,-1-5 54 0 0,-1 14-44 0 0,-2-8-10 0 0,5 10 0 0 0,-1 6 0 0 0,-1 0 0 0 0,0 0 0 0 0,0-1 0 0 0,0 1 0 0 0,0 0 0 0 0,0 0 0 0 0,0-1 0 0 0,0 1 0 0 0,1 0 0 0 0,-1 0 0 0 0,0-1 0 0 0,0 1 0 0 0,0 0 0 0 0,0 0 0 0 0,0-1 0 0 0,0 1 0 0 0,0 0 0 0 0,0 0 0 0 0,0-1 0 0 0,0 1 0 0 0,-1 0 0 0 0,1 0 0 0 0,0-1 0 0 0,0 1 0 0 0,0 0 0 0 0,0-1 0 0 0,-3-4 0 0 0,2 1 0 0 0,0-21 0 0 0,1 20 0 0 0,-1 0 0 0 0,0 0 0 0 0,0 0 0 0 0,0 1 0 0 0,-1-1 0 0 0,-4-8 0 0 0,-4-17 0 0 0,8 22 0 0 0,1 0 0 0 0,0 0 0 0 0,-1 0 0 0 0,-1 0 0 0 0,1 0 0 0 0,-7-12 0 0 0,5 13 23 0 0,1-1 0 0 0,1 0 1 0 0,-1 1-1 0 0,-2-15 0 0 0,1 5 11 0 0,0 4-37 0 0,0 1 0 0 0,-2 0 0 0 0,-12-23 0 0 0,-6-11-15 0 0,15 28 18 0 0,-2-7 0 0 0,9 22 2 0 0,0 1-2 0 0,-3-11-12 0 0,0-7-5 0 0,4 16 13 0 0,0 1 1 0 0,0 0 0 0 0,0-1-1 0 0,0 1 1 0 0,0 0 0 0 0,-1 0-1 0 0,0 0 1 0 0,1 0 0 0 0,-1 0-1 0 0,-3-4 1 0 0,3 5 3 0 0,1 0 0 0 0,-1-1 0 0 0,1 1 0 0 0,0-1 0 0 0,0 1 0 0 0,0-4 0 0 0,-5-9 0 0 0,4 13 0 0 0,2 2 0 0 0,0-1 0 0 0,-1 1 0 0 0,1-1 0 0 0,-1 1 0 0 0,1-1 0 0 0,0 1 0 0 0,0-1 0 0 0,-1 1 0 0 0,1-1 0 0 0,0 0 0 0 0,0 1 0 0 0,0-1 0 0 0,0 1 0 0 0,0-1 0 0 0,0 0 0 0 0,-1 1 0 0 0,2-1 0 0 0,-1 0 0 0 0,0 1 0 0 0,0-1 0 0 0,0 0 0 0 0,-5-35 0 0 0,8 13 0 0 0,-2 21 0 0 0,-1-1 0 0 0,1 0 0 0 0,-1 1 0 0 0,1-1 0 0 0,-1 0 0 0 0,0 0 0 0 0,0 1 0 0 0,0-1 0 0 0,0 0 0 0 0,-1 0 0 0 0,1 1 0 0 0,-1-1 0 0 0,1 0 0 0 0,-1 1 0 0 0,-2-5 0 0 0,2 5 0 0 0,1 1 0 0 0,-1 0 0 0 0,1-1 0 0 0,0 1 0 0 0,-1-1 0 0 0,1 1 0 0 0,0 0 0 0 0,0-1 0 0 0,0 1 0 0 0,0-1 0 0 0,0-1 0 0 0,0-9 0 0 0,-1-4 0 0 0,1-11 0 0 0,0 25 0 0 0,0-1 0 0 0,-1 0 0 0 0,1 0 0 0 0,-1 0 0 0 0,1 1 0 0 0,-1-1 0 0 0,0 0 0 0 0,-2-4 0 0 0,0 2 0 0 0,3 4 0 0 0,0 0 0 0 0,0 0 0 0 0,-1 1 0 0 0,1-1 0 0 0,0 0 0 0 0,0 0 0 0 0,0 0 0 0 0,0 0 0 0 0,0 0 0 0 0,0 0 0 0 0,0 0 0 0 0,1 0 0 0 0,-1 0 0 0 0,0 0 0 0 0,0 1 0 0 0,1-1 0 0 0,-1 0 0 0 0,1-1 0 0 0,2-9 0 0 0,-1-2 0 0 0,2 4 0 0 0,-4 8 0 0 0,1 0 0 0 0,-1 0 0 0 0,0 0 0 0 0,0 0 0 0 0,1 0 0 0 0,-1 0 0 0 0,0 0 0 0 0,0 0 0 0 0,0 0 0 0 0,0 0 0 0 0,0 0 0 0 0,0 0 0 0 0,0 1 0 0 0,0-1 0 0 0,0 0 0 0 0,-1 0 0 0 0,0-2 0 0 0,1-3 0 0 0,0 5 0 0 0,0 0 0 0 0,0 0 0 0 0,1 0 0 0 0,-1 0 0 0 0,0 0 0 0 0,0 0 0 0 0,0 0 0 0 0,0-1 0 0 0,0 1 0 0 0,-1 0 0 0 0,1 0 0 0 0,0 0 0 0 0,-1-1 0 0 0,1 1 0 0 0,0 1 0 0 0,-1-1 0 0 0,1 0 0 0 0,0 0 0 0 0,0 0 0 0 0,0 1 0 0 0,0-1 0 0 0,0 0 0 0 0,0 0 0 0 0,0 0 0 0 0,0 1 0 0 0,0-1 0 0 0,0 0 0 0 0,1 0 0 0 0,-1 1 0 0 0,0-1 0 0 0,0 0 0 0 0,1 0 0 0 0,-1 1 0 0 0,0-1 0 0 0,1 0 0 0 0,-1 1 0 0 0,1-1 0 0 0,0-1 0 0 0,0 0 0 0 0,7-20 0 0 0,-5 13 0 0 0,-5-4 0 0 0,2-46 0 0 0,-1 47 0 0 0,-1 9 0 0 0,1 1 0 0 0,-1-2 0 0 0,-5-1 0 0 0,2 2-12 0 0,24 2-112 0 0,15 1 124 0 0,-1 0 0 0 0,-9-4 0 0 0,-11 3 0 0 0,4 0 0 0 0,-1 0 0 0 0,1-1 0 0 0,21-6 0 0 0,-22 7 0 0 0,-10 1 0 0 0,-1 0 0 0 0,1-1 0 0 0,0 1 0 0 0,7-3 0 0 0,44-6 0 0 0,-14 0 0 0 0,6-3 0 0 0,-1 3 0 0 0,18-7 0 0 0,-54 14 0 0 0,19-4 0 0 0,-1 2 0 0 0,36-1 0 0 0,25 2 0 0 0,20 3 0 0 0,-107 0 0 0 0,-1-1 0 0 0,14-3 0 0 0,-16 4 0 0 0,10-1 0 0 0,15 1 0 0 0,6 1 0 0 0,-11-2 0 0 0,-18 0 0 0 0,1 0 0 0 0,0 1 0 0 0,-1-2 0 0 0,1 1 0 0 0,5-2 0 0 0,1-1 0 0 0,4 0 11 0 0,-11 3-7 0 0,-1 0 0 0 0,1 0-1 0 0,0 0 1 0 0,0 0 0 0 0,0 1 0 0 0,0-1 0 0 0,0 1 0 0 0,0 0-1 0 0,4 0 1 0 0,-5 0-3 0 0,-1 0 1 0 0,0 0-1 0 0,0 0 0 0 0,0 0 0 0 0,0 0 0 0 0,1 0 0 0 0,-1 0 0 0 0,0-1 1 0 0,0 1-1 0 0,0 0 0 0 0,0-1 0 0 0,2 0 0 0 0,0-1-24 0 0,12-1-23 0 0,-4 0 89 0 0,0 3-86 0 0,-9 0-234 0 0,-2 0-101 0 0,0 0-1108 0 0,0 0-4552 0 0,0 0-1945 0 0</inkml:trace>
</inkml:ink>
</file>

<file path=ppt/ink/ink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5:05.9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76 5064 0 0,'-10'1'3324'0'0,"11"0"3681"0"0,8 0-1384 0 0,-3 0-7904 0 0,-5-1 2292 0 0,-1 0 0 0 0,0 0 0 0 0,0-1 0 0 0,1 1 0 0 0,-1 0 0 0 0,0 0 0 0 0,1 0 0 0 0,-1 0 0 0 0,0 1-1 0 0,1-1 1 0 0,-1 0 0 0 0,0 0 0 0 0,0 0 0 0 0,1 0 0 0 0,-1 0 0 0 0,0 0 0 0 0,0 0 0 0 0,1 0 0 0 0,-1 1-1 0 0,0-1 1 0 0,0 0 0 0 0,1 0 0 0 0,-1 0 0 0 0,0 1 0 0 0,0-1 0 0 0,1 0 0 0 0,-1 1-1 0 0,0-1 1 0 0,0 0-1 0 0,1 0 0 0 0,-1 1 1 0 0,0-1-1 0 0,0 0 1 0 0,1 0-1 0 0,-1 0 1 0 0,0 0-1 0 0,1 1 0 0 0,-1-1 1 0 0,0 0-1 0 0,1 0 1 0 0,-1 0-1 0 0,0 0 1 0 0,0 0-1 0 0,1 0 1 0 0,-1 0-1 0 0,0 0 0 0 0,1 0 1 0 0,-1 0-1 0 0,0 0 1 0 0,1 0-1 0 0,-1 0 1 0 0,0 0-1 0 0,1 0 0 0 0,16 0 146 0 0,8 1 273 0 0,45-6 0 0 0,-57 3-313 0 0,-1 1 0 0 0,16 1 0 0 0,10-1 99 0 0,-18-1-111 0 0,-10 2-22 0 0,0-1 0 0 0,0 0 0 0 0,16-4-1 0 0,-12 1 16 0 0,0 2 1 0 0,0 0-1 0 0,16-1 0 0 0,-10 2 46 0 0,28 0 109 0 0,-36 2-230 0 0,-1-1-1 0 0,1 0 1 0 0,-1-1 0 0 0,14-3 0 0 0,-8 1 43 0 0,-1 1 0 0 0,1 1 0 0 0,29 2 0 0 0,-16-1-26 0 0,38 5 38 0 0,89-5 288 0 0,-96-5-289 0 0,-45 4-2 0 0,19-2 0 0 0,-19 1 0 0 0,19-1 0 0 0,17-1 19 0 0,-10-3 693 0 0,-35 5-765 0 0,0 1-1 0 0,1 0 1 0 0,-1 0 0 0 0,8 1-1 0 0,-1-1-12 0 0,-11 0 11 0 0,0-1 9 0 0,13 1 9 0 0,7-2 161 0 0,16-6-68 0 0,-28 9-117 0 0,-9 0 42 0 0,9-4 129 0 0,-1 4-161 0 0,-8 0 32 0 0,-2 0-86 0 0,0 1-1 0 0,0-1 0 0 0,1 1 0 0 0,-1-1 1 0 0,0 0-1 0 0,0 1 0 0 0,0-1 1 0 0,0 0-1 0 0,0 1 0 0 0,-1-1 0 0 0,1 0 1 0 0,0 1-1 0 0,0-1 0 0 0,0 1 1 0 0,0-1-1 0 0,0 0 0 0 0,0 1 0 0 0,-1-1 1 0 0,1 0-1 0 0,0 1 0 0 0,-2 0-238 0 0,1 0 1 0 0,0 1-1 0 0,0-1 0 0 0,-1 0 0 0 0,1 1 0 0 0,0-1 0 0 0,-1 4 0 0 0,1-4-215 0 0,0 1-1463 0 0,1-2-76 0 0,0 0-19 0 0</inkml:trace>
</inkml:ink>
</file>

<file path=ppt/ink/ink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5:07.6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5 6912 0 0,'0'0'528'0'0,"0"0"-188"0"0,0 0 474 0 0,-2-4 861 0 0,2 4 6078 0 0,1 4-7630 0 0,1-1 0 0 0,0 1 0 0 0,0-1 0 0 0,0 0 0 0 0,1 0 0 0 0,-1 0 0 0 0,1 0 0 0 0,0 0 1 0 0,0 0-1 0 0,3 2 0 0 0,7 4 296 0 0,18 10 1 0 0,0 0 103 0 0,-21-14-384 0 0,-1 1 0 0 0,1-2 0 0 0,16 6 1 0 0,1 1 99 0 0,-8-5-21 0 0,28 8 1 0 0,-32-11-108 0 0,-1 1 0 0 0,1 1 1 0 0,-1 0-1 0 0,15 8 0 0 0,47 24 273 0 0,-55-26-370 0 0,-8-5 14 0 0,-1 1-1 0 0,0 0 1 0 0,17 14-1 0 0,11 11 36 0 0,-24-20 180 0 0,29 28 1 0 0,-31-25-52 0 0,-9-11-139 0 0,-1 0 0 0 0,0 1 0 0 0,0-1 0 0 0,-1 1 0 0 0,5 6 0 0 0,16 27-53 0 0,-18-31 0 0 0,-1 0 0 0 0,0 1 0 0 0,0 0 0 0 0,-1 0 0 0 0,6 15 0 0 0,-6-11 36 0 0,1-1 0 0 0,10 18 0 0 0,-2-6 23 0 0,0 2-6 0 0,-8-16-24 0 0,1 1 1 0 0,-1 0-1 0 0,-1 0 0 0 0,0 1 0 0 0,0-1 0 0 0,2 17 0 0 0,1 18 52 0 0,-4-26 12 0 0,2 35 0 0 0,-2-33-46 0 0,-3-17-37 0 0,1-1 0 0 0,0 1 0 0 0,-1-1 0 0 0,0 1 0 0 0,0 5 0 0 0,-7 73 134 0 0,1-2-22 0 0,4-63-122 0 0,1 26 0 0 0,1-25 0 0 0,-2 18 0 0 0,1-17 0 0 0,1-15 0 0 0,0 1 0 0 0,-1-1 0 0 0,1 0 0 0 0,-3 8 0 0 0,1-2-3 0 0,0 1 0 0 0,-1 11 0 0 0,2-11 18 0 0,-1 1 1 0 0,-3 12 0 0 0,0-3 254 0 0,3-13-135 0 0,1-1 0 0 0,-1 1 1 0 0,-1-1-1 0 0,-3 9 0 0 0,-26 48-135 0 0,-42 59 256 0 0,70-118-256 0 0,0 0 0 0 0,0-1 0 0 0,-10 8 0 0 0,-2 4 0 0 0,-52 57 0 0 0,37-43 0 0 0,-5 5 0 0 0,36-35-2 0 0,-1 1 0 0 0,1-1 0 0 0,-1 1 0 0 0,1-1-1 0 0,-1 1 1 0 0,1-1 0 0 0,-1 1 0 0 0,1-1 0 0 0,-1 1 0 0 0,1 0 0 0 0,0-1 0 0 0,-1 1-1 0 0,1 0 1 0 0,0-1 0 0 0,-1 1 0 0 0,1 0 0 0 0,0-1 0 0 0,0 2 0 0 0,-7 4-30 0 0,2-3 35 0 0,-3 4 29 0 0,6-5-64 0 0,-1 2 32 0 0,2-3 32 0 0,1-1-51 0 0,2 0 62 0 0,16 4-28 0 0,-15-5-17 0 0,11-3 2 0 0,-12 2 0 0 0,2 0 0 0 0,12-5 0 0 0,-11 4 0 0 0,1 0 0 0 0,-1 0 0 0 0,10-3 0 0 0,-8 3 0 0 0,0 0 0 0 0,0 0 0 0 0,11-8 0 0 0,-8 6 0 0 0,-3 3 0 0 0,0-1 0 0 0,0 1 0 0 0,9-6 0 0 0,-5 2 0 0 0,13-6 0 0 0,24-16 0 0 0,-20 13 0 0 0,-21 12 0 0 0,0 0 0 0 0,-1-1 0 0 0,1 0 0 0 0,10-8 0 0 0,-12 8 0 0 0,0 0 0 0 0,1 0 0 0 0,0 1 0 0 0,-1 0 0 0 0,1 0 0 0 0,12-3 0 0 0,17-9 0 0 0,-29 12 0 0 0,-1 1-1 0 0,1-1 0 0 0,8-1 1 0 0,18-7 13 0 0,33-17 94 0 0,-31 10-97 0 0,-31 16-10 0 0,0 1 0 0 0,1-1 0 0 0,-1 1 0 0 0,0 0 0 0 0,1 0 0 0 0,3 0 0 0 0,9-4 0 0 0,14-9 45 0 0,-1 0 0 0 0,34-25 0 0 0,-54 34-44 0 0,23-13 70 0 0,-20 12-2 0 0,20-13-1 0 0,-14 10-9 0 0,-15 8-52 0 0,0 0-1 0 0,-1 0 1 0 0,1 0 0 0 0,-1 0-1 0 0,1-1 1 0 0,-1 1 0 0 0,4-3-1 0 0,10-10-6 0 0,7-6 0 0 0,25-32 172 0 0,-47 51-163 0 0,0 0 0 0 0,0 0 0 0 0,0 0-1 0 0,0-1 1 0 0,0 1 0 0 0,0 0 0 0 0,0-1-1 0 0,0 1 1 0 0,-1 0 0 0 0,1-1 0 0 0,-1 1 0 0 0,1-1-1 0 0,0-1 1 0 0,2-7 16 0 0,4 2 25 0 0,-5 6-36 0 0,0-1-1 0 0,-1 1 1 0 0,1 0 0 0 0,-1 0 0 0 0,0-1 0 0 0,3-4 0 0 0,6-9 44 0 0,-2 4-10 0 0,6-13 182 0 0,6-16 191 0 0,-5 13-421 0 0,-12 24 0 0 0,-1-1 0 0 0,1 1 0 0 0,-1-1 0 0 0,0 0 0 0 0,0 0 0 0 0,2-5 0 0 0,-3 2 0 0 0,1 1 0 0 0,6-14 0 0 0,-5 15 0 0 0,-1 0 0 0 0,0 0 0 0 0,0 0 0 0 0,1-7 0 0 0,0-8 0 0 0,7-22 0 0 0,-7 33 0 0 0,-3 8 0 0 0,1 0 0 0 0,0-1 0 0 0,0 1 0 0 0,0 0 0 0 0,1 0 0 0 0,-1 1 0 0 0,3-5 0 0 0,-2 5 0 0 0,-1-1 0 0 0,1-1 0 0 0,-1 1 0 0 0,1 0 0 0 0,-1 0 0 0 0,1-3 0 0 0,0-2 12 0 0,-2 6-7 0 0,0 0 1 0 0,0 0 0 0 0,0 0-1 0 0,0 0 1 0 0,1 0 0 0 0,-1 0-1 0 0,0 0 1 0 0,1 0 0 0 0,-1 0-1 0 0,1 0 1 0 0,-1 0 0 0 0,1 0-1 0 0,0 0 1 0 0,41-56 127 0 0,-39 52-133 0 0,-1 4 0 0 0,-1-1 0 0 0,1 1 0 0 0,-1-1 0 0 0,1 1 0 0 0,0-1 0 0 0,-1 1 0 0 0,1 0 0 0 0,0 0 0 0 0,3-1 0 0 0,-2 0 0 0 0,9-5-1613 0 0,-35 22-2294 0 0,14-11-4524 0 0</inkml:trace>
</inkml:ink>
</file>

<file path=ppt/ink/ink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5:08.8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20 156 8720 0 0,'0'0'398'0'0,"0"0"-3"0"0,-1-1-252 0 0,-2-6 623 0 0,0 0 0 0 0,0 0 0 0 0,1 0 1 0 0,0 0-1 0 0,0-1 0 0 0,1 1 0 0 0,0 0 0 0 0,-1-13 0 0 0,8 5 513 0 0,-7 13-1141 0 0,1 0 0 0 0,1 0 1 0 0,-1 0-1 0 0,0 0 0 0 0,0 0 0 0 0,1 0 0 0 0,-1 0 1 0 0,1 0-1 0 0,-1 0 0 0 0,2-2 0 0 0,-1 2 207 0 0,0 1-234 0 0,1-1 0 0 0,-1 0 0 0 0,1 1 0 0 0,0-1 0 0 0,-1 1 0 0 0,1 0 0 0 0,0-1 0 0 0,0 1 0 0 0,0 0 0 0 0,0 0 0 0 0,3-1 0 0 0,7-2 3 0 0,1 1-1 0 0,0 1 1 0 0,0 0-1 0 0,0 1 1 0 0,18 0-1 0 0,8-2 140 0 0,-12 1-86 0 0,0 1 1 0 0,48 3-1 0 0,48 10 281 0 0,-3 2-288 0 0,-114-13-160 0 0,0 0 0 0 0,0 0 0 0 0,0 1 0 0 0,7 2 0 0 0,14 4 0 0 0,-8-3 0 0 0,32 14 0 0 0,-27-10 0 0 0,44 18 512 0 0,-60-24-403 0 0,0 0-1 0 0,11 8 1 0 0,-12-7-47 0 0,0 0 0 0 0,12 4 0 0 0,21 10-62 0 0,-13-6 0 0 0,-5-3 0 0 0,18 8 0 0 0,-36-16-41 0 0,0 1-1 0 0,0 0 0 0 0,0 0 0 0 0,0 1 1 0 0,4 3-1 0 0,18 9-196 0 0,-8-7 214 0 0,0 1 24 0 0,-15-6 0 0 0,1 1 0 0 0,6 2 0 0 0,-6-4 0 0 0,0 0 0 0 0,-1 0 0 0 0,1 0 0 0 0,-1 1 0 0 0,0-1 0 0 0,4 5 0 0 0,9 6 0 0 0,-13-11 0 0 0,1 1 0 0 0,-1-1 0 0 0,0 1 0 0 0,0 0 0 0 0,0 0 0 0 0,0 0 0 0 0,0 0 0 0 0,-1 1 0 0 0,3 3 0 0 0,-4-6 0 0 0,0 0 0 0 0,0 0 0 0 0,-1 0 0 0 0,1 0 0 0 0,0 0 0 0 0,1 0 0 0 0,-1-1 0 0 0,0 1 0 0 0,0 0 0 0 0,0-1 0 0 0,0 1 0 0 0,3 0 0 0 0,2 2 0 0 0,5 6 0 0 0,-6-4 202 0 0,0 0 0 0 0,1 0 0 0 0,-1-1 1 0 0,1 1-1 0 0,0-1 0 0 0,1 0 0 0 0,-1-1 0 0 0,10 4 0 0 0,-11-5-82 0 0,-1 0-73 0 0,12 11-49 0 0,-9-6 2 0 0,-5-5 0 0 0,1-1 0 0 0,-1 2 0 0 0,0-1 0 0 0,0 0 0 0 0,0 0 0 0 0,0 1 0 0 0,0-1 0 0 0,0 1 0 0 0,2 4 0 0 0,8 14 0 0 0,-8-14 0 0 0,0-1 0 0 0,-1 1 0 0 0,0 0 0 0 0,2 8 0 0 0,-3-7 1 0 0,1 1 4 0 0,6 3-35 0 0,7 10-288 0 0,-15-20 347 0 0,0 0 0 0 0,1 0 0 0 0,-1 0 1 0 0,1-1-1 0 0,0 1 0 0 0,-1-1 0 0 0,1 1 0 0 0,0-1 1 0 0,0 1-1 0 0,0-1 0 0 0,0 0 0 0 0,0 0 1 0 0,4 1-1 0 0,-6 0 224 0 0,1 1-141 0 0,0-2-24 0 0,10 12-32 0 0,-9-9-56 0 0,-1 0 0 0 0,8 8 0 0 0,10 4 0 0 0,-8-5 0 0 0,-9-8 0 0 0,-2-2 0 0 0,0 1 0 0 0,1-1 0 0 0,-1 0 0 0 0,1 0 0 0 0,-1 0 0 0 0,1 0 0 0 0,-1 0 0 0 0,1 1 0 0 0,0-1 0 0 0,-1-1 0 0 0,1 1 0 0 0,0 0 0 0 0,1 1 0 0 0,0 2 0 0 0,-2-3 0 0 0,1 0 0 0 0,-1 0 0 0 0,1 0 0 0 0,0 0 0 0 0,-1 0 0 0 0,1 0 0 0 0,0-1 0 0 0,0 1 0 0 0,0 0 0 0 0,0 0 0 0 0,0 0 0 0 0,0-1 0 0 0,1 2 0 0 0,39 33 171 0 0,-37-33-157 0 0,-2-2-7 0 0,-1 1 1 0 0,0-1 0 0 0,0 1-1 0 0,1 0 1 0 0,-1-1 0 0 0,0 1-1 0 0,0 0 1 0 0,0 0 0 0 0,0 0-1 0 0,0 0 1 0 0,0 0 0 0 0,1 1-1 0 0,14 10 5 0 0,-15-11-12 0 0,0 0 0 0 0,0-1 0 0 0,-1 1 0 0 0,1-1 0 0 0,0 1 0 0 0,-1-1 0 0 0,1 1 0 0 0,-1 0 0 0 0,1-1 0 0 0,-1 1 0 0 0,1 0 0 0 0,-1-1 0 0 0,0 1 0 0 0,1 0 0 0 0,-1-1 0 0 0,0 1 0 0 0,0 0 0 0 0,1 1 0 0 0,-1 0 0 0 0,0 1 0 0 0,9 7 0 0 0,7 12-24 0 0,-14-20 29 0 0,10 8-56 0 0,-11-10-184 0 0,-1 0-53 0 0,0 0-7 0 0,0 0-202 0 0,0 0-844 0 0,0 0-366 0 0,0 0-76 0 0,0 0-9 0 0</inkml:trace>
</inkml:ink>
</file>

<file path=ppt/ink/ink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5:09.6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61 195 1376 0 0,'-2'0'65'0'0,"-15"0"6"0"0,-16 5 4790 0 0,32-5-2150 0 0,1 0-282 0 0,0 0-1300 0 0,0 0-569 0 0,0 0-117 0 0,-5 0-546 0 0,2 0 1459 0 0,4 0 7139 0 0,26 1-7801 0 0,-15 0-590 0 0,1 0 0 0 0,0-1 0 0 0,20-4 0 0 0,19-3 148 0 0,-36 3-181 0 0,-2 0-29 0 0,0 1 1 0 0,-1 0 0 0 0,28-1 0 0 0,-26 3-5 0 0,0-1 0 0 0,27-6 1 0 0,-13 2-16 0 0,103-15-23 0 0,-59 4 0 0 0,-49 14 483 0 0,43-12 0 0 0,-47 11-486 0 0,0 0 0 0 0,28-1 0 0 0,-44 5-11 0 0,51-7-107 0 0,-31 3 192 0 0,33 0-1 0 0,-26 1 0 0 0,-26 2-55 0 0,-1 0 1 0 0,1 0-1 0 0,0 1 0 0 0,0 0 0 0 0,-1 0 0 0 0,1 0 1 0 0,6 1-1 0 0,3 2 16 0 0,0-2 0 0 0,19 0 0 0 0,15 2 17 0 0,-44-2-39 0 0,1 0 15 0 0,14-3 3 0 0,10-2 10 0 0,72-10 138 0 0,-93 13-169 0 0,-4 0 5 0 0,0 1-1 0 0,0-1 1 0 0,0 0 0 0 0,6-3 0 0 0,-8 3-4 0 0,1 0 0 0 0,-1 1 0 0 0,1-1 0 0 0,-1 1 0 0 0,1-1 0 0 0,4 1 0 0 0,15-4 20 0 0,-6 0-15 0 0,10-5 30 0 0,-24 8-41 0 0,-1 0 0 0 0,1 1 1 0 0,-1-1-1 0 0,1 1 1 0 0,-1 0-1 0 0,1-1 1 0 0,0 1-1 0 0,2 0 1 0 0,-2 0-2 0 0,-1 0-1 0 0,1 0 1 0 0,0-1 0 0 0,-1 1-1 0 0,1 0 1 0 0,-1-1 0 0 0,1 1-1 0 0,2-2 1 0 0,0 1 11 0 0,0-1 1 0 0,0 1-1 0 0,0 0 0 0 0,1 0 1 0 0,-1 1-1 0 0,0-1 0 0 0,0 1 1 0 0,5 0-1 0 0,22-2 47 0 0,10-6-47 0 0,-39 8-5 0 0,1-1-1 0 0,-1 1 1 0 0,1 0 0 0 0,-1 0-1 0 0,1 0 1 0 0,3 0 0 0 0,7 0 7 0 0,35-3 139 0 0,-43 11-7842 0 0,-1 5-731 0 0</inkml:trace>
</inkml:ink>
</file>

<file path=ppt/ink/ink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5:13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207 176 5528 0 0,'5'-4'140'0'0,"-3"3"-117"0"0,-1 1 1 0 0,0-1 0 0 0,1 0 0 0 0,-1 0 0 0 0,0 0-1 0 0,0 0 1 0 0,0 0 0 0 0,0 0 0 0 0,0 0-1 0 0,0 0 1 0 0,0-1 0 0 0,0 1 0 0 0,-1 0 0 0 0,1-1-1 0 0,0 1 1 0 0,-1 0 0 0 0,1-2 0 0 0,-1-3-7 0 0,0 5-4 0 0,0 0 0 0 0,0 0 0 0 0,0 0 0 0 0,0 0-1 0 0,0 0 1 0 0,0 0 0 0 0,0 1 0 0 0,0-1 0 0 0,0 0 0 0 0,0 0 0 0 0,1 0 0 0 0,-1 0 0 0 0,0 0 0 0 0,1 1 0 0 0,0-2 0 0 0,0 0 199 0 0,0 1 0 0 0,0-1 0 0 0,0 0 0 0 0,0 1-1 0 0,0-1 1 0 0,0 0 0 0 0,-1 0 0 0 0,1 0 0 0 0,-1 1 0 0 0,1-1 0 0 0,-1 0 0 0 0,1 0 0 0 0,-1 0 0 0 0,0 0 0 0 0,0 0 0 0 0,0 0 0 0 0,0 0-1 0 0,-1-3 1 0 0,1 4-68 0 0,0 0 0 0 0,-1 0 0 0 0,1-1 0 0 0,0 1 0 0 0,1 0 0 0 0,-1 0 0 0 0,0 0 0 0 0,0 0 0 0 0,0 0-1 0 0,1 0 1 0 0,-1 0 0 0 0,0 0 0 0 0,1 0 0 0 0,-1 0 0 0 0,1 0 0 0 0,0-2 0 0 0,0 2-34 0 0,0 0 0 0 0,-1 0 1 0 0,1 0-1 0 0,0 0 0 0 0,-1-1 1 0 0,0 1-1 0 0,1 0 0 0 0,-1 0 1 0 0,0-1-1 0 0,1 0 0 0 0,-1 0 23 0 0,0 1 0 0 0,-1-1 0 0 0,1 0 1 0 0,0 1-1 0 0,0-1 0 0 0,-1 1 0 0 0,1-1 0 0 0,-1 1 0 0 0,1 0 0 0 0,-1-1 0 0 0,0 1 0 0 0,1-1 0 0 0,-1 1 0 0 0,0 0 0 0 0,0 0 0 0 0,0-1 1 0 0,0 1-1 0 0,0 0 0 0 0,0 0 0 0 0,-2-1 0 0 0,2 1-72 0 0,1 1 0 0 0,0 0 1 0 0,-1-1-1 0 0,1 1 0 0 0,0 0 0 0 0,-1-1 1 0 0,1 1-1 0 0,0-1 0 0 0,0 1 0 0 0,-1-1 1 0 0,1 1-1 0 0,0-1 0 0 0,0 1 0 0 0,0-1 1 0 0,-1 1-1 0 0,1-1 0 0 0,0 0 0 0 0,0 0-28 0 0,0 1-1 0 0,0 0 0 0 0,0-1 0 0 0,0 1 1 0 0,0 0-1 0 0,0-1 0 0 0,0 1 0 0 0,-1 0 1 0 0,1-1-1 0 0,0 1 0 0 0,0 0 0 0 0,0-1 1 0 0,-1 1-1 0 0,1 0 0 0 0,0-1 0 0 0,0 1 1 0 0,-1 0-1 0 0,1 0 0 0 0,0-1 0 0 0,0 1 1 0 0,-1 0-1 0 0,1 0 0 0 0,0 0 0 0 0,-1-1 1 0 0,1 1-1 0 0,0 0 0 0 0,-1 0 0 0 0,1 0 1 0 0,0 0-1 0 0,-1 0 0 0 0,0 0 0 0 0,-3-2 43 0 0,1 1 82 0 0,0-1-1 0 0,-1 1 0 0 0,1 0 1 0 0,0 0-1 0 0,-1 0 1 0 0,1 1-1 0 0,0-1 1 0 0,-1 1-1 0 0,1 0 0 0 0,-1 0 1 0 0,-5 1-1 0 0,-7 3 267 0 0,13-4-326 0 0,0 1 0 0 0,-1-1 1 0 0,1 1-1 0 0,0 0 0 0 0,0 0 0 0 0,-5 3 0 0 0,-5 4 126 0 0,9-6-153 0 0,0 1-1 0 0,0-1 1 0 0,0 1 0 0 0,0-1 0 0 0,0 1-1 0 0,1 1 1 0 0,-1-1 0 0 0,-5 7 0 0 0,-9 13 397 0 0,14-19-385 0 0,1-1-1 0 0,0 1 1 0 0,0 0 0 0 0,0 0 0 0 0,0 1 0 0 0,1-1 0 0 0,0 1 0 0 0,-3 6 0 0 0,0 11 66 0 0,3-10-81 0 0,-7 18 0 0 0,6-22-60 0 0,0 0-1 0 0,1 1 0 0 0,-1-1 1 0 0,2 0-1 0 0,-1 1 1 0 0,1-1-1 0 0,1 1 0 0 0,-1-1 1 0 0,2 10-1 0 0,5 51-6 0 0,-5-63 0 0 0,1 4 0 0 0,0 0 0 0 0,0 1 0 0 0,1-1 0 0 0,5 11 0 0 0,19 53 0 0 0,-1 1 0 0 0,-16-48 3 0 0,-8-21-6 0 0,-1 0 1 0 0,2 0-1 0 0,-1 0 0 0 0,1 0 1 0 0,6 10-1 0 0,-3-9-26 0 0,-5-5 20 0 0,1 0 1 0 0,0 0-1 0 0,-1 0 1 0 0,1 1 0 0 0,-1-1-1 0 0,0 0 1 0 0,1 0-1 0 0,-1 1 1 0 0,0-1-1 0 0,-1 1 1 0 0,1-1 0 0 0,0 1-1 0 0,-1-1 1 0 0,1 1-1 0 0,-1 2 1 0 0,0 1-1 0 0,0 0-1 0 0,0 0 1 0 0,0 0 0 0 0,-1-1-1 0 0,0 1 1 0 0,0 0 0 0 0,-1-1-1 0 0,1 1 1 0 0,-1 0 0 0 0,-5 9-1 0 0,-20 30-654 0 0,24-39 417 0 0,0-1 0 0 0,-1 1-1 0 0,0-1 1 0 0,-7 9 0 0 0,-9 5-6419 0 0,6-9-31 0 0</inkml:trace>
</inkml:ink>
</file>

<file path=ppt/ink/ink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5:13.4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0 112 12528 0 0,'0'0'572'0'0,"0"-1"-11"0"0,0-1-521 0 0,0 1 0 0 0,0-1 1 0 0,0 0-1 0 0,1 1 0 0 0,-1-1 1 0 0,0 1-1 0 0,0-1 0 0 0,2-2 0 0 0,-2 3-19 0 0,0 1 0 0 0,0 0 0 0 0,0 0-1 0 0,0 0 1 0 0,0-1 0 0 0,0 1 0 0 0,0 0 0 0 0,0 0-1 0 0,0-1 1 0 0,0 1 0 0 0,0 0 0 0 0,0 0 0 0 0,0 0-1 0 0,0-1 1 0 0,0 1 0 0 0,0 0 0 0 0,0 0 0 0 0,0-1-1 0 0,0 1 1 0 0,0 0 0 0 0,0 0 0 0 0,-1 0-1 0 0,1-1 1 0 0,0 1 0 0 0,0 0 0 0 0,0 0 0 0 0,0 0-1 0 0,-1-1 1 0 0,9-5 1666 0 0,1-3-13 0 0,-7 7-1527 0 0,0 0 1 0 0,0 1-1 0 0,0-1 0 0 0,0 0 0 0 0,0 1 0 0 0,0-1 0 0 0,0 1 0 0 0,1-1 0 0 0,-1 1 0 0 0,0 0 0 0 0,1 0 0 0 0,-1 0 0 0 0,5 0 0 0 0,27-8 662 0 0,-4 1-672 0 0,2 1-59 0 0,97-11 466 0 0,-57 10-5600 0 0,-53 7-1110 0 0</inkml:trace>
</inkml:ink>
</file>

<file path=ppt/ink/ink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5:13.8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20 6912 0 0,'0'0'528'0'0,"-2"0"-150"0"0,2 0-845 0 0,-6-4 3798 0 0,6 4-3178 0 0,0 0-1 0 0,-1 0 0 0 0,1-1 0 0 0,0 1 0 0 0,0 0 0 0 0,0 0 0 0 0,0 0 1 0 0,-1 0-1 0 0,1 0 0 0 0,0-1 0 0 0,0 1 0 0 0,0 0 0 0 0,0 0 1 0 0,0 0-1 0 0,0-1 0 0 0,0 1 0 0 0,0 0 0 0 0,-1 0 0 0 0,1 0 0 0 0,0-1 1 0 0,0 1-1 0 0,0 0 0 0 0,0 0 0 0 0,0-1 0 0 0,0 1 0 0 0,0 0 1 0 0,0 0-1 0 0,0 0 0 0 0,0-1 0 0 0,0 1 0 0 0,1 0 0 0 0,-1 0 0 0 0,0 0 1 0 0,0-1-1 0 0,0 1 0 0 0,0 0 0 0 0,0 0 0 0 0,0 0 0 0 0,0-1 0 0 0,0 1 1 0 0,1 0-1 0 0,-1 0 504 0 0,-7-6 114 0 0,5 5 4233 0 0,-1 15-4645 0 0,3-11-236 0 0,-1-1 0 0 0,1 1 0 0 0,-1-1 1 0 0,1 1-1 0 0,0-1 0 0 0,0 0 0 0 0,0 1 0 0 0,0 4 0 0 0,4 11 365 0 0,-4-13-504 0 0,1 1 1 0 0,0-1-1 0 0,1 0 1 0 0,-1 1 0 0 0,3 4-1 0 0,0 0 19 0 0,0-1-1 0 0,0 1 1 0 0,-1 0-1 0 0,-1 0 1 0 0,2 11 0 0 0,10 29 99 0 0,-12-45-85 0 0,-1 1 0 0 0,1 0 1 0 0,0-1-1 0 0,5 11 0 0 0,-4-11 6 0 0,0 1 0 0 0,-1-1 0 0 0,0 1 0 0 0,0 0 0 0 0,1 6 0 0 0,10 37 148 0 0,-2-10-68 0 0,-9-29-93 0 0,-3-9 11 0 0,7 16 15 0 0,0 9-3572 0 0,-5-25 1426 0 0</inkml:trace>
</inkml:ink>
</file>

<file path=ppt/ink/ink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5:32.1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1 3224 0 0,'0'0'457'0'0,"-2"0"2151"0"0,-5 1 1091 0 0,1 1-2651 0 0,3-1-759 0 0,1 0 0 0 0,-1 0-1 0 0,0 0 1 0 0,0-1 0 0 0,0 1 0 0 0,-3 0 0 0 0,5-1 293 0 0,0 1-346 0 0,0 1 1 0 0,0 0 0 0 0,0-1-1 0 0,0 1 1 0 0,0-1 0 0 0,0 0-1 0 0,0 1 1 0 0,0-1 0 0 0,-1 0-1 0 0,1 0 1 0 0,-3 2 0 0 0,-3 4 341 0 0,6-6-533 0 0,1 0 0 0 0,-1 0-1 0 0,0 0 1 0 0,1 1 0 0 0,-1-1-1 0 0,1 0 1 0 0,-1 1 0 0 0,1-1-1 0 0,0 1 1 0 0,-1-1 0 0 0,1 0 0 0 0,0 1-1 0 0,0-1 1 0 0,0 1 0 0 0,0 0-1 0 0,5 25 445 0 0,-1-5-192 0 0,-4-21-278 0 0,1 1 0 0 0,-1-1-1 0 0,0 1 1 0 0,1-1-1 0 0,0 1 1 0 0,-1-1-1 0 0,1 1 1 0 0,0-1 0 0 0,-1 0-1 0 0,1 1 1 0 0,0-1-1 0 0,0 0 1 0 0,0 1-1 0 0,0-1 1 0 0,1 0-1 0 0,1 2 1 0 0,1-1 9 0 0,-1 1 0 0 0,1 0 0 0 0,0-1 0 0 0,5 3 0 0 0,-1-2-28 0 0,-6-2 12 0 0,0-1 0 0 0,0 0 0 0 0,0 0 0 0 0,0 0 0 0 0,1 0 0 0 0,-1 0 0 0 0,0 0 0 0 0,0 0 0 0 0,0 0 0 0 0,0-1 0 0 0,0 1 0 0 0,0-1 0 0 0,0 0 0 0 0,-1 1 0 0 0,1-1 0 0 0,0 0 0 0 0,0 0 0 0 0,3-3 0 0 0,1 0 256 0 0,-3 3-238 0 0,-1-1 0 0 0,0 1 0 0 0,1-1 0 0 0,-1 0 0 0 0,0 0 0 0 0,0 0 0 0 0,0 0 0 0 0,0 0 0 0 0,-1 0 0 0 0,1 0 0 0 0,0-1 0 0 0,-1 1 0 0 0,0-1 0 0 0,1 1 0 0 0,-1-1 0 0 0,1-2 0 0 0,-2 2 33 0 0,1 0 0 0 0,0 0 0 0 0,-1 0 0 0 0,1 0 0 0 0,-1 0 1 0 0,0 0-1 0 0,0 0 0 0 0,0 0 0 0 0,0 1 0 0 0,-1-1 0 0 0,1 0 0 0 0,-1 0 0 0 0,0 0 1 0 0,0 0-1 0 0,0 0 0 0 0,0 1 0 0 0,0-1 0 0 0,0 0 0 0 0,-4-4 0 0 0,5 7-44 0 0,-1-1-1 0 0,1 1 1 0 0,-1-1-1 0 0,0 1 1 0 0,1-1-1 0 0,-1 1 0 0 0,1-1 1 0 0,-1 1-1 0 0,0 0 1 0 0,1 0-1 0 0,-1-1 1 0 0,0 1-1 0 0,1 0 1 0 0,-1 0-1 0 0,0 0 0 0 0,0 0 1 0 0,1-1-1 0 0,-2 1 1 0 0,-15 1 343 0 0,13-1-311 0 0,1 0-37 0 0,0 0-1 0 0,0 1 0 0 0,0-1 0 0 0,0 1 0 0 0,0 0 1 0 0,0 0-1 0 0,0 0 0 0 0,0 0 0 0 0,0 0 1 0 0,-3 3-1 0 0,-24 18 179 0 0,24-17-180 0 0,4-3 5 0 0,-1 1 0 0 0,1 0 0 0 0,-1 0 0 0 0,1 0 0 0 0,0 0 0 0 0,0 0 0 0 0,1 0 0 0 0,-3 6 0 0 0,-10 32 191 0 0,12-33-185 0 0,1-7-19 0 0,1 0 0 0 0,0 0 0 0 0,-1 0 0 0 0,1 0 0 0 0,0 0 0 0 0,0 0 0 0 0,0 0 1 0 0,0 0-1 0 0,0 0 0 0 0,0 2 0 0 0,10 18 25 0 0,-5-13-29 0 0,2 0 0 0 0,-5-7 8 0 0,0-1 0 0 0,0 1 0 0 0,0 0 0 0 0,1-1 0 0 0,-1 1 0 0 0,0-1 0 0 0,0 0 0 0 0,1 0 0 0 0,-1 0 0 0 0,0 0 0 0 0,1 0 0 0 0,-1 0 0 0 0,0-1 0 0 0,1 1 0 0 0,-1-1 0 0 0,0 1 0 0 0,0-1 0 0 0,0 0 0 0 0,0 0 0 0 0,0 0 0 0 0,0 0 0 0 0,0 0 0 0 0,3-3 0 0 0,4-3 30 0 0,-7 6-35 0 0,0 0 0 0 0,0-1 1 0 0,0 1-1 0 0,0-1 0 0 0,0 0 1 0 0,-1 0-1 0 0,2-2 0 0 0,1-1 74 0 0,-1-1-1 0 0,-1 0 1 0 0,1 0 0 0 0,-1-1-1 0 0,0 1 1 0 0,-1 0-1 0 0,1-1 1 0 0,0-8 0 0 0,-1 7-40 0 0,-1 5 5 0 0,0 1-1 0 0,0-1 1 0 0,0 1 0 0 0,0 0-1 0 0,-1-1 1 0 0,1 1-1 0 0,-1-1 1 0 0,0 1 0 0 0,1 0-1 0 0,-1-1 1 0 0,0 1 0 0 0,0 0-1 0 0,-1 0 1 0 0,-1-4 0 0 0,1 4 2 0 0,1 1-28 0 0,0 0-1 0 0,0 0 1 0 0,0 1-1 0 0,-1-1 1 0 0,1 0 0 0 0,0 0-1 0 0,-1 1 1 0 0,1-1-1 0 0,-1 1 1 0 0,1-1-1 0 0,-3 0 1 0 0,2 1 1 0 0,0-1-5 0 0,1 1-1 0 0,-1 0 1 0 0,0 0-1 0 0,0-1 1 0 0,0 1 0 0 0,0 0-1 0 0,0 1 1 0 0,0-1-1 0 0,0 0 1 0 0,0 0-1 0 0,0 1 1 0 0,0-1 0 0 0,1 1-1 0 0,-1 0 1 0 0,0 0-1 0 0,0-1 1 0 0,0 1-1 0 0,1 0 1 0 0,-3 2-1 0 0,-9 4 78 0 0,11-5-78 0 0,0-1 1 0 0,0 1-1 0 0,0 0 0 0 0,0-1 1 0 0,0 1-1 0 0,0 0 0 0 0,0 0 0 0 0,1 1 1 0 0,-3 2-1 0 0,-3 5 4 0 0,5-8-15 0 0,1 1 0 0 0,-1 0 0 0 0,1-1 0 0 0,0 1 0 0 0,-1 0 0 0 0,1 0 0 0 0,1-1 0 0 0,-1 1 0 0 0,0 4 0 0 0,-6 17 0 0 0,6-22 0 0 0,0-2 0 0 0,1 0 0 0 0,0 1 0 0 0,0-1 0 0 0,-1 1 0 0 0,1 0 0 0 0,0-1 0 0 0,0 1 0 0 0,0-1 0 0 0,-1 1 0 0 0,1-1 0 0 0,0 1 0 0 0,0-1 0 0 0,0 1 0 0 0,0-1 0 0 0,0 1 0 0 0,0 0 0 0 0,0-1 0 0 0,0 1 0 0 0,1-1 0 0 0,-1 1 0 0 0,0-1 0 0 0,0 1 0 0 0,3 15 0 0 0,-3-12 0 0 0,1-3 0 0 0,-1 0 0 0 0,0 0 0 0 0,0 1 0 0 0,1-1 0 0 0,-1 0 0 0 0,1 0 0 0 0,-1 1 0 0 0,1-1 0 0 0,0 0 0 0 0,-1 0 0 0 0,1 0 0 0 0,0 0 0 0 0,1 1 0 0 0,-2 0-4 0 0,2 2 1 0 0,11 3 48 0 0,-12-7-7 0 0,1 1 0 0 0,0-1 1 0 0,-1 1-1 0 0,1-1 0 0 0,0 0 1 0 0,-1 0-1 0 0,1 1 1 0 0,0-1-1 0 0,0 0 0 0 0,-1-1 1 0 0,1 1-1 0 0,0 0 0 0 0,-1 0 1 0 0,1-1-1 0 0,0 1 0 0 0,-1-1 1 0 0,4-1-1 0 0,4-5 176 0 0,-6 5-206 0 0,3-4 1 0 0,1 1 0 0 0,-1-1 0 0 0,0 0 0 0 0,6-8 0 0 0,-9 10-10 0 0,-1 1 0 0 0,0-1 0 0 0,0 0 1 0 0,-1 0-1 0 0,1 0 0 0 0,-1 0 0 0 0,1 0 0 0 0,-1 0 0 0 0,-1 0 1 0 0,1 0-1 0 0,0 0 0 0 0,-1-8 0 0 0,0 10 1 0 0,0 1 0 0 0,0-1 0 0 0,0 0 0 0 0,0 0 0 0 0,-1 1 0 0 0,1-1 0 0 0,-1 0 0 0 0,1 0 0 0 0,-1 1 0 0 0,1-1 0 0 0,-1 0 0 0 0,0 1 0 0 0,0-1 0 0 0,0 1 0 0 0,0-1 0 0 0,0 1 0 0 0,0-1 0 0 0,0 1 0 0 0,-2-2 0 0 0,2 3 0 0 0,1-1 0 0 0,-1 0 0 0 0,1 1 0 0 0,-1-1 0 0 0,0 1 0 0 0,1-1 0 0 0,-1 1 0 0 0,0-1 0 0 0,1 1 0 0 0,-1-1 0 0 0,0 1 0 0 0,0 0 0 0 0,1-1 0 0 0,-1 1 0 0 0,-1-1 0 0 0,-1 1 0 0 0,-7 0 0 0 0,7 1 12 0 0,0 1-1 0 0,0-1 1 0 0,0 1 0 0 0,0 0-1 0 0,1-1 1 0 0,-1 1-1 0 0,0 0 1 0 0,1 0 0 0 0,0 1-1 0 0,-1-1 1 0 0,1 1-1 0 0,0-1 1 0 0,0 1 0 0 0,0 0-1 0 0,0-1 1 0 0,1 1-1 0 0,-1 0 1 0 0,1 0 0 0 0,-2 6-1 0 0,-7 23 20 0 0,6-24-25 0 0,1 1 0 0 0,1-1 1 0 0,-2 10-1 0 0,4-15-6 0 0,-1 0 1 0 0,1-1 0 0 0,0 1-1 0 0,0 0 1 0 0,0 0-1 0 0,1 0 1 0 0,-1 0-1 0 0,1-1 1 0 0,-1 1-1 0 0,1 0 1 0 0,0-1 0 0 0,0 1-1 0 0,0 0 1 0 0,2 2-1 0 0,-1-1 0 0 0,0-1 0 0 0,1 1 0 0 0,-1-1 0 0 0,1 1 0 0 0,0-1 0 0 0,5 5 0 0 0,-6-7 0 0 0,0 0 0 0 0,0 0 0 0 0,0 1 0 0 0,0-1 0 0 0,0-1 0 0 0,1 1 0 0 0,-1 0 0 0 0,0-1 0 0 0,1 1 0 0 0,-1-1 0 0 0,0 1 0 0 0,1-1 0 0 0,3 0 0 0 0,-2 0 0 0 0,0 0 0 0 0,-1-1 0 0 0,1 1 0 0 0,0-1 0 0 0,0 1 0 0 0,-1-1 0 0 0,1-1 0 0 0,-1 1 0 0 0,1 0 0 0 0,-1-1 0 0 0,1 1 0 0 0,-1-1 0 0 0,0 0 0 0 0,0 0 0 0 0,0-1 0 0 0,0 1 0 0 0,0-1 0 0 0,0 1 0 0 0,-1-1 0 0 0,1 0 0 0 0,-1 0 0 0 0,0 0 0 0 0,0 0 0 0 0,0 0 0 0 0,2-4 0 0 0,1-5 8 0 0,-1 2 22 0 0,0 0 0 0 0,3-12 0 0 0,-6 20-23 0 0,-1-1 0 0 0,1 0 0 0 0,-1 0 1 0 0,0 0-1 0 0,0 0 0 0 0,0 0 1 0 0,0 0-1 0 0,0 1 0 0 0,-1-1 0 0 0,1 0 1 0 0,-1 0-1 0 0,-1-4 0 0 0,-3-10 43 0 0,4 15-44 0 0,1-1 0 0 0,-1 1 0 0 0,0-1 0 0 0,0 1 1 0 0,0-1-1 0 0,0 1 0 0 0,0-1 0 0 0,-1 1 0 0 0,1 0 0 0 0,-1 0 1 0 0,1 0-1 0 0,-1 0 0 0 0,-2-2 0 0 0,1 2-3 0 0,1 0 0 0 0,-1 1 0 0 0,1-1-1 0 0,-1 1 1 0 0,0 0 0 0 0,1 0 0 0 0,-1 0 0 0 0,0 0-1 0 0,0 1 1 0 0,0-1 0 0 0,0 1 0 0 0,0-1 0 0 0,0 1-1 0 0,0 0 1 0 0,1 0 0 0 0,-1 0 0 0 0,0 1 0 0 0,-5 0 0 0 0,7 0-18 0 0,-1-1 0 0 0,0 1 1 0 0,0 0-1 0 0,0-1 0 0 0,0 1 1 0 0,1 0-1 0 0,-1 0 0 0 0,0 0 1 0 0,1 1-1 0 0,-1-1 0 0 0,1 0 1 0 0,0 0-1 0 0,-2 3 1 0 0,-13 19-886 0 0,14-21 741 0 0,2-1-7 0 0,0 0 0 0 0,0 1 0 0 0,-1-1 0 0 0,1 0 0 0 0,0 1 1 0 0,0-1-1 0 0,0 0 0 0 0,0 1 0 0 0,0-1 0 0 0,1 0 1 0 0,-1 1-1 0 0,0-1 0 0 0,1 0 0 0 0,-1 1 0 0 0,1-1 0 0 0,0 2 1 0 0,1 4-1767 0 0,2 2-100 0 0,1 0-15 0 0</inkml:trace>
</inkml:ink>
</file>

<file path=ppt/ink/ink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5:33.4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42 2760 0 0,'0'0'452'0'0,"0"-7"1931"0"0,-1 4 1631 0 0,-8-23-205 0 0,8 25-3042 0 0,1 1 8 0 0,1-5 550 0 0,1 12 1087 0 0,1 16 938 0 0,-4 3-3301 0 0,1-24-26 0 0,0 1-1 0 0,0 0 1 0 0,0 0-1 0 0,0-1 1 0 0,0 1 0 0 0,1 0-1 0 0,-1-1 1 0 0,1 1 0 0 0,0 0-1 0 0,-1-1 1 0 0,3 4-1 0 0,-1 2 51 0 0,1 0-1 0 0,-1 0 0 0 0,1 16 0 0 0,5 17 53 0 0,17 42 141 0 0,-21-65-235 0 0,3 35 0 0 0,-3-20 199 0 0,-1 4 53 0 0,-2-22-125 0 0,0 0-1 0 0,7 25 1 0 0,6 24-175 0 0,-11-42 12 0 0,14 40 1 0 0,-3-1 182 0 0,-7-37-44 0 0,0 0-1 0 0,4 42 0 0 0,-9-54-24 0 0,7 20-1 0 0,2 8 91 0 0,5 47 100 0 0,-13-71-260 0 0,-1-10-12 0 0,-1 0 0 0 0,1 0 0 0 0,-1 10 0 0 0,3 56 407 0 0,1-32-210 0 0,-5-32-199 0 0,0-1 0 0 0,1 1-1 0 0,0-1 1 0 0,0 1 0 0 0,0-1-1 0 0,1 0 1 0 0,3 8 0 0 0,-4-11-8 0 0,0 1 0 0 0,1-1 1 0 0,-1 1-1 0 0,0 7 1 0 0,3 10 87 0 0,-2-9-68 0 0,-2-10-4 0 0,0 1 0 0 0,1-1 0 0 0,0 1-1 0 0,0-1 1 0 0,2 5 0 0 0,-2-5-13 0 0,0 0-1 0 0,0 0 1 0 0,0-1-1 0 0,0 1 0 0 0,-1 0 1 0 0,1 0-1 0 0,0 4 1 0 0,1 10 30 0 0,-1-11-18 0 0,-2-4-24 0 0,1 0 0 0 0,0-1 0 0 0,1 1 0 0 0,-1 0 0 0 0,0-1 1 0 0,0 1-1 0 0,1-1 0 0 0,-1 1 0 0 0,1-1 0 0 0,-1 1 1 0 0,1-1-1 0 0,0 1 0 0 0,0 1 0 0 0,3 7 20 0 0,-1 0 0 0 0,0 0 0 0 0,0 1 0 0 0,-1-1 0 0 0,-1 1 0 0 0,0 0 0 0 0,0 13 0 0 0,-1-20-23 0 0,0-2 15 0 0,5 13 9 0 0,0 18 34 0 0,-5-23-49 0 0,0-9-15 0 0,0 1 1 0 0,0 0 0 0 0,0 0 0 0 0,0 0-1 0 0,0 0 1 0 0,0 0 0 0 0,0 0 0 0 0,0-1-1 0 0,1 4 1 0 0,14 38 64 0 0,-14-37-59 0 0,1 0 7 0 0,-1 0-1 0 0,1 0 1 0 0,0 0 0 0 0,3 6 0 0 0,-4-12-12 0 0,0 1 0 0 0,-1 0 0 0 0,1 0 0 0 0,-1 0 0 0 0,1 0 0 0 0,-1 0 0 0 0,1-1 0 0 0,-1 1 0 0 0,1 0 0 0 0,-1 0 0 0 0,0 0 0 0 0,1 0 0 0 0,-1 0 0 0 0,0 0 0 0 0,0 0 0 0 0,0 1 0 0 0,0-1 0 0 0,0 0 0 0 0,0 0 0 0 0,0 0 0 0 0,-1 1 0 0 0,0 3 12 0 0,1-3-5 0 0,1 0 0 0 0,-1 1-1 0 0,0-1 1 0 0,0 0 0 0 0,1 1-1 0 0,1 3 1 0 0,4 16 6 0 0,7 32 40 0 0,-12-49-40 0 0,-1-1-1 0 0,1 1 0 0 0,-1 0 0 0 0,0-1 1 0 0,-1 6-1 0 0,1 9 42 0 0,4-1 33 0 0,-1 0-1 0 0,0 32 0 0 0,1-33-65 0 0,-3-15-16 0 0,0 0 0 0 0,-1 0 0 0 0,1 0 0 0 0,-1-1 0 0 0,1 1 0 0 0,-1 0 0 0 0,0 0-1 0 0,0 0 1 0 0,1 0 0 0 0,-2 0 0 0 0,1 2 0 0 0,-1 1 9 0 0,-1 2 26 0 0,0 0 1 0 0,1 0 0 0 0,-1 12-1 0 0,-1-7-40 0 0,3-11 0 0 0,0 0 0 0 0,-1 0 0 0 0,1 0 0 0 0,0 0 0 0 0,0 0 0 0 0,-1 0 0 0 0,1 0 0 0 0,0 1 0 0 0,0-1 0 0 0,0 0 0 0 0,0 0 0 0 0,1 2 0 0 0,0 5 12 0 0,1 0-1 0 0,-1 1 1 0 0,-1-1 0 0 0,0 15 0 0 0,0-4-7 0 0,3 2-7 0 0,-2-17 3 0 0,-1 1 1 0 0,1-1 0 0 0,-1 0-1 0 0,0 1 1 0 0,0-1 0 0 0,0 0-1 0 0,-2 9 1 0 0,1-10 12 0 0,-1 15 36 0 0,2 3 3 0 0,-1-13-44 0 0,1-6-4 0 0,0 0-1 0 0,0 0 1 0 0,-1 0-1 0 0,2 0 0 0 0,-1 0 1 0 0,0 0-1 0 0,0 0 1 0 0,1 0-1 0 0,0 3 0 0 0,0-2 9 0 0,5 14-15 0 0,-5-7 2 0 0,-1 2 0 0 0,-1 2 23 0 0,2-10 8 0 0,4 9-21 0 0,-1-2-10 0 0,1-1 0 0 0,0 0-23 0 0,-5-8-85 0 0,0-2 0 0 0,0 0 11 0 0,0 0-15 0 0,0 0-65 0 0,0 0-23 0 0,0 0-7 0 0,1 1 145 0 0,0 0-1 0 0,-1 0 0 0 0,1-1 1 0 0,0 1-1 0 0,-1 0 0 0 0,1 0 1 0 0,0-1-1 0 0,0 1 1 0 0,-1 0-1 0 0,1-1 0 0 0,0 1 1 0 0,0-1-1 0 0,0 1 1 0 0,1-1-1 0 0,2 2-3471 0 0,-1-2-3418 0 0,-3 0-46 0 0</inkml:trace>
</inkml:ink>
</file>

<file path=ppt/ink/ink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5:42.0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31 7776 0 0,'0'0'174'0'0,"0"0"29"0"0,0 0 12 0 0,0 0 42 0 0,0 0 174 0 0,0 0 75 0 0,0 0 20 0 0,0 0-52 0 0,0 0-223 0 0,-2 3-120 0 0,1 0 6270 0 0,2 7-6329 0 0,0-7-264 0 0,-1-3 221 0 0,0 0 1 0 0,0 0-1 0 0,0 1 1 0 0,0-1-1 0 0,0 0 1 0 0,0 0-1 0 0,0 0 1 0 0,0 1-1 0 0,0-1 1 0 0,0 0-1 0 0,0 0 1 0 0,1 0-1 0 0,-1 0 1 0 0,0 1 0 0 0,0-1-1 0 0,0 0 1 0 0,0 0-1 0 0,0 0 1 0 0,0 0-1 0 0,1 1 1 0 0,-1-1-1 0 0,0 0 1 0 0,0 0-1 0 0,0 0 1 0 0,0 0-1 0 0,1 0 1 0 0,-1 0-1 0 0,0 0 1 0 0,0 0-1 0 0,0 0 1 0 0,0 0 0 0 0,1 1-1 0 0,23 0 969 0 0,-13-1-1023 0 0,6 0 232 0 0,1 0 0 0 0,24 5 0 0 0,-30-3-144 0 0,1 1 1 0 0,19 0-1 0 0,-26-1 182 0 0,-3 0-220 0 0,4-1-106 0 0,0 0 0 0 0,0 0 0 0 0,1-1 0 0 0,-1 0 0 0 0,0-1 0 0 0,14-2 0 0 0,17 0 1029 0 0,29-1-537 0 0,-46 8-278 0 0,-4-4-94 0 0,-14 2-22 0 0,0 0 4 0 0,5 0-22 0 0,6 0 136 0 0,25-2-99 0 0,-35 0-44 0 0,0 0 36 0 0,9-3-18 0 0,5 3-10 0 0,-13 0 17 0 0,1 0 0 0 0,0 0-1 0 0,0 0 1 0 0,7-2 0 0 0,11-2 38 0 0,13 0-115 0 0,-13-3 65 0 0,-8 3 64 0 0,1 0 0 0 0,24-1 0 0 0,-39 5 180 0 0,-2 0 27 0 0,2-1-26 0 0,1 0-193 0 0,-1 1-37 0 0,0-1 0 0 0,0 1 0 0 0,0-1 0 0 0,1 1 0 0 0,-1 0 0 0 0,0 0 0 0 0,5 0 0 0 0,18-5 49 0 0,-4 6-32 0 0,-14-1-9 0 0,0 0 0 0 0,1 0 0 0 0,-1 0 0 0 0,0-1 1 0 0,10-2-1 0 0,18-2 50 0 0,-28 4-18 0 0,-6 1-56 0 0,-1 0-1 0 0,1 0 0 0 0,-1 0 1 0 0,1 0-1 0 0,0 0 1 0 0,-1 0-1 0 0,1 0 0 0 0,0 0 1 0 0,-1 0-1 0 0,1 0 0 0 0,0 0 1 0 0,-1 0-1 0 0,1 0 0 0 0,-1-1 1 0 0,1 1-1 0 0,-1 0 1 0 0,1 0-1 0 0,0-1 0 0 0,-1 1 1 0 0,1-1-1 0 0,0 1 3 0 0,0-1 0 0 0,1 1 0 0 0,-1 0-1 0 0,0-1 1 0 0,0 1 0 0 0,0 0 0 0 0,1 0 0 0 0,-1 0 0 0 0,0 0-1 0 0,0 0 1 0 0,1 0 0 0 0,0 1 0 0 0,-1-1-3 0 0,0 0 0 0 0,0 0 0 0 0,0 1 0 0 0,0-1 0 0 0,0 0 0 0 0,0 0 0 0 0,0 0 0 0 0,0-1 0 0 0,0 1 0 0 0,0 0 0 0 0,0 0 0 0 0,0 0-1 0 0,0-1 1 0 0,0 1 0 0 0,0-1 0 0 0,0 1 0 0 0,1-1 0 0 0,6-3 8 0 0,-7 3-7 0 0,0 1-1 0 0,0-1 1 0 0,1 1 0 0 0,-1-1 0 0 0,0 1-1 0 0,0 0 1 0 0,0 0 0 0 0,0 0-1 0 0,0 0 1 0 0,0 0 0 0 0,0 0 0 0 0,0 0-1 0 0,2 0 1 0 0,12-6 69 0 0,2 4-6 0 0,0 0-50 0 0,-16 2-12 0 0,-1-1-1 0 0,1 1 1 0 0,0 0-1 0 0,0 0 0 0 0,-1 0 1 0 0,1-1-1 0 0,0 1 1 0 0,0 0-1 0 0,-1 0 0 0 0,1 0 1 0 0,0 0-1 0 0,0 0 1 0 0,0 1-1 0 0,3-1 5 0 0,4 0 44 0 0,-14 0 11 0 0,5 0 3 0 0,1 0 8 0 0,1 0-3 0 0,16 0 33 0 0,-16 0-33 0 0,1 0-4 0 0,8 0-44 0 0,15 0-608 0 0,-35 0 681 0 0,8 0 109 0 0,2 0 18 0 0,-2 0-59 0 0,-5 0-272 0 0,5 0-117 0 0,2 0-1046 0 0,0 0-4285 0 0,0 0-1839 0 0</inkml:trace>
</inkml:ink>
</file>

<file path=ppt/ink/ink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5:44.1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 5064 0 0,'0'0'232'0'0,"1"0"-14"0"0,3-3 14 0 0,2-1 138 0 0,0 2 5888 0 0,-4 4-94 0 0,-1 3-5960 0 0,4 16 944 0 0,-1 32-471 0 0,-4-50-634 0 0,0-1-1 0 0,0 0 0 0 0,1 1 0 0 0,-1-1 0 0 0,1 0 0 0 0,0 0 0 0 0,1 4 1 0 0,4 10 31 0 0,-3 4 194 0 0,-3-19-12 0 0,1 2 0 0 0,1 2-159 0 0,-1-4-85 0 0,0 1-1 0 0,0 0 0 0 0,-1 0 1 0 0,1 0-1 0 0,0-1 0 0 0,-1 1 1 0 0,1 0-1 0 0,-1 0 0 0 0,0 0 1 0 0,1 0-1 0 0,-1 0 1 0 0,0 0-1 0 0,-1 2 0 0 0,-2 4 10 0 0,2-6-10 0 0,0 0 0 0 0,1 0 1 0 0,-1 0-1 0 0,0 0 0 0 0,1 0 0 0 0,-1 0 1 0 0,1 0-1 0 0,0 0 0 0 0,-1 0 0 0 0,1 0 1 0 0,0 1-1 0 0,1 1 0 0 0,-1-2-1 0 0,1 0 6 0 0,0 0-1 0 0,-1 1 1 0 0,1-1-1 0 0,-1 1 1 0 0,1-1-1 0 0,-1 4 1 0 0,1 10 22 0 0,1-13-19 0 0,0-1 2 0 0,-1-1 22 0 0,-1 0-1 0 0,1 1 1 0 0,-1-1-1 0 0,1 0 1 0 0,0 0-1 0 0,0 0 1 0 0,-1 0-1 0 0,1 0 1 0 0,0 0-1 0 0,0 0 1 0 0,0 0-1 0 0,0 0 0 0 0,0-1 1 0 0,2 2-1 0 0,0-1 111 0 0,1-1 0 0 0,-1 1-1 0 0,1-1 1 0 0,-1 0 0 0 0,8 0-1 0 0,15-1 3 0 0,-19 2-155 0 0,-4-1 0 0 0,0 1 0 0 0,0-1 0 0 0,0 0 0 0 0,0 0 0 0 0,0-1 0 0 0,0 1 0 0 0,3-1 0 0 0,11-1 67 0 0,-11 2-22 0 0,0-1 0 0 0,0 1 1 0 0,1-1-1 0 0,8-3 1 0 0,-11 3-45 0 0,0 0 1 0 0,0 0 0 0 0,0 0-1 0 0,0 1 1 0 0,0 0 0 0 0,0 0-1 0 0,7 0 1 0 0,-6 1-3 0 0,1-1 1 0 0,0 0-1 0 0,10-2 0 0 0,-3 0 1 0 0,0 0 0 0 0,0 1 0 0 0,0 1 0 0 0,0 0 0 0 0,0 1 0 0 0,18 3 0 0 0,-16-2 0 0 0,-1-1 0 0 0,1-1 0 0 0,15-1 0 0 0,1 0 0 0 0,-22 1 0 0 0,0-1 0 0 0,16-3 0 0 0,-18 3 0 0 0,0 0 0 0 0,0 1 0 0 0,10 0 0 0 0,8-1 0 0 0,-11 0 0 0 0,-11 1 0 0 0,1 0 0 0 0,-1 0 0 0 0,0-1 0 0 0,0 1 0 0 0,0-1 0 0 0,4-1 0 0 0,0 0 0 0 0,0 1 0 0 0,0-1 0 0 0,0 2 0 0 0,0-1 0 0 0,13 1 0 0 0,15-2 0 0 0,33-12-792 0 0,-55 12 792 0 0,0 0 0 0 0,0 0 0 0 0,15 0 0 0 0,38-6 0 0 0,-27 5 0 0 0,-30 2 0 0 0,1 0 0 0 0,-1 1 0 0 0,0 0 0 0 0,10 2 0 0 0,-14-2 0 0 0,-1 0 0 0 0,1 0 0 0 0,-1-1 0 0 0,1 1 0 0 0,-1-1 0 0 0,1 0 0 0 0,-1 0 0 0 0,1-1 0 0 0,4-1 0 0 0,-4 1 0 0 0,0 0 0 0 0,1 0 0 0 0,0 1 0 0 0,-1 0 0 0 0,10-1 0 0 0,63 2 0 0 0,-69 0 0 0 0,0 0 0 0 0,0 0 0 0 0,0-1 0 0 0,0 0 0 0 0,17-5 0 0 0,-13 5 0 0 0,-11 1 0 0 0,1 0 0 0 0,0 0 0 0 0,-1-1 0 0 0,1 1 0 0 0,0-1 0 0 0,2 0 0 0 0,10-4 1 0 0,20-4-1 0 0,-20 6 21 0 0,6 1 308 0 0,-18 2-267 0 0,0 0 0 0 0,0 0 1 0 0,0 0-1 0 0,0-1 0 0 0,4-1 0 0 0,3 0-56 0 0,1 0 0 0 0,-1 0 0 0 0,0 1 0 0 0,1 0 0 0 0,10 1 0 0 0,-8 0-70 0 0,-1 0-110 0 0,-1 0 0 0 0,1-1 0 0 0,17-3 0 0 0,-25 4 174 0 0,0-1 0 0 0,0 0 0 0 0,1 1 0 0 0,-1 0 0 0 0,5 0 0 0 0,2 1 0 0 0,0-1 0 0 0,18-3 0 0 0,-14 3 0 0 0,32 0 0 0 0,-28-1 0 0 0,-15 0 0 0 0,0 0 0 0 0,13 0 0 0 0,18 1 0 0 0,-31 0 0 0 0,5 1 0 0 0,4 1 0 0 0,-5-1 0 0 0,5 1 0 0 0,24-4 0 0 0,-3 2 0 0 0,-15 0 35 0 0,-10 0 152 0 0,-7 0 91 0 0,0 0 30 0 0,32 0 20 0 0,-33 0-250 0 0,-1 0 3 0 0,2 0 3 0 0,22-4 472 0 0,-16 5-531 0 0,2 1-25 0 0,18-5 0 0 0,-18 4 0 0 0,-9-1 1 0 0,-1 0 1 0 0,1 0-1 0 0,0 0 0 0 0,0 0 0 0 0,-1 0 0 0 0,1 0 1 0 0,0 0-1 0 0,0 0 0 0 0,-1 1 0 0 0,1-1 0 0 0,0 0 1 0 0,-1 1-1 0 0,1-1 0 0 0,0 0 0 0 0,-1 1 1 0 0,1-1-1 0 0,0 1 0 0 0,0 0 0 0 0,15 0 72 0 0,0-1 111 0 0,-15 0-132 0 0,1 0-138 0 0,0-1 11 0 0,0-1-5 0 0,12 2 45 0 0,18-1 675 0 0,-26 2-629 0 0,12-5 53 0 0,-16 4-43 0 0,-2 0-127 0 0,2-1-78 0 0,2 0-737 0 0,-20 9-3404 0 0,-7 2 2597 0 0</inkml:trace>
</inkml:ink>
</file>

<file path=ppt/ink/ink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5:45.8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0 8928 0 0,'0'0'406'0'0,"0"0"-4"0"0,0 0-104 0 0,0 0 521 0 0,0 0 261 0 0,0 0 52 0 0,0 0-29 0 0,0 0-166 0 0,0 0-69 0 0,0 0-18 0 0,0 0-60 0 0,0 0-248 0 0,0 0-107 0 0,0 0-19 0 0,0 0-31 0 0,0 0-101 0 0,0 0-41 0 0,1 3-10 0 0,3 6-50 0 0,0 1 0 0 0,1-1-1 0 0,0 0 1 0 0,0 0 0 0 0,9 11-1 0 0,21 6 364 0 0,67 72 463 0 0,-91-84-979 0 0,-10-11-27 0 0,1-1 0 0 0,0 1 0 0 0,0-1 0 0 0,0 0 0 0 0,0 1 0 0 0,0-1-1 0 0,3 2 1 0 0,5 3 2 0 0,-4-4 5 0 0,0 1-1 0 0,-1 0 1 0 0,0 0-1 0 0,0 0 0 0 0,0 1 1 0 0,-1 0-1 0 0,5 5 0 0 0,-6-6 10 0 0,-1 0 0 0 0,1-1 0 0 0,-1 1 0 0 0,1-1 1 0 0,0 0-1 0 0,7 5 0 0 0,-7-5-19 0 0,0-1 1 0 0,0 1 0 0 0,0 0 0 0 0,-1 0 0 0 0,1 0 0 0 0,-1 0-1 0 0,1 0 1 0 0,-1 0 0 0 0,0 1 0 0 0,0-1 0 0 0,-1 1-1 0 0,3 6 1 0 0,-2-6-1 0 0,1 0 0 0 0,-1 1 0 0 0,1-1 0 0 0,0 0 0 0 0,4 4 0 0 0,-4-4 0 0 0,0-1 0 0 0,0 1 0 0 0,0-1 0 0 0,-1 1 0 0 0,0 0 0 0 0,4 8 0 0 0,-4-7 0 0 0,0 0 0 0 0,1 0 0 0 0,6 9 0 0 0,4 9 0 0 0,-10-18 0 0 0,-1-1 0 0 0,-1 0 0 0 0,1 1 0 0 0,-1-1 0 0 0,1 1 0 0 0,-1-1 0 0 0,-1 1 0 0 0,1 6 0 0 0,5 87 420 0 0,-6-85-416 0 0,0-1-1 0 0,1 0 0 0 0,0 1 1 0 0,1-1-1 0 0,4 12 0 0 0,-2-10-3 0 0,-3-10 0 0 0,0 1 0 0 0,0-1 0 0 0,1 1 0 0 0,-1-1 0 0 0,1 0 0 0 0,4 7 0 0 0,-2-5 0 0 0,-2-4 0 0 0,0 0 0 0 0,-1 0 0 0 0,1 0 0 0 0,-1 1 0 0 0,0-1 0 0 0,0 1 0 0 0,0-1 0 0 0,1 4 0 0 0,-2 4 0 0 0,0-8 0 0 0,0-1 0 0 0,0 1 0 0 0,0 0 0 0 0,0-1 0 0 0,0 1 0 0 0,0 0 0 0 0,1-1 0 0 0,-1 1 0 0 0,2 2 0 0 0,1 5 0 0 0,-1-1 0 0 0,1 1 0 0 0,-1-1 0 0 0,0 1 0 0 0,-1 0 0 0 0,0 0 0 0 0,-1 0 0 0 0,0 0 0 0 0,-1 10 0 0 0,0-16 0 0 0,1 1 0 0 0,-1-1 0 0 0,0 0 0 0 0,-1 1 0 0 0,-2 5 0 0 0,2-6 0 0 0,0 0 0 0 0,1 1 0 0 0,0-1 0 0 0,0 1 0 0 0,0-1 0 0 0,-1 7 0 0 0,1-7 0 0 0,0 1 0 0 0,0 0 0 0 0,0 0 0 0 0,-1-1 0 0 0,1 1 0 0 0,-4 4 0 0 0,3-4 0 0 0,0 1 0 0 0,0-1 0 0 0,0 1 0 0 0,-2 6 0 0 0,-3 14 0 0 0,5-22 0 0 0,1 0 0 0 0,0 0 0 0 0,0 1 0 0 0,0-1 0 0 0,0 0 0 0 0,1 1 0 0 0,-1-1 0 0 0,1 1 0 0 0,0-1 0 0 0,0 1 0 0 0,0-1 0 0 0,1 5 0 0 0,1 1 19 0 0,0-3 50 0 0,0 1 1 0 0,-1-1-1 0 0,0 1 0 0 0,0 0 1 0 0,-1 0-1 0 0,1-1 0 0 0,-2 1 1 0 0,1 0-1 0 0,-3 12 0 0 0,-1-2 182 0 0,4-14-234 0 0,-1 0-1 0 0,0 0 1 0 0,1 0-1 0 0,-1 0 1 0 0,0 0-1 0 0,0-1 1 0 0,-1 1-1 0 0,1 0 1 0 0,-2 2-1 0 0,-40 59 823 0 0,4-4-1510 0 0,27-42 671 0 0,-9 11 0 0 0,16-25-9 0 0,1 1 0 0 0,0 0 0 0 0,1 0 0 0 0,-1 1 0 0 0,1-1-1 0 0,-3 7 1 0 0,5-9 9 0 0,0-1 0 0 0,-1 0 0 0 0,1 1 0 0 0,-1-1 0 0 0,0 0 0 0 0,1 0 0 0 0,-1 0 0 0 0,-3 3 0 0 0,2-3 0 0 0,0 0 0 0 0,1 1 0 0 0,0-1 0 0 0,-1 1 0 0 0,-1 4 0 0 0,-30 35 54 0 0,30-36-42 0 0,-1-1 1 0 0,0 1-1 0 0,-9 6 1 0 0,-8 11 11 0 0,-9 7-24 0 0,16-15 0 0 0,-8 5 0 0 0,-21 13 0 0 0,43-32 0 0 0,1-1 0 0 0,-1 1 0 0 0,0-1 0 0 0,0 1 0 0 0,1-1 0 0 0,-1 1 0 0 0,1-1 0 0 0,-1 1 0 0 0,0 0 0 0 0,1-1 0 0 0,-1 1 0 0 0,1 0 0 0 0,-1 0 0 0 0,1-1 0 0 0,0 1 0 0 0,-1 0 0 0 0,1 1 0 0 0,-2 1 0 0 0,-9 2 0 0 0,5-2 0 0 0,12-6 0 0 0,3-2 0 0 0,-6 3 0 0 0,-1 1 0 0 0,0 0 0 0 0,1-1 0 0 0,-1 1 0 0 0,1 0 0 0 0,-1 1 0 0 0,1-1 0 0 0,0 0 0 0 0,3 0 0 0 0,34-9 0 0 0,-36 9 26 0 0,1 0 0 0 0,-1-1 0 0 0,1 1 0 0 0,6-4 0 0 0,-7 2 9 0 0,1 1 0 0 0,0 0 0 0 0,9-2 0 0 0,9 0-24 0 0,-9 2-11 0 0,-1 0-1 0 0,19-7 1 0 0,-18 6 0 0 0,6 0-3 0 0,-16 0 4 0 0,0 0 17 0 0,64-27 350 0 0,-37 18-368 0 0,-27 11 0 0 0,1-4 0 0 0,-1-2 0 0 0,-2 4 0 0 0,0 1 0 0 0,0 0 0 0 0,1 0 0 0 0,-1 0 0 0 0,1 0 0 0 0,-1 0 0 0 0,1 0 0 0 0,0 1 0 0 0,4-2 0 0 0,9-7 0 0 0,-4 3 0 0 0,1 0 0 0 0,0 0 0 0 0,13-4 0 0 0,-2 1 0 0 0,-12 5 0 0 0,-7 3 0 0 0,0 0 0 0 0,0 0 0 0 0,-1-1 0 0 0,8-4 0 0 0,-4 1-3 0 0,1 1 0 0 0,14-7 0 0 0,13-8 48 0 0,50-36 762 0 0,-55 35-1330 0 0,-15 12 421 0 0,23-18-1 0 0,-24 16 92 0 0,7-5 11 0 0,-19 15 0 0 0,-1 0 0 0 0,0-1 0 0 0,0 0 0 0 0,0 1 0 0 0,0-1 0 0 0,0 0 0 0 0,0 0 0 0 0,1-2 0 0 0,31-27 0 0 0,-33 30 21 0 0,0-1 0 0 0,0 1 1 0 0,0-1-1 0 0,0 1 0 0 0,1 0 0 0 0,-1-1 0 0 0,1 1 0 0 0,-1 0 0 0 0,1 0 0 0 0,-1 0 1 0 0,3-1-1 0 0,3-3 215 0 0,9-9 7 0 0,-13 12-201 0 0,0 0 0 0 0,-1-1 0 0 0,1 1 0 0 0,0-1 0 0 0,-1 1-1 0 0,0-1 1 0 0,0 0 0 0 0,0 0 0 0 0,3-5 0 0 0,-3 3-30 0 0,1 1 0 0 0,-1-1-1 0 0,1 1 1 0 0,0 0 0 0 0,0 0-1 0 0,6-5 1 0 0,11-14 34 0 0,-17 18-34 0 0,1 1 0 0 0,0 0 0 0 0,0 0-1 0 0,1 0 1 0 0,-1 0 0 0 0,9-5 0 0 0,-9 7 0 0 0,1-1 0 0 0,-1 0 1 0 0,0 0-1 0 0,0-1 0 0 0,0 1 0 0 0,-1-1 1 0 0,1 0-1 0 0,-1 0 0 0 0,5-8 1 0 0,4-4 16 0 0,-10 14-25 0 0,0 0 0 0 0,-1 1 0 0 0,0-1 0 0 0,1 0 0 0 0,-1 0 0 0 0,0 1 0 0 0,0-1 0 0 0,0 0 0 0 0,0 0 0 0 0,0 0 0 0 0,0-1 0 0 0,-1 1 0 0 0,2-4 0 0 0,-2 4 2 0 0,0 1 1 0 0,1-1-1 0 0,-1 0 1 0 0,0 0-1 0 0,1 1 1 0 0,0-1 0 0 0,-1 0-1 0 0,1 1 1 0 0,0-1-1 0 0,0 1 1 0 0,2-3-1 0 0,-2 2 1 0 0,1 0 0 0 0,-1 0 0 0 0,0 0 0 0 0,0 0 0 0 0,0-1-1 0 0,0 1 1 0 0,0-3 0 0 0,0 3 7 0 0,0 0 0 0 0,-1 0 0 0 0,1-1 0 0 0,0 1 0 0 0,0 0 0 0 0,0 0 0 0 0,1 0 0 0 0,-1 0 0 0 0,0 0 0 0 0,1 0-1 0 0,-1 0 1 0 0,1 0 0 0 0,3-2 0 0 0,-1 0-1 0 0,-1 1-5 0 0,0-1-1 0 0,0 0 0 0 0,-1 0 1 0 0,1 0-1 0 0,2-6 0 0 0,-4 7-5 0 0,1-1 0 0 0,0 1 0 0 0,0 0 0 0 0,0 0 0 0 0,0 0 0 0 0,0 0 0 0 0,1 0 0 0 0,0 0 0 0 0,4-4 0 0 0,35-26-2 0 0,-19 11 0 0 0,6 0 0 0 0,-23 14 0 0 0,9-9 0 0 0,-12 15 0 0 0,-1 1 0 0 0,-1 0 0 0 0,0 1 0 0 0,0-1 0 0 0,0 0 0 0 0,0 0 0 0 0,0 0 0 0 0,0 0 0 0 0,0 0 0 0 0,0 0 0 0 0,-1 0 0 0 0,1 0 0 0 0,1-2 0 0 0,4-6 0 0 0,0 1 0 0 0,2 3 27 0 0,0 2-2063 0 0,-17 6-4483 0 0,-4-2-1704 0 0</inkml:trace>
</inkml:ink>
</file>

<file path=ppt/ink/ink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5:47.2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62 9528 0 0,'0'0'432'0'0,"0"0"-4"0"0,-6-6 2505 0 0,-1 4-1994 0 0,5 1-217 0 0,0-1 243 0 0,2-1 3622 0 0,2 1-4495 0 0,0 0-1 0 0,0 0 1 0 0,0 0 0 0 0,1 0-1 0 0,-1 0 1 0 0,1 0 0 0 0,0 0-1 0 0,-1 1 1 0 0,1 0 0 0 0,0-1-1 0 0,0 1 1 0 0,0 0 0 0 0,0 0-1 0 0,0 1 1 0 0,5-2 0 0 0,0 2 1 0 0,0-1 0 0 0,0 0 1 0 0,11-4-1 0 0,10-1 92 0 0,-19 4-131 0 0,6 0 48 0 0,-1 0-1 0 0,17 0 1 0 0,35 1 113 0 0,69 1 586 0 0,-90 4-911 0 0,-21-4 146 0 0,1 2-1 0 0,-1 2 1 0 0,0 0-1 0 0,46 14 1 0 0,-20 3 49 0 0,-34-13-185 0 0,0 0-1 0 0,0 1 0 0 0,17 13 0 0 0,-15-9 48 0 0,-6-1 244 0 0,-12-11-159 0 0,1 1 0 0 0,-1-1 0 0 0,0 0 1 0 0,1 1-1 0 0,-1-1 0 0 0,1 0 0 0 0,2 1 0 0 0,4 3 46 0 0,0 0 0 0 0,11 9-1 0 0,7 6 10 0 0,-24-19-87 0 0,-1 0 0 0 0,0 0 0 0 0,0 0 0 0 0,1 0 0 0 0,-1 0 0 0 0,0 1 0 0 0,0-1 0 0 0,1 3 0 0 0,-1-3 0 0 0,0 1 0 0 0,0-1 0 0 0,0 1 0 0 0,0-1 0 0 0,1 0 0 0 0,-1 0 0 0 0,0 1 0 0 0,3 0 0 0 0,3 4-73 0 0,0 1 0 0 0,1 0 0 0 0,-2 0 0 0 0,1 1 0 0 0,-1 0 0 0 0,-1 0 0 0 0,6 9 0 0 0,-6-9 30 0 0,-1 0 0 0 0,0 0 0 0 0,0 0-1 0 0,3 11 1 0 0,-7-18 43 0 0,1 0 0 0 0,-1 1 0 0 0,1-1 0 0 0,0 0 0 0 0,-1 0 0 0 0,1 0 0 0 0,0 0 0 0 0,0 0 0 0 0,0-1 0 0 0,1 3 0 0 0,8 8 0 0 0,-7-4 0 0 0,0-1 0 0 0,1 1 0 0 0,0-1 0 0 0,1-1 0 0 0,7 10 0 0 0,1 0 0 0 0,11 6 378 0 0,12 8-277 0 0,-21-12-572 0 0,-10-11 471 0 0,-4 3 0 0 0,-2 2 0 0 0,1-10 0 0 0,0 0 0 0 0,0-1 0 0 0,0 1 0 0 0,0-1 0 0 0,-1 1 0 0 0,1 0 0 0 0,0-1 0 0 0,0 1 0 0 0,1 0 0 0 0,-1-1 0 0 0,0 1 0 0 0,0-1 0 0 0,0 1 0 0 0,0 0 0 0 0,0-1 0 0 0,1 1 0 0 0,-1-1 0 0 0,0 1 0 0 0,0 0 0 0 0,1-1 0 0 0,-1 1 0 0 0,1-1 0 0 0,-1 1 0 0 0,0-1 0 0 0,1 0 0 0 0,-1 1 0 0 0,1-1 0 0 0,-1 1 0 0 0,1-1 0 0 0,0 1 0 0 0,15 4 0 0 0,-15-5 0 0 0,6 2 337 0 0,0 0 0 0 0,0 1 0 0 0,6 3 0 0 0,5 2 259 0 0,-17-8-595 0 0,-1 0 0 0 0,1 0 0 0 0,0 0 0 0 0,-1 0 0 0 0,1 1 0 0 0,0-1 0 0 0,0 0 0 0 0,-1 0 0 0 0,1 1 0 0 0,0-1 0 0 0,-1 1 1 0 0,1-1-1 0 0,-1 1 0 0 0,1-1 0 0 0,0 1 0 0 0,-1-1 0 0 0,1 1 0 0 0,0 1 0 0 0,2 0-5 0 0,1-1 4 0 0,-3-2 0 0 0,0 1 0 0 0,-1 0 0 0 0,1 0 0 0 0,0 0 0 0 0,-1 1 0 0 0,1-1 0 0 0,0 0 0 0 0,-1 0 0 0 0,1 0 0 0 0,0 0 0 0 0,-1 1 0 0 0,1-1 0 0 0,0 0 0 0 0,-1 0 0 0 0,1 1 0 0 0,-1-1 0 0 0,1 1 0 0 0,-1-1 0 0 0,1 1 0 0 0,-1-1 0 0 0,1 1 0 0 0,-1-1 0 0 0,1 2 0 0 0,4 2 0 0 0,-3-2 0 0 0,1 0 0 0 0,0 0 0 0 0,-1 0 0 0 0,1 0 0 0 0,0-1 0 0 0,0 1 0 0 0,0-1 0 0 0,3 1 0 0 0,-1-1 0 0 0,-4 0 0 0 0,1-1 0 0 0,-1 1 0 0 0,0-1 0 0 0,1 1 0 0 0,-1-1 0 0 0,0 1 0 0 0,0 0 0 0 0,0 0 0 0 0,1-1 0 0 0,-1 1 0 0 0,0 0 0 0 0,0 0 0 0 0,0 0 0 0 0,1 2 0 0 0,23 26 0 0 0,9-1 0 0 0,-29-23 0 0 0,17 12 0 0 0,-12-11 0 0 0,0 2 0 0 0,-2 0 0 0 0,-7-7 0 0 0,10 11 0 0 0,4 0 0 0 0,-5-4 46 0 0,-7-7 186 0 0,-3-1 68 0 0,1 2 10 0 0,-1-1-304 0 0,1 0-1 0 0,-1 0 1 0 0,1 0-1 0 0,-1 0 1 0 0,1 0-1 0 0,0-1 1 0 0,-1 1-1 0 0,1 0 0 0 0,0 0 1 0 0,0-1-1 0 0,0 1 1 0 0,0 0-1 0 0,-1-1 1 0 0,1 1-1 0 0,0-1 1 0 0,0 0-1 0 0,0 1 1 0 0,2 0-1 0 0,-1-1-279 0 0,-2 0-29 0 0,2 2 44 0 0,14 12 415 0 0,-14-12 119 0 0,-2-2 28 0 0,0 0-7 0 0,0 0-62 0 0,0 0-30 0 0,0 0-4 0 0,0 0-95 0 0,0 0-396 0 0,0 0-176 0 0,0 0-40 0 0,0 0-141 0 0,0 0-572 0 0,0 0-253 0 0,-2-2-51 0 0,-7-8-11 0 0</inkml:trace>
</inkml:ink>
</file>

<file path=ppt/ink/ink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5:48.3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17 256 3224 0 0,'0'0'457'0'0,"0"0"711"0"0,0 0 311 0 0,0 0 66 0 0,0 0-118 0 0,0 0-553 0 0,0 0-238 0 0,0 0-48 0 0,0 0-16 0 0,0 0-25 0 0,0 0-16 0 0,-2 0-3 0 0,-11 0 876 0 0,12 0 218 0 0,8 0-849 0 0,5 0-282 0 0,-10 0-91 0 0,-2 0-43 0 0,0 0-5 0 0,2 1-12 0 0,7 2-59 0 0,0-1 0 0 0,0 0 0 0 0,0 0 0 0 0,13 0-1 0 0,-22-2-264 0 0,1 0 0 0 0,-1 0 0 0 0,1 0-1 0 0,-1 0 1 0 0,1 0 0 0 0,-1 0 0 0 0,1 1-1 0 0,-1-1 1 0 0,1 0 0 0 0,-1 0 0 0 0,1 0 0 0 0,-1 1-1 0 0,1-1 1 0 0,-1 0 0 0 0,0 0 0 0 0,1 1-1 0 0,3 1 51 0 0,4 1 121 0 0,-1 0 1 0 0,1-1 0 0 0,0-1 0 0 0,0 1 0 0 0,1-1 0 0 0,11 0-1 0 0,-20-1-185 0 0,12 0 156 0 0,0 0 0 0 0,20-4 0 0 0,65-17 110 0 0,-86 18-251 0 0,57-12 424 0 0,-14 6 64 0 0,-5-2-468 0 0,-26 10-144 0 0,-15 1 17 0 0,0-1 1 0 0,15-2-1 0 0,53-6-62 0 0,49-9 1139 0 0,-68 7-838 0 0,6 1 12 0 0,-44 6-124 0 0,53-10 189 0 0,-38 2-122 0 0,-27 9-63 0 0,0 1 0 0 0,0-1 1 0 0,0 1-1 0 0,1 0 0 0 0,-1 1 0 0 0,13-1 0 0 0,2-3 76 0 0,-18 4-91 0 0,-1 0 1 0 0,1 1-1 0 0,0-1 1 0 0,6 0 0 0 0,33-4-102 0 0,63 1 520 0 0,-71 0-468 0 0,-28 2 48 0 0,-1 1-1 0 0,1 0 1 0 0,-1 1-1 0 0,1 0 1 0 0,6 0-1 0 0,-7 1-100 0 0,1 0 0 0 0,-1-1 0 0 0,0 0 0 0 0,1 0 0 0 0,10-2 0 0 0,0 1-39 0 0,-12 1 101 0 0,0 0 0 0 0,0-1 1 0 0,-1 1-1 0 0,7-3 0 0 0,-1 1 14 0 0,0 0 0 0 0,21-2 0 0 0,-22 4 0 0 0,0-1 0 0 0,0-1 0 0 0,17-4 0 0 0,12-3 0 0 0,-28 6 0 0 0,0 1 0 0 0,0 0 0 0 0,15-2 0 0 0,-7 2 0 0 0,-10 1 0 0 0,28-1 0 0 0,-25 1 163 0 0,-1 0-1 0 0,1-1 0 0 0,16-5 1 0 0,-4 1 115 0 0,-13 5 20 0 0,-8 0-270 0 0,0 1 1 0 0,0 0-1 0 0,0-1 0 0 0,0 1 1 0 0,0-1-1 0 0,0 1 0 0 0,0-1 1 0 0,0 0-1 0 0,3-2 1 0 0,-2 2 11 0 0,0-1 1 0 0,0 1 0 0 0,1 0 0 0 0,-1 0 0 0 0,1 0 0 0 0,-1 0 0 0 0,8 0 0 0 0,3-2 42 0 0,10-2-19 0 0,-22 4-59 0 0,0 0-1 0 0,0 0 0 0 0,0 0 1 0 0,0 1-1 0 0,0-1 0 0 0,0 0 1 0 0,0 1-1 0 0,0 0 1 0 0,0-1-1 0 0,3 1 0 0 0,2-1 23 0 0,3 1 15 0 0,-2 0-47 0 0,-6 0-203 0 0,-2 0-548 0 0,0 0-210 0 0,0 0-1536 0 0,0 0-6017 0 0</inkml:trace>
</inkml:ink>
</file>

<file path=ppt/ink/ink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5:49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229 171 15896 0 0,'0'-2'362'0'0,"-6"-31"871"0"0,6 20-1056 0 0,0 0-1 0 0,-5-20 0 0 0,4 28 227 0 0,0-1 1 0 0,-1 1 0 0 0,0-1 0 0 0,0 1 0 0 0,0 0 0 0 0,0 0-1 0 0,-1 0 1 0 0,-5-8 0 0 0,4 10-128 0 0,1 0 0 0 0,0 0 1 0 0,-1 0-1 0 0,1 0 0 0 0,-7-3 0 0 0,9 6 267 0 0,-5 5 530 0 0,-6-1-465 0 0,11-3-579 0 0,-1-1 0 0 0,1 1 0 0 0,-1-1 0 0 0,1 1 0 0 0,-1-1 0 0 0,1 1 0 0 0,0 0 0 0 0,-1 0 0 0 0,1-1 0 0 0,-2 3 0 0 0,-7 6 33 0 0,1 1 1 0 0,0-1-1 0 0,0 2 1 0 0,1-1-1 0 0,0 2 1 0 0,-6 11-1 0 0,2-2-30 0 0,6-10-3 0 0,-1 1 1 0 0,1 0 0 0 0,1 0-1 0 0,-5 19 1 0 0,4-9 6 0 0,1 1-1 0 0,2 0 0 0 0,0 0 1 0 0,2 0-1 0 0,0 0 1 0 0,4 32-1 0 0,-1-38-25 0 0,0 0 1 0 0,1-1-1 0 0,1 1 0 0 0,0-1 1 0 0,1 0-1 0 0,10 21 0 0 0,10 10-17 0 0,-13-26 27 0 0,12 30 1 0 0,-6 9 434 0 0,-8-23-177 0 0,-9-36-277 0 0,21 84 39 0 0,-21-78-40 0 0,0 1-1 0 0,0 0 0 0 0,-1 0 0 0 0,0 0 0 0 0,0 0 0 0 0,0 0 0 0 0,-1 0 0 0 0,-4 14 0 0 0,-1 3-113 0 0,4-16-33 0 0,0 0 0 0 0,-7 16-1 0 0,6-20-287 0 0,0-1 0 0 0,0 1 1 0 0,0-1-1 0 0,0 1 0 0 0,-1-1 0 0 0,1 0 0 0 0,-1 0 0 0 0,0-1 0 0 0,-1 1 1 0 0,1-1-1 0 0,-1 0 0 0 0,-5 3 0 0 0,-7 1-7459 0 0</inkml:trace>
</inkml:ink>
</file>

<file path=ppt/ink/ink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5:49.4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67 16783 0 0,'0'0'770'0'0,"0"0"-18"0"0,0 0-351 0 0,0 0 296 0 0,0 0 185 0 0,0 0 40 0 0,0 0-50 0 0,0 0-234 0 0,0 0-102 0 0,0 0-22 0 0,2 0-56 0 0,0 0-413 0 0,1-1 0 0 0,0 1 0 0 0,-1-1 1 0 0,1 0-1 0 0,-1 1 0 0 0,1-1 0 0 0,-1-1 0 0 0,4 0 1 0 0,-4 0-29 0 0,1 1 0 0 0,0-1 0 0 0,0 1 0 0 0,0 0 0 0 0,0 0 0 0 0,3 0 0 0 0,86-13 199 0 0,-21 0-30 0 0,-51 9-31 0 0,38-5 0 0 0,-27 8-481 0 0,43-3-2666 0 0,0 6-3841 0 0,-56 0 4593 0 0</inkml:trace>
</inkml:ink>
</file>

<file path=ppt/ink/ink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5:49.8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1 136 1376 0 0,'0'0'65'0'0,"0"0"458"0"0,0 0 1898 0 0,0 0 827 0 0,0 0 164 0 0,0 0-287 0 0,0 0-1359 0 0,0 0-595 0 0,0 0-115 0 0,0 0-96 0 0,0 0-289 0 0,0 0-126 0 0,0 0-29 0 0,0 0-4 0 0,0 0 0 0 0,1-1 0 0 0,5-5-34 0 0,7-12 155 0 0,7-8-314 0 0,-12 14-33 0 0,1 1 0 0 0,0 0-1 0 0,1 0 1 0 0,0 1 0 0 0,14-11-1 0 0,-15 17-285 0 0,4-1 0 0 0,-1 5 0 0 0,-8 1 0 0 0,15 7 0 0 0,-18-7 4 0 0,1 0 1 0 0,0 0-1 0 0,-1 0 0 0 0,1 0 0 0 0,-1 0 0 0 0,1 1 0 0 0,-1-1 0 0 0,0 1 1 0 0,1-1-1 0 0,-1 1 0 0 0,0-1 0 0 0,0 1 0 0 0,0 0 0 0 0,0-1 0 0 0,0 1 1 0 0,-1 0-1 0 0,1 0 0 0 0,-1 0 0 0 0,1 0 0 0 0,-1 0 0 0 0,1 0 0 0 0,-1 0 1 0 0,0-1-1 0 0,0 1 0 0 0,0 0 0 0 0,0 3 0 0 0,-1 2 55 0 0,0 1 0 0 0,0-1-1 0 0,-1 1 1 0 0,0-1 0 0 0,-5 12-1 0 0,-46 100 428 0 0,29-68-913 0 0,7-14 1353 0 0,-15 34-407 0 0,29-53-823 0 0,3-16 187 0 0,0-2 169 0 0,1 3 75 0 0,-1-3-123 0 0,0 0 0 0 0,0 1 1 0 0,0-1-1 0 0,0 0 0 0 0,0 0 0 0 0,0 1 0 0 0,0-1 0 0 0,0 0 0 0 0,0 0 0 0 0,0 1 0 0 0,1-1 0 0 0,-1 0 0 0 0,0 0 0 0 0,0 1 0 0 0,0-1 0 0 0,0 0 0 0 0,0 0 1 0 0,1 1-1 0 0,-1-1 0 0 0,0 0 0 0 0,0 0 0 0 0,0 0 0 0 0,1 0 0 0 0,-1 1 0 0 0,0-1 0 0 0,0 0 0 0 0,1 0 0 0 0,3 2 13 0 0,0-1-1 0 0,1 0 1 0 0,-1 0 0 0 0,1 0-1 0 0,-1 0 1 0 0,1-1-1 0 0,-1 0 1 0 0,1 0 0 0 0,-1 0-1 0 0,1 0 1 0 0,-1-1 0 0 0,9-2-1 0 0,13-2-16 0 0,19-7 0 0 0,8 0 0 0 0,-42 9 0 0 0,21-4 0 0 0,1-1 0 0 0,26-8 0 0 0,-47 15-13 0 0,-9 1-63 0 0,-3 0-54 0 0,0 0-19 0 0,0 0-99 0 0,0 0-402 0 0,0 0-176 0 0,0 0-1548 0 0,0 0-6063 0 0</inkml:trace>
</inkml:ink>
</file>

<file path=ppt/ink/ink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5:58.7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41 1376 0 0,'0'0'400'0'0,"0"-2"1141"0"0,0-11 1909 0 0,0 7 573 0 0,-1 5-3525 0 0,0-1 0 0 0,0 1 0 0 0,0-1 0 0 0,0 1 0 0 0,0 0 0 0 0,-1 0 0 0 0,1 0-1 0 0,-2-2 1 0 0,2 2 151 0 0,0 1-542 0 0,0-1 1 0 0,1 0 0 0 0,-1 1 0 0 0,0-1-1 0 0,0 1 1 0 0,1-1 0 0 0,-1 1 0 0 0,0 0-1 0 0,0-1 1 0 0,0 1 0 0 0,0 0 0 0 0,0 0-1 0 0,1-1 1 0 0,-1 1 0 0 0,0 0 0 0 0,0 0-1 0 0,0 0 1 0 0,0 0 0 0 0,0 0 0 0 0,0 0-1 0 0,0 1 1 0 0,0-1 0 0 0,0 0 0 0 0,-20 10 1276 0 0,14-7-1011 0 0,5-2-275 0 0,0 0 0 0 0,0 1-1 0 0,0-1 1 0 0,1 0-1 0 0,-1 1 1 0 0,0-1 0 0 0,0 1-1 0 0,1-1 1 0 0,-1 1-1 0 0,1 0 1 0 0,0 0 0 0 0,-1-1-1 0 0,-1 5 1 0 0,-6 8 502 0 0,7-10-537 0 0,0 0 0 0 0,0 0 0 0 0,0 0-1 0 0,1 0 1 0 0,-1 0 0 0 0,1 0 0 0 0,0 0 0 0 0,1 1 0 0 0,-1-1 0 0 0,1 0 0 0 0,0 1-1 0 0,0 7 1 0 0,1-9-9 0 0,0-1-53 0 0,0-1 0 0 0,-1 0 0 0 0,1 0 0 0 0,0 1 1 0 0,-1-1-1 0 0,1 0 0 0 0,-1 1 0 0 0,1-1 0 0 0,-1 1 0 0 0,0 1 1 0 0,3 4-3 0 0,12 7-1 0 0,-13-13 2 0 0,0 1 0 0 0,0 0 0 0 0,1-1 0 0 0,-1 1 0 0 0,0-1 0 0 0,6 3 0 0 0,6-4 0 0 0,-6-1 0 0 0,-4 1 0 0 0,-1-1 0 0 0,0 0 0 0 0,1 0-1 0 0,-1 0 1 0 0,0 0 0 0 0,0 0 0 0 0,0-1 0 0 0,0 1-1 0 0,0-1 1 0 0,0 0 0 0 0,0 0 0 0 0,0 0-1 0 0,-1 0 1 0 0,1 0 0 0 0,-1-1 0 0 0,0 1 0 0 0,3-4-1 0 0,-2 2 3 0 0,0 0-1 0 0,0 1 1 0 0,-1-1-1 0 0,0 0 1 0 0,0 0 0 0 0,0 0-1 0 0,0-1 1 0 0,0 1-1 0 0,-1 0 1 0 0,0-1-1 0 0,0 1 1 0 0,1-8-1 0 0,-7-17 287 0 0,5 29-281 0 0,0 0 0 0 0,0-1 0 0 0,0 1 0 0 0,0 0 0 0 0,0-1 0 0 0,-1 1 0 0 0,1 0 0 0 0,0-1-1 0 0,0 1 1 0 0,0 0 0 0 0,0-1 0 0 0,0 1 0 0 0,0 0 0 0 0,0 0 0 0 0,-1-1 0 0 0,1 1 0 0 0,0 0 0 0 0,0-1 0 0 0,0 1-1 0 0,-1 0 1 0 0,1 0 0 0 0,0 0 0 0 0,0-1 0 0 0,-1 1 0 0 0,1 0 0 0 0,0 0 0 0 0,-1 0 0 0 0,1-1 0 0 0,0 1 0 0 0,-1 0 0 0 0,1 0 0 0 0,0 0 0 0 0,0 0 0 0 0,-1 0 0 0 0,1 0 1 0 0,0-1-1 0 0,0 1 0 0 0,0 0 0 0 0,-1 0 0 0 0,1 0 0 0 0,0-1 0 0 0,0 1 0 0 0,0 0 1 0 0,0 0-1 0 0,-1 0 0 0 0,1-1 0 0 0,0 1 0 0 0,0 0 0 0 0,0 0 0 0 0,0-1 0 0 0,0 1 1 0 0,0 0-1 0 0,0 0 0 0 0,0-1 0 0 0,0 1 0 0 0,0-1 0 0 0,-1 0 16 0 0,1 0 0 0 0,-1 0 0 0 0,0 0-1 0 0,1 1 1 0 0,-1-1 0 0 0,0 0 0 0 0,0 0-1 0 0,1 0 1 0 0,-1 1 0 0 0,0-1 0 0 0,0 0-1 0 0,0 1 1 0 0,0-1 0 0 0,0 0 0 0 0,0 1 0 0 0,0-1-1 0 0,0 1 1 0 0,-2-1 0 0 0,-3-2 48 0 0,4 2-35 0 0,1 0 0 0 0,-1-1 0 0 0,0 1 0 0 0,0 0 0 0 0,0 1 0 0 0,1-1 0 0 0,-1 0 0 0 0,0 1 0 0 0,0-1 0 0 0,0 1 0 0 0,0-1 0 0 0,-1 1 0 0 0,1 0 0 0 0,0 0 0 0 0,0 0 0 0 0,0 0 0 0 0,0 0 0 0 0,0 0 0 0 0,0 1 0 0 0,0-1 0 0 0,0 1 0 0 0,0-1 0 0 0,0 1 0 0 0,0 0 0 0 0,-2 1 0 0 0,0 0 63 0 0,-1 0 0 0 0,1 1-1 0 0,0 0 1 0 0,0 0 0 0 0,0 0-1 0 0,0 0 1 0 0,0 1 0 0 0,-6 7-1 0 0,7-7-76 0 0,1 1-1 0 0,-1-1 0 0 0,1 1 1 0 0,0 0-1 0 0,0 0 0 0 0,1 0 1 0 0,-1 0-1 0 0,1 0 0 0 0,0 0 1 0 0,1 0-1 0 0,-1 10 0 0 0,2-7-21 0 0,3 1 0 0 0,2 2 0 0 0,3-2 0 0 0,4-3 0 0 0,4-1 0 0 0,-13-6 0 0 0,-1 0 0 0 0,3-1 0 0 0,0 0 0 0 0,-1 0 0 0 0,1 0 0 0 0,-1-1 0 0 0,0 0 0 0 0,0 0 0 0 0,0 0 0 0 0,0-1 0 0 0,0 0 0 0 0,6-7 0 0 0,-6 7 0 0 0,-3 2-3 0 0,0 0 0 0 0,0 0 0 0 0,-1 0 0 0 0,1 0 0 0 0,-1 0 0 0 0,0 0 0 0 0,1-1 0 0 0,-1 1 1 0 0,0 0-1 0 0,0-1 0 0 0,0 1 0 0 0,-1-1 0 0 0,1 1 0 0 0,-1-1 0 0 0,1 0 0 0 0,-1 1 0 0 0,0-5 0 0 0,0 6 2 0 0,0 0 1 0 0,0 0-1 0 0,0 0 1 0 0,0 0-1 0 0,0 0 1 0 0,0 0-1 0 0,0-1 0 0 0,0 1 1 0 0,-1 0-1 0 0,1 0 1 0 0,0 0-1 0 0,-1 0 1 0 0,1 0-1 0 0,-1 0 1 0 0,1 0-1 0 0,-1 0 0 0 0,0 0 1 0 0,1 0-1 0 0,-1 0 1 0 0,-1-1-1 0 0,-1-1 2 0 0,1 2 8 0 0,1-1 0 0 0,0 0 1 0 0,-1 1-1 0 0,0-1 0 0 0,1 1 0 0 0,-4-2 0 0 0,4 2 2 0 0,0 0 1 0 0,-1 0-1 0 0,1 1 0 0 0,0-1 0 0 0,0 1 1 0 0,0-1-1 0 0,0 1 0 0 0,0 0 0 0 0,-1-1 0 0 0,1 1 1 0 0,0 0-1 0 0,-2 0 0 0 0,-5 3 55 0 0,5-1-22 0 0,-13 3 128 0 0,12-4-145 0 0,0 1 0 0 0,0-1 0 0 0,0 1 0 0 0,0-1 0 0 0,0 1 0 0 0,0 0 0 0 0,1 0 0 0 0,-1 1 0 0 0,1-1 0 0 0,-1 1 0 0 0,-5 5 0 0 0,3 0-25 0 0,-1 0 0 0 0,1 0 0 0 0,1 1 0 0 0,0-1 0 0 0,0 1 0 0 0,0 0 0 0 0,-3 13 0 0 0,6 0-2 0 0,1-21 0 0 0,1 0 0 0 0,-1 0 0 0 0,1 1 0 0 0,0-1 0 0 0,0 0 0 0 0,-1 0 0 0 0,1 1 0 0 0,0-1 0 0 0,0 0 0 0 0,0 1 0 0 0,0-1 0 0 0,0 0 0 0 0,1 0 0 0 0,-1 1 0 0 0,0-1 0 0 0,1 2 0 0 0,1 4 0 0 0,-1 1 0 0 0,7 5 0 0 0,-5-11 0 0 0,0-1 0 0 0,5 3 0 0 0,-5-3 11 0 0,1-1-1 0 0,-1 1 1 0 0,0-1-1 0 0,1 0 1 0 0,-1 0-1 0 0,0 0 1 0 0,1-1-1 0 0,-1 1 1 0 0,0-1 0 0 0,1 0-1 0 0,-1 0 1 0 0,0 0-1 0 0,0 0 1 0 0,0 0-1 0 0,0-1 1 0 0,0 1-1 0 0,0-1 1 0 0,0 0-1 0 0,-1 0 1 0 0,6-4-1 0 0,-2 0-8 0 0,-1 0-1 0 0,1 0 0 0 0,-1 0 0 0 0,-1-1 0 0 0,1 0 0 0 0,-1 0 0 0 0,0 0 0 0 0,-1 0 0 0 0,1-1 0 0 0,1-8 0 0 0,2-2-2 0 0,-2 9 13 0 0,-5 0 36 0 0,-1 7-45 0 0,1 1 1 0 0,0-1-1 0 0,-1 1 0 0 0,1-1 0 0 0,-1 1 1 0 0,1-1-1 0 0,-1 1 0 0 0,0-1 0 0 0,0 1 1 0 0,0 0-1 0 0,0-1 0 0 0,0 1 0 0 0,-1-2 1 0 0,-1 1 15 0 0,3 1-16 0 0,0 0-1 0 0,-1 1 0 0 0,1-1 0 0 0,0 1 0 0 0,0-1 1 0 0,-1 1-1 0 0,1-1 0 0 0,-1 1 0 0 0,1-1 0 0 0,-1 1 1 0 0,1-1-1 0 0,0 1 0 0 0,-1 0 0 0 0,1-1 0 0 0,-1 1 1 0 0,0 0-1 0 0,1-1 0 0 0,-1 1 0 0 0,1 0 0 0 0,-1 0 0 0 0,1 0 1 0 0,-1-1-1 0 0,-1 1 0 0 0,0 0 10 0 0,2 0-12 0 0,-2-1 7 0 0,0 0 0 0 0,1 0 0 0 0,-1 0 0 0 0,0 0 0 0 0,1 1 0 0 0,-1-1 0 0 0,0 1 0 0 0,0-1 0 0 0,0 1 0 0 0,0 0 0 0 0,1 0 0 0 0,-1 0 0 0 0,0 0 1 0 0,0 0-1 0 0,0 0 0 0 0,0 0 0 0 0,1 0 0 0 0,-1 1 0 0 0,-3 0 0 0 0,-8 3 36 0 0,12-4-33 0 0,-1 1 0 0 0,0-1-1 0 0,1 1 1 0 0,-1-1 0 0 0,0 1 0 0 0,1 0-1 0 0,-1-1 1 0 0,1 1 0 0 0,-1 0-1 0 0,1 0 1 0 0,-3 3 0 0 0,-2 2 8 0 0,2-3 1 0 0,0 1-1 0 0,0 0 1 0 0,0 0 0 0 0,1 1 0 0 0,-1-1-1 0 0,-4 10 1 0 0,4-8-19 0 0,0 0 0 0 0,2 13 0 0 0,3 3 0 0 0,3-7 9 0 0,-1-12 12 0 0,-1 0 2 0 0,-2 0-14 0 0,1-2-6 0 0,-1-1 0 0 0,0 1 0 0 0,0 0 0 0 0,0-1 0 0 0,0 1 0 0 0,0-1 0 0 0,0 1-1 0 0,1-1 1 0 0,-1 1 0 0 0,0-1 0 0 0,0 1 0 0 0,1-1 0 0 0,-1 1 0 0 0,0-1 0 0 0,1 1 0 0 0,-1-1 0 0 0,0 1 0 0 0,2-1-1 0 0,0 3-7 0 0,1-1-1 0 0,0 0 1 0 0,-1 0-1 0 0,1 0 0 0 0,0-1 1 0 0,6 3-1 0 0,-8-3 0 0 0,1-1 1 0 0,0 0-1 0 0,0 1 0 0 0,-1-1 1 0 0,1 0-1 0 0,0 0 0 0 0,3-1 1 0 0,5 1 23 0 0,-5-1-18 0 0,-1 1 0 0 0,1-1 1 0 0,0 0-1 0 0,0 0 0 0 0,-1 0 1 0 0,1-1-1 0 0,-1 0 0 0 0,1 0 1 0 0,-1 0-1 0 0,1 0 0 0 0,-1-1 1 0 0,0 1-1 0 0,4-5 0 0 0,6-5-4 0 0,0-1-1 0 0,13-16 0 0 0,-16 16 4 0 0,-6 8 13 0 0,-1 0-1 0 0,0-1 1 0 0,0 0-1 0 0,0 1 1 0 0,4-10-1 0 0,-7 13-7 0 0,0 0 1 0 0,0 0-1 0 0,-1 0 1 0 0,1-1-1 0 0,0 1 0 0 0,-1 0 1 0 0,0 0-1 0 0,1 0 0 0 0,-1-1 1 0 0,0 1-1 0 0,0 0 0 0 0,0 0 1 0 0,0 0-1 0 0,-1-1 0 0 0,1 1 1 0 0,-1 0-1 0 0,1 0 0 0 0,-1 0 1 0 0,-1-4-1 0 0,1 5 0 0 0,0 0 0 0 0,0 1 0 0 0,1-1 0 0 0,-1 1 0 0 0,0-1 0 0 0,0 0 0 0 0,0 1 0 0 0,0-1 0 0 0,0 1 0 0 0,0 0 0 0 0,0-1-1 0 0,0 1 1 0 0,0 0 0 0 0,-2-1 0 0 0,-1 0 9 0 0,1 0-9 0 0,1 0 0 0 0,-1 1-1 0 0,1-1 1 0 0,-1 0 0 0 0,1 1 0 0 0,-1 0 0 0 0,1 0-1 0 0,-1-1 1 0 0,1 2 0 0 0,-1-1 0 0 0,0 0-1 0 0,1 0 1 0 0,-1 1 0 0 0,1-1 0 0 0,-4 2-1 0 0,-13 2 50 0 0,13-2-43 0 0,0 0-1 0 0,0 0 0 0 0,0 0 0 0 0,1 0 0 0 0,-1 1 1 0 0,1 0-1 0 0,-8 5 0 0 0,-1 2-117 0 0,-19 17 0 0 0,19-8-206 0 0,13-17 73 0 0,-1 1-1 0 0,1-1 1 0 0,-1 0-1 0 0,0 0 1 0 0,1 0-1 0 0,-4 3 1 0 0,4-5-586 0 0,1 0-158 0 0,0 0-644 0 0,0 0-277 0 0</inkml:trace>
</inkml:ink>
</file>

<file path=ppt/ink/ink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00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130 109 1376 0 0,'0'0'65'0'0,"0"0"199"0"0,0 0 814 0 0,0 0 354 0 0,0 0 67 0 0,0 0-87 0 0,0-2-440 0 0,0-11 544 0 0,0 12-805 0 0,0 1-79 0 0,-1-7 1655 0 0,-3-8-1323 0 0,4 14-495 0 0,0 1-44 0 0,-1-9 1143 0 0,-1 2-1249 0 0,-4-5 729 0 0,6 11-750 0 0,0 1-277 0 0,0 0 0 0 0,0 0 0 0 0,0-1-1 0 0,-1 1 1 0 0,1 0 0 0 0,0 0-1 0 0,0-1 1 0 0,0 1 0 0 0,0 0 0 0 0,0 0-1 0 0,-1 0 1 0 0,1-1 0 0 0,0 1-1 0 0,0 0 1 0 0,0 0 0 0 0,-1 0 0 0 0,1 0-1 0 0,0-1 1 0 0,0 1 0 0 0,0 0-1 0 0,-1 0 1 0 0,1 0 0 0 0,0 0-1 0 0,0 0 1 0 0,-1 0 0 0 0,1 0 0 0 0,0 0-1 0 0,0 0 1 0 0,-1 0 0 0 0,0 0-1 0 0,-10-1 402 0 0,8 1-94 0 0,-1 0-227 0 0,1 1 0 0 0,-1 0-1 0 0,0 0 1 0 0,1 0-1 0 0,-1 0 1 0 0,0 0-1 0 0,1 1 1 0 0,0-1-1 0 0,-1 1 1 0 0,1 0-1 0 0,-4 3 1 0 0,1-2 17 0 0,6-3-106 0 0,-1 0 1 0 0,1 1-1 0 0,-1-1 1 0 0,0 0-1 0 0,1 1 0 0 0,-1-1 1 0 0,1 0-1 0 0,0 1 1 0 0,-1-1-1 0 0,1 1 0 0 0,-1-1 1 0 0,1 0-1 0 0,0 1 1 0 0,-1-1-1 0 0,1 1 1 0 0,0 0-1 0 0,-1 0 0 0 0,1-1-8 0 0,0 0 0 0 0,0 0-1 0 0,0 0 1 0 0,0 1-1 0 0,0-1 1 0 0,0 0-1 0 0,-1 0 1 0 0,1 0 0 0 0,0 0-1 0 0,0 1 1 0 0,0-1-1 0 0,0 0 1 0 0,0 0 0 0 0,0 0-1 0 0,-1 0 1 0 0,1 0-1 0 0,0 1 1 0 0,0-1 0 0 0,0 0-1 0 0,0 0 1 0 0,-1 0-1 0 0,1 0 1 0 0,0 0 0 0 0,0 0-1 0 0,0 0 1 0 0,0 0-1 0 0,-1 0 1 0 0,1 0-1 0 0,0 0 1 0 0,0 0 0 0 0,0 0-1 0 0,-1 0 1 0 0,1 0-1 0 0,0 0 1 0 0,0 0 0 0 0,-1 0-1 0 0,1 0 1 0 0,0 0 0 0 0,0 0 0 0 0,-1 0 0 0 0,1 0-1 0 0,0 0 1 0 0,0 0 0 0 0,-1 0 0 0 0,1 0 0 0 0,0 0 0 0 0,0 0-1 0 0,0 0 1 0 0,-1 0 0 0 0,1 0 0 0 0,0 0 0 0 0,0 0 0 0 0,-1 1 0 0 0,1-1-1 0 0,0 0 1 0 0,0 0 0 0 0,0 0 0 0 0,-1 0 0 0 0,1 0 0 0 0,0 1-1 0 0,0-1 1 0 0,0 0 0 0 0,0 0 0 0 0,-1 0 0 0 0,1 1 0 0 0,0-1-1 0 0,0 0 1 0 0,-13 17 172 0 0,8-9-96 0 0,4-5-71 0 0,0-1 0 0 0,1 0 0 0 0,-1 1 0 0 0,1-1-1 0 0,-1 1 1 0 0,1-1 0 0 0,0 1 0 0 0,0 2 0 0 0,0-1 5 0 0,1 19 132 0 0,-1-20-142 0 0,0 1 20 0 0,8 10 20 0 0,-4-7 32 0 0,-1-3 1 0 0,0-1-1 0 0,1 0 0 0 0,-1-1 1 0 0,1 1-1 0 0,5 3 1 0 0,-2-2-60 0 0,-2-2 58 0 0,10 1-3 0 0,-2 2 5 0 0,-9-4-59 0 0,0 0 0 0 0,1 0-1 0 0,-1 0 1 0 0,0-1-1 0 0,1 1 1 0 0,-1-1 0 0 0,8-1-1 0 0,-2 1 6 0 0,-8 0-18 0 0,0 0 0 0 0,-1-1 0 0 0,1 1 0 0 0,0 0 0 0 0,-1-1 1 0 0,1 1-1 0 0,0-1 0 0 0,-1 0 0 0 0,1 0 0 0 0,-1 1 0 0 0,1-1 0 0 0,2-2 0 0 0,8-4 49 0 0,-8 5-41 0 0,-1 0 1 0 0,1-1-1 0 0,0 1 0 0 0,-1-1 0 0 0,7-5 0 0 0,-4 2-8 0 0,12-7 55 0 0,-8 2-23 0 0,-8 9-29 0 0,0 0 0 0 0,0 0 0 0 0,0-1-1 0 0,0 1 1 0 0,3-6 0 0 0,9-15 76 0 0,-14 21-67 0 0,1 2-15 0 0,-1-1 0 0 0,1 0 1 0 0,-1 0-1 0 0,1 1 0 0 0,-1-1 0 0 0,0 0 1 0 0,0 0-1 0 0,1 1 0 0 0,-1-1 1 0 0,0 0-1 0 0,0 0 0 0 0,0 0 1 0 0,0 0-1 0 0,0 1 0 0 0,0-1 0 0 0,0 0 1 0 0,0-1-1 0 0,0-8 12 0 0,-1 8 14 0 0,1 0 0 0 0,-1-1-1 0 0,0 1 1 0 0,0 0 0 0 0,0 0 0 0 0,-1 0-1 0 0,1 0 1 0 0,0 0 0 0 0,-1 0 0 0 0,1 0-1 0 0,-1 1 1 0 0,0-1 0 0 0,-2-2-1 0 0,-4-3 53 0 0,7 6-66 0 0,0 0-1 0 0,0 0 1 0 0,0 0-1 0 0,0 1 1 0 0,-1-1-1 0 0,1 0 0 0 0,0 1 1 0 0,-1-1-1 0 0,1 1 1 0 0,0 0-1 0 0,-1-1 1 0 0,1 1-1 0 0,0 0 1 0 0,-1 0-1 0 0,1 0 1 0 0,-1 0-1 0 0,1 0 0 0 0,-1 0 1 0 0,-1 1-1 0 0,-4-1-15 0 0,-7-1 50 0 0,9 1-37 0 0,0-1 1 0 0,0 1-1 0 0,0 0 1 0 0,0 1-1 0 0,0-1 1 0 0,-6 2-1 0 0,-14 7 42 0 0,16-6-53 0 0,3 5 0 0 0,-3-2 0 0 0,-5 4-2 0 0,11-7 3 0 0,2 0 11 0 0,-4 4 41 0 0,-20 28 129 0 0,20-26-154 0 0,4-8-24 0 0,0 0 1 0 0,0 0 0 0 0,0 0 0 0 0,0 1 0 0 0,1-1-1 0 0,-1 0 1 0 0,0 0 0 0 0,1 1 0 0 0,-1-1-1 0 0,1 0 1 0 0,-1 2 0 0 0,1-3-4 0 0,1 0 0 0 0,-1 0 0 0 0,0 0 0 0 0,0 1-1 0 0,0-1 1 0 0,0 0 0 0 0,0 0 0 0 0,0 0 0 0 0,0 0 0 0 0,0 0 0 0 0,0 0 0 0 0,0 0 0 0 0,0 0 0 0 0,0 0 0 0 0,0 0 0 0 0,0 0-1 0 0,0 1 1 0 0,0-1 0 0 0,0 0 0 0 0,0 0 0 0 0,0 0 0 0 0,0 0 0 0 0,0 0 0 0 0,0 0 0 0 0,0 0 0 0 0,0 0 0 0 0,0 0-1 0 0,0 0 1 0 0,0 0 0 0 0,0 0 0 0 0,-1 1 0 0 0,1-1 0 0 0,0 0 0 0 0,0 0 0 0 0,0 0 0 0 0,0 0 0 0 0,0 0 0 0 0,0 0 0 0 0,0 0-1 0 0,0 0 1 0 0,0 0 0 0 0,0 0 0 0 0,0 0 0 0 0,0 0 0 0 0,0 0 0 0 0,-1 0 0 0 0,1 0 0 0 0,0 0 0 0 0,0 0 0 0 0,0 0 0 0 0,0 0-1 0 0,0 0 1 0 0,0 0 0 0 0,0 0 0 0 0,0 0 0 0 0,0 0 0 0 0,-1 0 0 0 0,-1 1 1 0 0,1 8 80 0 0,1-5-66 0 0,1-1 45 0 0,12 13-14 0 0,-12-14-36 0 0,1 1-1 0 0,0-1 0 0 0,0 0 1 0 0,0 0-1 0 0,1 0 0 0 0,-1 0 1 0 0,0 0-1 0 0,1 0 0 0 0,-1-1 1 0 0,1 1-1 0 0,3 1 0 0 0,-3-1 3 0 0,-2-1-9 0 0,0 0-1 0 0,0-1 0 0 0,0 1 0 0 0,1-1 1 0 0,-1 1-1 0 0,0 0 0 0 0,0-1 1 0 0,1 0-1 0 0,-1 1 0 0 0,0-1 0 0 0,0 0 1 0 0,1 0-1 0 0,-1 0 0 0 0,0 1 0 0 0,1-1 1 0 0,-1-1-1 0 0,2 1 0 0 0,31 0 63 0 0,-32 0-63 0 0,0 0 1 0 0,0 0 0 0 0,0 0-1 0 0,0 0 1 0 0,0-1 0 0 0,0 1 0 0 0,0-1-1 0 0,3 0 1 0 0,0-2 15 0 0,0 0 0 0 0,0 0 0 0 0,0-1 0 0 0,6-6 0 0 0,-7 7-7 0 0,0 0 1 0 0,-1-1 0 0 0,0 0 0 0 0,0 0 0 0 0,0 0-1 0 0,0 0 1 0 0,0 0 0 0 0,-1-1 0 0 0,0 1 0 0 0,0-1-1 0 0,0 0 1 0 0,0 1 0 0 0,-1-1 0 0 0,2-8 0 0 0,-3 11-7 0 0,0-1 1 0 0,0 1-1 0 0,1-1 1 0 0,0 1-1 0 0,-1 0 1 0 0,2-4-1 0 0,-1 4-2 0 0,0 0 0 0 0,0-1 1 0 0,-1 1-1 0 0,1 0 0 0 0,-1-1 0 0 0,1-2 0 0 0,-1-2 3 0 0,0 6-3 0 0,0 0 0 0 0,1-1-1 0 0,-1 1 1 0 0,0 0-1 0 0,-1-1 1 0 0,1 1 0 0 0,0 0-1 0 0,0-1 1 0 0,0 1-1 0 0,-1 0 1 0 0,1-1 0 0 0,-1 1-1 0 0,1 0 1 0 0,-1 0-1 0 0,0-1 1 0 0,1 1 0 0 0,-1 0-1 0 0,0 0 1 0 0,0 0-1 0 0,-1-2 1 0 0,-12-9 49 0 0,8 4-42 0 0,-3 0 32 0 0,-11-2-33 0 0,7 7-10 0 0,10 2 0 0 0,-1 0 0 0 0,-13 3 0 0 0,13-2 0 0 0,0 1 0 0 0,0 0 0 0 0,0 0 0 0 0,0 0 0 0 0,1 0 0 0 0,-1 1 0 0 0,0-1 0 0 0,1 1 0 0 0,-1 0 0 0 0,1 0 0 0 0,-1 0 0 0 0,-4 5 0 0 0,-7 4 0 0 0,-8 10 0 0 0,17-12 0 0 0,2-1 1 0 0,2-1 15 0 0,3-3 2 0 0,-4 19 1 0 0,3-14-9 0 0,2 2-10 0 0,0-1 0 0 0,3 7 3 0 0,-3-14-4 0 0,0 0-13 0 0,-1-1-50 0 0,0 0 65 0 0,0 3-478 0 0,3-2-3217 0 0,6 3-1789 0 0,-7-5-1523 0 0</inkml:trace>
</inkml:ink>
</file>

<file path=ppt/ink/ink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01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63 7200 0 0,'0'0'330'0'0,"0"0"-8"0"0,0 0-102 0 0,0 0 352 0 0,0 0 178 0 0,0 0 33 0 0,-1-14 5438 0 0,0 13-6155 0 0,0 0-1 0 0,1 0 1 0 0,-1 1 0 0 0,0-1-1 0 0,0 1 1 0 0,1-1 0 0 0,-1 0-1 0 0,0 1 1 0 0,0-1 0 0 0,0 1-1 0 0,0 0 1 0 0,0-1 0 0 0,0 1-1 0 0,0 0 1 0 0,0 0 0 0 0,0-1-1 0 0,0 1 1 0 0,0 0 0 0 0,0 0-1 0 0,0 0 1 0 0,0 0 0 0 0,0 0-1 0 0,0 0 1 0 0,-2 1 0 0 0,-5-1 2445 0 0,7 9-1881 0 0,0-7-579 0 0,1-1 0 0 0,-1 1 0 0 0,0 0 0 0 0,0-1 0 0 0,0 1 0 0 0,0-1 0 0 0,0 1 0 0 0,-2 1 0 0 0,2-2-4 0 0,-1 0 1 0 0,1 0-1 0 0,0 1 1 0 0,0-1-1 0 0,0 0 1 0 0,0 1-1 0 0,1-1 1 0 0,-1 1-1 0 0,0-1 1 0 0,0 4-1 0 0,-5 11 235 0 0,5-14-245 0 0,0 1 0 0 0,0-1 0 0 0,1 0 0 0 0,-1 1 0 0 0,0-1 0 0 0,1 0 1 0 0,-1 5-1 0 0,-1 4 106 0 0,0 0 67 0 0,3-9-197 0 0,0 1 0 0 0,-1-1 0 0 0,1 0 0 0 0,1 1 1 0 0,-1-1-1 0 0,0 0 0 0 0,2 3 0 0 0,-1-1-13 0 0,-1-3 0 0 0,-1 0 0 0 0,1 0 0 0 0,0 0 0 0 0,0 0 0 0 0,-1 0 0 0 0,1 1 0 0 0,0-1 0 0 0,0-1 0 0 0,0 1 0 0 0,0 0 0 0 0,2 1 0 0 0,6 5 0 0 0,2-2 0 0 0,-7-4 0 0 0,7 0 0 0 0,12-8 0 0 0,-19 6 9 0 0,1-1-1 0 0,0 0 1 0 0,-1 0-1 0 0,1-1 1 0 0,-1 1-1 0 0,0-1 1 0 0,0 0-1 0 0,0 0 1 0 0,0-1-1 0 0,0 1 1 0 0,-1-1-1 0 0,1 0 1 0 0,-1 1-1 0 0,0-2 1 0 0,4-6-1 0 0,3-6 20 0 0,-7 14-9 0 0,0-1-1 0 0,-1 0 1 0 0,0 1-1 0 0,0-1 0 0 0,0 0 1 0 0,0-1-1 0 0,-1 1 1 0 0,1 0-1 0 0,-1 0 1 0 0,0-1-1 0 0,-1 1 1 0 0,1-7-1 0 0,0 8 29 0 0,-2 0 0 0 0,1 0-1 0 0,0 0 1 0 0,0 0 0 0 0,-1 0 0 0 0,0 0-1 0 0,0 0 1 0 0,0 0 0 0 0,0 1-1 0 0,-1-4 1 0 0,1 5-8 0 0,0-1 1 0 0,0 1-1 0 0,-1-1 0 0 0,1 1 0 0 0,0 0 1 0 0,0-1-1 0 0,-1 1 0 0 0,1 0 1 0 0,-1 0-1 0 0,1 0 0 0 0,-1 0 0 0 0,1 1 1 0 0,-1-1-1 0 0,1 0 0 0 0,-1 1 0 0 0,0-1 1 0 0,0 1-1 0 0,-2-1 0 0 0,-1-1 44 0 0,0 1 0 0 0,0 0 0 0 0,0 1 0 0 0,0-1 0 0 0,0 1 0 0 0,0 0 0 0 0,0 1 0 0 0,0-1 0 0 0,0 1 0 0 0,0 0 0 0 0,0 0 0 0 0,-7 3 0 0 0,-21 7 237 0 0,33-10-341 0 0,-1 0 0 0 0,0 0-1 0 0,0-1 1 0 0,1 1 0 0 0,-1 0 0 0 0,0 0 0 0 0,1 0 0 0 0,-1 0 0 0 0,1 0 0 0 0,-1 0-1 0 0,1 0 1 0 0,-1 0 0 0 0,1 0 0 0 0,0 0 0 0 0,-1 0 0 0 0,1 2 0 0 0,-1 1-59 0 0,-18 30-104 0 0,16-30 184 0 0,1 0 0 0 0,1 15 0 0 0,1-1 0 0 0,-1-13 0 0 0,1 0 0 0 0,0-1 0 0 0,0 1 0 0 0,0 0 0 0 0,1-1 0 0 0,-1 1 0 0 0,1 0 0 0 0,1-1 0 0 0,-1 1 0 0 0,0-1 0 0 0,1 0 0 0 0,0 1 0 0 0,4 5 0 0 0,3 10 111 0 0,-9-19-95 0 0,0-1 1 0 0,1 1-1 0 0,-1-1 1 0 0,0 1-1 0 0,1-1 1 0 0,-1 1 0 0 0,0 0-1 0 0,1-1 1 0 0,-1 1-1 0 0,1-1 1 0 0,-1 1-1 0 0,1-1 1 0 0,-1 0 0 0 0,1 1-1 0 0,-1-1 1 0 0,1 0-1 0 0,-1 1 1 0 0,2 0 0 0 0,-1-1 239 0 0,9 5 6 0 0,-4-5-258 0 0,-1 1-1 0 0,0-1 0 0 0,1 0 1 0 0,-1-1-1 0 0,1 1 0 0 0,-1-1 1 0 0,1 0-1 0 0,-1 0 1 0 0,0-1-1 0 0,1 1 0 0 0,-1-1 1 0 0,0-1-1 0 0,0 1 0 0 0,0-1 1 0 0,-1 1-1 0 0,1-1 0 0 0,-1-1 1 0 0,8-6-1 0 0,-4 3-3 0 0,-6 6 0 0 0,-1 0 0 0 0,1 0 0 0 0,-1 0 0 0 0,1 0 0 0 0,-1-1 0 0 0,0 1 0 0 0,0-1 0 0 0,0 1 0 0 0,1-1 0 0 0,-1 1 0 0 0,-1-1 0 0 0,1 0 0 0 0,0 1 0 0 0,0-1 0 0 0,-1 0 0 0 0,1 0 0 0 0,0-3 0 0 0,1-6 8 0 0,-1 9-4 0 0,-1 0 0 0 0,1-1 0 0 0,-1 1 0 0 0,1-1 0 0 0,-1 1 0 0 0,0 0 0 0 0,0-1 0 0 0,0 1 0 0 0,-1 0 0 0 0,1-1 0 0 0,0 1 0 0 0,-1 0 0 0 0,-1-4 0 0 0,2 5-4 0 0,0 0 0 0 0,0 1 0 0 0,-1-1 0 0 0,1 0 0 0 0,-1 1 0 0 0,1-1 0 0 0,-1 0-1 0 0,1 1 1 0 0,-1-1 0 0 0,1 0 0 0 0,-1 1 0 0 0,1-1 0 0 0,-1 1 0 0 0,0-1 0 0 0,1 1 0 0 0,-1-1 0 0 0,0 1 0 0 0,1 0-1 0 0,-1-1 1 0 0,0 1 0 0 0,0 0 0 0 0,1-1 0 0 0,-1 1 0 0 0,0 0 0 0 0,0 0 0 0 0,0 0 0 0 0,1 0 0 0 0,-1 0 0 0 0,-1 0-1 0 0,-1 0-4 0 0,0 1 0 0 0,0 0-1 0 0,0-1 1 0 0,1 1 0 0 0,-1 0-1 0 0,-3 2 1 0 0,-4 1-39 0 0,9-3-22 0 0,0 0 0 0 0,1 0-1 0 0,-1-1 1 0 0,0 1 0 0 0,1 0 0 0 0,-1 0-1 0 0,0 0 1 0 0,1 0 0 0 0,-1 0-1 0 0,1 0 1 0 0,-1 0 0 0 0,0 2 0 0 0,-1 1-701 0 0,-3 0-761 0 0</inkml:trace>
</inkml:ink>
</file>

<file path=ppt/ink/ink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04.6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77 7712 0 0,'0'0'356'0'0,"0"0"-8"0"0,0 0-98 0 0,0 0 428 0 0,0 0 214 0 0,0 0 41 0 0,0 0-16 0 0,0 0-105 0 0,0 0-48 0 0,0 0-10 0 0,0 0-34 0 0,0 0-135 0 0,0 0-60 0 0,-11 0 3572 0 0,9 0-3929 0 0,0 0-1 0 0,0 1 0 0 0,0-1 1 0 0,0 1-1 0 0,0 0 0 0 0,0 0 1 0 0,-4 2-1 0 0,3-2 124 0 0,-2 10 410 0 0,-2-2-568 0 0,5-7-5 0 0,2-2-121 0 0,0 0 0 0 0,-1 0 0 0 0,1 0-1 0 0,0 0 1 0 0,0 0 0 0 0,0 0 0 0 0,-1 1 0 0 0,1-1-1 0 0,0 0 1 0 0,0 0 0 0 0,0 0 0 0 0,-1 0-1 0 0,1 1 1 0 0,0-1 0 0 0,0 0 0 0 0,0 0-1 0 0,0 1 1 0 0,-1-1 0 0 0,1 0 0 0 0,0 0 0 0 0,0 0-1 0 0,0 1 1 0 0,0-1 0 0 0,0 0 0 0 0,0 0-1 0 0,0 1 1 0 0,0-1 0 0 0,0 0 0 0 0,0 1 0 0 0,0-1-1 0 0,0 0 1 0 0,0 0 0 0 0,0 1 0 0 0,0-1-1 0 0,0 0 1 0 0,0 0 0 0 0,0 1 0 0 0,0-1 0 0 0,1 0-1 0 0,1 11 74 0 0,-2-11-71 0 0,2 10 66 0 0,-2-6-67 0 0,5 4 35 0 0,-3-8-39 0 0,1 1 1 0 0,-1 0 0 0 0,0-1 0 0 0,1 0 0 0 0,-1 0 0 0 0,0 1 0 0 0,1-1 0 0 0,-1-1-1 0 0,1 1 1 0 0,-1 0 0 0 0,0 0 0 0 0,1-1 0 0 0,-1 0 0 0 0,0 1 0 0 0,0-1-1 0 0,3-1 1 0 0,42-61 139 0 0,-46 63-144 0 0,0-2-4 0 0,1 0-1 0 0,-1 0 0 0 0,1 0 1 0 0,-1 0-1 0 0,0 0 1 0 0,0-1-1 0 0,0 1 0 0 0,0 0 1 0 0,0 0-1 0 0,-1-1 0 0 0,1 1 1 0 0,-1-1-1 0 0,1 1 1 0 0,-1-5-1 0 0,0 6 12 0 0,0 0 0 0 0,0 0 0 0 0,0 0 0 0 0,0 0 0 0 0,0 0 0 0 0,0 0 0 0 0,0 0 0 0 0,0 0 0 0 0,-1-1-1 0 0,1 1 1 0 0,0 0 0 0 0,-1 0 0 0 0,1 1 0 0 0,-1-1 0 0 0,1 0 0 0 0,-1 0 0 0 0,0 0 0 0 0,1 0 0 0 0,-1 0 0 0 0,0 0 0 0 0,1 1 0 0 0,-3-2 0 0 0,0-2 46 0 0,1 3-63 0 0,0-1 0 0 0,0 0 0 0 0,0 1 0 0 0,0 0-1 0 0,-1-1 1 0 0,1 1 0 0 0,0 0 0 0 0,0 0 0 0 0,-1 0 0 0 0,-3 0 0 0 0,1-1 196 0 0,4 2-152 0 0,1 0 0 0 0,-1 0 0 0 0,0 0 0 0 0,1 0-1 0 0,-1 0 1 0 0,1 0 0 0 0,-1 0 0 0 0,0 0 0 0 0,1 0 0 0 0,-1 0 0 0 0,1 1 0 0 0,-1-1 0 0 0,0 0-1 0 0,1 0 1 0 0,-1 1 0 0 0,1-1 0 0 0,-1 0 0 0 0,1 1 0 0 0,-1-1 0 0 0,1 1 0 0 0,-1-1 0 0 0,1 0-1 0 0,-1 1 1 0 0,0 0 0 0 0,-7 5 382 0 0,4-4-347 0 0,0 1 0 0 0,1-1 1 0 0,-1 0-1 0 0,-4 5 0 0 0,4-4-12 0 0,1 0 0 0 0,-1 0 0 0 0,0-1-1 0 0,-6 4 1 0 0,9-5-29 0 0,-1 0 0 0 0,1 0 0 0 0,0 0 0 0 0,0 0 0 0 0,0 1 0 0 0,0-1 0 0 0,1 0 0 0 0,-1 1 0 0 0,0-1 0 0 0,0 1 0 0 0,1-1 0 0 0,-1 0 0 0 0,0 3 0 0 0,-3 16 119 0 0,3-16-135 0 0,1-3-11 0 0,0 1 0 0 0,-1-1 0 0 0,1 0 1 0 0,0 1-1 0 0,0-1 0 0 0,0 0 0 0 0,0 0 1 0 0,0 1-1 0 0,0-1 0 0 0,1 0 0 0 0,-1 1 0 0 0,1 0 1 0 0,1 10 37 0 0,1 3-27 0 0,0-11-12 0 0,0-3-2 0 0,-2 2 1 0 0,0-2 1 0 0,-1 0 1 0 0,1-1 0 0 0,0 1 0 0 0,-1 0-1 0 0,1 0 1 0 0,0-1 0 0 0,-1 1 0 0 0,1 0 0 0 0,0-1-1 0 0,0 1 1 0 0,0-1 0 0 0,-1 1 0 0 0,1-1-1 0 0,0 0 1 0 0,1 1 0 0 0,0 0 1 0 0,1 0-1 0 0,-1 0 1 0 0,1 0 0 0 0,-1 0 0 0 0,1 0-1 0 0,0-1 1 0 0,-1 1 0 0 0,1-1-1 0 0,-1 0 1 0 0,1 0 0 0 0,0 0 0 0 0,-1 0-1 0 0,1 0 1 0 0,0 0 0 0 0,-1-1 0 0 0,1 0-1 0 0,-1 1 1 0 0,1-1 0 0 0,4-2 0 0 0,-2 1-1 0 0,-1-1 1 0 0,0 1 0 0 0,0-1-1 0 0,0 0 1 0 0,-1 0 0 0 0,1 0-1 0 0,-1 0 1 0 0,1-1 0 0 0,-1 1-1 0 0,4-7 1 0 0,-3 4-128 0 0,-1 0 0 0 0,0 1 0 0 0,0-2 0 0 0,0 1 0 0 0,3-11 0 0 0,-6 10 90 0 0,0 6 36 0 0,0-1 0 0 0,0 1 0 0 0,0 0 0 0 0,0 0 0 0 0,-1-1 0 0 0,1 1 0 0 0,-1 0 0 0 0,1 0 0 0 0,0 0 0 0 0,-1-1 0 0 0,0 1 0 0 0,1 0 0 0 0,-1 0 0 0 0,0 0 0 0 0,0 0 0 0 0,1 0 0 0 0,-1 0 0 0 0,0 0 0 0 0,0 1 0 0 0,0-1 0 0 0,0 0 0 0 0,-2 0 0 0 0,-4-1 0 0 0,-10 2 222 0 0,15-1-117 0 0,-1 1-1 0 0,0 0 0 0 0,0 0 1 0 0,0 0-1 0 0,0 0 0 0 0,1 0 0 0 0,-1 1 1 0 0,0-1-1 0 0,0 1 0 0 0,1 0 1 0 0,-1 0-1 0 0,0 0 0 0 0,1 0 1 0 0,-4 2-1 0 0,0 1-20 0 0,3-2-112 0 0,-1 0 1 0 0,1 0 0 0 0,-1 1 0 0 0,1-1 0 0 0,0 1 0 0 0,0 0-1 0 0,0 0 1 0 0,0 0 0 0 0,-3 5 0 0 0,-3 3 179 0 0,8-10-136 0 0,0 0-1 0 0,0 0 1 0 0,0 0-1 0 0,0 0 1 0 0,0 0-1 0 0,1 0 1 0 0,-1 0-1 0 0,0 1 1 0 0,1-1-1 0 0,-1 0 1 0 0,1 0-1 0 0,-1 1 1 0 0,0 2-1 0 0,-12 26-82 0 0,13-18 65 0 0,-1-9 22 0 0,2 0 6 0 0,3 9-19 0 0,-2-5-7 0 0,6 2 0 0 0,2-2 0 0 0,-7-5 0 0 0,-1-2 0 0 0,16 0 0 0 0,-13 0 0 0 0,-1-1 0 0 0,0 1 0 0 0,0-1 0 0 0,1 0 0 0 0,-1 0 0 0 0,0 0 0 0 0,0-1 0 0 0,0 1 0 0 0,0-1 0 0 0,0 0 0 0 0,-1 0 0 0 0,1 0 0 0 0,4-4 0 0 0,-7 5 0 0 0,5-6 0 0 0,1 0 0 0 0,-1 0 0 0 0,0-1 0 0 0,-1 1 0 0 0,0-2 0 0 0,4-8 0 0 0,-8 16 0 0 0,0 0 0 0 0,0 0 0 0 0,-1-1 0 0 0,1 1 0 0 0,-1 0 0 0 0,1-1 0 0 0,-1 1 0 0 0,0 0 0 0 0,0-1 0 0 0,1 1 0 0 0,-1 0 0 0 0,0-1 0 0 0,0 1 0 0 0,0-1 0 0 0,0 1 0 0 0,-1 0 0 0 0,1-3 0 0 0,-1 0 0 0 0,-1 0 0 0 0,1 0 0 0 0,-1 0 0 0 0,0 0 0 0 0,0 0 0 0 0,-1 0 0 0 0,1 0 0 0 0,-1 1 0 0 0,0-1 0 0 0,0 1 0 0 0,0-1 0 0 0,0 1 0 0 0,-4-3 0 0 0,5 5 3 0 0,1 0 1 0 0,-1 1-1 0 0,1-1 0 0 0,-1 0 1 0 0,1 1-1 0 0,-1-1 0 0 0,0 1 1 0 0,1 0-1 0 0,-1-1 0 0 0,0 1 0 0 0,1 0 1 0 0,-1 0-1 0 0,0 0 0 0 0,1 0 1 0 0,-1 0-1 0 0,0 1 0 0 0,-2 0 0 0 0,-23 7 77 0 0,24-6-68 0 0,0-1 1 0 0,0 1-1 0 0,0 0 0 0 0,0 0 1 0 0,1 0-1 0 0,-1 0 1 0 0,1 0-1 0 0,-1 1 0 0 0,1-1 1 0 0,0 1-1 0 0,-3 5 1 0 0,-5 4 54 0 0,6-6-46 0 0,3-6-17 0 0,0 1-1 0 0,0 0 0 0 0,1 0 0 0 0,-1-1 0 0 0,0 1 0 0 0,1 0 0 0 0,-1 0 0 0 0,1 0 0 0 0,-1 0 0 0 0,1 0 0 0 0,-1 0 1 0 0,1 0-1 0 0,0 0 0 0 0,-1 0 0 0 0,1 0 0 0 0,0 0 0 0 0,0 2 0 0 0,-2 11 12 0 0,1-12-11 0 0,0 1 1 0 0,1 0 0 0 0,-1 0 0 0 0,1 0 0 0 0,-1 0 0 0 0,1-1 0 0 0,1 5-1 0 0,-1 1 7 0 0,5 0-11 0 0,4 5 0 0 0,-6-11 0 0 0,-1-1 0 0 0,7 0 0 0 0,-1 0 0 0 0,-5 0 0 0 0,0-1 0 0 0,0 0 0 0 0,0 0 0 0 0,0 0 0 0 0,0-1 0 0 0,5 0 0 0 0,30-10-4648 0 0,-29 10-3943 0 0</inkml:trace>
</inkml:ink>
</file>

<file path=ppt/ink/ink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06.7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0 1840 0 0,'0'0'173'0'0,"0"0"57"0"0,0 0 23 0 0,0 0 3 0 0,0 0 4 0 0,-5 9 900 0 0,-2-3-768 0 0,5-5 37 0 0,2-1 10 0 0,0 0-19 0 0,0 0-83 0 0,0 0-32 0 0,0 0-7 0 0,0 0-41 0 0,-1 2-165 0 0,-1 3-61 0 0,2-3 70 0 0,0-2 27 0 0,0 0 7 0 0,0 0-9 0 0,0 0-39 0 0,-3 0-2 0 0,-13 0 266 0 0,15 0-152 0 0,1 0 23 0 0,0 0 96 0 0,0 0 39 0 0,0 0 10 0 0,0 0 14 0 0,0 0 55 0 0,0 0 20 0 0,0 0 7 0 0,0 0-2 0 0,0 0-12 0 0,0 0-7 0 0,0 0-2 0 0,0 0-4 0 0,0 0-18 0 0,-11 1 2198 0 0,-1 6-1447 0 0,10-6-678 0 0,2-1 18 0 0,-1 2-69 0 0,-7 10-285 0 0,8-9-159 0 0,1-3 7 0 0,-1 1 1 0 0,0-1 0 0 0,0 0-1 0 0,0 0 1 0 0,0 0 0 0 0,0 0-1 0 0,0 0 1 0 0,0 0 0 0 0,0 1-1 0 0,0-1 1 0 0,0 0 0 0 0,0 0-1 0 0,0 0 1 0 0,0 0-1 0 0,0 0 1 0 0,0 1 0 0 0,0-1-1 0 0,0 0 1 0 0,0 0 0 0 0,0 0-1 0 0,0 0 1 0 0,0 0 0 0 0,0 1-1 0 0,0-1 1 0 0,0 0 0 0 0,0 0-1 0 0,0 0 1 0 0,0 0 0 0 0,0 0-1 0 0,0 0 1 0 0,0 1 0 0 0,0-1-1 0 0,-1 0 1 0 0,1 0-1 0 0,0 0 1 0 0,0 0 0 0 0,0 0-1 0 0,0 0 1 0 0,0 0 0 0 0,-1 1-1 0 0,0 1 55 0 0,0 1-1 0 0,0 0 0 0 0,0 0 0 0 0,1 0 0 0 0,-1 0 0 0 0,0 6 0 0 0,-1 6 83 0 0,1-13-116 0 0,1 0-1 0 0,0 0 1 0 0,0 0-1 0 0,1-1 1 0 0,-1 1-1 0 0,0 0 1 0 0,0 0-1 0 0,2 2 1 0 0,0 10 60 0 0,-2-2-24 0 0,0-5-11 0 0,1 1 0 0 0,-2-1 0 0 0,1 1 0 0 0,-4 14-1 0 0,3-17-9 0 0,0 0 1 0 0,0 0-1 0 0,1 10 0 0 0,-1 6 34 0 0,1-18-63 0 0,-1 0 1 0 0,1 0 0 0 0,1 0-1 0 0,-1 0 1 0 0,0 0 0 0 0,1 0-1 0 0,-1 0 1 0 0,3 4 0 0 0,-2-3 3 0 0,0 0 0 0 0,0 0 1 0 0,-1 0-1 0 0,1 5 1 0 0,-1 0 3 0 0,0 10 105 0 0,0-1 0 0 0,4 21-1 0 0,2 17-122 0 0,-3-34 88 0 0,-1 0 0 0 0,-1 0 0 0 0,-2 31 0 0 0,0-11-46 0 0,2-38-88 0 0,-1 0 1 0 0,1 0-1 0 0,0 1 1 0 0,0-1-1 0 0,2 5 1 0 0,1 8 374 0 0,-2-6 251 0 0,-1-5-491 0 0,0 0 0 0 0,0-1 0 0 0,0 1 0 0 0,1 0 0 0 0,3 8 0 0 0,-5-13-101 0 0,0-1-1 0 0,1 0 0 0 0,-1 0 0 0 0,0 0 0 0 0,0 0 1 0 0,0 1-1 0 0,0-1 0 0 0,0 0 0 0 0,1 0 1 0 0,-1 0-1 0 0,0 1 0 0 0,0-1 0 0 0,0 0 0 0 0,0 0 1 0 0,0 0-1 0 0,0 1 0 0 0,0-1 0 0 0,0 0 1 0 0,0 0-1 0 0,0 1 0 0 0,0-1 0 0 0,0 0 0 0 0,0 0 1 0 0,0 0-1 0 0,0 1 0 0 0,0-1 0 0 0,0 0 1 0 0,0 0-1 0 0,0 1 0 0 0,0-1 0 0 0,-1 0 1 0 0,0 4-20 0 0,6 7-65 0 0,-4-10 118 0 0,0 1 0 0 0,0 0-1 0 0,0 0 1 0 0,-1 0 0 0 0,1 0 0 0 0,-1 0 0 0 0,0-1 0 0 0,1 5 0 0 0,2 7 308 0 0,-2-12-314 0 0,-1 1 0 0 0,0-1 0 0 0,1 0 0 0 0,-1 0 0 0 0,0 0 0 0 0,0 0 0 0 0,0 1 0 0 0,0-1 0 0 0,0 0 0 0 0,0 0 0 0 0,0 0 0 0 0,0 0 0 0 0,-1 3 0 0 0,1-3-22 0 0,0 0 0 0 0,-1 0 0 0 0,1 0 1 0 0,0 1-1 0 0,0-1 0 0 0,0 0 0 0 0,0 0 1 0 0,0 0-1 0 0,0 0 0 0 0,0 0 0 0 0,1 1 0 0 0,-1-1 1 0 0,1 2-1 0 0,3 3 188 0 0,-3-5-43 0 0,-1 1-172 0 0,2 4 33 0 0,-1-5 70 0 0,-1 1-1 0 0,0 7-2 0 0,0-9-63 0 0,0 1 1 0 0,1-1-1 0 0,-1 1 1 0 0,0-1-1 0 0,0 1 1 0 0,1 0-1 0 0,-1-1 1 0 0,0 1-1 0 0,1-1 1 0 0,-1 1-1 0 0,1-1 1 0 0,-1 1-1 0 0,0-1 1 0 0,1 0-1 0 0,-1 1 1 0 0,1-1-1 0 0,-1 0 1 0 0,2 1 0 0 0,0 0-1 0 0,2 7 8 0 0,-4-7 18 0 0,0-1-89 0 0,2-1-22 0 0,0 0 61 0 0,-1-1-8 0 0,1 1-1 0 0,-1 0 1 0 0,0 0 0 0 0,1 0 0 0 0,-1-1-1 0 0,0 1 1 0 0,0-1 0 0 0,0 1-1 0 0,0-1 1 0 0,0 1 0 0 0,0-1 0 0 0,-1 0-1 0 0,1 1 1 0 0,1-4 0 0 0,4-10-593 0 0,1 1-5904 0 0,-2 1-355 0 0</inkml:trace>
</inkml:ink>
</file>

<file path=ppt/ink/ink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07.9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10 132 4288 0 0,'0'0'197'0'0,"0"0"87"0"0,0 0 280 0 0,0 0 120 0 0,-1-1 20 0 0,1-1-285 0 0,-1 0-1 0 0,0 0 1 0 0,1 1 0 0 0,-1-1-1 0 0,1 0 1 0 0,0 0 0 0 0,-1 0-1 0 0,1-2 1 0 0,0 4-322 0 0,0 0 0 0 0,0-1 0 0 0,0 1-1 0 0,0-1 1 0 0,0 1 0 0 0,0 0 0 0 0,0-1 0 0 0,0 1 0 0 0,0 0-1 0 0,0-1 1 0 0,-1 1 0 0 0,1 0 0 0 0,0 0 0 0 0,0-1 0 0 0,0 1-1 0 0,-1 0 1 0 0,1-1 0 0 0,0 1 0 0 0,0 0 0 0 0,0 0 0 0 0,-1-1-1 0 0,1 1 1 0 0,0 0 0 0 0,-1-1 0 0 0,1 1 3251 0 0,4 12-2975 0 0,0 0-1 0 0,3 22 0 0 0,-6-29-372 0 0,0-1 0 0 0,1 0 0 0 0,3 9 0 0 0,-4-9 0 0 0,1 0 0 0 0,0 0 0 0 0,1 9 0 0 0,5 17 0 0 0,-6-25 0 0 0,0 1 0 0 0,-1-1 0 0 0,1 1 0 0 0,0 7 0 0 0,-1-5 82 0 0,1 0-1 0 0,3 12 0 0 0,-3-13 56 0 0,0-1 0 0 0,0 1 0 0 0,-1 0 1 0 0,1 11-1 0 0,-1-8 80 0 0,0 0 0 0 0,4 18-1 0 0,-3-18-80 0 0,0 0-1 0 0,1 19 0 0 0,-2-15-321 0 0,3 24 1 0 0,-4-35 130 0 0,0 0 0 0 0,0 1 0 0 0,0-1 0 0 0,-1 1 0 0 0,0 4 0 0 0,0-5-14 0 0,1 0-1 0 0,-1 0 1 0 0,1 1-1 0 0,0-1 1 0 0,0 0 0 0 0,0 3-1 0 0,4 13-421 0 0,-2-10 774 0 0,-1 0 1 0 0,1 0-1 0 0,-1 10 1 0 0,-1-18-233 0 0,-1 1-1 0 0,1 0 1 0 0,0 0 0 0 0,0 0 0 0 0,0-1-1 0 0,1 1 1 0 0,-1 0 0 0 0,0 0 0 0 0,1-1-1 0 0,0 4 1 0 0,0-3-61 0 0,0 0-1 0 0,-1 0 1 0 0,1-1 0 0 0,-1 1-1 0 0,0 0 1 0 0,1 0-1 0 0,-1 0 1 0 0,0 0 0 0 0,0 0-1 0 0,-1 3 1 0 0,0 2 0 0 0,1-6 15 0 0,0 1 0 0 0,0 0 0 0 0,0 0 1 0 0,0 0-1 0 0,0-1 0 0 0,0 1 0 0 0,0 0 0 0 0,0 0 0 0 0,1-1 1 0 0,-1 1-1 0 0,1 0 0 0 0,-1 0 0 0 0,2 2 0 0 0,-1-2 43 0 0,-1 3 42 0 0,0-4 303 0 0,0-1 106 0 0,0 0 11 0 0,0 0-67 0 0,-4-15-278 0 0,-1-54-165 0 0,4 51 0 0 0,-1 1 0 0 0,-5-25 0 0 0,2 16 0 0 0,-1-7 0 0 0,2 13 0 0 0,0 1 0 0 0,-1-32 0 0 0,-4-106 0 0 0,9 150 18 0 0,1-12 456 0 0,-2-1 0 0 0,-3-19 0 0 0,4 35-399 0 0,-1 0-1 0 0,1 0 0 0 0,1 1 1 0 0,-1-1-1 0 0,2-8 1 0 0,0-9-410 0 0,-2 18 293 0 0,1-2 42 0 0,-1 0 0 0 0,0 0-1 0 0,0 0 1 0 0,-1 0 0 0 0,1 0 0 0 0,-1 1 0 0 0,0-1-1 0 0,-1 0 1 0 0,1 0 0 0 0,-1 0 0 0 0,0 1 0 0 0,0-1-1 0 0,0 1 1 0 0,-4-6 0 0 0,1 6 57 0 0,5 3 26 0 0,-6-19 74 0 0,6 19-95 0 0,0 1 16 0 0,0 1-11 0 0,0 14 30 0 0,0-1 0 0 0,1 1 0 0 0,1 0 0 0 0,6 23 0 0 0,-6-28-153 0 0,-1-1-1 0 0,1 1 0 0 0,-1 15 1 0 0,3 19-110 0 0,6 11 166 0 0,-4-18 0 0 0,-3-26 0 0 0,-1-1 0 0 0,1 22 0 0 0,0 116 366 0 0,-2-139-454 0 0,-1-1 1 0 0,4 14-1 0 0,-2-14 235 0 0,0 0 0 0 0,0 14 0 0 0,-2-17-115 0 0,0-1-1 0 0,1 0 0 0 0,0 0 0 0 0,-1 0 0 0 0,2 0 1 0 0,2 7-1 0 0,-4-10-28 0 0,0 0 0 0 0,1 0 0 0 0,-1-1 0 0 0,0 1 1 0 0,0 0-1 0 0,0 0 0 0 0,1 0 0 0 0,-1 0 0 0 0,0 0 0 0 0,0 0 0 0 0,-1 0 0 0 0,1 0 1 0 0,0 0-1 0 0,0 1 0 0 0,-1-1 6 0 0,1 0 0 0 0,0 0 0 0 0,0 0 0 0 0,0 0 0 0 0,0 0 0 0 0,0 0 0 0 0,0 0-1 0 0,0 0 1 0 0,0 0 0 0 0,0 0 0 0 0,0-1 0 0 0,0 1 0 0 0,1 0 0 0 0,-1 2 0 0 0,3 1 31 0 0,-2-3-27 0 0,0 0 1 0 0,0 1-1 0 0,0-1 1 0 0,-1 1-1 0 0,1 0 1 0 0,0-1-1 0 0,-1 1 1 0 0,0 0-1 0 0,1-1 1 0 0,-1 1 0 0 0,0 0-1 0 0,1-1 1 0 0,-1 1-1 0 0,0 0 1 0 0,-1 3-1 0 0,0 4 72 0 0,1-8-77 0 0,0 0-1 0 0,0 1 0 0 0,0-1 1 0 0,0 1-1 0 0,0-1 0 0 0,0 0 0 0 0,0 1 1 0 0,1-1-1 0 0,-1 1 0 0 0,0-1 1 0 0,1 0-1 0 0,-1 1 0 0 0,1-1 1 0 0,0 1-1 0 0,0 0-254 0 0,-1-2-78 0 0,4-5-578 0 0,-2-3-641 0 0,2 0-424 0 0</inkml:trace>
</inkml:ink>
</file>

<file path=ppt/ink/ink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35.2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86 12816 0 0,'0'0'289'0'0,"0"0"40"0"0,0 0 22 0 0,0 0-40 0 0,0 0-98 0 0,0 0 343 0 0,0 0 168 0 0,0 0 39 0 0,-1 1-44 0 0,-4 11 2412 0 0,5-12-3034 0 0,0 0 0 0 0,0 1-1 0 0,0-1 1 0 0,0 0 0 0 0,0 0 0 0 0,0 1 0 0 0,0-1 0 0 0,0 0 0 0 0,0 0 0 0 0,0 1 0 0 0,0-1 0 0 0,0 0 0 0 0,0 0 0 0 0,0 0-1 0 0,0 1 1 0 0,1-1 0 0 0,-1 0 0 0 0,0 0 0 0 0,0 1 0 0 0,0-1 0 0 0,0 0 0 0 0,0 0 0 0 0,1 0 0 0 0,-1 0 0 0 0,0 1 0 0 0,0-1-1 0 0,2 1 117 0 0,0-1-1 0 0,0 1 0 0 0,1-1 1 0 0,-1 0-1 0 0,0 0 0 0 0,0 1 1 0 0,0-1-1 0 0,3-1 0 0 0,0 1-484 0 0,-2 0 314 0 0,0 0 1 0 0,0-1 0 0 0,0 1-1 0 0,-1-1 1 0 0,1 1 0 0 0,0-1-1 0 0,-1 0 1 0 0,1 0 0 0 0,0 0 0 0 0,3-3-1 0 0,-2 2 40 0 0,0 0 0 0 0,0 0 0 0 0,0 0-1 0 0,6-1 1 0 0,73-26 69 0 0,-57 19-122 0 0,41-11-1 0 0,4 4-28 0 0,-50 10-2070 0 0,-13 6-670 0 0,-7 1 2734 0 0,2 12-2886 0 0,-3-10 2536 0 0,0 0-1 0 0,0 0 1 0 0,0 0-1 0 0,0 0 1 0 0,0 1-1 0 0,-1-1 1 0 0,1 0-1 0 0,0 0 1 0 0,-2 2-1 0 0,1 0-99 0 0,-4 12-1590 0 0</inkml:trace>
</inkml:ink>
</file>

<file path=ppt/ink/ink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35.6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52 9672 0 0,'-10'6'1032'0'0,"-13"9"2178"0"0,16-14-1197 0 0,7-2 5129 0 0,21 0-6779 0 0,0-1 1 0 0,23-6-1 0 0,6-1 880 0 0,-24 6-1101 0 0,82-16-423 0 0,-45 6 465 0 0,-51 10-384 0 0,0 1 0 0 0,18-1 0 0 0,-5-1-1138 0 0,-25 4 1311 0 0,0 0 1 0 0,0 0-1 0 0,1 0 1 0 0,-1 0-1 0 0,0 0 1 0 0,0 0-1 0 0,1 0 1 0 0,-1 0-1 0 0,0 0 1 0 0,0 0-1 0 0,1 0 1 0 0,-1 0 0 0 0,0 0-1 0 0,0 0 1 0 0,1 0-1 0 0,-1 0 1 0 0,0 0-1 0 0,0 0 1 0 0,1-1-1 0 0,-1 1 1 0 0,0 0-1 0 0,0 0 1 0 0,0 0-1 0 0,1 0 1 0 0,-1-1-1 0 0,0 1 1 0 0,0 0 0 0 0,0-1-1 0 0,1 1-55 0 0,-1 0 0 0 0,0 0 0 0 0,0 0 0 0 0,0-1 0 0 0,0 1 0 0 0,0 0 0 0 0,1 0 0 0 0,-1 0 0 0 0,0 0 0 0 0,0-1-1 0 0,0 1 1 0 0,0 0 0 0 0,1 0 0 0 0,-1 0 0 0 0,0 0 0 0 0,0 0 0 0 0,1 0 0 0 0,-1 0 0 0 0,0 0 0 0 0,0 0 0 0 0,0 0 0 0 0,1 0 0 0 0,-1 0 0 0 0,0 0 0 0 0,0 0 0 0 0,1 0 0 0 0,-1 0 0 0 0,0 0-1 0 0,1 0 1 0 0,4 0-1468 0 0,-2 0-1590 0 0,-3 0 727 0 0</inkml:trace>
</inkml:ink>
</file>

<file path=ppt/ink/ink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37.2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419 34 2760 0 0,'0'0'125'0'0,"-1"-7"22"0"0,0 5 781 0 0,0 0-1 0 0,0 0 1 0 0,0 0 0 0 0,0 1 0 0 0,0-1 0 0 0,-1 0-1 0 0,1 0 1 0 0,-1 1 0 0 0,1-1 0 0 0,-1 1 0 0 0,1-1-1 0 0,-1 1 1 0 0,-3-3 0 0 0,3 4-187 0 0,-3 0 431 0 0,2 2-990 0 0,-1 0 1 0 0,1-1-1 0 0,0 1 0 0 0,-1 0 0 0 0,1 1 1 0 0,0-1-1 0 0,0 1 0 0 0,1-1 0 0 0,-1 1 0 0 0,0 0 1 0 0,1 0-1 0 0,-3 4 0 0 0,-2 4 215 0 0,1 1 0 0 0,-6 14 0 0 0,7-17-228 0 0,-65 153 946 0 0,49-118-1048 0 0,-18 36 135 0 0,25-55-170 0 0,-18 22 0 0 0,10-18-100 0 0,11-14-51 0 0,0-1 1 0 0,-22 21-1 0 0,20-22-107 0 0,9-9-19 0 0,-1 1 1 0 0,1-1 0 0 0,-1-1 0 0 0,0 1 0 0 0,0-1 0 0 0,-6 4-1 0 0,9-6-527 0 0,2-1-589 0 0,0 0-263 0 0,0 0-52 0 0,-1-2 102 0 0,0-1 1185 0 0,-1-1 0 0 0,1 1 1 0 0,0 0-1 0 0,0-1 0 0 0,0 0 1 0 0,0 1-1 0 0,1-1 1 0 0,-1 0-1 0 0,1-5 0 0 0,3-39-2445 0 0,-1 11 2029 0 0,-2-18 3491 0 0,10-64-1 0 0,-9 91-1187 0 0,-1 24-1224 0 0,-1 1-1 0 0,1-1 0 0 0,1 1 1 0 0,-1-1-1 0 0,0 1 0 0 0,1-1 1 0 0,0 1-1 0 0,0 0 0 0 0,0-1 1 0 0,0 1-1 0 0,2-3 1 0 0,1-12 2380 0 0,-3 15-2477 0 0,0 1 487 0 0,-1 2-100 0 0,0 0-41 0 0,0 0-10 0 0,2 0-411 0 0,0 1 0 0 0,1 0 0 0 0,-1 0 0 0 0,0 0 0 0 0,0 0 0 0 0,0 0 0 0 0,0 1 0 0 0,0-1 0 0 0,3 3 0 0 0,-1 0 46 0 0,5 2 107 0 0,-1 0 0 0 0,-1 0 0 0 0,1 1 0 0 0,-1 0 0 0 0,12 16 0 0 0,-8-9-141 0 0,20 21 1 0 0,-24-27-103 0 0,40 34 105 0 0,-3-2 66 0 0,-17-16-110 0 0,3 0-73 0 0,-21-18 0 0 0,-1 1 0 0 0,13 12 0 0 0,-15-13-290 0 0,1 0 0 0 0,13 9 0 0 0,-2-2-610 0 0,-16-11-432 0 0,-2-2-1204 0 0,0 0-4577 0 0</inkml:trace>
</inkml:ink>
</file>

<file path=ppt/ink/ink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38.0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11 146 14336 0 0,'0'0'330'0'0,"0"0"45"0"0,0 0 17 0 0,0 0-47 0 0,-1 0-271 0 0,1-1 1 0 0,-1 0-1 0 0,0 1 0 0 0,0-1 0 0 0,1 0 0 0 0,-1 1 0 0 0,0-1 1 0 0,1 0-1 0 0,-1 0 0 0 0,0-1 0 0 0,0-1 164 0 0,1 0-1 0 0,-1 1 1 0 0,1-1-1 0 0,0 0 1 0 0,0 1-1 0 0,0-1 1 0 0,0 0 0 0 0,0 0-1 0 0,0 1 1 0 0,1-1-1 0 0,-1 0 1 0 0,1 1-1 0 0,0-1 1 0 0,0 1-1 0 0,2-5 1 0 0,1 1 104 0 0,0 0 1 0 0,1 0-1 0 0,-1 0 1 0 0,9-6-1 0 0,7-11 77 0 0,-19 22-408 0 0,0-1 0 0 0,0 1-1 0 0,0 0 1 0 0,1 0 0 0 0,-1 0 0 0 0,0-1 0 0 0,0 1 0 0 0,1 0-1 0 0,-1 1 1 0 0,0-1 0 0 0,1 0 0 0 0,-1 0 0 0 0,1 0 0 0 0,2 0-1 0 0,18-8 21 0 0,-19 8-31 0 0,0 0 0 0 0,-1 0 0 0 0,1 0 0 0 0,0 1 0 0 0,0-1 0 0 0,0 1 0 0 0,0 0 0 0 0,3 0 0 0 0,-5 0 0 0 0,-1 0 0 0 0,1 0 0 0 0,-1 0 0 0 0,1 0 0 0 0,-1 0 0 0 0,1 0 0 0 0,-1 0 0 0 0,1 0 0 0 0,-1 0 0 0 0,1 0 0 0 0,-1 1 0 0 0,0-1 0 0 0,1 0 0 0 0,-1 0 0 0 0,1 0 0 0 0,-1 1 0 0 0,1-1 0 0 0,2 3 0 0 0,-1 0 0 0 0,1 0 0 0 0,-1 0 0 0 0,0 1 0 0 0,0-1 0 0 0,0 1 0 0 0,0-1 0 0 0,0 1 0 0 0,-1-1 0 0 0,0 1 0 0 0,0 0 0 0 0,0 0 0 0 0,1 5 0 0 0,-1-1-5 0 0,0 0-1 0 0,0-1 1 0 0,-1 1-1 0 0,0 0 1 0 0,-1-1-1 0 0,0 1 1 0 0,0 0-1 0 0,0-1 0 0 0,-1 1 1 0 0,0-1-1 0 0,-1 1 1 0 0,-5 11-1 0 0,-24 49 6 0 0,-12 21 0 0 0,15-25 64 0 0,24-55-64 0 0,5 1 11 0 0,0-8 45 0 0,1-1 19 0 0,1 0-69 0 0,22 9 216 0 0,-22-9-192 0 0,-1-1 0 0 0,1 1 0 0 0,-1-1 1 0 0,1 0-1 0 0,0 0 0 0 0,-1 1 1 0 0,1-1-1 0 0,0 0 0 0 0,-1-1 0 0 0,1 1 1 0 0,0 0-1 0 0,-1 0 0 0 0,3-1 1 0 0,25-8 465 0 0,-22 7-481 0 0,0 0 0 0 0,0 0 0 0 0,0-1-1 0 0,9-4 1 0 0,32-14-204 0 0,-39 16 69 0 0,0 0 1 0 0,1 1-1 0 0,9-2 1 0 0,9-5-203 0 0,-23 9 341 0 0,7-3-1045 0 0,1-2 0 0 0,0 1 0 0 0,-1-1 0 0 0,11-10 0 0 0,-4 1-605 0 0</inkml:trace>
</inkml:ink>
</file>

<file path=ppt/ink/ink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39.0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331 9 15632 0 0,'0'0'356'0'0,"0"0"49"0"0,0 0 21 0 0,0 0-42 0 0,0 0-145 0 0,1-7 734 0 0,-3 6 3307 0 0,-1 2-4247 0 0,1 0 0 0 0,-1 0 0 0 0,1 1 0 0 0,0-1 1 0 0,0 1-1 0 0,0 0 0 0 0,0-1 0 0 0,0 1 0 0 0,0 0 0 0 0,0 0 0 0 0,1 0 0 0 0,-1 0 0 0 0,1 1 0 0 0,-3 3 0 0 0,-2 7 247 0 0,-8 22 0 0 0,1-3 38 0 0,-41 69-6 0 0,37-71-267 0 0,-1-1 0 0 0,-28 32 0 0 0,37-48-42 0 0,-92 107-963 0 0,82-96-76 0 0,18-22 294 0 0,1-2-24 0 0,0 0-159 0 0,0 0-662 0 0,0 0-291 0 0,4-34-4933 0 0,-1 22 5455 0 0,0 1 0 0 0,6-13 0 0 0,-6 16 1104 0 0,-1 1 0 0 0,0-1 0 0 0,2-12 0 0 0,0-2 29 0 0,-1 1-33 0 0,-1-1 1 0 0,-1 1 0 0 0,0 0 0 0 0,-5-33-1 0 0,1-16 6898 0 0,3-30 1349 0 0,0 98-7084 0 0,0 2-90 0 0,0 0-38 0 0,0 0-10 0 0,0 0-69 0 0,0 0-285 0 0,0 0-126 0 0,1 0-255 0 0,0 0 0 0 0,-1 1 0 0 0,1-1-1 0 0,0 0 1 0 0,0 1 0 0 0,0-1 0 0 0,-1 0 0 0 0,1 1-1 0 0,0-1 1 0 0,0 1 0 0 0,-1 0 0 0 0,2 0 0 0 0,0 1 56 0 0,2 0 54 0 0,0 1 0 0 0,0 0 0 0 0,-1 0 0 0 0,1 0 0 0 0,-1 0 0 0 0,0 0 0 0 0,0 1 0 0 0,5 6 0 0 0,-1 1 157 0 0,10 22 0 0 0,72 130-145 0 0,-69-129-152 0 0,4 14-2695 0 0,-21-42 2168 0 0,-1 0-1 0 0,0 0 1 0 0,0 0 0 0 0,-1 0-1 0 0,1 0 1 0 0,-1 11 0 0 0,7-10-2112 0 0,-5-5-4251 0 0,9 1 3210 0 0,-11-3 3532 0 0,0 0 0 0 0,-1 1 0 0 0,1-1 0 0 0,0 0 0 0 0,0 0 0 0 0,0 1 0 0 0,0-1 0 0 0,0 0 0 0 0,0 0 0 0 0,0 0 0 0 0,0 0 0 0 0,0 0 0 0 0,0 0 0 0 0,0-1 0 0 0,0 1 0 0 0,1 0 0 0 0,0-1 422 0 0,0-1 1 0 0,0 1-1 0 0,0 0 0 0 0,0 0 1 0 0,0-1-1 0 0,0 1 0 0 0,0-1 1 0 0,0 0-1 0 0,0 0 0 0 0,-1 0 1 0 0,1 1-1 0 0,-1-1 0 0 0,2-3 1 0 0,15-33 5107 0 0,-5 11-2349 0 0,4-10 316 0 0,-14 29-2816 0 0,0 0-1 0 0,1 0 1 0 0,0 0-1 0 0,1 1 1 0 0,0 0-1 0 0,6-8 1 0 0,-2 4-40 0 0,-8 9-407 0 0,1 0 0 0 0,-1 0-1 0 0,1 0 1 0 0,0 0 0 0 0,0 0 0 0 0,0 1-1 0 0,0-1 1 0 0,3-1 0 0 0,15-9 499 0 0,-16 9-531 0 0,0 1 1 0 0,1 0-1 0 0,-1-1 1 0 0,8-1-1 0 0,-5 1 9 0 0,-1 2-1 0 0,1-1 0 0 0,0 1 1 0 0,-1 0-1 0 0,9 0 0 0 0,-14 1-55 0 0,1 0-1 0 0,-1 0 0 0 0,1 0 0 0 0,-1 0 1 0 0,0 0-1 0 0,1 0 0 0 0,-1 1 1 0 0,0-1-1 0 0,1 0 0 0 0,-1 1 1 0 0,0-1-1 0 0,1 1 0 0 0,-1 0 1 0 0,0-1-1 0 0,0 1 0 0 0,0 0 1 0 0,0 0-1 0 0,0 0 0 0 0,0 0 0 0 0,0 0 1 0 0,0 0-1 0 0,0 0 0 0 0,0 0 1 0 0,0 0-1 0 0,0 0 0 0 0,-1 1 1 0 0,1-1-1 0 0,-1 0 0 0 0,1 0 1 0 0,-1 1-1 0 0,1 1 0 0 0,5 10-10 0 0,-5-12 0 0 0,0 1 0 0 0,-1-1 0 0 0,1 1 0 0 0,0-1 0 0 0,-1 1 0 0 0,1-1 0 0 0,-1 1 0 0 0,1 0 0 0 0,-1 1 0 0 0,-1 6-8 0 0,0 0 0 0 0,0-1 0 0 0,-1 1 0 0 0,-4 9 1 0 0,-1 10-27 0 0,6-25 24 0 0,0-1 0 0 0,0 1 0 0 0,-1-1 0 0 0,1 1 1 0 0,0-1-1 0 0,-1 0 0 0 0,1 0 0 0 0,-4 4 0 0 0,3-4-7 0 0,1 0 0 0 0,-1 0 1 0 0,1 0-1 0 0,-1 0 0 0 0,1 1 0 0 0,-2 3 0 0 0,2-4-3 0 0,1-1-1 0 0,-1 1 1 0 0,0-1-1 0 0,0 1 0 0 0,1-1 1 0 0,-1 0-1 0 0,0 0 1 0 0,0 1-1 0 0,0-1 1 0 0,0 0-1 0 0,-2 2 1 0 0,1-2 10 0 0,1 0-54 0 0,1-1 0 0 0,8-9 0 0 0,7-16 0 0 0,-2 10-34 0 0,-9 11 55 0 0,0-1 0 0 0,0 0-1 0 0,0 1 1 0 0,1 0 0 0 0,-1 0 0 0 0,1 0-1 0 0,0 1 1 0 0,0-1 0 0 0,1 1-1 0 0,-1 0 1 0 0,8-2 0 0 0,-8 3 12 0 0,-1 1 0 0 0,1-1 0 0 0,0 1 1 0 0,0 1-1 0 0,-1-1 0 0 0,1 1 0 0 0,0 0 0 0 0,0 0 0 0 0,0 0 1 0 0,0 1-1 0 0,-1-1 0 0 0,1 1 0 0 0,0 1 0 0 0,4 1 0 0 0,4 3 31 0 0,-11-2 0 0 0,-1-1 0 0 0,1 1 0 0 0,0-3 0 0 0,-1 1 0 0 0,0-1 0 0 0,0 1 0 0 0,0 0 0 0 0,0-1 0 0 0,0 1 0 0 0,0 0 0 0 0,0 0 0 0 0,-1 0 0 0 0,1 0 0 0 0,0 0 0 0 0,-1 0 0 0 0,0 0 0 0 0,1 0 0 0 0,-1 0 0 0 0,0 0 0 0 0,0 0 0 0 0,-1 3 0 0 0,-2 18 0 0 0,3-18 0 0 0,-1 0 0 0 0,0 1 0 0 0,0-1 0 0 0,0 0 0 0 0,-3 6 0 0 0,0-2-47 0 0,-1 1-1 0 0,0 0 0 0 0,-1-1 1 0 0,0 0-1 0 0,-12 13 0 0 0,-41 35-534 0 0,29-30 322 0 0,24-23-157 0 0,1 0-1 0 0,-1 0 0 0 0,0 0 1 0 0,-1 0-1 0 0,1-1 1 0 0,-1 0-1 0 0,-10 3 0 0 0,3-2-780 0 0,0 0 0 0 0,-21 2 0 0 0,4-5-818 0 0</inkml:trace>
</inkml:ink>
</file>

<file path=ppt/ink/ink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39.5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80 5984 0 0,'-2'0'464'0'0,"-2"1"-285"0"0,0 0 1 0 0,0 0-1 0 0,1 0 1 0 0,-8 3-1 0 0,-9 3 2717 0 0,19-7-2570 0 0,0 0 1 0 0,-1 1-1 0 0,1-1 0 0 0,-1 0 1 0 0,1 1-1 0 0,0-1 0 0 0,0 1 0 0 0,-1-1 1 0 0,1 1-1 0 0,0 0 0 0 0,0-1 1 0 0,-1 1-1 0 0,1 0 0 0 0,0 0 1 0 0,0 0-1 0 0,0 0 0 0 0,0 0 1 0 0,-1 2-1 0 0,-5-1 573 0 0,6-2 3539 0 0,3 1-4284 0 0,1 0-1 0 0,0 0 1 0 0,0 0 0 0 0,0 0-1 0 0,0-1 1 0 0,0 1-1 0 0,0-1 1 0 0,0 0 0 0 0,0 0-1 0 0,5-1 1 0 0,6 1 80 0 0,-2-1-28 0 0,-1 0-1 0 0,0-1 1 0 0,13-4-1 0 0,18-2 120 0 0,-18 4-182 0 0,27-9 0 0 0,-16 4 103 0 0,-2 0 89 0 0,11-2 50 0 0,7-2-343 0 0,-37 9-12 0 0,1 0 1 0 0,24-2-1 0 0,39-6 101 0 0,-36 4-97 0 0,-33 7-33 0 0,-1-1-4 0 0,1 1 0 0 0,-1 1 0 0 0,10 0 1 0 0,-16 0-58 0 0,-4 2-123 0 0,1 1 0 0 0,0 0 0 0 0,-1-1 0 0 0,0 1 0 0 0,0-1 0 0 0,1 1 0 0 0,-1-1 0 0 0,0 0 0 0 0,-1 0 1 0 0,-2 3-1 0 0,3-4-972 0 0,0-1-1330 0 0,-5 3-5136 0 0</inkml:trace>
</inkml:ink>
</file>

<file path=ppt/ink/ink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40.2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7 137 10856 0 0,'0'0'241'0'0,"0"0"38"0"0,0 0 14 0 0,0 0-21 0 0,-4 2 807 0 0,1-1 707 0 0,3-2 4575 0 0,8-4-6094 0 0,-1 1 1 0 0,1-1-1 0 0,0 1 0 0 0,12-4 0 0 0,-15 7-227 0 0,7-4 280 0 0,1 1 0 0 0,18-3 0 0 0,-18 4-93 0 0,0 0-1 0 0,16-6 1 0 0,-18 4-194 0 0,6-2-30 0 0,0 1 0 0 0,19-5 0 0 0,26-10-593 0 0,-13 8 547 0 0,8-1-141 0 0,-19 11-4733 0 0,-38 3-1934 0 0</inkml:trace>
</inkml:ink>
</file>

<file path=ppt/ink/ink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40.6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27 10136 0 0,'-15'-9'1049'0'0,"15"8"-897"0"0,-1 1 0 0 0,0-1 0 0 0,0 0 0 0 0,1 1-1 0 0,-1-1 1 0 0,0 0 0 0 0,1 1 0 0 0,-1-1 0 0 0,1 0 0 0 0,-1 0 0 0 0,1 0 0 0 0,0 0-1 0 0,-1 0 1 0 0,1 1 0 0 0,0-1 0 0 0,-1-2 0 0 0,1 2-38 0 0,-1-1 835 0 0,1 2-3 0 0,0 3 5962 0 0,4 7-4996 0 0,6 21-2043 0 0,5 57 493 0 0,-13-79-316 0 0,0 0-1 0 0,0 0 0 0 0,8 15 1 0 0,3 15 328 0 0,-4-11-261 0 0,-6-20-95 0 0,-1 0 1 0 0,3 12-1 0 0,2 14-81 0 0,-4-26 15 0 0,-2-1 0 0 0,1 1-1 0 0,0 14 1 0 0,-2-13-28 0 0,1 0 0 0 0,0 0 0 0 0,1-1 0 0 0,0 1 0 0 0,3 10-1 0 0,4 7-4487 0 0,-6-18 1621 0 0,2 8-4516 0 0</inkml:trace>
</inkml:ink>
</file>

<file path=ppt/ink/ink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41.0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327 35 13824 0 0,'0'0'629'0'0,"-1"-1"-12"0"0,-4-3-393 0 0,1-4-125 0 0,0-8 1275 0 0,4 15-794 0 0,0 1 286 0 0,-12-4 4268 0 0,12 4-5129 0 0,-1 0-1 0 0,0 0 1 0 0,1 0 0 0 0,-1 0-1 0 0,1 0 1 0 0,-1 0-1 0 0,0 0 1 0 0,1 0-1 0 0,-1 0 1 0 0,0 0 0 0 0,1 0-1 0 0,-1 0 1 0 0,1 1-1 0 0,-1-1 1 0 0,0 0-1 0 0,1 0 1 0 0,-1 1-1 0 0,1-1 1 0 0,-1 0 0 0 0,1 1-1 0 0,-1-1 1 0 0,1 1-1 0 0,-1-1 1 0 0,1 1-1 0 0,-1-1 1 0 0,1 1 0 0 0,0-1-1 0 0,-1 1 1 0 0,1-1-1 0 0,0 1 1 0 0,-1-1-1 0 0,1 1 1 0 0,0-1 0 0 0,0 1-1 0 0,0 0 1 0 0,-1-1-1 0 0,1 2 1 0 0,0 0-7 0 0,-12 14 2 0 0,10-14 0 0 0,1-1 0 0 0,-1 1 0 0 0,1 0 0 0 0,0 0 0 0 0,0-1 0 0 0,-2 5 0 0 0,0 3-2 0 0,0 1 1 0 0,1-1-1 0 0,-3 18 0 0 0,-3 14 40 0 0,-1-8 164 0 0,-2 0 1 0 0,-2-1-1 0 0,-29 55 0 0 0,15-39-305 0 0,14-24-103 0 0,-25 34-1 0 0,12-22-481 0 0,-3 3-1814 0 0,8-14-3947 0 0,12-16 309 0 0</inkml:trace>
</inkml:ink>
</file>

<file path=ppt/ink/ink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41.3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73 8752 0 0,'0'-2'398'0'0,"-1"-4"-139"0"0,1-1 0 0 0,-1 1 0 0 0,0 0 0 0 0,-1 0 0 0 0,1 0-1 0 0,-1 0 1 0 0,-4-8 0 0 0,5 5 4458 0 0,0 5 2704 0 0,6 6-7315 0 0,-1 0 0 0 0,0 0-1 0 0,0 1 1 0 0,0 0 0 0 0,0 0-1 0 0,0 0 1 0 0,-1 0 0 0 0,7 8-1 0 0,3 2 0 0 0,6 5-48 0 0,-11-10-37 0 0,18 15-1 0 0,-12-13 45 0 0,0 1-1 0 0,0 1 0 0 0,19 22 1 0 0,-7-5-43 0 0,-16-19-164 0 0,17 22 1 0 0,-15-16-171 0 0,-9-12 180 0 0,1 0 1 0 0,-2 0 0 0 0,1 1-1 0 0,4 6 1 0 0,10 30-3895 0 0,-12-31-3136 0 0</inkml:trace>
</inkml:ink>
</file>

<file path=ppt/ink/ink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41.6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76 6912 0 0,'0'0'528'0'0,"0"-1"-342"0"0,2-23 5217 0 0,-2 24-5271 0 0,0-1-1 0 0,0 1 1 0 0,0-1-1 0 0,1 1 1 0 0,-1-1-1 0 0,0 1 1 0 0,0 0 0 0 0,0-1-1 0 0,0 1 1 0 0,0-1-1 0 0,0 1 1 0 0,0-1 0 0 0,0 1-1 0 0,-1-1 1 0 0,1 1-1 0 0,0-1 1 0 0,0 1 0 0 0,0-1-1 0 0,0 1 1 0 0,-1-1-1 0 0,1 1 1 0 0,-1-1 0 0 0,1 1-73 0 0,0 0 1 0 0,0-1 0 0 0,0 1 0 0 0,0 0 0 0 0,0-1 0 0 0,0 1 0 0 0,0 0 0 0 0,0 0 0 0 0,0-1 0 0 0,0 1 0 0 0,0 0 0 0 0,0 0 0 0 0,0-1 0 0 0,0 1-1 0 0,0 0 1 0 0,1 0 0 0 0,-1-1 0 0 0,0 1 0 0 0,0 0 0 0 0,0 0 0 0 0,0-1 0 0 0,0 1 0 0 0,1 0 0 0 0,-1 0 0 0 0,0 0 0 0 0,0-1 0 0 0,1 1 0 0 0,1-4 1329 0 0,-1 2-1241 0 0,0 1 0 0 0,-1-1 0 0 0,1 1-1 0 0,0 0 1 0 0,0 0 0 0 0,0 0 0 0 0,0-1 0 0 0,0 1-1 0 0,0 0 1 0 0,0 0 0 0 0,0 0 0 0 0,1 1-1 0 0,-1-1 1 0 0,0 0 0 0 0,0 0 0 0 0,1 1-1 0 0,1-2 1 0 0,6-3 972 0 0,-7 5-1112 0 0,-1-1 0 0 0,1 0 0 0 0,-1 1 0 0 0,1 0 0 0 0,-1-1 1 0 0,1 1-1 0 0,-1 0 0 0 0,1 0 0 0 0,0 0 0 0 0,-1 0 0 0 0,1 0 0 0 0,-1 0 0 0 0,1 0 0 0 0,-1 0 0 0 0,3 1 0 0 0,0 0-41 0 0,-2-1 24 0 0,-1 0 0 0 0,1 0-1 0 0,0 1 1 0 0,-1-1 0 0 0,1 1 0 0 0,-1-1-1 0 0,1 1 1 0 0,0 0 0 0 0,-1-1 0 0 0,1 1-1 0 0,-1 0 1 0 0,0 0 0 0 0,1 0-1 0 0,-1 0 1 0 0,0 0 0 0 0,0 0 0 0 0,1 1-1 0 0,-1-1 1 0 0,0 0 0 0 0,1 2 0 0 0,0 0 3 0 0,0 0 8 0 0,0-1 0 0 0,-1 1-1 0 0,1 0 1 0 0,-1 0-1 0 0,1 0 1 0 0,-1 0 0 0 0,0 0-1 0 0,0 0 1 0 0,0 0-1 0 0,-1 0 1 0 0,1 1 0 0 0,-1-1-1 0 0,0 0 1 0 0,0 7-1 0 0,-1 2 11 0 0,0 0 0 0 0,-6 20 0 0 0,2-11-8 0 0,1-7 61 0 0,0 1-1 0 0,-13 27 0 0 0,9-27 56 0 0,-7 27 1 0 0,7-22 19 0 0,7-17-130 0 0,-1 0 0 0 0,1 0-1 0 0,0 0 1 0 0,0 0 0 0 0,-1 4-1 0 0,1-2-196 0 0,0-4 147 0 0,1 0 0 0 0,0-1 0 0 0,0 1 0 0 0,-1 0-1 0 0,1-1 1 0 0,0 1 0 0 0,0 0 0 0 0,0 0 0 0 0,0-1 0 0 0,0 1 0 0 0,0 0 0 0 0,0-1-1 0 0,0 1 1 0 0,0 0 0 0 0,0 0 0 0 0,1 0 0 0 0,-1 0 42 0 0,0 0-1 0 0,0 0 1 0 0,0-1-1 0 0,1 1 1 0 0,-1 0 0 0 0,0-1-1 0 0,0 1 1 0 0,1 0-1 0 0,-1-1 1 0 0,0 1 0 0 0,1 0-1 0 0,-1-1 1 0 0,1 1-1 0 0,-1-1 1 0 0,1 1 0 0 0,-1-1-1 0 0,1 1 1 0 0,-1-1-1 0 0,1 1 1 0 0,0-1 0 0 0,-1 1-1 0 0,2-1 1 0 0,0 1 17 0 0,-1 0-10 0 0,1 0 0 0 0,0 0 0 0 0,0 0-1 0 0,-1-1 1 0 0,1 1 0 0 0,0 0 0 0 0,0-1 0 0 0,0 0 0 0 0,0 1 0 0 0,0-1-1 0 0,0 0 1 0 0,0 0 0 0 0,0 0 0 0 0,0 0 0 0 0,0 0 0 0 0,2-1 0 0 0,7 0 35 0 0,-1 1 1 0 0,0-1 0 0 0,-1 0 0 0 0,1-1 1 0 0,0 0-1 0 0,-1-1 0 0 0,11-3 0 0 0,53-28 284 0 0,-63 29-404 0 0,7-3-454 0 0,-6 3-12 0 0,-1 0-1 0 0,15-11 0 0 0,-8 9 186 0 0,-14 6-110 0 0,-1 0 1 0 0,1 0 0 0 0,-1 0-1 0 0,1 0 1 0 0,-1-1 0 0 0,1 1-1 0 0,-1-1 1 0 0,2-1 0 0 0,7-7-1540 0 0,1-3-11 0 0</inkml:trace>
</inkml:ink>
</file>

<file path=ppt/ink/ink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42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365 118 11976 0 0,'0'0'266'0'0,"0"0"44"0"0,0 0 15 0 0,1-2-26 0 0,2-4-213 0 0,-1-13 94 0 0,2 5 1038 0 0,-3 10-734 0 0,0 1 1 0 0,0 0 0 0 0,0 0-1 0 0,-1-1 1 0 0,1-4-1 0 0,-7-36 4852 0 0,6 42-4892 0 0,0 0-289 0 0,0 2-155 0 0,0 0 4 0 0,0 0-1 0 0,-1 0 1 0 0,1 0 0 0 0,0-1 0 0 0,0 1-1 0 0,0 0 1 0 0,0 0 0 0 0,0-1-1 0 0,0 1 1 0 0,0 0 0 0 0,-1 0 0 0 0,1 0-1 0 0,0-1 1 0 0,0 1 0 0 0,0 0 0 0 0,-1 0-1 0 0,1 0 1 0 0,0 0 0 0 0,0 0-1 0 0,0-1 1 0 0,-1 1 0 0 0,1 0 0 0 0,0 0-1 0 0,-2 0 71 0 0,0 1-1 0 0,0-1 1 0 0,1 1-1 0 0,-1 0 1 0 0,0-1-1 0 0,1 1 1 0 0,-1 0-1 0 0,1 0 1 0 0,-1 0-1 0 0,1 0 0 0 0,-1 0 1 0 0,1 0-1 0 0,0 0 1 0 0,0 1-1 0 0,-1-1 1 0 0,0 2-1 0 0,-18 25 667 0 0,18-25-769 0 0,-45 86 49 0 0,33-61-22 0 0,-30 48 0 0 0,33-61 2 0 0,1 1 0 0 0,0 1 0 0 0,2 0 0 0 0,0 0 0 0 0,-8 24 0 0 0,10-24-42 0 0,-1-1 0 0 0,-16 26 0 0 0,12-21 0 0 0,-12 13-202 0 0,3-7-113 0 0,12-13-490 0 0,-16 18-1 0 0,-1-6-8449 0 0,20-21 3307 0 0</inkml:trace>
</inkml:ink>
</file>

<file path=ppt/ink/ink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42.4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82 7832 0 0,'-3'-16'252'0'0,"2"14"-210"0"0,0 0 1 0 0,0-1 0 0 0,1 1-1 0 0,-1-1 1 0 0,1 1-1 0 0,0-1 1 0 0,0 0-1 0 0,0 1 1 0 0,0-1-1 0 0,0 1 1 0 0,1-1 0 0 0,-1 1-1 0 0,2-5 1 0 0,-2-1 2378 0 0,0 7-2184 0 0,0 1 1 0 0,0-1 0 0 0,0 1 0 0 0,0-1-1 0 0,0 1 1 0 0,0-1 0 0 0,0 0 0 0 0,0 1-1 0 0,0-1 1 0 0,0 1 0 0 0,0-1-1 0 0,1 1 1 0 0,-1-1 0 0 0,0 1 0 0 0,0-1-1 0 0,0 1 1 0 0,1-1 0 0 0,-1 1 0 0 0,0-1-1 0 0,1 1 1 0 0,-1-1 0 0 0,0 1 0 0 0,1-1-1 0 0,-1 1 1 0 0,1 0 0 0 0,0-1-1 0 0,1 0-30 0 0,-1 0-1 0 0,1 1 0 0 0,-1-1 0 0 0,1 1 0 0 0,0-1 0 0 0,0 1 1 0 0,-1 0-1 0 0,1-1 0 0 0,0 1 0 0 0,0 0 0 0 0,-1 0 0 0 0,1 0 0 0 0,0 1 1 0 0,0-1-1 0 0,-1 0 0 0 0,1 1 0 0 0,0-1 0 0 0,-1 1 0 0 0,3 0 0 0 0,2 3-98 0 0,0-1 0 0 0,-1 1 0 0 0,11 8 0 0 0,-1 0 185 0 0,-13-10-261 0 0,0-1-1 0 0,0 1 0 0 0,-1 0 0 0 0,1-1 0 0 0,-1 1 0 0 0,1 0 1 0 0,-1 0-1 0 0,1 3 0 0 0,9 10 274 0 0,10 8-30 0 0,9 9-24 0 0,-17-20-340 0 0,15 20 0 0 0,9 9-97 0 0,-3-7 162 0 0,17 14 28 0 0,-37-34-846 0 0,-10-10-366 0 0,1 0 1 0 0,-1 0-1 0 0,1 0 1 0 0,6 3 0 0 0,-10-6-5769 0 0</inkml:trace>
</inkml:ink>
</file>

<file path=ppt/ink/ink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42.7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198 0 5984 0 0,'0'0'273'0'0,"0"0"-5"0"0,0 0 111 0 0,0 0 1099 0 0,0 0 502 0 0,0 0 100 0 0,0 0-190 0 0,0 0-889 0 0,0 0-392 0 0,0 0-81 0 0,0 0-27 0 0,0 0-53 0 0,0 0-28 0 0,0 10 1660 0 0,0-7-1996 0 0,0 0 0 0 0,-1 0 0 0 0,1 0-1 0 0,-1 0 1 0 0,1 0 0 0 0,-1 0 0 0 0,0 0 0 0 0,-1-1-1 0 0,1 1 1 0 0,-3 5 0 0 0,-21 24 504 0 0,0 0 9 0 0,-43 60 152 0 0,61-80-607 0 0,1-3 42 0 0,0 0 1 0 0,0 0-1 0 0,-1-1 1 0 0,-9 10-1 0 0,13-16-117 0 0,2 0-48 0 0,0-1-1 0 0,0 0 1 0 0,-1 0-1 0 0,1 1 1 0 0,0-1-1 0 0,0 1 1 0 0,1-1-1 0 0,-1 1 0 0 0,-1 1 1 0 0,-2 5-15 0 0,4-8 2 0 0,0 1 0 0 0,-1-1-1 0 0,1 0 1 0 0,0 1 0 0 0,0-1-1 0 0,-1 0 1 0 0,1 1 0 0 0,0-1-1 0 0,0 0 1 0 0,0 1 0 0 0,0-1 0 0 0,0 1-1 0 0,0-1 1 0 0,0 0 0 0 0,-1 1-1 0 0,1-1 1 0 0,0 1 0 0 0,0-1-1 0 0,1 1 1 0 0,-1-1 0 0 0,0 0-1 0 0,0 1 1 0 0,0-1 0 0 0,0 1-1 0 0,0-1 1 0 0,0 0 0 0 0,0 1 0 0 0,1-1-1 0 0,-1 0 1 0 0,0 1 0 0 0,0-1-1 0 0,1 0 1 0 0,-1 1 0 0 0,0-1-1 0 0,0 0 1 0 0,1 1 0 0 0,-1-1-1 0 0,0 0 1 0 0,1 0 0 0 0,-1 1 0 0 0,0-1-1 0 0,1 0 1 0 0,-1 0 0 0 0,1 1-1 0 0,2 0 1 0 0,0 1 0 0 0,0 0-1 0 0,0-1 1 0 0,0 1 0 0 0,0-1-1 0 0,1 0 1 0 0,-1 0 0 0 0,0 0-1 0 0,1-1 1 0 0,-1 1 0 0 0,7-1-1 0 0,-4 0 5 0 0,0 0 0 0 0,0-1-1 0 0,0 1 1 0 0,-1-2 0 0 0,1 1 0 0 0,7-3-1 0 0,23-3-43 0 0,-6 1-37 0 0,6-6-162 0 0,-14 5-222 0 0,-1 1-1 0 0,25-4 1 0 0,-9 1-211 0 0,0 1-593 0 0,-28 6-85 0 0,-2 0-2588 0 0,-7 2 2550 0 0</inkml:trace>
</inkml:ink>
</file>

<file path=ppt/ink/ink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43.1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13 14888 0 0,'0'0'680'0'0,"0"0"-11"0"0,-1-2-429 0 0,0 1-233 0 0,0 1 0 0 0,1-1 0 0 0,-1 0-1 0 0,0 0 1 0 0,0 0 0 0 0,0 1 0 0 0,0-1 0 0 0,0 0 0 0 0,0 1 0 0 0,0-1 0 0 0,0 1 0 0 0,0-1 0 0 0,-2 0 0 0 0,-6 0 5649 0 0,8 2-5594 0 0,1-1 1 0 0,-1 1-1 0 0,1-1 0 0 0,-1 1 1 0 0,0-1-1 0 0,1 1 0 0 0,0 0 0 0 0,-1-1 1 0 0,1 1-1 0 0,-1 0 0 0 0,1-1 1 0 0,0 1-1 0 0,-1 0 0 0 0,1 0 1 0 0,0-1-1 0 0,0 1 0 0 0,-1 0 0 0 0,1 0 1 0 0,0 0-1 0 0,0-1 0 0 0,0 1 1 0 0,0 2-1 0 0,-1 18 360 0 0,2-9-219 0 0,0 1 0 0 0,1-1 0 0 0,5 19 0 0 0,1 4-98 0 0,-6-26-83 0 0,0 0 0 0 0,7 14-1 0 0,2 6 7 0 0,-1-1-10 0 0,-8-21-6 0 0,1-1 0 0 0,-1 1-1 0 0,0 0 1 0 0,1 12-1 0 0,-2-11-1 0 0,1 1 0 0 0,0-1 0 0 0,6 14 0 0 0,-4-12-3 0 0,-1-1 0 0 0,3 19-1 0 0,-5-23-6 0 0,0 0 0 0 0,0-1 0 0 0,0 1 0 0 0,0 0 0 0 0,1-1 0 0 0,0 1 0 0 0,0-1 0 0 0,0 1 0 0 0,3 3 0 0 0,-4-6-4 0 0,1 1-1 0 0,-1-1 1 0 0,0 1 0 0 0,0-1-1 0 0,-1 1 1 0 0,1 0-1 0 0,-1-1 1 0 0,1 1 0 0 0,-1 0-1 0 0,0-1 1 0 0,0 1-1 0 0,0 3 1 0 0,1 14-32 0 0,0-1-357 0 0,-1-18 37 0 0,0-1-18 0 0,0 7-1908 0 0,0-5 172 0 0</inkml:trace>
</inkml:ink>
</file>

<file path=ppt/ink/ink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46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0 116 12408 0 0,'0'0'281'0'0,"0"0"40"0"0,0 0 22 0 0,0 0-40 0 0,0 0-93 0 0,0 0 366 0 0,0 0 179 0 0,0 0 40 0 0,0 0-41 0 0,0 0-189 0 0,0 0-79 0 0,0 0-20 0 0,0 0-31 0 0,0 0-123 0 0,0 0-51 0 0,0 0-6 0 0,0 0-7 0 0,3 0-7 0 0,2-1-94 0 0,1 0-1 0 0,-1 0 0 0 0,0-1 0 0 0,1 1 0 0 0,8-5 0 0 0,15-4 265 0 0,-26 9-360 0 0,1 0 0 0 0,0-1 0 0 0,0 1 0 0 0,-1-1 0 0 0,6-4 0 0 0,-5 4-9 0 0,0 0-1 0 0,0-1 1 0 0,8-2-1 0 0,34-14 71 0 0,-31 13-61 0 0,20-8 0 0 0,-8 6-21 0 0,-13 3-355 0 0,1 1 0 0 0,0 0 0 0 0,0 1 0 0 0,0 0 0 0 0,19 0 0 0 0,-34 3 161 0 0,1 0 1 0 0,-1 0 0 0 0,1 0 0 0 0,-1 1 0 0 0,1-1-1 0 0,-1 0 1 0 0,1 0 0 0 0,-1 0 0 0 0,0 0-1 0 0,1 0 1 0 0,-1 1 0 0 0,1-1 0 0 0,-1 0-1 0 0,1 0 1 0 0,-1 1 0 0 0,0-1 0 0 0,1 0-1 0 0,-1 1 1 0 0,0-1 0 0 0,1 0 0 0 0,-1 1-1 0 0,0-1 1 0 0,0 0 0 0 0,1 1 0 0 0,-1-1-1 0 0,0 1 1 0 0,0-1 0 0 0,0 1 0 0 0,1-1-1 0 0,-1 0 1 0 0,0 1 0 0 0,0-1 0 0 0,0 1-1 0 0,0-1 1 0 0,0 1 0 0 0,0-1 0 0 0,0 1-1 0 0,0-1 1 0 0,0 1 0 0 0,0-1 0 0 0,0 1 0 0 0,0-1-1 0 0,-1 1 1 0 0,1 2 621 0 0,0 1-2378 0 0</inkml:trace>
</inkml:ink>
</file>

<file path=ppt/ink/ink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46.6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1 146 7832 0 0,'0'0'602'0'0,"0"0"-251"0"0,0 0 417 0 0,0 0 227 0 0,0 0 42 0 0,0 0-10 0 0,0 0-85 0 0,0 0-40 0 0,0 0-6 0 0,0 0-50 0 0,0 0-207 0 0,0 0-95 0 0,2 0-22 0 0,3 0-274 0 0,1-1 0 0 0,-1 1 0 0 0,0-1 0 0 0,0 0 0 0 0,7-1 0 0 0,17-4 401 0 0,2-1-114 0 0,33-19 181 0 0,-33 10-648 0 0,5-1 138 0 0,87-33-820 0 0,-96 36-1463 0 0,-9 9 874 0 0</inkml:trace>
</inkml:ink>
</file>

<file path=ppt/ink/ink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47.0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427 24 11256 0 0,'0'0'256'0'0,"0"0"34"0"0,0 0 21 0 0,1-1-35 0 0,0 1-127 0 0,-1-1 1 0 0,1 1-1 0 0,-1-1 1 0 0,0 1-1 0 0,1-1 1 0 0,-1 1-1 0 0,1-1 1 0 0,-1 1-1 0 0,0-1 0 0 0,1 0 1 0 0,-1 1-1 0 0,0-1 1 0 0,0 0-1 0 0,1 1 1 0 0,-1-1-1 0 0,0-1 1 0 0,0 2 43 0 0,0 0 1 0 0,0-1 0 0 0,0 1 0 0 0,0 0 0 0 0,-1-1 0 0 0,1 1 0 0 0,0 0 0 0 0,0-1 0 0 0,0 1 0 0 0,0 0 0 0 0,-1 0 0 0 0,1-1 0 0 0,0 1-1 0 0,0 0 1 0 0,0-1 0 0 0,-1 1 0 0 0,1 0 0 0 0,0 0 0 0 0,-1 0 0 0 0,1-1 0 0 0,-6-2-6 0 0,4 3 380 0 0,0 0-7 0 0,-8-1 204 0 0,8 0-652 0 0,1 1 0 0 0,-1 0 0 0 0,0 0 0 0 0,0 0 0 0 0,1 0 0 0 0,-1 0 0 0 0,0 0 0 0 0,0 0 0 0 0,1 1 0 0 0,-1-1 0 0 0,0 0 0 0 0,0 1 0 0 0,1 0 0 0 0,-1-1 0 0 0,1 1 0 0 0,-3 1 0 0 0,-1 2 24 0 0,-1 1 0 0 0,1 0 1 0 0,0 0-1 0 0,0 1 0 0 0,0-1 1 0 0,1 1-1 0 0,0 0 0 0 0,0 0 1 0 0,-5 11-1 0 0,4-7-64 0 0,-1 0 1 0 0,-13 16-1 0 0,9-13-25 0 0,0 0 0 0 0,1 0 1 0 0,0 1-1 0 0,-11 26 0 0 0,10-21-24 0 0,-23 34-1 0 0,10-19-6 0 0,20-29-20 0 0,-16 27-450 0 0,-1 0 0 0 0,-2-2-1 0 0,-34 38 1 0 0,18-25-4271 0 0,28-31-37 0 0,5-3-1129 0 0</inkml:trace>
</inkml:ink>
</file>

<file path=ppt/ink/ink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47.4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73 13448 0 0,'0'0'298'0'0,"0"-2"46"0"0,1-2-240 0 0,-1-1 0 0 0,1 1-1 0 0,-1-1 1 0 0,1 1 0 0 0,1-1-1 0 0,-1 1 1 0 0,3-6 0 0 0,7-13 1118 0 0,-9 18-617 0 0,-1 3 409 0 0,-1 2-26 0 0,0 0-144 0 0,0 0-63 0 0,0 0-12 0 0,0 0-69 0 0,2 1-618 0 0,1 0 0 0 0,0 0 0 0 0,-1 0 0 0 0,1 0 0 0 0,-1 0 0 0 0,1 1 0 0 0,-1-1 0 0 0,1 1 0 0 0,-1 0 0 0 0,0-1 0 0 0,0 1 0 0 0,0 0 0 0 0,0 0 0 0 0,2 3 0 0 0,-1-2 9 0 0,11 15 237 0 0,-1 0 0 0 0,0 0 0 0 0,13 27 1 0 0,-21-35-325 0 0,0-1 0 0 0,10 13 1 0 0,3 5-8 0 0,2 2 3 0 0,3 2 0 0 0,12 29-1360 0 0,-33-56 642 0 0,1 0 0 0 0,0 1 0 0 0,0-1 0 0 0,0 0 0 0 0,1-1-1 0 0,-1 1 1 0 0,7 5 0 0 0,-8-8-1126 0 0,8-1-3510 0 0,-6 0 3578 0 0</inkml:trace>
</inkml:ink>
</file>

<file path=ppt/ink/ink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47.8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2 182 7920 0 0,'0'0'362'0'0,"0"0"-11"0"0,0-2-223 0 0,0-10-188 0 0,-1 8 345 0 0,1 0-1 0 0,0 0 1 0 0,0 0 0 0 0,0-1 0 0 0,0 1-1 0 0,1 0 1 0 0,-1 0 0 0 0,1 0 0 0 0,0 0-1 0 0,3-6 1 0 0,-3 8-28 0 0,0 0 0 0 0,-1 0 0 0 0,1 0 1 0 0,0 0-1 0 0,0 0 0 0 0,-1-1 0 0 0,0 1 0 0 0,1-4 1 0 0,3-13 1226 0 0,14-10 1043 0 0,-14 24-2067 0 0,0 0-1 0 0,0 1 1 0 0,0 0-1 0 0,1 0 1 0 0,-1 0-1 0 0,1 0 1 0 0,10-5-1 0 0,-13 8-413 0 0,0 0 0 0 0,-1 0 0 0 0,1 0-1 0 0,0 0 1 0 0,1 1 0 0 0,-1-1 0 0 0,0 1-1 0 0,0-1 1 0 0,0 1 0 0 0,0 0 0 0 0,0 0-1 0 0,0 0 1 0 0,0 0 0 0 0,0 0 0 0 0,0 1-1 0 0,3 0 1 0 0,-2 0-27 0 0,0-1 0 0 0,0 2 1 0 0,0-1-1 0 0,0 0 0 0 0,0 1 0 0 0,0-1 0 0 0,0 1 0 0 0,0 0 0 0 0,3 3 1 0 0,3 2 13 0 0,-7-6-27 0 0,-1 0 0 0 0,0 0 0 0 0,1 0 0 0 0,-1 0 0 0 0,0 0 0 0 0,0 0 0 0 0,0 1 0 0 0,0-1 0 0 0,0 0 0 0 0,0 1 0 0 0,0-1 0 0 0,0 0 0 0 0,0 1 0 0 0,-1-1 0 0 0,1 1-1 0 0,-1-1 1 0 0,1 1 0 0 0,0 2 0 0 0,0 5 6 0 0,-1 1 0 0 0,0-1-1 0 0,0 0 1 0 0,-1 0-1 0 0,-2 12 1 0 0,-14 46 103 0 0,5-26-84 0 0,3-23-14 0 0,8-16-13 0 0,0 0 1 0 0,-1 1 0 0 0,1-1-1 0 0,0 0 1 0 0,0 0-1 0 0,0 0 1 0 0,0 5 0 0 0,-1 4 5 0 0,2-10-2 0 0,0 0-1 0 0,-1 0 1 0 0,1 0-1 0 0,0 0 0 0 0,0 0 1 0 0,0 0-1 0 0,0 0 1 0 0,0 0-1 0 0,0 0 1 0 0,0-1-1 0 0,0 1 1 0 0,1 0-1 0 0,-1 0 0 0 0,0 0 1 0 0,1 0-1 0 0,-1 0 1 0 0,0 0-1 0 0,1 0 1 0 0,-1 0-1 0 0,1-1 0 0 0,-1 1 1 0 0,1 0-1 0 0,0 0 1 0 0,-1-1-1 0 0,1 1 1 0 0,0 0-1 0 0,-1-1 0 0 0,1 1 1 0 0,0-1-1 0 0,0 1 1 0 0,0-1-1 0 0,-1 1 1 0 0,1-1-1 0 0,0 1 1 0 0,0-1-1 0 0,0 0 0 0 0,0 0 1 0 0,1 1-1 0 0,-1-1-1 0 0,9 2-6 0 0,24-8 0 0 0,-24 6 53 0 0,-1-1 0 0 0,1-1 0 0 0,-1 0 0 0 0,1 0-1 0 0,-1-1 1 0 0,0 0 0 0 0,16-8 0 0 0,9-3 18 0 0,-3-3-562 0 0,-1 1-376 0 0,-26 14 428 0 0,-1 1 0 0 0,0-1-1 0 0,0 0 1 0 0,0 0 0 0 0,0 0-1 0 0,0 0 1 0 0,-1 0 0 0 0,1-1-1 0 0,4-4 1 0 0,3-3-6319 0 0</inkml:trace>
</inkml:ink>
</file>

<file path=ppt/ink/ink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48.2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322 65 2304 0 0,'0'0'509'0'0,"1"-2"1301"0"0,0-2-428 0 0,0-1 1 0 0,0 1-1 0 0,0-1 1 0 0,0 0 0 0 0,-1 0-1 0 0,0 1 1 0 0,0-1-1 0 0,-1-7 1 0 0,1 0-434 0 0,0 11-355 0 0,0 1-62 0 0,0 0-27 0 0,0 0-8 0 0,0 0-9 0 0,0 0-34 0 0,0 0-20 0 0,0 0-2 0 0,0 0-2 0 0,0 0-13 0 0,0 0-8 0 0,0 0-1 0 0,0 0-46 0 0,0 0-198 0 0,-1 1-153 0 0,-1 0 1 0 0,1 0 0 0 0,-1 0-1 0 0,1 0 1 0 0,-1 0-1 0 0,1 0 1 0 0,0 1 0 0 0,0-1-1 0 0,0 1 1 0 0,0-1 0 0 0,-2 3-1 0 0,0 0 12 0 0,-5 9 69 0 0,0 0 0 0 0,0 1 0 0 0,1 0 0 0 0,-6 17 0 0 0,-4 8-28 0 0,0-1-30 0 0,-15 27 8 0 0,-20 37-42 0 0,26-59-692 0 0,-55 71-1 0 0,46-68-4247 0 0,33-45 3101 0 0,2-1-746 0 0,0 0-2841 0 0</inkml:trace>
  <inkml:trace contextRef="#ctx0" brushRef="#br0" timeOffset="1">1 244 3224 0 0,'0'-2'240'0'0,"0"-39"1128"0"0,0-21 10526 0 0,0 60-10915 0 0,0 2-874 0 0,0 0 0 0 0,0-1 0 0 0,0 1 0 0 0,0 0 0 0 0,0 0 0 0 0,0-1 0 0 0,-1 1 0 0 0,1 0 1 0 0,0-1-1 0 0,0 1 0 0 0,0 0 0 0 0,0-1 0 0 0,1 1 0 0 0,-1 0 0 0 0,0 0 0 0 0,0-1 0 0 0,0 1 0 0 0,0 0 0 0 0,0-1 0 0 0,0 1 0 0 0,0 0 1 0 0,0 0-1 0 0,1-1 0 0 0,-1 1 0 0 0,0 0 0 0 0,0 0 0 0 0,0-1 0 0 0,1 1 0 0 0,-1 0 0 0 0,0 0 0 0 0,1-1 0 0 0,1 2 33 0 0,0-1 0 0 0,0 1-1 0 0,0 0 1 0 0,1 0 0 0 0,-1 0 0 0 0,0 0-1 0 0,0 0 1 0 0,0 0 0 0 0,0 0-1 0 0,-1 0 1 0 0,1 1 0 0 0,0-1 0 0 0,3 4-1 0 0,36 38 991 0 0,-30-32-1125 0 0,0 0-1 0 0,-2 1 0 0 0,1 0 1 0 0,13 23-1 0 0,10 8-2 0 0,-17-22-322 0 0,-13-17 180 0 0,0 0-1 0 0,0 0 1 0 0,-1 0 0 0 0,1 0-1 0 0,-1 0 1 0 0,1 0-1 0 0,1 6 1 0 0,2 5-1819 0 0,1-1 0 0 0,0 0 0 0 0,13 17 0 0 0,-18-28-205 0 0</inkml:trace>
</inkml:ink>
</file>

<file path=ppt/ink/ink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48.5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0 202 9504 0 0,'0'0'432'0'0,"0"0"-6"0"0,0-2-276 0 0,0-37 2362 0 0,6 17 1291 0 0,-6 16-3277 0 0,0 1 0 0 0,1-1-1 0 0,0 1 1 0 0,0-1 0 0 0,1 1-1 0 0,0 0 1 0 0,0 0 0 0 0,0 0-1 0 0,0 0 1 0 0,5-7-1 0 0,-4 6-368 0 0,1 1 0 0 0,-1 0 0 0 0,1 1 0 0 0,0-1 0 0 0,0 1 0 0 0,1 0 1 0 0,0 0-1 0 0,-1 0 0 0 0,1 0 0 0 0,0 1 0 0 0,1 0 0 0 0,-1 0 0 0 0,0 0 0 0 0,11-3 0 0 0,1 0 102 0 0,-16 6-245 0 0,1-1 0 0 0,-1 0 0 0 0,1 1 0 0 0,-1-1 0 0 0,1 1 0 0 0,-1-1 0 0 0,1 1 0 0 0,0 0 0 0 0,-1 0 1 0 0,1 0-1 0 0,-1 0 0 0 0,1 0 0 0 0,0 0 0 0 0,-1 0 0 0 0,1 1 0 0 0,1-1 0 0 0,14 7 78 0 0,-14-6-80 0 0,5 5-12 0 0,-6-2 0 0 0,0-1 0 0 0,0 1 0 0 0,0 0 0 0 0,0 0 0 0 0,0 1 0 0 0,-1-1 0 0 0,0 0 0 0 0,0 0 0 0 0,0 1 0 0 0,-1-1 0 0 0,1 0 0 0 0,-1 1 0 0 0,0-1 0 0 0,0 1 0 0 0,-1-1 0 0 0,1 0 0 0 0,-1 1 0 0 0,0-1 0 0 0,0 0 0 0 0,0 1 0 0 0,-1-1 0 0 0,0 0 0 0 0,0 0 0 0 0,-2 5 0 0 0,-6 7 0 0 0,5-8 0 0 0,0 1 0 0 0,1-4-64 0 0,3-4-273 0 0,21-11-1088 0 0,-13 7 1398 0 0,0 0 0 0 0,-1 1 0 0 0,1 0 0 0 0,0 0 0 0 0,0 1 0 0 0,8-1 0 0 0,42 0 145 0 0,-55 2 3 0 0,0 0 9 0 0,10 1-18 0 0,2 7-79 0 0,-11-6-30 0 0,0-1 0 0 0,-1 1 0 0 0,1 0 1 0 0,-1 0-1 0 0,1 1 0 0 0,-1-1 0 0 0,0 0 0 0 0,0 1 0 0 0,0-1 0 0 0,3 6 1 0 0,-5-6-3 0 0,1 0 0 0 0,0 0 0 0 0,-1 0 0 0 0,1 0 0 0 0,-1 0-1 0 0,1 0 1 0 0,-1 0 0 0 0,0 0 0 0 0,0 0 0 0 0,0 0 0 0 0,0 0 0 0 0,0 0 0 0 0,0 0 0 0 0,-1 0 0 0 0,1 0 0 0 0,-1 0 0 0 0,1-1 0 0 0,-2 4 0 0 0,-2 17-1 0 0,3-19 0 0 0,1 1 0 0 0,0-1 0 0 0,-1 0 0 0 0,0 1 0 0 0,0-1 0 0 0,-1 4 0 0 0,-4 2 0 0 0,1 0 0 0 0,-10 11 0 0 0,-2 3 0 0 0,12-16-45 0 0,-1 0 0 0 0,0 0 0 0 0,0 0 0 0 0,0-1 0 0 0,-15 11 0 0 0,-41 24-452 0 0,40-28 350 0 0,13-8-200 0 0,0 0 1 0 0,0-1 0 0 0,-13 4-1 0 0,-12 3-5008 0 0,31-10 4399 0 0,-22 5-5728 0 0</inkml:trace>
</inkml:ink>
</file>

<file path=ppt/ink/ink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49.0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81 172 6912 0 0,'0'0'528'0'0,"-6"-3"-164"0"0,-2 2 631 0 0,-6 0 2143 0 0,10-3-2475 0 0,3 4-492 0 0,0-1 0 0 0,0 1-1 0 0,0-1 1 0 0,0 1-1 0 0,1-1 1 0 0,-1 1 0 0 0,0 0-1 0 0,0-1 1 0 0,0 1 0 0 0,0 0-1 0 0,0 0 1 0 0,0 0-1 0 0,0 0 1 0 0,0 0 0 0 0,0 0-1 0 0,0 0 1 0 0,-1 0 0 0 0,-8 0 582 0 0,8 0-60 0 0,2 0-12 0 0,-15 0 1559 0 0,12 0 1707 0 0,140-48-3424 0 0,-99 34-461 0 0,-3 0-2 0 0,41-13 31 0 0,24-5 16 0 0,-32 22-33 0 0,-15 1-74 0 0,-41 7-2 0 0,0 1 0 0 0,-1 0 0 0 0,25 1 0 0 0,-18 1-15 0 0,-17-1-80 0 0,-1 0-59 0 0,0 0-4 0 0,0 0 6 0 0,-1 2-116 0 0,0-1-342 0 0,-1 4 858 0 0,1-1-8624 0 0,1-4 1777 0 0</inkml:trace>
</inkml:ink>
</file>

<file path=ppt/ink/ink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49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1 110 9760 0 0,'0'0'446'0'0,"0"0"-10"0"0,0 0-97 0 0,0 0 625 0 0,0 0 305 0 0,0 0 62 0 0,0 0-40 0 0,0 0-217 0 0,0 0-91 0 0,0 0-21 0 0,0 0-95 0 0,0 0-392 0 0,0 0-174 0 0,0 0-40 0 0,0 0 22 0 0,2 0 110 0 0,14-2-20 0 0,0 0 0 0 0,0-1 0 0 0,-1-1 0 0 0,1 0 0 0 0,26-12 0 0 0,3 0 89 0 0,-18 3-462 0 0,-23 11 0 0 0,1 0 0 0 0,-1-1 0 0 0,1 2 0 0 0,-1-1 0 0 0,1 0 0 0 0,0 1 0 0 0,8-2 0 0 0,6 1-23 0 0,1-1 0 0 0,32-10 0 0 0,-45 12-58 0 0,0-1 0 0 0,13 0 0 0 0,3-1-168 0 0,-5 0-85 0 0,11-2-3101 0 0,-21 5 1871 0 0,-4 1 59 0 0,0-2-2721 0 0,-4 1-1188 0 0</inkml:trace>
</inkml:ink>
</file>

<file path=ppt/ink/ink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49.9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46 13448 0 0,'-16'-7'298'0'0,"15"7"-251"0"0,0-1-1 0 0,1 1 1 0 0,-1-1-1 0 0,0 1 1 0 0,1-1 0 0 0,-1 1-1 0 0,0-1 1 0 0,1 1-1 0 0,-1-1 1 0 0,1 0-1 0 0,-1 1 1 0 0,1-1-1 0 0,-1 0 1 0 0,1 1-1 0 0,-1-1 1 0 0,1-1 0 0 0,-4-4 204 0 0,1 4-189 0 0,-8-10 137 0 0,11 12-18 0 0,-1-1 0 0 0,0 0 0 0 0,1 1 1 0 0,-1-1-1 0 0,0 1 0 0 0,1-1 0 0 0,-1 1 0 0 0,0-1 0 0 0,0 1 0 0 0,0-1 0 0 0,1 1 0 0 0,-1 0 0 0 0,-1-1 0 0 0,1 1-181 0 0,-1-1 920 0 0,2 1-162 0 0,-7 0 330 0 0,4 2 2063 0 0,2-1-3144 0 0,0 1 1 0 0,0 0-1 0 0,0 0 1 0 0,0 0-1 0 0,0 0 1 0 0,0 0-1 0 0,1 0 1 0 0,-1 0-1 0 0,1 0 1 0 0,-1 1-1 0 0,1 3 1 0 0,2 26 436 0 0,1-5-82 0 0,-2-11-248 0 0,1 1 0 0 0,1-1 0 0 0,1 0-1 0 0,0 0 1 0 0,14 31 0 0 0,-11-27-18 0 0,2 3-89 0 0,19 36 0 0 0,-24-50-52 0 0,0 0 0 0 0,3 14 0 0 0,2 1-110 0 0,-8-21-35 0 0,-1-1-211 0 0,-1 0 60 0 0,1-1 188 0 0,0-1-1 0 0,0 1 1 0 0,0-1-1 0 0,0 1 0 0 0,0 0 1 0 0,0-1-1 0 0,0 1 1 0 0,0 0-1 0 0,0-1 0 0 0,0 1 1 0 0,0 0-1 0 0,0-1 0 0 0,0 1 1 0 0,1 0-1 0 0,-1-1 1 0 0,0 2-1 0 0,5 8-1597 0 0</inkml:trace>
</inkml:ink>
</file>

<file path=ppt/ink/ink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50.7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393 4 11832 0 0,'0'0'266'0'0,"0"0"44"0"0,0 0 12 0 0,0 0-34 0 0,-12-3 1887 0 0,10 3-1993 0 0,-1 0-1 0 0,0 1 1 0 0,1-1 0 0 0,-1 1 0 0 0,1 0-1 0 0,-1-1 1 0 0,1 1 0 0 0,-1 0 0 0 0,1 1-1 0 0,0-1 1 0 0,0 0 0 0 0,-1 1 0 0 0,1-1 0 0 0,0 1-1 0 0,-3 3 1 0 0,2-2-31 0 0,0 0 0 0 0,1 0 1 0 0,-1 1-1 0 0,1-1 0 0 0,-1 1 0 0 0,1 0 0 0 0,1 0 0 0 0,-1-1 1 0 0,-1 6-1 0 0,-2 5 226 0 0,-1 0 0 0 0,-9 16 1 0 0,2-3-14 0 0,-16 46 413 0 0,-13 26 216 0 0,18-49-638 0 0,-7 15-54 0 0,17-37-342 0 0,7-13-146 0 0,-18 26 1 0 0,1-5-580 0 0,13-20-119 0 0,0 0-1 0 0,-14 14 1 0 0,17-20-114 0 0,-5 5-4277 0 0,0-10-524 0 0</inkml:trace>
</inkml:ink>
</file>

<file path=ppt/ink/ink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51.1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91 3224 0 0,'-1'-20'172'0'0,"0"12"-137"0"0,1 1 0 0 0,0 0 0 0 0,1-11 0 0 0,0 14 1449 0 0,0 0 0 0 0,1 0 0 0 0,-1 1 0 0 0,4-7 0 0 0,-4 8 966 0 0,-1 2-942 0 0,0 0-414 0 0,0 0-1037 0 0,0 0 1 0 0,1-1 0 0 0,-1 1 0 0 0,0 0 0 0 0,0 0 0 0 0,0 0 0 0 0,0 0 0 0 0,0-1 0 0 0,1 1 0 0 0,-1 0 0 0 0,0 0 0 0 0,0 0 0 0 0,0 0 0 0 0,1 0 0 0 0,-1-1-1 0 0,0 1 1 0 0,0 0 0 0 0,0 0 0 0 0,1 0 0 0 0,-1 0 0 0 0,0 0 0 0 0,0 0 0 0 0,1 0 0 0 0,-1 0 0 0 0,0 0 0 0 0,0 0 0 0 0,1 0 0 0 0,-1 0 0 0 0,0 0 0 0 0,0 0-1 0 0,0 0 1 0 0,1 0 0 0 0,-1 0 0 0 0,0 0 0 0 0,0 0 0 0 0,1 0 0 0 0,-1 1 0 0 0,0-1 0 0 0,0 0 0 0 0,0 0 0 0 0,1 0 0 0 0,-1 0 0 0 0,0 0 0 0 0,0 1 0 0 0,11 4 681 0 0,-11-4-712 0 0,9 4 335 0 0,0 1 1 0 0,-1 1 0 0 0,0-1-1 0 0,-1 1 1 0 0,1 1-1 0 0,-1 0 1 0 0,11 15 0 0 0,4 4 234 0 0,14 10-216 0 0,4 3-106 0 0,-37-36-277 0 0,80 100-888 0 0,-72-89 271 0 0,26 33-3503 0 0,-28-40-435 0 0,2-3-1212 0 0</inkml:trace>
</inkml:ink>
</file>

<file path=ppt/ink/ink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51.5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1 117 10136 0 0,'0'0'464'0'0,"0"-8"150"0"0,0 5-664 0 0,1-25 977 0 0,4 8 2471 0 0,3 4-1178 0 0,-8 14-1647 0 0,2 1-49 0 0,4-3-75 0 0,1-1 0 0 0,10-4 0 0 0,-10 5-153 0 0,0 1 0 0 0,9-8 0 0 0,-14 10-270 0 0,-1 1 1 0 0,0 0-1 0 0,1-1 0 0 0,-1 1 1 0 0,1 0-1 0 0,-1 0 1 0 0,0 0-1 0 0,1 0 0 0 0,-1 0 1 0 0,1 0-1 0 0,-1 0 1 0 0,1 0-1 0 0,-1 1 1 0 0,0-1-1 0 0,2 1 0 0 0,8 6-26 0 0,-4-1 0 0 0,-5-5 0 0 0,-1 1 0 0 0,1-1 0 0 0,-1 1 0 0 0,1-1 0 0 0,-1 1 0 0 0,1-1 0 0 0,-1 1 0 0 0,0 0 0 0 0,0 0 0 0 0,2 3 0 0 0,0 3 0 0 0,-1 0 0 0 0,0 0 0 0 0,0 1 0 0 0,0-1 0 0 0,-1 1 0 0 0,0-1 0 0 0,-1 1 0 0 0,0-1 0 0 0,0 1 0 0 0,-1-1 0 0 0,-2 10 0 0 0,2-14 0 0 0,0 0 0 0 0,0 1 0 0 0,-1-1 0 0 0,0 0 0 0 0,0 0 0 0 0,-3 5 0 0 0,-5 9 0 0 0,3-3 0 0 0,0 1 0 0 0,-12 16 0 0 0,17-30 0 0 0,1 0 0 0 0,0 0 0 0 0,0 0 0 0 0,0 1 0 0 0,0-1 0 0 0,0 0 0 0 0,1 0 0 0 0,-1 1 0 0 0,0 2 0 0 0,1-4 0 0 0,-2 10 0 0 0,2-10 0 0 0,0-1 0 0 0,1 0 0 0 0,-1 1 0 0 0,0-1 0 0 0,0 0 0 0 0,1 1 0 0 0,-1-1 0 0 0,0 0 0 0 0,0 0 0 0 0,1 1 0 0 0,-1-1 0 0 0,0 0 0 0 0,1 0 0 0 0,-1 1 0 0 0,0-1 0 0 0,1 0 0 0 0,-1 0 0 0 0,1 0 0 0 0,0 1 0 0 0,1 0 0 0 0,1 0 0 0 0,0 0 0 0 0,-1 0 0 0 0,1 0 0 0 0,0 0 0 0 0,0 0 0 0 0,-1-1 0 0 0,1 1 0 0 0,0-1 0 0 0,0 0 0 0 0,0 0 0 0 0,0 0 0 0 0,0 0 0 0 0,0 0 0 0 0,-1-1 0 0 0,1 1 0 0 0,0-1 0 0 0,0 0 0 0 0,0 0 0 0 0,3-2 0 0 0,10-2 0 0 0,-8 2 0 0 0,5 0 0 0 0,-1-1 0 0 0,16-7 0 0 0,7-2 16 0 0,-26 11-42 0 0,-1-1-1 0 0,12-6 0 0 0,-15 7-160 0 0,0-1 0 0 0,-1 0-1 0 0,1-1 1 0 0,0 1-1 0 0,-1-1 1 0 0,7-6-1 0 0,22-20-2783 0 0,-10 10 1077 0 0,-7 2 360 0 0</inkml:trace>
</inkml:ink>
</file>

<file path=ppt/ink/ink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51.8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402 6 8840 0 0,'0'0'400'0'0,"0"0"0"0"0,4-3-711 0 0,-3 1 2987 0 0,-2 2 5661 0 0,-2 0-8148 0 0,0 1 1 0 0,1 0-1 0 0,-1 0 0 0 0,0 0 0 0 0,1 0 1 0 0,-1 0-1 0 0,1 1 0 0 0,-1-1 0 0 0,1 1 1 0 0,-4 3-1 0 0,-23 21 734 0 0,23-20-901 0 0,0 1-1 0 0,0-1 1 0 0,1 1-1 0 0,0 0 1 0 0,0 1-1 0 0,1-1 1 0 0,-7 15-1 0 0,3 5 3 0 0,-1 6 130 0 0,-2-1 0 0 0,-1 0 0 0 0,-31 59 0 0 0,8-34-26 0 0,-62 96-933 0 0,73-113-585 0 0,19-30 323 0 0,0 0 1 0 0,-1-1-1 0 0,-1 1 0 0 0,1-1 0 0 0,-14 13 1 0 0,13-18-900 0 0,5-4-8 0 0</inkml:trace>
</inkml:ink>
</file>

<file path=ppt/ink/ink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52.2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 6448 0 0,'0'-2'297'0'0,"0"-12"138"0"0,0-22-93 0 0,4 16 3284 0 0,0 14 5186 0 0,-1 2-9122 0 0,-1 2 1017 0 0,-1 1-154 0 0,1 1-17 0 0,9 5-245 0 0,1-1-1 0 0,-1 2 1 0 0,0-1 0 0 0,-1 2-1 0 0,0-1 1 0 0,0 2 0 0 0,0-1-1 0 0,15 16 1 0 0,20 20-27 0 0,-19-20-199 0 0,-22-19-59 0 0,0-1-1 0 0,-1 1 0 0 0,1 0 1 0 0,-1 0-1 0 0,0 0 0 0 0,0 0 1 0 0,0 0-1 0 0,0 1 0 0 0,-1-1 1 0 0,0 1-1 0 0,4 9 0 0 0,-5-10-42 0 0,0-1 0 0 0,1 1 0 0 0,0-1 0 0 0,-1 1-1 0 0,1-1 1 0 0,1 1 0 0 0,-1-1 0 0 0,0 0 0 0 0,1 0-1 0 0,4 4 1 0 0,-3-4-30 0 0,-1 1 0 0 0,1 0 0 0 0,-1 1 0 0 0,3 5 0 0 0,-4-7-53 0 0,3 5-1680 0 0,3-1-104 0 0</inkml:trace>
</inkml:ink>
</file>

<file path=ppt/ink/ink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52.6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179 18 3224 0 0,'0'0'603'0'0,"0"0"1320"0"0,2-1 579 0 0,4-5 185 0 0,-2 2 5204 0 0,-3 4-7815 0 0,-1 0 1 0 0,0 0 0 0 0,0 1-1 0 0,0-1 1 0 0,0 0-1 0 0,1 0 1 0 0,-1 0-1 0 0,0 0 1 0 0,0 1 0 0 0,0-1-1 0 0,0 0 1 0 0,0 0-1 0 0,0 0 1 0 0,0 1 0 0 0,0-1-1 0 0,1 0 1 0 0,-1 0-1 0 0,0 0 1 0 0,0 1 0 0 0,0-1-1 0 0,0 0 1 0 0,0 0-1 0 0,0 0 1 0 0,0 1 0 0 0,0-1-1 0 0,0 0 1 0 0,0 0-1 0 0,0 1 1 0 0,0-1-1 0 0,-1 0 1 0 0,1 0 0 0 0,0 4-9 0 0,0-1 1 0 0,0 0-1 0 0,0 1 1 0 0,-1-1-1 0 0,1 0 1 0 0,-1 0-1 0 0,0 0 1 0 0,0 1-1 0 0,0-1 1 0 0,-3 5-1 0 0,-6 14 241 0 0,-1-1-109 0 0,-41 45 153 0 0,15-20 86 0 0,9-17-294 0 0,12-12-122 0 0,-12 12 369 0 0,26-26-274 0 0,2 3-38 0 0,0-4 5 0 0,5 6-16 0 0,4 3-69 0 0,-5-9 0 0 0,-1-2 0 0 0,0 2 0 0 0,18 4 0 0 0,-13-6-79 0 0,0 0 0 0 0,0 0 0 0 0,0 0 0 0 0,0-1 0 0 0,-1 0 1 0 0,10-3-1 0 0,-5 2 5 0 0,7-3 56 0 0,35-12 1 0 0,-18 5 22 0 0,9-6-5 0 0,-9 9-946 0 0,-34 9 716 0 0,-1-1-1 0 0,1 0 1 0 0,-1 1 0 0 0,0-1 0 0 0,1 0 0 0 0,-1 0 0 0 0,0 1 0 0 0,0-1-1 0 0,0 0 1 0 0,0 0 0 0 0,0 0 0 0 0,0-1 0 0 0,2-1 0 0 0,2-2-464 0 0,-3 3 316 0 0,-3-7-366 0 0,-7-16 212 0 0,-1 0-1 0 0,-1 1 0 0 0,-19-34 0 0 0,9 20 723 0 0,11 28 33 0 0,8 9-184 0 0,1 0 1 0 0,-1 1-1 0 0,0-1 0 0 0,0 0 0 0 0,0 0 0 0 0,1 0 1 0 0,-1 0-1 0 0,1 0 0 0 0,-1 0 0 0 0,0 0 1 0 0,1 0-1 0 0,0 0 0 0 0,-1-1 0 0 0,1 1-6 0 0,-1 0 0 0 0,1 1 1 0 0,0-1-1 0 0,0 1 0 0 0,0-1 0 0 0,0 1 0 0 0,-1-1 0 0 0,1 1 0 0 0,0-1 0 0 0,-1 1 1 0 0,1-1-1 0 0,0 1 0 0 0,-1-1 0 0 0,1 1 0 0 0,-1 0 0 0 0,1-1 0 0 0,-1 0 0 0 0,0 1 15 0 0,1 0-1 0 0,-1-1 1 0 0,1 1-1 0 0,-1-1 1 0 0,1 1-1 0 0,0-1 1 0 0,-1 1 0 0 0,1-1-1 0 0,0 1 1 0 0,-1-1-1 0 0,1 1 1 0 0,0-1-1 0 0,0 1 1 0 0,-1-1-1 0 0,1 1 1 0 0,0-2-1 0 0,0 2 2 0 0,0-1-1 0 0,0 1 1 0 0,-1-1 0 0 0,1 1-1 0 0,0-1 1 0 0,0 1 0 0 0,0 0-1 0 0,-1-1 1 0 0,1 1-1 0 0,0-1 1 0 0,0 1 0 0 0,-1-1-1 0 0,1 1 1 0 0,0 0 0 0 0,-1-1-1 0 0,1 1 1 0 0,0 0 0 0 0,-1-1-1 0 0,1 1 1 0 0,-1 0-1 0 0,1 0 1 0 0,-1-1 0 0 0,1 1-1 0 0,-1 0 1 0 0,1 0 0 0 0,-1 0-1 0 0,-4-2 2466 0 0,6 2-2482 0 0,0 1 1 0 0,-1 1 0 0 0,1-1-1 0 0,-1 0 1 0 0,1 0 0 0 0,-1 0-1 0 0,1 0 1 0 0,-1 0 0 0 0,0 0-1 0 0,1 1 1 0 0,-1-1-1 0 0,0 0 1 0 0,0 0 0 0 0,0 2-1 0 0,0 4 84 0 0,3 1 14 0 0,-1 0 0 0 0,1 0 0 0 0,6 11 0 0 0,2 7 138 0 0,13 41 228 0 0,-15-41-313 0 0,-1 0 0 0 0,6 30-1 0 0,-11-41-133 0 0,0-4-13 0 0,8 20-1 0 0,-2-8 24 0 0,-4-10-57 0 0,-2-1-31 0 0,2-1 0 0 0,6 15-1 0 0,-10-25-67 0 0,-1 8-2196 0 0,0-9 1139 0 0</inkml:trace>
</inkml:ink>
</file>

<file path=ppt/ink/ink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6:53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4 197 11312 0 0,'0'0'256'0'0,"0"0"34"0"0,0 0 21 0 0,0 0-35 0 0,-1-1-180 0 0,-1-3 52 0 0,1 4 563 0 0,1 0 238 0 0,0 0 47 0 0,0 0-45 0 0,0 0-234 0 0,0 0-100 0 0,0 0-17 0 0,0 0-36 0 0,0 0-125 0 0,3-1-278 0 0,-1 1 0 0 0,1-1 1 0 0,-1 0-1 0 0,1 0 0 0 0,-1 0 1 0 0,5-2-1 0 0,4-3 15 0 0,11-1 194 0 0,39-6 1 0 0,-39 8-4 0 0,41-12 0 0 0,95-33-203 0 0,-115 35-193 0 0,86-17 0 0 0,-117 29 122 0 0,0 0-1 0 0,13-5 0 0 0,-16 4-76 0 0,1 1 0 0 0,0 0 0 0 0,17-2 1 0 0,17-4-7 0 0,-34 8-10 0 0,-2 1 11 0 0,-6 0 42 0 0,-2 0 11 0 0,0 0 0 0 0,0 0-29 0 0,0 0-124 0 0,0 0-58 0 0,0 0-12 0 0,0 0-175 0 0,0 0-734 0 0,-4 3-1779 0 0,3-2 1376 0 0</inkml:trace>
</inkml:ink>
</file>

<file path=ppt/ink/ink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19.9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326 15 2304 0 0,'0'0'101'0'0,"0"0"235"0"0,0 0 903 0 0,0 0 398 0 0,0 0 82 0 0,-1-5 1418 0 0,0 4-2802 0 0,0 0-190 0 0,-1 0 0 0 0,1 0 0 0 0,0 0-1 0 0,0 0 1 0 0,-1 1 0 0 0,1-1 0 0 0,-1 1-1 0 0,1-1 1 0 0,0 1 0 0 0,-1 0 0 0 0,1-1 0 0 0,-1 1-1 0 0,1 0 1 0 0,-1 0 0 0 0,1 0 0 0 0,-1 0-1 0 0,-1 0 1 0 0,2 0-70 0 0,0 0 0 0 0,-1 0 0 0 0,1 0 0 0 0,0 0 0 0 0,0 0 0 0 0,-1 0 0 0 0,1 0 0 0 0,0 1 0 0 0,0-1 0 0 0,0 0 0 0 0,-1 1 0 0 0,1-1 0 0 0,0 1 0 0 0,0-1 0 0 0,0 1 0 0 0,0 0 0 0 0,0-1 0 0 0,0 1 0 0 0,-2 2 0 0 0,-10 12 655 0 0,0 0 0 0 0,-21 35 0 0 0,19-27-443 0 0,12-18-152 0 0,0 0 0 0 0,0 1-1 0 0,1 0 1 0 0,0-1-1 0 0,0 1 1 0 0,0 0-1 0 0,0 6 1 0 0,0-2 123 0 0,-1-1 0 0 0,-3 10 0 0 0,-113 227-791 0 0,114-237 439 0 0,-9 19-336 0 0,1 0-1106 0 0,3-11-2929 0 0,4-9-791 0 0</inkml:trace>
</inkml:ink>
</file>

<file path=ppt/ink/ink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20.2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63 9072 0 0,'0'-1'19'0'0,"0"-6"199"0"0,0 0-1 0 0,0 0 1 0 0,1 0 0 0 0,2-12 0 0 0,-1 10 3004 0 0,1 3 750 0 0,7 10-1995 0 0,-6-2-1868 0 0,0 1 0 0 0,0-1-1 0 0,0 1 1 0 0,0 0-1 0 0,-1 0 1 0 0,4 5 0 0 0,11 9 90 0 0,-11-12-95 0 0,-1 1-1 0 0,0 0 0 0 0,7 9 0 0 0,-7-8 11 0 0,-1 0 0 0 0,10 8 0 0 0,21 19 36 0 0,-26-24-105 0 0,1 0 0 0 0,14 11 0 0 0,-5-5-155 0 0,32 31 0 0 0,-19-15-55 0 0,-31-31 82 0 0,-1 1-1 0 0,1-1 1 0 0,-1 1 0 0 0,1-1-1 0 0,-1 1 1 0 0,0 0 0 0 0,2 3-1 0 0,-2-5-27 0 0,-1 1-1 0 0,0-1 0 0 0,0 0 1 0 0,1 1-1 0 0,-1-1 0 0 0,0 0 1 0 0,1 1-1 0 0,-1-1 0 0 0,0 0 1 0 0,1 0-1 0 0,-1 1 0 0 0,1-1 1 0 0,-1 0-1 0 0,0 0 0 0 0,1 0 1 0 0,-1 0-1 0 0,1 1 0 0 0,0-1 1 0 0,1 1-378 0 0,2 5-1040 0 0,-3-4-7 0 0</inkml:trace>
</inkml:ink>
</file>

<file path=ppt/ink/ink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1:20.6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95 9072 0 0,'0'0'413'0'0,"0"0"-10"0"0,0 0-127 0 0,0 0 422 0 0,0 0 212 0 0,0 0 39 0 0,1-2-38 0 0,2-2-275 0 0,0 0 0 0 0,0-1 0 0 0,6-5 0 0 0,11-9 851 0 0,1 4-675 0 0,-16 11-667 0 0,0 1 0 0 0,1-1-1 0 0,0 1 1 0 0,-1 0-1 0 0,1 0 1 0 0,10-3-1 0 0,-8 3 74 0 0,-5 2-201 0 0,0 0 0 0 0,0 0 1 0 0,0 0-1 0 0,0 0 0 0 0,0 1 1 0 0,0-1-1 0 0,1 1 0 0 0,-1 0 1 0 0,0 0-1 0 0,0 0 0 0 0,0 0 1 0 0,0 1-1 0 0,1-1 0 0 0,-1 1 1 0 0,0 0-1 0 0,3 1 0 0 0,3 2-17 0 0,3 2 1 0 0,-10-2 5 0 0,-1-2 3 0 0,1 3 4 0 0,0 0 0 0 0,1 0 0 0 0,-2 0-1 0 0,1 0 1 0 0,-1 1 0 0 0,1-1-1 0 0,-1 1 1 0 0,-1-1 0 0 0,1 1-1 0 0,-1-1 1 0 0,0 1 0 0 0,0-1 0 0 0,-1 1-1 0 0,0-1 1 0 0,0 1 0 0 0,-2 6-1 0 0,-1 2 20 0 0,-1-1 0 0 0,0 0 0 0 0,-1 0 0 0 0,-1 0 0 0 0,-9 14 0 0 0,-17 21-130 0 0,29-41 44 0 0,2-5 1 0 0,-5 1 53 0 0,16-7-14 0 0,-1 1-1 0 0,15-10 0 0 0,-17 9 2 0 0,0 0-1 0 0,1 1 1 0 0,-1 0-1 0 0,1 0 1 0 0,0 0-1 0 0,12-2 0 0 0,-10 4 14 0 0,-2-1 0 0 0,1 1 0 0 0,14 0 0 0 0,-19 1 0 0 0,0 1 0 0 0,0-1 0 0 0,0 1 0 0 0,0-1 0 0 0,-1 1 0 0 0,1 0 0 0 0,0 0 0 0 0,0 0 0 0 0,-1 0 0 0 0,1 1 0 0 0,3 1 0 0 0,-2 0 0 0 0,-1 0 0 0 0,1 1 0 0 0,0-1 0 0 0,-1 1 0 0 0,0-1 0 0 0,0 1 0 0 0,0 0 0 0 0,0 0 0 0 0,0 1 0 0 0,-1-1 0 0 0,0 0 0 0 0,0 1 0 0 0,0-1 0 0 0,-1 1 0 0 0,1 0 0 0 0,-1 0 0 0 0,0 0 0 0 0,0-1 0 0 0,-1 1 0 0 0,0 6 0 0 0,1-4 7 0 0,-2-1 0 0 0,1 1 0 0 0,-1-1 0 0 0,0 1 0 0 0,0-1 0 0 0,-1 0 0 0 0,0 0 0 0 0,0 1 0 0 0,0-1 0 0 0,-1 0 0 0 0,-4 6 0 0 0,3-4 22 0 0,-3 6-23 0 0,-2-1 1 0 0,-17 23-1 0 0,22-32 89 0 0,-14 16-2069 0 0,-30 24 0 0 0,31-30 632 0 0</inkml:trace>
</inkml:ink>
</file>

<file path=ppt/ink/ink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8:43.4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17 3224 0 0,'-3'-2'273'0'0,"0"1"0"0"0,0 0 0 0 0,0-1-1 0 0,0 0 1 0 0,-4-3 0 0 0,6 4 1210 0 0,-9 0 2331 0 0,2-1-2944 0 0,8 2-180 0 0,0 0-22 0 0,0 0-58 0 0,0 0-30 0 0,0 0-4 0 0,0 0-23 0 0,0 0-96 0 0,0 0-45 0 0,0 0-10 0 0,0 0-21 0 0,0 0-77 0 0,0 0-31 0 0,0 0-8 0 0,0 0-7 0 0,0 0-28 0 0,0 0-7 0 0,0 0-6 0 0,0 0-10 0 0,0 0-38 0 0,0 0-10 0 0,0 0-6 0 0,0 0-5 0 0,0 0-16 0 0,0 0-4 0 0,0 0 0 0 0,0 0 0 0 0,0 0-1 0 0,0 0-6 0 0,0 0-1 0 0,0 0-9 0 0,0 0-38 0 0,0 0-3 0 0,2 1 4 0 0,1-1-59 0 0,-1 1-1 0 0,0-1 0 0 0,1 1 0 0 0,-1 0 1 0 0,0 0-1 0 0,1 0 0 0 0,-1 1 0 0 0,0-1 0 0 0,0 0 1 0 0,0 1-1 0 0,4 3 0 0 0,-4-2 0 0 0,1 0 0 0 0,-1 0 0 0 0,0 1 0 0 0,0-1-1 0 0,0 1 1 0 0,-1-1 0 0 0,1 1 0 0 0,-1 0 0 0 0,2 7 0 0 0,-1 5-1 0 0,-2-14-13 0 0,0 0-1 0 0,0-1 1 0 0,0 1 0 0 0,0 0 0 0 0,0-1-1 0 0,1 1 1 0 0,-1 0 0 0 0,1-1 0 0 0,-1 1 0 0 0,2 2-1 0 0,-1-1 1 0 0,1 1 0 0 0,-1 0 0 0 0,1 0 0 0 0,-1 1 0 0 0,-1-1 0 0 0,1 0 0 0 0,0 7 0 0 0,2 13 0 0 0,-1-13 16 0 0,0 0 0 0 0,-2 0 0 0 0,1 12 0 0 0,-2-20-16 0 0,1-1 0 0 0,0 0 0 0 0,0 1 0 0 0,1-1 0 0 0,-1 0 0 0 0,0 1 0 0 0,1-1 0 0 0,1 4 0 0 0,-1 3 0 0 0,0 3 0 0 0,-1-8 0 0 0,0 1 0 0 0,0-1 0 0 0,0 1 0 0 0,-1 4 0 0 0,0-5 0 0 0,1-1 0 0 0,-1 1 0 0 0,1-1 0 0 0,0 0 0 0 0,1 7 0 0 0,0 4 0 0 0,0-12 0 0 0,-1-1 0 0 0,0 1 0 0 0,0-1 0 0 0,0 1 0 0 0,1-1 0 0 0,-1 0 0 0 0,1 1 0 0 0,-1-1 0 0 0,2 3 0 0 0,3 7 0 0 0,-4 9 0 0 0,-2 0 0 0 0,1 19 0 0 0,4 17 0 0 0,-5-51 0 0 0,1-4 0 0 0,-1 1 0 0 0,1-1 0 0 0,0 1 0 0 0,0-1 0 0 0,0 0 0 0 0,0 1 0 0 0,0-1 0 0 0,0 1 0 0 0,1-1 0 0 0,-1 0 0 0 0,0 1 0 0 0,2 1 0 0 0,-1 0 0 0 0,0-2 0 0 0,-1 0 0 0 0,0 0 0 0 0,1 0 0 0 0,-1 0 0 0 0,0 0 0 0 0,1 0 0 0 0,-1-1 0 0 0,0 1 0 0 0,0 0 0 0 0,0 0 0 0 0,0 0 0 0 0,0 0 0 0 0,0 0 0 0 0,0 0 0 0 0,0 0 0 0 0,0 1 0 0 0,0 17 0 0 0,0 7 0 0 0,0 13 118 0 0,7-17 140 0 0,-5-20-204 0 0,-2 0-45 0 0,-1 8 76 0 0,2-6-37 0 0,2 3-24 0 0,-3-1 36 0 0,0-3-68 0 0,9 3 288 0 0,-7-5-204 0 0,-2-1 15 0 0,0 0-3 0 0,0 0-7 0 0,0 0-1 0 0,0 0-2 0 0,15 0 26 0 0,1-4-1070 0 0,-8-1-4421 0 0,1-3-1377 0 0</inkml:trace>
</inkml:ink>
</file>

<file path=ppt/ink/ink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8:46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1840 0 0,'0'0'83'0'0,"0"0"213"0"0,0 0 852 0 0,0 0 366 0 0,0 0 77 0 0,0 0-134 0 0,0 0-598 0 0,0 0-262 0 0,0 0-56 0 0,0 0-19 0 0,0 0-34 0 0,0 0-10 0 0,0 0-4 0 0,0 0 8 0 0,0 0 45 0 0,0 0 17 0 0,0 0 7 0 0,0 0-13 0 0,0 0-56 0 0,0 0-30 0 0,1 9 742 0 0,-1-8-1162 0 0,0-1 0 0 0,1 0 1 0 0,-1 1-1 0 0,0-1 0 0 0,0 0 0 0 0,0 1 0 0 0,1-1 0 0 0,-1 1 0 0 0,0-1 0 0 0,0 0 1 0 0,0 1-1 0 0,0-1 0 0 0,0 1 0 0 0,0-1 0 0 0,0 0 0 0 0,0 1 0 0 0,0-1 0 0 0,0 1 1 0 0,0-1-1 0 0,0 0 0 0 0,0 1 0 0 0,0-1 0 0 0,0 1 0 0 0,0-1 0 0 0,-1 0 0 0 0,1 1 1 0 0,0-1-1 0 0,0 1 0 0 0,0-1 0 0 0,-1 1 0 0 0,1-1-14 0 0,0 1-1 0 0,0-1 0 0 0,0 1 1 0 0,0 0-1 0 0,0-1 1 0 0,0 1-1 0 0,0 0 0 0 0,0-1 1 0 0,0 1-1 0 0,0-1 1 0 0,0 1-1 0 0,1 0 1 0 0,-1-1-1 0 0,0 1 0 0 0,1-1 1 0 0,-1 1-1 0 0,1 0 1 0 0,-1 0 29 0 0,10 28 289 0 0,-10-28-329 0 0,1 0 0 0 0,-1 1 0 0 0,1-1 0 0 0,0 0 0 0 0,-1 0 0 0 0,1 0 0 0 0,0 1 0 0 0,0-1-1 0 0,0 0 1 0 0,0 0 0 0 0,2 1 0 0 0,-2-1-2 0 0,0 0 0 0 0,0 0 0 0 0,0 0 1 0 0,0 1-1 0 0,0-1 0 0 0,0 0 0 0 0,0 0 0 0 0,0 1 0 0 0,-1-1 0 0 0,1 0 0 0 0,0 3 0 0 0,1 1-5 0 0,5 2 0 0 0,6 5 0 0 0,-10-9 0 0 0,3 3 0 0 0,-4-6 0 0 0,0 1 0 0 0,0-1 0 0 0,0 1 0 0 0,0-1 0 0 0,0 0 0 0 0,0 0 0 0 0,3 0 0 0 0,4 1 0 0 0,-7 0 0 0 0,1-1 0 0 0,0 0 0 0 0,0 0 0 0 0,-1 0 0 0 0,1 0 0 0 0,0-1 0 0 0,4 0 0 0 0,36-10 0 0 0,-39 10 0 0 0,0 0 0 0 0,1 0 0 0 0,-1-1 0 0 0,0 0 0 0 0,0 1 0 0 0,0-2 0 0 0,5-2 0 0 0,-1 2 11 0 0,15-4 42 0 0,-12 5-107 0 0,-7 1-28 0 0,0 1-1 0 0,0-1 0 0 0,0-1 0 0 0,0 1 0 0 0,0-1 0 0 0,0 1 0 0 0,0-1 0 0 0,5-4 0 0 0,6-2-789 0 0,-11 4 576 0 0</inkml:trace>
</inkml:ink>
</file>

<file path=ppt/ink/ink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9:46.0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80 449 5120 0 0,'-2'14'233'0'0,"3"-9"70"0"0,0-5 143 0 0,-1 0 60 0 0,0 0 7 0 0,0 0-9 0 0,0 0-60 0 0,0 0-27 0 0,0 0-7 0 0,0 0-10 0 0,0 0-34 0 0,0 0-12 0 0,0 0-2 0 0,0 0-15 0 0,0 0-61 0 0,0 0-27 0 0,0 0-7 0 0,0 0-26 0 0,0 0-100 0 0,0 0-42 0 0,0 0-8 0 0,0 0-2 0 0,0 0 0 0 0,0 0 0 0 0,0 0 28 0 0,0 0 117 0 0,0 1-58 0 0,-1 0 0 0 0,1 0 1 0 0,-1-1-1 0 0,0 1 0 0 0,1 0 1 0 0,-1 0-1 0 0,1-1 0 0 0,-1 1 0 0 0,0-1 1 0 0,0 1-1 0 0,-1 0 0 0 0,-1 1 2194 0 0,6-4-1391 0 0,-2 2-913 0 0,-1-1 0 0 0,1 0-1 0 0,0 0 1 0 0,0 1 0 0 0,-1-1-1 0 0,1 0 1 0 0,-1 0 0 0 0,1 0-1 0 0,-1 0 1 0 0,1 0 0 0 0,-1 0-1 0 0,0 1 1 0 0,1-1 0 0 0,-1 0-1 0 0,0 0 1 0 0,0 0-1 0 0,1-2 1 0 0,-1-17 736 0 0,0 13-518 0 0,-3-18-51 0 0,3 22-195 0 0,-2-8 376 0 0,0 1 0 0 0,-1-1 0 0 0,-4-12-1 0 0,5 18-328 0 0,1 0-1 0 0,0 0 1 0 0,-2-10 0 0 0,3 10-20 0 0,-1 0 0 0 0,-1-1 1 0 0,-2-8-1 0 0,1 7 88 0 0,1 1 0 0 0,0 0-1 0 0,0-1 1 0 0,1 1 0 0 0,-1-1-1 0 0,1 1 1 0 0,0-8 0 0 0,1 13-95 0 0,0 0-1 0 0,0 0 1 0 0,0 0 0 0 0,0 0 0 0 0,0 1 0 0 0,-1-1 0 0 0,1 0 0 0 0,0 0 0 0 0,-1 0 0 0 0,1 1 0 0 0,0-1 0 0 0,-1 0 0 0 0,0 0-1 0 0,1 0 3 0 0,-1 0 0 0 0,1 1 0 0 0,-1-1-1 0 0,1 1 1 0 0,0-1 0 0 0,-1 0-1 0 0,1 1 1 0 0,0-1 0 0 0,0 0 0 0 0,0 0-1 0 0,-1 1 1 0 0,1-2 0 0 0,-1-1 61 0 0,1 2-99 0 0,-1 0-1 0 0,0 0 1 0 0,1 0 0 0 0,-1 0 0 0 0,0 0 0 0 0,1 0 0 0 0,0 0 0 0 0,-1 0 0 0 0,1-1 0 0 0,0 1 0 0 0,-1 0 0 0 0,1 0 0 0 0,0-2 0 0 0,-1-3-109 0 0,-8-16-169 0 0,4 4 573 0 0,4 16-307 0 0,1 0 0 0 0,0 0-1 0 0,-1 0 1 0 0,1 0 0 0 0,0 0 0 0 0,1-4 0 0 0,-1-12 43 0 0,-3 1 158 0 0,3 8-164 0 0,0 1-3 0 0,0 7 73 0 0,0 1 13 0 0,0 0-1 0 0,3-27-340 0 0,-2 18 216 0 0,3-3 185 0 0,-4 11-67 0 0,0-12 14 0 0,0 11-37 0 0,0 2-18 0 0,0 0-149 0 0,0 0-43 0 0,0 0-1 0 0,-1-8-328 0 0,-3 16-993 0 0,4-7 817 0 0,0 1 0 0 0,0-1 0 0 0,0 0 0 0 0,0 0 1 0 0,0 0-1 0 0,0 0 0 0 0,0 1 0 0 0,0-1 0 0 0,1 2 1 0 0,3 11-1569 0 0</inkml:trace>
</inkml:ink>
</file>

<file path=ppt/ink/ink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7T21:19:48.0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1 7632 0 0,'0'0'348'0'0,"0"0"-7"0"0,0 0-84 0 0,0 0 461 0 0,0 0 223 0 0,0 0 47 0 0,0 0-29 0 0,0 0-169 0 0,0 0-76 0 0,0 0-12 0 0,0 0-40 0 0,0 0-152 0 0,0 0-59 0 0,0 2-17 0 0,0 2-200 0 0,-1 0 0 0 0,1 0 0 0 0,-1 0-1 0 0,0 0 1 0 0,0 0 0 0 0,-3 5-1 0 0,4-7-125 0 0,-1 0 0 0 0,1 0-1 0 0,0 1 1 0 0,0-1-1 0 0,-1 0 1 0 0,1 0-1 0 0,1 0 1 0 0,-1 4 0 0 0,1-2-51 0 0,3 36 482 0 0,-3-32-447 0 0,1 0 0 0 0,-2 0 0 0 0,1 1 0 0 0,-1-1 0 0 0,-1 9-1 0 0,-1-4-105 0 0,1-5-53 0 0,0 0 0 0 0,0 0-1 0 0,0 0 1 0 0,1 0-1 0 0,0 0 1 0 0,0 0 0 0 0,1 0-1 0 0,0 1 1 0 0,4 11-1 0 0,-1-9 346 0 0,0 0 0 0 0,-1 1 0 0 0,-1 0-1 0 0,0 0 1 0 0,0-1 0 0 0,-1 15-1 0 0,-1-12-309 0 0,1 1 0 0 0,2 15 0 0 0,3 11-389 0 0,2 1 602 0 0,-6-27-66 0 0,0-1 0 0 0,7 19-1 0 0,-7-25-114 0 0,0 0 0 0 0,-1 0 0 0 0,0 0 0 0 0,0 0 0 0 0,-1 10 0 0 0,2 22 0 0 0,6-3-142 0 0,-5-25 43 0 0,-1 1-1 0 0,0-1 0 0 0,1 17 0 0 0,-3-19 93 0 0,1-1 0 0 0,1 0 0 0 0,2 13 0 0 0,3 8 23 0 0,0 1 119 0 0,-5-23-105 0 0,0 0 0 0 0,-1 0 0 0 0,0 0 0 0 0,0 0 0 0 0,0 1 0 0 0,-2 10 0 0 0,1-11 7 0 0,0-1 0 0 0,0 0 0 0 0,1 0 0 0 0,0 1 0 0 0,0-1 0 0 0,4 11 0 0 0,-3-9 52 0 0,0-1 0 0 0,0 0 0 0 0,0 16 0 0 0,-1-16-130 0 0,0 0 1 0 0,0 0-1 0 0,4 15 1 0 0,-3-16-5 0 0,0 1 0 0 0,-1-1-1 0 0,1 15 1 0 0,-2-3 49 0 0,0 0 0 0 0,1 0 0 0 0,1 0 0 0 0,8 32 0 0 0,-6-34-11 0 0,0 0-1 0 0,1 22 0 0 0,-2-12 11 0 0,2 26-3 0 0,10 70 1827 0 0,-11-110-1685 0 0,-3-9-138 0 0,0-1 0 0 0,0 1 0 0 0,0-1 0 0 0,-1 1-1 0 0,1 3 1 0 0,7 53-670 0 0,-7-54 742 0 0,-1 0 1 0 0,1 0 0 0 0,2 8-1 0 0,-1-8 8 0 0,-1 0 0 0 0,0 0 0 0 0,0 9 0 0 0,7 43-84 0 0,1 13 0 0 0,-9-59 0 0 0,2-1 0 0 0,-1 1 0 0 0,5 13 0 0 0,-3-13 0 0 0,-1-1 0 0 0,0 0 0 0 0,0 14 0 0 0,-1-5 0 0 0,1-1 0 0 0,5 22 0 0 0,0 3 0 0 0,-3-20 0 0 0,-2-12 0 0 0,0 0 0 0 0,-1 12 0 0 0,0-14 0 0 0,0-1 0 0 0,0 1 0 0 0,3 9 0 0 0,-1-9 0 0 0,-1 0 0 0 0,-1 0 0 0 0,1 11 0 0 0,-1 3 0 0 0,6 32 0 0 0,-1-13 0 0 0,1-2 0 0 0,-4-30 0 0 0,-1 1 0 0 0,0-1 0 0 0,0 14 0 0 0,-1-11 0 0 0,3 20 0 0 0,-2-19 0 0 0,1 20 0 0 0,-2-5 0 0 0,10 60 0 0 0,-9-78 0 0 0,-2 1 0 0 0,0 20 0 0 0,-1-21 0 0 0,1 0 0 0 0,1-1 0 0 0,2 19 0 0 0,-2-20 0 0 0,0 0 0 0 0,0 0 0 0 0,-2 17 0 0 0,0-1 0 0 0,-3 1 0 0 0,4-17 0 0 0,4 33 0 0 0,4 72 0 0 0,-5-91 0 0 0,-2-20 0 0 0,0-1 0 0 0,0 1 0 0 0,-1-1 0 0 0,0 1 0 0 0,0 0 0 0 0,0 5 0 0 0,0-6 0 0 0,-1 1 0 0 0,1 0 0 0 0,0-1 0 0 0,1 1 0 0 0,-1 0 0 0 0,2 4 0 0 0,0 14 0 0 0,1 81 0 0 0,2-43 0 0 0,4 20 0 0 0,-9-60 0 0 0,1 0 0 0 0,7 29 0 0 0,-5-16 0 0 0,-1 4 0 0 0,-2-25 0 0 0,3 24 0 0 0,-3-34 0 0 0,0 1 0 0 0,0 0 0 0 0,0-1 0 0 0,0 1 0 0 0,0-1 0 0 0,-2 5 0 0 0,1 2 0 0 0,1 6 0 0 0,1-7 0 0 0,-1 0 0 0 0,0 16 0 0 0,0-16 0 0 0,-1 0 0 0 0,2 0 0 0 0,1 12 0 0 0,-2-10 0 0 0,-1-7 0 0 0,1-1 0 0 0,0 0 0 0 0,0 0 0 0 0,0 0 0 0 0,0 0 0 0 0,0 1 0 0 0,0-1 0 0 0,1 0 0 0 0,1 4 0 0 0,-2-3 0 0 0,0-1 0 0 0,1 1 0 0 0,-1-1 0 0 0,0 1 0 0 0,0-1 0 0 0,0 1 0 0 0,0-1 0 0 0,-1 5 0 0 0,1 5 0 0 0,4 15 0 0 0,-5-23 0 0 0,1-1 0 0 0,0 0 0 0 0,1 0 0 0 0,-1 1 0 0 0,1-1 0 0 0,1 6 0 0 0,0 4 0 0 0,0 42 0 0 0,-4-16 0 0 0,3-30 0 0 0,0 0 0 0 0,-1 0 0 0 0,0 0 0 0 0,-2 10 0 0 0,2 29 0 0 0,0-46 0 0 0,-1 1 0 0 0,1-1 0 0 0,-1 1 0 0 0,1 0 0 0 0,0-1 0 0 0,0 1 0 0 0,1 3 0 0 0,0 1 0 0 0,2 47 0 0 0,-5-23 0 0 0,2-17 485 0 0,0-1 0 0 0,2 1-1 0 0,2 13 1 0 0,-3-12-872 0 0,-1-15 380 0 0,0 1 0 0 0,0-1 0 0 0,0 0 0 0 0,-1 0 0 0 0,1 1 0 0 0,0-1 0 0 0,0 0 0 0 0,0 0 0 0 0,0 1 0 0 0,0-1 0 0 0,0 0-1 0 0,0 1 1 0 0,0-1 0 0 0,0 0 0 0 0,1 0 0 0 0,-1 1 0 0 0,0-1 0 0 0,0 0 0 0 0,0 0 0 0 0,0 1 0 0 0,0-1 0 0 0,0 0 0 0 0,1 0 0 0 0,-1 1 0 0 0,0-1 0 0 0,0 0-1 0 0,0 0 1 0 0,0 0 0 0 0,1 1 0 0 0,1 1 28 0 0,-1 10-10 0 0,2 17 611 0 0,2-5-1112 0 0,0 23 274 0 0,0-8 828 0 0,-4-35-671 0 0,-1 1-1 0 0,1-1 1 0 0,0 0-1 0 0,3 7 1 0 0,-3-10 83 0 0,-1 0-1 0 0,0-1 1 0 0,1 1 0 0 0,-1-1 0 0 0,0 1-1 0 0,0 0 1 0 0,0-1 0 0 0,0 1-1 0 0,1 0 1 0 0,-1-1 0 0 0,0 1 0 0 0,0 0-1 0 0,0-1 1 0 0,0 1 0 0 0,-1 0 0 0 0,1 0-1 0 0,0-1-32 0 0,0 1 0 0 0,0-1-1 0 0,0 0 1 0 0,0 0 0 0 0,0 1-1 0 0,0-1 1 0 0,0 0 0 0 0,0 1-1 0 0,0-1 1 0 0,0 0 0 0 0,0 1-1 0 0,0-1 1 0 0,0 0 0 0 0,0 1 0 0 0,0-1-1 0 0,0 0 1 0 0,0 1 0 0 0,0-1-1 0 0,1 0 1 0 0,-1 0 0 0 0,0 1-1 0 0,0-1 1 0 0,0 0 0 0 0,1 1-1 0 0,-1-1 1 0 0,0 0 0 0 0,0 0-1 0 0,0 0 1 0 0,1 1 0 0 0,-1-1 0 0 0,1 1-12 0 0,-1-1 0 0 0,1 1 0 0 0,-1 0 0 0 0,1-1 1 0 0,-1 1-1 0 0,0 0 0 0 0,1-1 0 0 0,-1 1 1 0 0,0 0-1 0 0,0 0 0 0 0,0 0 0 0 0,1-1 1 0 0,-1 1-1 0 0,0 0 0 0 0,0 0 0 0 0,0 1 1 0 0,0 4-57 0 0,9 17 255 0 0,-8-22-144 0 0,-1 1-1 0 0,1-1 0 0 0,-1 0 0 0 0,0 0 1 0 0,1 1-1 0 0,-1-1 0 0 0,0 1 0 0 0,1-1 1 0 0,-1 0-1 0 0,0 3 0 0 0,0-2-60 0 0,0 0 0 0 0,0 0-1 0 0,1 0 1 0 0,-1 0 0 0 0,1 0-1 0 0,-1 0 1 0 0,1 0 0 0 0,0 0-1 0 0,0 0 1 0 0,0 0 0 0 0,2 3-1 0 0,-3-4 19 0 0,0-1 0 0 0,1 1 0 0 0,-1-1 0 0 0,0 1 0 0 0,0-1 0 0 0,0 1 0 0 0,1-1 0 0 0,-1 1 0 0 0,0-1 0 0 0,0 1 0 0 0,0-1 0 0 0,0 1 0 0 0,0 0 0 0 0,0-1 0 0 0,0 1 0 0 0,0-1 1 0 0,0 1-1 0 0,-1 0 0 0 0,2 8-37 0 0,0-8 67 0 0,0 1 0 0 0,0 0-1 0 0,-1-1 1 0 0,1 1 0 0 0,0-1-1 0 0,-1 1 1 0 0,1 0 0 0 0,-1-1-1 0 0,1 1 1 0 0,-1 0 0 0 0,0 0-1 0 0,0-1 1 0 0,0 1 0 0 0,0 0-1 0 0,0 2 1 0 0,5 16-89 0 0,-5-2-119 0 0,0-18 188 0 0,0 0-1 0 0,0 0 1 0 0,0 0 0 0 0,0 0-1 0 0,-1 0 1 0 0,1 0-1 0 0,0 0 1 0 0,0 0-1 0 0,0 0 1 0 0,0 0-1 0 0,0 1 1 0 0,0-1 0 0 0,0 0-1 0 0,0 0 1 0 0,0 0-1 0 0,0 0 1 0 0,0 0-1 0 0,0 0 1 0 0,0 0 0 0 0,0 0-1 0 0,0 0 1 0 0,0 0-1 0 0,0 1 1 0 0,0-1-1 0 0,0 0 1 0 0,0 0-1 0 0,0 0 1 0 0,0 0 0 0 0,0 0-1 0 0,1 0 1 0 0,-1 0-1 0 0,0 0 1 0 0,0 0-1 0 0,0 0 1 0 0,0 0 0 0 0,0 1-1 0 0,0-1 1 0 0,0 0-1 0 0,0 0 1 0 0,0 0-1 0 0,0 0 1 0 0,0 0 0 0 0,0 0-1 0 0,0 0 1 0 0,0 0-1 0 0,1 0 1 0 0,-1 0-1 0 0,0 0 1 0 0,0 0-1 0 0,0 0 1 0 0,0 0 0 0 0,0 0-1 0 0,0 0 1 0 0,0 0-1 0 0,0 0 1 0 0,1 0-1 0 0,1 1 20 0 0,2 8-12 0 0,-3-1-8 0 0,2-3 0 0 0,-2 4 0 0 0,0-2 0 0 0,2-1-38 0 0,-2-5-173 0 0,-1-1-110 0 0,0 0-30 0 0,0 0-132 0 0,0 0-521 0 0,1-1-225 0 0,3-6-46 0 0</inkml:trace>
</inkml:ink>
</file>

<file path=ppt/ink/ink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5:47.167"/>
    </inkml:context>
    <inkml:brush xml:id="br0">
      <inkml:brushProperty name="width" value="0.1" units="cm"/>
      <inkml:brushProperty name="height" value="0.1" units="cm"/>
      <inkml:brushProperty name="color" value="#66CC00"/>
    </inkml:brush>
  </inkml:definitions>
  <inkml:trace contextRef="#ctx0" brushRef="#br0">7429 123 3680 0 0,'-4'-5'5169'0'0,"-1"-4"-4359"0"0,4 6-506 0 0,-1 0 0 0 0,1 0-1 0 0,-1 1 1 0 0,0-1-1 0 0,0 1 1 0 0,0-1-1 0 0,-4-3 1 0 0,1 2 1 0 0,0-1 0 0 0,0 1 0 0 0,0-1 0 0 0,-1 1 0 0 0,1 1 0 0 0,-1-1 0 0 0,0 1 0 0 0,0 0 1 0 0,0 1-1 0 0,-1-1 0 0 0,-12-2 0 0 0,4 2-37 0 0,11 2-183 0 0,0-1 0 0 0,0 2 0 0 0,0-1 0 0 0,-5 0 0 0 0,-1 1 120 0 0,0-2-1 0 0,-15-2 1 0 0,-6-1 186 0 0,-2 1 16 0 0,-30-2 218 0 0,-54 3 279 0 0,17-2-256 0 0,23 4-338 0 0,-70 1-46 0 0,84 4-74 0 0,0 3 0 0 0,-104 24 0 0 0,75-10-34 0 0,-27 8-24 0 0,-8 8-132 0 0,-49 17 272 0 0,99-30-31 0 0,-346 118-563 0 0,354-115 392 0 0,-59 22 203 0 0,-89 30-567 0 0,64-25 278 0 0,91-34-6 0 0,-164 47-113 0 0,160-45 194 0 0,13-4 9 0 0,18-8-61 0 0,-53 7 0 0 0,-48 10-7 0 0,33-5 0 0 0,-154 32-96 0 0,242-50 98 0 0,-105 28 76 0 0,82-20-65 0 0,-134 48-10 0 0,30 12-66 0 0,50-22 30 0 0,-32 22 33 0 0,123-71 0 0 0,-79 57 0 0 0,20-17 64 0 0,5-2-60 0 0,11-8-21 0 0,34-24-4 0 0,-15 8 26 0 0,0 2 0 0 0,0 1 1 0 0,-21 20-1 0 0,31-24 0 0 0,-1-1 1 0 0,-35 22-1 0 0,-6 4-8 0 0,-89 91-77 0 0,116-103 80 0 0,17-16 0 0 0,0 1 0 0 0,-11 15 0 0 0,-1 2 0 0 0,15-18 0 0 0,0 0 0 0 0,-13 22 0 0 0,-39 57 0 0 0,-31 51 0 0 0,2-18 0 0 0,1-1 0 0 0,64-83 0 0 0,16-25 0 0 0,1 0 0 0 0,-12 24 0 0 0,0 11 0 0 0,5-11 0 0 0,-31 54 0 0 0,-7 10 0 0 0,15-26 0 0 0,21-40 0 0 0,-7 12 0 0 0,-22 37 0 0 0,16-26 0 0 0,22-42 0 0 0,-67 128 0 0 0,15-25 0 0 0,24-49 0 0 0,-34 62 0 0 0,58-108 0 0 0,-18 23 0 0 0,-3 8 0 0 0,-19 25 0 0 0,31-48 0 0 0,-25 47 0 0 0,-16 42 0 0 0,-15 31 0 0 0,19-17 0 0 0,17-37 0 0 0,12-28 0 0 0,9-23 0 0 0,-41 87 0 0 0,40-86 0 0 0,-7 13 0 0 0,-6 8 0 0 0,22-42 0 0 0,-29 46 0 0 0,-39 51 0 0 0,47-68 0 0 0,-37 52 0 0 0,48-72 0 0 0,17-24 0 0 0,-12 15 0 0 0,15-25 0 0 0,1 0 0 0 0,0 0 0 0 0,-1 1 0 0 0,1-1 0 0 0,0 0 0 0 0,1 1 0 0 0,-1 0 0 0 0,0-1 0 0 0,1 1 0 0 0,0 0 0 0 0,-1 7 0 0 0,-1-1 0 0 0,0 1 0 0 0,0-1 0 0 0,-1-1 0 0 0,-5 12 0 0 0,-6 14 0 0 0,9-21 0 0 0,0-1 0 0 0,0 1 0 0 0,-15 20 0 0 0,16-26 0 0 0,0 0 0 0 0,0 0 0 0 0,1 1 0 0 0,0 0 0 0 0,1-1 0 0 0,0 1 0 0 0,0 0 0 0 0,-1 11 0 0 0,2-15 0 0 0,0 0 0 0 0,0 0 0 0 0,0 0 0 0 0,0 0 0 0 0,-4 5 0 0 0,-7 17 0 0 0,-5 17-12 0 0,12-32 4 0 0,1-1 0 0 0,0 0 0 0 0,1 1 0 0 0,1 0 0 0 0,-3 15 0 0 0,4-18 7 0 0,0 1 0 0 0,0 0-1 0 0,-1 0 1 0 0,0-1 0 0 0,-1 1-1 0 0,0-1 1 0 0,0 0 0 0 0,-7 9-1 0 0,8-13 2 0 0,0 1 0 0 0,1-1 0 0 0,-1 1 0 0 0,1-1 0 0 0,-2 10 0 0 0,-4 11 0 0 0,4-14-9 0 0,3-9 0 0 0,0 1 1 0 0,0 0-1 0 0,-1 0 0 0 0,-3 6 0 0 0,-8 14-2 0 0,11-21 6 0 0,1-1 0 0 0,0 1 1 0 0,-1-1-1 0 0,1 1 0 0 0,0 0 0 0 0,-1 5 0 0 0,1-5-1 0 0,0 1 0 0 0,0-1 0 0 0,-1 0 0 0 0,-2 6 0 0 0,2-7 4 0 0,1 0 0 0 0,0 1-1 0 0,0-1 1 0 0,0 0-1 0 0,1 0 1 0 0,-1 0 0 0 0,0 1-1 0 0,1 2 1 0 0,-6 15-30 0 0,5-19 31 0 0,0 1-1 0 0,1 0 1 0 0,-1 0-1 0 0,0 0 1 0 0,1 0 0 0 0,0 0-1 0 0,0 0 1 0 0,-1 2-1 0 0,0 9 4 0 0,-2 2-10 0 0,1-12-12 0 0,0 0-5 0 0,0 7 13 0 0,2-6 4 0 0,-1 0-1 0 0,0 1 0 0 0,0-1 0 0 0,-1 0 1 0 0,-2 7-1 0 0,0 1 70 0 0,0 0 1 0 0,-2 15-1 0 0,3-13-22 0 0,3-3-167 0 0,0-10 114 0 0,0 1-1 0 0,0 0 0 0 0,0-1 0 0 0,0 1 0 0 0,0 0 0 0 0,-1 0 0 0 0,1-1 0 0 0,-1 1 0 0 0,1-1 0 0 0,-1 1 0 0 0,1 0 0 0 0,-2 1 0 0 0,1 8 39 0 0,1-10 312 0 0,0-2-708 0 0,0-2 362 0 0,0 2 9 0 0,0 0 0 0 0,0-1 0 0 0,1 1 0 0 0,-1 0 0 0 0,0 0 0 0 0,0 0 0 0 0,1-1 1 0 0,-1 1-1 0 0,1 0 0 0 0,-1 0 0 0 0,2-1 0 0 0,2-9 2 0 0,6-9 71 0 0,-5 7-3 0 0,-3 9-67 0 0,0 0 1 0 0,0 0-1 0 0,0 0 0 0 0,0 0 1 0 0,6-8-1 0 0,3-4 51 0 0,12-8 22 0 0,-6 5-22 0 0,-11 12-42 0 0,1 3 18 0 0,-6 3-210 0 0</inkml:trace>
</inkml:ink>
</file>

<file path=ppt/ink/ink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2-11T21:26:12.206"/>
    </inkml:context>
    <inkml:brush xml:id="br0">
      <inkml:brushProperty name="width" value="0.1" units="cm"/>
      <inkml:brushProperty name="height" value="0.1" units="cm"/>
      <inkml:brushProperty name="color" value="#F6630D"/>
    </inkml:brush>
  </inkml:definitions>
  <inkml:trace contextRef="#ctx0" brushRef="#br0">7706 175 2304 0 0,'0'0'4953'0'0,"-1"0"-4398"0"0,-2 0-358 0 0,0-1 0 0 0,0 0 0 0 0,0 0 0 0 0,0 0-1 0 0,1 0 1 0 0,-1-1 0 0 0,-5-2 0 0 0,-9-6 616 0 0,12 8-595 0 0,0-1 0 0 0,0 0 0 0 0,0 0 0 0 0,0 0 0 0 0,1-1 0 0 0,-1 1 0 0 0,1-1 1 0 0,-5-6-1 0 0,-16-13 497 0 0,18 18-518 0 0,0 0-1 0 0,0 1 0 0 0,-11-6 1 0 0,-17-8 687 0 0,23 14-566 0 0,0 1 1 0 0,-14-2 0 0 0,-22-6 481 0 0,-33-3 80 0 0,59 9-603 0 0,-1 1 0 0 0,-43-3 0 0 0,39 7-91 0 0,-8-1-45 0 0,1 2 0 0 0,-47 8-1 0 0,-83 15-65 0 0,150-22-57 0 0,0 1 0 0 0,-21 7 0 0 0,5-1-19 0 0,-8 4 1 0 0,1 2 0 0 0,-69 36 0 0 0,8 4 0 0 0,-13 10 0 0 0,8-5 0 0 0,-112 51 0 0 0,153-74 0 0 0,-2 2 0 0 0,33-22 0 0 0,-31 24 0 0 0,33-21 0 0 0,-80 58 0 0 0,-64 40 0 0 0,42-33 0 0 0,108-71 0 0 0,-40 31 0 0 0,-26 22 0 0 0,62-49 0 0 0,1 2 0 0 0,-48 46 0 0 0,-15 21 0 0 0,38-35 0 0 0,14-13 0 0 0,12-16 0 0 0,-44 45 0 0 0,11-4 0 0 0,-6 5 0 0 0,-4 3 4 0 0,-3 5-61 0 0,52-55 52 0 0,-41 39-1 0 0,26-29 6 0 0,1 1 0 0 0,-41 56 0 0 0,33-31 0 0 0,19-26 0 0 0,-36 40 0 0 0,49-61 0 0 0,0 1 0 0 0,0 1 0 0 0,-8 17 0 0 0,-9 13 0 0 0,2-9 0 0 0,-18 38 0 0 0,37-64 0 0 0,0 1 0 0 0,-12 13 0 0 0,-6 10 0 0 0,1 8-21 0 0,-1-1 0 0 0,-50 62-1 0 0,65-92 22 0 0,0 0 0 0 0,0 1 0 0 0,1 0 0 0 0,0 0 0 0 0,0 1 0 0 0,1 0 0 0 0,1 0 0 0 0,0 1 0 0 0,-4 14 0 0 0,6-18 0 0 0,0 0 0 0 0,0 0 0 0 0,-1-1 0 0 0,0 1 0 0 0,-7 9 0 0 0,5-8 0 0 0,0 1 0 0 0,-4 11 0 0 0,0 6 0 0 0,-5 12 0 0 0,-42 90 0 0 0,10-27 0 0 0,7-16 0 0 0,1 4 0 0 0,-26 68 0 0 0,-37 81 0 0 0,78-187 0 0 0,-1-4 0 0 0,-36 54 0 0 0,12-24 0 0 0,-4 6 5 0 0,-11 18 66 0 0,-31 48-29 0 0,13-23-24 0 0,-20 20-18 0 0,54-78 0 0 0,-3 3 0 0 0,-15 12 16 0 0,-74 97 32 0 0,90-116-48 0 0,-24 35 0 0 0,-60 83 80 0 0,70-99-42 0 0,9-7 20 0 0,-25 34 22 0 0,32-44-80 0 0,-12 14 0 0 0,-29 33-4 0 0,16-20 62 0 0,-31 34-48 0 0,25-18-10 0 0,42-57 0 0 0,-132 206 28 0 0,119-178 8 0 0,-11 22-36 0 0,-8 9 0 0 0,-39 59 0 0 0,8-20 0 0 0,51-74 0 0 0,-6 25 0 0 0,6-11 0 0 0,6-13 0 0 0,2-4 0 0 0,0-2 43 0 0,3 2 0 0 0,-38 102-1 0 0,66-150-40 0 0,-96 223 60 0 0,38-100 104 0 0,19-41-124 0 0,21-44-122 0 0,-17 34 32 0 0,41-90 48 0 0,0 1 0 0 0,1 0 0 0 0,-4 17 0 0 0,-5 13 0 0 0,-3 1 0 0 0,1 1 0 0 0,-7 42 0 0 0,2-27 0 0 0,13-27 0 0 0,-20 118 0 0 0,14-85 0 0 0,7-42 0 0 0,-4 30 0 0 0,6-29 0 0 0,-1 0 0 0 0,-9 27 0 0 0,-3 11 0 0 0,15-51 0 0 0,-8 46 0 0 0,1-10 0 0 0,2-13 0 0 0,-3 26 0 0 0,-1-6 0 0 0,2-16 0 0 0,2-8 0 0 0,0-2 0 0 0,4-19 0 0 0,1 0 0 0 0,-1-1 0 0 0,1 1 0 0 0,0 9 0 0 0,1-12 0 0 0,-1 1 0 0 0,1 0 0 0 0,-1 0 0 0 0,0 0 0 0 0,0-1 0 0 0,-2 5 0 0 0,1-5 0 0 0,1 1 0 0 0,0-1 0 0 0,0 1 0 0 0,0-1 0 0 0,0 8 0 0 0,-4 21 0 0 0,5-26 0 0 0,0-3 0 0 0,0-1 0 0 0,0 1 0 0 0,0-1 0 0 0,-1 0 0 0 0,1 1 0 0 0,-1-1 0 0 0,1 0 0 0 0,-2 3 0 0 0,0-2 0 0 0,-1-1 0 0 0,-1 11 0 0 0,2-6 8 0 0,-1 0-1 0 0,0-1 1 0 0,-4 8-1 0 0,4-8-2 0 0,0 0-1 0 0,0 1 1 0 0,0-1-1 0 0,-3 13 0 0 0,-14 71 16 0 0,15-76-20 0 0,5-12 0 0 0,-1-1 0 0 0,1 1 0 0 0,-1-1 0 0 0,1 1 0 0 0,-1-1 0 0 0,1 1 0 0 0,0-1 0 0 0,0 3 0 0 0,-1-1 0 0 0,1 0 0 0 0,-1 0 0 0 0,0 0 0 0 0,1 0 0 0 0,-1 0 0 0 0,-1 0 0 0 0,1 0 0 0 0,-2 4 0 0 0,-5 12 0 0 0,6-11 0 0 0,-4 6 0 0 0,6-12 0 0 0,-1-1 0 0 0,1 0 0 0 0,-1 1 0 0 0,1-1 0 0 0,0 0 0 0 0,0 1 0 0 0,0-1 0 0 0,-1 1 0 0 0,1-1 0 0 0,1 0 0 0 0,-1 4 0 0 0,0 6-868 0 0</inkml:trace>
</inkml:ink>
</file>

<file path=ppt/ink/ink36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2-17T23:03:40.29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16552 3162 1623 0,'0'0'36'0,"0"-8"7"0,0 0 1 0,0-2 2 0,0 2-37 0,-3 5-9 0,3-5 0 0,-3 3 0 16,3 5 52-16,-6-3 8 0,-2 3 1 0,-1 0 1 0,-3 0-16 15,0 3-3-15,-3 2-1 0,-3 3 0 0,0-5-42 0,-3 7-9 16,1 1-2-16,-1 2 0 0,-3 0 11 0,3 3 0 15,0-5 0-15,0 7 0 0,3-5 0 0,1 6 0 16,2-1 0-16,3 1 0 0,3-1 0 0,3 1 0 16,0-3 0-16,6 2 0 15,0-4 0-15,3 2 0 0,3-1 0 0,3-1 0 0,0-4 0 0,6 3 0 16,3-5 0-16,-1 6 0 16,1-6 12-16,3-3 4 0,0 3 0 0,0 0 1 0,-3 0-17 0,-1 0 0 15,1-3 0-15,-3 0 0 0,0 6 0 16,-3-3-22-16,-3-6 3 0,-3 6 1 0,-3 3 18 0,0-3 0 15,-3 2 0-15,-3-2 0 0,-3 3 0 0,-3-3 0 16,0 0 0-16,-3 0 0 0,0 0 0 0,-3 0 0 16,0-3 0-16,-2 3 0 0,-1-3 34 0,3 0 10 15,-3 6 3-15,0-8 0 0,3 2-38 0,0 3-9 0,1-3 0 0,2 0 0 32,0 1-36-32,0-1-8 0,3-2-3 0,3-3 0 15,6 0-113-15,-6 0-24 0,-9-14-4 0,15 14 0 0</inkml:trace>
  <inkml:trace contextRef="#ctx0" brushRef="#br0" timeOffset="382.81">16686 3286 1940 0,'0'0'43'0,"0"0"9"0,0 0 1 0,0 0 1 16,-6 0-43-16,0 0-11 0,0-5 0 0,0 5 0 0,1 0 76 0,-1 0 14 15,0 0 2-15,-3 5 1 16,3-2-49-16,0 2-11 0,0 3-1 0,0 3-1 15,3-1-19-15,-3 1-3 0,3 2-1 0,0 3 0 16,3 0-8-16,-3 2 0 0,3-4 0 0,3 2 0 0,0-1 0 0,0 1 0 16,3-2-10-16,3-1 10 0,-3-3 0 15,6-2 0-15,-3 0 8 0,3-5-8 16,2 2-44-16,-2-2-16 0,3-6-4 0,0 1 0 16,0-1 75-16,0-2 14 0,-3-3 3 0,3 0 1 0,-3-3 2 0,-1 3 0 15,-2-2 0-15,-3-1 0 0,0 0 18 16,0-2 4-16,-6 0 1 0,0 2 0 0,0-4-2 0,-3-1-1 15,-3 2 0-15,0 1 0 0,-3 0-29 0,1 2-6 16,-4-5 0-16,0 6-1 16,-3-1-15-16,3 3 0 0,0 0 8 0,-3 3-8 15,0 0-20-15,3 2-6 0,-3 3-2 0,4-5 0 16,2 2-42-16,0 3-9 0,0 0-1 0,9 0-1 16,0 0-184-16,-6-5-37 0</inkml:trace>
  <inkml:trace contextRef="#ctx0" brushRef="#br0" timeOffset="615.16">16936 3170 1918 0,'0'0'42'0,"0"0"9"0,0-5 1 0,0 5 3 0,0 0-44 0,0 0-11 0,0 0 0 0,0 0 0 15,0 0 100-15,0 0 17 0,0 0 4 0,0 0 1 16,0 0-66-16,0 0-12 16,6 5-4-16,-3 0 0 0,0 3-17 0,0 3-4 0,0-1-1 0,-3 6 0 0,3-3-10 0,-3 3-8 31,3 0 9-31,-3 5-9 0,0 0 20 0,3 3-1 0,-3 5-1 0,0 1 0 15,3-7-18-15,-3 6 0 16,0 1 0-16,0-7 0 0,0 1-20 0,-3 3-8 0,3-6-2 16,0 0 0-16,-3 3-3 0,3-11-1 0,-3 6 0 0,0-6 0 15,3 3-24 1,-3-3-5-16,3-5-1 0,0 0 0 0,-3 0-95 0,3 0-19 16,0-8-4-16</inkml:trace>
  <inkml:trace contextRef="#ctx0" brushRef="#br0" timeOffset="865.6">16996 3286 1681 0,'-6'-13'36'0,"0"0"8"0,3-6 2 0,-3 1 2 0,0-3-38 0,3 2-10 0,-3-2 0 0,3 5 0 0,-3-5 115 0,-1443 5 21 16,2895-5 4-16,-1446 5 0 0,0 3-61 0,0-3-13 16,3 3-2-16,0-1-1 0,0 4-8 0,3-1-2 0,0 3 0 0,3 0 0 15,0 0-20-15,3 6-4 16,0-3-1-16,0 2 0 0,3 6-8 0,-1 2-3 0,1 3 0 0,0 0 0 15,0 2-17-15,0 9 0 0,0-6 0 16,-3 6 0-16,-3-1 10 0,0 1-10 16,0-4 8-16,-6 7-8 0,-3-6-25 15,0 2-11-15,-3 3-1 0,-3-5-1 0,-3-3 38 0,-3 3 0 0,-3 0 0 16,0 5 0-16,-3-8-172 16,3 6-26-16,-3 2-6 0,-2 0-768 0</inkml:trace>
  <inkml:trace contextRef="#ctx0" brushRef="#br0" timeOffset="1199.3">16335 3826 1728 0,'0'0'38'0,"0"0"8"0,0 0 2 0,0 0 0 0,0 0-39 0,0 0-9 15,0 0 0-15,0 0 0 0,0 0 84 0,0 0 16 16,0 0 2-16,9 0 1 0,3 0-63 16,3-5-12-16,3 2-2 0,2-2-1 0,4 2 26 0,3-5 5 15,0 0 0-15,3-2 1 0,5-3-40 0,4-1-8 16,3 1-1-16,8 0-8 0,-2 0 46 0,3 2 2 16,-1-5 1-16,1 3 0 0,-4-3-27 0,4 3-6 15,0-3 0-15,2 0-1 0,-2 3-15 0,-4 0 0 0,1-1 0 16,-6-1 0-16,-7 1 0 0,1 4 0 15,-3-6 0-15,-3 5 0 0,2 3 0 0,-8-2 0 0,0 2 0 16,0 0 0-16,-6 3-100 16,0 5-22-16,-4-6-5 0,1 6-922 0</inkml:trace>
  <inkml:trace contextRef="#ctx0" brushRef="#br0" timeOffset="2144.77">16302 10497 1497 0,'0'0'32'0,"0"0"8"0,0 0 0 0,0 0 4 0,-6 2-36 0,6-2-8 16,0 0 0-16,-6 6 0 0,6-6 46 0,-3 2 7 0,3-2 2 0,-6 8 0 15,4-3 7-15,2 3 2 0,-3 3 0 0,3 0 0 16,0-3-18-16,3 5-3 0,-3 0-1 0,2 6 0 0,1-1-13 15,0 6-2-15,3 2-1 0,0 6 0 0,0 0-10 16,3 2-1-16,-3-2-1 16,3 2 0-16,-3-5-14 0,3 1 0 0,-3-4 0 0,3 3 0 15,-3-2 8-15,0-1-8 0,0 1 0 0,-3-1 0 16,3-2 0-16,0 2 0 0,-3-2 0 0,0-3-10 16,0-2-18-16,0-1-4 0,0-2-1 15,-3 0 0-15,0-5-135 0,2-3-28 16</inkml:trace>
  <inkml:trace contextRef="#ctx0" brushRef="#br0" timeOffset="2445.6">16290 10626 1958 0,'0'0'43'0,"-3"-5"9"0,0-3 1 0,0 0 3 0,1 0-45 0,2-2-11 0,0 2 0 0,0-3 0 0,2 1 53 0,1-1 9 0,3 0 2 0,0 3 0 15,3 0 5-15,0 1 2 0,3-1 0 0,0 0 0 16,0 0-30 0,0 0-5-16,0 3-2 0,0-1 0 0,3 4-13 0,-4-4-2 0,1 6-1 0,3 0 0 15,0 0-10-15,-3 0-8 16,0 6 9-16,-3-4-9 0,0 4 0 0,0 1 0 0,0 1 0 0,-3 3 0 16,0 2 0-16,-3 0 0 0,0 1 0 0,-3 2 0 15,2-1 14-15,-4 4-3 16,-1-3-1-16,0 2 0 0,-3 1-18 0,0 2-4 15,0-2-1-15,-3-1 0 0,0 1-31 16,0-4-5-16,0-1-2 0,0 2 0 0,0-6-185 0,3-2-38 16</inkml:trace>
  <inkml:trace contextRef="#ctx0" brushRef="#br0" timeOffset="2788.44">16618 10565 1497 0,'6'-5'32'0,"0"-3"8"0,0-2 0 0,0 2 4 0,0 0-36 0,-3 0-8 15,3 3 0-15,-3-1 0 0,-3 6 142 0,0 0 26 16,0 0 6-16,0 0 1 0,0 0-75 0,0 0-16 15,0 0-2-15,-6 6-1 0,3 1-21 0,0 1-4 16,-3 3 0-16,3 0-1 0,0 2-37 0,0-3-7 16,0 4-2-16,0-1 0 0,3-3-9 0,3 6 0 15,-3-2 0-15,3-1 0 0,3 3 0 0,0-3 0 16,0-3 0-16,3 1 0 0,-1-3 0 0,4 0 0 16,-3-3 0-16,3-2 0 15,3 0-36-15,-3-1-8 0,0-4-3 0,0-1 0 0,0-2 35 16,0-1 12-16,0-2 0 0,-4-2-9 0,4 2 9 15,-3-3 14-15,-3 1-3 0,3 2-1 0,-3-6 18 0,0 4 3 16,-3-1 1-16,0 1 0 16,-3-3 8-16,-3-1 1 0,3 4 1 0,-6-4 0 0,3 1-6 15,-6 0-2-15,3 2 0 0,-3 1 0 16,-3-3-18-16,0 5-3 0,-2-3-1 0,-1 3 0 0,0 0-12 16,0 0 9-16,0 3-9 0,0 2 8 0,0 1-22 15,-3-1-5-15,4 0-1 0,-1 3 0 0,0 3-6 0,3 0-2 16,3-1 0-16,-3 4 0 15,3-4-118-15,6 4-24 0,3-6-5 0</inkml:trace>
  <inkml:trace contextRef="#ctx0" brushRef="#br0" timeOffset="3121.09">17032 10266 2026 0,'0'0'57'0,"0"-5"14"15,3 0-57-15,0-3-14 0,0 3 0 0,-1-1 0 0,1 1 84 0,-3 0 13 16,3 2 3-16,-3 3 1 0,0 0-7 0,0 0-2 15,0 0 0-15,-6-3 0 0,1 3-73 0,-1 3-19 16,0 0 0-16,-3 5 0 0,3 0 32 0,-3 2 4 16,0 1 0-16,0 2 0 0,0 3-28 0,3 2-8 15,0 1 0-15,-3-1 0 0,6 1 0 0,0 0 0 0,0-1 0 16,3 1-9-16,0-4-4 0,3 1-1 16,3-2 0-16,0-1 0 0,3 0-6 0,0 0 0 0,6-2-1 15,-3-3 0-15,3 0 1 0,-3-3 1 0,2 0 0 16,1 1 0-16,0-1 19 0,0 0 0 15,0 0-8-15,-3 1 8 0,-3-1 0 0,0 0-8 16,0 1 8-16,-6-1 0 0,3 3 0 0,-6-3-8 0,0 3 8 0,-3 0 0 16,0 0-14-16,-3 3 1 0,-3-4 0 15,0 7 0 1,-3-1-28-16,0-2-6 0,-3 4-1 0,0 1 0 16,0 0-109-16,-2-3-23 0,5 3-4 0</inkml:trace>
  <inkml:trace contextRef="#ctx0" brushRef="#br0" timeOffset="3483.22">16356 11177 1926 0,'-6'2'42'0,"3"1"9"0,3-3 1 0,0 0 3 0,0 0-44 0,0 0-11 0,0 0 0 0,0 0 0 0,0 0 64 0,0 0 12 15,0 0 1-15,0 0 1 16,0 0-23-16,3 3-5 0,3-1-1 0,0 1 0 0,3-6-19 0,0 1-4 15,3-4-1-15,5 1 0 16,1 0-6-16,3-3-2 0,3-5 0 0,0 2 0 0,0-2-4 0,2-6-1 16,7 3 0-16,3-5 0 15,3 5 7-15,8-2 1 0,1-1 0 0,8-2 0 16,-8 3-11-16,3-4-1 0,2 1-8 0,7-3 12 0,-1-2 4 0,-2 2 0 0,-1-2 0 0,4-3 0 16,-10 2 20-16,-2 3 4 15,3 1 0-15,2 1 1 0,-5 4-41 0,0 2 0 16,-4 3-13-16,-2-1 3 0,-9 4 10 15,-4 2 0-15,-2 0 10 0,-3 0-10 0,-6 3 0 0,-3 0 0 0,0-1 0 16,-6 4 0 0,-4 2-28-16,1 0-9 0,-6 0-2 0,0 0 0 0,0 0-37 15,-6 5-8-15,1 3-2 0,-1 2 0 0,-3 1-102 0,-3 0-20 16,-3-1-4-16,0 6-647 0</inkml:trace>
  <inkml:trace contextRef="#ctx0" brushRef="#br0" timeOffset="3841.23">16273 11433 1958 0,'0'0'43'0,"0"0"9"0,0 0 1 16,6-5 3-16,2-3-45 0,4 0-11 0,6-5 0 0,3 0 0 0,6 0 0 0,0-3 0 15,5-3 0-15,1-2 0 0,0 0 46 0,0-3 7 16,2 0 2-16,4-2 0 0,6-3-37 0,-1-1-7 16,7 1-2-1,2 0 0-15,-5 3 44 0,3-1 9 0,2 1 2 0,4-1 0 0,-4 4-64 0,7-4 0 16,-3 3-9-16,2-2 0 16,-8 2 9-16,2 0 12 0,1-2-2 0,5 2-1 0,-5 0-9 0,-1 6 0 0,1-1 0 15,-3-2 0-15,-10 5 0 0,1 0 0 16,3 0 0-16,-4 3 0 0,1 0 0 0,0 2 0 0,-4 1 0 15,-2 2 0-15,-3 2 0 16,-3-1 0-16,-1-1 0 16,-5 2 0-16,0-2-152 0,-9 0-32 15,9-7-6-15,-9 1-693 0</inkml:trace>
  <inkml:trace contextRef="#ctx0" brushRef="#br0" timeOffset="15037.61">2753 2969 597 0,'0'0'16'0,"0"0"5"0,0 0-21 0,0 0 0 0,0 0 0 15,0 0 0-15,0 0 47 0,0 0 5 0,0 0 0 0,0 0 1 16,12 2-1-16,-12-2 0 15,0 0 0-15,0 0 0 0,0 0-11 0,0 0-2 0,0 0-1 0,0 0 0 16,0 0-5-16,0 0-1 0,0 0 0 0,-6 6 0 16,0-4-12-16,6-2-4 0,0 0 0 0,0 0 0 15,0 0 6-15,-6 6 1 0,0-4 0 0,6-2 0 16,-3 3-6-16,-3 0-1 0,-3-1 0 0,0 4 0 16,0-1-5-16,-3-5-2 0,0 8 0 0,3-8 0 15,0 2 3-15,-5 4 0 0,2-4 0 0,-3 1 0 16,3 0-12-16,0 2 8 0,-3-2-8 0,0 2 8 15,6-5-8-15,-3 0 0 0,-2 3 0 16,2 2 8-16,0-5-8 0,0 0 0 0,0 0 0 0,0 0 8 16,0 0-8-16,3 0 0 0,-6 0 0 0,0 0 0 15,3 2 0-15,-2-2 8 0,-1 0-8 0,3 0 8 0,0 0-8 16,-3 0 0-16,0-2 0 0,0 2 8 16,3 0-8-16,-3 0 0 0,4-5 0 0,-1 5 0 0,0-3 0 0,0 3 8 15,-6-5-8-15,6 2 8 0,0 3 0 16,-3-5 0-16,3 2 0 0,0 0 0 15,4 1 2-15,2 2 0 0,-3-6 0 0,0 4 0 16,-3 2-10-16,6 0 8 0,0 0-8 0,-3 0 8 0,6-5-8 0,-3 5 8 16,0 0-8-16,0-3 8 0,6 3-8 0,0 0 8 15,-3 0-8-15,3 0 8 0,0 0-8 0,-6 0 0 16,0-5 0-16,6 5 8 0,0 0-8 0,0 0 8 16,0 0-8-16,0 0 8 0,0-6-8 0,0 6 0 15,0 0 0-15,3-5 8 0,-3 2-8 0,0 3 12 16,-6-2-12-16,6 2 12 0,3-6-4 0,-3 6-8 15,0 0 12-15,0 0-4 0,0 0-8 0,-3-2 0 0,-6-6 0 0,9 8 0 16,18-5 0-16,-12 2 0 0,-6 3 0 0,0 0 0 16,-18-5 0-16,18 5 0 15,3-3 0-15,3 0 0 0,-6 3 0 0,0 0 0 0</inkml:trace>
</inkml:ink>
</file>

<file path=ppt/ink/ink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0:30.4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 7568 0 0,'0'0'166'0'0,"0"0"29"0"0,0-1 14 0 0,1-5-25 0 0,2-2-72 0 0,-3 7 271 0 0,1-1 2394 0 0,8 47-1534 0 0,-1 38-838 0 0,-4-16-391 0 0,1-15-14 0 0,-1 3 0 0 0,1-4 0 0 0,-1 39 0 0 0,-3-62 0 0 0,-1-4 0 0 0,0-9-62 0 0,0-14-263 0 0,0-1-142 0 0,0 0-755 0 0,0 0-2870 0 0</inkml:trace>
</inkml:ink>
</file>

<file path=ppt/ink/ink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0:31.4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169 7 8592 0 0,'0'0'250'0'0,"0"0"4"0"0,3-6-250 0 0,-2 6 7088 0 0,4 42-6381 0 0,-5 245-455 0 0,3-205-584 0 0,1-33 40 0 0,5 29-33 0 0,-9-77 241 0 0,-1 2 472 0 0,-3-15-308 0 0,-1 1-1 0 0,-1 1 0 0 0,0-1 1 0 0,-1 1-1 0 0,0 0 1 0 0,0 0-1 0 0,-1 0 1 0 0,0 1-1 0 0,-1 1 1 0 0,0 0-1 0 0,0 0 0 0 0,-6-4-83 0 0,-4 4-104 0 0,-3 4 104 0 0,-8 14 876 0 0,22 3 75 0 0,6-8-1062 0 0,-1 0 1 0 0,2 0-1 0 0,-1 1 0 0 0,0-1 0 0 0,1 0 1 0 0,0 1-1 0 0,0-1 0 0 0,1 1 0 0 0,0-1 1 0 0,0 1-1 0 0,0-1 0 0 0,0 1 0 0 0,1 0 1 0 0,0-1-1 0 0,1 5 111 0 0,23 37-166 0 0,11-18 166 0 0,-30-27 67 0 0,-1 1-1 0 0,0-1 0 0 0,0 0 1 0 0,1-1-1 0 0,-1 1 0 0 0,1-1 1 0 0,-1 0-1 0 0,1 0 0 0 0,0-1 1 0 0,0 1-1 0 0,-1-1 0 0 0,1-1 1 0 0,0 1-1 0 0,-1-1 0 0 0,1 0 1 0 0,2-1-67 0 0,69-10-167 0 0,16-25-3023 0 0,-81 30 1622 0 0</inkml:trace>
</inkml:ink>
</file>

<file path=ppt/ink/ink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0:36.2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320 0 6688 0 0,'0'0'197'0'0,"0"0"128"0"0,0 0 454 0 0,0 0 197 0 0,0 0 43 0 0,0 0-65 0 0,0 0-288 0 0,0 0-122 0 0,0 0-28 0 0,0 0-4 0 0,0 0 0 0 0,0 0 0 0 0,0 0 0 0 0,0 0 0 0 0,0 0 0 0 0,0 0 0 0 0,0 0-1 0 0,0 0-67 0 0,-1 2-289 0 0,-4 7 33 0 0,1 0 0 0 0,0 1-1 0 0,1 0 1 0 0,0 0 0 0 0,1 0 0 0 0,0 0-1 0 0,0 1 1 0 0,1-1 0 0 0,1 0 0 0 0,-1 1-1 0 0,2 0-187 0 0,-6 64 0 0 0,-2 42 0 0 0,-2-13-1412 0 0,4-32 711 0 0,5-70 833 0 0,0-2 245 0 0,0 0 110 0 0,-3-20 630 0 0,-1 13-1117 0 0,1 0 0 0 0,-1 0 0 0 0,0 1 0 0 0,0-1 0 0 0,-1 1 0 0 0,0 0 0 0 0,0 0 0 0 0,0 1 0 0 0,-1-1 0 0 0,0 1 0 0 0,0 1 0 0 0,0-1 0 0 0,0 1 0 0 0,-1 0 0 0 0,0 0 0 0 0,-4-1 0 0 0,5 2 158 0 0,0 0-1 0 0,-1 1 1 0 0,1 0 0 0 0,0 0-1 0 0,-1 0 1 0 0,1 1-1 0 0,-1 0 1 0 0,0 0-1 0 0,1 1 1 0 0,-1 0-1 0 0,0 0 1 0 0,1 0-1 0 0,-3 1-157 0 0,5 1 0 0 0,0-1 0 0 0,0 1 0 0 0,0 0 0 0 0,0 0 0 0 0,1 0 0 0 0,-1 1 0 0 0,0-1 0 0 0,1 1 0 0 0,0 0 0 0 0,0 0 0 0 0,0 0 0 0 0,0 0 0 0 0,-2 4 0 0 0,2-5 0 0 0,-20 56 0 0 0,24-51-181 0 0,0-1 0 0 0,0 0 0 0 0,0 0 0 0 0,1 0 0 0 0,0 0 0 0 0,0 0 0 0 0,0 0 0 0 0,1-1 0 0 0,0 1 0 0 0,0-1-1 0 0,3 4 182 0 0,-3-6 1 0 0,-1 0 1 0 0,1 0-1 0 0,0 0 0 0 0,0-1 0 0 0,1 1 0 0 0,-1-1 0 0 0,0 0 0 0 0,1 0 0 0 0,0 0 0 0 0,-1 0 0 0 0,1-1 1 0 0,0 0-1 0 0,0 0 0 0 0,-1 0 0 0 0,1 0 0 0 0,0 0 0 0 0,0-1 0 0 0,0 1 0 0 0,0-1 0 0 0,0 0 0 0 0,0 0 0 0 0,3-1-1 0 0,85-23 24 0 0,6-8-24 0 0,17-11-2000 0 0,-86 31-525 0 0,-27 9-2933 0 0</inkml:trace>
</inkml:ink>
</file>

<file path=ppt/ink/ink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0:50.3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0 4776 0 0,'0'0'135'0'0,"0"0"79"0"0,0 0 231 0 0,0 0 99 0 0,0 0 22 0 0,0 0-13 0 0,0 0-62 0 0,0 0-31 0 0,-6 5 957 0 0,-29 25 214 0 0,33-28-1304 0 0,-4-3 4633 0 0,6-1-4893 0 0,1-5 685 0 0,6 8-739 0 0,-2 5-13 0 0,-1-1 0 0 0,1 3 0 0 0,-1 0 0 0 0,2 18 0 0 0,-3-9 0 0 0,-2-9 0 0 0,2 0 0 0 0,-2 0 0 0 0,-1-5 48 0 0,0-3 196 0 0,0 0 64 0 0,0 0 4 0 0,0 0-14 0 0,0 0-64 0 0,0 0-30 0 0,0 0-4 0 0,0 0-46 0 0,0 0-197 0 0,4-4-362 0 0,-4-3 379 0 0,0-1 26 0 0,0 0 0 0 0,0 1 12 0 0,0 6 47 0 0,-8 6 17 0 0,-23 25 301 0 0,-4 57-717 0 0,18-19 340 0 0,16 3 0 0 0,1-67-3 0 0,0 0 0 0 0,1 0 0 0 0,0 0 0 0 0,-1 0 0 0 0,1 0 0 0 0,1 0 0 0 0,-1-1-1 0 0,0 1 1 0 0,1 0 0 0 0,0-1 0 0 0,0 1 0 0 0,0-1 0 0 0,0 0 0 0 0,1 0-1 0 0,-1 0 1 0 0,1 0 0 0 0,0 0 0 0 0,0 0 0 0 0,0-1 0 0 0,0 1 0 0 0,0-1 0 0 0,1 0-1 0 0,0 1 4 0 0,-2-2 0 0 0,1 0 0 0 0,0 0 0 0 0,0 0 0 0 0,0 0 0 0 0,0-1 0 0 0,0 1 0 0 0,0-1 0 0 0,0 0 0 0 0,0 1 0 0 0,0-2 0 0 0,0 1 0 0 0,0 0 0 0 0,0 0 0 0 0,0-1 0 0 0,0 0 0 0 0,0 1 0 0 0,15-4 54 0 0,0 0 0 0 0,1-1 0 0 0,-1-1 0 0 0,-1-1 0 0 0,1 0 0 0 0,-1-1 0 0 0,-1-1 0 0 0,1-1-54 0 0,-14 7 4 0 0,0 1-1 0 0,-1 0 0 0 0,0-1 0 0 0,1 0 0 0 0,-1 0 0 0 0,0 1 0 0 0,0-1 0 0 0,-1 0 1 0 0,1-1-1 0 0,-1 1 0 0 0,1 0 0 0 0,-1 0 0 0 0,0-1 0 0 0,0 1 0 0 0,-1 0 0 0 0,1-1 1 0 0,-1 1-1 0 0,1-1 0 0 0,-1 1 0 0 0,0-1 0 0 0,-1 1 0 0 0,1-1 0 0 0,-1-2-3 0 0,-9-59 1960 0 0,-17-12-1944 0 0,-29-22-16 0 0,53 96-7 0 0,0 0-1 0 0,0 1 0 0 0,0-1 0 0 0,0 0 0 0 0,0 1 0 0 0,-1 0 1 0 0,1-1-1 0 0,-1 2 0 0 0,0-1 0 0 0,1 0 0 0 0,-1 1 1 0 0,0-1-1 0 0,0 1 0 0 0,0 0 0 0 0,0 0 0 0 0,0 1 0 0 0,0-1 1 0 0,0 1-1 0 0,0 0 0 0 0,0 0 0 0 0,0 0 0 0 0,0 1 0 0 0,0-1 1 0 0,0 1-1 0 0,0 0 0 0 0,0 0 0 0 0,0 1 0 0 0,0-1 1 0 0,0 1-1 0 0,1 0 0 0 0,-1 0 0 0 0,1 0 0 0 0,-1 0 0 0 0,1 0 1 0 0,0 1-1 0 0,0 0 0 0 0,-1 0 8 0 0,-52 76-2298 0 0,42-39-3385 0 0,9-21-6 0 0</inkml:trace>
</inkml:ink>
</file>

<file path=ppt/ink/ink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0:51.3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274 17 6272 0 0,'0'0'141'0'0,"0"0"23"0"0,1-1 11 0 0,2-6-29 0 0,-3 0-34 0 0,0 6 312 0 0,0 1 128 0 0,0 0 22 0 0,0 0-4 0 0,0 0-22 0 0,0 0-10 0 0,0 0-2 0 0,0 0-26 0 0,0 0-104 0 0,0 0-44 0 0,0 0-8 0 0,0 0-13 0 0,1 1-44 0 0,3 73 1033 0 0,0 56-810 0 0,0-16-344 0 0,-3 87-48 0 0,-1-178-118 0 0,0-22 45 0 0,0-1 26 0 0,-4-16 301 0 0,-2 2-205 0 0,0 0 0 0 0,-1 1 1 0 0,0 0-1 0 0,-1 0 1 0 0,-1 0-1 0 0,0 1 0 0 0,-1 1 1 0 0,-5-6-178 0 0,11 12 24 0 0,0 1-15 0 0,1-1 0 0 0,-1 1 0 0 0,0 0 0 0 0,0 0 0 0 0,-1 1 0 0 0,1-1 0 0 0,-1 1-1 0 0,0 0 1 0 0,0 0 0 0 0,0 0 0 0 0,0 1 0 0 0,0 0 0 0 0,0 0 0 0 0,-1 0 0 0 0,1 1-1 0 0,-1-1 1 0 0,1 1 0 0 0,-1 1 0 0 0,0-1 0 0 0,1 1 0 0 0,-1 0 0 0 0,0 0-1 0 0,-4 1-8 0 0,6 1 0 0 0,-1 1 0 0 0,1-1 0 0 0,0 1 0 0 0,1 0 0 0 0,-1 0 0 0 0,0 0 0 0 0,1 0 0 0 0,0 1 0 0 0,-1-1 0 0 0,1 1 0 0 0,1 0 0 0 0,-1 0 0 0 0,1 0 0 0 0,-1 0 0 0 0,1 2 0 0 0,-2 0-1 0 0,0 1-1 0 0,1 0 0 0 0,0 0 0 0 0,0 0 1 0 0,1 0-1 0 0,0 1 0 0 0,0-1 0 0 0,1 1 0 0 0,-1 7 2 0 0,-2 28-152 0 0,17 8 152 0 0,-1-40 0 0 0,-8-9 8 0 0,0-1-1 0 0,-1 0 0 0 0,1 0 0 0 0,0 0 1 0 0,0-1-1 0 0,-1 1 0 0 0,1-1 0 0 0,0 0 0 0 0,0 0 1 0 0,0 0-1 0 0,0-1 0 0 0,-1 1 0 0 0,1-1 1 0 0,0 0-1 0 0,-1 0 0 0 0,1 0 0 0 0,0-1 1 0 0,-1 1-1 0 0,1-1 0 0 0,-1 0 0 0 0,0 0 0 0 0,1 0-7 0 0,8-3 9 0 0,112-51-371 0 0,-60 37-797 0 0,-16 9-1529 0 0,-31 4-2142 0 0</inkml:trace>
</inkml:ink>
</file>

<file path=ppt/ink/ink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0:53.2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343 210 6128 0 0,'0'-2'133'0'0,"4"-118"1344"0"0,-4 55 1481 0 0,-4 44-648 0 0,4 20-1892 0 0,0 1-2 0 0,0 0-22 0 0,0 0-90 0 0,0 0-44 0 0,0 0-10 0 0,0 0-14 0 0,0 0-51 0 0,0 0-22 0 0,0 0-3 0 0,0 0-16 0 0,0 2-75 0 0,-5 127 216 0 0,5 134-231 0 0,-5-164-54 0 0,-13 0 0 0 0,9-65 0 0 0,-7-6-722 0 0,15-27 982 0 0,1-1 27 0 0,0 0-26 0 0,-14-5-65 0 0,-12-19-57 0 0,-10-55 63 0 0,31 68-185 0 0,0 0-1 0 0,-1 1 1 0 0,0 0-1 0 0,0 0 1 0 0,-1 0-1 0 0,0 1 1 0 0,-1 0-1 0 0,0 0 1 0 0,-1 1-1 0 0,0 0 1 0 0,-7-4-17 0 0,14 10 0 0 0,-1 0 0 0 0,0 1 1 0 0,0 0-1 0 0,0 0 0 0 0,1 0 0 0 0,-1 0 1 0 0,0 0-1 0 0,0 1 0 0 0,-1-1 0 0 0,1 1 1 0 0,0 0-1 0 0,0 0 0 0 0,0 0 0 0 0,0 0 1 0 0,0 0-1 0 0,0 1 0 0 0,0-1 0 0 0,0 1 1 0 0,0 0-1 0 0,0 0 0 0 0,0 0 0 0 0,0 0 1 0 0,1 1-1 0 0,-1-1 0 0 0,0 1 0 0 0,1-1 1 0 0,-1 1-1 0 0,1 0 0 0 0,-1 0 0 0 0,1 0 1 0 0,0 1-1 0 0,0-1 0 0 0,0 0 0 0 0,0 1 1 0 0,1-1-1 0 0,-1 1 0 0 0,1 0 0 0 0,-1-1 1 0 0,1 1-1 0 0,0 0 0 0 0,0 0 0 0 0,0 2 0 0 0,-2-2 8 0 0,1 1 0 0 0,1 0 0 0 0,-1 0-1 0 0,0 1 1 0 0,1-1 0 0 0,0 0 0 0 0,0 0-1 0 0,0 1 1 0 0,1-1 0 0 0,-1 1 0 0 0,1-1-1 0 0,0 0 1 0 0,1 1 0 0 0,-1-1 0 0 0,1 1-1 0 0,-1-1 1 0 0,1 0 0 0 0,1 1 0 0 0,-1-1-1 0 0,1 0 1 0 0,-1 0 0 0 0,1 0 0 0 0,0 0-1 0 0,0 0 1 0 0,1-1 0 0 0,2 4-8 0 0,3-2-99 0 0,0-1 0 0 0,1 0 1 0 0,0-1-1 0 0,0 0 0 0 0,0 0 1 0 0,0-1-1 0 0,0 0 1 0 0,0-1-1 0 0,0 0 0 0 0,1 0 1 0 0,-1-1-1 0 0,1 0 0 0 0,-1-1 1 0 0,0 0-1 0 0,1 0 0 0 0,-1-1 1 0 0,0 0-1 0 0,0-1 0 0 0,5-1 99 0 0,71-12-546 0 0,2 5-1986 0 0,-73 10 1304 0 0,-1-3-2864 0 0</inkml:trace>
</inkml:ink>
</file>

<file path=ppt/ink/ink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0:55.9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209 15 6448 0 0,'0'0'141'0'0,"0"0"23"0"0,0 0 13 0 0,5-5 1169 0 0,-5 5-1211 0 0,0 0 1 0 0,0-1-1 0 0,0 1 1 0 0,0 0-1 0 0,0-1 1 0 0,0 1 0 0 0,0 0-1 0 0,0-1 1 0 0,0 1-1 0 0,0 0 1 0 0,0-1-1 0 0,0 1 1 0 0,1 0-1 0 0,-1-1 1 0 0,0 1-1 0 0,0 0 1 0 0,0 0 0 0 0,0-1-1 0 0,0 1 1 0 0,1 0-1 0 0,-1-1 1 0 0,0 1-1 0 0,0 0 1 0 0,1 0-1 0 0,-1-1 1 0 0,0 1 0 0 0,0 0-1 0 0,1 0 1 0 0,-1 0-1 0 0,0-1 1 0 0,0 1-1 0 0,1 0 1 0 0,-1 0-1 0 0,0 0 1 0 0,1 0-1 0 0,-1 0 1 0 0,0 0 0 0 0,1 0-1 0 0,-1 0 1 0 0,0 0-1 0 0,1 0 1 0 0,-1 0-1 0 0,0 0 1 0 0,1 0-1 0 0,-1 0 1 0 0,0 0-1 0 0,1 0 1 0 0,-1 0 0 0 0,0 0-1 0 0,1 0 1 0 0,-1 0-1 0 0,0 0 1 0 0,1 1-1 0 0,-1-1 1 0 0,0 0-1 0 0,0 0 1 0 0,1 0-1 0 0,-1 0 1 0 0,0 1 0 0 0,0-1-1 0 0,1 0 1 0 0,-1 0-1 0 0,0 1 1 0 0,0-1-136 0 0,6 12 565 0 0,-4-8-1240 0 0,1 6 768 0 0,-1-1 1 0 0,0 1 0 0 0,0 0-1 0 0,-1 0 1 0 0,0 0 0 0 0,-1 0-1 0 0,0 0 1 0 0,-1 9-94 0 0,0 9 35 0 0,1 274-143 0 0,0-301 189 0 0,-9-13-8 0 0,-9-19-73 0 0,-30-37 107 0 0,45 65-108 0 0,-2-3-28 0 0,0 0 0 0 0,-1 0 0 0 0,0 0 1 0 0,0 1-1 0 0,0 0 0 0 0,-1 0 0 0 0,0 0 1 0 0,0 1-1 0 0,0 0 0 0 0,0 0 0 0 0,-1 1 0 0 0,-6-2 29 0 0,12 4 13 0 0,0 0 0 0 0,0 1 0 0 0,0-1 0 0 0,0 1 0 0 0,-1 0-1 0 0,1 0 1 0 0,0 0 0 0 0,0 0 0 0 0,0 0 0 0 0,-1 0-1 0 0,1 1 1 0 0,0-1 0 0 0,0 1 0 0 0,0-1 0 0 0,0 1-1 0 0,0 0 1 0 0,-1 0 0 0 0,1 0 0 0 0,1 0 0 0 0,-1 0 0 0 0,0 0-1 0 0,0 0 1 0 0,0 1 0 0 0,1-1 0 0 0,-1 1 0 0 0,1-1-1 0 0,-2 3-12 0 0,0-2-2 0 0,1 1-10 0 0,0 0 0 0 0,0 1 0 0 0,0-1 0 0 0,1 0 0 0 0,0 1 0 0 0,-1-1 0 0 0,1 1 0 0 0,0-1 0 0 0,1 1 0 0 0,-1 0 0 0 0,1-1 0 0 0,-1 1 0 0 0,1 0 0 0 0,0-1 0 0 0,0 1 0 0 0,1 0 0 0 0,0 1 12 0 0,-1 6-68 0 0,0-3 61 0 0,1-1 0 0 0,0 0 0 0 0,1 0 0 0 0,0 0 0 0 0,0-1-1 0 0,0 1 1 0 0,1 0 0 0 0,0-1 0 0 0,0 0 0 0 0,1 1 0 0 0,0 0 7 0 0,0 0-2 0 0,22 25 2 0 0,-21-30 0 0 0,0 0 0 0 0,0 0 0 0 0,1-1 0 0 0,-1 0 0 0 0,0 0 0 0 0,0 0 0 0 0,1-1 0 0 0,-1 0 0 0 0,0 0 0 0 0,1 0 0 0 0,-1 0 0 0 0,0-1 0 0 0,1 0 0 0 0,-1 0 0 0 0,0 0 0 0 0,0-1 0 0 0,0 0 0 0 0,0 0 0 0 0,0 0 0 0 0,0-1 0 0 0,-1 1 0 0 0,1-1 0 0 0,2-2 0 0 0,2 1 0 0 0,78-43-536 0 0,24-7-1003 0 0,-98 49 1137 0 0,-1 0 0 0 0,0 0 0 0 0,-1-2 1 0 0,0 1-1 0 0,0-1 0 0 0,0-1 1 0 0,0 0 401 0 0,17-17-1024 0 0</inkml:trace>
</inkml:ink>
</file>

<file path=ppt/ink/ink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0:56.5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229 51 10336 0 0,'1'-1'233'0'0,"2"-4"-90"0"0,1 0-1 0 0,0 1 1 0 0,0-1 0 0 0,0 1-1 0 0,0 0 1 0 0,1 1 0 0 0,0-1-1 0 0,0 1 1 0 0,0 0 0 0 0,0 0-1 0 0,0 0 1 0 0,2 0-143 0 0,-5 2 455 0 0,0 2-263 0 0,0 1 0 0 0,0-1 0 0 0,0 1 0 0 0,0-1 0 0 0,-1 1 1 0 0,1-1-1 0 0,0 1 0 0 0,-1 0 0 0 0,1 0 0 0 0,-1 0 0 0 0,1 0 0 0 0,-1 0 1 0 0,0 0-1 0 0,0 1 0 0 0,0-1 0 0 0,0 0 0 0 0,0 2-192 0 0,8 84 992 0 0,17 133-939 0 0,3-72-868 0 0,-20-70 439 0 0,-8-42 386 0 0,-1-36 44 0 0,0-1 10 0 0,0 0 6 0 0,-1 0 30 0 0,-4 0-31 0 0,1-1-1 0 0,0 0 1 0 0,0 0-1 0 0,0 0 1 0 0,0 0-1 0 0,0-1 1 0 0,0 1-1 0 0,1-1 1 0 0,-1 0-1 0 0,0-1 1 0 0,1 1-1 0 0,0 0 1 0 0,-2-2-69 0 0,-18-11 257 0 0,-100-60-80 0 0,116 72-142 0 0,0 1 0 0 0,0-1-1 0 0,-1 1 1 0 0,1 0 0 0 0,0 1-1 0 0,-1 0 1 0 0,0 0 0 0 0,1 0-1 0 0,-1 1 1 0 0,1 0 0 0 0,-1 1-1 0 0,1-1 1 0 0,-1 2 0 0 0,1-1-1 0 0,-1 1 1 0 0,1 0 0 0 0,0 0-1 0 0,-7 4-34 0 0,-13 18-141 0 0,25-21 139 0 0,0 0 0 0 0,0 0-1 0 0,0 1 1 0 0,1-1 0 0 0,-1 1 0 0 0,1 0-1 0 0,0-1 1 0 0,0 1 0 0 0,0 0 0 0 0,1 0-1 0 0,-1-1 1 0 0,1 1 0 0 0,0 0 0 0 0,0 0-1 0 0,0 0 1 0 0,1 0 0 0 0,-1-1 0 0 0,1 1-1 0 0,0 1 3 0 0,39 46 24 0 0,-36-47-40 0 0,0-1 0 0 0,1 1-1 0 0,-1-1 1 0 0,1-1 0 0 0,0 1 0 0 0,-1-1-1 0 0,1 1 1 0 0,0-1 0 0 0,1-1-1 0 0,-1 1 1 0 0,0-1 0 0 0,0 0-1 0 0,1 0 1 0 0,-1 0 0 0 0,1-1-1 0 0,-1 0 1 0 0,1 0 0 0 0,-1 0-1 0 0,0-1 1 0 0,1 0 0 0 0,-1 0-1 0 0,0 0 1 0 0,1-1 0 0 0,-1 1-1 0 0,0-1 17 0 0,120-69-256 0 0,-1-17-3785 0 0,-93 70 2635 0 0</inkml:trace>
</inkml:ink>
</file>

<file path=ppt/ink/ink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1:13.3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11000 0 0,'0'0'248'0'0,"0"0"34"0"0,0 0 21 0 0,0 0-34 0 0,0 0-75 0 0,0 0 328 0 0,0 0 166 0 0,0 0 31 0 0,0 0-42 0 0,0 0-205 0 0,0 0-89 0 0,0 0-20 0 0,0 0-29 0 0,0 0-106 0 0,0 0-48 0 0,0 2-11 0 0,4 49 143 0 0,0 3-312 0 0,1-2 0 0 0,6 53 64 0 0,-5 72-272 0 0,-15-43-96 0 0,4-70-799 0 0,5-30-352 0 0,0-32-2044 0 0,0-2-1163 0 0</inkml:trace>
</inkml:ink>
</file>

<file path=ppt/ink/ink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1:14.3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 8376 0 0,'0'0'190'0'0,"0"0"28"0"0,0 0 8 0 0,2 0-28 0 0,4 0-78 0 0,-5 0 289 0 0,5-5 2230 0 0,5 5-1627 0 0,-10 0-564 0 0,-1 0-28 0 0,5 6 637 0 0,3 6-497 0 0,-8-10-453 0 0,1-1-31 0 0,11 65 843 0 0,-6 79-207 0 0,-7-93-664 0 0,5 114 16 0 0,1-64 0 0 0,0-70-64 0 0,3-1-16 0 0,-8-30-24 0 0,0 0-1 0 0,0 0 1 0 0,0-1-1 0 0,1 1 1 0 0,-1 0-1 0 0,0 0 0 0 0,0-1 1 0 0,1 1-1 0 0,-1 0 1 0 0,0-1-1 0 0,1 1 0 0 0,-1 0 1 0 0,1-1-1 0 0,-1 1 1 0 0,1 0-1 0 0,-1-1 0 0 0,1 1 1 0 0,0-1-1 0 0,-1 1 1 0 0,1-1-1 0 0,0 0 1 0 0,-1 1-1 0 0,1-1 0 0 0,0 1 1 0 0,-1-1-1 0 0,1 0 1 0 0,0 0-1 0 0,0 1 0 0 0,-1-1 1 0 0,1 0-1 0 0,0 0 1 0 0,0 0-1 0 0,0 0 0 0 0,-1 0 1 0 0,1 0-1 0 0,0 0 1 0 0,0 0-1 0 0,-1 0 1 0 0,1 0-1 0 0,0-1 0 0 0,0 1 1 0 0,-1 0-1 0 0,1 0 41 0 0,35-19-3488 0 0,-31 14-1150 0 0</inkml:trace>
</inkml:ink>
</file>

<file path=ppt/ink/ink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21.5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28 9360 0 0,'0'0'208'0'0,"0"0"33"0"0,0 0 15 0 0,0-1-37 0 0,-3-5-69 0 0,-20-10 5664 0 0,-4 19-4687 0 0,26-3-1126 0 0,-2 1 135 0 0,-1 0 1 0 0,1 1-1 0 0,0-1 1 0 0,-1 1-1 0 0,1 0 1 0 0,0 0-1 0 0,0 0 1 0 0,0 0-1 0 0,0 0 1 0 0,0 1-1 0 0,1-1 1 0 0,-1 1-1 0 0,1 0 1 0 0,-1 0-1 0 0,-1 2-136 0 0,-22 50 0 0 0,22-42 0 0 0,1 0 0 0 0,1 0 0 0 0,0-1 0 0 0,1 1 0 0 0,0 1 0 0 0,1-1 0 0 0,1 0 0 0 0,0 0 0 0 0,0 0 0 0 0,1 0 0 0 0,2 5 0 0 0,-2-14 0 0 0,0-1 0 0 0,0 1 0 0 0,0 0 0 0 0,0-1 0 0 0,0 0 0 0 0,1 1 0 0 0,0-1 0 0 0,-1 0 0 0 0,1 0 0 0 0,0-1 0 0 0,1 1 0 0 0,-1-1 0 0 0,0 1 0 0 0,1-1 0 0 0,-1 0 0 0 0,1 0 0 0 0,0-1 0 0 0,-1 1 0 0 0,4 0 0 0 0,-1 1 0 0 0,0-1 0 0 0,0 0 0 0 0,0-1 0 0 0,0 0 0 0 0,1 1 0 0 0,-1-2 0 0 0,0 1 0 0 0,1-1 0 0 0,-1 0 0 0 0,4-1 0 0 0,49-26 0 0 0,-47 20 0 0 0,41-57 0 0 0,-51 59 68 0 0,0-1-1 0 0,0 1 0 0 0,0-1 0 0 0,0 1 0 0 0,-1-1 0 0 0,0 0 0 0 0,0 1 0 0 0,0-1 0 0 0,-1 0 0 0 0,0 0 1 0 0,0 0-1 0 0,-1 1 0 0 0,1-1 0 0 0,-1 0 0 0 0,0 0 0 0 0,-1 1 0 0 0,0-1 0 0 0,0-2-67 0 0,-3-15 232 0 0,-13-16 159 0 0,15 34-372 0 0,0-1 0 0 0,-1 1 0 0 0,1 0 0 0 0,-1 1 0 0 0,0-1 0 0 0,0 0 0 0 0,0 1 0 0 0,-1 0 0 0 0,0 0 0 0 0,1 1 0 0 0,-3-2-19 0 0,-2 4 0 0 0,4 2-35 0 0,0 0-1 0 0,-1 1 1 0 0,1 0-1 0 0,0 0 0 0 0,0 0 1 0 0,0 0-1 0 0,0 1 1 0 0,0 0-1 0 0,0 0 0 0 0,1 0 1 0 0,-1 0-1 0 0,1 1 1 0 0,0 0-1 0 0,0 0 0 0 0,1 0 1 0 0,-1 0-1 0 0,1 0 1 0 0,0 1-1 0 0,-1 0 36 0 0,-11 13-193 0 0,-17 48-6587 0 0,23-50 4734 0 0</inkml:trace>
</inkml:ink>
</file>

<file path=ppt/ink/ink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22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44 9848 0 0,'0'0'222'0'0,"0"0"30"0"0,-1-6 251 0 0,-7-11-456 0 0,3 4 2682 0 0,-12 5 823 0 0,-1 9-3338 0 0,9 3-214 0 0,2 1 109 0 0,1 1-1 0 0,0-1 0 0 0,0 1 0 0 0,1 0 1 0 0,0 1-1 0 0,0-1 0 0 0,0 1 0 0 0,1 0 0 0 0,0 0 1 0 0,0 1-1 0 0,1-1 0 0 0,0 1 0 0 0,0-1 0 0 0,1 1 1 0 0,0 0-1 0 0,0 0 0 0 0,1 0 0 0 0,0 1 0 0 0,0 3-108 0 0,0 79 0 0 0,3-84 0 0 0,0 0 0 0 0,1 0 0 0 0,0-1 0 0 0,0 1 0 0 0,0 0 0 0 0,1-1 0 0 0,0 0 0 0 0,0 0 0 0 0,5 5 0 0 0,-6-9 0 0 0,-1 0 0 0 0,1-1 0 0 0,0 0 0 0 0,0 1 0 0 0,0-1 0 0 0,0 0 0 0 0,1-1 0 0 0,-1 1 0 0 0,0 0 0 0 0,0-1 0 0 0,0 0 0 0 0,1 0 0 0 0,-1 0 0 0 0,0 0 0 0 0,0 0 0 0 0,1 0 0 0 0,-1-1 0 0 0,0 0 0 0 0,0 0 0 0 0,0 0 0 0 0,0 0 0 0 0,0 0 0 0 0,0 0 0 0 0,0-1 0 0 0,0 1 0 0 0,0-1 0 0 0,-1 0 0 0 0,1 0 0 0 0,1-2 0 0 0,72-66-164 0 0,-74 66 211 0 0,1 0 1 0 0,-1-1-1 0 0,0 1 0 0 0,-1-1 0 0 0,1 1 0 0 0,-1-1 0 0 0,0 0 0 0 0,0 1 0 0 0,0-1 0 0 0,0 0 0 0 0,-1 0 0 0 0,0 0 0 0 0,0 1 0 0 0,0-1 0 0 0,-1 0 0 0 0,0 0 0 0 0,0 0 0 0 0,0-1-47 0 0,0 1 248 0 0,-1-4-124 0 0,-1 1 0 0 0,0-1 0 0 0,0 1 1 0 0,0 0-1 0 0,-1 0 0 0 0,-1 0 0 0 0,1 1 0 0 0,-1 0 0 0 0,-2-3-124 0 0,-42-30 0 0 0,40 33 0 0 0,0 6 0 0 0,6 2-95 0 0,-1-1-1 0 0,1 2 1 0 0,-1-1 0 0 0,0 0-1 0 0,1 1 1 0 0,0-1-1 0 0,-1 1 1 0 0,1 0-1 0 0,0 0 1 0 0,0 0-1 0 0,0 1 1 0 0,0-1-1 0 0,1 1 1 0 0,-1 0 0 0 0,1 0-1 0 0,-1-1 1 0 0,1 2-1 0 0,0-1 1 0 0,0 0-1 0 0,0 0 1 0 0,1 1-1 0 0,-2 2 96 0 0,-35 41-5557 0 0,22-30 3511 0 0</inkml:trace>
</inkml:ink>
</file>

<file path=ppt/ink/ink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22.9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0 9096 0 0,'0'0'200'0'0,"0"0"33"0"0,0 0 16 0 0,-2 0 97 0 0,-27 6 3527 0 0,-2 20-2102 0 0,-4 21-780 0 0,8 16-644 0 0,22-46-327 0 0,1 0-1 0 0,1 1 1 0 0,0-1-1 0 0,2 1 1 0 0,0 0-1 0 0,0 7-19 0 0,1-20-3 0 0,1 0-1 0 0,-1-1 1 0 0,1 1-1 0 0,-1 0 1 0 0,1-1-1 0 0,1 1 1 0 0,-1-1-1 0 0,1 1 1 0 0,0-1-1 0 0,0 1 1 0 0,0-1-1 0 0,0 0 1 0 0,1 0-1 0 0,-1 0 1 0 0,1 0-1 0 0,0-1 0 0 0,2 2 4 0 0,17 19-12 0 0,14-8 12 0 0,-30-17 74 0 0,0 0 0 0 0,0-1-1 0 0,0 0 1 0 0,0-1-1 0 0,0 1 1 0 0,-1-1-1 0 0,1 0 1 0 0,-1 0 0 0 0,0-1-1 0 0,0 0 1 0 0,0 0-1 0 0,0 0 1 0 0,-1 0-1 0 0,1-1 1 0 0,-1 1-1 0 0,0-1 1 0 0,-1-1 0 0 0,1 1-1 0 0,-1 0 1 0 0,0-1-1 0 0,0 1 1 0 0,-1-1-1 0 0,1-2-73 0 0,-1 0 212 0 0,0 0 0 0 0,-1 0 0 0 0,0 0 0 0 0,-1-1 0 0 0,0 1 0 0 0,0 0 0 0 0,0 0 0 0 0,-1 0 0 0 0,-1 0 0 0 0,1 0 0 0 0,-1 0 0 0 0,-2-5-212 0 0,-37-61 556 0 0,-5 35 92 0 0,13 38-1786 0 0,15 4 1292 0 0,-15 18-5324 0 0,31-18 3461 0 0</inkml:trace>
</inkml:ink>
</file>

<file path=ppt/ink/ink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24.1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147 0 8592 0 0,'0'0'250'0'0,"0"0"4"0"0,-2 0-161 0 0,-23 9 1610 0 0,20-7-1375 0 0,0 0-1 0 0,0 1 1 0 0,1-1 0 0 0,0 1 0 0 0,-1 0 0 0 0,1 1 0 0 0,0-1 0 0 0,0 1 0 0 0,1-1-1 0 0,-1 1 1 0 0,1 0 0 0 0,-2 3-328 0 0,-25 31 830 0 0,27-31-737 0 0,-2 1-14 0 0,0 1-1 0 0,1 0 1 0 0,1 0-1 0 0,-1 0 1 0 0,1 0-1 0 0,1 1 1 0 0,0-1-1 0 0,0 1 1 0 0,0 5-80 0 0,2-11 1 0 0,0 1 0 0 0,1 0 0 0 0,-1-1 0 0 0,1 1 0 0 0,0-1 0 0 0,0 1 0 0 0,0-1 0 0 0,1 1 0 0 0,-1-1 0 0 0,1 0 0 0 0,0 1 0 0 0,1-1 0 0 0,-1 0 0 0 0,1 0 0 0 0,-1-1 0 0 0,1 1 0 0 0,0-1 0 0 0,0 1 0 0 0,1-1 0 0 0,-1 0 0 0 0,1 0 0 0 0,0 0 0 0 0,0-1 0 0 0,0 1 0 0 0,3 1 0 0 0,0-2 8 0 0,1 1-1 0 0,-1-1 0 0 0,0 0 0 0 0,0-1 0 0 0,1 0 0 0 0,-1 0 0 0 0,1 0 0 0 0,-1-1 0 0 0,1-1 0 0 0,-1 1 0 0 0,2-1-7 0 0,-3 0 61 0 0,-1-1 0 0 0,0 0 0 0 0,1 0 0 0 0,-1 0 0 0 0,0-1 1 0 0,0 0-1 0 0,0 0 0 0 0,0 0 0 0 0,0 0 0 0 0,-1-1 0 0 0,0 0 0 0 0,0 0 0 0 0,3-3-61 0 0,19-27 384 0 0,-24 28-210 0 0,-1 1-1 0 0,1-1 0 0 0,-1 0 0 0 0,0 0 0 0 0,-1 0 0 0 0,0 0 0 0 0,0 0 1 0 0,0 0-1 0 0,0 0 0 0 0,-1 0 0 0 0,0 0 0 0 0,0 0 0 0 0,-1 0 1 0 0,0 0-1 0 0,0 1 0 0 0,0-1 0 0 0,-1 1 0 0 0,-1-4-173 0 0,-3-8 627 0 0,-24-34-611 0 0,19 39-16 0 0,8 11-65 0 0,1 0 0 0 0,0 0 0 0 0,-1 0-1 0 0,1 1 1 0 0,-1 0 0 0 0,1-1 0 0 0,-1 1 0 0 0,1 0-1 0 0,-1 1 1 0 0,1-1 0 0 0,-1 1 0 0 0,1-1-1 0 0,0 1 1 0 0,-1 0 0 0 0,1 0 0 0 0,0 1-1 0 0,-1-1 1 0 0,1 1 0 0 0,0-1 0 0 0,0 1 0 0 0,0 0-1 0 0,1 0 1 0 0,-1 0 0 0 0,0 1 0 0 0,1-1-1 0 0,-3 3 66 0 0,-7 8-1216 0 0,5-2-3870 0 0,3 1-723 0 0</inkml:trace>
</inkml:ink>
</file>

<file path=ppt/ink/ink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24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59 10968 0 0,'0'0'248'0'0,"0"0"34"0"0,0 0 21 0 0,-1 0-34 0 0,-30-8 3557 0 0,-8 28-2470 0 0,31-15-1237 0 0,3 0-29 0 0,0-1-1 0 0,0 1 0 0 0,1 0 0 0 0,0 0 0 0 0,0 1 1 0 0,0-1-1 0 0,1 1 0 0 0,0 0 0 0 0,0 0 0 0 0,-2 4-89 0 0,3-4-52 0 0,0 0 0 0 0,1 0 0 0 0,-1 0-1 0 0,1 0 1 0 0,1 1 0 0 0,-1-1 0 0 0,1 0-1 0 0,0 0 1 0 0,0 1 0 0 0,1-1 0 0 0,0 0-1 0 0,0 0 1 0 0,0 0 0 0 0,1 0-1 0 0,1 4 53 0 0,15 22 0 0 0,29 18 0 0 0,-42-46-2 0 0,0-1 0 0 0,0-1-1 0 0,0 1 1 0 0,0 0-1 0 0,1-1 1 0 0,-1 0-1 0 0,1-1 1 0 0,-1 1-1 0 0,1-1 1 0 0,0 0-1 0 0,-1 0 1 0 0,1-1-1 0 0,0 0 1 0 0,0 0 0 0 0,-1 0-1 0 0,1 0 1 0 0,0-1-1 0 0,0 0 1 0 0,-1 0-1 0 0,1-1 1 0 0,-1 0-1 0 0,1 0 1 0 0,-1 0-1 0 0,0 0 1 0 0,0-1-1 0 0,1-1 3 0 0,8-3 58 0 0,-9 5 18 0 0,0-1-1 0 0,-1 1 1 0 0,1-1 0 0 0,-1 0 0 0 0,1 0 0 0 0,-1-1 0 0 0,0 1 0 0 0,-1-1 0 0 0,1 0 0 0 0,0 0-1 0 0,1-2-75 0 0,-2 0 211 0 0,0 0 0 0 0,0 0 0 0 0,0 0 0 0 0,-1 0 0 0 0,0 0 0 0 0,0 0 0 0 0,0-1 0 0 0,-1 1 0 0 0,0-1 0 0 0,0 0 0 0 0,-1 1 0 0 0,1-1-1 0 0,-1 1 1 0 0,-1-1 0 0 0,0-3-211 0 0,-1-2 0 0 0,2 2 0 0 0,-1 1 0 0 0,0 0 0 0 0,-1 0 0 0 0,0 0 0 0 0,0 0 0 0 0,-1 0 0 0 0,0 1 0 0 0,0-1 0 0 0,-1 1 0 0 0,0 0 0 0 0,-1 0 0 0 0,0 0 0 0 0,0 0 0 0 0,-6-6 0 0 0,9 12 0 0 0,0-1 0 0 0,-1 1 0 0 0,1 0 0 0 0,-1 0 0 0 0,1 0 0 0 0,-1 0 0 0 0,0 0 0 0 0,1 1 0 0 0,-1-1 0 0 0,0 1 0 0 0,0 0 0 0 0,0 0 0 0 0,-1 0 0 0 0,1 0 0 0 0,0 0 0 0 0,0 1 0 0 0,0-1 0 0 0,-1 1 0 0 0,1 0 0 0 0,0 0 0 0 0,0 0 0 0 0,0 0 0 0 0,-1 1 0 0 0,-2 1-731 0 0,0 0-1 0 0,1 1 1 0 0,-1 0-1 0 0,1 0 0 0 0,0 0 1 0 0,0 1-1 0 0,0-1 0 0 0,1 1 1 0 0,-1 0-1 0 0,1 1 1 0 0,-3 2 731 0 0,-2 4-5800 0 0</inkml:trace>
</inkml:ink>
</file>

<file path=ppt/ink/ink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25.6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175 0 8928 0 0,'0'0'200'0'0,"0"0"33"0"0,-1 1 14 0 0,-61 33 1490 0 0,8 13 592 0 0,23-3-1590 0 0,11 18-435 0 0,18-56-299 0 0,1-1 0 0 0,-1 1 0 0 0,1 0 0 0 0,1-1 0 0 0,-1 1 0 0 0,1-1 0 0 0,0 1 0 0 0,1 0 0 0 0,-1-1 0 0 0,1 1 0 0 0,0 0 0 0 0,0-1 0 0 0,1 1 0 0 0,0-1 0 0 0,1 3-5 0 0,1 2 0 0 0,-2-5 0 0 0,0 0 0 0 0,1 0 0 0 0,-1 0 0 0 0,1 0 0 0 0,0 0 0 0 0,0-1 0 0 0,0 0 0 0 0,1 1 0 0 0,-1-1 0 0 0,1 0 0 0 0,0 0 0 0 0,0-1 0 0 0,4 3 0 0 0,-1-2-11 0 0,1 0 1 0 0,-1-1-1 0 0,1 1 1 0 0,-1-2 0 0 0,1 1-1 0 0,0-1 1 0 0,0 0 0 0 0,0-1-1 0 0,0 0 1 0 0,0 0-1 0 0,0-1 1 0 0,1 1 0 0 0,-1-2-1 0 0,0 0 1 0 0,0 0 0 0 0,0 0-1 0 0,0-1 1 0 0,2 0 10 0 0,-2-1 150 0 0,0-1 1 0 0,-1 0-1 0 0,1 0 0 0 0,-1 0 1 0 0,0-1-1 0 0,0 0 0 0 0,0-1 1 0 0,0 1-1 0 0,-1-1 0 0 0,0 0 1 0 0,0-1-1 0 0,3-5-150 0 0,-3 4 211 0 0,-1 3-40 0 0,0-1 0 0 0,-1 0 1 0 0,1 0-1 0 0,-1-1 0 0 0,-1 1 1 0 0,1-1-1 0 0,-1 0 1 0 0,0 0-1 0 0,0 0 0 0 0,-1 0 1 0 0,0-1-1 0 0,-1 1 0 0 0,1-4-171 0 0,-1-42 1190 0 0,-2 46-1105 0 0,0 0-1 0 0,0 0 1 0 0,0 1 0 0 0,-1-1 0 0 0,0 0 0 0 0,0 1 0 0 0,-1-1 0 0 0,0 1-1 0 0,0 0 1 0 0,-1 0 0 0 0,1 0 0 0 0,-1 0 0 0 0,-1 0 0 0 0,1 1 0 0 0,-1 0-1 0 0,0 0 1 0 0,-4-3-85 0 0,-22 0 436 0 0,19 9-471 0 0,1 1 0 0 0,-1 0-1 0 0,1 0 1 0 0,-1 1 0 0 0,1 1-1 0 0,0 0 1 0 0,0 0 0 0 0,1 1-1 0 0,-1 1 1 0 0,-4 3 35 0 0,-47 37-2716 0 0,60-40-673 0 0,2-6-2300 0 0</inkml:trace>
</inkml:ink>
</file>

<file path=ppt/ink/ink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31.6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27 6688 0 0,'0'0'197'0'0,"-2"0"-16"0"0,-41 28 6294 0 0,37-21-6367 0 0,1 0 1 0 0,0 0-1 0 0,0 0 1 0 0,1 1-1 0 0,0 0 0 0 0,0 0 1 0 0,1 0-1 0 0,0 0 1 0 0,0 1-1 0 0,1-1 0 0 0,0 1 1 0 0,0-1-1 0 0,1 1 1 0 0,0 0-1 0 0,1 0 1 0 0,0-1-1 0 0,0 1 0 0 0,1 0 1 0 0,0 2-109 0 0,-1 0-171 0 0,21 84 141 0 0,16-49 30 0 0,-35-44 0 0 0,-1-1 0 0 0,1 0 0 0 0,0-1 0 0 0,0 1 0 0 0,0 0 0 0 0,0-1 0 0 0,0 1 0 0 0,0-1 0 0 0,0 1 0 0 0,0-1 0 0 0,0 0 0 0 0,0 0 0 0 0,0 0 0 0 0,0 0 0 0 0,0 0 0 0 0,0 0 0 0 0,0-1 0 0 0,0 1 0 0 0,0-1 0 0 0,0 1 0 0 0,2-2 0 0 0,31-17 0 0 0,-23 8 189 0 0,-1-1 1 0 0,1 0 0 0 0,-2 0-1 0 0,0-1 1 0 0,0-1 0 0 0,-1 1-1 0 0,-1-3-189 0 0,11-43 1246 0 0,-17 50-1059 0 0,-1-1 1 0 0,-1 1 0 0 0,0-1-1 0 0,0 1 1 0 0,0 0 0 0 0,-1-1-1 0 0,-1 1 1 0 0,0 0 0 0 0,0 0-1 0 0,-1 0 1 0 0,0 0 0 0 0,0-1-188 0 0,1 6 41 0 0,1 0 0 0 0,-1-1 1 0 0,0 1-1 0 0,0 0 0 0 0,0 0 0 0 0,0 1 1 0 0,-1-1-1 0 0,0 0 0 0 0,0 1 1 0 0,0-1-1 0 0,0 1 0 0 0,0 0 0 0 0,0 0 1 0 0,-1 0-1 0 0,0 1 0 0 0,1-1 1 0 0,-1 1-1 0 0,0 0 0 0 0,0 0 0 0 0,-1 0 1 0 0,1 1-1 0 0,0-1 0 0 0,0 1 1 0 0,-1 0-1 0 0,1 0 0 0 0,-1 1 0 0 0,1-1 1 0 0,-1 1-1 0 0,1 0 0 0 0,-1 0-41 0 0,-22 12 0 0 0,22-8-364 0 0,0 1 0 0 0,0-1 0 0 0,0 1 0 0 0,1 0 0 0 0,0 0 0 0 0,0 0 0 0 0,0 1 0 0 0,1-1 0 0 0,0 1-1 0 0,0 0 1 0 0,0 0 0 0 0,1 0 0 0 0,-2 5 364 0 0,0 1-1514 0 0</inkml:trace>
</inkml:ink>
</file>

<file path=ppt/ink/ink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32.2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97 114 8448 0 0,'0'0'248'0'0,"0"0"-6"0"0,0-1-151 0 0,-5-23 2441 0 0,-7 0 2065 0 0,12 22-4116 0 0,0 2-22 0 0,0 0-90 0 0,0 0-38 0 0,0 0-10 0 0,-24 5 835 0 0,19-1-1139 0 0,1 1 0 0 0,0 0 0 0 0,0 1-1 0 0,1-1 1 0 0,0 0 0 0 0,0 1-1 0 0,0 0 1 0 0,0 0 0 0 0,1 0-1 0 0,0 0 1 0 0,0 0 0 0 0,1 0 0 0 0,0 0-1 0 0,0 1 1 0 0,0-1 0 0 0,1 1-1 0 0,0 4-16 0 0,0-7 0 0 0,-1 12-35 0 0,1 1-1 0 0,1 0 1 0 0,1-1 0 0 0,0 1-1 0 0,1-1 1 0 0,0 1-1 0 0,5 9 36 0 0,21 33-588 0 0,-28-58 552 0 0,0 1 1 0 0,0-1-1 0 0,0 1 0 0 0,0-1 0 0 0,0 0 1 0 0,1 0-1 0 0,-1 1 0 0 0,0-1 0 0 0,1 0 1 0 0,-1 0-1 0 0,0 0 0 0 0,1 0 0 0 0,0 0 1 0 0,-1-1-1 0 0,1 1 0 0 0,-1 0 0 0 0,1-1 0 0 0,0 1 1 0 0,-1-1-1 0 0,1 0 0 0 0,0 1 0 0 0,0-1 1 0 0,-1 0-1 0 0,1 0 0 0 0,0 0 0 0 0,0 0 1 0 0,-1-1-1 0 0,1 1 0 0 0,0 0 0 0 0,-1-1 1 0 0,1 1-1 0 0,0-1 0 0 0,-1 1 0 0 0,1-1 0 0 0,0 0 36 0 0,11-9 30 0 0,0 1 0 0 0,0-2-1 0 0,-1 0 1 0 0,-1 0 0 0 0,0-1-1 0 0,-1-1 1 0 0,0 0 0 0 0,-1 0-1 0 0,0-1 1 0 0,3-7-30 0 0,-12 21 1 0 0,5-8 164 0 0,-1 0 1 0 0,-1 0-1 0 0,1-1 1 0 0,-1 1-1 0 0,0-1 1 0 0,-1 1-1 0 0,0-1 1 0 0,-1 0-1 0 0,0 0 1 0 0,0 1 0 0 0,-1-1-1 0 0,0 0 1 0 0,0 0-1 0 0,-1 0 1 0 0,0 0-1 0 0,-1 0 1 0 0,0 1-1 0 0,0-1 1 0 0,-1 0-1 0 0,0 1 1 0 0,-4-7-166 0 0,-41-29 226 0 0,45 41-222 0 0,-1 1 0 0 0,0 0 0 0 0,0 0 0 0 0,0 0 0 0 0,0 0-1 0 0,0 1 1 0 0,-1-1 0 0 0,1 1 0 0 0,0 0 0 0 0,-1 1 0 0 0,1-1-1 0 0,-1 1 1 0 0,1 0 0 0 0,0 0 0 0 0,-1 0 0 0 0,1 0 0 0 0,-1 1-1 0 0,1 0 1 0 0,-1 0 0 0 0,1 0 0 0 0,0 1 0 0 0,0-1 0 0 0,0 1-1 0 0,0 0 1 0 0,-2 1-4 0 0,-49 38-465 0 0,28-2-3558 0 0,22-27 2256 0 0</inkml:trace>
</inkml:ink>
</file>

<file path=ppt/ink/ink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33.9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 38 6832 0 0,'0'0'200'0'0,"0"0"118"0"0,0 0 373 0 0,0 0 158 0 0,0 0 30 0 0,0 0-23 0 0,-6 0 1221 0 0,-9 4 5 0 0,-4 9-714 0 0,-27 53 205 0 0,42-61-1596 0 0,1 1 0 0 0,-1-1 0 0 0,1 1 0 0 0,1 0 0 0 0,-1 0 0 0 0,1 1 0 0 0,0-1 0 0 0,0 1 0 0 0,0-1 0 0 0,1 1-1 0 0,0 4 24 0 0,-3 49 938 0 0,6-49-943 0 0,-1 1-129 0 0,1 1 0 0 0,0-2-1 0 0,1 1 1 0 0,0 0-1 0 0,1 0 1 0 0,0-1-1 0 0,5 10 135 0 0,-8-18 0 0 0,1-1 0 0 0,-1 1 0 0 0,1-1 0 0 0,0 0 0 0 0,-1 1 0 0 0,1-1 0 0 0,0 0 0 0 0,0 0 0 0 0,1 0 0 0 0,-1 0 0 0 0,0 0 0 0 0,0-1 0 0 0,1 1 0 0 0,-1-1 0 0 0,1 1 0 0 0,0-1 0 0 0,-1 0 0 0 0,1 0 0 0 0,0 0 0 0 0,0 0 0 0 0,0-1 0 0 0,-1 1 0 0 0,1-1 0 0 0,0 0 0 0 0,0 0 0 0 0,0 0 0 0 0,0 0 0 0 0,0 0 0 0 0,0 0 0 0 0,0-1 0 0 0,0 0 0 0 0,-1 1 0 0 0,1-1 0 0 0,0 0 0 0 0,0 0 0 0 0,1-2 0 0 0,2 0-2 0 0,0-1 0 0 0,0 0 0 0 0,0-1 0 0 0,-1 1 0 0 0,0-1-1 0 0,0 0 1 0 0,0 0 0 0 0,0-1 0 0 0,-1 1 0 0 0,0-1-1 0 0,1-2 3 0 0,26-39 0 0 0,-22 31 275 0 0,-1-1-1 0 0,0-1 1 0 0,-1 1 0 0 0,-1-1-1 0 0,-1-1 1 0 0,0 1-1 0 0,-1-1 1 0 0,-1 1-1 0 0,0-20-274 0 0,-3 34 64 0 0,-1 0-1 0 0,1-1 1 0 0,-1 1 0 0 0,0 0 0 0 0,0-1-1 0 0,-1 1 1 0 0,1 0 0 0 0,-1 0-1 0 0,0 0 1 0 0,0 0 0 0 0,0 0 0 0 0,0 1-1 0 0,-1-1 1 0 0,0 1 0 0 0,1-1-1 0 0,-1 1 1 0 0,-1 0 0 0 0,1 0 0 0 0,0 0-1 0 0,-1 1 1 0 0,1-1 0 0 0,-1 1-1 0 0,-1-1-63 0 0,1 1 29 0 0,0 0-21 0 0,0 1 0 0 0,0-1-1 0 0,0 0 1 0 0,-1 1 0 0 0,1 0-1 0 0,0 0 1 0 0,-1 1-1 0 0,1-1 1 0 0,-1 1 0 0 0,1 0-1 0 0,-1 0 1 0 0,1 0 0 0 0,-1 0-1 0 0,1 1 1 0 0,0 0-1 0 0,-1 0 1 0 0,0 1-8 0 0,-18 11-15 0 0,5 13-479 0 0,9 32-5397 0 0,5-49 4429 0 0</inkml:trace>
</inkml:ink>
</file>

<file path=ppt/ink/ink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34.3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5 9520 0 0,'0'0'276'0'0,"0"0"2"0"0,-1 0-179 0 0,-7-4 785 0 0,8 4 96 0 0,0 0 48 0 0,0 0-44 0 0,0 0-228 0 0,0 0-99 0 0,0 0-17 0 0,0 0-37 0 0,0 0-130 0 0,-1 1-52 0 0,-3 10-267 0 0,0 0 0 0 0,1 0 0 0 0,0 1 0 0 0,1-1 0 0 0,0 1 0 0 0,1 0 0 0 0,0 0 0 0 0,1-1-1 0 0,0 1 1 0 0,1 0 0 0 0,0 1-154 0 0,0 23 179 0 0,3 119-179 0 0,0-62 0 0 0,-3 5 18 0 0,4-67 414 0 0,-1-15-1315 0 0,-4-15 394 0 0,0-1-21 0 0,0 0-2 0 0,0 0 0 0 0,0 0 0 0 0,0 0 1 0 0,0 0-137 0 0,0 0-572 0 0,0 0-248 0 0</inkml:trace>
</inkml:ink>
</file>

<file path=ppt/ink/ink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36.0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0 9728 0 0,'0'0'222'0'0,"0"0"30"0"0,0 0 18 0 0,0 0 74 0 0,0 0 301 0 0,0 0 128 0 0,0 0 26 0 0,0 0-26 0 0,0 0-137 0 0,0 0-57 0 0,0 0-16 0 0,0 0-41 0 0,0 1-157 0 0,-5 50 1197 0 0,9 27-292 0 0,-3 80-954 0 0,-1 11-184 0 0,-5-95-268 0 0,1 17-648 0 0,4 11-3138 0 0,0-100 175 0 0,4 5-1063 0 0</inkml:trace>
</inkml:ink>
</file>

<file path=ppt/ink/ink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37.2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180 27 10768 0 0,'0'0'241'0'0,"0"0"38"0"0,-6-9 374 0 0,-12-9 2082 0 0,13 18-2556 0 0,0 1 1 0 0,0-1 0 0 0,0 1-1 0 0,0 0 1 0 0,0 1 0 0 0,0-1 0 0 0,0 1-1 0 0,0 0 1 0 0,1 0 0 0 0,-1 0 0 0 0,1 1-1 0 0,0-1 1 0 0,-1 1 0 0 0,1 0-1 0 0,-3 3-179 0 0,2-2 1 0 0,0 1 0 0 0,0-1 0 0 0,0 0 0 0 0,0 1 0 0 0,1 0 0 0 0,0 0 0 0 0,0 1 0 0 0,0-1 0 0 0,1 1 0 0 0,-1 0 0 0 0,1 0 0 0 0,0 1-1 0 0,-15 68 0 0 0,16-62 0 0 0,0 0 0 0 0,1 1 0 0 0,0-1 0 0 0,2 1 0 0 0,-1-1 0 0 0,2 1 0 0 0,1 9 0 0 0,10 28-177 0 0,6-4-396 0 0,-17-43 510 0 0,0-1-1 0 0,0 1 1 0 0,0-1 0 0 0,1 0-1 0 0,-1 0 1 0 0,1 0 0 0 0,0 0 0 0 0,0 0-1 0 0,0 0 1 0 0,0-1 0 0 0,0 1-1 0 0,1-1 1 0 0,-1 0 0 0 0,1 0-1 0 0,-1 0 1 0 0,1-1 0 0 0,0 1 0 0 0,0-1-1 0 0,0 0 1 0 0,0 0 0 0 0,0 0-1 0 0,0-1 1 0 0,0 1 0 0 0,0-1 0 0 0,0 0-1 0 0,0 0 1 0 0,0 0 0 0 0,0-1-1 0 0,0 0 1 0 0,0 1 0 0 0,0-1 0 0 0,2-1 63 0 0,57-41 265 0 0,-41 21-10 0 0,-13 13-36 0 0,0 0 1 0 0,-1 0-1 0 0,0-1 0 0 0,0 0 1 0 0,-1-1-1 0 0,0 0 0 0 0,2-4-219 0 0,9-21 848 0 0,-11 19-525 0 0,3-33 586 0 0,-11 41-766 0 0,-19-45 450 0 0,15 48-574 0 0,0 0-1 0 0,-1 1 0 0 0,1-1 0 0 0,-1 1 1 0 0,0 0-1 0 0,-1 1 0 0 0,1-1 0 0 0,-1 1 0 0 0,-5-2-18 0 0,-69-20 642 0 0,32 25-830 0 0,1 16-857 0 0,19 5-2550 0 0,17-11-2094 0 0</inkml:trace>
</inkml:ink>
</file>

<file path=ppt/ink/ink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38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173 12 8176 0 0,'0'0'234'0'0,"0"0"6"0"0,0 0-22 0 0,0 0 448 0 0,-6-5 2037 0 0,-5-1 1466 0 0,10 6-3738 0 0,1 0-47 0 0,0 0-22 0 0,0 0-2 0 0,0 0-8 0 0,0 0-34 0 0,0 0-20 0 0,0 0-2 0 0,-2 1-28 0 0,0 3-226 0 0,0 1-1 0 0,0 0 1 0 0,0 0 0 0 0,1 0-1 0 0,-1 0 1 0 0,1 0-1 0 0,0 0 1 0 0,1 0-1 0 0,-1 0 1 0 0,1 0-1 0 0,0 0 1 0 0,0 1-1 0 0,1-1 1 0 0,0 4-42 0 0,-1 9 46 0 0,5 33-62 0 0,8 99-576 0 0,16 85-1432 0 0,-23-207 1522 0 0,-6-26 380 0 0,3 0 10 0 0,-2-1 34 0 0,-2-17 96 0 0,-21-36 410 0 0,16 43-300 0 0,0 0 0 0 0,0 0 0 0 0,-1 0 0 0 0,-1 1 0 0 0,0 0 0 0 0,0 1 0 0 0,-8-7-128 0 0,15 14 10 0 0,-55-21 668 0 0,28 40-171 0 0,25-15-524 0 0,0 1 1 0 0,0-1-1 0 0,1 1 1 0 0,0 0-1 0 0,-1 0 1 0 0,2 1-1 0 0,-1-1 0 0 0,1 0 1 0 0,-1 1-1 0 0,1-1 1 0 0,1 0-1 0 0,-1 1 0 0 0,1-1 1 0 0,0 1-1 0 0,0-1 1 0 0,1 1-1 0 0,-1-1 1 0 0,1 1-1 0 0,1-1 0 0 0,-1 1 1 0 0,1-1-1 0 0,0 0 1 0 0,0 0-1 0 0,0 0 0 0 0,1 0 1 0 0,-1 0-1 0 0,2 1 17 0 0,-2-2-35 0 0,29 39-519 0 0,-9-20 426 0 0,10-17-462 0 0,12-23-348 0 0,-4-10-1173 0 0,-27 20 1561 0 0</inkml:trace>
</inkml:ink>
</file>

<file path=ppt/ink/ink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38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0 10136 0 0,'0'0'230'0'0,"0"0"30"0"0,0 0 19 0 0,0 0 105 0 0,0 0 411 0 0,0 0 182 0 0,0 0 42 0 0,0 0-74 0 0,0 0-329 0 0,0 0-140 0 0,0 0-27 0 0,0 0-16 0 0,0 0-34 0 0,0 0-14 0 0,0 0-1 0 0,0 0-16 0 0,0 0-69 0 0,0 0-38 0 0,1 2-5 0 0,25 126 331 0 0,-12-60-471 0 0,17 125-651 0 0,-18-119 535 0 0,-4-3-17 0 0,-9-56-166 0 0,0-14 90 0 0,-1 6-231 0 0,-21-21 431 0 0,-63-74 131 0 0,55 69-120 0 0,16 15-52 0 0,3 4-66 0 0,1 1 0 0 0,1 2 0 0 0,-9 17 0 0 0,11-12 0 0 0,5 47 0 0 0,16 0 0 0 0,26 7 0 0 0,-22-50 0 0 0,-10-11 0 0 0,-4-1 0 0 0,1 0 0 0 0,-1-1-1 0 0,1 0 1 0 0,-1 1-1 0 0,0-1 1 0 0,1-1-1 0 0,-1 1 1 0 0,0-1-1 0 0,0 1 1 0 0,0-1-1 0 0,0-1 1 0 0,0 1 0 0 0,0 0-1 0 0,0-1 1 0 0,-1 0-1 0 0,1 0 1 0 0,2-2-9 0 0,59-53-2823 0 0,-34 30 593 0 0,1-3-3177 0 0</inkml:trace>
</inkml:ink>
</file>

<file path=ppt/ink/ink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40.9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280 1 9704 0 0,'0'0'282'0'0,"0"0"-2"0"0,0 0-58 0 0,0 0 423 0 0,0 0 202 0 0,0 0 38 0 0,0 0-29 0 0,0 0-161 0 0,0 0-73 0 0,4 9 1029 0 0,15 80 311 0 0,-1 40-1814 0 0,-2-2-148 0 0,2 35-1376 0 0,-17-81 1387 0 0,-1-80 42 0 0,0-1 17 0 0,0 0 16 0 0,0 0-10 0 0,0 0-4 0 0,0 0 6 0 0,-2-1 22 0 0,-72-37 885 0 0,64 32-919 0 0,0 0 0 0 0,-1 1 0 0 0,1 0 1 0 0,-1 1-1 0 0,0 0 0 0 0,0 0 0 0 0,-1 1 0 0 0,1 1 0 0 0,-1 0 0 0 0,-7 0-66 0 0,-75 17-21 0 0,91-14 24 0 0,0-1 1 0 0,0 1-1 0 0,0 0 1 0 0,0 0-1 0 0,0 1 0 0 0,0-1 1 0 0,0 1-1 0 0,1-1 0 0 0,-1 1 1 0 0,1 0-1 0 0,-1 0 0 0 0,1 0 1 0 0,0 0-1 0 0,-1 0 0 0 0,1 1 1 0 0,0-1-1 0 0,1 1 1 0 0,-1-1-1 0 0,0 1 0 0 0,1 0 1 0 0,-1 0-1 0 0,1-1 0 0 0,0 1 1 0 0,0 0-1 0 0,0 2-3 0 0,1 0-5 0 0,0-1 0 0 0,0 1 0 0 0,0 0 0 0 0,1-1 0 0 0,0 1 0 0 0,0-1 0 0 0,0 1 0 0 0,0-1 0 0 0,1 1 0 0 0,0-1 0 0 0,0 0 1 0 0,0 0-1 0 0,0 1 0 0 0,1-2 0 0 0,-1 1 0 0 0,1 0 0 0 0,0 0 0 0 0,3 2 5 0 0,0-1-12 0 0,0-1 1 0 0,0 1 0 0 0,1-1-1 0 0,-1 0 1 0 0,1-1-1 0 0,0 1 1 0 0,0-1 0 0 0,0-1-1 0 0,0 1 1 0 0,1-1 0 0 0,-1-1-1 0 0,1 1 1 0 0,-1-1-1 0 0,1-1 1 0 0,6 1 11 0 0,3-2-99 0 0,1 0 1 0 0,-1 0-1 0 0,0-2 0 0 0,1 0 1 0 0,-1-2-1 0 0,-1 1 0 0 0,14-7 99 0 0,-20 7-199 0 0,-3 2-288 0 0,0 0 1 0 0,0-1-1 0 0,-1 0 0 0 0,0 0 1 0 0,1 0-1 0 0,-1-1 1 0 0,0 0-1 0 0,-1 0 1 0 0,1-1-1 0 0,1-1 487 0 0,-2-1-1358 0 0</inkml:trace>
</inkml:ink>
</file>

<file path=ppt/ink/ink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41.8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190 1 9528 0 0,'0'0'216'0'0,"0"0"32"0"0,0 0 10 0 0,0 0 69 0 0,0 0 244 0 0,0 0 107 0 0,0 0 24 0 0,0 0-21 0 0,0 0-94 0 0,0 1-41 0 0,4 64 2346 0 0,1-17-2551 0 0,9 34-429 0 0,-1 6 24 0 0,5 13 466 0 0,-5-26-774 0 0,6 32-973 0 0,-13-84 1089 0 0,-5-22 330 0 0,-1-1 22 0 0,0 0-6 0 0,0 0 10 0 0,-1-6 20 0 0,-1 0 0 0 0,1 0 1 0 0,-1 0-1 0 0,0 0 1 0 0,-1 1-1 0 0,1-1 1 0 0,-1 1-1 0 0,0 0 0 0 0,-1 0 1 0 0,1 0-1 0 0,-1 0 1 0 0,0 0-1 0 0,0 1 1 0 0,0 0-1 0 0,-1 0 1 0 0,0 0-1 0 0,0 0 0 0 0,0 1 1 0 0,0 0-1 0 0,0 0 1 0 0,-2-1-121 0 0,1 1 39 0 0,1 0 0 0 0,-1 1 0 0 0,1-1 0 0 0,-1 1 0 0 0,0 1 1 0 0,0-1-1 0 0,0 1 0 0 0,0 0 0 0 0,0 0 0 0 0,0 1 0 0 0,0-1 1 0 0,0 1-1 0 0,0 1 0 0 0,0-1 0 0 0,0 1 0 0 0,0 0 0 0 0,0 1 0 0 0,0-1 1 0 0,0 1-1 0 0,0 0 0 0 0,1 1 0 0 0,-1-1 0 0 0,1 1 0 0 0,0 0 0 0 0,-1 1-39 0 0,1 0 0 0 0,-26 39-86 0 0,28-33 71 0 0,0-4 10 0 0,1 1 0 0 0,0-1 0 0 0,0 1 0 0 0,1 0 0 0 0,-1 0 0 0 0,1 0-1 0 0,1 0 1 0 0,0 0 0 0 0,0 0 0 0 0,0 0 0 0 0,0 0 0 0 0,1 0-1 0 0,1 0 6 0 0,0 2-2 0 0,-2-5-8 0 0,1 1 1 0 0,-1 0-1 0 0,1 0 0 0 0,0 0 1 0 0,0 0-1 0 0,1-1 0 0 0,-1 1 0 0 0,1-1 1 0 0,0 1-1 0 0,0-1 0 0 0,1 1 0 0 0,-1-1 1 0 0,1 0-1 0 0,0 0 0 0 0,0-1 0 0 0,0 1 1 0 0,1 0-1 0 0,-1-1 0 0 0,1 0 0 0 0,0 0 1 0 0,0 0-1 0 0,0 0 0 0 0,0-1 1 0 0,0 1-1 0 0,1-1 0 0 0,-1 0 0 0 0,1-1 1 0 0,0 1-1 0 0,-1-1 0 0 0,1 0 0 0 0,2 1 10 0 0,4-4-22 0 0,1 0 0 0 0,-1-1-1 0 0,0 0 1 0 0,-1-1-1 0 0,1 0 1 0 0,-1-1-1 0 0,1 0 1 0 0,-1-1 0 0 0,-1 0-1 0 0,1 0 1 0 0,3-4 22 0 0,29-20-279 0 0,-4 3-1267 0 0,-12 10-3089 0 0,-4 5-762 0 0</inkml:trace>
</inkml:ink>
</file>

<file path=ppt/ink/ink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42.9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1 8592 0 0,'0'0'250'0'0,"0"0"4"0"0,0 0-22 0 0,0 0 497 0 0,0 0 235 0 0,0 0 48 0 0,0 0-59 0 0,0 0-287 0 0,0 0-122 0 0,0 2-28 0 0,-4 12-147 0 0,1 0 1 0 0,0 0 0 0 0,1 0 0 0 0,1 1 0 0 0,0-1 0 0 0,1 1 0 0 0,1 1-370 0 0,-1 0 82 0 0,1 7-73 0 0,2 1 0 0 0,1 0 0 0 0,1-1 0 0 0,0 0-1 0 0,2 1-8 0 0,4 15 28 0 0,42 127-461 0 0,-44-116-332 0 0,-9-49 676 0 0,0-1 5 0 0,0-16 82 0 0,-1 8 103 0 0,0 1 0 0 0,0-1 0 0 0,-1 1 0 0 0,0-1 0 0 0,-1 1-1 0 0,1 0 1 0 0,-2 0 0 0 0,1 0 0 0 0,-1 0 0 0 0,0 0 0 0 0,0 1 0 0 0,0 0-1 0 0,-1 0 1 0 0,-3-3-101 0 0,3 2 113 0 0,0 2-31 0 0,1 0 0 0 0,-1 0 0 0 0,0 1 0 0 0,0 0-1 0 0,0 0 1 0 0,-1 0 0 0 0,1 1 0 0 0,-1-1 0 0 0,0 1-1 0 0,0 1 1 0 0,0-1 0 0 0,0 1 0 0 0,-1 0 0 0 0,1 0-1 0 0,-1 1 1 0 0,1 0 0 0 0,-5 0-82 0 0,6 2 11 0 0,-1 0 1 0 0,0 0-1 0 0,1 1 0 0 0,-1 0 1 0 0,1 0-1 0 0,-1 0 0 0 0,1 1 1 0 0,0 0-1 0 0,0 0 0 0 0,0 0 1 0 0,0 0-1 0 0,1 1 0 0 0,-1 0 0 0 0,1 0 1 0 0,0 0-1 0 0,0 0 0 0 0,1 1 1 0 0,-1 0-1 0 0,1 0 0 0 0,0-1 1 0 0,0 2-1 0 0,1-1 0 0 0,-1 0 1 0 0,1 1-1 0 0,0-1 0 0 0,1 1 1 0 0,-1-1-1 0 0,1 1 0 0 0,0 0 0 0 0,1 0 1 0 0,-1 0-1 0 0,1-1 0 0 0,0 3-11 0 0,0 12 44 0 0,-1-10-130 0 0,1 0 1 0 0,0 0-1 0 0,1 0 0 0 0,0 0 1 0 0,0 0-1 0 0,1-1 0 0 0,3 11 86 0 0,-4-17-17 0 0,0 1-1 0 0,0 0 0 0 0,1-1 1 0 0,-1 1-1 0 0,1-1 0 0 0,0 1 1 0 0,0-1-1 0 0,0 0 0 0 0,0 0 0 0 0,0 0 1 0 0,1 0-1 0 0,-1 0 0 0 0,1 0 1 0 0,0-1-1 0 0,0 1 0 0 0,0-1 1 0 0,0 0-1 0 0,0 0 0 0 0,1 0 0 0 0,-1 0 1 0 0,1 0-1 0 0,2 0 18 0 0,1-1-1 0 0,0 0 0 0 0,0-1 0 0 0,1 0 0 0 0,-1 0 0 0 0,0-1 0 0 0,0 1 0 0 0,0-2 0 0 0,0 1 0 0 0,0-1-1 0 0,1 0 2 0 0,96-58-21 0 0,10-30-3052 0 0,-96 78 1672 0 0</inkml:trace>
</inkml:ink>
</file>

<file path=ppt/ink/ink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43.7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331 0 11144 0 0,'0'0'248'0'0,"0"0"34"0"0,0 0 22 0 0,0 0-29 0 0,0 0-78 0 0,0 0 339 0 0,0 0 168 0 0,0 0 31 0 0,0 0 8 0 0,0 0 1 0 0,0 0-1 0 0,0 0 1 0 0,0 0-50 0 0,-6 1 875 0 0,3 1-1482 0 0,0-1 1 0 0,0 1-1 0 0,0 0 0 0 0,0 1 1 0 0,1-1-1 0 0,-1 0 0 0 0,1 1 0 0 0,0 0 1 0 0,0-1-1 0 0,0 1 0 0 0,0 0 1 0 0,0 0-1 0 0,1 0 0 0 0,-1 0 0 0 0,1 1 1 0 0,0-1-1 0 0,-1 3-87 0 0,-1 6 42 0 0,0 0 0 0 0,1 0 1 0 0,0 0-1 0 0,1 1 0 0 0,1-1 0 0 0,0 1 1 0 0,1 9-43 0 0,0 13 37 0 0,-1 248-439 0 0,9-201-496 0 0,-5-62 182 0 0,-4-20 596 0 0,0 0 4 0 0,0 0 18 0 0,0 0 8 0 0,0 0 2 0 0,0 0 4 0 0,-3-1 83 0 0,-1 0 0 0 0,0 0 0 0 0,1-1 0 0 0,-1 0 0 0 0,0 1 0 0 0,1-1 0 0 0,0 0 0 0 0,0-1 0 0 0,-1 1 0 0 0,1 0 0 0 0,1-1 0 0 0,-1 0 0 0 0,0 0 0 0 0,0 0 1 0 0,-8-8 68 0 0,-1-2-1 0 0,-1 0 1 0 0,0 1-1 0 0,-1 0 1 0 0,-1 2-1 0 0,-14-9-67 0 0,-9 11 149 0 0,10 12-117 0 0,25-2-10 0 0,-1 0 0 0 0,0 0-1 0 0,0 0 1 0 0,1 1-1 0 0,-1 0 1 0 0,1-1 0 0 0,0 1-1 0 0,0 0 1 0 0,0 1-1 0 0,0-1 1 0 0,0 0 0 0 0,1 1-1 0 0,-1 0 1 0 0,1-1-1 0 0,0 1 1 0 0,0 0 0 0 0,1 0-1 0 0,-1 0 1 0 0,1 0-1 0 0,0 2-21 0 0,0-6 0 0 0,-1 6-2 0 0,0 0-1 0 0,0 0 0 0 0,1-1 0 0 0,0 1 0 0 0,0 0 1 0 0,0 0-1 0 0,1 0 0 0 0,-1 1 0 0 0,2-1 1 0 0,-1 0-1 0 0,1 0 0 0 0,-1 0 0 0 0,2 0 0 0 0,-1 0 1 0 0,1-1-1 0 0,0 1 0 0 0,0 0 0 0 0,0-1 1 0 0,1 1-1 0 0,0-1 0 0 0,0 0 0 0 0,0 0 0 0 0,1 1 3 0 0,0-4 0 0 0,-1 0-1 0 0,1 0 1 0 0,-1-1 0 0 0,1 1-1 0 0,0-1 1 0 0,-1 0-1 0 0,1 0 1 0 0,0 0-1 0 0,0 0 1 0 0,0 0-1 0 0,0-1 1 0 0,0 0-1 0 0,0 0 1 0 0,0 0 0 0 0,0-1-1 0 0,0 1 1 0 0,0-1-1 0 0,0 0 1 0 0,-1 0-1 0 0,1 0 1 0 0,0 0-1 0 0,0-1 1 0 0,-1 1-1 0 0,1-1 1 0 0,-1 0-1 0 0,1 0 1 0 0,-1-1 0 0 0,0 1-1 0 0,0-1 1 0 0,0 1-1 0 0,0-1 1 0 0,0 0 0 0 0,17-15-466 0 0,-1-1 0 0 0,-1 0 0 0 0,-1-2 0 0 0,0 0 1 0 0,13-22 465 0 0,-10 14-1711 0 0,3-5-4106 0 0</inkml:trace>
</inkml:ink>
</file>

<file path=ppt/ink/ink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45.1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173 0 10512 0 0,'0'0'233'0'0,"0"0"39"0"0,-10 0 364 0 0,-41 18 1047 0 0,22 7-109 0 0,-2 4-475 0 0,-7 52-237 0 0,24-37-798 0 0,28 47 339 0 0,-11-81-479 0 0,24 36-635 0 0,-24-43 656 0 0,0 1 0 0 0,1-1-1 0 0,-1-1 1 0 0,1 1 0 0 0,-1 0-1 0 0,1-1 1 0 0,0 0 0 0 0,0 0-1 0 0,0 0 1 0 0,0 0-1 0 0,1-1 1 0 0,-1 1 0 0 0,0-1-1 0 0,0 0 1 0 0,1-1 0 0 0,-1 1-1 0 0,1-1 1 0 0,-1 1 0 0 0,2-2 55 0 0,2-1 45 0 0,1-1 1 0 0,-1 0 0 0 0,0-1 0 0 0,0 0 0 0 0,0-1 0 0 0,-1 1 0 0 0,0-1 0 0 0,0-1 0 0 0,0 1 0 0 0,0-1 0 0 0,-1-1 0 0 0,0 1 0 0 0,0-1 0 0 0,-1 0 0 0 0,1 0 0 0 0,-2-1 0 0 0,1 0-46 0 0,-3 5 138 0 0,-1-1-1 0 0,0 0 1 0 0,0 0 0 0 0,0 0-1 0 0,-1 0 1 0 0,0 0 0 0 0,1 0-1 0 0,-1 1 1 0 0,0-1 0 0 0,-1 0 0 0 0,1 0-1 0 0,-1 0 1 0 0,0 0 0 0 0,0 0-1 0 0,0 0 1 0 0,0 1 0 0 0,0-1-1 0 0,-3-3-137 0 0,-45-52 672 0 0,10 28-672 0 0,1 27-666 0 0,29 6-709 0 0,6 1-3277 0 0,0-1-838 0 0</inkml:trace>
</inkml:ink>
</file>

<file path=ppt/ink/ink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45.5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0 12408 0 0,'0'0'281'0'0,"0"0"40"0"0,-2 1 22 0 0,-38 40 304 0 0,23-19 218 0 0,-24 60 1109 0 0,39-76-1948 0 0,0 0-1 0 0,0 1 0 0 0,1-1 0 0 0,0 0 0 0 0,0 0 0 0 0,0 1 0 0 0,1-1 1 0 0,0 0-1 0 0,0 1 0 0 0,0-1 0 0 0,1 0 0 0 0,0 1 0 0 0,0-1 0 0 0,1 0 1 0 0,0 0-1 0 0,0 0 0 0 0,0 0 0 0 0,1 0 0 0 0,0-1 0 0 0,0 1 0 0 0,2 3-25 0 0,-2-6-45 0 0,-1 0-1 0 0,1 1 0 0 0,-1-1 0 0 0,1-1 0 0 0,0 1 0 0 0,0 0 0 0 0,1-1 0 0 0,-1 0 0 0 0,0 1 1 0 0,1-1-1 0 0,-1 0 0 0 0,1-1 0 0 0,0 1 0 0 0,0-1 0 0 0,-1 0 0 0 0,1 0 0 0 0,0 0 0 0 0,0 0 0 0 0,0-1 1 0 0,0 1-1 0 0,0-1 0 0 0,0 0 0 0 0,0 0 0 0 0,1-1 0 0 0,-1 1 0 0 0,1-1 46 0 0,3-1 16 0 0,0-1 1 0 0,0 0-1 0 0,0 0 0 0 0,0 0 0 0 0,0-1 0 0 0,-1 0 1 0 0,0-1-1 0 0,1 0 0 0 0,-2 0 0 0 0,1 0 0 0 0,-1-1 0 0 0,0 0 1 0 0,0 0-1 0 0,0-1-16 0 0,30-52 857 0 0,-24 4 484 0 0,-20-4-567 0 0,-1 46-576 0 0,7 9-91 0 0,1 1 0 0 0,-1 0 0 0 0,0 0 0 0 0,-1-1 0 0 0,1 1 0 0 0,0 1 0 0 0,-1-1 0 0 0,0 0 0 0 0,1 1 0 0 0,-1-1 0 0 0,0 1 0 0 0,-1 0 0 0 0,1 0 0 0 0,-3-1-107 0 0,-1 0 6 0 0,0 0 0 0 0,0 1 1 0 0,0 0-1 0 0,-1 0 0 0 0,1 0 1 0 0,-1 1-1 0 0,1 1 1 0 0,-1-1-1 0 0,1 1 0 0 0,-1 1 1 0 0,0-1-1 0 0,1 1 0 0 0,-2 1-6 0 0,-40 13-1193 0 0,41-9 570 0 0,-15 11-5468 0 0,18-12 375 0 0</inkml:trace>
</inkml:ink>
</file>

<file path=ppt/ink/ink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46.6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22 10136 0 0,'0'0'230'0'0,"0"0"30"0"0,-1 1 19 0 0,-48 36 817 0 0,7 7 2125 0 0,9 23-1349 0 0,29-4-2047 0 0,4-57 125 0 0,1-1-1 0 0,0 1 0 0 0,0-1 1 0 0,0 0-1 0 0,0 1 0 0 0,1-1 1 0 0,0 0-1 0 0,0 0 1 0 0,1 0-1 0 0,-1 0 0 0 0,1-1 1 0 0,0 1-1 0 0,0-1 0 0 0,1 0 1 0 0,-1 1-1 0 0,1-1 0 0 0,0-1 1 0 0,0 1-1 0 0,0-1 0 0 0,1 1 1 0 0,-1-1-1 0 0,1 0 0 0 0,0-1 1 0 0,0 1-1 0 0,0-1 0 0 0,0 0 1 0 0,2 0 50 0 0,2-2-28 0 0,1 0 1 0 0,-1 0 0 0 0,1-1 0 0 0,-1-1 0 0 0,0 0 0 0 0,1 0 0 0 0,-1 0 0 0 0,0-1 0 0 0,0-1-1 0 0,-1 0 1 0 0,1 0 0 0 0,-1 0 0 0 0,0-1 0 0 0,0 0 0 0 0,0-1 0 0 0,-1 0 0 0 0,0 0 0 0 0,5-6 27 0 0,-5 6 244 0 0,-1-1 1 0 0,1 0 0 0 0,-2 0-1 0 0,1-1 1 0 0,-1 0 0 0 0,0 0 0 0 0,-1 0-1 0 0,0 0 1 0 0,0-1 0 0 0,-1 1 0 0 0,0-1-1 0 0,0 0 1 0 0,-1 0 0 0 0,0 0-1 0 0,-1-1 1 0 0,0 1 0 0 0,-1 0 0 0 0,1 0-1 0 0,-2-1 1 0 0,0-7-245 0 0,0 12 79 0 0,-1 0 0 0 0,0 0 0 0 0,1 1 0 0 0,-1-1 1 0 0,-1 1-1 0 0,1-1 0 0 0,-1 1 0 0 0,1 0 0 0 0,-1 0 0 0 0,-1 0 0 0 0,1 0 0 0 0,0 0 0 0 0,-1 1 0 0 0,0 0 0 0 0,0 0 1 0 0,0 0-1 0 0,0 0 0 0 0,0 0 0 0 0,-1 1 0 0 0,1 0 0 0 0,-1 0 0 0 0,1 0 0 0 0,-1 0 0 0 0,0 1 0 0 0,-1-1-79 0 0,0 0-20 0 0,-1 0 1 0 0,1 1-1 0 0,-1-1 0 0 0,1 1 0 0 0,-1 1 0 0 0,1-1 0 0 0,-1 1 0 0 0,0 0 0 0 0,1 1 0 0 0,-1-1 0 0 0,1 1 1 0 0,-1 0-1 0 0,-1 1 20 0 0,-50 27-3018 0 0,46-18-1635 0 0,2-3-1385 0 0</inkml:trace>
</inkml:ink>
</file>

<file path=ppt/ink/ink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47.2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115 1 11168 0 0,'0'0'256'0'0,"0"0"34"0"0,0 0 20 0 0,0 0-40 0 0,-1 0-175 0 0,-5 4 303 0 0,0 1 1 0 0,0 0-1 0 0,1-1 0 0 0,0 2 1 0 0,0-1-1 0 0,0 1 0 0 0,1-1 1 0 0,0 1-1 0 0,0 0 0 0 0,0 1 0 0 0,1-1 1 0 0,0 1-1 0 0,0-1 0 0 0,1 1 1 0 0,-1 0-1 0 0,1 0 0 0 0,1 0 1 0 0,0 0-1 0 0,0 1 0 0 0,0 2-398 0 0,-21 113 1380 0 0,9-7-988 0 0,8-16-376 0 0,9-25-109 0 0,-3-49-422 0 0,9-19-2127 0 0,-2-9 864 0 0,1-1-4465 0 0</inkml:trace>
</inkml:ink>
</file>

<file path=ppt/ink/ink39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2-11T23:09:47.859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18303 3352 1337 0,'0'-10'56'0,"0"5"-44"16,0-1 41-16,0-2 9 0,0 0 2 16,-3 0 0-1,0 3 35-15,0 0 7 0,-3 2 2 0,0-2 0 16,0 2-71-16,-3-2-13 0,0 2-4 0,-3 1 0 15,3 2 36-15,-3 0 6 0,0 2 2 0,-3 1 0 0,4 2-52 0,-4-5-12 0,0 8 0 0,-3-5 0 16,3 2 0-16,0 0 0 0,-3 1 0 0,3 4 0 16,3-2 0-16,1-2 0 0,2 2 0 0,0 2 0 15,3-2 0-15,3 3 0 0,0-1 0 0,3 3 0 16,3-5 0-16,0 6 0 0,3-4 0 0,3 3 0 16,0-2 0-16,-1 2 0 0,4-2 0 0,0-1 0 15,0 4 0-15,0-6 0 0,3 2 0 0,-3 1 0 16,0-3 0-16,0 0 0 0,0 2 0 0,-3 1 0 15,2-3 0-15,-2 0 0 0,-3 0 0 0,3 0 0 16,-3-1 0-16,-3-1 0 0,3-1 0 16,-6 3 0-16,3-3 0 0,-6 1 0 0,3 2 0 0,-6-1 0 15,3-1 0-15,-3 2 0 0,-3 0 0 0,0-3 0 16,0 3 0-16,-2-3 0 0,2 3 0 0,-6 0 0 16,0-5 22-16,-3 2 2 0,3 3 0 0,-6-8 0 15,3 5-16-15,-2-2-8 0,-1 0 10 0,0 2-10 16,3 0 8-16,-3-5-8 0,0 3 0 0,1 2 9 15,2-5-33-15,3 3-6 0,0-3-2 0,3 2 0 16,0-2-128-16,6 0-25 0,0-2-6 0</inkml:trace>
  <inkml:trace contextRef="#ctx0" brushRef="#br0" timeOffset="400.063">18505 3458 1792 0,'0'0'51'0,"0"0"10"0,-3-2-49 0,-3-1-12 0,0 0 0 0,0 1 0 16,0 2 54-16,0 2 8 0,0 1 2 0,0 0 0 15,0 5-4-15,0 0-1 0,1-3 0 0,-1 5 0 16,0 4-39-16,0-4-8 0,0 1-2 0,-3 5 0 16,6-6-10-16,0 4 0 15,0 1-10-15,3-1 10 0,0-1 0 0,3-3 0 0,3 4 0 0,0-1 0 16,0-3 0-16,3 1 0 0,0 0 0 0,2 2 0 15,1-8 0-15,0 3 0 0,3 0 0 0,0 0 0 16,0-5 0-16,0-3 0 0,0 0 0 0,3 0 0 16,-4-3 0-16,4-2 0 0,0-3 0 15,0 2 0-15,0-1 43 0,-3-1 14 0,3 0 3 0,-7 0 1 16,4 0 5-16,-6 0 1 0,3 0 0 0,-6 0 0 16,0-3-3-16,0 1 0 0,-3 2 0 0,-3-8 0 15,0 5-51-15,-3-4-13 0,0 1 0 0,-3-2 0 16,0-2 14-16,-3 5 0 0,3-9 0 0,-6 7 0 15,3-4-14-15,-2 3 0 0,-4 0 0 0,3 3 0 16,-3 3-13-16,0-1-9 0,3 3-2 0,-3 5 0 16,3-2-39-16,0 2-8 0,3 3-1 0,1-5-1 15,8 5-102-15,0 0-20 0,0 0-4 0</inkml:trace>
  <inkml:trace contextRef="#ctx0" brushRef="#br0" timeOffset="671.916">19079 3390 2062 0,'0'0'43'0,"0"0"10"0,0 0-42 15,-5 7-11-15,2-4 0 0,0 5 0 0,0 0 54 0,0 3 9 0,0-3 1 0,0 5 1 16,0-3-1-16,3 6 0 0,-3-3 0 0,3 3 0 16,0 0 0-16,0 3 0 0,0-3 0 0,0-1 0 15,0 4-51-15,0-3-13 0,3 0 0 0,-3 5 0 16,0-8 0-16,0 11 0 0,3-8 0 0,-6 8 0 15,3-3 0-15,0 3 0 0,0 2 0 0,0-2 0 16,0 0 0-16,0-3 0 0,0 0 0 0,-3 3 0 16,3-6 0-16,0 1 0 0,-3-1 0 0,3-4 0 15,0 2 0-15,0-9 0 0,0 4 0 0,0-3 0 16,0 3-143-16,0-9-31 16,0 4-6-16</inkml:trace>
  <inkml:trace contextRef="#ctx0" brushRef="#br0" timeOffset="970.92">19199 3400 1713 0,'3'-40'36'0,"-3"25"8"0,3 1-36 16,-1 1-8-16,1 0 0 0,0 2 0 0,0 3 128 15,3 0 23-15,-3 0 5 0,3 6 0 0,0-1-73 0,0-2-15 0,0 5-4 0,3-3 0 16,0 3 0-16,0 3 0 0,0-3 0 0,0 5 0 15,0-2-51-15,0 2-13 16,0 0 0-16,0 3 0 0,-1 3 0 0,-2-1 0 0,3 6 0 16,-3-2 0-16,0 1 0 15,-3 4 0-15,3 0 0 0,-6 2 0 0,3-3 54 0,-3 1 8 0,-3-1 2 16,0 1 0-16,-3-1-52 0,0-2-12 0,-6 3 0 16,0-6 0-16,-2 3 0 0,-7-8 0 0,3 2 0 15,-6-2 0-15,0 3 0 0,0-3 0 0,-2-6 0 0,-1 6 0 31,3-5-48-31,-3 2-13 0,3 1-3 0</inkml:trace>
  <inkml:trace contextRef="#ctx0" brushRef="#br0" timeOffset="1760.686">18309 10851 1774 0,'-3'8'75'0,"0"3"-60"16,3-1-2-16,0 1 0 0,0 2 0 0,0 3 0 16,0 0 41-16,3 2 8 0,-3-2 2 0,0 5 0 15,3 3 0-15,-3 3 0 0,3 2 0 0,-3 5 0 16,3-2-28-16,-1 0-6 0,-2 2-1 0,3 1 0 16,-3-1 5-1,3-5 1-15,0 0 0 0,-3 3 0 0,3-3-35 0,-3 3 0 16,3 0 0-16,-3-1 0 0,0 1 0 0,0-3-20 15,0-2 2-15,0-1 1 0,-3 1 7 0,3-6 2 0,-3 0 0 16,0-3 0 0,0-2-33-16,0 0-7 0,-2-3 0 0</inkml:trace>
  <inkml:trace contextRef="#ctx0" brushRef="#br0" timeOffset="2080.409">18335 10920 2066 0,'-3'-32'43'0,"3"22"10"15,0-1-42-15,3-2-11 0,0 0 0 0,0 2 0 16,3-2 40-16,3 2 5 0,0 1 2 0,0 2 0 16,3 0 4-16,0 0 1 0,0 3 0 0,3-1 0 15,0 4-19-15,-1 2-3 0,1 0-1 0,0 2 0 16,0-2 7-16,-3 6 2 0,3-4 0 0,-3 6 0 15,0 0-10-15,0 0-1 0,2 3-1 0,-2-1 0 16,-3 3-26-16,0 1 0 0,0-1 0 0,-3 0 0 16,0 3 0-16,-3 0 0 0,-3 2 0 0,-3-2 0 0,0 0 0 15,-3 3 0-15,-3-3 0 0,-3-1 0 0,-3 4 0 0,-2-1 0 0,-1-2 0 16,-3 6 0-16,-3-7 0 0,0 1 0 16,-6 3 0-16,1-3 0 15,2-3-48-15,3 0-12 0,-3 0-3 0,3-2 0 16,4-3-52-16,2 0-10 0,3-6-3 0</inkml:trace>
  <inkml:trace contextRef="#ctx0" brushRef="#br0" timeOffset="2501.452">19234 10782 2191 0,'0'0'45'0,"-3"6"12"16,-3-4-45-16,3 4-12 0,3-6 0 0,-6 5 0 15,0 0 27-15,1 1 3 0,-4-1 1 0,3 3 0 16,-3 0 1-16,-3 2 0 0,0-2 0 0,0 3 0 16,0 2-20-16,0 0-4 0,-3 3-8 0,0 0 12 15,3 3-40-15,4-4-9 0,-4 7-2 0,3-1 0 16,-3 0 39-16,6 0 0 0,-3 3 0 0,6 0 0 16,0 0 0-16,0-3 0 0,3 3 0 0,0-1 0 15,3-4 0-15,3-1 0 0,0 1 0 0,3-6 0 16,0 0-28-16,3-2 3 0,3 0 0 0,-1-4 0 15,7-4-11-15,-3 0-3 0,3-3 0 0,0-3 0 16,3 0 83-16,-1-4 16 0,-2-4 3 0,3-2 1 16,-3-3-40-16,0 0-8 0,0-3-2 0,-4-2 0 15,-2 0 29-15,0-3 5 0,0 0 2 0,-3 1 0 0,0-4 11 0,-3 6 3 16,0-3 0-16,-3 0 0 0,-3 1 0 16,0-1 0-16,-3-3 0 0,0 4 0 0,-6-4-52 15,0 3-12-15,-3-2 0 0,-3 5 0 0,0-1 0 0,0 4 0 0,-3-1 0 0,-3 1 0 16,-2 5 20-16,-4 2 0 0,-3 0 1 0,-3 4 0 31,0 1-44-31,-2 4-9 0,-1 4-1 0,-3 1-1 16,6 2-42-16,1 3-8 0,2 3-1 0</inkml:trace>
  <inkml:trace contextRef="#ctx0" brushRef="#br0" timeOffset="3047.024">20056 10748 1436 0,'-12'0'60'15,"-3"3"-48"1,0-3 96-16,3 2 18 0,-3 1 4 0,-2 0 1 0,2-1-31 0,0 4-7 0,-3-1-1 0,3 0 0 16,-3 3-35-16,3-3-7 0,0 3-2 0,0-2 0 15,4 2-16-15,-1-1-4 0,3 1-1 0,0 3 0 16,0-3-9-16,3 3-2 0,0-4 0 0,3 4 0 15,0 0-16-15,3-1 8 0,3 3-8 16,-3-2 0-16,6-3-12 0,0 3-8 16,0-4-3-16,3 4 0 0,3-3 70 15,0-3 13-15,2 3 4 0,1 0 0 16,0 0-103-16,3-3-20 0,-3 3-4 0,3 0-1 0,-3 0 52 0,0 0 12 0,0 3 0 16,-4-3 0-16,-2 2 28 0,0-2 9 0,0 3 2 0,-6-1 0 15,0 1-27-15,0 0-4 0,-6-1-8 0,0 1 11 16,-6-1 9-16,-3 4 1 0,0-4 1 0,-5 3 0 15,-1 1-22-15,-3-1 0 0,0-3 0 0,-3 4 0 16,0-4 46-16,1 1 14 0,2-1 4 0,-3 1 0 16,0 0-64-16,-3-1 0 0,1 1 0 0,2-1-13 15,-3-2 13-15,3 0 0 0,3 0 12 0,0-3-12 16,4-2-55-16,-1 2-17 0,6-2-4 0</inkml:trace>
</inkml:ink>
</file>

<file path=ppt/ink/ink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0:30.4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 7568 0 0,'0'0'166'0'0,"0"0"29"0"0,0-1 14 0 0,1-5-25 0 0,2-2-72 0 0,-3 7 271 0 0,1-1 2394 0 0,8 47-1534 0 0,-1 38-838 0 0,-4-16-391 0 0,1-15-14 0 0,-1 3 0 0 0,1-4 0 0 0,-1 39 0 0 0,-3-62 0 0 0,-1-4 0 0 0,0-9-62 0 0,0-14-263 0 0,0-1-142 0 0,0 0-755 0 0,0 0-2870 0 0</inkml:trace>
</inkml:ink>
</file>

<file path=ppt/ink/ink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0:31.4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169 7 8592 0 0,'0'0'250'0'0,"0"0"4"0"0,3-6-250 0 0,-2 6 7088 0 0,4 42-6381 0 0,-5 245-455 0 0,3-205-584 0 0,1-33 40 0 0,5 29-33 0 0,-9-77 241 0 0,-1 2 472 0 0,-3-15-308 0 0,-1 1-1 0 0,-1 1 0 0 0,0-1 1 0 0,-1 1-1 0 0,0 0 1 0 0,0 0-1 0 0,-1 0 1 0 0,0 1-1 0 0,-1 1 1 0 0,0 0-1 0 0,0 0 0 0 0,-6-4-83 0 0,-4 4-104 0 0,-3 4 104 0 0,-8 14 876 0 0,22 3 75 0 0,6-8-1062 0 0,-1 0 1 0 0,2 0-1 0 0,-1 1 0 0 0,0-1 0 0 0,1 0 1 0 0,0 1-1 0 0,0-1 0 0 0,1 1 0 0 0,0-1 1 0 0,0 1-1 0 0,0-1 0 0 0,0 1 0 0 0,1 0 1 0 0,0-1-1 0 0,1 5 111 0 0,23 37-166 0 0,11-18 166 0 0,-30-27 67 0 0,-1 1-1 0 0,0-1 0 0 0,0 0 1 0 0,1-1-1 0 0,-1 1 0 0 0,1-1 1 0 0,-1 0-1 0 0,1 0 0 0 0,0-1 1 0 0,0 1-1 0 0,-1-1 0 0 0,1-1 1 0 0,0 1-1 0 0,-1-1 0 0 0,1 0 1 0 0,2-1-67 0 0,69-10-167 0 0,16-25-3023 0 0,-81 30 1622 0 0</inkml:trace>
</inkml:ink>
</file>

<file path=ppt/ink/ink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0:36.2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320 0 6688 0 0,'0'0'197'0'0,"0"0"128"0"0,0 0 454 0 0,0 0 197 0 0,0 0 43 0 0,0 0-65 0 0,0 0-288 0 0,0 0-122 0 0,0 0-28 0 0,0 0-4 0 0,0 0 0 0 0,0 0 0 0 0,0 0 0 0 0,0 0 0 0 0,0 0 0 0 0,0 0 0 0 0,0 0-1 0 0,0 0-67 0 0,-1 2-289 0 0,-4 7 33 0 0,1 0 0 0 0,0 1-1 0 0,1 0 1 0 0,0 0 0 0 0,1 0 0 0 0,0 0-1 0 0,0 1 1 0 0,1-1 0 0 0,1 0 0 0 0,-1 1-1 0 0,2 0-187 0 0,-6 64 0 0 0,-2 42 0 0 0,-2-13-1412 0 0,4-32 711 0 0,5-70 833 0 0,0-2 245 0 0,0 0 110 0 0,-3-20 630 0 0,-1 13-1117 0 0,1 0 0 0 0,-1 0 0 0 0,0 1 0 0 0,0-1 0 0 0,-1 1 0 0 0,0 0 0 0 0,0 0 0 0 0,0 1 0 0 0,-1-1 0 0 0,0 1 0 0 0,0 1 0 0 0,0-1 0 0 0,0 1 0 0 0,-1 0 0 0 0,0 0 0 0 0,-4-1 0 0 0,5 2 158 0 0,0 0-1 0 0,-1 1 1 0 0,1 0 0 0 0,0 0-1 0 0,-1 0 1 0 0,1 1-1 0 0,-1 0 1 0 0,0 0-1 0 0,1 1 1 0 0,-1 0-1 0 0,0 0 1 0 0,1 0-1 0 0,-3 1-157 0 0,5 1 0 0 0,0-1 0 0 0,0 1 0 0 0,0 0 0 0 0,0 0 0 0 0,1 0 0 0 0,-1 1 0 0 0,0-1 0 0 0,1 1 0 0 0,0 0 0 0 0,0 0 0 0 0,0 0 0 0 0,0 0 0 0 0,-2 4 0 0 0,2-5 0 0 0,-20 56 0 0 0,24-51-181 0 0,0-1 0 0 0,0 0 0 0 0,0 0 0 0 0,1 0 0 0 0,0 0 0 0 0,0 0 0 0 0,0 0 0 0 0,1-1 0 0 0,0 1 0 0 0,0-1-1 0 0,3 4 182 0 0,-3-6 1 0 0,-1 0 1 0 0,1 0-1 0 0,0 0 0 0 0,0-1 0 0 0,1 1 0 0 0,-1-1 0 0 0,0 0 0 0 0,1 0 0 0 0,0 0 0 0 0,-1 0 0 0 0,1-1 1 0 0,0 0-1 0 0,0 0 0 0 0,-1 0 0 0 0,1 0 0 0 0,0 0 0 0 0,0-1 0 0 0,0 1 0 0 0,0-1 0 0 0,0 0 0 0 0,0 0 0 0 0,3-1-1 0 0,85-23 24 0 0,6-8-24 0 0,17-11-2000 0 0,-86 31-525 0 0,-27 9-2933 0 0</inkml:trace>
</inkml:ink>
</file>

<file path=ppt/ink/ink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0:50.3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0 4776 0 0,'0'0'135'0'0,"0"0"79"0"0,0 0 231 0 0,0 0 99 0 0,0 0 22 0 0,0 0-13 0 0,0 0-62 0 0,0 0-31 0 0,-6 5 957 0 0,-29 25 214 0 0,33-28-1304 0 0,-4-3 4633 0 0,6-1-4893 0 0,1-5 685 0 0,6 8-739 0 0,-2 5-13 0 0,-1-1 0 0 0,1 3 0 0 0,-1 0 0 0 0,2 18 0 0 0,-3-9 0 0 0,-2-9 0 0 0,2 0 0 0 0,-2 0 0 0 0,-1-5 48 0 0,0-3 196 0 0,0 0 64 0 0,0 0 4 0 0,0 0-14 0 0,0 0-64 0 0,0 0-30 0 0,0 0-4 0 0,0 0-46 0 0,0 0-197 0 0,4-4-362 0 0,-4-3 379 0 0,0-1 26 0 0,0 0 0 0 0,0 1 12 0 0,0 6 47 0 0,-8 6 17 0 0,-23 25 301 0 0,-4 57-717 0 0,18-19 340 0 0,16 3 0 0 0,1-67-3 0 0,0 0 0 0 0,1 0 0 0 0,0 0 0 0 0,-1 0 0 0 0,1 0 0 0 0,1 0 0 0 0,-1-1-1 0 0,0 1 1 0 0,1 0 0 0 0,0-1 0 0 0,0 1 0 0 0,0-1 0 0 0,0 0 0 0 0,1 0-1 0 0,-1 0 1 0 0,1 0 0 0 0,0 0 0 0 0,0 0 0 0 0,0-1 0 0 0,0 1 0 0 0,0-1 0 0 0,1 0-1 0 0,0 1 4 0 0,-2-2 0 0 0,1 0 0 0 0,0 0 0 0 0,0 0 0 0 0,0 0 0 0 0,0-1 0 0 0,0 1 0 0 0,0-1 0 0 0,0 0 0 0 0,0 1 0 0 0,0-2 0 0 0,0 1 0 0 0,0 0 0 0 0,0 0 0 0 0,0-1 0 0 0,0 0 0 0 0,0 1 0 0 0,15-4 54 0 0,0 0 0 0 0,1-1 0 0 0,-1-1 0 0 0,-1-1 0 0 0,1 0 0 0 0,-1-1 0 0 0,-1-1 0 0 0,1-1-54 0 0,-14 7 4 0 0,0 1-1 0 0,-1 0 0 0 0,0-1 0 0 0,1 0 0 0 0,-1 0 0 0 0,0 1 0 0 0,0-1 0 0 0,-1 0 1 0 0,1-1-1 0 0,-1 1 0 0 0,1 0 0 0 0,-1 0 0 0 0,0-1 0 0 0,0 1 0 0 0,-1 0 0 0 0,1-1 1 0 0,-1 1-1 0 0,1-1 0 0 0,-1 1 0 0 0,0-1 0 0 0,-1 1 0 0 0,1-1 0 0 0,-1-2-3 0 0,-9-59 1960 0 0,-17-12-1944 0 0,-29-22-16 0 0,53 96-7 0 0,0 0-1 0 0,0 1 0 0 0,0-1 0 0 0,0 0 0 0 0,0 1 0 0 0,-1 0 1 0 0,1-1-1 0 0,-1 2 0 0 0,0-1 0 0 0,1 0 0 0 0,-1 1 1 0 0,0-1-1 0 0,0 1 0 0 0,0 0 0 0 0,0 0 0 0 0,0 1 0 0 0,0-1 1 0 0,0 1-1 0 0,0 0 0 0 0,0 0 0 0 0,0 0 0 0 0,0 1 0 0 0,0-1 1 0 0,0 1-1 0 0,0 0 0 0 0,0 0 0 0 0,0 1 0 0 0,0-1 1 0 0,0 1-1 0 0,1 0 0 0 0,-1 0 0 0 0,1 0 0 0 0,-1 0 0 0 0,1 0 1 0 0,0 1-1 0 0,0 0 0 0 0,-1 0 8 0 0,-52 76-2298 0 0,42-39-3385 0 0,9-21-6 0 0</inkml:trace>
</inkml:ink>
</file>

<file path=ppt/ink/ink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0:51.3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274 17 6272 0 0,'0'0'141'0'0,"0"0"23"0"0,1-1 11 0 0,2-6-29 0 0,-3 0-34 0 0,0 6 312 0 0,0 1 128 0 0,0 0 22 0 0,0 0-4 0 0,0 0-22 0 0,0 0-10 0 0,0 0-2 0 0,0 0-26 0 0,0 0-104 0 0,0 0-44 0 0,0 0-8 0 0,0 0-13 0 0,1 1-44 0 0,3 73 1033 0 0,0 56-810 0 0,0-16-344 0 0,-3 87-48 0 0,-1-178-118 0 0,0-22 45 0 0,0-1 26 0 0,-4-16 301 0 0,-2 2-205 0 0,0 0 0 0 0,-1 1 1 0 0,0 0-1 0 0,-1 0 1 0 0,-1 0-1 0 0,0 1 0 0 0,-1 1 1 0 0,-5-6-178 0 0,11 12 24 0 0,0 1-15 0 0,1-1 0 0 0,-1 1 0 0 0,0 0 0 0 0,0 0 0 0 0,-1 1 0 0 0,1-1 0 0 0,-1 1-1 0 0,0 0 1 0 0,0 0 0 0 0,0 0 0 0 0,0 1 0 0 0,0 0 0 0 0,0 0 0 0 0,-1 0 0 0 0,1 1-1 0 0,-1-1 1 0 0,1 1 0 0 0,-1 1 0 0 0,0-1 0 0 0,1 1 0 0 0,-1 0 0 0 0,0 0-1 0 0,-4 1-8 0 0,6 1 0 0 0,-1 1 0 0 0,1-1 0 0 0,0 1 0 0 0,1 0 0 0 0,-1 0 0 0 0,0 0 0 0 0,1 0 0 0 0,0 1 0 0 0,-1-1 0 0 0,1 1 0 0 0,1 0 0 0 0,-1 0 0 0 0,1 0 0 0 0,-1 0 0 0 0,1 2 0 0 0,-2 0-1 0 0,0 1-1 0 0,1 0 0 0 0,0 0 0 0 0,0 0 1 0 0,1 0-1 0 0,0 1 0 0 0,0-1 0 0 0,1 1 0 0 0,-1 7 2 0 0,-2 28-152 0 0,17 8 152 0 0,-1-40 0 0 0,-8-9 8 0 0,0-1-1 0 0,-1 0 0 0 0,1 0 0 0 0,0 0 1 0 0,0-1-1 0 0,-1 1 0 0 0,1-1 0 0 0,0 0 0 0 0,0 0 1 0 0,0 0-1 0 0,0-1 0 0 0,-1 1 0 0 0,1-1 1 0 0,0 0-1 0 0,-1 0 0 0 0,1 0 0 0 0,0-1 1 0 0,-1 1-1 0 0,1-1 0 0 0,-1 0 0 0 0,0 0 0 0 0,1 0-7 0 0,8-3 9 0 0,112-51-371 0 0,-60 37-797 0 0,-16 9-1529 0 0,-31 4-2142 0 0</inkml:trace>
</inkml:ink>
</file>

<file path=ppt/ink/ink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0:53.2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343 210 6128 0 0,'0'-2'133'0'0,"4"-118"1344"0"0,-4 55 1481 0 0,-4 44-648 0 0,4 20-1892 0 0,0 1-2 0 0,0 0-22 0 0,0 0-90 0 0,0 0-44 0 0,0 0-10 0 0,0 0-14 0 0,0 0-51 0 0,0 0-22 0 0,0 0-3 0 0,0 0-16 0 0,0 2-75 0 0,-5 127 216 0 0,5 134-231 0 0,-5-164-54 0 0,-13 0 0 0 0,9-65 0 0 0,-7-6-722 0 0,15-27 982 0 0,1-1 27 0 0,0 0-26 0 0,-14-5-65 0 0,-12-19-57 0 0,-10-55 63 0 0,31 68-185 0 0,0 0-1 0 0,-1 1 1 0 0,0 0-1 0 0,0 0 1 0 0,-1 0-1 0 0,0 1 1 0 0,-1 0-1 0 0,0 0 1 0 0,-1 1-1 0 0,0 0 1 0 0,-7-4-17 0 0,14 10 0 0 0,-1 0 0 0 0,0 1 1 0 0,0 0-1 0 0,0 0 0 0 0,1 0 0 0 0,-1 0 1 0 0,0 0-1 0 0,0 1 0 0 0,-1-1 0 0 0,1 1 1 0 0,0 0-1 0 0,0 0 0 0 0,0 0 0 0 0,0 0 1 0 0,0 0-1 0 0,0 1 0 0 0,0-1 0 0 0,0 1 1 0 0,0 0-1 0 0,0 0 0 0 0,0 0 0 0 0,0 0 1 0 0,1 1-1 0 0,-1-1 0 0 0,0 1 0 0 0,1-1 1 0 0,-1 1-1 0 0,1 0 0 0 0,-1 0 0 0 0,1 0 1 0 0,0 1-1 0 0,0-1 0 0 0,0 0 0 0 0,0 1 1 0 0,1-1-1 0 0,-1 1 0 0 0,1 0 0 0 0,-1-1 1 0 0,1 1-1 0 0,0 0 0 0 0,0 0 0 0 0,0 2 0 0 0,-2-2 8 0 0,1 1 0 0 0,1 0 0 0 0,-1 0-1 0 0,0 1 1 0 0,1-1 0 0 0,0 0 0 0 0,0 0-1 0 0,0 1 1 0 0,1-1 0 0 0,-1 1 0 0 0,1-1-1 0 0,0 0 1 0 0,1 1 0 0 0,-1-1 0 0 0,1 1-1 0 0,-1-1 1 0 0,1 0 0 0 0,1 1 0 0 0,-1-1-1 0 0,1 0 1 0 0,-1 0 0 0 0,1 0 0 0 0,0 0-1 0 0,0 0 1 0 0,1-1 0 0 0,2 4-8 0 0,3-2-99 0 0,0-1 0 0 0,1 0 1 0 0,0-1-1 0 0,0 0 0 0 0,0 0 1 0 0,0-1-1 0 0,0 0 1 0 0,0-1-1 0 0,0 0 0 0 0,1 0 1 0 0,-1-1-1 0 0,1 0 0 0 0,-1-1 1 0 0,0 0-1 0 0,1 0 0 0 0,-1-1 1 0 0,0 0-1 0 0,0-1 0 0 0,5-1 99 0 0,71-12-546 0 0,2 5-1986 0 0,-73 10 1304 0 0,-1-3-2864 0 0</inkml:trace>
</inkml:ink>
</file>

<file path=ppt/ink/ink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0:55.9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209 15 6448 0 0,'0'0'141'0'0,"0"0"23"0"0,0 0 13 0 0,5-5 1169 0 0,-5 5-1211 0 0,0 0 1 0 0,0-1-1 0 0,0 1 1 0 0,0 0-1 0 0,0-1 1 0 0,0 1 0 0 0,0 0-1 0 0,0-1 1 0 0,0 1-1 0 0,0 0 1 0 0,0-1-1 0 0,0 1 1 0 0,1 0-1 0 0,-1-1 1 0 0,0 1-1 0 0,0 0 1 0 0,0 0 0 0 0,0-1-1 0 0,0 1 1 0 0,1 0-1 0 0,-1-1 1 0 0,0 1-1 0 0,0 0 1 0 0,1 0-1 0 0,-1-1 1 0 0,0 1 0 0 0,0 0-1 0 0,1 0 1 0 0,-1 0-1 0 0,0-1 1 0 0,0 1-1 0 0,1 0 1 0 0,-1 0-1 0 0,0 0 1 0 0,1 0-1 0 0,-1 0 1 0 0,0 0 0 0 0,1 0-1 0 0,-1 0 1 0 0,0 0-1 0 0,1 0 1 0 0,-1 0-1 0 0,0 0 1 0 0,1 0-1 0 0,-1 0 1 0 0,0 0-1 0 0,1 0 1 0 0,-1 0 0 0 0,0 0-1 0 0,1 0 1 0 0,-1 0-1 0 0,0 0 1 0 0,1 1-1 0 0,-1-1 1 0 0,0 0-1 0 0,0 0 1 0 0,1 0-1 0 0,-1 0 1 0 0,0 1 0 0 0,0-1-1 0 0,1 0 1 0 0,-1 0-1 0 0,0 1 1 0 0,0-1-136 0 0,6 12 565 0 0,-4-8-1240 0 0,1 6 768 0 0,-1-1 1 0 0,0 1 0 0 0,0 0-1 0 0,-1 0 1 0 0,0 0 0 0 0,-1 0-1 0 0,0 0 1 0 0,-1 9-94 0 0,0 9 35 0 0,1 274-143 0 0,0-301 189 0 0,-9-13-8 0 0,-9-19-73 0 0,-30-37 107 0 0,45 65-108 0 0,-2-3-28 0 0,0 0 0 0 0,-1 0 0 0 0,0 0 1 0 0,0 1-1 0 0,0 0 0 0 0,-1 0 0 0 0,0 0 1 0 0,0 1-1 0 0,0 0 0 0 0,0 0 0 0 0,-1 1 0 0 0,-6-2 29 0 0,12 4 13 0 0,0 0 0 0 0,0 1 0 0 0,0-1 0 0 0,0 1 0 0 0,-1 0-1 0 0,1 0 1 0 0,0 0 0 0 0,0 0 0 0 0,0 0 0 0 0,-1 0-1 0 0,1 1 1 0 0,0-1 0 0 0,0 1 0 0 0,0-1 0 0 0,0 1-1 0 0,0 0 1 0 0,-1 0 0 0 0,1 0 0 0 0,1 0 0 0 0,-1 0 0 0 0,0 0-1 0 0,0 0 1 0 0,0 1 0 0 0,1-1 0 0 0,-1 1 0 0 0,1-1-1 0 0,-2 3-12 0 0,0-2-2 0 0,1 1-10 0 0,0 0 0 0 0,0 1 0 0 0,0-1 0 0 0,1 0 0 0 0,0 1 0 0 0,-1-1 0 0 0,1 1 0 0 0,0-1 0 0 0,1 1 0 0 0,-1 0 0 0 0,1-1 0 0 0,-1 1 0 0 0,1 0 0 0 0,0-1 0 0 0,0 1 0 0 0,1 0 0 0 0,0 1 12 0 0,-1 6-68 0 0,0-3 61 0 0,1-1 0 0 0,0 0 0 0 0,1 0 0 0 0,0 0 0 0 0,0-1-1 0 0,0 1 1 0 0,1 0 0 0 0,0-1 0 0 0,0 0 0 0 0,1 1 0 0 0,0 0 7 0 0,0 0-2 0 0,22 25 2 0 0,-21-30 0 0 0,0 0 0 0 0,0 0 0 0 0,1-1 0 0 0,-1 0 0 0 0,0 0 0 0 0,0 0 0 0 0,1-1 0 0 0,-1 0 0 0 0,0 0 0 0 0,1 0 0 0 0,-1 0 0 0 0,0-1 0 0 0,1 0 0 0 0,-1 0 0 0 0,0 0 0 0 0,0-1 0 0 0,0 0 0 0 0,0 0 0 0 0,0 0 0 0 0,0-1 0 0 0,-1 1 0 0 0,1-1 0 0 0,2-2 0 0 0,2 1 0 0 0,78-43-536 0 0,24-7-1003 0 0,-98 49 1137 0 0,-1 0 0 0 0,0 0 0 0 0,-1-2 1 0 0,0 1-1 0 0,0-1 0 0 0,0-1 1 0 0,0 0 401 0 0,17-17-1024 0 0</inkml:trace>
</inkml:ink>
</file>

<file path=ppt/ink/ink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0:56.5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229 51 10336 0 0,'1'-1'233'0'0,"2"-4"-90"0"0,1 0-1 0 0,0 1 1 0 0,0-1 0 0 0,0 1-1 0 0,0 0 1 0 0,1 1 0 0 0,0-1-1 0 0,0 1 1 0 0,0 0 0 0 0,0 0-1 0 0,0 0 1 0 0,2 0-143 0 0,-5 2 455 0 0,0 2-263 0 0,0 1 0 0 0,0-1 0 0 0,0 1 0 0 0,0-1 0 0 0,-1 1 1 0 0,1-1-1 0 0,0 1 0 0 0,-1 0 0 0 0,1 0 0 0 0,-1 0 0 0 0,1 0 0 0 0,-1 0 1 0 0,0 0-1 0 0,0 1 0 0 0,0-1 0 0 0,0 0 0 0 0,0 2-192 0 0,8 84 992 0 0,17 133-939 0 0,3-72-868 0 0,-20-70 439 0 0,-8-42 386 0 0,-1-36 44 0 0,0-1 10 0 0,0 0 6 0 0,-1 0 30 0 0,-4 0-31 0 0,1-1-1 0 0,0 0 1 0 0,0 0-1 0 0,0 0 1 0 0,0 0-1 0 0,0-1 1 0 0,0 1-1 0 0,1-1 1 0 0,-1 0-1 0 0,0-1 1 0 0,1 1-1 0 0,0 0 1 0 0,-2-2-69 0 0,-18-11 257 0 0,-100-60-80 0 0,116 72-142 0 0,0 1 0 0 0,0-1-1 0 0,-1 1 1 0 0,1 0 0 0 0,0 1-1 0 0,-1 0 1 0 0,0 0 0 0 0,1 0-1 0 0,-1 1 1 0 0,1 0 0 0 0,-1 1-1 0 0,1-1 1 0 0,-1 2 0 0 0,1-1-1 0 0,-1 1 1 0 0,1 0 0 0 0,0 0-1 0 0,-7 4-34 0 0,-13 18-141 0 0,25-21 139 0 0,0 0 0 0 0,0 0-1 0 0,0 1 1 0 0,1-1 0 0 0,-1 1 0 0 0,1 0-1 0 0,0-1 1 0 0,0 1 0 0 0,0 0 0 0 0,1 0-1 0 0,-1-1 1 0 0,1 1 0 0 0,0 0 0 0 0,0 0-1 0 0,0 0 1 0 0,1 0 0 0 0,-1-1 0 0 0,1 1-1 0 0,0 1 3 0 0,39 46 24 0 0,-36-47-40 0 0,0-1 0 0 0,1 1-1 0 0,-1-1 1 0 0,1-1 0 0 0,0 1 0 0 0,-1-1-1 0 0,1 1 1 0 0,0-1 0 0 0,1-1-1 0 0,-1 1 1 0 0,0-1 0 0 0,0 0-1 0 0,1 0 1 0 0,-1 0 0 0 0,1-1-1 0 0,-1 0 1 0 0,1 0 0 0 0,-1 0-1 0 0,0-1 1 0 0,1 0 0 0 0,-1 0-1 0 0,0 0 1 0 0,1-1 0 0 0,-1 1-1 0 0,0-1 17 0 0,120-69-256 0 0,-1-17-3785 0 0,-93 70 2635 0 0</inkml:trace>
</inkml:ink>
</file>

<file path=ppt/ink/ink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1:13.3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11000 0 0,'0'0'248'0'0,"0"0"34"0"0,0 0 21 0 0,0 0-34 0 0,0 0-75 0 0,0 0 328 0 0,0 0 166 0 0,0 0 31 0 0,0 0-42 0 0,0 0-205 0 0,0 0-89 0 0,0 0-20 0 0,0 0-29 0 0,0 0-106 0 0,0 0-48 0 0,0 2-11 0 0,4 49 143 0 0,0 3-312 0 0,1-2 0 0 0,6 53 64 0 0,-5 72-272 0 0,-15-43-96 0 0,4-70-799 0 0,5-30-352 0 0,0-32-2044 0 0,0-2-1163 0 0</inkml:trace>
</inkml:ink>
</file>

<file path=ppt/ink/ink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1:14.3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 8376 0 0,'0'0'190'0'0,"0"0"28"0"0,0 0 8 0 0,2 0-28 0 0,4 0-78 0 0,-5 0 289 0 0,5-5 2230 0 0,5 5-1627 0 0,-10 0-564 0 0,-1 0-28 0 0,5 6 637 0 0,3 6-497 0 0,-8-10-453 0 0,1-1-31 0 0,11 65 843 0 0,-6 79-207 0 0,-7-93-664 0 0,5 114 16 0 0,1-64 0 0 0,0-70-64 0 0,3-1-16 0 0,-8-30-24 0 0,0 0-1 0 0,0 0 1 0 0,0-1-1 0 0,1 1 1 0 0,-1 0-1 0 0,0 0 0 0 0,0-1 1 0 0,1 1-1 0 0,-1 0 1 0 0,0-1-1 0 0,1 1 0 0 0,-1 0 1 0 0,1-1-1 0 0,-1 1 1 0 0,1 0-1 0 0,-1-1 0 0 0,1 1 1 0 0,0-1-1 0 0,-1 1 1 0 0,1-1-1 0 0,0 0 1 0 0,-1 1-1 0 0,1-1 0 0 0,0 1 1 0 0,-1-1-1 0 0,1 0 1 0 0,0 0-1 0 0,0 1 0 0 0,-1-1 1 0 0,1 0-1 0 0,0 0 1 0 0,0 0-1 0 0,0 0 0 0 0,-1 0 1 0 0,1 0-1 0 0,0 0 1 0 0,0 0-1 0 0,-1 0 1 0 0,1 0-1 0 0,0-1 0 0 0,0 1 1 0 0,-1 0-1 0 0,1 0 41 0 0,35-19-3488 0 0,-31 14-1150 0 0</inkml:trace>
</inkml:ink>
</file>

<file path=ppt/ink/ink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21.5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28 9360 0 0,'0'0'208'0'0,"0"0"33"0"0,0 0 15 0 0,0-1-37 0 0,-3-5-69 0 0,-20-10 5664 0 0,-4 19-4687 0 0,26-3-1126 0 0,-2 1 135 0 0,-1 0 1 0 0,1 1-1 0 0,0-1 1 0 0,-1 1-1 0 0,1 0 1 0 0,0 0-1 0 0,0 0 1 0 0,0 0-1 0 0,0 0 1 0 0,0 1-1 0 0,1-1 1 0 0,-1 1-1 0 0,1 0 1 0 0,-1 0-1 0 0,-1 2-136 0 0,-22 50 0 0 0,22-42 0 0 0,1 0 0 0 0,1 0 0 0 0,0-1 0 0 0,1 1 0 0 0,0 1 0 0 0,1-1 0 0 0,1 0 0 0 0,0 0 0 0 0,0 0 0 0 0,1 0 0 0 0,2 5 0 0 0,-2-14 0 0 0,0-1 0 0 0,0 1 0 0 0,0 0 0 0 0,0-1 0 0 0,0 0 0 0 0,1 1 0 0 0,0-1 0 0 0,-1 0 0 0 0,1 0 0 0 0,0-1 0 0 0,1 1 0 0 0,-1-1 0 0 0,0 1 0 0 0,1-1 0 0 0,-1 0 0 0 0,1 0 0 0 0,0-1 0 0 0,-1 1 0 0 0,4 0 0 0 0,-1 1 0 0 0,0-1 0 0 0,0 0 0 0 0,0-1 0 0 0,0 0 0 0 0,1 1 0 0 0,-1-2 0 0 0,0 1 0 0 0,1-1 0 0 0,-1 0 0 0 0,4-1 0 0 0,49-26 0 0 0,-47 20 0 0 0,41-57 0 0 0,-51 59 68 0 0,0-1-1 0 0,0 1 0 0 0,0-1 0 0 0,0 1 0 0 0,-1-1 0 0 0,0 0 0 0 0,0 1 0 0 0,0-1 0 0 0,-1 0 0 0 0,0 0 1 0 0,0 0-1 0 0,-1 1 0 0 0,1-1 0 0 0,-1 0 0 0 0,0 0 0 0 0,-1 1 0 0 0,0-1 0 0 0,0-2-67 0 0,-3-15 232 0 0,-13-16 159 0 0,15 34-372 0 0,0-1 0 0 0,-1 1 0 0 0,1 0 0 0 0,-1 1 0 0 0,0-1 0 0 0,0 0 0 0 0,0 1 0 0 0,-1 0 0 0 0,0 0 0 0 0,1 1 0 0 0,-3-2-19 0 0,-2 4 0 0 0,4 2-35 0 0,0 0-1 0 0,-1 1 1 0 0,1 0-1 0 0,0 0 0 0 0,0 0 1 0 0,0 0-1 0 0,0 1 1 0 0,0 0-1 0 0,0 0 0 0 0,1 0 1 0 0,-1 0-1 0 0,1 1 1 0 0,0 0-1 0 0,0 0 0 0 0,1 0 1 0 0,-1 0-1 0 0,1 0 1 0 0,0 1-1 0 0,-1 0 36 0 0,-11 13-193 0 0,-17 48-6587 0 0,23-50 4734 0 0</inkml:trace>
</inkml:ink>
</file>

<file path=ppt/ink/ink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22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44 9848 0 0,'0'0'222'0'0,"0"0"30"0"0,-1-6 251 0 0,-7-11-456 0 0,3 4 2682 0 0,-12 5 823 0 0,-1 9-3338 0 0,9 3-214 0 0,2 1 109 0 0,1 1-1 0 0,0-1 0 0 0,0 1 0 0 0,1 0 1 0 0,0 1-1 0 0,0-1 0 0 0,0 1 0 0 0,1 0 0 0 0,0 0 1 0 0,0 1-1 0 0,1-1 0 0 0,0 1 0 0 0,0-1 0 0 0,1 1 1 0 0,0 0-1 0 0,0 0 0 0 0,1 0 0 0 0,0 1 0 0 0,0 3-108 0 0,0 79 0 0 0,3-84 0 0 0,0 0 0 0 0,1 0 0 0 0,0-1 0 0 0,0 1 0 0 0,0 0 0 0 0,1-1 0 0 0,0 0 0 0 0,0 0 0 0 0,5 5 0 0 0,-6-9 0 0 0,-1 0 0 0 0,1-1 0 0 0,0 0 0 0 0,0 1 0 0 0,0-1 0 0 0,0 0 0 0 0,1-1 0 0 0,-1 1 0 0 0,0 0 0 0 0,0-1 0 0 0,0 0 0 0 0,1 0 0 0 0,-1 0 0 0 0,0 0 0 0 0,0 0 0 0 0,1 0 0 0 0,-1-1 0 0 0,0 0 0 0 0,0 0 0 0 0,0 0 0 0 0,0 0 0 0 0,0 0 0 0 0,0 0 0 0 0,0-1 0 0 0,0 1 0 0 0,0-1 0 0 0,-1 0 0 0 0,1 0 0 0 0,1-2 0 0 0,72-66-164 0 0,-74 66 211 0 0,1 0 1 0 0,-1-1-1 0 0,0 1 0 0 0,-1-1 0 0 0,1 1 0 0 0,-1-1 0 0 0,0 0 0 0 0,0 1 0 0 0,0-1 0 0 0,0 0 0 0 0,-1 0 0 0 0,0 0 0 0 0,0 1 0 0 0,0-1 0 0 0,-1 0 0 0 0,0 0 0 0 0,0 0 0 0 0,0-1-47 0 0,0 1 248 0 0,-1-4-124 0 0,-1 1 0 0 0,0-1 0 0 0,0 1 1 0 0,0 0-1 0 0,-1 0 0 0 0,-1 0 0 0 0,1 1 0 0 0,-1 0 0 0 0,-2-3-124 0 0,-42-30 0 0 0,40 33 0 0 0,0 6 0 0 0,6 2-95 0 0,-1-1-1 0 0,1 2 1 0 0,-1-1 0 0 0,0 0-1 0 0,1 1 1 0 0,0-1-1 0 0,-1 1 1 0 0,1 0-1 0 0,0 0 1 0 0,0 0-1 0 0,0 1 1 0 0,0-1-1 0 0,1 1 1 0 0,-1 0 0 0 0,1 0-1 0 0,-1-1 1 0 0,1 2-1 0 0,0-1 1 0 0,0 0-1 0 0,0 0 1 0 0,1 1-1 0 0,-2 2 96 0 0,-35 41-5557 0 0,22-30 3511 0 0</inkml:trace>
</inkml:ink>
</file>

<file path=ppt/ink/ink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22.9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0 9096 0 0,'0'0'200'0'0,"0"0"33"0"0,0 0 16 0 0,-2 0 97 0 0,-27 6 3527 0 0,-2 20-2102 0 0,-4 21-780 0 0,8 16-644 0 0,22-46-327 0 0,1 0-1 0 0,1 1 1 0 0,0-1-1 0 0,2 1 1 0 0,0 0-1 0 0,0 7-19 0 0,1-20-3 0 0,1 0-1 0 0,-1-1 1 0 0,1 1-1 0 0,-1 0 1 0 0,1-1-1 0 0,1 1 1 0 0,-1-1-1 0 0,1 1 1 0 0,0-1-1 0 0,0 1 1 0 0,0-1-1 0 0,0 0 1 0 0,1 0-1 0 0,-1 0 1 0 0,1 0-1 0 0,0-1 0 0 0,2 2 4 0 0,17 19-12 0 0,14-8 12 0 0,-30-17 74 0 0,0 0 0 0 0,0-1-1 0 0,0 0 1 0 0,0-1-1 0 0,0 1 1 0 0,-1-1-1 0 0,1 0 1 0 0,-1 0 0 0 0,0-1-1 0 0,0 0 1 0 0,0 0-1 0 0,0 0 1 0 0,-1 0-1 0 0,1-1 1 0 0,-1 1-1 0 0,0-1 1 0 0,-1-1 0 0 0,1 1-1 0 0,-1 0 1 0 0,0-1-1 0 0,0 1 1 0 0,-1-1-1 0 0,1-2-73 0 0,-1 0 212 0 0,0 0 0 0 0,-1 0 0 0 0,0 0 0 0 0,-1-1 0 0 0,0 1 0 0 0,0 0 0 0 0,0 0 0 0 0,-1 0 0 0 0,-1 0 0 0 0,1 0 0 0 0,-1 0 0 0 0,-2-5-212 0 0,-37-61 556 0 0,-5 35 92 0 0,13 38-1786 0 0,15 4 1292 0 0,-15 18-5324 0 0,31-18 3461 0 0</inkml:trace>
</inkml:ink>
</file>

<file path=ppt/ink/ink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24.1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147 0 8592 0 0,'0'0'250'0'0,"0"0"4"0"0,-2 0-161 0 0,-23 9 1610 0 0,20-7-1375 0 0,0 0-1 0 0,0 1 1 0 0,1-1 0 0 0,0 1 0 0 0,-1 0 0 0 0,1 1 0 0 0,0-1 0 0 0,0 1 0 0 0,1-1-1 0 0,-1 1 1 0 0,1 0 0 0 0,-2 3-328 0 0,-25 31 830 0 0,27-31-737 0 0,-2 1-14 0 0,0 1-1 0 0,1 0 1 0 0,1 0-1 0 0,-1 0 1 0 0,1 0-1 0 0,1 1 1 0 0,0-1-1 0 0,0 1 1 0 0,0 5-80 0 0,2-11 1 0 0,0 1 0 0 0,1 0 0 0 0,-1-1 0 0 0,1 1 0 0 0,0-1 0 0 0,0 1 0 0 0,0-1 0 0 0,1 1 0 0 0,-1-1 0 0 0,1 0 0 0 0,0 1 0 0 0,1-1 0 0 0,-1 0 0 0 0,1 0 0 0 0,-1-1 0 0 0,1 1 0 0 0,0-1 0 0 0,0 1 0 0 0,1-1 0 0 0,-1 0 0 0 0,1 0 0 0 0,0 0 0 0 0,0-1 0 0 0,0 1 0 0 0,3 1 0 0 0,0-2 8 0 0,1 1-1 0 0,-1-1 0 0 0,0 0 0 0 0,0-1 0 0 0,1 0 0 0 0,-1 0 0 0 0,1 0 0 0 0,-1-1 0 0 0,1-1 0 0 0,-1 1 0 0 0,2-1-7 0 0,-3 0 61 0 0,-1-1 0 0 0,0 0 0 0 0,1 0 0 0 0,-1 0 0 0 0,0-1 1 0 0,0 0-1 0 0,0 0 0 0 0,0 0 0 0 0,0 0 0 0 0,-1-1 0 0 0,0 0 0 0 0,0 0 0 0 0,3-3-61 0 0,19-27 384 0 0,-24 28-210 0 0,-1 1-1 0 0,1-1 0 0 0,-1 0 0 0 0,0 0 0 0 0,-1 0 0 0 0,0 0 0 0 0,0 0 1 0 0,0 0-1 0 0,0 0 0 0 0,-1 0 0 0 0,0 0 0 0 0,0 0 0 0 0,-1 0 1 0 0,0 0-1 0 0,0 1 0 0 0,0-1 0 0 0,-1 1 0 0 0,-1-4-173 0 0,-3-8 627 0 0,-24-34-611 0 0,19 39-16 0 0,8 11-65 0 0,1 0 0 0 0,0 0 0 0 0,-1 0-1 0 0,1 1 1 0 0,-1 0 0 0 0,1-1 0 0 0,-1 1 0 0 0,1 0-1 0 0,-1 1 1 0 0,1-1 0 0 0,-1 1 0 0 0,1-1-1 0 0,0 1 1 0 0,-1 0 0 0 0,1 0 0 0 0,0 1-1 0 0,-1-1 1 0 0,1 1 0 0 0,0-1 0 0 0,0 1 0 0 0,0 0-1 0 0,1 0 1 0 0,-1 0 0 0 0,0 1 0 0 0,1-1-1 0 0,-3 3 66 0 0,-7 8-1216 0 0,5-2-3870 0 0,3 1-723 0 0</inkml:trace>
</inkml:ink>
</file>

<file path=ppt/ink/ink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24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59 10968 0 0,'0'0'248'0'0,"0"0"34"0"0,0 0 21 0 0,-1 0-34 0 0,-30-8 3557 0 0,-8 28-2470 0 0,31-15-1237 0 0,3 0-29 0 0,0-1-1 0 0,0 1 0 0 0,1 0 0 0 0,0 0 0 0 0,0 1 1 0 0,0-1-1 0 0,1 1 0 0 0,0 0 0 0 0,0 0 0 0 0,-2 4-89 0 0,3-4-52 0 0,0 0 0 0 0,1 0 0 0 0,-1 0-1 0 0,1 0 1 0 0,1 1 0 0 0,-1-1 0 0 0,1 0-1 0 0,0 0 1 0 0,0 1 0 0 0,1-1 0 0 0,0 0-1 0 0,0 0 1 0 0,0 0 0 0 0,1 0-1 0 0,1 4 53 0 0,15 22 0 0 0,29 18 0 0 0,-42-46-2 0 0,0-1 0 0 0,0-1-1 0 0,0 1 1 0 0,0 0-1 0 0,1-1 1 0 0,-1 0-1 0 0,1-1 1 0 0,-1 1-1 0 0,1-1 1 0 0,0 0-1 0 0,-1 0 1 0 0,1-1-1 0 0,0 0 1 0 0,0 0 0 0 0,-1 0-1 0 0,1 0 1 0 0,0-1-1 0 0,0 0 1 0 0,-1 0-1 0 0,1-1 1 0 0,-1 0-1 0 0,1 0 1 0 0,-1 0-1 0 0,0 0 1 0 0,0-1-1 0 0,1-1 3 0 0,8-3 58 0 0,-9 5 18 0 0,0-1-1 0 0,-1 1 1 0 0,1-1 0 0 0,-1 0 0 0 0,1 0 0 0 0,-1-1 0 0 0,0 1 0 0 0,-1-1 0 0 0,1 0 0 0 0,0 0-1 0 0,1-2-75 0 0,-2 0 211 0 0,0 0 0 0 0,0 0 0 0 0,0 0 0 0 0,-1 0 0 0 0,0 0 0 0 0,0 0 0 0 0,0-1 0 0 0,-1 1 0 0 0,0-1 0 0 0,0 0 0 0 0,-1 1 0 0 0,1-1-1 0 0,-1 1 1 0 0,-1-1 0 0 0,0-3-211 0 0,-1-2 0 0 0,2 2 0 0 0,-1 1 0 0 0,0 0 0 0 0,-1 0 0 0 0,0 0 0 0 0,0 0 0 0 0,-1 0 0 0 0,0 1 0 0 0,0-1 0 0 0,-1 1 0 0 0,0 0 0 0 0,-1 0 0 0 0,0 0 0 0 0,0 0 0 0 0,-6-6 0 0 0,9 12 0 0 0,0-1 0 0 0,-1 1 0 0 0,1 0 0 0 0,-1 0 0 0 0,1 0 0 0 0,-1 0 0 0 0,0 0 0 0 0,1 1 0 0 0,-1-1 0 0 0,0 1 0 0 0,0 0 0 0 0,0 0 0 0 0,-1 0 0 0 0,1 0 0 0 0,0 0 0 0 0,0 1 0 0 0,0-1 0 0 0,-1 1 0 0 0,1 0 0 0 0,0 0 0 0 0,0 0 0 0 0,0 0 0 0 0,-1 1 0 0 0,-2 1-731 0 0,0 0-1 0 0,1 1 1 0 0,-1 0-1 0 0,1 0 0 0 0,0 0 1 0 0,0 1-1 0 0,0-1 0 0 0,1 1 1 0 0,-1 0-1 0 0,1 1 1 0 0,-3 2 731 0 0,-2 4-5800 0 0</inkml:trace>
</inkml:ink>
</file>

<file path=ppt/ink/ink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25.6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175 0 8928 0 0,'0'0'200'0'0,"0"0"33"0"0,-1 1 14 0 0,-61 33 1490 0 0,8 13 592 0 0,23-3-1590 0 0,11 18-435 0 0,18-56-299 0 0,1-1 0 0 0,-1 1 0 0 0,1 0 0 0 0,1-1 0 0 0,-1 1 0 0 0,1-1 0 0 0,0 1 0 0 0,1 0 0 0 0,-1-1 0 0 0,1 1 0 0 0,0 0 0 0 0,0-1 0 0 0,1 1 0 0 0,0-1 0 0 0,1 3-5 0 0,1 2 0 0 0,-2-5 0 0 0,0 0 0 0 0,1 0 0 0 0,-1 0 0 0 0,1 0 0 0 0,0 0 0 0 0,0-1 0 0 0,0 0 0 0 0,1 1 0 0 0,-1-1 0 0 0,1 0 0 0 0,0 0 0 0 0,0-1 0 0 0,4 3 0 0 0,-1-2-11 0 0,1 0 1 0 0,-1-1-1 0 0,1 1 1 0 0,-1-2 0 0 0,1 1-1 0 0,0-1 1 0 0,0 0 0 0 0,0-1-1 0 0,0 0 1 0 0,0 0-1 0 0,0-1 1 0 0,1 1 0 0 0,-1-2-1 0 0,0 0 1 0 0,0 0 0 0 0,0 0-1 0 0,0-1 1 0 0,2 0 10 0 0,-2-1 150 0 0,0-1 1 0 0,-1 0-1 0 0,1 0 0 0 0,-1 0 1 0 0,0-1-1 0 0,0 0 0 0 0,0-1 1 0 0,0 1-1 0 0,-1-1 0 0 0,0 0 1 0 0,0-1-1 0 0,3-5-150 0 0,-3 4 211 0 0,-1 3-40 0 0,0-1 0 0 0,-1 0 1 0 0,1 0-1 0 0,-1-1 0 0 0,-1 1 1 0 0,1-1-1 0 0,-1 0 1 0 0,0 0-1 0 0,0 0 0 0 0,-1 0 1 0 0,0-1-1 0 0,-1 1 0 0 0,1-4-171 0 0,-1-42 1190 0 0,-2 46-1105 0 0,0 0-1 0 0,0 0 1 0 0,0 1 0 0 0,-1-1 0 0 0,0 0 0 0 0,0 1 0 0 0,-1-1 0 0 0,0 1-1 0 0,0 0 1 0 0,-1 0 0 0 0,1 0 0 0 0,-1 0 0 0 0,-1 0 0 0 0,1 1 0 0 0,-1 0-1 0 0,0 0 1 0 0,-4-3-85 0 0,-22 0 436 0 0,19 9-471 0 0,1 1 0 0 0,-1 0-1 0 0,1 0 1 0 0,-1 1 0 0 0,1 1-1 0 0,0 0 1 0 0,0 0 0 0 0,1 1-1 0 0,-1 1 1 0 0,-4 3 35 0 0,-47 37-2716 0 0,60-40-673 0 0,2-6-2300 0 0</inkml:trace>
</inkml:ink>
</file>

<file path=ppt/ink/ink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31.6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27 6688 0 0,'0'0'197'0'0,"-2"0"-16"0"0,-41 28 6294 0 0,37-21-6367 0 0,1 0 1 0 0,0 0-1 0 0,0 0 1 0 0,1 1-1 0 0,0 0 0 0 0,0 0 1 0 0,1 0-1 0 0,0 0 1 0 0,0 1-1 0 0,1-1 0 0 0,0 1 1 0 0,0-1-1 0 0,1 1 1 0 0,0 0-1 0 0,1 0 1 0 0,0-1-1 0 0,0 1 0 0 0,1 0 1 0 0,0 2-109 0 0,-1 0-171 0 0,21 84 141 0 0,16-49 30 0 0,-35-44 0 0 0,-1-1 0 0 0,1 0 0 0 0,0-1 0 0 0,0 1 0 0 0,0 0 0 0 0,0-1 0 0 0,0 1 0 0 0,0-1 0 0 0,0 1 0 0 0,0-1 0 0 0,0 0 0 0 0,0 0 0 0 0,0 0 0 0 0,0 0 0 0 0,0 0 0 0 0,0 0 0 0 0,0-1 0 0 0,0 1 0 0 0,0-1 0 0 0,0 1 0 0 0,2-2 0 0 0,31-17 0 0 0,-23 8 189 0 0,-1-1 1 0 0,1 0 0 0 0,-2 0-1 0 0,0-1 1 0 0,0-1 0 0 0,-1 1-1 0 0,-1-3-189 0 0,11-43 1246 0 0,-17 50-1059 0 0,-1-1 1 0 0,-1 1 0 0 0,0-1-1 0 0,0 1 1 0 0,0 0 0 0 0,-1-1-1 0 0,-1 1 1 0 0,0 0 0 0 0,0 0-1 0 0,-1 0 1 0 0,0 0 0 0 0,0-1-188 0 0,1 6 41 0 0,1 0 0 0 0,-1-1 1 0 0,0 1-1 0 0,0 0 0 0 0,0 0 0 0 0,0 1 1 0 0,-1-1-1 0 0,0 0 0 0 0,0 1 1 0 0,0-1-1 0 0,0 1 0 0 0,0 0 0 0 0,0 0 1 0 0,-1 0-1 0 0,0 1 0 0 0,1-1 1 0 0,-1 1-1 0 0,0 0 0 0 0,0 0 0 0 0,-1 0 1 0 0,1 1-1 0 0,0-1 0 0 0,0 1 1 0 0,-1 0-1 0 0,1 0 0 0 0,-1 1 0 0 0,1-1 1 0 0,-1 1-1 0 0,1 0 0 0 0,-1 0-41 0 0,-22 12 0 0 0,22-8-364 0 0,0 1 0 0 0,0-1 0 0 0,0 1 0 0 0,1 0 0 0 0,0 0 0 0 0,0 0 0 0 0,0 1 0 0 0,1-1 0 0 0,0 1-1 0 0,0 0 1 0 0,0 0 0 0 0,1 0 0 0 0,-2 5 364 0 0,0 1-1514 0 0</inkml:trace>
</inkml:ink>
</file>

<file path=ppt/ink/ink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32.2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97 114 8448 0 0,'0'0'248'0'0,"0"0"-6"0"0,0-1-151 0 0,-5-23 2441 0 0,-7 0 2065 0 0,12 22-4116 0 0,0 2-22 0 0,0 0-90 0 0,0 0-38 0 0,0 0-10 0 0,-24 5 835 0 0,19-1-1139 0 0,1 1 0 0 0,0 0 0 0 0,0 1-1 0 0,1-1 1 0 0,0 0 0 0 0,0 1-1 0 0,0 0 1 0 0,0 0 0 0 0,1 0-1 0 0,0 0 1 0 0,0 0 0 0 0,1 0 0 0 0,0 0-1 0 0,0 1 1 0 0,0-1 0 0 0,1 1-1 0 0,0 4-16 0 0,0-7 0 0 0,-1 12-35 0 0,1 1-1 0 0,1 0 1 0 0,1-1 0 0 0,0 1-1 0 0,1-1 1 0 0,0 1-1 0 0,5 9 36 0 0,21 33-588 0 0,-28-58 552 0 0,0 1 1 0 0,0-1-1 0 0,0 1 0 0 0,0-1 0 0 0,0 0 1 0 0,1 0-1 0 0,-1 1 0 0 0,0-1 0 0 0,1 0 1 0 0,-1 0-1 0 0,0 0 0 0 0,1 0 0 0 0,0 0 1 0 0,-1-1-1 0 0,1 1 0 0 0,-1 0 0 0 0,1-1 0 0 0,0 1 1 0 0,-1-1-1 0 0,1 0 0 0 0,0 1 0 0 0,0-1 1 0 0,-1 0-1 0 0,1 0 0 0 0,0 0 0 0 0,0 0 1 0 0,-1-1-1 0 0,1 1 0 0 0,0 0 0 0 0,-1-1 1 0 0,1 1-1 0 0,0-1 0 0 0,-1 1 0 0 0,1-1 0 0 0,0 0 36 0 0,11-9 30 0 0,0 1 0 0 0,0-2-1 0 0,-1 0 1 0 0,-1 0 0 0 0,0-1-1 0 0,-1-1 1 0 0,0 0 0 0 0,-1 0-1 0 0,0-1 1 0 0,3-7-30 0 0,-12 21 1 0 0,5-8 164 0 0,-1 0 1 0 0,-1 0-1 0 0,1-1 1 0 0,-1 1-1 0 0,0-1 1 0 0,-1 1-1 0 0,0-1 1 0 0,-1 0-1 0 0,0 0 1 0 0,0 1 0 0 0,-1-1-1 0 0,0 0 1 0 0,0 0-1 0 0,-1 0 1 0 0,0 0-1 0 0,-1 0 1 0 0,0 1-1 0 0,0-1 1 0 0,-1 0-1 0 0,0 1 1 0 0,-4-7-166 0 0,-41-29 226 0 0,45 41-222 0 0,-1 1 0 0 0,0 0 0 0 0,0 0 0 0 0,0 0 0 0 0,0 0-1 0 0,0 1 1 0 0,-1-1 0 0 0,1 1 0 0 0,0 0 0 0 0,-1 1 0 0 0,1-1-1 0 0,-1 1 1 0 0,1 0 0 0 0,0 0 0 0 0,-1 0 0 0 0,1 0 0 0 0,-1 1-1 0 0,1 0 1 0 0,-1 0 0 0 0,1 0 0 0 0,0 1 0 0 0,0-1 0 0 0,0 1-1 0 0,0 0 1 0 0,-2 1-4 0 0,-49 38-465 0 0,28-2-3558 0 0,22-27 2256 0 0</inkml:trace>
</inkml:ink>
</file>

<file path=ppt/ink/ink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33.9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 38 6832 0 0,'0'0'200'0'0,"0"0"118"0"0,0 0 373 0 0,0 0 158 0 0,0 0 30 0 0,0 0-23 0 0,-6 0 1221 0 0,-9 4 5 0 0,-4 9-714 0 0,-27 53 205 0 0,42-61-1596 0 0,1 1 0 0 0,-1-1 0 0 0,1 1 0 0 0,1 0 0 0 0,-1 0 0 0 0,1 1 0 0 0,0-1 0 0 0,0 1 0 0 0,0-1 0 0 0,1 1-1 0 0,0 4 24 0 0,-3 49 938 0 0,6-49-943 0 0,-1 1-129 0 0,1 1 0 0 0,0-2-1 0 0,1 1 1 0 0,0 0-1 0 0,1 0 1 0 0,0-1-1 0 0,5 10 135 0 0,-8-18 0 0 0,1-1 0 0 0,-1 1 0 0 0,1-1 0 0 0,0 0 0 0 0,-1 1 0 0 0,1-1 0 0 0,0 0 0 0 0,0 0 0 0 0,1 0 0 0 0,-1 0 0 0 0,0 0 0 0 0,0-1 0 0 0,1 1 0 0 0,-1-1 0 0 0,1 1 0 0 0,0-1 0 0 0,-1 0 0 0 0,1 0 0 0 0,0 0 0 0 0,0 0 0 0 0,0-1 0 0 0,-1 1 0 0 0,1-1 0 0 0,0 0 0 0 0,0 0 0 0 0,0 0 0 0 0,0 0 0 0 0,0 0 0 0 0,0 0 0 0 0,0-1 0 0 0,0 0 0 0 0,-1 1 0 0 0,1-1 0 0 0,0 0 0 0 0,0 0 0 0 0,1-2 0 0 0,2 0-2 0 0,0-1 0 0 0,0 0 0 0 0,0-1 0 0 0,-1 1 0 0 0,0-1-1 0 0,0 0 1 0 0,0 0 0 0 0,0-1 0 0 0,-1 1 0 0 0,0-1-1 0 0,1-2 3 0 0,26-39 0 0 0,-22 31 275 0 0,-1-1-1 0 0,0-1 1 0 0,-1 1 0 0 0,-1-1-1 0 0,-1-1 1 0 0,0 1-1 0 0,-1-1 1 0 0,-1 1-1 0 0,0-20-274 0 0,-3 34 64 0 0,-1 0-1 0 0,1-1 1 0 0,-1 1 0 0 0,0 0 0 0 0,0-1-1 0 0,-1 1 1 0 0,1 0 0 0 0,-1 0-1 0 0,0 0 1 0 0,0 0 0 0 0,0 0 0 0 0,0 1-1 0 0,-1-1 1 0 0,0 1 0 0 0,1-1-1 0 0,-1 1 1 0 0,-1 0 0 0 0,1 0 0 0 0,0 0-1 0 0,-1 1 1 0 0,1-1 0 0 0,-1 1-1 0 0,-1-1-63 0 0,1 1 29 0 0,0 0-21 0 0,0 1 0 0 0,0-1-1 0 0,0 0 1 0 0,-1 1 0 0 0,1 0-1 0 0,0 0 1 0 0,-1 1-1 0 0,1-1 1 0 0,-1 1 0 0 0,1 0-1 0 0,-1 0 1 0 0,1 0 0 0 0,-1 0-1 0 0,1 1 1 0 0,0 0-1 0 0,-1 0 1 0 0,0 1-8 0 0,-18 11-15 0 0,5 13-479 0 0,9 32-5397 0 0,5-49 4429 0 0</inkml:trace>
</inkml:ink>
</file>

<file path=ppt/ink/ink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34.3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5 9520 0 0,'0'0'276'0'0,"0"0"2"0"0,-1 0-179 0 0,-7-4 785 0 0,8 4 96 0 0,0 0 48 0 0,0 0-44 0 0,0 0-228 0 0,0 0-99 0 0,0 0-17 0 0,0 0-37 0 0,0 0-130 0 0,-1 1-52 0 0,-3 10-267 0 0,0 0 0 0 0,1 0 0 0 0,0 1 0 0 0,1-1 0 0 0,0 1 0 0 0,1 0 0 0 0,0 0 0 0 0,1-1-1 0 0,0 1 1 0 0,1 0 0 0 0,0 1-154 0 0,0 23 179 0 0,3 119-179 0 0,0-62 0 0 0,-3 5 18 0 0,4-67 414 0 0,-1-15-1315 0 0,-4-15 394 0 0,0-1-21 0 0,0 0-2 0 0,0 0 0 0 0,0 0 0 0 0,0 0 1 0 0,0 0-137 0 0,0 0-572 0 0,0 0-248 0 0</inkml:trace>
</inkml:ink>
</file>

<file path=ppt/ink/ink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36.0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0 9728 0 0,'0'0'222'0'0,"0"0"30"0"0,0 0 18 0 0,0 0 74 0 0,0 0 301 0 0,0 0 128 0 0,0 0 26 0 0,0 0-26 0 0,0 0-137 0 0,0 0-57 0 0,0 0-16 0 0,0 0-41 0 0,0 1-157 0 0,-5 50 1197 0 0,9 27-292 0 0,-3 80-954 0 0,-1 11-184 0 0,-5-95-268 0 0,1 17-648 0 0,4 11-3138 0 0,0-100 175 0 0,4 5-1063 0 0</inkml:trace>
</inkml:ink>
</file>

<file path=ppt/ink/ink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37.2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180 27 10768 0 0,'0'0'241'0'0,"0"0"38"0"0,-6-9 374 0 0,-12-9 2082 0 0,13 18-2556 0 0,0 1 1 0 0,0-1 0 0 0,0 1-1 0 0,0 0 1 0 0,0 1 0 0 0,0-1 0 0 0,0 1-1 0 0,0 0 1 0 0,1 0 0 0 0,-1 0 0 0 0,1 1-1 0 0,0-1 1 0 0,-1 1 0 0 0,1 0-1 0 0,-3 3-179 0 0,2-2 1 0 0,0 1 0 0 0,0-1 0 0 0,0 0 0 0 0,0 1 0 0 0,1 0 0 0 0,0 0 0 0 0,0 1 0 0 0,0-1 0 0 0,1 1 0 0 0,-1 0 0 0 0,1 0 0 0 0,0 1-1 0 0,-15 68 0 0 0,16-62 0 0 0,0 0 0 0 0,1 1 0 0 0,0-1 0 0 0,2 1 0 0 0,-1-1 0 0 0,2 1 0 0 0,1 9 0 0 0,10 28-177 0 0,6-4-396 0 0,-17-43 510 0 0,0-1-1 0 0,0 1 1 0 0,0-1 0 0 0,1 0-1 0 0,-1 0 1 0 0,1 0 0 0 0,0 0 0 0 0,0 0-1 0 0,0 0 1 0 0,0-1 0 0 0,0 1-1 0 0,1-1 1 0 0,-1 0 0 0 0,1 0-1 0 0,-1 0 1 0 0,1-1 0 0 0,0 1 0 0 0,0-1-1 0 0,0 0 1 0 0,0 0 0 0 0,0 0-1 0 0,0-1 1 0 0,0 1 0 0 0,0-1 0 0 0,0 0-1 0 0,0 0 1 0 0,0 0 0 0 0,0-1-1 0 0,0 0 1 0 0,0 1 0 0 0,0-1 0 0 0,2-1 63 0 0,57-41 265 0 0,-41 21-10 0 0,-13 13-36 0 0,0 0 1 0 0,-1 0-1 0 0,0-1 0 0 0,0 0 1 0 0,-1-1-1 0 0,0 0 0 0 0,2-4-219 0 0,9-21 848 0 0,-11 19-525 0 0,3-33 586 0 0,-11 41-766 0 0,-19-45 450 0 0,15 48-574 0 0,0 0-1 0 0,-1 1 0 0 0,1-1 0 0 0,-1 1 1 0 0,0 0-1 0 0,-1 1 0 0 0,1-1 0 0 0,-1 1 0 0 0,-5-2-18 0 0,-69-20 642 0 0,32 25-830 0 0,1 16-857 0 0,19 5-2550 0 0,17-11-2094 0 0</inkml:trace>
</inkml:ink>
</file>

<file path=ppt/ink/ink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38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173 12 8176 0 0,'0'0'234'0'0,"0"0"6"0"0,0 0-22 0 0,0 0 448 0 0,-6-5 2037 0 0,-5-1 1466 0 0,10 6-3738 0 0,1 0-47 0 0,0 0-22 0 0,0 0-2 0 0,0 0-8 0 0,0 0-34 0 0,0 0-20 0 0,0 0-2 0 0,-2 1-28 0 0,0 3-226 0 0,0 1-1 0 0,0 0 1 0 0,0 0 0 0 0,1 0-1 0 0,-1 0 1 0 0,1 0-1 0 0,0 0 1 0 0,1 0-1 0 0,-1 0 1 0 0,1 0-1 0 0,0 0 1 0 0,0 1-1 0 0,1-1 1 0 0,0 4-42 0 0,-1 9 46 0 0,5 33-62 0 0,8 99-576 0 0,16 85-1432 0 0,-23-207 1522 0 0,-6-26 380 0 0,3 0 10 0 0,-2-1 34 0 0,-2-17 96 0 0,-21-36 410 0 0,16 43-300 0 0,0 0 0 0 0,0 0 0 0 0,-1 0 0 0 0,-1 1 0 0 0,0 0 0 0 0,0 1 0 0 0,-8-7-128 0 0,15 14 10 0 0,-55-21 668 0 0,28 40-171 0 0,25-15-524 0 0,0 1 1 0 0,0-1-1 0 0,1 1 1 0 0,0 0-1 0 0,-1 0 1 0 0,2 1-1 0 0,-1-1 0 0 0,1 0 1 0 0,-1 1-1 0 0,1-1 1 0 0,1 0-1 0 0,-1 1 0 0 0,1-1 1 0 0,0 1-1 0 0,0-1 1 0 0,1 1-1 0 0,-1-1 1 0 0,1 1-1 0 0,1-1 0 0 0,-1 1 1 0 0,1-1-1 0 0,0 0 1 0 0,0 0-1 0 0,0 0 0 0 0,1 0 1 0 0,-1 0-1 0 0,2 1 17 0 0,-2-2-35 0 0,29 39-519 0 0,-9-20 426 0 0,10-17-462 0 0,12-23-348 0 0,-4-10-1173 0 0,-27 20 1561 0 0</inkml:trace>
</inkml:ink>
</file>

<file path=ppt/ink/ink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38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0 10136 0 0,'0'0'230'0'0,"0"0"30"0"0,0 0 19 0 0,0 0 105 0 0,0 0 411 0 0,0 0 182 0 0,0 0 42 0 0,0 0-74 0 0,0 0-329 0 0,0 0-140 0 0,0 0-27 0 0,0 0-16 0 0,0 0-34 0 0,0 0-14 0 0,0 0-1 0 0,0 0-16 0 0,0 0-69 0 0,0 0-38 0 0,1 2-5 0 0,25 126 331 0 0,-12-60-471 0 0,17 125-651 0 0,-18-119 535 0 0,-4-3-17 0 0,-9-56-166 0 0,0-14 90 0 0,-1 6-231 0 0,-21-21 431 0 0,-63-74 131 0 0,55 69-120 0 0,16 15-52 0 0,3 4-66 0 0,1 1 0 0 0,1 2 0 0 0,-9 17 0 0 0,11-12 0 0 0,5 47 0 0 0,16 0 0 0 0,26 7 0 0 0,-22-50 0 0 0,-10-11 0 0 0,-4-1 0 0 0,1 0 0 0 0,-1-1-1 0 0,1 0 1 0 0,-1 1-1 0 0,0-1 1 0 0,1-1-1 0 0,-1 1 1 0 0,0-1-1 0 0,0 1 1 0 0,0-1-1 0 0,0-1 1 0 0,0 1 0 0 0,0 0-1 0 0,0-1 1 0 0,-1 0-1 0 0,1 0 1 0 0,2-2-9 0 0,59-53-2823 0 0,-34 30 593 0 0,1-3-3177 0 0</inkml:trace>
</inkml:ink>
</file>

<file path=ppt/ink/ink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40.9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280 1 9704 0 0,'0'0'282'0'0,"0"0"-2"0"0,0 0-58 0 0,0 0 423 0 0,0 0 202 0 0,0 0 38 0 0,0 0-29 0 0,0 0-161 0 0,0 0-73 0 0,4 9 1029 0 0,15 80 311 0 0,-1 40-1814 0 0,-2-2-148 0 0,2 35-1376 0 0,-17-81 1387 0 0,-1-80 42 0 0,0-1 17 0 0,0 0 16 0 0,0 0-10 0 0,0 0-4 0 0,0 0 6 0 0,-2-1 22 0 0,-72-37 885 0 0,64 32-919 0 0,0 0 0 0 0,-1 1 0 0 0,1 0 1 0 0,-1 1-1 0 0,0 0 0 0 0,0 0 0 0 0,-1 1 0 0 0,1 1 0 0 0,-1 0 0 0 0,-7 0-66 0 0,-75 17-21 0 0,91-14 24 0 0,0-1 1 0 0,0 1-1 0 0,0 0 1 0 0,0 0-1 0 0,0 1 0 0 0,0-1 1 0 0,0 1-1 0 0,1-1 0 0 0,-1 1 1 0 0,1 0-1 0 0,-1 0 0 0 0,1 0 1 0 0,0 0-1 0 0,-1 0 0 0 0,1 1 1 0 0,0-1-1 0 0,1 1 1 0 0,-1-1-1 0 0,0 1 0 0 0,1 0 1 0 0,-1 0-1 0 0,1-1 0 0 0,0 1 1 0 0,0 0-1 0 0,0 2-3 0 0,1 0-5 0 0,0-1 0 0 0,0 1 0 0 0,0 0 0 0 0,1-1 0 0 0,0 1 0 0 0,0-1 0 0 0,0 1 0 0 0,0-1 0 0 0,1 1 0 0 0,0-1 0 0 0,0 0 1 0 0,0 0-1 0 0,0 1 0 0 0,1-2 0 0 0,-1 1 0 0 0,1 0 0 0 0,0 0 0 0 0,3 2 5 0 0,0-1-12 0 0,0-1 1 0 0,0 1 0 0 0,1-1-1 0 0,-1 0 1 0 0,1-1-1 0 0,0 1 1 0 0,0-1 0 0 0,0-1-1 0 0,0 1 1 0 0,1-1 0 0 0,-1-1-1 0 0,1 1 1 0 0,-1-1-1 0 0,1-1 1 0 0,6 1 11 0 0,3-2-99 0 0,1 0 1 0 0,-1 0-1 0 0,0-2 0 0 0,1 0 1 0 0,-1-2-1 0 0,-1 1 0 0 0,14-7 99 0 0,-20 7-199 0 0,-3 2-288 0 0,0 0 1 0 0,0-1-1 0 0,-1 0 0 0 0,0 0 1 0 0,1 0-1 0 0,-1-1 1 0 0,0 0-1 0 0,-1 0 1 0 0,1-1-1 0 0,1-1 487 0 0,-2-1-1358 0 0</inkml:trace>
</inkml:ink>
</file>

<file path=ppt/ink/ink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41.8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190 1 9528 0 0,'0'0'216'0'0,"0"0"32"0"0,0 0 10 0 0,0 0 69 0 0,0 0 244 0 0,0 0 107 0 0,0 0 24 0 0,0 0-21 0 0,0 0-94 0 0,0 1-41 0 0,4 64 2346 0 0,1-17-2551 0 0,9 34-429 0 0,-1 6 24 0 0,5 13 466 0 0,-5-26-774 0 0,6 32-973 0 0,-13-84 1089 0 0,-5-22 330 0 0,-1-1 22 0 0,0 0-6 0 0,0 0 10 0 0,-1-6 20 0 0,-1 0 0 0 0,1 0 1 0 0,-1 0-1 0 0,0 0 1 0 0,-1 1-1 0 0,1-1 1 0 0,-1 1-1 0 0,0 0 0 0 0,-1 0 1 0 0,1 0-1 0 0,-1 0 1 0 0,0 0-1 0 0,0 1 1 0 0,0 0-1 0 0,-1 0 1 0 0,0 0-1 0 0,0 0 0 0 0,0 1 1 0 0,0 0-1 0 0,0 0 1 0 0,-2-1-121 0 0,1 1 39 0 0,1 0 0 0 0,-1 1 0 0 0,1-1 0 0 0,-1 1 0 0 0,0 1 1 0 0,0-1-1 0 0,0 1 0 0 0,0 0 0 0 0,0 0 0 0 0,0 1 0 0 0,0-1 1 0 0,0 1-1 0 0,0 1 0 0 0,0-1 0 0 0,0 1 0 0 0,0 0 0 0 0,0 1 0 0 0,0-1 1 0 0,0 1-1 0 0,0 0 0 0 0,1 1 0 0 0,-1-1 0 0 0,1 1 0 0 0,0 0 0 0 0,-1 1-39 0 0,1 0 0 0 0,-26 39-86 0 0,28-33 71 0 0,0-4 10 0 0,1 1 0 0 0,0-1 0 0 0,0 1 0 0 0,1 0 0 0 0,-1 0 0 0 0,1 0-1 0 0,1 0 1 0 0,0 0 0 0 0,0 0 0 0 0,0 0 0 0 0,0 0 0 0 0,1 0-1 0 0,1 0 6 0 0,0 2-2 0 0,-2-5-8 0 0,1 1 1 0 0,-1 0-1 0 0,1 0 0 0 0,0 0 1 0 0,0 0-1 0 0,1-1 0 0 0,-1 1 0 0 0,1-1 1 0 0,0 1-1 0 0,0-1 0 0 0,1 1 0 0 0,-1-1 1 0 0,1 0-1 0 0,0 0 0 0 0,0-1 0 0 0,0 1 1 0 0,1 0-1 0 0,-1-1 0 0 0,1 0 0 0 0,0 0 1 0 0,0 0-1 0 0,0 0 0 0 0,0-1 1 0 0,0 1-1 0 0,1-1 0 0 0,-1 0 0 0 0,1-1 1 0 0,0 1-1 0 0,-1-1 0 0 0,1 0 0 0 0,2 1 10 0 0,4-4-22 0 0,1 0 0 0 0,-1-1-1 0 0,0 0 1 0 0,-1-1-1 0 0,1 0 1 0 0,-1-1-1 0 0,1 0 1 0 0,-1-1 0 0 0,-1 0-1 0 0,1 0 1 0 0,3-4 22 0 0,29-20-279 0 0,-4 3-1267 0 0,-12 10-3089 0 0,-4 5-762 0 0</inkml:trace>
</inkml:ink>
</file>

<file path=ppt/ink/ink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42.9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1 8592 0 0,'0'0'250'0'0,"0"0"4"0"0,0 0-22 0 0,0 0 497 0 0,0 0 235 0 0,0 0 48 0 0,0 0-59 0 0,0 0-287 0 0,0 0-122 0 0,0 2-28 0 0,-4 12-147 0 0,1 0 1 0 0,0 0 0 0 0,1 0 0 0 0,1 1 0 0 0,0-1 0 0 0,1 1 0 0 0,1 1-370 0 0,-1 0 82 0 0,1 7-73 0 0,2 1 0 0 0,1 0 0 0 0,1-1 0 0 0,0 0-1 0 0,2 1-8 0 0,4 15 28 0 0,42 127-461 0 0,-44-116-332 0 0,-9-49 676 0 0,0-1 5 0 0,0-16 82 0 0,-1 8 103 0 0,0 1 0 0 0,0-1 0 0 0,-1 1 0 0 0,0-1 0 0 0,-1 1-1 0 0,1 0 1 0 0,-2 0 0 0 0,1 0 0 0 0,-1 0 0 0 0,0 0 0 0 0,0 1 0 0 0,0 0-1 0 0,-1 0 1 0 0,-3-3-101 0 0,3 2 113 0 0,0 2-31 0 0,1 0 0 0 0,-1 0 0 0 0,0 1 0 0 0,0 0-1 0 0,0 0 1 0 0,-1 0 0 0 0,1 1 0 0 0,-1-1 0 0 0,0 1-1 0 0,0 1 1 0 0,0-1 0 0 0,0 1 0 0 0,-1 0 0 0 0,1 0-1 0 0,-1 1 1 0 0,1 0 0 0 0,-5 0-82 0 0,6 2 11 0 0,-1 0 1 0 0,0 0-1 0 0,1 1 0 0 0,-1 0 1 0 0,1 0-1 0 0,-1 0 0 0 0,1 1 1 0 0,0 0-1 0 0,0 0 0 0 0,0 0 1 0 0,0 0-1 0 0,1 1 0 0 0,-1 0 0 0 0,1 0 1 0 0,0 0-1 0 0,0 0 0 0 0,1 1 1 0 0,-1 0-1 0 0,1 0 0 0 0,0-1 1 0 0,0 2-1 0 0,1-1 0 0 0,-1 0 1 0 0,1 1-1 0 0,0-1 0 0 0,1 1 1 0 0,-1-1-1 0 0,1 1 0 0 0,0 0 0 0 0,1 0 1 0 0,-1 0-1 0 0,1-1 0 0 0,0 3-11 0 0,0 12 44 0 0,-1-10-130 0 0,1 0 1 0 0,0 0-1 0 0,1 0 0 0 0,0 0 1 0 0,0 0-1 0 0,1-1 0 0 0,3 11 86 0 0,-4-17-17 0 0,0 1-1 0 0,0 0 0 0 0,1-1 1 0 0,-1 1-1 0 0,1-1 0 0 0,0 1 1 0 0,0-1-1 0 0,0 0 0 0 0,0 0 0 0 0,0 0 1 0 0,1 0-1 0 0,-1 0 0 0 0,1 0 1 0 0,0-1-1 0 0,0 1 0 0 0,0-1 1 0 0,0 0-1 0 0,0 0 0 0 0,1 0 0 0 0,-1 0 1 0 0,1 0-1 0 0,2 0 18 0 0,1-1-1 0 0,0 0 0 0 0,0-1 0 0 0,1 0 0 0 0,-1 0 0 0 0,0-1 0 0 0,0 1 0 0 0,0-2 0 0 0,0 1 0 0 0,0-1-1 0 0,1 0 2 0 0,96-58-21 0 0,10-30-3052 0 0,-96 78 1672 0 0</inkml:trace>
</inkml:ink>
</file>

<file path=ppt/ink/ink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43.7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331 0 11144 0 0,'0'0'248'0'0,"0"0"34"0"0,0 0 22 0 0,0 0-29 0 0,0 0-78 0 0,0 0 339 0 0,0 0 168 0 0,0 0 31 0 0,0 0 8 0 0,0 0 1 0 0,0 0-1 0 0,0 0 1 0 0,0 0-50 0 0,-6 1 875 0 0,3 1-1482 0 0,0-1 1 0 0,0 1-1 0 0,0 0 0 0 0,0 1 1 0 0,1-1-1 0 0,-1 0 0 0 0,1 1 0 0 0,0 0 1 0 0,0-1-1 0 0,0 1 0 0 0,0 0 1 0 0,0 0-1 0 0,1 0 0 0 0,-1 0 0 0 0,1 1 1 0 0,0-1-1 0 0,-1 3-87 0 0,-1 6 42 0 0,0 0 0 0 0,1 0 1 0 0,0 0-1 0 0,1 1 0 0 0,1-1 0 0 0,0 1 1 0 0,1 9-43 0 0,0 13 37 0 0,-1 248-439 0 0,9-201-496 0 0,-5-62 182 0 0,-4-20 596 0 0,0 0 4 0 0,0 0 18 0 0,0 0 8 0 0,0 0 2 0 0,0 0 4 0 0,-3-1 83 0 0,-1 0 0 0 0,0 0 0 0 0,1-1 0 0 0,-1 0 0 0 0,0 1 0 0 0,1-1 0 0 0,0 0 0 0 0,0-1 0 0 0,-1 1 0 0 0,1 0 0 0 0,1-1 0 0 0,-1 0 0 0 0,0 0 0 0 0,0 0 1 0 0,-8-8 68 0 0,-1-2-1 0 0,-1 0 1 0 0,0 1-1 0 0,-1 0 1 0 0,-1 2-1 0 0,-14-9-67 0 0,-9 11 149 0 0,10 12-117 0 0,25-2-10 0 0,-1 0 0 0 0,0 0-1 0 0,0 0 1 0 0,1 1-1 0 0,-1 0 1 0 0,1-1 0 0 0,0 1-1 0 0,0 0 1 0 0,0 1-1 0 0,0-1 1 0 0,0 0 0 0 0,1 1-1 0 0,-1 0 1 0 0,1-1-1 0 0,0 1 1 0 0,0 0 0 0 0,1 0-1 0 0,-1 0 1 0 0,1 0-1 0 0,0 2-21 0 0,0-6 0 0 0,-1 6-2 0 0,0 0-1 0 0,0 0 0 0 0,1-1 0 0 0,0 1 0 0 0,0 0 1 0 0,0 0-1 0 0,1 0 0 0 0,-1 1 0 0 0,2-1 1 0 0,-1 0-1 0 0,1 0 0 0 0,-1 0 0 0 0,2 0 0 0 0,-1 0 1 0 0,1-1-1 0 0,0 1 0 0 0,0 0 0 0 0,0-1 1 0 0,1 1-1 0 0,0-1 0 0 0,0 0 0 0 0,0 0 0 0 0,1 1 3 0 0,0-4 0 0 0,-1 0-1 0 0,1 0 1 0 0,-1-1 0 0 0,1 1-1 0 0,0-1 1 0 0,-1 0-1 0 0,1 0 1 0 0,0 0-1 0 0,0 0 1 0 0,0 0-1 0 0,0-1 1 0 0,0 0-1 0 0,0 0 1 0 0,0 0 0 0 0,0-1-1 0 0,0 1 1 0 0,0-1-1 0 0,0 0 1 0 0,-1 0-1 0 0,1 0 1 0 0,0 0-1 0 0,0-1 1 0 0,-1 1-1 0 0,1-1 1 0 0,-1 0-1 0 0,1 0 1 0 0,-1-1 0 0 0,0 1-1 0 0,0-1 1 0 0,0 1-1 0 0,0-1 1 0 0,0 0 0 0 0,17-15-466 0 0,-1-1 0 0 0,-1 0 0 0 0,-1-2 0 0 0,0 0 1 0 0,13-22 465 0 0,-10 14-1711 0 0,3-5-4106 0 0</inkml:trace>
</inkml:ink>
</file>

<file path=ppt/ink/ink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45.1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173 0 10512 0 0,'0'0'233'0'0,"0"0"39"0"0,-10 0 364 0 0,-41 18 1047 0 0,22 7-109 0 0,-2 4-475 0 0,-7 52-237 0 0,24-37-798 0 0,28 47 339 0 0,-11-81-479 0 0,24 36-635 0 0,-24-43 656 0 0,0 1 0 0 0,1-1-1 0 0,-1-1 1 0 0,1 1 0 0 0,-1 0-1 0 0,1-1 1 0 0,0 0 0 0 0,0 0-1 0 0,0 0 1 0 0,0 0-1 0 0,1-1 1 0 0,-1 1 0 0 0,0-1-1 0 0,0 0 1 0 0,1-1 0 0 0,-1 1-1 0 0,1-1 1 0 0,-1 1 0 0 0,2-2 55 0 0,2-1 45 0 0,1-1 1 0 0,-1 0 0 0 0,0-1 0 0 0,0 0 0 0 0,0-1 0 0 0,-1 1 0 0 0,0-1 0 0 0,0-1 0 0 0,0 1 0 0 0,0-1 0 0 0,-1-1 0 0 0,0 1 0 0 0,0-1 0 0 0,-1 0 0 0 0,1 0 0 0 0,-2-1 0 0 0,1 0-46 0 0,-3 5 138 0 0,-1-1-1 0 0,0 0 1 0 0,0 0 0 0 0,0 0-1 0 0,-1 0 1 0 0,0 0 0 0 0,1 0-1 0 0,-1 1 1 0 0,0-1 0 0 0,-1 0 0 0 0,1 0-1 0 0,-1 0 1 0 0,0 0 0 0 0,0 0-1 0 0,0 0 1 0 0,0 1 0 0 0,0-1-1 0 0,-3-3-137 0 0,-45-52 672 0 0,10 28-672 0 0,1 27-666 0 0,29 6-709 0 0,6 1-3277 0 0,0-1-838 0 0</inkml:trace>
</inkml:ink>
</file>

<file path=ppt/ink/ink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45.5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0 12408 0 0,'0'0'281'0'0,"0"0"40"0"0,-2 1 22 0 0,-38 40 304 0 0,23-19 218 0 0,-24 60 1109 0 0,39-76-1948 0 0,0 0-1 0 0,0 1 0 0 0,1-1 0 0 0,0 0 0 0 0,0 0 0 0 0,0 1 0 0 0,1-1 1 0 0,0 0-1 0 0,0 1 0 0 0,0-1 0 0 0,1 0 0 0 0,0 1 0 0 0,0-1 0 0 0,1 0 1 0 0,0 0-1 0 0,0 0 0 0 0,0 0 0 0 0,1 0 0 0 0,0-1 0 0 0,0 1 0 0 0,2 3-25 0 0,-2-6-45 0 0,-1 0-1 0 0,1 1 0 0 0,-1-1 0 0 0,1-1 0 0 0,0 1 0 0 0,0 0 0 0 0,1-1 0 0 0,-1 0 0 0 0,0 1 1 0 0,1-1-1 0 0,-1 0 0 0 0,1-1 0 0 0,0 1 0 0 0,0-1 0 0 0,-1 0 0 0 0,1 0 0 0 0,0 0 0 0 0,0 0 0 0 0,0-1 1 0 0,0 1-1 0 0,0-1 0 0 0,0 0 0 0 0,0 0 0 0 0,1-1 0 0 0,-1 1 0 0 0,1-1 46 0 0,3-1 16 0 0,0-1 1 0 0,0 0-1 0 0,0 0 0 0 0,0 0 0 0 0,0-1 0 0 0,-1 0 1 0 0,0-1-1 0 0,1 0 0 0 0,-2 0 0 0 0,1 0 0 0 0,-1-1 0 0 0,0 0 1 0 0,0 0-1 0 0,0-1-16 0 0,30-52 857 0 0,-24 4 484 0 0,-20-4-567 0 0,-1 46-576 0 0,7 9-91 0 0,1 1 0 0 0,-1 0 0 0 0,0 0 0 0 0,-1-1 0 0 0,1 1 0 0 0,0 1 0 0 0,-1-1 0 0 0,0 0 0 0 0,1 1 0 0 0,-1-1 0 0 0,0 1 0 0 0,-1 0 0 0 0,1 0 0 0 0,-3-1-107 0 0,-1 0 6 0 0,0 0 0 0 0,0 1 1 0 0,0 0-1 0 0,-1 0 0 0 0,1 0 1 0 0,-1 1-1 0 0,1 1 1 0 0,-1-1-1 0 0,1 1 0 0 0,-1 1 1 0 0,0-1-1 0 0,1 1 0 0 0,-2 1-6 0 0,-40 13-1193 0 0,41-9 570 0 0,-15 11-5468 0 0,18-12 375 0 0</inkml:trace>
</inkml:ink>
</file>

<file path=ppt/ink/ink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46.6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22 10136 0 0,'0'0'230'0'0,"0"0"30"0"0,-1 1 19 0 0,-48 36 817 0 0,7 7 2125 0 0,9 23-1349 0 0,29-4-2047 0 0,4-57 125 0 0,1-1-1 0 0,0 1 0 0 0,0-1 1 0 0,0 0-1 0 0,0 1 0 0 0,1-1 1 0 0,0 0-1 0 0,0 0 1 0 0,1 0-1 0 0,-1 0 0 0 0,1-1 1 0 0,0 1-1 0 0,0-1 0 0 0,1 0 1 0 0,-1 1-1 0 0,1-1 0 0 0,0-1 1 0 0,0 1-1 0 0,0-1 0 0 0,1 1 1 0 0,-1-1-1 0 0,1 0 0 0 0,0-1 1 0 0,0 1-1 0 0,0-1 0 0 0,0 0 1 0 0,2 0 50 0 0,2-2-28 0 0,1 0 1 0 0,-1 0 0 0 0,1-1 0 0 0,-1-1 0 0 0,0 0 0 0 0,1 0 0 0 0,-1 0 0 0 0,0-1 0 0 0,0-1-1 0 0,-1 0 1 0 0,1 0 0 0 0,-1 0 0 0 0,0-1 0 0 0,0 0 0 0 0,0-1 0 0 0,-1 0 0 0 0,0 0 0 0 0,5-6 27 0 0,-5 6 244 0 0,-1-1 1 0 0,1 0 0 0 0,-2 0-1 0 0,1-1 1 0 0,-1 0 0 0 0,0 0 0 0 0,-1 0-1 0 0,0 0 1 0 0,0-1 0 0 0,-1 1 0 0 0,0-1-1 0 0,0 0 1 0 0,-1 0 0 0 0,0 0-1 0 0,-1-1 1 0 0,0 1 0 0 0,-1 0 0 0 0,1 0-1 0 0,-2-1 1 0 0,0-7-245 0 0,0 12 79 0 0,-1 0 0 0 0,0 0 0 0 0,1 1 0 0 0,-1-1 1 0 0,-1 1-1 0 0,1-1 0 0 0,-1 1 0 0 0,1 0 0 0 0,-1 0 0 0 0,-1 0 0 0 0,1 0 0 0 0,0 0 0 0 0,-1 1 0 0 0,0 0 0 0 0,0 0 1 0 0,0 0-1 0 0,0 0 0 0 0,0 0 0 0 0,-1 1 0 0 0,1 0 0 0 0,-1 0 0 0 0,1 0 0 0 0,-1 0 0 0 0,0 1 0 0 0,-1-1-79 0 0,0 0-20 0 0,-1 0 1 0 0,1 1-1 0 0,-1-1 0 0 0,1 1 0 0 0,-1 1 0 0 0,1-1 0 0 0,-1 1 0 0 0,0 0 0 0 0,1 1 0 0 0,-1-1 0 0 0,1 1 1 0 0,-1 0-1 0 0,-1 1 20 0 0,-50 27-3018 0 0,46-18-1635 0 0,2-3-1385 0 0</inkml:trace>
</inkml:ink>
</file>

<file path=ppt/ink/ink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3:47.2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115 1 11168 0 0,'0'0'256'0'0,"0"0"34"0"0,0 0 20 0 0,0 0-40 0 0,-1 0-175 0 0,-5 4 303 0 0,0 1 1 0 0,0 0-1 0 0,1-1 0 0 0,0 2 1 0 0,0-1-1 0 0,0 1 0 0 0,1-1 1 0 0,0 1-1 0 0,0 0 0 0 0,0 1 0 0 0,1-1 1 0 0,0 1-1 0 0,0-1 0 0 0,1 1 1 0 0,-1 0-1 0 0,1 0 0 0 0,1 0 1 0 0,0 0-1 0 0,0 1 0 0 0,0 2-398 0 0,-21 113 1380 0 0,9-7-988 0 0,8-16-376 0 0,9-25-109 0 0,-3-49-422 0 0,9-19-2127 0 0,-2-9 864 0 0,1-1-4465 0 0</inkml:trace>
</inkml:ink>
</file>

<file path=ppt/ink/ink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5:24.56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1 505 7888 0 0,'0'0'174'0'0,"0"0"29"0"0,0 0 13 0 0,0 0 57 0 0,0 0 214 0 0,0 0 90 0 0,0 0 21 0 0,0 0-37 0 0,0 0-162 0 0,0 0-71 0 0,0 0-10 0 0,0 0-11 0 0,0 0-30 0 0,0 0-11 0 0,0 0-2 0 0,0 0-6 0 0,0 0-22 0 0,0 0-10 0 0,0 0-2 0 0,0 9 744 0 0,4 28 445 0 0,0 4-61 0 0,0-18-948 0 0,2 15 242 0 0,-2-18-270 0 0,-8 24-10 0 0,4 12 56 0 0,12 15-274 0 0,3 15-148 0 0,-6-7 64 0 0,-1-7-64 0 0,1-7 0 0 0,-4-32 11 0 0,-1-1-327 0 0,5 15-115 0 0,-4-15 431 0 0,-2 55 0 0 0,1-44 0 0 0,1-3 0 0 0,4 45 0 0 0,-9 22 0 0 0,4-56 0 0 0,5 4 0 0 0,-4 35 0 0 0,-5-66 0 0 0,0 47 23 0 0,-1-62-54 0 0,-2 1 31 0 0,2-2 0 0 0,1 1 0 0 0,1-1 0 0 0,2-1 0 0 0,-2 2 0 0 0,-1-2 0 0 0,0 1 0 0 0,0 0 0 0 0,0-1 63 0 0,0-6 268 0 0,0 15 1235 0 0,3-9-1550 0 0,-1-2-16 0 0,10 18 0 0 0,6-11 0 0 0,-5-7 0 0 0,20 9 0 0 0,18-10 0 0 0,-19-8 0 0 0,66 4 0 0 0,-46 8 0 0 0,103-8 0 0 0,-87 12 0 0 0,-15-8 0 0 0,18 4 0 0 0,146-8 0 0 0,-146-8 0 0 0,36-7 488 0 0,-15 7 864 0 0,11 1-2013 0 0,-59 2 674 0 0,32-2 819 0 0,-15-7-832 0 0,33-8 0 0 0,-33 13 0 0 0,33 3-488 0 0,3 5 488 0 0,104 1 64 0 0,-193 0-64 0 0,0 0 11 0 0,-4 0 32 0 0,1-3-33 0 0,3 2-10 0 0,-2 0 0 0 0,1-2 0 0 0,-1 2 0 0 0,1 1 0 0 0,-1-2 0 0 0,2 1 0 0 0,-3-2 0 0 0,0 2 0 0 0,3 0 0 0 0,-2-2 0 0 0,1 1 0 0 0,-2-3 0 0 0,4-4 75 0 0,4-19 50 0 0,-8-6 35 0 0,-1-3 32 0 0,2-88 262 0 0,-7 81-342 0 0,-8-129 188 0 0,5 48 17 0 0,4-121 90 0 0,-5 191-397 0 0,-4-43 44 0 0,9-163 160 0 0,5 229-100 0 0,-1-14-40 0 0,-4-33 54 0 0,-4 41-117 0 0,-1 17 42 0 0,-4-23 75 0 0,5 9-64 0 0,4-59-10 0 0,0 94-113 0 0,0 0-34 0 0,0 0-18 0 0,0 0-8 0 0,0 0-1 0 0,0 0-17 0 0,0 0-72 0 0,0 0-30 0 0,0 0-8 0 0,0 0-26 0 0,0 0-107 0 0,13 4-1148 0 0,-4-4-64 0 0,0 0-403 0 0</inkml:trace>
  <inkml:trace contextRef="#ctx0" brushRef="#br0" timeOffset="20419.16">2310 560 5456 0 0,'0'0'158'0'0,"0"0"84"0"0,0 0 240 0 0,0 0 102 0 0,0 0 22 0 0,0 0-49 0 0,0 0-212 0 0,0 0-90 0 0,0 0-20 0 0,0 0 34 0 0,0 0 158 0 0,0 0 70 0 0,0 0 14 0 0,0 0-69 0 0,2-1-292 0 0,32-17 250 0 0,-6 8 862 0 0,105-32 430 0 0,-17 1-154 0 0,78-41-1538 0 0,18-7 1186 0 0,-39 34-1097 0 0,-4-1 603 0 0,-31 5-1320 0 0,-77 31 628 0 0,-36 17 728 0 0,-23 3-522 0 0,-2 0-314 0 0,0 0-138 0 0,0 0-30 0 0,-2 0 43 0 0,-32-10 186 0 0,-18-4 47 0 0,-2-3 0 0 0,9 2 64 0 0,17 7-17 0 0,26 8-128 0 0,15-3 3 0 0,79-14 962 0 0,20 9-55 0 0,-81 9-703 0 0,18 3 7 0 0,-32 4-121 0 0,-13-4-12 0 0,5 11 0 0 0,-6-7 0 0 0,-4-4 0 0 0,-1 1 0 0 0,0-1 0 0 0,0 0 0 0 0,0 0 0 0 0,0-1 0 0 0,0 1 0 0 0,-1 0 0 0 0,0-1 0 0 0,1 0 0 0 0,-1 1 0 0 0,-1-1 0 0 0,1 0 0 0 0,0 0 0 0 0,-1-1 0 0 0,-1 2 0 0 0,2-2 0 0 0,-86 74 1883 0 0,32-14-3334 0 0,52-54 1191 0 0,1-1 130 0 0,4 1-2405 0 0,0-8-3603 0 0</inkml:trace>
</inkml:ink>
</file>

<file path=ppt/ink/ink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6:17.82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390 131 8592 0 0,'0'0'250'0'0,"0"0"4"0"0,4-10 723 0 0,-4 9 5908 0 0,-53 74-6104 0 0,21-22-667 0 0,-25 56-52 0 0,-35 23-835 0 0,17-36-1073 0 0,52-58 372 0 0,9-17-2832 0 0,6-10 198 0 0</inkml:trace>
  <inkml:trace contextRef="#ctx0" brushRef="#br0" timeOffset="378.62">4 308 10136 0 0,'0'0'230'0'0,"0"-11"548"0"0,-4-1-730 0 0,4 6 29 0 0,12-27 3919 0 0,-11 31-3340 0 0,-1 2-228 0 0,0 0-99 0 0,0 0-17 0 0,13 5 577 0 0,37 38-17 0 0,-18-2-424 0 0,10 13-106 0 0,-11-10-236 0 0,41 61-42 0 0,-25-30-85 0 0,-20-40-1727 0 0,-18-32-3676 0 0,-4-2 26 0 0</inkml:trace>
  <inkml:trace contextRef="#ctx0" brushRef="#br0" timeOffset="836.31">474 532 10136 0 0,'0'0'230'0'0,"0"0"30"0"0,0 0 19 0 0,0 0 37 0 0,0 0 125 0 0,0 0 58 0 0,0 0 12 0 0,0 0 42 0 0,-4-9 1798 0 0,4 7-2233 0 0,0 0 1 0 0,0 0 0 0 0,1 0 0 0 0,-1 0 0 0 0,1 0 0 0 0,0 0 0 0 0,0 0 0 0 0,0 0 0 0 0,0 0 0 0 0,0 0 0 0 0,0 1 0 0 0,0-1 0 0 0,0 0 0 0 0,1 1 0 0 0,-1-1 0 0 0,1 1 0 0 0,-1-1 0 0 0,1 1 0 0 0,-1 0 0 0 0,1 0 0 0 0,0-1 0 0 0,0 1 0 0 0,0 0 0 0 0,0 1 0 0 0,0-1 0 0 0,0 0 0 0 0,0 0-119 0 0,17-10 491 0 0,25 4-361 0 0,-28 7-102 0 0,7 14 438 0 0,-21-12-474 0 0,-1 0-1 0 0,0-1 1 0 0,0 1-1 0 0,0 0 1 0 0,0 0-1 0 0,-1 0 1 0 0,1 0-1 0 0,0 0 1 0 0,-1 0-1 0 0,1 0 1 0 0,-1 0-1 0 0,0 0 0 0 0,0 0 1 0 0,0 0-1 0 0,0 0 1 0 0,0 0-1 0 0,0 1 1 0 0,0-1-1 0 0,-1 0 1 0 0,1 0-1 0 0,-1 0 1 0 0,0 0-1 0 0,1 0 1 0 0,-1 0-1 0 0,0 0 9 0 0,-70 125-1891 0 0,22-34 1571 0 0,44-73 320 0 0,2-11 0 0 0,7-2 0 0 0,-1-6 28 0 0,0 1-1 0 0,0-1 1 0 0,1 1-1 0 0,-1-1 1 0 0,0 0-1 0 0,1 0 1 0 0,-1 0 0 0 0,1-1-1 0 0,-1 1 1 0 0,1-1-1 0 0,-1 0 1 0 0,0 0-1 0 0,1 0 1 0 0,-1 0-1 0 0,3-1-27 0 0,10 0 83 0 0,70-11 733 0 0,-4 3-464 0 0,-38 9-662 0 0,-13 0-3577 0 0,-23 0 2469 0 0</inkml:trace>
  <inkml:trace contextRef="#ctx0" brushRef="#br0" timeOffset="16040.33">1090 193 10944 0 0,'0'0'248'0'0,"0"0"34"0"0,1-7 284 0 0,2 3-362 0 0,-2 3 380 0 0,-1 1 184 0 0,0 0 37 0 0,0 0-38 0 0,0 0-201 0 0,0 0-87 0 0,0 0-21 0 0,0 0-38 0 0,0 0-152 0 0,0 0-68 0 0,-2 1-9 0 0,-4 3-122 0 0,-1 0 0 0 0,1 1 0 0 0,0-1 0 0 0,0 1 0 0 0,0 1 0 0 0,1-1 0 0 0,0 1 0 0 0,0 0 0 0 0,0 0 0 0 0,1 1 0 0 0,-1-1 0 0 0,2 1-1 0 0,-1 0 1 0 0,0 1-69 0 0,-23 44 12 0 0,20-35-12 0 0,-1-1 0 0 0,-1 0 0 0 0,0-1 0 0 0,-1 0 0 0 0,0 0 0 0 0,-2-1 0 0 0,-11 11 0 0 0,-41 51-424 0 0,-5-1-1397 0 0,33-41-1097 0 0,27-30 1426 0 0</inkml:trace>
  <inkml:trace contextRef="#ctx0" brushRef="#br0" timeOffset="16409.58">669 402 8512 0 0,'-13'-35'592'0'0,"9"15"1377"0"0,23-20 2316 0 0,-15 39-4123 0 0,-1-1 0 0 0,1 1-1 0 0,0-1 1 0 0,0 1 0 0 0,0 0 0 0 0,0 0-1 0 0,0 1 1 0 0,0-1 0 0 0,0 1-1 0 0,0 0 1 0 0,0 0 0 0 0,0 1 0 0 0,0-1-1 0 0,0 1 1 0 0,0-1 0 0 0,0 1 0 0 0,-1 1-1 0 0,1-1 1 0 0,0 0 0 0 0,2 2-162 0 0,41 29 197 0 0,11 8-33 0 0,-8 11-100 0 0,6 8 43 0 0,-33-27-97 0 0,13 15-10 0 0,25 13-4045 0 0,-57-58 2483 0 0</inkml:trace>
  <inkml:trace contextRef="#ctx0" brushRef="#br0" timeOffset="17125.7">1241 493 9360 0 0,'0'0'208'0'0,"0"0"33"0"0,0 0 15 0 0,0 0 97 0 0,0 0 383 0 0,0 0 168 0 0,0 0 31 0 0,0 0-38 0 0,0 0-190 0 0,0 0-88 0 0,0 0-13 0 0,0 0-48 0 0,0 0-187 0 0,0 0-77 0 0,0 0-20 0 0,0 0-26 0 0,-1 2-100 0 0,-15 51 212 0 0,12 34-220 0 0,4-82-140 0 0,1 0 0 0 0,0 1 0 0 0,0-1 0 0 0,1 0 0 0 0,-1 0 0 0 0,1 0 0 0 0,0 0 0 0 0,0 0 0 0 0,1 0 0 0 0,-1-1 0 0 0,1 1 0 0 0,0-1 0 0 0,0 0 0 0 0,1 0 0 0 0,1 2 0 0 0,-1-5 0 0 0,-1 0 0 0 0,1 0 0 0 0,-1 0 0 0 0,1 0 0 0 0,0-1 0 0 0,-1 0 0 0 0,1 0 0 0 0,0 0 0 0 0,-1 0 0 0 0,1 0 0 0 0,0-1 0 0 0,-1 0 0 0 0,1 1 0 0 0,2-2 0 0 0,53-37 388 0 0,-56 36-299 0 0,0 0-1 0 0,0 0 1 0 0,-1 0-1 0 0,1-1 0 0 0,-1 1 1 0 0,0-1-1 0 0,0 1 1 0 0,0-1-1 0 0,0 0 0 0 0,0 0 1 0 0,-1 0-1 0 0,0 0 1 0 0,0 0-1 0 0,0 0 0 0 0,0 0 1 0 0,0 0-1 0 0,-1-3-88 0 0,1 0 131 0 0,-1 3-93 0 0,0-1 1 0 0,0 1-1 0 0,0 0 1 0 0,-1-1 0 0 0,0 1-1 0 0,0 0 1 0 0,0 0-1 0 0,0-1 1 0 0,-1 1-1 0 0,1 0 1 0 0,-1 0 0 0 0,0 1-1 0 0,0-1 1 0 0,-1 0-1 0 0,-1-1-38 0 0,-1 1-116 0 0,0 0 0 0 0,-1 1 0 0 0,1-1 0 0 0,-1 1 0 0 0,0 1 0 0 0,0-1 0 0 0,0 1 0 0 0,-1 0 0 0 0,1 0 0 0 0,0 1 0 0 0,-1 0 0 0 0,1 0 0 0 0,-1 0 0 0 0,1 1 0 0 0,-1 0 0 0 0,1 0 0 0 0,-1 1 0 0 0,0 0 116 0 0,-5-1-798 0 0,-1 0-3658 0 0,1 4-1353 0 0</inkml:trace>
  <inkml:trace contextRef="#ctx0" brushRef="#br0" timeOffset="17556.18">555 107 7200 0 0,'0'0'165'0'0,"0"0"22"0"0,0 0 6 0 0,0 0 55 0 0,0 0 208 0 0,0 0 89 0 0,0 0 21 0 0,0 0-8 0 0,0 0-36 0 0,0 0-12 0 0,0 0-4 0 0,0 0-22 0 0,0 0-83 0 0,0 0-32 0 0,0 0-7 0 0,0 0-25 0 0,0 0-94 0 0,0 0-41 0 0,0 0-8 0 0,1 1-8 0 0,4 0-105 0 0,0 0-1 0 0,0 0 1 0 0,0 0-1 0 0,1 0 1 0 0,-1-1-1 0 0,0 1 1 0 0,0-1-1 0 0,1-1 1 0 0,-1 1-1 0 0,0-1 1 0 0,0 0-1 0 0,0 0 1 0 0,4-2-81 0 0,23-2 359 0 0,36-7 296 0 0,2 0-79 0 0,46 2 136 0 0,-68 1-501 0 0,19-6 0 0 0,-36 6-107 0 0,4-3 56 0 0,0 2 170 0 0,5-2-200 0 0,-39 12-241 0 0,-1 0-10 0 0,0 0-26 0 0,4 0-279 0 0,-3 0-5010 0 0,-1 0-20 0 0</inkml:trace>
</inkml:ink>
</file>

<file path=ppt/ink/ink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5:26.718"/>
    </inkml:context>
    <inkml:brush xml:id="br0">
      <inkml:brushProperty name="width" value="0.05" units="cm"/>
      <inkml:brushProperty name="height" value="0.05" units="cm"/>
      <inkml:brushProperty name="color" value="#AB008B"/>
    </inkml:brush>
    <inkml:brush xml:id="br1">
      <inkml:brushProperty name="width" value="0.05" units="cm"/>
      <inkml:brushProperty name="height" value="0.05" units="cm"/>
      <inkml:brushProperty name="color" value="#008000"/>
    </inkml:brush>
  </inkml:definitions>
  <inkml:trace contextRef="#ctx0" brushRef="#br0">1458 276 8288 0 0,'0'0'190'0'0,"0"0"66"0"0,0 0 162 0 0,0 0 46 0 0,0 0 33 0 0,0 0 14 0 0,0 0 1 0 0,0 0 0 0 0,0 0 0 0 0,0 0 0 0 0,0 0-2 0 0,0 0-4 0 0,0 0-2 0 0,-1 9 590 0 0,-6 45-1076 0 0,2 9 2037 0 0,9 31-2039 0 0,9 20-16 0 0,-4 16 0 0 0,0 32 0 0 0,-1-47 0 0 0,-7 30 211 0 0,-1-95-74 0 0,0 176 603 0 0,0-219-776 0 0,0-6-150 0 0,0-1-64 0 0,0 0-7 0 0,0 0-4 0 0,0 0 5 0 0,0 0 6 0 0,0 0 2 0 0,0 0-211 0 0,0 0-892 0 0,0 0-382 0 0</inkml:trace>
  <inkml:trace contextRef="#ctx0" brushRef="#br0" timeOffset="1562.83">1379 310 8288 0 0,'0'0'190'0'0,"0"0"66"0"0,0 0 162 0 0,0 0 46 0 0,0 0 33 0 0,0 0 14 0 0,0 0-69 0 0,1 0-292 0 0,42-14 1898 0 0,10-3-592 0 0,13-2-848 0 0,-34 6-554 0 0,24 1 1329 0 0,25-6-781 0 0,34-6-234 0 0,93-12-560 0 0,-46-3 656 0 0,-13 8-400 0 0,-66 19-64 0 0,38-4 64 0 0,20 8-604 0 0,-65 4 1278 0 0,21 3-898 0 0,166 1-51 0 0,-237 5 888 0 0,8 7-125 0 0,-11 0-344 0 0,4 15-208 0 0,-23-20 0 0 0,0 1 0 0 0,-1 0 0 0 0,0 0 0 0 0,-1 1 0 0 0,0-1 0 0 0,0 0 0 0 0,-1 1 0 0 0,0 0 0 0 0,0-1 0 0 0,-1 9 0 0 0,4 30 0 0 0,-13 44 2072 0 0,5-41-2072 0 0,-10 37 0 0 0,0 4 0 0 0,1-8 0 0 0,-1 19 0 0 0,-2-23 0 0 0,2 24 1440 0 0,9 31-832 0 0,10-87-608 0 0,-5 20 0 0 0,-4 13 931 0 0,3 17 186 0 0,6-42-1117 0 0,-1-18 0 0 0,1 17 0 0 0,-1-30 0 0 0,-3-16 0 0 0,11 17-284 0 0,-11-23 224 0 0,-1-2-12 0 0,0 0 0 0 0,0 0-36 0 0,0 0-149 0 0,0 0-60 0 0,0 0-17 0 0,0 0-164 0 0,0-12-2170 0 0,0 4 64 0 0,0 1-4241 0 0</inkml:trace>
  <inkml:trace contextRef="#ctx0" brushRef="#br0" timeOffset="2155.05">1516 1379 7056 0 0,'0'0'157'0'0,"0"0"56"0"0,0 0 170 0 0,0 0 146 0 0,0 0 70 0 0,-1 1 17 0 0,-2 7 605 0 0,3-8-627 0 0,-6 8 1131 0 0,-15 73 2172 0 0,17-9-2608 0 0,-2-5-829 0 0,-2-40-346 0 0,0-12-225 0 0,7-14-50 0 0,-4 7-2603 0 0,5-8 1443 0 0</inkml:trace>
  <inkml:trace contextRef="#ctx0" brushRef="#br1" timeOffset="84824.48">0 154 5880 0 0,'0'0'168'0'0,"0"0"70"0"0,0 0 170 0 0,0 0 68 0 0,0 0 18 0 0,0 0-12 0 0,0 0-56 0 0,0 0-30 0 0,0 0-4 0 0,0 0 0 0 0,0 0 0 0 0,2-1 0 0 0,4-2 0 0 0,-5 2 5 0 0,-1 1 23 0 0,6-4 871 0 0,4 7 1391 0 0,-10-2-2507 0 0,2 0-125 0 0,-1 0 0 0 0,1 0 0 0 0,-1 0 0 0 0,0 0 0 0 0,1 0 0 0 0,-1 0 0 0 0,0 0-1 0 0,0 1 1 0 0,0-1 0 0 0,0 0 0 0 0,0 1 0 0 0,0-1 0 0 0,-1 1 0 0 0,1-1 0 0 0,0 1 0 0 0,-1-1 0 0 0,1 1 0 0 0,-1-1 0 0 0,1 1 0 0 0,-1 0 0 0 0,0-1 0 0 0,0 1 0 0 0,1 0 0 0 0,-1-1 0 0 0,-1 1 0 0 0,1 0 0 0 0,0-1-1 0 0,0 1 1 0 0,0 0 0 0 0,-1-1 0 0 0,0 1-50 0 0,1 4 38 0 0,-3 72 642 0 0,2-50-517 0 0,1 27 34 0 0,-4-36-47 0 0,3 38 239 0 0,-3-31-272 0 0,4 59 257 0 0,8-44-310 0 0,-3 2 21 0 0,-1-5-32 0 0,-3 15 11 0 0,-1-14 60 0 0,4-6-48 0 0,-5-31-76 0 0,0 1 0 0 0,0 0 0 0 0,0 0 0 0 0,1 0 0 0 0,-1 0 0 0 0,1 0 0 0 0,0 0 0 0 0,0 0 0 0 0,0 0 0 0 0,0 0 0 0 0,0 0 0 0 0,1 1 0 0 0,-1-1 0 0 0,1 0 0 0 0,0-1 0 0 0,1 3 0 0 0,2 19 11 0 0,-3 18 106 0 0,-2-33-117 0 0,-2 1 0 0 0,2-2 0 0 0,1 0 0 0 0,0 1 0 0 0,-8 26 0 0 0,7-24 0 0 0,1-2 0 0 0,-3-1 0 0 0,1 0 0 0 0,-1 2 0 0 0,2-1 0 0 0,2-1 0 0 0,2 1 0 0 0,-1 1 0 0 0,1-2 0 0 0,2 0 0 0 0,-1 0 0 0 0,1 0 0 0 0,-1-3 0 0 0,1 2 0 0 0,3-3 0 0 0,11 3 0 0 0,-11-6 0 0 0,-2-1 0 0 0,1 2 0 0 0,122 3-64 0 0,-80-8 64 0 0,-18-1 0 0 0,18 4 0 0 0,31 0-64 0 0,-22-7 64 0 0,-32 7 0 0 0,36-4 0 0 0,-17-1 0 0 0,30 5 0 0 0,-18-3 0 0 0,-25-1-53 0 0,26 3 42 0 0,-5-3 11 0 0,30-8 0 0 0,-3 8 0 0 0,54-1 0 0 0,-81 6 0 0 0,332-1 0 0 0,-295-3 0 0 0,117 6 0 0 0,-52-3 0 0 0,-27 0 0 0 0,-65 5 0 0 0,34-9 0 0 0,6 1 0 0 0,48 2 0 0 0,8 1 0 0 0,-75-9 0 0 0,9 3 0 0 0,41 5 0 0 0,95 1 0 0 0,-175-5 0 0 0,315 5 0 0 0,-295-7 0 0 0,-24 2 0 0 0,-25 6 0 0 0,64-8 0 0 0,-39 5 0 0 0,92-2 0 0 0,-102 2 0 0 0,0 4 54 0 0,-2 3-44 0 0,-6-1-10 0 0,34-7 0 0 0,15 2-64 0 0,-63 1 64 0 0,0 0 0 0 0,-10-1 0 0 0,-2-2 0 0 0,18 2 0 0 0,-6 1-10 0 0,-5-2-54 0 0,6 1 10 0 0,-11 2 54 0 0,-2 1 0 0 0,0-2-10 0 0,-3 0-33 0 0,1 0 32 0 0,4 0 11 0 0,-3-2 0 0 0,3 1 0 0 0,15-15 0 0 0,-5 4 0 0 0,-1-26 136 0 0,-8 9 62 0 0,9-34 100 0 0,-5 0-90 0 0,4-15 59 0 0,-7 0-51 0 0,-6 26-56 0 0,0-8-64 0 0,18-81-43 0 0,-17 41-53 0 0,-14 33 136 0 0,5 25-136 0 0,-5-21 0 0 0,9-1 0 0 0,0 57 0 0 0,0 2 0 0 0,-5-12-26 0 0,5 16-113 0 0,0 1-48 0 0,0 0-6 0 0,0 0-47 0 0,0 0-176 0 0,0 0-80 0 0,0 0-799 0 0,0 0-3295 0 0,0 0-1419 0 0</inkml:trace>
  <inkml:trace contextRef="#ctx0" brushRef="#br1" timeOffset="87111.7">88 233 5120 0 0,'0'0'116'0'0,"0"0"17"0"0,0 0 10 0 0,0 0 38 0 0,0 0 158 0 0,0 0 69 0 0,0 0 9 0 0,0 0-1 0 0,0 0-28 0 0,0 0-17 0 0,0 0-3 0 0,0 0-8 0 0,0 0-32 0 0,0 0-10 0 0,0 0-4 0 0,0 0-9 0 0,0 0-28 0 0,0 0-11 0 0,0 0-2 0 0,6-5 560 0 0,2 2-600 0 0,1 0 0 0 0,-1 1 0 0 0,1 0 0 0 0,-1 0 1 0 0,1 1-1 0 0,-1 1 0 0 0,1-1 0 0 0,0 1 0 0 0,7 1-224 0 0,45-3 223 0 0,20-6 465 0 0,-35 4-256 0 0,36-4 14 0 0,-22 4-252 0 0,100-11 414 0 0,-14 14-353 0 0,-74 9-191 0 0,-28-4 0 0 0,-3 0-64 0 0,154-3 64 0 0,3-2-64 0 0,-100-3 54 0 0,-26-4 74 0 0,-32-1-64 0 0,62-11 128 0 0,0 9-107 0 0,20 4 32 0 0,-26-1-106 0 0,-5 0 42 0 0,-54 4 22 0 0,81-19 42 0 0,47-1 1 0 0,-15 24-44 0 0,-55-4-74 0 0,-12-4 64 0 0,-44 4-64 0 0,24-3 0 0 0,105-2 64 0 0,-91 5-64 0 0,74 8 75 0 0,35-4 170 0 0,-130-4-181 0 0,20-4 54 0 0,-10 4 18 0 0,58 4 74 0 0,-62 4-146 0 0,32-4 64 0 0,-59 4-64 0 0,59-19 212 0 0,-55 11-200 0 0,54 1 63 0 0,-48 4-86 0 0,43 0 159 0 0,7 11-152 0 0,-31-8 15 0 0,-18 1 106 0 0,-24-5-115 0 0,31 0 220 0 0,-31 0-222 0 0,39 0 118 0 0,-23 7-108 0 0,-21-7-74 0 0,3 8 64 0 0,-5 0-10 0 0,-6 12 20 0 0,-1 7-20 0 0,1-3-44 0 0,-5-16-10 0 0,-4-7-73 0 0,0 0 0 0 0,0 1 0 0 0,0-1 1 0 0,1 0-1 0 0,-1 1 0 0 0,0-1 0 0 0,1 0 0 0 0,-1 1 0 0 0,1-1 0 0 0,-1 0 0 0 0,1 0 0 0 0,0 0 0 0 0,-1 1 0 0 0,1-1 0 0 0,0 0 0 0 0,0 0 0 0 0,0 0 0 0 0,0 0 0 0 0,0 0 0 0 0,0-1 0 0 0,0 1 0 0 0,0 0 0 0 0,0 0 0 0 0,0-1 0 0 0,1 1 1 0 0,-1 0-1 0 0,0-1 0 0 0,0 1 0 0 0,1-1 0 0 0,-1 0 0 0 0,0 1 0 0 0,1-1 0 0 0,-1 0 0 0 0,0 0 0 0 0,1 0 0 0 0,-1 0 0 0 0,0 0 0 0 0,1 0 0 0 0,-1 0 73 0 0,8 0-1139 0 0</inkml:trace>
  <inkml:trace contextRef="#ctx0" brushRef="#br1" timeOffset="90206.4">4907 552 8288 0 0,'0'0'190'0'0,"0"0"28"0"0,0 0 7 0 0,0 0 43 0 0,0 0 159 0 0,0 0 70 0 0,0 0 14 0 0,15 3 1979 0 0,-9-3-2268 0 0,-4 0 164 0 0,-2 0-352 0 0,-1 0-1 0 0,1 0 1 0 0,0 0-1 0 0,0 1 0 0 0,0-1 1 0 0,0 0-1 0 0,0 0 1 0 0,-1 0-1 0 0,1 0 1 0 0,0 0-1 0 0,0 1 1 0 0,0-1-1 0 0,0 0 0 0 0,0 0 1 0 0,0 0-1 0 0,0 0 1 0 0,0 1-1 0 0,0-1 1 0 0,0 0-1 0 0,0 0 1 0 0,0 0-1 0 0,0 1 0 0 0,-1-1 1 0 0,1 0-1 0 0,0 0 1 0 0,1 0-1 0 0,-1 0 1 0 0,0 1-1 0 0,0-1 1 0 0,0 0-1 0 0,0 0 0 0 0,0 0 1 0 0,0 1-1 0 0,0-1 1 0 0,0 0-1 0 0,0 0 1 0 0,0 0-1 0 0,0 0 1 0 0,0 1-1 0 0,1-1 0 0 0,-1 0 1 0 0,0 0-1 0 0,0 0 1 0 0,0 0-1 0 0,0 0 1 0 0,0 0-1 0 0,1 1 1 0 0,-1-1-34 0 0,-32 11 0 0 0,-47 1 0 0 0,45-3 74 0 0,33-9-19 0 0,1 0 14 0 0,0 0-3 0 0,0 0-2 0 0,0 0 10 0 0,18 0 308 0 0,35-8 209 0 0,-9 0-119 0 0,106-12 680 0 0,-8-3-176 0 0,53-16-784 0 0,-68 34-149 0 0,-123 3 519 0 0,-3 0-2263 0 0,0 2-4813 0 0,-1 0 1397 0 0</inkml:trace>
  <inkml:trace contextRef="#ctx0" brushRef="#br1" timeOffset="90592.35">5480 327 6720 0 0,'0'0'197'0'0,"-10"0"2086"0"0,-5 0-243 0 0,14 0-1392 0 0,1 0-23 0 0,-2 1-94 0 0,-5 2 441 0 0,7-3-524 0 0,0 0-136 0 0,0 0-66 0 0,-5 5 1574 0 0,7-2-1740 0 0,-1 0 1 0 0,1 0-1 0 0,0 0 0 0 0,0 0 0 0 0,0 0 0 0 0,1 0 0 0 0,-1-1 1 0 0,1 1-1 0 0,0-1 0 0 0,-1 1 0 0 0,1-1 0 0 0,0 0 0 0 0,0 0 1 0 0,0-1-1 0 0,1 1 0 0 0,-1 0 0 0 0,0-1 0 0 0,1 0 0 0 0,-1 0 1 0 0,0 0-1 0 0,1 0 0 0 0,0-1 0 0 0,-1 1 0 0 0,1-1 1 0 0,1 0-81 0 0,15 6 224 0 0,15 3-110 0 0,-27-7-79 0 0,-1 0-1 0 0,1 0 1 0 0,-1 0-1 0 0,0 1 1 0 0,1 0-1 0 0,-1 0 1 0 0,-1 1-1 0 0,1 0 0 0 0,5 4-34 0 0,-10-7 4 0 0,-1 0 0 0 0,1 1-1 0 0,-1-1 1 0 0,0 0-1 0 0,0 1 1 0 0,1-1-1 0 0,-1 0 1 0 0,0 1-1 0 0,0 0 1 0 0,0-1 0 0 0,0 1-1 0 0,-1 0 1 0 0,1-1-1 0 0,0 1 1 0 0,-1 0-1 0 0,1 0 1 0 0,-1-1-1 0 0,0 1 1 0 0,1 0-1 0 0,-1 0 1 0 0,0 0 0 0 0,0 0-1 0 0,0-1 1 0 0,-1 1-1 0 0,1 0 1 0 0,0 0-1 0 0,-1 0 1 0 0,1-1-1 0 0,-1 1 1 0 0,1 0 0 0 0,-1 0-1 0 0,0-1 1 0 0,0 1-4 0 0,-47 41 74 0 0,-14 1-74 0 0,36-22-14 0 0,23-18 357 0 0,1-3-1913 0 0,1 0-4524 0 0,1-1 774 0 0</inkml:trace>
  <inkml:trace contextRef="#ctx0" brushRef="#br1" timeOffset="98227.52">6385 370 10592 0 0,'0'0'241'0'0,"0"0"38"0"0,0 0 10 0 0,0 0-33 0 0,0 0-73 0 0,-2 2 561 0 0,-2 4 273 0 0,-62 61 2349 0 0,32-15-2718 0 0,-16 30-410 0 0,-3-3-406 0 0,-44 63-758 0 0,79-117 583 0 0,10-13-122 0 0,0-1-1 0 0,0 0 1 0 0,-1 0-1 0 0,-1-1 0 0 0,0-1 1 0 0,0 1-1 0 0,-4 1 466 0 0,1-3-4813 0 0</inkml:trace>
  <inkml:trace contextRef="#ctx0" brushRef="#br1" timeOffset="98566.27">5897 716 11952 0 0,'-27'-50'1193'0'0,"-2"2"-787"0"0,22 13 3246 0 0,38 8-2137 0 0,-22 25-1446 0 0,-1 1 0 0 0,0 1 0 0 0,1 0 0 0 0,-1 0 0 0 0,1 0 0 0 0,-1 1 1 0 0,1 0-1 0 0,-1 1 0 0 0,0 0 0 0 0,0 0 0 0 0,0 1 0 0 0,0 0 0 0 0,0 0 0 0 0,-1 1 0 0 0,3 1-69 0 0,57 51 392 0 0,8 49-275 0 0,-17-26-117 0 0,5-1-13 0 0,-29-46-151 0 0,14-1-884 0 0,-47-30 559 0 0,3-1-337 0 0,-3 0-5131 0 0,-1 0 3911 0 0</inkml:trace>
  <inkml:trace contextRef="#ctx0" brushRef="#br1" timeOffset="98880.82">6402 776 8592 0 0,'0'0'250'0'0,"0"0"4"0"0,0 0-24 0 0,0 0 493 0 0,0 0 233 0 0,0 0 48 0 0,0 0-35 0 0,0 0-187 0 0,0 0-81 0 0,0 0-18 0 0,0 0-26 0 0,0 0-94 0 0,0 0-41 0 0,0 0-9 0 0,0 0-22 0 0,0 0-90 0 0,0 0-38 0 0,0 0-10 0 0,0 0-19 0 0,0 0-80 0 0,0 0-35 0 0,0 0-10 0 0,1 1-18 0 0,25 93 296 0 0,-9 27-402 0 0,-4 24-1464 0 0,-13-144 1009 0 0,0-1-118 0 0,0 0-750 0 0,0 0-3060 0 0,0 0-1315 0 0</inkml:trace>
  <inkml:trace contextRef="#ctx0" brushRef="#br1" timeOffset="99530.4">6969 528 9960 0 0,'0'0'222'0'0,"0"0"30"0"0,0 0 20 0 0,1-1-24 0 0,16-25 3328 0 0,-17 25-2876 0 0,0 1-85 0 0,0 0-20 0 0,0 0-28 0 0,0 0-99 0 0,0 0-41 0 0,0 0-10 0 0,0 0-21 0 0,0 0-84 0 0,0 0-37 0 0,0 0-10 0 0,0 0-19 0 0,-21 24 272 0 0,-29 47-370 0 0,-3 16-148 0 0,-14 23-352 0 0,10-15-757 0 0,-12-10-2845 0 0,67-84 3111 0 0,2-1-18 0 0</inkml:trace>
  <inkml:trace contextRef="#ctx0" brushRef="#br1" timeOffset="99873.32">6646 689 9040 0 0,'4'-90'2944'0'0,"10"47"1238"0"0,0 38-2741 0 0,9-3-257 0 0,-17 10-1100 0 0,-1-1-1 0 0,1 2 1 0 0,-1-1-1 0 0,1 0 0 0 0,-1 1 1 0 0,0 0-1 0 0,0 0 0 0 0,0 1 1 0 0,0-1-1 0 0,-1 1 0 0 0,1 0 1 0 0,-1 0-1 0 0,0 1 1 0 0,0-1-1 0 0,-1 1 0 0 0,1 0 1 0 0,-1 0-1 0 0,0 0 0 0 0,1 4-83 0 0,19 38 144 0 0,39 87-72 0 0,-5 12-285 0 0,-31-85-716 0 0,-9-52-3936 0 0,-16-9 3841 0 0</inkml:trace>
  <inkml:trace contextRef="#ctx0" brushRef="#br1" timeOffset="100479.66">7120 783 9648 0 0,'0'0'216'0'0,"0"0"32"0"0,0 0 12 0 0,0 0 65 0 0,0 0 211 0 0,0 0 88 0 0,0 0 16 0 0,0 0 35 0 0,0 0 118 0 0,0 0 51 0 0,-1 1 11 0 0,-5 2-92 0 0,4-2-385 0 0,1 1-170 0 0,-16 70 2186 0 0,23-11-2378 0 0,29 17-16 0 0,-33-76 7 0 0,0 0 0 0 0,0 0-1 0 0,0 0 1 0 0,0 0-1 0 0,0 0 1 0 0,1-1 0 0 0,-1 1-1 0 0,1-1 1 0 0,0 0 0 0 0,-1 1-1 0 0,1-1 1 0 0,0 0-1 0 0,0-1 1 0 0,-1 1 0 0 0,1 0-1 0 0,0-1 1 0 0,0 0-1 0 0,0 1 1 0 0,0-1 0 0 0,0-1-1 0 0,0 1 1 0 0,0 0 0 0 0,-1-1-1 0 0,1 1 1 0 0,0-1-1 0 0,0 0-6 0 0,23-11 438 0 0,-9-2 43 0 0,-13-16-60 0 0,-7 15-318 0 0,0 0 1 0 0,-2 0-1 0 0,0 0 0 0 0,0 0 0 0 0,-1 1 0 0 0,-1 0 0 0 0,-1 0 0 0 0,0 1 0 0 0,-2-3-103 0 0,-22-15-21 0 0,-13-5-1580 0 0,19 24-2291 0 0,12 5-2249 0 0</inkml:trace>
  <inkml:trace contextRef="#ctx0" brushRef="#br1" timeOffset="100995.52">6704 401 8288 0 0,'0'0'190'0'0,"0"0"28"0"0,-2 0 7 0 0,-23 5 6 0 0,-18 9 1606 0 0,20-5 2118 0 0,22-8-3659 0 0,1-1 9 0 0,0 0 38 0 0,0 0 10 0 0,0 0 5 0 0,0 0-4 0 0,0 0-30 0 0,0 0-18 0 0,0 0-2 0 0,0 0-13 0 0,0 0-58 0 0,0 0-29 0 0,0 0-4 0 0,0 0-6 0 0,0 0-28 0 0,0 0-7 0 0,0 0-6 0 0,0 0-9 0 0,0 0-33 0 0,0 0-14 0 0,13 7 213 0 0,-5-4-263 0 0,-1-1 1 0 0,1 0 0 0 0,0-1 0 0 0,-1 0 0 0 0,1 0-1 0 0,0-1 1 0 0,0 0 0 0 0,0 0 0 0 0,-1 0 0 0 0,1-1-48 0 0,19 0 132 0 0,25-1 134 0 0,0-2 0 0 0,-1-2 0 0 0,37-9-266 0 0,1 6 146 0 0,22 6-318 0 0,-111 3 231 0 0,0 0-24 0 0,0 0-137 0 0,0 0-82 0 0,0 0-28 0 0,0 0-32 0 0,0 0-118 0 0,0 0-57 0 0,7 0-307 0 0,-5 0-2409 0 0,-2 0 1510 0 0</inkml:trace>
</inkml:ink>
</file>

<file path=ppt/ink/ink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7:19.1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25 11232 0 0,'0'0'256'0'0,"-5"8"709"0"0,-7 2-850 0 0,11-9 423 0 0,1-1 185 0 0,0 0 40 0 0,0 0-38 0 0,0 0-177 0 0,0 0-72 0 0,1 2-18 0 0,2 0-338 0 0,0 0-1 0 0,0 1 1 0 0,0-2-1 0 0,0 1 1 0 0,1 0-1 0 0,-1-1 1 0 0,1 1-1 0 0,-1-1 1 0 0,1 0-1 0 0,-1 0 1 0 0,1-1-1 0 0,0 1 1 0 0,0-1-1 0 0,-1 1 1 0 0,1-1-1 0 0,0 0 1 0 0,-1-1-1 0 0,1 1 1 0 0,0-1-1 0 0,0 0 1 0 0,-1 1-1 0 0,1-2 1 0 0,-1 1-1 0 0,1 0 1 0 0,1-1-120 0 0,12-2 244 0 0,133-23 612 0 0,-66 19-701 0 0,32-8-52 0 0,-87 15-410 0 0,-18 1-2497 0 0,-11 2 642 0 0,-4 5-3750 0 0</inkml:trace>
</inkml:ink>
</file>

<file path=ppt/ink/ink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7:19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24 11544 0 0,'-27'8'1356'0'0,"14"-1"1115"0"0,17-3 714 0 0,28-4 630 0 0,-23 0-4699 0 0,60-8 1284 0 0,127-18-270 0 0,-137 18-710 0 0,-39 7-378 0 0</inkml:trace>
</inkml:ink>
</file>

<file path=ppt/ink/ink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7:18.3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266 194 11776 0 0,'9'-50'1180'0'0,"-8"24"-1230"0"0,0 18 477 0 0,-1 0 0 0 0,0 0 0 0 0,0 0 0 0 0,-1 0 0 0 0,0 0 0 0 0,0 0 0 0 0,-1 1 0 0 0,0-1 0 0 0,-2-5-427 0 0,3 11 128 0 0,0-1 0 0 0,-1 1 0 0 0,0 0 0 0 0,1 0 0 0 0,-1 0 0 0 0,0 0 1 0 0,0 0-1 0 0,0 0 0 0 0,0 0 0 0 0,-1 1 0 0 0,1-1 0 0 0,0 1 0 0 0,-1 0 0 0 0,1-1 0 0 0,-1 1 0 0 0,1 0 0 0 0,-1 0 1 0 0,1 1-1 0 0,-1-1 0 0 0,0 1 0 0 0,1-1 0 0 0,-1 1 0 0 0,0 0 0 0 0,0 0 0 0 0,1 0 0 0 0,-3 0-128 0 0,1 1 63 0 0,0-1 0 0 0,0 1 0 0 0,1 0 0 0 0,-1 1 0 0 0,0-1 0 0 0,0 1 0 0 0,1-1 0 0 0,-1 1 0 0 0,1 0 0 0 0,0 1 0 0 0,-1-1 0 0 0,1 0 0 0 0,-2 3-63 0 0,-2 2 4 0 0,1 0 1 0 0,1 0-1 0 0,-1 1 0 0 0,1-1 0 0 0,1 1 1 0 0,-1 0-1 0 0,1 1 0 0 0,1-1 0 0 0,0 1 1 0 0,0 0-1 0 0,0-1 0 0 0,1 1 0 0 0,-1 9-4 0 0,-5 124 30 0 0,8-122-30 0 0,27 240-180 0 0,14-37 763 0 0,-20-112-1456 0 0,-11 12-129 0 0,-15-81 538 0 0,5-39 302 0 0,0-1 0 0 0,0 1-1 0 0,0-1 1 0 0,0 0-1 0 0,-1 1 1 0 0,0-1 0 0 0,1 0-1 0 0,-1 1 1 0 0,0-1-1 0 0,0 0 1 0 0,0 0 0 0 0,0 0-1 0 0,0 0 1 0 0,-1 0-1 0 0,1 0 1 0 0,-1 0 0 0 0,1 0-1 0 0,-1-1 1 0 0,0 1 0 0 0,1 0-1 0 0,-1-1 1 0 0,0 1-1 0 0,0-1 1 0 0,0 0 0 0 0,-2 1 162 0 0,-5 2-5460 0 0</inkml:trace>
  <inkml:trace contextRef="#ctx0" brushRef="#br0" timeOffset="424.05">1 754 10008 0 0,'0'-21'5462'0'0,"1"18"-5293"0"0,0-1-1 0 0,0 1 0 0 0,0 0 1 0 0,1-1-1 0 0,-1 1 1 0 0,1 0-1 0 0,0 0 1 0 0,0 0-1 0 0,0 0 0 0 0,0 0 1 0 0,1 0-1 0 0,-1 1 1 0 0,1-1-1 0 0,-1 1 0 0 0,1 0 1 0 0,0 0-1 0 0,0 0 1 0 0,0 0-1 0 0,0 0 1 0 0,1 0-1 0 0,-1 1 0 0 0,0 0 1 0 0,1-1-1 0 0,-1 1 1 0 0,1 1-1 0 0,-1-1 0 0 0,1 0 1 0 0,-1 1-169 0 0,13-6 221 0 0,107-32-1547 0 0,-96 34-36 0 0</inkml:trace>
</inkml:ink>
</file>

<file path=ppt/ink/ink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7:19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487 168 9936 0 0,'0'0'361'0'0,"4"-2"-237"0"0,-3 0 3304 0 0,-14-6 934 0 0,9 8-4670 0 0,-69 25 1748 0 0,-5 27-1130 0 0,58-34-299 0 0,1 1 0 0 0,0 1 1 0 0,2 0-1 0 0,0 1 0 0 0,1 3-11 0 0,-1-2-3 0 0,-27 42-222 0 0,28-39-535 0 0,-1-1 1 0 0,0-1 0 0 0,-2-1 0 0 0,-18 17 758 0 0,23-27-1410 0 0</inkml:trace>
  <inkml:trace contextRef="#ctx0" brushRef="#br0" timeOffset="321.26">1 298 10184 0 0,'4'-35'362'0'0,"18"0"6596"0"0,-20 32-6957 0 0,13-1 1680 0 0,-11 4-1610 0 0,-1 1-1 0 0,1-1 1 0 0,0 1-1 0 0,-1 0 1 0 0,1 0-1 0 0,-1 0 1 0 0,0 0-1 0 0,1 1 1 0 0,-1-1 0 0 0,0 1-1 0 0,0 0 1 0 0,0 0-1 0 0,0 0 1 0 0,0 1-1 0 0,-1-1 1 0 0,1 0-1 0 0,0 1 1 0 0,-1 0 0 0 0,0 0-1 0 0,0 0 1 0 0,0 0-1 0 0,1 1-70 0 0,10 11 117 0 0,-4-3-97 0 0,0 1-1 0 0,0 0 0 0 0,-1 0 0 0 0,0 1 0 0 0,-2 0 1 0 0,3 7-20 0 0,19 37 28 0 0,27 47-114 0 0,-42-82-204 0 0,10 12-586 0 0,-3-17-2873 0 0,-15-14 2439 0 0</inkml:trace>
  <inkml:trace contextRef="#ctx0" brushRef="#br0" timeOffset="794.27">466 574 11088 0 0,'0'0'852'0'0,"5"-9"1172"0"0,11-35 2557 0 0,-13 40-4350 0 0,1-1 0 0 0,0 1-1 0 0,-1 0 1 0 0,1 1 0 0 0,1-1 0 0 0,-1 1 0 0 0,0-1 0 0 0,1 1 0 0 0,0 0 0 0 0,0 1-1 0 0,0-1 1 0 0,3 0-231 0 0,53-9 730 0 0,-47 20-660 0 0,-12-5-70 0 0,0 0-1 0 0,0 0 0 0 0,0 0 1 0 0,0 0-1 0 0,0 0 0 0 0,-1 0 1 0 0,1 1-1 0 0,-1-1 0 0 0,0 0 1 0 0,0 1-1 0 0,0-1 0 0 0,-1 1 1 0 0,1-1-1 0 0,-1 1 0 0 0,0-1 1 0 0,0 1-1 0 0,0-1 0 0 0,0 1 1 0 0,0 0-1 0 0,-1-1 0 0 0,0 1 1 0 0,0 1 0 0 0,-3 11-228 0 0,0-1 0 0 0,-1 0 1 0 0,0 0-1 0 0,-1-1 1 0 0,0 0-1 0 0,-2 0 0 0 0,0 0 1 0 0,-1 1 227 0 0,-2 3-369 0 0,-33 56-811 0 0,44-73 1177 0 0,-1 0-1 0 0,1 0 0 0 0,0 1 0 0 0,-1-1 1 0 0,1 0-1 0 0,0 0 0 0 0,0 1 0 0 0,0-1 1 0 0,0 0-1 0 0,0 0 0 0 0,0 1 0 0 0,0-1 1 0 0,0 0-1 0 0,0 0 0 0 0,1 1 0 0 0,-1-1 1 0 0,0 0-1 0 0,1 0 0 0 0,-1 0 0 0 0,1 1 1 0 0,-1-1-1 0 0,1 0 0 0 0,0 0 0 0 0,0 0 0 0 0,-1 0 1 0 0,1 0-1 0 0,0 0 0 0 0,0 0 0 0 0,0 0 1 0 0,0-1-1 0 0,0 1 0 0 0,0 0 0 0 0,1 0 4 0 0,5 1 71 0 0,0 0 0 0 0,0-1 0 0 0,0 0 0 0 0,0 0 0 0 0,1-1 0 0 0,-1 0 0 0 0,0 0-1 0 0,0-1 1 0 0,0 0 0 0 0,0 0 0 0 0,0 0 0 0 0,0-1 0 0 0,3-1-71 0 0,48-9 668 0 0,0 0-354 0 0,25-7-1123 0 0,-74 15-574 0 0</inkml:trace>
  <inkml:trace contextRef="#ctx0" brushRef="#br0" timeOffset="1446.93">1389 165 10008 0 0,'0'-1'173'0'0,"13"-19"4908"0"0,-13 19-3922 0 0,0-4-892 0 0,-1 4 2979 0 0,-4 1-3166 0 0,0 0-1 0 0,1 1 1 0 0,-1 0-1 0 0,1 0 1 0 0,-1 0-1 0 0,1 0 1 0 0,0 1-1 0 0,0 0 1 0 0,-1 0 0 0 0,1 0-1 0 0,0 0 1 0 0,1 0-1 0 0,-1 1 1 0 0,0 0-1 0 0,-3 3-79 0 0,-12 12 32 0 0,0 0-1 0 0,0 2 0 0 0,2 0 1 0 0,-13 19-32 0 0,-11 14-31 0 0,-93 112-2329 0 0,116-146 1764 0 0,1-2-183 0 0</inkml:trace>
  <inkml:trace contextRef="#ctx0" brushRef="#br0" timeOffset="1813.56">948 271 11952 0 0,'9'-52'1304'0'0,"13"32"1845"0"0,-4 13-1588 0 0,13 7-96 0 0,24 44-50 0 0,-25 11-1006 0 0,-4-3-185 0 0,56 147 51 0 0,-35-88-486 0 0,-17-68-966 0 0,-24-38 242 0 0</inkml:trace>
  <inkml:trace contextRef="#ctx0" brushRef="#br0" timeOffset="2208.85">1503 504 10656 0 0,'0'0'818'0'0,"-10"4"1208"0"0,4-1-1093 0 0,5-3-36 0 0,0 2-187 0 0,-17 25 1489 0 0,5 19-992 0 0,18 80-822 0 0,-4-123-387 0 0,0-1-1 0 0,0 1 1 0 0,-1-1-1 0 0,2 1 1 0 0,-1-1-1 0 0,0 1 1 0 0,0-1-1 0 0,1 0 1 0 0,-1 0-1 0 0,1 1 1 0 0,0-1-1 0 0,-1 0 1 0 0,1 0-1 0 0,0-1 1 0 0,0 1-1 0 0,1 0 1 0 0,-1-1-1 0 0,0 1 1 0 0,0-1-1 0 0,1 0 1 0 0,-1 0-1 0 0,1 0 1 0 0,-1 0-1 0 0,1 0 3 0 0,3 2-5 0 0,-1-1 0 0 0,0-1-1 0 0,1 1 1 0 0,-1-1-1 0 0,1 0 1 0 0,0 0-1 0 0,-1 0 1 0 0,1-1 0 0 0,0 0-1 0 0,-1 0 1 0 0,1-1-1 0 0,0 1 1 0 0,-1-1-1 0 0,2-1 6 0 0,-4 2 42 0 0,1 0 0 0 0,0 0 0 0 0,-1 0 0 0 0,1-1 0 0 0,-1 1 0 0 0,1-1-1 0 0,-1 0 1 0 0,1 0 0 0 0,-1 0 0 0 0,0-1 0 0 0,0 1 0 0 0,1-1 0 0 0,-1 0 0 0 0,0 0-1 0 0,0 0 1 0 0,-1 0 0 0 0,1 0 0 0 0,0-1 0 0 0,-1 1 0 0 0,1-1 0 0 0,-1 0-1 0 0,0 0 1 0 0,0 0 0 0 0,0 0 0 0 0,0 0 0 0 0,-1 0 0 0 0,1 0 0 0 0,-1-1 0 0 0,1 1-1 0 0,-1-2-41 0 0,-1-2 114 0 0,-1 1 1 0 0,0-1-1 0 0,-1 1 0 0 0,1-1 0 0 0,-1 1 0 0 0,0 0 0 0 0,-1 0 0 0 0,0 0 0 0 0,1 0 0 0 0,-2 0 0 0 0,-1-3-114 0 0,3 7 8 0 0,-2-4-25 0 0,-1 1 0 0 0,-1 0 0 0 0,1-1-1 0 0,-1 2 1 0 0,0-1 0 0 0,0 1 0 0 0,-1 0 0 0 0,1 0 0 0 0,-1 0 0 0 0,0 1 0 0 0,0 0-1 0 0,0 0 1 0 0,-6 0 17 0 0,-26-8-1521 0 0,16 6-3539 0 0,1-3-1574 0 0</inkml:trace>
  <inkml:trace contextRef="#ctx0" brushRef="#br0" timeOffset="2827.69">807 55 8752 0 0,'0'0'318'0'0,"0"0"-138"0"0,0 0 198 0 0,0 0 108 0 0,0 0 24 0 0,0 0 2 0 0,0 0 0 0 0,0 0 0 0 0,0 0 0 0 0,0 0 0 0 0,0 0 0 0 0,0 0 0 0 0,1 0 0 0 0,61-1 2577 0 0,84-18-1227 0 0,34-1-806 0 0,-33 5-581 0 0,-63 18-422 0 0,-78-3-53 0 0,20 9-6838 0 0,-26-9 645 0 0</inkml:trace>
  <inkml:trace contextRef="#ctx0" brushRef="#br0" timeOffset="3742.32">1876 353 8448 0 0,'0'0'248'0'0,"0"0"-6"0"0,0 0-30 0 0,0 0 428 0 0,0 0 206 0 0,0 0 39 0 0,0 0-17 0 0,0 0-111 0 0,0 0-49 0 0,0 0-10 0 0,0 0-38 0 0,0 0-152 0 0,0 0-70 0 0,0 0-13 0 0,0 0-2 0 0,0 0-6 0 0,2 0-1 0 0,98-11 2264 0 0,-11-1-2056 0 0,47-3-400 0 0,-91 11-224 0 0,12 1-1561 0 0,-46 1-2949 0 0,-7-6 2846 0 0</inkml:trace>
  <inkml:trace contextRef="#ctx0" brushRef="#br0" timeOffset="4351.86">2173 185 10392 0 0,'0'0'233'0'0,"-4"-5"326"0"0,-5-10-218 0 0,0 5-1148 0 0,4 6 2367 0 0,2-1 7241 0 0,12 59-8225 0 0,3 42-218 0 0,-7 45-337 0 0,-5 70-705 0 0,2-207 300 0 0,0-3-978 0 0,-1 0-3458 0 0,3 6-1540 0 0</inkml:trace>
  <inkml:trace contextRef="#ctx0" brushRef="#br0" timeOffset="4709.83">3082 58 10512 0 0,'0'0'233'0'0,"0"-9"583"0"0,1 3-724 0 0,1-9 3758 0 0,-6 16 1170 0 0,1 1-6297 0 0,-57 47 2171 0 0,43-31-832 0 0,-185 171-42 0 0,110-113-1205 0 0,51-45-5010 0 0,32-24 657 0 0</inkml:trace>
  <inkml:trace contextRef="#ctx0" brushRef="#br0" timeOffset="5034.37">2682 101 11376 0 0,'-4'-13'1133'0'0,"4"7"-1037"0"0,16-17 4800 0 0,-1 21-3268 0 0,-13 2-1549 0 0,0 0 0 0 0,1 0 1 0 0,-1 1-1 0 0,0-1 0 0 0,0 0 0 0 0,0 1 1 0 0,0-1-1 0 0,0 1 0 0 0,0 0 1 0 0,0 0-1 0 0,0-1 0 0 0,0 2 0 0 0,0-1 1 0 0,0 0-1 0 0,0 0 0 0 0,-1 0 1 0 0,1 1-1 0 0,0 0-79 0 0,14 8 279 0 0,29 38 91 0 0,11 19-224 0 0,2 20-82 0 0,-13-9-169 0 0,-11-23-1274 0 0,-22-43-1022 0 0,-10-12-3985 0 0</inkml:trace>
  <inkml:trace contextRef="#ctx0" brushRef="#br0" timeOffset="5277.08">3170 279 11312 0 0,'0'0'256'0'0,"0"0"34"0"0,0 0 21 0 0,0 0-35 0 0,0 0-45 0 0,0 0 478 0 0,0 0 230 0 0,0 0 42 0 0,0 0-49 0 0,0 0-246 0 0,0 0-108 0 0,0 0-24 0 0,0 0-28 0 0,0 0-113 0 0,0 0-49 0 0,0 0-11 0 0,0 0-21 0 0,-1 2-84 0 0,-1 6-112 0 0,0 1-1 0 0,1-1 1 0 0,0 1-1 0 0,0-1 1 0 0,1 1-1 0 0,0 0 1 0 0,0-1-1 0 0,2 7-135 0 0,0 22 184 0 0,2 53 54 0 0,0 9-108 0 0,0-59-130 0 0,-3-23-96 0 0,-1-17-3 0 0,0 1-1 0 0,0-1 0 0 0,0 1 0 0 0,1-1 1 0 0,-1 1-1 0 0,0-1 0 0 0,0 1 1 0 0,0-1-1 0 0,1 0 0 0 0,-1 1 0 0 0,0-1 1 0 0,1 1-1 0 0,-1-1 0 0 0,0 0 1 0 0,1 1-1 0 0,-1-1 0 0 0,0 0 0 0 0,1 0 1 0 0,-1 1-1 0 0,1-1 0 0 0,-1 0 1 0 0,0 0-1 0 0,1 1 0 0 0,-1-1 0 0 0,1 0 1 0 0,-1 0-1 0 0,1 0 0 0 0,-1 0 1 0 0,1 0-1 0 0,-1 0 0 0 0,1 0 0 0 0,-1 0 1 0 0,1 0-1 0 0,-1 0 0 0 0,0 0 1 0 0,1 0-1 0 0,-1 0 0 0 0,1 0 1 0 0,-1 0-1 0 0,1 0 0 0 0,-1 0 0 0 0,1-1 1 0 0,-1 1-1 0 0,1 0 0 0 0,-1 0 1 0 0,0-1-1 0 0,1 1 100 0 0,8-1-1569 0 0</inkml:trace>
</inkml:ink>
</file>

<file path=ppt/ink/ink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7:26.6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545 127 8552 0 0,'0'0'190'0'0,"0"0"28"0"0,0 0 11 0 0,-1 1-21 0 0,-25 7 553 0 0,-36 22 3673 0 0,23-9-2924 0 0,-47 53 6 0 0,-1 20-1369 0 0,-15 16-315 0 0,53-58-787 0 0,23-26-281 0 0,13-17-165 0 0,12-9 636 0 0</inkml:trace>
  <inkml:trace contextRef="#ctx0" brushRef="#br0" timeOffset="344.06">62 225 9584 0 0,'0'-2'216'0'0,"-1"-8"206"0"0,1 8-357 0 0,-1-1-1 0 0,1 0 1 0 0,0 0-1 0 0,0 0 1 0 0,0 1-1 0 0,0-1 1 0 0,0 0-1 0 0,0 0 1 0 0,1 0-1 0 0,0 1 0 0 0,-1-1 1 0 0,1 0-1 0 0,0 1 1 0 0,0-1-1 0 0,0 1 1 0 0,1-1-1 0 0,0-1-64 0 0,13-12 3116 0 0,32 8 433 0 0,-44 8-3466 0 0,-1 1 0 0 0,1 0 0 0 0,0 0 0 0 0,-1 0 0 0 0,1 0 0 0 0,-1 1 0 0 0,1-1 0 0 0,-1 1 0 0 0,0-1 0 0 0,0 1 0 0 0,0 0 0 0 0,0 0 0 0 0,0 0 0 0 0,0 0 0 0 0,0 0 0 0 0,1 2-83 0 0,41 91 950 0 0,-12 28-638 0 0,-20-74-340 0 0,35 105-563 0 0,-27-126-1658 0 0,-20-27 840 0 0</inkml:trace>
  <inkml:trace contextRef="#ctx0" brushRef="#br0" timeOffset="1033.829">563 422 10392 0 0,'0'0'233'0'0,"0"0"39"0"0,0 0 15 0 0,0 0-37 0 0,0 0-34 0 0,0 0 446 0 0,-4 13 1990 0 0,-6 50-353 0 0,7-46-2211 0 0,1-1 0 0 0,0 1-1 0 0,1-1 1 0 0,1 1-1 0 0,1-1 1 0 0,2 13-88 0 0,2 12 21 0 0,-1-26-6 0 0,-3-14-13 0 0,-1 1-1 0 0,0 0 0 0 0,1 0 1 0 0,-1 0-1 0 0,1-1 1 0 0,-1 1-1 0 0,1 0 0 0 0,0-1 1 0 0,0 1-1 0 0,0-1 1 0 0,0 1-1 0 0,0-1 1 0 0,0 1-1 0 0,0-1 0 0 0,0 0 1 0 0,1 1-1 0 0,-1-1 1 0 0,0 0-1 0 0,1 0 1 0 0,-1 0-1 0 0,1 0 0 0 0,-1 0 1 0 0,1 0-1 0 0,0 0 1 0 0,-1-1-1 0 0,1 1 0 0 0,1-1-1 0 0,2 1 72 0 0,0-1 0 0 0,1 1-1 0 0,-1-2 1 0 0,0 1-1 0 0,0 0 1 0 0,1-1-1 0 0,-1 0 1 0 0,0-1-1 0 0,0 1 1 0 0,0-1-1 0 0,0 0 1 0 0,0 0-1 0 0,0 0 1 0 0,0-1 0 0 0,-1 0-1 0 0,1 1 1 0 0,-1-2-1 0 0,0 1 1 0 0,0 0-1 0 0,0-1 1 0 0,0 0-1 0 0,-1 0 1 0 0,1 0-1 0 0,-1 0 1 0 0,0-1-1 0 0,1-3-71 0 0,-2 3 73 0 0,0 1 1 0 0,-1-1-1 0 0,0 0 0 0 0,0 0 0 0 0,0 0 0 0 0,-1 0 0 0 0,0 0 0 0 0,0 0 0 0 0,0 0 0 0 0,0 0 0 0 0,-1 0 1 0 0,0 0-1 0 0,0 0 0 0 0,0 0 0 0 0,-1 1 0 0 0,0-1 0 0 0,0 0 0 0 0,0 1 0 0 0,0-1 0 0 0,0 1 0 0 0,-1 0 1 0 0,0 0-1 0 0,-1-2-73 0 0,-40-33 66 0 0,38 34-787 0 0,0 1-1 0 0,0-1 0 0 0,-1 2 0 0 0,0-1 0 0 0,1 1 1 0 0,-1 0-1 0 0,-1 0 0 0 0,1 1 0 0 0,0 0 0 0 0,-1 0 1 0 0,-5 0 721 0 0,-5 2-5844 0 0</inkml:trace>
  <inkml:trace contextRef="#ctx0" brushRef="#br0" timeOffset="1636.96">80 0 6848 0 0,'0'0'157'0'0,"0"0"23"0"0,0 0 11 0 0,-11 0 2433 0 0,-4 0 342 0 0,14 0-2572 0 0,-10 1 1874 0 0,-12 14 398 0 0,21-15-2581 0 0,-13 7 543 0 0,14-6-532 0 0,1-1-2 0 0,0 0-13 0 0,0 0-8 0 0,0 0-1 0 0,0 0-1 0 0,0 0 0 0 0,0 0 14 0 0,0 0-16 0 0,0 0-5 0 0,0 0 0 0 0,0 0 0 0 0,0 0 2 0 0,0 0 4 0 0,25 20 469 0 0,100-16 242 0 0,97-29-109 0 0,-108 14-517 0 0,8-1-48 0 0,-22 12-33 0 0,-94 1-63 0 0,0 2 42 0 0,-4-2-14 0 0,-2-1-115 0 0,0 0-83 0 0,0 0-29 0 0,0 0-4 0 0,2 2 260 0 0,-1 0-1695 0 0,0-2-3455 0 0,-1 0 3548 0 0</inkml:trace>
</inkml:ink>
</file>

<file path=ppt/ink/ink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9:41.406"/>
    </inkml:context>
    <inkml:brush xml:id="br0">
      <inkml:brushProperty name="width" value="0.05" units="cm"/>
      <inkml:brushProperty name="height" value="0.05" units="cm"/>
      <inkml:brushProperty name="color" value="#008000"/>
    </inkml:brush>
  </inkml:definitions>
  <inkml:trace contextRef="#ctx0" brushRef="#br0">688 203 12696 0 0,'0'0'289'0'0,"1"0"78"0"0,3-5 250 0 0,0-9-498 0 0,0 2-22 0 0,-7 9 455 0 0,-8-9 1500 0 0,-8 2-1034 0 0,15 8-867 0 0,-21 1 1062 0 0,-32 10-131 0 0,4 6-533 0 0,-98 37-100 0 0,143-49-448 0 0,1 0 0 0 0,-1 0-1 0 0,1 1 1 0 0,0 0 0 0 0,0 0 0 0 0,0 0-1 0 0,0 1 1 0 0,1 0 0 0 0,0 1-1 0 0,0-1 1 0 0,0 1 0 0 0,1 0 0 0 0,0 1-1 0 0,0-1 1 0 0,0 1 0 0 0,1 0-1 0 0,0 2 0 0 0,3-6-5 0 0,0-1-1 0 0,1 1 0 0 0,-1 0 0 0 0,1 0 0 0 0,0-1 1 0 0,0 1-1 0 0,0 0 0 0 0,0 0 0 0 0,0-1 1 0 0,1 1-1 0 0,-1 0 0 0 0,1 0 0 0 0,0-1 0 0 0,0 1 1 0 0,0 0-1 0 0,0-1 0 0 0,0 1 0 0 0,1-1 1 0 0,-1 0-1 0 0,1 1 0 0 0,-1-1 0 0 0,1 0 0 0 0,0 0 1 0 0,0 0-1 0 0,0 0 0 0 0,0 0 0 0 0,1 0 6 0 0,66 38-156 0 0,59 12 80 0 0,-70-26 16 0 0,-43-21 60 0 0,0 1 0 0 0,0 1 0 0 0,-1 0 0 0 0,0 0 0 0 0,0 2 0 0 0,9 6 0 0 0,0 20 0 0 0,-23-33-3 0 0,0 0-1 0 0,0 0 0 0 0,0 0 0 0 0,0 0 0 0 0,-1-1 1 0 0,1 1-1 0 0,0 0 0 0 0,-1 0 0 0 0,0 0 0 0 0,1-1 1 0 0,-1 1-1 0 0,0 0 0 0 0,0-1 0 0 0,0 1 0 0 0,0-1 1 0 0,0 1-1 0 0,-1-1 0 0 0,1 1 0 0 0,0-1 1 0 0,-1 0-1 0 0,1 1 0 0 0,-1-1 0 0 0,0 1 4 0 0,-5 2-9 0 0,-81 43-63 0 0,-18-19 72 0 0,-45-25 64 0 0,145-2-61 0 0,-27-9-34 0 0,33 7-25 0 0,-1 1 0 0 0,0 0 0 0 0,1-1-1 0 0,-1 1 1 0 0,0-1 0 0 0,1 1-1 0 0,-1-1 1 0 0,1 0 0 0 0,-1 1-1 0 0,1-1 1 0 0,-1 0 0 0 0,1 1 0 0 0,0-1-1 0 0,-1 0 1 0 0,1 1 0 0 0,0-1-1 0 0,-1 0 1 0 0,1 1 0 0 0,0-1 0 0 0,0 0-1 0 0,0 0 1 0 0,0 0 0 0 0,0 1-1 0 0,0-1 1 0 0,0 0 0 0 0,0 0 0 0 0,0 1-1 0 0,0-1 1 0 0,0 0 0 0 0,0 0-1 0 0,0 0 1 0 0,1 1 0 0 0,-1-1 0 0 0,0 0-1 0 0,1 0 57 0 0,10-13-5601 0 0,-2 5-47 0 0</inkml:trace>
  <inkml:trace contextRef="#ctx0" brushRef="#br0" timeOffset="363.12">940 341 8720 0 0,'0'0'197'0'0,"0"0"24"0"0,0 0 19 0 0,0 0 90 0 0,0 0 322 0 0,0 0 144 0 0,0 0 32 0 0,0 0-30 0 0,0 0-139 0 0,-7 0 524 0 0,1 2-1052 0 0,1 1 1 0 0,-1-1-1 0 0,1 1 0 0 0,0 0 1 0 0,0 0-1 0 0,0 1 1 0 0,1-1-1 0 0,-1 1 1 0 0,1 0-1 0 0,0 0 1 0 0,0 0-1 0 0,0 1 1 0 0,1 0-1 0 0,-1-1 1 0 0,1 1-1 0 0,0 0 1 0 0,0 1-1 0 0,1-1 1 0 0,0 0-1 0 0,0 1 1 0 0,0 0-1 0 0,1-1 0 0 0,-1 2-131 0 0,2-4 0 0 0,-1 1 0 0 0,1 0 0 0 0,0-1 0 0 0,0 1 0 0 0,0 0 0 0 0,1-1 0 0 0,-1 1 0 0 0,1-1 0 0 0,0 1 0 0 0,0 0 0 0 0,0-1 0 0 0,0 0 0 0 0,1 1 0 0 0,0-1 0 0 0,-1 0 0 0 0,1 0 0 0 0,0 1 0 0 0,1-2 0 0 0,-1 1 0 0 0,0 0 0 0 0,1 0 0 0 0,-1-1 0 0 0,1 1 0 0 0,0-1 0 0 0,0 0 0 0 0,0 0 0 0 0,0 0 0 0 0,1 0 0 0 0,-1-1 0 0 0,7 3-10 0 0,-5-2-8 0 0,-1 0-1 0 0,1-1 1 0 0,-1 0 0 0 0,1 1 0 0 0,-1-1 0 0 0,1-1 0 0 0,0 1 0 0 0,-1-1 0 0 0,1 0 0 0 0,0 0 0 0 0,0 0 0 0 0,-1-1 0 0 0,2 0 18 0 0,27-5-23 0 0,-26 6 63 0 0,-1-1 1 0 0,1 0 0 0 0,-1-1-1 0 0,1 1 1 0 0,-1-1 0 0 0,0 0-1 0 0,0-1 1 0 0,0 0-1 0 0,0 1 1 0 0,0-2 0 0 0,0 1-1 0 0,-1-1 1 0 0,0 0-1 0 0,1-1-40 0 0,-1 1 127 0 0,-2 1-12 0 0,0 1-1 0 0,-1 0 0 0 0,1-1 0 0 0,-1 0 1 0 0,1 1-1 0 0,-1-1 0 0 0,0 0 0 0 0,0 0 1 0 0,0 0-1 0 0,0-1 0 0 0,-1 1 0 0 0,1 0 1 0 0,-1-1-1 0 0,0 1 0 0 0,0-1 0 0 0,0 1 1 0 0,-1-1-1 0 0,1 1 0 0 0,-1-1 0 0 0,0-1-114 0 0,0-2 87 0 0,0 1-1 0 0,0-1 0 0 0,-1 1 0 0 0,0-1 0 0 0,-1 1 0 0 0,0 0 0 0 0,0-1 0 0 0,0 1 0 0 0,0 0 1 0 0,-1 0-1 0 0,0 1 0 0 0,0-1 0 0 0,-1 0 0 0 0,0 1 0 0 0,0 0 0 0 0,0 0 0 0 0,0 0 1 0 0,-1 0-1 0 0,0 1 0 0 0,0 0 0 0 0,0 0 0 0 0,-4-2-86 0 0,-53-21 153 0 0,51 24-191 0 0,0 1 0 0 0,0 0 0 0 0,0 0 0 0 0,0 1 0 0 0,-1 1 0 0 0,1 0 0 0 0,0 1 0 0 0,0 0 0 0 0,0 0 0 0 0,-2 2 38 0 0,8-2-246 0 0,-1 0 0 0 0,1 0 0 0 0,0 1 0 0 0,0 0 0 0 0,0 0-1 0 0,0 0 1 0 0,1 1 0 0 0,-1 0 0 0 0,1 0 0 0 0,-1 0 0 0 0,1 0 0 0 0,0 1-1 0 0,-1 1 247 0 0,-4 3-1708 0 0</inkml:trace>
  <inkml:trace contextRef="#ctx0" brushRef="#br0" timeOffset="1275.83">1336 175 11112 0 0,'0'0'248'0'0,"0"0"34"0"0,0 0 22 0 0,0 0-29 0 0,0 0-67 0 0,0 0 381 0 0,0 0 181 0 0,0 0 35 0 0,0 0-45 0 0,0 0-228 0 0,0 0-99 0 0,0 0-17 0 0,1 2-44 0 0,16 45 241 0 0,-3 38-549 0 0,8 109-64 0 0,-5-60 144 0 0,4-60-112 0 0,-22-70 2750 0 0,-7-16-1638 0 0,-21-70 114 0 0,-38-134-564 0 0,40-1-312 0 0,26 207-375 0 0,1 0-1 0 0,0 0 0 0 0,1-1 1 0 0,-1 1-1 0 0,2 0 0 0 0,0 0 1 0 0,0 1-1 0 0,0-1 0 0 0,1 0 1 0 0,1 1-1 0 0,0-1 0 0 0,3-5-6 0 0,-2 10 0 0 0,-1 0 0 0 0,1 1 0 0 0,0 0 0 0 0,0 0 0 0 0,0 0 0 0 0,1 0 0 0 0,-1 1 0 0 0,1 0 0 0 0,0 0 0 0 0,0 0 0 0 0,0 1 0 0 0,0 0 0 0 0,1 0 0 0 0,-1 1 0 0 0,4-1 0 0 0,-4 1 0 0 0,0 0 0 0 0,0 1 0 0 0,0-1 0 0 0,0 1 0 0 0,0 1 0 0 0,0-1 0 0 0,0 1 0 0 0,0 0 0 0 0,0 1 0 0 0,-1-1 0 0 0,1 1 0 0 0,0 0 0 0 0,-1 0 0 0 0,1 1 0 0 0,-1 0 0 0 0,0 0 0 0 0,0 0 0 0 0,0 1 0 0 0,0-1 0 0 0,-1 1 0 0 0,1 0 0 0 0,-1 1 0 0 0,0-1 0 0 0,0 1 0 0 0,-1-1 0 0 0,1 1 0 0 0,-1 0 0 0 0,0 1 0 0 0,-1-1 0 0 0,1 0 0 0 0,-1 1 0 0 0,0 0 0 0 0,0-1 0 0 0,0 5 0 0 0,-1-5 0 0 0,0 0 0 0 0,-1 0 0 0 0,0 1 0 0 0,0-1 0 0 0,-1 0 0 0 0,1 0 0 0 0,-1 0 0 0 0,0 1 0 0 0,-1-1 0 0 0,1 0 0 0 0,-1-1 0 0 0,-2 6 0 0 0,-3 4-123 0 0,-1-1 0 0 0,-1 0 0 0 0,0-1 0 0 0,0 1 0 0 0,-1-2 0 0 0,-1 1 0 0 0,0-1 0 0 0,0-1 0 0 0,-1 0 0 0 0,-1-1 0 0 0,-3 2 123 0 0,9-5-39 0 0,-80 51-2397 0 0,64-44 708 0 0,-3-1-396 0 0</inkml:trace>
  <inkml:trace contextRef="#ctx0" brushRef="#br0" timeOffset="1715.02">27 1003 8288 0 0,'0'0'190'0'0,"-1"1"28"0"0,-15 6 199 0 0,12-4-240 0 0,3-3-17 0 0,1 1 0 0 0,0-1-1 0 0,-1 0 1 0 0,1 0 0 0 0,0 0-1 0 0,-1 1 1 0 0,1-1-1 0 0,0 0 1 0 0,0 0 0 0 0,-1 0-1 0 0,1 1 1 0 0,0-1 0 0 0,0 0-1 0 0,0 1 1 0 0,-1-1 0 0 0,1 0-1 0 0,0 0 1 0 0,0 1-1 0 0,0-1 1 0 0,0 0 0 0 0,-1 1-1 0 0,1-1 1 0 0,0 0 0 0 0,0 1-1 0 0,0-1 1 0 0,0 1 0 0 0,0-1-1 0 0,0 0 1 0 0,0 1-1 0 0,0-1 1 0 0,0 0 0 0 0,0 1-1 0 0,0-1 1 0 0,0 0 0 0 0,1 1-1 0 0,-1-1 1 0 0,0 0 0 0 0,0 1-1 0 0,0-1 1 0 0,0 0-1 0 0,0 1 1 0 0,1-1 0 0 0,-1 0-1 0 0,0 0 1 0 0,0 1 0 0 0,1-1-1 0 0,-1 0 1 0 0,0 0-1 0 0,0 1 1 0 0,1-1 0 0 0,-1 0-1 0 0,1 0-159 0 0,8 3-266 0 0,11-1 630 0 0,1-2 0 0 0,-1 0 0 0 0,0-1 0 0 0,0-1 0 0 0,1-1 0 0 0,-1-1 0 0 0,1-1-364 0 0,-2 2 174 0 0,275-57 1202 0 0,-175 30-1032 0 0,0 5 0 0 0,10 5-344 0 0,423-74 747 0 0,-363 88-531 0 0,-101 7-960 0 0,-109 5-348 0 0,-105 0-6268 0 0,100-6 2106 0 0</inkml:trace>
  <inkml:trace contextRef="#ctx0" brushRef="#br0" timeOffset="2180.61">382 1070 9904 0 0,'-1'1'222'0'0,"-10"3"64"0"0,0 0 0 0 0,-1-1-1 0 0,1 0 1 0 0,-1-1-1 0 0,1-1 1 0 0,-1 1 0 0 0,0-2-1 0 0,0 0 1 0 0,-2 0-286 0 0,-88 12 4070 0 0,57-1-2896 0 0,-42 17-124 0 0,85-27-858 0 0,2-1-32 0 0,-3 2-117 0 0,7 4 10 0 0,2-3 118 0 0,-1-1-1 0 0,1 0 0 0 0,0 0 0 0 0,0 0 0 0 0,0-1 0 0 0,0 0 1 0 0,0 0-1 0 0,0-1 0 0 0,0 1 0 0 0,0-1 0 0 0,4-1-170 0 0,128-9 406 0 0,145-31 843 0 0,-61 3-664 0 0,363-69 63 0 0,-230 52-294 0 0,-240 36-177 0 0,-39 11 91 0 0,-2 7-396 0 0,-73 1 48 0 0,13 0-1847 0 0,-9-3 395 0 0,0 1-4929 0 0,2 0 31 0 0</inkml:trace>
</inkml:ink>
</file>

<file path=ppt/ink/ink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02-16T02:58:11.960"/>
    </inkml:context>
    <inkml:brush xml:id="br0">
      <inkml:brushProperty name="width" value="0.05" units="cm"/>
      <inkml:brushProperty name="height" value="0.05" units="cm"/>
      <inkml:brushProperty name="color" value="#AB008B"/>
    </inkml:brush>
    <inkml:brush xml:id="br1">
      <inkml:brushProperty name="width" value="0.05" units="cm"/>
      <inkml:brushProperty name="height" value="0.05" units="cm"/>
      <inkml:brushProperty name="color" value="#008000"/>
    </inkml:brush>
    <inkml:brush xml:id="br2">
      <inkml:brushProperty name="width" value="0.05" units="cm"/>
      <inkml:brushProperty name="height" value="0.05" units="cm"/>
    </inkml:brush>
  </inkml:definitions>
  <inkml:trace contextRef="#ctx0" brushRef="#br0">785 2389 6504 0 0,'0'0'190'0'0,"0"0"98"0"0,0 0 304 0 0,0 0 131 0 0,0 0 21 0 0,0 0-19 0 0,0 0-105 0 0,-1 0-48 0 0,-20 11 2448 0 0,21-10-2616 0 0,-19 19 1701 0 0,2 21 23 0 0,9-23-1513 0 0,2 12-259 0 0,2-2-163 0 0,-1 14-383 0 0,1-7 1907 0 0,4-1-1552 0 0,4-17-165 0 0,0 14-16 0 0,1 7-261 0 0,13 22-62 0 0,-14-32 339 0 0,1-1 0 0 0,-4-10 0 0 0,12 72 0 0 0,-9-46 0 0 0,-3-26 0 0 0,7 112 624 0 0,-3-92-624 0 0,-5 7-208 0 0,3-21-56 0 0,-2-4 275 0 0,-1-3 53 0 0,0 26 43 0 0,0-33-97 0 0,0 26-10 0 0,0-7 0 0 0,-4 0 0 0 0,0-8 0 0 0,-1 17 11 0 0,0-7 42 0 0,-3 27-53 0 0,7-27 0 0 0,-8 75 64 0 0,6-41 0 0 0,2-22-64 0 0,2-18 72 0 0,-7 9-72 0 0,2-3 0 0 0,-1 10 0 0 0,1 27 0 0 0,3-48 0 0 0,-3 10 0 0 0,-8 44 0 0 0,7-36 0 0 0,1 69 0 0 0,-1-20 0 0 0,5-61 0 0 0,4 1 0 0 0,1-5 0 0 0,0-7 158 0 0,-2-9-94 0 0,2 10-20 0 0,-5-15 74 0 0,1 2-18 0 0,6 8 22 0 0,-6-10-88 0 0,4 6-426 0 0,6 4 1608 0 0,-9-9-841 0 0,22 11-307 0 0,-18-9 81 0 0,17 5-133 0 0,7-8-16 0 0,87 0 0 0 0,-46 1 0 0 0,-36-5 0 0 0,44 3 0 0 0,10 1 0 0 0,-61 4 0 0 0,46-1 0 0 0,231-3-270 0 0,-250 5 508 0 0,2 0-238 0 0,-13 2 0 0 0,1 0 0 0 0,3 2 0 0 0,41 2-396 0 0,48-11-112 0 0,-82 4 455 0 0,49-8-30 0 0,-10 4-766 0 0,13 0 1012 0 0,-67 4 1595 0 0,3 1-1968 0 0,180-5-668 0 0,-148 0 814 0 0,-36 2 64 0 0,-37-2 0 0 0,1-1-13 0 0,0 0 0 0 0,1 1 0 0 0,-1-1 0 0 0,0 1 0 0 0,0 0 0 0 0,1 0 0 0 0,-1 0 0 0 0,0 0 0 0 0,0 1 0 0 0,0-1 0 0 0,1 1 1 0 0,-1 0-1 0 0,0 0 0 0 0,0 0 0 0 0,2 1 13 0 0,65 4-529 0 0,-35-6 436 0 0,85 6 241 0 0,-84-6 104 0 0,12 5-252 0 0,31 2 0 0 0,-21-2-64 0 0,35-5-50 0 0,377 0 108 0 0,-421-4 6 0 0,37-4 0 0 0,-42 4 0 0 0,-10-3 0 0 0,-15 3 0 0 0,-2 2 0 0 0,44-9-248 0 0,-38 7 248 0 0,8 1 0 0 0,19-2 136 0 0,34-2-136 0 0,0 0 64 0 0,-52 3-64 0 0,24 2 0 0 0,3-8 0 0 0,-23 5 0 0 0,1 1 0 0 0,-5 0 0 0 0,13 4-174 0 0,-14 4 156 0 0,45-13 18 0 0,70 9 128 0 0,102 0-208 0 0,-204 1 80 0 0,-14 7 0 0 0,2 1 0 0 0,-23-6 0 0 0,-4-1 0 0 0,3 3 0 0 0,-2-3 0 0 0,24 12 0 0 0,-24-12 0 0 0,2 3 0 0 0,-1-3 0 0 0,-3 0-10 0 0,-2-2-33 0 0,15-20 50 0 0,-13 6 231 0 0,-4-81 1293 0 0,5-6-1438 0 0,4 2 205 0 0,0 20-78 0 0,-5 28-60 0 0,1-2 112 0 0,-5-25 152 0 0,4 31-339 0 0,1 3-32 0 0,4-34 11 0 0,22-80-64 0 0,0 4 0 0 0,-14 52 0 0 0,-8 32 0 0 0,-9-179 0 0 0,-5 194-12 0 0,1-15-48 0 0,4-3 60 0 0,-5 30 0 0 0,-2-39 0 0 0,-2 33 0 0 0,-1-1 0 0 0,-7-46 0 0 0,17 8 0 0 0,4 43 0 0 0,-4-58 0 0 0,-4 80 0 0 0,-1-7-16 0 0,-4 16-394 0 0,6 4-473 0 0,2 9 504 0 0,1 1-6 0 0,-7-9-2266 0 0,5 5-3979 0 0,2-2 769 0 0</inkml:trace>
  <inkml:trace contextRef="#ctx0" brushRef="#br0" timeOffset="2817.18">794 2428 7632 0 0,'0'0'166'0'0,"0"0"29"0"0,0 0 14 0 0,13 4 879 0 0,112-11 2518 0 0,-11-5-1566 0 0,-56 8-1399 0 0,-15 1-450 0 0,-3-2-122 0 0,27-2-58 0 0,67-6 117 0 0,-28 4-128 0 0,-17 3 0 0 0,18 5 0 0 0,-47-6-464 0 0,-23 3 968 0 0,70-8-504 0 0,-42 9 0 0 0,46 3 10 0 0,15-5 228 0 0,-53 1-94 0 0,43-16 175 0 0,-36 8 208 0 0,-8 4-622 0 0,0 3 0 0 0,0 3 0 0 0,11 4 95 0 0,7-1-34 0 0,61-9 45 0 0,-97 1 47 0 0,0 3-1 0 0,47 3-57 0 0,-79 1 2 0 0,45 8 9 0 0,-24-4 42 0 0,-2 1-42 0 0,17 9 42 0 0,-1-1 11 0 0,-30-9-64 0 0,0-4 11 0 0,-5 3 42 0 0,14 2-42 0 0,-5-1 53 0 0,-14-1-11 0 0,15-3 22 0 0,32 4-22 0 0,-17 0 11 0 0,40 16-64 0 0,-47-13 64 0 0,35-2 64 0 0,18-5 319 0 0,-53-3-307 0 0,2-6-33 0 0,49-9 43 0 0,-58 13-36 0 0,-25 5-104 0 0,55-4 54 0 0,17-1-12 0 0,-49 6-40 0 0,42-5 52 0 0,56 4 0 0 0,-97-5-64 0 0,22-2 64 0 0,12-1-64 0 0,-14 1 0 0 0,65 7 64 0 0,-61 0-64 0 0,59 0 139 0 0,-57 3-22 0 0,-9 0-42 0 0,-47-3-32 0 0,18-3-33 0 0,3 3 54 0 0,-18 0-64 0 0,35 0 544 0 0,-24 0-400 0 0,-7 3-144 0 0,-3-1 0 0 0,2 1 0 0 0,0 1 0 0 0,-2-1 0 0 0,2-1 0 0 0,1 0 0 0 0,28 3 78 0 0,-31-5-12 0 0,-3 0 1 0 0,11 0-43 0 0,-13 0 31 0 0,8 0 29 0 0,-5 0-18 0 0,-2-1 1 0 0,26-3 21 0 0,-25 4-45 0 0,1-2-33 0 0,3 1 1 0 0,-4 0 32 0 0,40-3 7 0 0,-35 2-70 0 0,-7 2-81 0 0,-1 0-26 0 0,0 0-1 0 0,0 0-64 0 0,0 0-268 0 0,5-5-1886 0 0,4 1-4095 0 0</inkml:trace>
  <inkml:trace contextRef="#ctx0" brushRef="#br1" timeOffset="35781.07">6585 986 10136 0 0,'0'0'230'0'0,"0"0"30"0"0,0 0 19 0 0,-6 9 478 0 0,-14 8 1789 0 0,19-16-2034 0 0,-1 0-8 0 0,-7 3-13 0 0,-1 0 0 0 0,0 0 0 0 0,0-1 0 0 0,-1-1 0 0 0,1 0 1 0 0,-1 0-1 0 0,1-1 0 0 0,-1 0 0 0 0,1-1 0 0 0,-7 0-491 0 0,-99 0 1232 0 0,60-5-864 0 0,-87 3-8 0 0,86-3-349 0 0,-44 10 496 0 0,7-5-409 0 0,-52 0-98 0 0,105-5 0 0 0,-56 5 0 0 0,67 5 0 0 0,-16-3 592 0 0,38-1-432 0 0,-40 8-128 0 0,3-3-32 0 0,17-1 0 0 0,6-5 0 0 0,-11 0 0 0 0,-292 3 0 0 0,203-3-497 0 0,107 4 288 0 0,5-3 707 0 0,2 3-324 0 0,1 4-157 0 0,1 15-609 0 0,2 9 715 0 0,16 36 371 0 0,-7-37-494 0 0,-1 1 0 0 0,7 38 0 0 0,-3-6 0 0 0,-5 13 0 0 0,1-29 0 0 0,-3-8 0 0 0,3 66 0 0 0,-16 23 0 0 0,7-58 0 0 0,5 24 0 0 0,5-52 0 0 0,-2-3 0 0 0,1 4 0 0 0,-8 12 0 0 0,-7 13 0 0 0,5-9 1456 0 0,-3 3-1437 0 0,5-13 546 0 0,-10 38-565 0 0,10-56 0 0 0,-5 34 0 0 0,5-33-74 0 0,0 53 30 0 0,3-55 178 0 0,1 0-134 0 0,0 40-472 0 0,-4-38 472 0 0,4 72 450 0 0,-5-50-516 0 0,5 34 118 0 0,0-87-104 0 0,0 15-124 0 0,0 7 44 0 0,5-8 368 0 0,-1-2-357 0 0,1-7 106 0 0,0-2 15 0 0,15 6 223 0 0,4-6-356 0 0,33-9 355 0 0,1 1-236 0 0,53-13-436 0 0,-75 11 450 0 0,68-14 0 0 0,-72 14 74 0 0,4-2 300 0 0,29-1-374 0 0,-41 3 0 0 0,37 2 0 0 0,-3-1 0 0 0,0-1-436 0 0,101 5 400 0 0,-83-3 52 0 0,56 6 448 0 0,-74 1-692 0 0,-23 1 216 0 0,24-5 248 0 0,15 3-224 0 0,-47-2-12 0 0,0 3 0 0 0,61 8-32 0 0,-56-5 187 0 0,-24-6-96 0 0,0 2-38 0 0,-7-2-4 0 0,-1-1-135 0 0,9-12-1189 0 0,-5-3-1009 0 0,-2 5-3474 0 0,1-1-1234 0 0</inkml:trace>
  <inkml:trace contextRef="#ctx0" brushRef="#br1" timeOffset="38928.28">21 1044 8288 0 0,'0'0'190'0'0,"0"0"28"0"0,0 0 7 0 0,-9 6 1867 0 0,7-4-2173 0 0,-7 6 5996 0 0,8-7-5667 0 0,1-1 4 0 0,0 0 18 0 0,0 0 8 0 0,0 0 2 0 0,0 0-9 0 0,1 9 937 0 0,19 12-559 0 0,-18-20-517 0 0,45 4 842 0 0,29-9-1276 0 0,16 3 378 0 0,6 9-76 0 0,-18-4 0 0 0,-28 0 20 0 0,39-4 24 0 0,60-23 180 0 0,-29 23-224 0 0,-76-1 0 0 0,20 5 0 0 0,-5 12 0 0 0,2-5 0 0 0,-6-10 0 0 0,-25-1 0 0 0,146 0 278 0 0,-61 0 519 0 0,-114 1-754 0 0,4 1-21 0 0,15 3 98 0 0,-9 2 90 0 0,5 16 328 0 0,-12-6-324 0 0,7 62 144 0 0,-13 70 164 0 0,-4-100-512 0 0,0 13-10 0 0,-1 56 64 0 0,5-15-64 0 0,4-13 64 0 0,1-26 54 0 0,-2-4 32 0 0,2-10 405 0 0,4 6-530 0 0,-5-30-25 0 0,6 25 0 0 0,4 13 0 0 0,-10-46 0 0 0,8 59 0 0 0,-9-18 0 0 0,2 20 0 0 0,-4 22 0 0 0,-5-31 939 0 0,-1-44 178 0 0,5 1-1117 0 0,0 83-720 0 0,0-93 720 0 0,3 85 20 0 0,-2-20-40 0 0,-1-74 20 0 0,0 26 391 0 0,0-33-583 0 0,0-1 47 0 0,0 0 222 0 0,0 0 98 0 0,0 0 16 0 0,-1 2-25 0 0,-2 4-133 0 0,-2 3-33 0 0,-2-2 0 0 0,-12 9 0 0 0,-43 8 0 0 0,35-15 0 0 0,-33 6 0 0 0,-39 0 0 0 0,-24-15-488 0 0,39 0 488 0 0,-55 7 0 0 0,82 2 0 0 0,-98 19 219 0 0,83-9 66 0 0,53-15-285 0 0,-32 3 0 0 0,11-2 0 0 0,11-4-235 0 0,12 5-66 0 0,-4-1 301 0 0,-5-1 0 0 0,-10 7 0 0 0,-4-7 0 0 0,18-3 0 0 0,-5 6 0 0 0,1-3 0 0 0,9-3 0 0 0,-1 2 0 0 0,4 1 0 0 0,-8 1 0 0 0,8-5 0 0 0,-8 7 0 0 0,-31 4 16 0 0,31-7 479 0 0,14-4-470 0 0,2 1-25 0 0,-2 2 0 0 0,-1-2 0 0 0,0 2 0 0 0,0-2 0 0 0,2-1-16 0 0,5 0-71 0 0,2 0-45 0 0,-1 1-17 0 0,-5 1 44 0 0,0 1 762 0 0,4-2-2068 0 0,-1-1-3714 0 0,3 0-2682 0 0</inkml:trace>
  <inkml:trace contextRef="#ctx0" brushRef="#br1" timeOffset="47525.65">6189 962 8592 0 0,'0'0'250'0'0,"0"0"4"0"0,0 0-22 0 0,0 0 497 0 0,0 0 235 0 0,-1 2 48 0 0,-7 4 604 0 0,8-6-1083 0 0,0 0-21 0 0,0 0-5 0 0,0 0 5 0 0,0 0 7 0 0,0 0 0 0 0,0 0 0 0 0,0 0-6 0 0,0 0-1 0 0,0 0 0 0 0,0 0-68 0 0,0-1-289 0 0,0-2-105 0 0,0 1 0 0 0,1 0 0 0 0,-1-1 0 0 0,0 1 0 0 0,1 0-1 0 0,-1-1 1 0 0,1 1 0 0 0,0 0 0 0 0,0 0 0 0 0,0 0 0 0 0,0 0 0 0 0,0 0 0 0 0,0 0 0 0 0,0 0-1 0 0,1 0 1 0 0,-1 0 0 0 0,1 0 0 0 0,0 1 0 0 0,1-2-50 0 0,50-51 1583 0 0,2 3-1 0 0,48-33-1582 0 0,-58 41 0 0 0,52-40 0 0 0,-62 56-544 0 0,-13 14-928 0 0,0-1-1812 0 0,-22 14 1811 0 0,0 0-835 0 0,0 0-3146 0 0</inkml:trace>
  <inkml:trace contextRef="#ctx0" brushRef="#br1" timeOffset="48061.64">6425 516 10136 0 0,'0'0'230'0'0,"0"0"30"0"0,-2-1 19 0 0,-15-17 125 0 0,5 7 1768 0 0,12 10-1376 0 0,0 1-43 0 0,0 0-17 0 0,0 0-7 0 0,0 0-98 0 0,0 0-340 0 0,0 0 109 0 0,1 0 89 0 0,60 4 1071 0 0,-4 5 580 0 0,44 18-619 0 0,-69-12-1521 0 0,-6 5 0 0 0,-25-17 0 0 0,2 53 0 0 0,-33 18 0 0 0,25-57 0 0 0,2-11-65 0 0,2-4-278 0 0,1-2-133 0 0,0 0-32 0 0,0 0-4 0 0,0 0 0 0 0,0 0 0 0 0,0 0-1262 0 0,0 0-5051 0 0</inkml:trace>
  <inkml:trace contextRef="#ctx0" brushRef="#br1" timeOffset="106558.58">7568 60 10336 0 0,'0'0'233'0'0,"0"0"39"0"0,0 0 15 0 0,1-1-47 0 0,2-2-79 0 0,-3 2 420 0 0,0 1 174 0 0,0 0 21 0 0,0 0-27 0 0,0 0-138 0 0,0 0-60 0 0,0 0-9 0 0,0 0-37 0 0,0 0-135 0 0,0 0-61 0 0,-1 2-12 0 0,-46 40 542 0 0,-5 13-614 0 0,-24 23-209 0 0,9 14-398 0 0,13-25-517 0 0,-25 67-4187 0 0,70-122 4262 0 0</inkml:trace>
  <inkml:trace contextRef="#ctx0" brushRef="#br1" timeOffset="106939.52">7089 331 9672 0 0,'0'0'216'0'0,"-2"0"32"0"0,-10-7 248 0 0,-8-16 2013 0 0,20 22-1925 0 0,0 1-21 0 0,0 0-3 0 0,7-23 1829 0 0,19 3-499 0 0,-23 19-1826 0 0,-1 0-1 0 0,1 0 0 0 0,-1 0 0 0 0,1 1 0 0 0,0-1 1 0 0,-1 0-1 0 0,1 1 0 0 0,0 0 0 0 0,-1 0 0 0 0,1 0 1 0 0,0 0-1 0 0,0 0 0 0 0,-1 0 0 0 0,1 1 0 0 0,0-1 1 0 0,-1 1-1 0 0,1 0 0 0 0,-1 0 0 0 0,1 0 0 0 0,-1 0-63 0 0,68 35 396 0 0,102 63-144 0 0,-126-62-513 0 0,-29-26-312 0 0,-2-2-3027 0 0,-7-9-2453 0 0</inkml:trace>
  <inkml:trace contextRef="#ctx0" brushRef="#br1" timeOffset="107654.16">7559 386 9792 0 0,'0'0'222'0'0,"0"0"30"0"0,0 0 18 0 0,0 0 64 0 0,0 0 265 0 0,0 0 117 0 0,0 0 20 0 0,0 0-21 0 0,0 0-117 0 0,0 0-48 0 0,0 0-8 0 0,1-8 730 0 0,65-51 1649 0 0,-26 33-1929 0 0,16 5-24 0 0,-43 18-828 0 0,-6 10-80 0 0,15 25-6 0 0,-21-24-174 0 0,-1 0 1 0 0,0 1 0 0 0,-1-1 0 0 0,0 0 0 0 0,0 1 0 0 0,-1-1-1 0 0,0 0 1 0 0,0 0 0 0 0,-1 0 0 0 0,0-1 0 0 0,-1 1 0 0 0,1 0-1 0 0,-3 1 120 0 0,-25 62-756 0 0,-17 23-1240 0 0,39-68 2335 0 0,9-25-303 0 0,0 0-1 0 0,-1 0 1 0 0,1-1-1 0 0,0 1 1 0 0,0 0-1 0 0,0 0 1 0 0,0-1-1 0 0,0 1 1 0 0,-1 0-1 0 0,1 0 1 0 0,1-1-1 0 0,-1 1 1 0 0,0 0-1 0 0,0 0 1 0 0,0-1-1 0 0,0 1 1 0 0,0 0-1 0 0,1 0 1 0 0,-1-1-1 0 0,0 1 1 0 0,1 0-1 0 0,-1-1 1 0 0,1 1 0 0 0,-1 0-1 0 0,0-1 1 0 0,1 1-1 0 0,0-1 1 0 0,-1 1-1 0 0,1-1 1 0 0,-1 1-1 0 0,1-1 1 0 0,-1 1-1 0 0,1-1 1 0 0,0 1-1 0 0,-1-1 1 0 0,1 0-1 0 0,0 1 1 0 0,0-1-1 0 0,-1 0 1 0 0,1 0-1 0 0,0 0 1 0 0,0 1-1 0 0,-1-1 1 0 0,1 0-1 0 0,0 0 1 0 0,0 0-1 0 0,0 0-35 0 0,78-13 1632 0 0,-13-5-1224 0 0,-23 10-408 0 0,5-10-8039 0 0,-46 16 5863 0 0</inkml:trace>
  <inkml:trace contextRef="#ctx0" brushRef="#br1" timeOffset="108021.42">7990 343 7632 0 0,'0'0'166'0'0,"0"0"29"0"0,-1 1 14 0 0,-5 2 97 0 0,4-2 355 0 0,2-1 156 0 0,0 0 30 0 0,0 0-20 0 0,0 0-117 0 0,0 0-50 0 0,0 0-10 0 0,0 0-26 0 0,0 0-102 0 0,5-5 420 0 0,69-7 1625 0 0,114-11-636 0 0,-144 19-1878 0 0,17-8-53 0 0,-12 3-8381 0 0,-49 9 3219 0 0</inkml:trace>
  <inkml:trace contextRef="#ctx0" brushRef="#br1" timeOffset="108509.39">8215 197 11488 0 0,'0'0'264'0'0,"0"0"34"0"0,0-1 20 0 0,-35-57 1630 0 0,33 55-2236 0 0,-7-12 4667 0 0,1 26-1395 0 0,7-4-2961 0 0,1 0-1 0 0,-1 1 0 0 0,1-1 0 0 0,1 1 0 0 0,0-1 0 0 0,0 0 0 0 0,0 1 1 0 0,1-1-1 0 0,0 0 0 0 0,0 0 0 0 0,3 5-22 0 0,5 22 36 0 0,12 29-36 0 0,1-5 0 0 0,0 30-14 0 0,-15-27-1525 0 0,-5-52 1061 0 0,-1-8-5349 0 0,-2-1 3782 0 0</inkml:trace>
  <inkml:trace contextRef="#ctx0" brushRef="#br1" timeOffset="112431.2">8908 0 8720 0 0,'0'0'197'0'0,"0"0"24"0"0,0 0 19 0 0,0 0 90 0 0,0 0 322 0 0,0 0 144 0 0,0 0 32 0 0,0 0-22 0 0,0 0-104 0 0,0 0-44 0 0,0 0-8 0 0,0 0-30 0 0,0 0-118 0 0,0 0-48 0 0,0 2-8 0 0,0 1-342 0 0,0-1-1 0 0,-1 1 1 0 0,1-1-1 0 0,-1 1 1 0 0,1-1 0 0 0,-1 1-1 0 0,0-1 1 0 0,0 1-1 0 0,0-1 1 0 0,0 0-1 0 0,0 1 1 0 0,0-1 0 0 0,-1 0-1 0 0,1 0 1 0 0,-1 0-1 0 0,0 0 1 0 0,0 0 0 0 0,1 0-1 0 0,-2 0-103 0 0,-25 34 537 0 0,-60 54-195 0 0,-27 35-445 0 0,13-30-2758 0 0,75-79 500 0 0,18-11 1529 0 0</inkml:trace>
  <inkml:trace contextRef="#ctx0" brushRef="#br1" timeOffset="112784.16">8494 175 10136 0 0,'0'0'230'0'0,"0"-2"30"0"0,0-10 227 0 0,0 7-275 0 0,-1 0 0 0 0,1 0 0 0 0,0 1 0 0 0,0-1 0 0 0,1 0 0 0 0,-1 1 0 0 0,1-1 0 0 0,0 0 0 0 0,0 1 0 0 0,1-1 0 0 0,-1 1 0 0 0,2-3-212 0 0,19-26 3174 0 0,-20 32-3066 0 0,0 0 0 0 0,-1 0-1 0 0,1 0 1 0 0,0 0-1 0 0,0 1 1 0 0,0-1 0 0 0,0 1-1 0 0,0-1 1 0 0,0 1-1 0 0,0 0 1 0 0,0 0 0 0 0,0 0-1 0 0,0 0 1 0 0,0 0-1 0 0,0 0 1 0 0,0 0 0 0 0,0 1-1 0 0,0-1 1 0 0,0 1-1 0 0,0-1 1 0 0,0 1 0 0 0,0 0-1 0 0,-1 0 1 0 0,1 0-1 0 0,0 0 1 0 0,0 0 0 0 0,-1 0-1 0 0,1 1 1 0 0,-1-1-1 0 0,1 0 1 0 0,-1 1 0 0 0,2 1-108 0 0,37 55 452 0 0,-18-10-148 0 0,-4-9-228 0 0,0 4-5 0 0,13 21-18 0 0,5 3 1 0 0,-2-10-1254 0 0,-16-40-2660 0 0,-17-16 1731 0 0</inkml:trace>
  <inkml:trace contextRef="#ctx0" brushRef="#br1" timeOffset="113291.86">8978 363 10136 0 0,'0'0'230'0'0,"0"0"30"0"0,0 0 19 0 0,0 0 37 0 0,0 0 125 0 0,-11-7 10676 0 0,9 11-11074 0 0,0 0 0 0 0,1-1 0 0 0,-1 1 0 0 0,0 0 0 0 0,1 0 0 0 0,0 0 0 0 0,0 0 0 0 0,0 0 0 0 0,1 0 0 0 0,-1 0 0 0 0,1 1 0 0 0,0-1 0 0 0,0 0 0 0 0,1 2-43 0 0,-3 23 146 0 0,6 88-146 0 0,-1-42 0 0 0,2-28 0 0 0,-1-15 0 0 0,1-8 0 0 0,-5-18-65 0 0,5 11-3310 0 0,-5-17 2709 0 0,0 0-650 0 0,0 0-284 0 0,0 0-57 0 0,0 0-7 0 0</inkml:trace>
  <inkml:trace contextRef="#ctx0" brushRef="#br0" timeOffset="117583.85">5719 2645 7832 0 0,'0'0'174'0'0,"0"0"29"0"0,0 0 13 0 0,0 0 69 0 0,0 0 265 0 0,0 0 114 0 0,0 0 28 0 0,0 0-15 0 0,0 0-77 0 0,0 0-31 0 0,0 0-7 0 0,0 0-8 0 0,0 0-22 0 0,0 0-10 0 0,0 0-2 0 0,0 0-19 0 0,0 0-78 0 0,0 0-37 0 0,0 0-9 0 0,0 0-19 0 0,0 0-78 0 0,2 2-31 0 0,4 3-8 0 0,-5-4-15 0 0,10 11 556 0 0,37-5-158 0 0,57-27 432 0 0,-52 8-833 0 0,31-6-70 0 0,169-45 199 0 0,-132 39-256 0 0,-34 7-96 0 0,-7 3-1984 0 0,-74 13 1968 0 0,-3-2-56 0 0,-2 2-298 0 0,-1 1-118 0 0,0 0-22 0 0,0 0 49 0 0,0 0 212 0 0,0 0 90 0 0,0 0 20 0 0,-95-28-1524 0 0,51 13 1663 0 0,-9-21 1842 0 0,28-6-746 0 0,20 18 21 0 0,19 7 323 0 0,-1 9-848 0 0,52 1-576 0 0,-15 19 427 0 0,-16 25 895 0 0,-24-20-1071 0 0,-5-10-267 0 0,0 0 0 0 0,-1 0 0 0 0,0 0 0 0 0,0 1 0 0 0,-1 0 0 0 0,0-1 0 0 0,0 1 0 0 0,-1 0 0 0 0,0 0 0 0 0,0 1 0 0 0,-1-1 0 0 0,0 0 0 0 0,0 0 0 0 0,-1 1 0 0 0,0-1 0 0 0,-1 0 0 0 0,0 1 0 0 0,0-1 0 0 0,-1 0 0 0 0,1 0 0 0 0,-2 0 0 0 0,-1 4 0 0 0,-22 47 0 0 0,-1-15-876 0 0,3-5-1680 0 0,16-24 688 0 0,8-14 395 0 0,0-1-51 0 0,0 0-10 0 0</inkml:trace>
  <inkml:trace contextRef="#ctx0" brushRef="#br0" timeOffset="123535.16">7559 2031 11000 0 0,'0'0'248'0'0,"0"0"34"0"0,0 0 21 0 0,0 0-34 0 0,0 0-66 0 0,0 0 368 0 0,0 0 182 0 0,-10 0 1387 0 0,1 0-1697 0 0,0 0-1 0 0,1 1 1 0 0,-1 1-1 0 0,0-1 1 0 0,1 1 0 0 0,0 1-1 0 0,0 0 1 0 0,-1 0 0 0 0,2 0-1 0 0,-1 1 1 0 0,-1 1-443 0 0,-57 35 793 0 0,-9 26-793 0 0,-9 48-373 0 0,8 51-2792 0 0,55-121-767 0 0,20-36 2355 0 0</inkml:trace>
  <inkml:trace contextRef="#ctx0" brushRef="#br0" timeOffset="123888.43">7156 2141 9936 0 0,'-1'-2'292'0'0,"-34"-52"1772"0"0,29 47-1224 0 0,2 2 1352 0 0,2 2 3315 0 0,23 14-4851 0 0,28 44-656 0 0,21 45 0 0 0,-16-27 0 0 0,17 46-1097 0 0,-59-80-2422 0 0,-10-38 1942 0 0,1 2-13 0 0</inkml:trace>
  <inkml:trace contextRef="#ctx0" brushRef="#br0" timeOffset="124295.4">7590 2295 11952 0 0,'0'0'266'0'0,"0"0"44"0"0,0 0 14 0 0,0 0-31 0 0,0 0-84 0 0,0 0 367 0 0,0 0 179 0 0,0 0 40 0 0,0 0-43 0 0,0 0-203 0 0,0 0-91 0 0,0 0-11 0 0,0 1-32 0 0,-9 72 766 0 0,9-59-1179 0 0,1-1-1 0 0,0 0 1 0 0,1 0-1 0 0,0 0 0 0 0,1 0 1 0 0,0 0-1 0 0,1 0 1 0 0,0 0-1 0 0,3 3-1 0 0,-6-13-8 0 0,1-1 0 0 0,-1 1-1 0 0,1-1 1 0 0,0 0 0 0 0,-1 1-1 0 0,1-1 1 0 0,0 0 0 0 0,0 0 0 0 0,0 0-1 0 0,1 0 1 0 0,-1 0 0 0 0,0-1-1 0 0,1 1 1 0 0,-1-1 0 0 0,1 1-1 0 0,0-1 1 0 0,-1 0 0 0 0,1 0-1 0 0,0 0 1 0 0,0 0 0 0 0,0-1-1 0 0,-1 1 1 0 0,1-1 0 0 0,0 0-1 0 0,3 0 9 0 0,-2 0 0 0 0,0-1 0 0 0,0-1 0 0 0,0 1 0 0 0,1-1 0 0 0,-2 1 0 0 0,1-1 0 0 0,0 0 0 0 0,0 0 0 0 0,-1-1 0 0 0,1 1 0 0 0,-1-1 0 0 0,1 0 0 0 0,-1 0 0 0 0,1-1 0 0 0,-2 0 18 0 0,1-1-1 0 0,0 0 0 0 0,-1 1 1 0 0,0-1-1 0 0,0 0 0 0 0,0 0 1 0 0,-1 0-1 0 0,0 0 0 0 0,0-1 1 0 0,0 1-1 0 0,0 0 0 0 0,-1 0 1 0 0,0-1-1 0 0,0 1 0 0 0,0 0 1 0 0,-1 0-1 0 0,0-1 0 0 0,0 1 1 0 0,0 0-1 0 0,-1 0 0 0 0,1 0 1 0 0,-1 0-1 0 0,-1-2-17 0 0,1 2-20 0 0,0 1 0 0 0,-1-1 0 0 0,1 0 0 0 0,-1 1 0 0 0,0 0 0 0 0,0 0 0 0 0,0 0 0 0 0,0 0 0 0 0,-1 0 0 0 0,0 1 0 0 0,0-1 0 0 0,0 1 0 0 0,0 0 0 0 0,0 0 0 0 0,0 1 0 0 0,-1-1 0 0 0,1 1 0 0 0,-1 0 0 0 0,0 0 0 0 0,0 0 0 0 0,0 1 0 0 0,-2-1 20 0 0,-24-4-5446 0 0,17 6-410 0 0</inkml:trace>
  <inkml:trace contextRef="#ctx0" brushRef="#br0" timeOffset="125196.04">6943 1990 8288 0 0,'0'0'190'0'0,"0"0"28"0"0,0 0 7 0 0,0 0 32 0 0,0 0 114 0 0,0 0 49 0 0,0 0 11 0 0,0 0 22 0 0,0 0 90 0 0,0 0 38 0 0,0 0 10 0 0,0 0-47 0 0,0 0-202 0 0,0 0-87 0 0,0 0-20 0 0,0 0 1 0 0,0 0 16 0 0,0 0 4 0 0,0 0 0 0 0,10 0 448 0 0,64-3 1095 0 0,-8-9-792 0 0,-7 0-680 0 0,20-5-77 0 0,15-6-26 0 0,12 0-144 0 0,-7 2-5 0 0,-70 15-22 0 0,-7 6-285 0 0,-9-5-2126 0 0,-10 3 2267 0 0,-1 1-2706 0 0,-2 1-2340 0 0</inkml:trace>
  <inkml:trace contextRef="#ctx0" brushRef="#br2" timeOffset="148719.97">7719 3899 10656 0 0,'0'0'241'0'0,"0"-2"38"0"0,-5-56 470 0 0,-8 9 2544 0 0,13 49-3184 0 0,0-1-1 0 0,0 0 0 0 0,0 1 1 0 0,-1-1-1 0 0,1 0 0 0 0,0 1 1 0 0,-1-1-1 0 0,1 0 1 0 0,0 1-1 0 0,-1-1 0 0 0,1 1 1 0 0,-1-1-1 0 0,1 1 0 0 0,-1-1 1 0 0,1 1-1 0 0,-1-1 0 0 0,0 1 1 0 0,1 0-1 0 0,-1-1 1 0 0,1 1-1 0 0,-1 0 0 0 0,0-1 1 0 0,1 1-1 0 0,-1 0 0 0 0,0 0 1 0 0,1 0-1 0 0,-1 0 1 0 0,0 0-1 0 0,0-1 0 0 0,1 1 1 0 0,-1 0-1 0 0,0 1 0 0 0,1-1 1 0 0,-1 0-1 0 0,0 0 0 0 0,0 0 1 0 0,1 0-1 0 0,-1 0 1 0 0,0 1-1 0 0,1-1 0 0 0,-1 0 1 0 0,1 1-1 0 0,-1-1 0 0 0,0 0 1 0 0,1 1-1 0 0,-1-1-108 0 0,-26 23 252 0 0,21-16-141 0 0,-1 1 0 0 0,1 0-1 0 0,1 0 1 0 0,-1 1 0 0 0,2-1-1 0 0,-1 1 1 0 0,1 0 0 0 0,-3 8-111 0 0,-27 65-388 0 0,16 30 890 0 0,17-59-502 0 0,10 149 0 0 0,14-2-149 0 0,-13-74 45 0 0,-7 104 104 0 0,-3-172-176 0 0,0-48-39 0 0,0 0 0 0 0,-1 0-1 0 0,-1 0 1 0 0,0 0 0 0 0,0 0 0 0 0,-1-1-1 0 0,0 1 1 0 0,0-1 0 0 0,-4 7 215 0 0,-28 18-3049 0 0,23-25 1601 0 0</inkml:trace>
  <inkml:trace contextRef="#ctx0" brushRef="#br2" timeOffset="149159.41">7325 4619 11976 0 0,'0'0'266'0'0,"0"0"44"0"0,0 0 15 0 0,0 0-26 0 0,-1 0-198 0 0,-15-14 699 0 0,15 13 80 0 0,1 1 44 0 0,0 0-60 0 0,0 0-295 0 0,1-10 674 0 0,3 6-1155 0 0,0 0 0 0 0,1 0 0 0 0,-1 0 1 0 0,1 0-1 0 0,0 1 0 0 0,0 0 0 0 0,0 0 1 0 0,1 0-1 0 0,-1 1 0 0 0,1 0 0 0 0,0 0 1 0 0,-1 0-1 0 0,1 0 0 0 0,2 1-88 0 0,23-9 9 0 0,114-41-843 0 0,-92 32-922 0 0,-34 14 1 0 0</inkml:trace>
  <inkml:trace contextRef="#ctx0" brushRef="#br2" timeOffset="149557.13">8033 4410 10336 0 0,'0'0'233'0'0,"0"0"39"0"0,0 0 15 0 0,0 0 51 0 0,0 0 214 0 0,0 0 96 0 0,0 0 22 0 0,0 0-6 0 0,0 0-34 0 0,2 1-12 0 0,8 2-236 0 0,-1-1 1 0 0,1 0-1 0 0,0-1 1 0 0,0 0 0 0 0,0-1-1 0 0,0 0 1 0 0,0-1 0 0 0,0 1-1 0 0,0-2 1 0 0,0 0 0 0 0,1 0-383 0 0,0 0 86 0 0,143-29-158 0 0,-94 30-1510 0 0,-51 3 1162 0 0,-4 0-1221 0 0,-2-1-2430 0 0,-3-1-1006 0 0</inkml:trace>
  <inkml:trace contextRef="#ctx0" brushRef="#br2" timeOffset="149914.66">8114 4631 10280 0 0,'0'0'230'0'0,"-2"0"30"0"0,-8 0 21 0 0,-5 0 6454 0 0,38-12-5270 0 0,74-11-165 0 0,-4 11-853 0 0,-36 5-382 0 0,37-2-5622 0 0,-76 5-197 0 0</inkml:trace>
  <inkml:trace contextRef="#ctx0" brushRef="#br2" timeOffset="151137.77">9448 4067 11912 0 0,'0'0'349'0'0,"0"0"-2"0"0,-2 1-225 0 0,-40 17 2317 0 0,-15 27-355 0 0,34-19-2029 0 0,1 1 0 0 0,1 1 1 0 0,2 0-1 0 0,-12 24-55 0 0,-36 48 240 0 0,-51 115-3732 0 0,107-196 2036 0 0,-1-2-3238 0 0</inkml:trace>
  <inkml:trace contextRef="#ctx0" brushRef="#br2" timeOffset="151503.87">8969 4343 11520 0 0,'-4'-40'673'0'0,"3"-26"1774"0"0,13 39 808 0 0,-8 26-3128 0 0,1 1-1 0 0,-1 0 1 0 0,0 0-1 0 0,0 1 1 0 0,0-1-1 0 0,0 1 0 0 0,0 0 1 0 0,0 0-1 0 0,0 0 1 0 0,0 0-1 0 0,-1 1 1 0 0,1-1-1 0 0,0 1 0 0 0,-1 0 1 0 0,1 0-1 0 0,-1 1 1 0 0,0-1-1 0 0,1 1 1 0 0,-1-1-1 0 0,0 1 1 0 0,-1 0-1 0 0,1 0 0 0 0,-1 1 1 0 0,1-1-1 0 0,-1 0 1 0 0,1 3-127 0 0,-1-4 107 0 0,126 159-395 0 0,-67-82 341 0 0,10 8-197 0 0,-13-17-801 0 0,-18-26-726 0 0,-15-33-3320 0 0,-23-11 3359 0 0</inkml:trace>
  <inkml:trace contextRef="#ctx0" brushRef="#br2" timeOffset="152139.84">9581 4497 10136 0 0,'0'0'230'0'0,"0"0"30"0"0,0 0 19 0 0,0 0 116 0 0,0 0 455 0 0,0 0 204 0 0,-2 1 39 0 0,-21 9 1889 0 0,21-8-2902 0 0,0-1 0 0 0,1 1 0 0 0,-1 0 0 0 0,0-1-1 0 0,1 1 1 0 0,-1 0 0 0 0,1 0 0 0 0,-1 0 0 0 0,1 0-1 0 0,0 0 1 0 0,0 0 0 0 0,0 0 0 0 0,0 0-1 0 0,0 1 1 0 0,1-1 0 0 0,-1 0 0 0 0,1 1 0 0 0,-1-1-1 0 0,1 1-79 0 0,-5 52 412 0 0,5-47-564 0 0,1-1 0 0 0,-1 0 0 0 0,1 1 0 0 0,0-1 0 0 0,1 0 0 0 0,-1 0 0 0 0,2 0-1 0 0,-1 0 1 0 0,1 0 0 0 0,0 0 0 0 0,3 4 152 0 0,14 4-111 0 0,-17-14 108 0 0,-1 0-1 0 0,1-1 1 0 0,-1 1-1 0 0,1-1 1 0 0,-1 0-1 0 0,1 0 1 0 0,0 0-1 0 0,-1 0 1 0 0,1 0-1 0 0,-1-1 1 0 0,1 1-1 0 0,-1-1 1 0 0,1 1-1 0 0,-1-1 1 0 0,1 0-1 0 0,-1 0 1 0 0,1 0-1 0 0,-1 0 1 0 0,0 0-1 0 0,0-1 1 0 0,2-1 3 0 0,8-3-20 0 0,-8 5 69 0 0,0 0 0 0 0,0-1 0 0 0,0 0 0 0 0,-1 0 0 0 0,1 0 0 0 0,0 0 0 0 0,-1-1 0 0 0,1 1 0 0 0,-1-1 1 0 0,0 0-1 0 0,0 0 0 0 0,0 0 0 0 0,-1-1 0 0 0,1 1 0 0 0,-1-1 0 0 0,1 1 0 0 0,-1-1 0 0 0,0 0 0 0 0,-1 0 0 0 0,1 1 0 0 0,-1-1 0 0 0,1-1 0 0 0,-1 1 0 0 0,0 0 0 0 0,-1 0 0 0 0,1 0 0 0 0,-1-1 0 0 0,0 1 0 0 0,0 0 0 0 0,0 0 0 0 0,0-1 0 0 0,-1 1 0 0 0,0 0 0 0 0,0 0 0 0 0,0 0 0 0 0,-1-4-49 0 0,-25-31 342 0 0,20 31-527 0 0,-1 1 1 0 0,1 0 0 0 0,-1 0-1 0 0,-1 1 1 0 0,1 0 0 0 0,-1 0-1 0 0,0 1 1 0 0,-7-3 184 0 0,3 1-1379 0 0,-1-2-68 0 0</inkml:trace>
  <inkml:trace contextRef="#ctx0" brushRef="#br2" timeOffset="152584.57">8885 3985 6736 0 0,'0'0'149'0'0,"0"0"23"0"0,0 0 12 0 0,0 0 39 0 0,0 0 135 0 0,0 0 61 0 0,0 0 12 0 0,0 0 11 0 0,-3-3 270 0 0,3 1 6340 0 0,66-13-4770 0 0,-41 12-1803 0 0,131-13 593 0 0,85 15-345 0 0,-114 1-1086 0 0,-97 8 687 0 0,-29-7-665 0 0,-1-1-138 0 0,3 1 76 0 0,-2 1-831 0 0,0-2-2682 0 0,-1 0 2514 0 0</inkml:trace>
  <inkml:trace contextRef="#ctx0" brushRef="#br2" timeOffset="170906.51">10189 3702 8288 0 0,'0'0'190'0'0,"0"0"28"0"0,0-1 7 0 0,-3-2 94 0 0,2 2 370 0 0,1 1 160 0 0,0 0 30 0 0,0 0-40 0 0,-3 2-684 0 0,0-1 1 0 0,0 0-1 0 0,1 1 1 0 0,-1 0-1 0 0,0 0 1 0 0,1 0-1 0 0,-1 0 1 0 0,1 0-1 0 0,0 0 1 0 0,0 1 0 0 0,-1-1-1 0 0,2 1 1 0 0,-1-1-1 0 0,0 1 1 0 0,0 0-1 0 0,1 0 1 0 0,0 0-1 0 0,0 0 1 0 0,-1 0-1 0 0,2 0 1 0 0,-1 0-1 0 0,0 0 1 0 0,0 0-156 0 0,-2 6 280 0 0,-29 114 710 0 0,18-57-890 0 0,3 1-1 0 0,3 0 0 0 0,3 1 1 0 0,4 57-100 0 0,30 39 133 0 0,-19-119 234 0 0,-3-21-202 0 0,0-1 1 0 0,1-1-1 0 0,1 1 1 0 0,1-2-1 0 0,1 1 1 0 0,1-1-1 0 0,13 15-165 0 0,-23-31-6 0 0,1 0 0 0 0,1-1-1 0 0,-1 0 1 0 0,1 0 0 0 0,-1 0-1 0 0,1 0 1 0 0,0 0-1 0 0,1-1 1 0 0,-1 1 0 0 0,0-1-1 0 0,1-1 1 0 0,0 1 0 0 0,0-1-1 0 0,0 1 1 0 0,0-1 0 0 0,0-1-1 0 0,0 1 1 0 0,0-1-1 0 0,1 0 1 0 0,-1 0 0 0 0,0 0-1 0 0,1-1 1 0 0,-1 0 0 0 0,1 0-1 0 0,-1 0 1 0 0,1-1 0 0 0,-1 1-1 0 0,0-1 1 0 0,1-1-1 0 0,-1 1 1 0 0,1-1 6 0 0,42-25-4765 0 0,-30 15-688 0 0</inkml:trace>
  <inkml:trace contextRef="#ctx0" brushRef="#br2" timeOffset="171392.68">10862 3867 12120 0 0,'0'0'273'0'0,"0"0"40"0"0,0 0 22 0 0,0 0-39 0 0,0 0-101 0 0,-6 8 1634 0 0,-40 40 1208 0 0,-35 65-1630 0 0,-57 93-1506 0 0,77-108-788 0 0,48-78 506 0 0,-7 11-1285 0 0,6-12-2357 0 0,-1 1-1470 0 0</inkml:trace>
  <inkml:trace contextRef="#ctx0" brushRef="#br2" timeOffset="171718.76">10525 3911 13216 0 0,'0'0'298'0'0,"0"0"46"0"0,0 0 22 0 0,-1-1-48 0 0,-5-2-115 0 0,4 2 292 0 0,2 1 147 0 0,0 0 29 0 0,0 0-83 0 0,0 0-311 0 0,1 1 122 0 0,56 73 1250 0 0,-44-60-1503 0 0,-2 1-1 0 0,0 0 1 0 0,-1 1 0 0 0,0 0-1 0 0,-1 1 1 0 0,-1 0 0 0 0,-1 0-1 0 0,3 10-145 0 0,34 88 155 0 0,10 31-690 0 0,-19-81-1511 0 0,-25-49-3514 0 0,-1-11 99 0 0</inkml:trace>
  <inkml:trace contextRef="#ctx0" brushRef="#br2" timeOffset="172082.56">10916 4372 11976 0 0,'0'0'266'0'0,"0"0"44"0"0,0 0 15 0 0,0 0-26 0 0,0-2-198 0 0,1-5 234 0 0,0 0 0 0 0,1 0 0 0 0,0 0 0 0 0,0 1 0 0 0,1-1 1 0 0,-1 0-1 0 0,2 1 0 0 0,-1 0 0 0 0,1 0 0 0 0,-1 0 0 0 0,2 0 0 0 0,3-4-335 0 0,1-3 59 0 0,-3 6 156 0 0,0 1 0 0 0,0 1 0 0 0,1-1 0 0 0,0 1 0 0 0,0 0 0 0 0,0 0 0 0 0,0 1 0 0 0,1 0 0 0 0,-1 0 0 0 0,1 1 0 0 0,0 0 0 0 0,2 0-215 0 0,16 1 76 0 0,-18 5-66 0 0,-7-1-22 0 0,0 1 0 0 0,0-1-1 0 0,0 1 1 0 0,0-1 0 0 0,0 1-1 0 0,0 0 1 0 0,-1-1-1 0 0,1 1 1 0 0,-1 0 0 0 0,0 0-1 0 0,0-1 1 0 0,0 1 0 0 0,0 0-1 0 0,-1-1 1 0 0,1 1 0 0 0,-1 0-1 0 0,1-1 1 0 0,-1 1 12 0 0,0 1-24 0 0,-33 99-904 0 0,16-60 584 0 0,13-30 254 0 0,0-1 29 0 0,0 1-1 0 0,1 0 1 0 0,0 0-1 0 0,1 0 1 0 0,1 0-1 0 0,0 1 1 0 0,0 3 61 0 0,2-15-48 0 0,-1 0 0 0 0,1 0 1 0 0,0 0-1 0 0,0 0 0 0 0,0 0 0 0 0,0 0 0 0 0,0 0 1 0 0,1 0-1 0 0,-1 0 0 0 0,1 0 0 0 0,-1-1 1 0 0,1 1-1 0 0,-1 0 0 0 0,1 0 0 0 0,0 0 1 0 0,0-1-1 0 0,0 1 0 0 0,0 0 0 0 0,0-1 1 0 0,0 1-1 0 0,1-1 0 0 0,-1 1 0 0 0,0-1 1 0 0,1 0-1 0 0,-1 0 0 0 0,1 1 0 0 0,0-1 0 0 0,0 0 48 0 0,28 4-1613 0 0,-14-10-2549 0 0,-3 1-518 0 0</inkml:trace>
  <inkml:trace contextRef="#ctx0" brushRef="#br2" timeOffset="172450.17">11285 4264 9616 0 0,'0'0'216'0'0,"0"0"32"0"0,0 0 12 0 0,0 0 60 0 0,0 0 190 0 0,0 0 88 0 0,0 0 11 0 0,0 0-2 0 0,0 0-34 0 0,0 0-18 0 0,0 0-3 0 0,12 0 1022 0 0,86-23 1567 0 0,26-21-3113 0 0,-49 16-206 0 0,-69 25-1043 0 0,-4 0-5514 0 0,-2 3 1846 0 0</inkml:trace>
  <inkml:trace contextRef="#ctx0" brushRef="#br2" timeOffset="172873.19">11440 4052 10136 0 0,'0'0'230'0'0,"0"0"30"0"0,0 0 19 0 0,-1-1-40 0 0,-3-6-191 0 0,-3 4 118 0 0,5 2 693 0 0,2 1 272 0 0,0 0 42 0 0,0 0-74 0 0,0 0-351 0 0,0 0-151 0 0,0 0-28 0 0,0 0-34 0 0,0 0-114 0 0,0 0-49 0 0,-9 25 1037 0 0,8-16-1294 0 0,0 0 0 0 0,1 0 0 0 0,0 0-1 0 0,1 1 1 0 0,0-1 0 0 0,0 0-1 0 0,1 0 1 0 0,0 0 0 0 0,3 7-115 0 0,3 19 151 0 0,13 59-135 0 0,2-8-16 0 0,-1 29-7391 0 0,-22-107 1319 0 0</inkml:trace>
  <inkml:trace contextRef="#ctx0" brushRef="#br2" timeOffset="173225.3">12162 3855 10512 0 0,'0'0'306'0'0,"0"0"-4"0"0,0 0-56 0 0,0 0 486 0 0,0 0 238 0 0,0 0 43 0 0,0 0-77 0 0,0 0-363 0 0,0 0-158 0 0,0 0-30 0 0,0 0-40 0 0,-11 1 151 0 0,7 1-327 0 0,-1 0 0 0 0,0 0-1 0 0,0 0 1 0 0,1 1 0 0 0,0 0-1 0 0,-1 0 1 0 0,1 0-1 0 0,0 0 1 0 0,0 1 0 0 0,1-1-1 0 0,-1 1 1 0 0,1 0-1 0 0,-3 4-168 0 0,-56 83 1308 0 0,-6 24-1104 0 0,-6 22-628 0 0,-7-27-1216 0 0,54-79-241 0 0,15-18 299 0 0</inkml:trace>
  <inkml:trace contextRef="#ctx0" brushRef="#br2" timeOffset="173658.37">11865 3966 12064 0 0,'0'0'273'0'0,"0"-2"40"0"0,-4-12 311 0 0,4 12-525 0 0,0-3-20 0 0,0 4 271 0 0,0 1 113 0 0,0 0 17 0 0,0 0 11 0 0,0 0 17 0 0,18 4 1490 0 0,5 16-654 0 0,24 56 385 0 0,19 111-1241 0 0,-38-113-328 0 0,-6-37-1029 0 0,-4-11-865 0 0,-6-22-4298 0 0,-3-7 500 0 0</inkml:trace>
  <inkml:trace contextRef="#ctx0" brushRef="#br2" timeOffset="173962.52">12299 4142 10032 0 0,'0'0'297'0'0,"0"0"-9"0"0,0 0-39 0 0,0 0 535 0 0,0 0 251 0 0,0 0 48 0 0,0 0-49 0 0,0 0-223 0 0,0 0-98 0 0,-1 1-17 0 0,-2 81 2896 0 0,3 143-2535 0 0,-5-142-1603 0 0,5-49-1573 0 0,0-32 1648 0 0,0-2-135 0 0,0 0-566 0 0,0 0-247 0 0,0 0-47 0 0</inkml:trace>
  <inkml:trace contextRef="#ctx0" brushRef="#br2" timeOffset="174360.14">12344 3760 12640 0 0,'0'0'289'0'0,"0"0"40"0"0,0 0 21 0 0,0 0-46 0 0,-4-2-221 0 0,4 1 3169 0 0,14 3-2826 0 0,0 1-1 0 0,-1 0 1 0 0,0 1-1 0 0,0 1 0 0 0,0 0 1 0 0,0 0-1 0 0,-1 1 0 0 0,1 1 1 0 0,1 2-426 0 0,-9-7 99 0 0,8 7-83 0 0,1 0-1 0 0,-1 0 0 0 0,-1 1 1 0 0,0 1-1 0 0,0 0 0 0 0,-1 0 1 0 0,-1 1-1 0 0,0 1 0 0 0,-1 0 1 0 0,0 0-1 0 0,0 1 0 0 0,-2 0 1 0 0,0 0-1 0 0,0 1 0 0 0,-2 0 1 0 0,0 0-1 0 0,0 0 0 0 0,-1 1 1 0 0,-1 0-1 0 0,-1-1 0 0 0,0 1 1 0 0,-1 0-1 0 0,-1 0 0 0 0,-1 12-15 0 0,-12 78 0 0 0,-28 49 0 0 0,-47 42 1732 0 0,-13-52-2705 0 0,100-144 884 0 0,1-1-45 0 0,0 0-28 0 0,0 0-146 0 0,0 0-63 0 0,0 0-12 0 0,0 0-22 0 0,0 0-91 0 0,0 0-44 0 0,0 0-11 0 0,0 0-125 0 0,0 0-520 0 0,4-9-1693 0 0,-3 2 1411 0 0</inkml:trace>
  <inkml:trace contextRef="#ctx0" brushRef="#br2" timeOffset="175991.83">9857 2231 11728 0 0,'0'0'342'0'0,"0"0"4"0"0,0 0-100 0 0,0 0 410 0 0,0 0 206 0 0,0 0 39 0 0,0 0-44 0 0,0 0-222 0 0,0 0-99 0 0,0 0-22 0 0,0 0-30 0 0,0 0-118 0 0,0 1-57 0 0,-5 46 348 0 0,2 122 486 0 0,-2 5-1038 0 0,1-84-105 0 0,-1 40-461 0 0,1-44-779 0 0,-2-38-313 0 0,1-25-1231 0 0,1-14 1199 0 0</inkml:trace>
  <inkml:trace contextRef="#ctx0" brushRef="#br2" timeOffset="176333.73">9918 2262 11888 0 0,'-2'-1'266'0'0,"-43"-48"1396"0"0,44 48-969 0 0,-7-12 2141 0 0,10 10-2699 0 0,1 1 0 0 0,-1 0-1 0 0,1-1 1 0 0,-1 1 0 0 0,1 0-1 0 0,0 0 1 0 0,0 1 0 0 0,0-1-1 0 0,0 1 1 0 0,0-1 0 0 0,0 1-1 0 0,0 0 1 0 0,0 0 0 0 0,1 0-1 0 0,-1 1 1 0 0,0-1 0 0 0,1 1-1 0 0,-1-1 1 0 0,1 1 0 0 0,2 1-135 0 0,11-3 354 0 0,71 1 386 0 0,-83 1-732 0 0,-1 0 0 0 0,0 0 0 0 0,1 0 0 0 0,-1 1-1 0 0,0 0 1 0 0,1 0 0 0 0,-1 0 0 0 0,0 0 0 0 0,0 0 0 0 0,0 1-1 0 0,0 0 1 0 0,0 0 0 0 0,0 0 0 0 0,-1 0 0 0 0,1 1-1 0 0,-1 0 1 0 0,1-1 0 0 0,-1 1 0 0 0,0 0 0 0 0,0 1 0 0 0,0-1-1 0 0,1 3-7 0 0,-2-2 4 0 0,-1 1 1 0 0,0-1-1 0 0,-1 1 0 0 0,1-1 0 0 0,-1 1 0 0 0,0-1 0 0 0,0 0 0 0 0,0 1 0 0 0,0-1 0 0 0,-1 1 1 0 0,0-1-1 0 0,0 1 0 0 0,0-1 0 0 0,0 0 0 0 0,-1 1-4 0 0,0 3 2 0 0,-2 6-33 0 0,0 0 0 0 0,-1-1 0 0 0,0 1 0 0 0,-1-1 0 0 0,-1 0-1 0 0,0 0 1 0 0,-1-1 0 0 0,0 0 31 0 0,-2 4-306 0 0,-1 0 0 0 0,0-1 0 0 0,-1 0-1 0 0,-1-1 1 0 0,0-1 0 0 0,-1 0 0 0 0,-1-1 0 0 0,-5 4 306 0 0,7-7-1719 0 0,3 3-4455 0 0</inkml:trace>
  <inkml:trace contextRef="#ctx0" brushRef="#br2" timeOffset="176793.46">10348 2204 11976 0 0,'0'0'266'0'0,"0"0"44"0"0,0 0 15 0 0,0 0-26 0 0,-2 0-198 0 0,-71 58 4369 0 0,33 14-2794 0 0,31 7-1676 0 0,9-67 0 0 0,4 78 0 0 0,9-31-214 0 0,15 4-1061 0 0,-27-59 1252 0 0,1-1 1 0 0,-1 0-1 0 0,1 0 0 0 0,0 0 0 0 0,0 0 0 0 0,1 0 1 0 0,-1 0-1 0 0,0 0 0 0 0,1-1 0 0 0,0 0 0 0 0,0 1 1 0 0,0-1-1 0 0,0 0 0 0 0,0 0 0 0 0,0 0 1 0 0,0-1-1 0 0,0 1 0 0 0,1-1 0 0 0,-1 0 0 0 0,1 0 1 0 0,-1 0-1 0 0,1 0 0 0 0,-1-1 0 0 0,1 1 1 0 0,0-1-1 0 0,-1 0 0 0 0,1 0 0 0 0,0 0 0 0 0,-1-1 1 0 0,1 1-1 0 0,-1-1 0 0 0,1 0 0 0 0,-1 0 0 0 0,2 0 23 0 0,5-4 108 0 0,-1 1 0 0 0,0-1 0 0 0,0-1 0 0 0,0 0 0 0 0,-1 0 0 0 0,0-1-1 0 0,0 0 1 0 0,0 0 0 0 0,-1-1 0 0 0,0 0 0 0 0,-1 0 0 0 0,0 0-1 0 0,0-1 1 0 0,0 0 0 0 0,-1 0 0 0 0,-1-1 0 0 0,3-6-108 0 0,-3 0 260 0 0,0 0-1 0 0,-1 0 1 0 0,-1 0 0 0 0,0 0 0 0 0,-2-1 0 0 0,1 1 0 0 0,-2 0 0 0 0,0-1-1 0 0,-4-14-259 0 0,5 23 76 0 0,-1-1-1 0 0,-1 1 1 0 0,0-1-1 0 0,0 1 1 0 0,0-1-1 0 0,-1 1 1 0 0,0 0-1 0 0,-1 0 1 0 0,0 1-1 0 0,0-1 1 0 0,0 1 0 0 0,-1 0-1 0 0,0 0 1 0 0,-1 0-1 0 0,0 0 1 0 0,0 1-1 0 0,0 0 1 0 0,0 1-1 0 0,-1-1 1 0 0,0 1-1 0 0,0 0 1 0 0,-6-2-76 0 0,12 7-20 0 0,-75-20-504 0 0,73 20 18 0 0,0 0 0 0 0,0 0 0 0 0,1 0 0 0 0,-1 0 0 0 0,0 1-1 0 0,0-1 1 0 0,0 1 0 0 0,0 0 0 0 0,1 0 0 0 0,-1 0 0 0 0,0 0 0 0 0,1 0 0 0 0,-1 1 0 0 0,1-1 0 0 0,0 1 0 0 0,-1 0 506 0 0,1-1-6184 0 0</inkml:trace>
  <inkml:trace contextRef="#ctx0" brushRef="#br2" timeOffset="177245.37">10827 2125 11976 0 0,'0'0'266'0'0,"4"-13"668"0"0,7-2-889 0 0,9-12 4075 0 0,-20 27-4057 0 0,0 0 0 0 0,0-1 0 0 0,0 1 0 0 0,0 0 1 0 0,0 0-1 0 0,0 0 0 0 0,0-1 0 0 0,0 1 0 0 0,0 0 0 0 0,0-1 1 0 0,0 1-1 0 0,0 0 0 0 0,0 0 0 0 0,0-1 0 0 0,0 1 0 0 0,0 0 1 0 0,0 0-1 0 0,0-1 0 0 0,0 1 0 0 0,0 0 0 0 0,0 0 0 0 0,0-1 0 0 0,0 1 1 0 0,0 0-1 0 0,-1 0 0 0 0,1 0 0 0 0,0-1 0 0 0,0 1 0 0 0,0 0 1 0 0,0 0-1 0 0,-1 0 0 0 0,1-1 0 0 0,0 1 0 0 0,0 0 0 0 0,-1 0 1 0 0,1 0-1 0 0,0 0 0 0 0,0 0 0 0 0,0 0 0 0 0,-1-1 0 0 0,1 1 1 0 0,0 0-1 0 0,-1 0 0 0 0,1 0 0 0 0,0 0 0 0 0,0 0 0 0 0,-1 0 0 0 0,1 0 1 0 0,0 0-1 0 0,0 0 0 0 0,-1 0 0 0 0,1 0 0 0 0,0 0 0 0 0,0 0 1 0 0,-1 1-1 0 0,1-1 0 0 0,0 0 0 0 0,0 0 0 0 0,-1 0 0 0 0,1 0 1 0 0,0 0-1 0 0,0 0-63 0 0,-9 2 20 0 0,1-1 0 0 0,0 1 0 0 0,0 1 1 0 0,0-1-1 0 0,1 1 0 0 0,-1 1 0 0 0,1-1 0 0 0,-1 1 1 0 0,1 1-1 0 0,0-1 0 0 0,1 1 0 0 0,-1 0 0 0 0,-1 3-20 0 0,-3 3 0 0 0,8-10 0 0 0,1 1 0 0 0,0 0 0 0 0,0 0 0 0 0,0 0 0 0 0,0 0 0 0 0,0 0 0 0 0,0 1 0 0 0,1-1 0 0 0,-1 1 0 0 0,1-1 0 0 0,-1 1 0 0 0,1 0 0 0 0,0-1 0 0 0,0 1 0 0 0,0 0 0 0 0,1 0 0 0 0,-1-1 0 0 0,1 1 0 0 0,-1 1 0 0 0,2 0 0 0 0,0 0 0 0 0,0-1 0 0 0,0 1 0 0 0,1 0 0 0 0,-1-1 0 0 0,1 1 0 0 0,0-1 0 0 0,0 1 0 0 0,0-1 0 0 0,1 0 0 0 0,-1 0 0 0 0,1 0 0 0 0,0 0 0 0 0,-1 0 0 0 0,1-1 0 0 0,0 1 0 0 0,1-1 0 0 0,-1 0 0 0 0,0 0 0 0 0,1 0 0 0 0,-1 0 0 0 0,1-1 0 0 0,0 1 0 0 0,-1-1 0 0 0,1 0 0 0 0,0 0 0 0 0,0 0 0 0 0,0-1 0 0 0,0 1 0 0 0,0-1 0 0 0,127 36-306 0 0,-128-35 314 0 0,0 0 1 0 0,0 0-1 0 0,-1 1 1 0 0,1-1 0 0 0,-1 1-1 0 0,1 0 1 0 0,-1 0-1 0 0,1 0 1 0 0,-1 0 0 0 0,0 0-1 0 0,0 0 1 0 0,0 1 0 0 0,0-1-1 0 0,-1 1 1 0 0,1-1-1 0 0,-1 1 1 0 0,1 0 0 0 0,-1-1-1 0 0,0 1 1 0 0,0 0-1 0 0,0 0 1 0 0,-1 0 0 0 0,1 0-1 0 0,0 0 1 0 0,-1 0-1 0 0,0 0 1 0 0,0 0 0 0 0,0 0-1 0 0,0 0 1 0 0,0 0-1 0 0,-1 2-8 0 0,-53 81-26 0 0,-46 8-956 0 0,-3-23-451 0 0,57-47-4159 0 0,22-13-198 0 0</inkml:trace>
  <inkml:trace contextRef="#ctx0" brushRef="#br2" timeOffset="177609.64">9657 3094 12864 0 0,'-26'7'1010'0'0,"25"-6"-358"0"0,1-1 202 0 0,0 0 39 0 0,0 0-111 0 0,63-19 1624 0 0,393-158-278 0 0,-357 141-2136 0 0,101-23 8 0 0,-48 16 333 0 0,-63 18-480 0 0,1 3 1 0 0,43-3 146 0 0,-55 13-12 0 0,1 4 1 0 0,37 1 11 0 0,-66 10-911 0 0,-59 5 47 0 0,0-3 290 0 0,1-1 0 0 0,-1 1 0 0 0,0-2 0 0 0,-1 1 0 0 0,1-1 0 0 0,0 0 0 0 0,-1-1 0 0 0,-2 0 574 0 0,-1 1-1145 0 0,-31 7-957 0 0,-5-2-10 0 0</inkml:trace>
  <inkml:trace contextRef="#ctx0" brushRef="#br2" timeOffset="178064.37">9736 3229 13824 0 0,'-2'0'314'0'0,"-53"12"884"0"0,48-10-1112 0 0,5-1 362 0 0,1-1 149 0 0,4 5 3490 0 0,48-3-3210 0 0,117-16 1102 0 0,73-38-2012 0 0,-42-2 167 0 0,249-92-134 0 0,-375 124-238 0 0,1 3 0 0 0,0 4 0 0 0,28-1 238 0 0,-19 9-1035 0 0,-24-1-1514 0 0,-54 8 2365 0 0,-2 0-2272 0 0,-2 0-789 0 0,-1 0-2499 0 0</inkml:trace>
</inkml:ink>
</file>

<file path=ppt/ink/ink44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2-17T23:05:46.16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16070 3390 1036 0,'12'-16'23'0,"-6"10"5"0,3 1 0 0,-3 2 1 0,-3-5-29 15,3 3 0-15,-3 0 0 0,-3 5 0 0,0-5 57 0,0 5 6 16,-3-3 1-16,-3 0 0 0,0-2 0 0,0 5 0 16,-3-3 0-16,3 3 0 0,-3 0-52 0,3 0-12 0,0-5 0 15,-3 5 0 32,3 0 0-47,6 0 0 0,-6 0 0 0,6 0 0 0,0 0 0 16,0 0 0-16,0 0 0 0,0 0 0 0,0 0 0 0,0 0 0 0,0 0 0 0,0 0 0 0,0 0 0 0,0 0 0 0,0 0 0 0,0 0 0 15,0 0-48-15,0 0-13 0,0 0-3 0,6-3-341 0,-6 3-69 0</inkml:trace>
  <inkml:trace contextRef="#ctx0" brushRef="#br0" timeOffset="293.7">16186 3191 1074 0,'0'-8'30'0,"0"8"8"0,0 0-30 0,-3-8-8 0,3 3 0 0,-3 0 0 15,0 2 104-15,0 3 19 0,0-5 4 0,-3 2 1 16,3 3-60-16,3 0-12 0,-6-5-3 0,-2 10 0 16,-1-5-33-16,0 0-8 15,0 3 0-15,-3 2-1 0,0 0-11 0,0 3 0 0,-3 0 0 0,0 0 0 16,0 3 0-16,0-1 0 0,-2 1 0 0,2-1 0 15,0 1 32-15,0 2 4 0,3-2 0 16,-3 7 1-16,6-2-59 0,0-3-12 0,3 3-2 16,0 0-1-16,6 0 37 0,0 0 0 0,0-3 0 0,6 3 0 15,0-3 0-15,3 1 0 0,6-7 0 0,-3 4 0 16,6 0 0-16,-3-9 0 0,6 6 0 0,-4-5 0 0,4 2 0 0,0-2 0 16,-6 5 0-16,3-8 0 0,-6 2 0 0,3 4 0 15,-6-4 0-15,3 4 0 0,-4-4 0 0,1 4 0 16,-3-4 0-1,-3 3 0-15,0 1 0 0,0 2 0 16,-3 0 0-16,-3-3 0 0,0 3 0 0,-3 0 0 0,0 0 0 16,-3 2 0-16,1-2 0 0,-4 3 0 0,-3-3 0 0,-3-3 0 0,0 3 0 0,0-3 0 15,-3 6 0-15,1-8 0 0,-1 2 0 0,0 0 0 16,3 0 0-16,-3 6 0 0,3-8 0 0,0 2 0 16,4 3 0-16,-1-5 0 15,3-1-110-15,3 1-14 0,-12-6-4 0,21 3 0 16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BCD4045B-8F41-6B4E-97BD-FF08E793C303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9F0351C3-1740-AA4D-BDDF-BF0F4C69FD11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052" name="Rectangle 4">
            <a:extLst>
              <a:ext uri="{FF2B5EF4-FFF2-40B4-BE49-F238E27FC236}">
                <a16:creationId xmlns:a16="http://schemas.microsoft.com/office/drawing/2014/main" id="{6474A07D-2658-461F-8F83-4F740994F24C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101" name="Rectangle 5">
            <a:extLst>
              <a:ext uri="{FF2B5EF4-FFF2-40B4-BE49-F238E27FC236}">
                <a16:creationId xmlns:a16="http://schemas.microsoft.com/office/drawing/2014/main" id="{B0787F0E-99E1-EC46-8903-479D5ABA0DBF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102" name="Rectangle 6">
            <a:extLst>
              <a:ext uri="{FF2B5EF4-FFF2-40B4-BE49-F238E27FC236}">
                <a16:creationId xmlns:a16="http://schemas.microsoft.com/office/drawing/2014/main" id="{8261E7AE-94F1-554C-9081-C782E41C57C0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103" name="Rectangle 7">
            <a:extLst>
              <a:ext uri="{FF2B5EF4-FFF2-40B4-BE49-F238E27FC236}">
                <a16:creationId xmlns:a16="http://schemas.microsoft.com/office/drawing/2014/main" id="{B74AB494-A933-744C-97AB-D567B6DD35B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-128"/>
              </a:defRPr>
            </a:lvl1pPr>
          </a:lstStyle>
          <a:p>
            <a:pPr>
              <a:defRPr/>
            </a:pPr>
            <a:fld id="{FF969DB7-CD90-4014-9B8D-CC33BD96DEA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ＭＳ Ｐゴシック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A225FB7-6986-41E4-8F43-F86C2C27428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C0D8ACF-9AF7-4BE6-B2E3-865733B3F78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A1803AE-9905-4AF8-9DA3-73789375BE1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8BAFD67-0D38-4EFF-B956-560E674B21E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21095917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914623E-7E5C-4AFD-BE24-3DB80703DAC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C93BFD6-7F93-4733-A226-6C0EC46E768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ED5D424-E135-44CC-BA4E-A2DB770BDC8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97619F1-5350-4307-9409-443BD106766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30216439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09446CB-484F-4252-BB19-9C497B0F540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3A8F4DA-9E72-49E7-9FF9-D36FD65AE1B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7A08CB3-EAD0-4E99-8B98-C89B6DB018E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653D098-D75C-4EE5-8B40-FC63AFD0D628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69078586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914400"/>
            <a:ext cx="4267200" cy="5410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914400"/>
            <a:ext cx="4267200" cy="5410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1C54467-B79B-4B77-A3B1-44DDDE77CE3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62F25E2-A807-49CB-BC93-3D806EA7E07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5932679-2C29-4D7B-881E-4BB2B5FA51E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C11FBC1-3F18-4B9F-83D9-3A5A4B6E257A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7385060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5ED9B991-D00B-4804-89EB-33BB202D7AE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78015FF5-E07E-4C7A-8238-1AF9E0FFD5C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C3F5F623-7278-4A70-8A13-35C022DCEBF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4CCFC92-1B0B-4860-87FB-21B0774F2EA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56079894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6200" y="76200"/>
            <a:ext cx="8991600" cy="380999"/>
          </a:xfrm>
        </p:spPr>
        <p:txBody>
          <a:bodyPr/>
          <a:lstStyle>
            <a:lvl1pPr>
              <a:defRPr sz="3400">
                <a:solidFill>
                  <a:srgbClr val="FF0000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1FE1E440-A8C8-43AB-B8E7-F86B3E9B4BB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582FBE08-5985-4EC5-801D-BD8B156BACB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BDCED17A-0888-409A-80D0-BD3B63CD522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97966BF-D65F-4E28-A407-653B2DF03F01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14361790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31F0ED2C-B519-4F57-8672-730E3329D11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AC221C3B-499D-4477-B03B-03A7E024464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DCD4F977-FA0E-4B3A-B94F-0279441CCCC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182C1FB-A275-4CBE-B85C-63204551E734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25559968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7D62850-C9F3-4ECE-848C-FF22D5C8AF2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C12A31E-209B-42A9-826C-D78F92405A2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821507E-9AE1-4B0E-B93B-7C085C52966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BC2F104-DF84-4AEF-9187-41AF5BE74E3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408060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202DB48-69AE-4AF3-868F-545FF5AF8F1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7F3E5B6-43C3-4346-B165-FDD6F1E37E9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CD27224-906E-4B0A-BE25-6FED1CA2EB3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1AFDD3B-1453-418D-980A-9289DD4C51F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602560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B9F8C36-2FA4-465E-B8F9-3C035D0919B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6E95604D-DBCA-4814-BBC5-446C778B819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758D9F7-727C-4D99-89FD-0C87515CC9B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670AC39-4B88-4002-B23C-3DAA2B76F349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77343722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743700" y="228600"/>
            <a:ext cx="2171700" cy="6096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228600"/>
            <a:ext cx="6362700" cy="6096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6694072-58C3-4095-B658-E2EC7AE668D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E093BA2E-5916-442F-A773-1816573953A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9B41EDC-CE19-4648-891A-4EFB1DCC0E4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86CB7B8-7C25-401E-AFCE-7AE2AED9C12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9482324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04800" y="533400"/>
            <a:ext cx="3429000" cy="1143000"/>
          </a:xfrm>
        </p:spPr>
        <p:txBody>
          <a:bodyPr anchor="b"/>
          <a:lstStyle>
            <a:lvl1pPr>
              <a:defRPr sz="3200" b="0">
                <a:solidFill>
                  <a:srgbClr val="F5E985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04800" y="1828800"/>
            <a:ext cx="3429000" cy="1752600"/>
          </a:xfrm>
        </p:spPr>
        <p:txBody>
          <a:bodyPr/>
          <a:lstStyle>
            <a:lvl1pPr marL="0" indent="0">
              <a:buFontTx/>
              <a:buNone/>
              <a:defRPr sz="2800"/>
            </a:lvl1pPr>
          </a:lstStyle>
          <a:p>
            <a:pPr lvl="0"/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511894234"/>
      </p:ext>
    </p:extLst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228182518"/>
      </p:ext>
    </p:extLst>
  </p:cSld>
  <p:clrMapOvr>
    <a:masterClrMapping/>
  </p:clrMapOvr>
  <p:transition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67548268"/>
      </p:ext>
    </p:extLst>
  </p:cSld>
  <p:clrMapOvr>
    <a:masterClrMapping/>
  </p:clrMapOvr>
  <p:transition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219200"/>
            <a:ext cx="3886200" cy="49530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219200"/>
            <a:ext cx="3886200" cy="49530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89938676"/>
      </p:ext>
    </p:extLst>
  </p:cSld>
  <p:clrMapOvr>
    <a:masterClrMapping/>
  </p:clrMapOvr>
  <p:transition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961066605"/>
      </p:ext>
    </p:extLst>
  </p:cSld>
  <p:clrMapOvr>
    <a:masterClrMapping/>
  </p:clrMapOvr>
  <p:transition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086783363"/>
      </p:ext>
    </p:extLst>
  </p:cSld>
  <p:clrMapOvr>
    <a:masterClrMapping/>
  </p:clrMapOvr>
  <p:transition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22848575"/>
      </p:ext>
    </p:extLst>
  </p:cSld>
  <p:clrMapOvr>
    <a:masterClrMapping/>
  </p:clrMapOvr>
  <p:transition/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391091350"/>
      </p:ext>
    </p:extLst>
  </p:cSld>
  <p:clrMapOvr>
    <a:masterClrMapping/>
  </p:clrMapOvr>
  <p:transition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591485105"/>
      </p:ext>
    </p:extLst>
  </p:cSld>
  <p:clrMapOvr>
    <a:masterClrMapping/>
  </p:clrMapOvr>
  <p:transition/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42142200"/>
      </p:ext>
    </p:extLst>
  </p:cSld>
  <p:clrMapOvr>
    <a:masterClrMapping/>
  </p:clrMapOvr>
  <p:transition/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304800"/>
            <a:ext cx="2228850" cy="58674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0" y="304800"/>
            <a:ext cx="6534150" cy="58674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966344663"/>
      </p:ext>
    </p:extLst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92ADB1AC-32D3-49A7-A1DC-4BB1BCC568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228600"/>
            <a:ext cx="86868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2CC26A9E-31B8-4391-AE6F-822CE2529FF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14400"/>
            <a:ext cx="8686800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FD3DE5A9-11D5-4AEB-B896-6DAD1B6EEEBC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228600" y="632460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2C62297E-DDFC-4E4B-B572-4234ABFF44A5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590800" y="6324600"/>
            <a:ext cx="39624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B8CD9B8A-A795-4DB1-8964-96651783B99F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10400" y="632460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 smtClean="0"/>
            </a:lvl1pPr>
          </a:lstStyle>
          <a:p>
            <a:pPr>
              <a:defRPr/>
            </a:pPr>
            <a:fld id="{6E3611C3-C128-4ADE-9736-85CD38B1067C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1835629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+mj-lt"/>
          <a:ea typeface="MS PGothic" panose="020B0600070205080204" pitchFamily="34" charset="-128"/>
          <a:cs typeface="ＭＳ Ｐゴシック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800">
          <a:solidFill>
            <a:schemeClr val="tx1"/>
          </a:solidFill>
          <a:latin typeface="+mn-lt"/>
          <a:ea typeface="MS PGothic" panose="020B0600070205080204" pitchFamily="34" charset="-128"/>
          <a:cs typeface="ＭＳ Ｐゴシック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tx1"/>
          </a:solidFill>
          <a:latin typeface="+mn-lt"/>
          <a:ea typeface="MS PGothic" panose="020B0600070205080204" pitchFamily="34" charset="-128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  <a:ea typeface="MS PGothic" panose="020B0600070205080204" pitchFamily="34" charset="-128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>
          <a:solidFill>
            <a:schemeClr val="tx1"/>
          </a:solidFill>
          <a:latin typeface="+mn-lt"/>
          <a:ea typeface="MS PGothic" panose="020B0600070205080204" pitchFamily="34" charset="-128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  <a:ea typeface="MS PGothic" panose="020B0600070205080204" pitchFamily="34" charset="-128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304DFBE3-8441-4FA9-9B8C-7F5C660D422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0" y="304800"/>
            <a:ext cx="89154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743F98FB-39FB-462F-9140-C5C46C7BEFE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609600" y="1219200"/>
            <a:ext cx="7924800" cy="495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79949017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ransition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+mj-lt"/>
          <a:ea typeface="MS PGothic" panose="020B0600070205080204" pitchFamily="34" charset="-128"/>
          <a:cs typeface="ＭＳ Ｐゴシック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MS PGothic" panose="020B0600070205080204" pitchFamily="34" charset="-128"/>
          <a:cs typeface="ＭＳ Ｐゴシック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MS PGothic" panose="020B0600070205080204" pitchFamily="34" charset="-128"/>
          <a:cs typeface="ＭＳ Ｐゴシック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MS PGothic" panose="020B0600070205080204" pitchFamily="34" charset="-128"/>
          <a:cs typeface="ＭＳ Ｐゴシック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MS PGothic" panose="020B0600070205080204" pitchFamily="34" charset="-128"/>
          <a:cs typeface="ＭＳ Ｐゴシック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400" b="1">
          <a:solidFill>
            <a:schemeClr val="tx1"/>
          </a:solidFill>
          <a:latin typeface="+mn-lt"/>
          <a:ea typeface="MS PGothic" panose="020B0600070205080204" pitchFamily="34" charset="-128"/>
          <a:cs typeface="ＭＳ Ｐゴシック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Wingdings" panose="05000000000000000000" pitchFamily="2" charset="2"/>
        <a:buChar char="§"/>
        <a:defRPr sz="2000" b="1">
          <a:solidFill>
            <a:schemeClr val="tx1"/>
          </a:solidFill>
          <a:latin typeface="+mn-lt"/>
          <a:ea typeface="MS PGothic" panose="020B0600070205080204" pitchFamily="34" charset="-128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b="1">
          <a:solidFill>
            <a:schemeClr val="tx1"/>
          </a:solidFill>
          <a:latin typeface="+mn-lt"/>
          <a:ea typeface="MS PGothic" panose="020B0600070205080204" pitchFamily="34" charset="-128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b="1">
          <a:solidFill>
            <a:schemeClr val="tx1"/>
          </a:solidFill>
          <a:latin typeface="+mn-lt"/>
          <a:ea typeface="MS PGothic" panose="020B0600070205080204" pitchFamily="34" charset="-128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MS PGothic" panose="020B0600070205080204" pitchFamily="34" charset="-128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hyperlink" Target="mailto:maruf@iastate.edu" TargetMode="Externa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hyperlink" Target="https://canvas.iastate.edu/courses/89436/modules/items/4459378" TargetMode="Externa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customXml" Target="../ink/ink1.xml"/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customXml" Target="../ink/ink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00.png"/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1.png"/><Relationship Id="rId13" Type="http://schemas.openxmlformats.org/officeDocument/2006/relationships/customXml" Target="../ink/ink8.xml"/><Relationship Id="rId18" Type="http://schemas.openxmlformats.org/officeDocument/2006/relationships/image" Target="../media/image9.png"/><Relationship Id="rId3" Type="http://schemas.openxmlformats.org/officeDocument/2006/relationships/customXml" Target="../ink/ink3.xml"/><Relationship Id="rId21" Type="http://schemas.openxmlformats.org/officeDocument/2006/relationships/customXml" Target="../ink/ink12.xml"/><Relationship Id="rId7" Type="http://schemas.openxmlformats.org/officeDocument/2006/relationships/customXml" Target="../ink/ink5.xml"/><Relationship Id="rId12" Type="http://schemas.openxmlformats.org/officeDocument/2006/relationships/image" Target="../media/image6.png"/><Relationship Id="rId17" Type="http://schemas.openxmlformats.org/officeDocument/2006/relationships/customXml" Target="../ink/ink10.xml"/><Relationship Id="rId2" Type="http://schemas.openxmlformats.org/officeDocument/2006/relationships/image" Target="../media/image4.png"/><Relationship Id="rId16" Type="http://schemas.openxmlformats.org/officeDocument/2006/relationships/image" Target="../media/image8.png"/><Relationship Id="rId20" Type="http://schemas.openxmlformats.org/officeDocument/2006/relationships/image" Target="../media/image10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11.png"/><Relationship Id="rId11" Type="http://schemas.openxmlformats.org/officeDocument/2006/relationships/customXml" Target="../ink/ink7.xml"/><Relationship Id="rId24" Type="http://schemas.openxmlformats.org/officeDocument/2006/relationships/image" Target="../media/image12.png"/><Relationship Id="rId5" Type="http://schemas.openxmlformats.org/officeDocument/2006/relationships/customXml" Target="../ink/ink4.xml"/><Relationship Id="rId15" Type="http://schemas.openxmlformats.org/officeDocument/2006/relationships/customXml" Target="../ink/ink9.xml"/><Relationship Id="rId23" Type="http://schemas.openxmlformats.org/officeDocument/2006/relationships/customXml" Target="../ink/ink13.xml"/><Relationship Id="rId10" Type="http://schemas.openxmlformats.org/officeDocument/2006/relationships/image" Target="../media/image5.png"/><Relationship Id="rId19" Type="http://schemas.openxmlformats.org/officeDocument/2006/relationships/customXml" Target="../ink/ink11.xml"/><Relationship Id="rId4" Type="http://schemas.openxmlformats.org/officeDocument/2006/relationships/image" Target="../media/image35.png"/><Relationship Id="rId9" Type="http://schemas.openxmlformats.org/officeDocument/2006/relationships/customXml" Target="../ink/ink6.xml"/><Relationship Id="rId14" Type="http://schemas.openxmlformats.org/officeDocument/2006/relationships/image" Target="../media/image7.png"/><Relationship Id="rId22" Type="http://schemas.openxmlformats.org/officeDocument/2006/relationships/image" Target="../media/image11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customXml" Target="../ink/ink14.xml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3.png"/><Relationship Id="rId5" Type="http://schemas.openxmlformats.org/officeDocument/2006/relationships/customXml" Target="../ink/ink15.xml"/><Relationship Id="rId4" Type="http://schemas.openxmlformats.org/officeDocument/2006/relationships/image" Target="../media/image35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customXml" Target="../ink/ink16.xml"/><Relationship Id="rId7" Type="http://schemas.openxmlformats.org/officeDocument/2006/relationships/customXml" Target="../ink/ink18.xml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4.png"/><Relationship Id="rId5" Type="http://schemas.openxmlformats.org/officeDocument/2006/relationships/customXml" Target="../ink/ink17.xml"/><Relationship Id="rId4" Type="http://schemas.openxmlformats.org/officeDocument/2006/relationships/image" Target="../media/image35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customXml" Target="../ink/ink19.xml"/><Relationship Id="rId1" Type="http://schemas.openxmlformats.org/officeDocument/2006/relationships/slideLayout" Target="../slideLayouts/slideLayout1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customXml" Target="../ink/ink20.xml"/><Relationship Id="rId1" Type="http://schemas.openxmlformats.org/officeDocument/2006/relationships/slideLayout" Target="../slideLayouts/slideLayout13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oleObject" Target="../embeddings/oleObject1.bin"/><Relationship Id="rId7" Type="http://schemas.openxmlformats.org/officeDocument/2006/relationships/customXml" Target="../ink/ink21.xml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4" Type="http://schemas.openxmlformats.org/officeDocument/2006/relationships/image" Target="../media/image18.emf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7" Type="http://schemas.openxmlformats.org/officeDocument/2006/relationships/image" Target="../media/image22.png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2.vml"/><Relationship Id="rId6" Type="http://schemas.openxmlformats.org/officeDocument/2006/relationships/customXml" Target="../ink/ink22.xml"/><Relationship Id="rId5" Type="http://schemas.openxmlformats.org/officeDocument/2006/relationships/image" Target="../media/image19.png"/><Relationship Id="rId4" Type="http://schemas.openxmlformats.org/officeDocument/2006/relationships/image" Target="../media/image18.emf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oleObject" Target="../embeddings/oleObject3.bin"/><Relationship Id="rId7" Type="http://schemas.openxmlformats.org/officeDocument/2006/relationships/image" Target="../media/image25.png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3.vml"/><Relationship Id="rId6" Type="http://schemas.openxmlformats.org/officeDocument/2006/relationships/image" Target="../media/image24.png"/><Relationship Id="rId5" Type="http://schemas.openxmlformats.org/officeDocument/2006/relationships/image" Target="../media/image23.png"/><Relationship Id="rId4" Type="http://schemas.openxmlformats.org/officeDocument/2006/relationships/image" Target="../media/image18.emf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customXml" Target="../ink/ink23.xml"/><Relationship Id="rId1" Type="http://schemas.openxmlformats.org/officeDocument/2006/relationships/slideLayout" Target="../slideLayouts/slideLayout13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customXml" Target="../ink/ink24.xml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9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2.png"/><Relationship Id="rId5" Type="http://schemas.openxmlformats.org/officeDocument/2006/relationships/customXml" Target="../ink/ink25.xml"/><Relationship Id="rId4" Type="http://schemas.openxmlformats.org/officeDocument/2006/relationships/image" Target="../media/image31.png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13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ustomXml" Target="../ink/ink26.xml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34.png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13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wmf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7.png"/><Relationship Id="rId5" Type="http://schemas.openxmlformats.org/officeDocument/2006/relationships/customXml" Target="../ink/ink27.xml"/><Relationship Id="rId4" Type="http://schemas.openxmlformats.org/officeDocument/2006/relationships/image" Target="../media/image36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wmf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36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wmf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36.png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13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wmf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8.png"/><Relationship Id="rId5" Type="http://schemas.openxmlformats.org/officeDocument/2006/relationships/customXml" Target="../ink/ink28.xml"/><Relationship Id="rId4" Type="http://schemas.openxmlformats.org/officeDocument/2006/relationships/image" Target="../media/image36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wmf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36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wmf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36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wmf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36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40.png"/><Relationship Id="rId4" Type="http://schemas.openxmlformats.org/officeDocument/2006/relationships/customXml" Target="../ink/ink29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customXml" Target="../ink/ink30.xml"/><Relationship Id="rId1" Type="http://schemas.openxmlformats.org/officeDocument/2006/relationships/slideLayout" Target="../slideLayouts/slideLayout1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customXml" Target="../ink/ink31.xml"/><Relationship Id="rId1" Type="http://schemas.openxmlformats.org/officeDocument/2006/relationships/slideLayout" Target="../slideLayouts/slideLayout1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customXml" Target="../ink/ink32.xml"/><Relationship Id="rId1" Type="http://schemas.openxmlformats.org/officeDocument/2006/relationships/slideLayout" Target="../slideLayouts/slideLayout13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customXml" Target="../ink/ink33.xml"/><Relationship Id="rId1" Type="http://schemas.openxmlformats.org/officeDocument/2006/relationships/slideLayout" Target="../slideLayouts/slideLayout13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customXml" Target="../ink/ink34.xml"/><Relationship Id="rId1" Type="http://schemas.openxmlformats.org/officeDocument/2006/relationships/slideLayout" Target="../slideLayouts/slideLayout1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customXml" Target="../ink/ink35.xml"/><Relationship Id="rId1" Type="http://schemas.openxmlformats.org/officeDocument/2006/relationships/slideLayout" Target="../slideLayouts/slideLayout13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13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1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13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56.png"/><Relationship Id="rId21" Type="http://schemas.openxmlformats.org/officeDocument/2006/relationships/image" Target="../media/image82.png"/><Relationship Id="rId42" Type="http://schemas.openxmlformats.org/officeDocument/2006/relationships/customXml" Target="../ink/ink56.xml"/><Relationship Id="rId47" Type="http://schemas.openxmlformats.org/officeDocument/2006/relationships/image" Target="../media/image95.png"/><Relationship Id="rId63" Type="http://schemas.openxmlformats.org/officeDocument/2006/relationships/image" Target="../media/image103.png"/><Relationship Id="rId68" Type="http://schemas.openxmlformats.org/officeDocument/2006/relationships/customXml" Target="../ink/ink69.xml"/><Relationship Id="rId84" Type="http://schemas.openxmlformats.org/officeDocument/2006/relationships/customXml" Target="../ink/ink77.xml"/><Relationship Id="rId89" Type="http://schemas.openxmlformats.org/officeDocument/2006/relationships/image" Target="../media/image421.png"/><Relationship Id="rId112" Type="http://schemas.openxmlformats.org/officeDocument/2006/relationships/customXml" Target="../ink/ink91.xml"/><Relationship Id="rId16" Type="http://schemas.openxmlformats.org/officeDocument/2006/relationships/customXml" Target="../ink/ink43.xml"/><Relationship Id="rId107" Type="http://schemas.openxmlformats.org/officeDocument/2006/relationships/image" Target="../media/image51.png"/><Relationship Id="rId11" Type="http://schemas.openxmlformats.org/officeDocument/2006/relationships/image" Target="../media/image77.png"/><Relationship Id="rId32" Type="http://schemas.openxmlformats.org/officeDocument/2006/relationships/customXml" Target="../ink/ink51.xml"/><Relationship Id="rId37" Type="http://schemas.openxmlformats.org/officeDocument/2006/relationships/image" Target="../media/image90.png"/><Relationship Id="rId53" Type="http://schemas.openxmlformats.org/officeDocument/2006/relationships/image" Target="../media/image98.png"/><Relationship Id="rId58" Type="http://schemas.openxmlformats.org/officeDocument/2006/relationships/customXml" Target="../ink/ink64.xml"/><Relationship Id="rId74" Type="http://schemas.openxmlformats.org/officeDocument/2006/relationships/customXml" Target="../ink/ink72.xml"/><Relationship Id="rId79" Type="http://schemas.openxmlformats.org/officeDocument/2006/relationships/image" Target="../media/image371.png"/><Relationship Id="rId102" Type="http://schemas.openxmlformats.org/officeDocument/2006/relationships/customXml" Target="../ink/ink86.xml"/><Relationship Id="rId123" Type="http://schemas.openxmlformats.org/officeDocument/2006/relationships/image" Target="../media/image59.png"/><Relationship Id="rId128" Type="http://schemas.openxmlformats.org/officeDocument/2006/relationships/customXml" Target="../ink/ink99.xml"/><Relationship Id="rId5" Type="http://schemas.openxmlformats.org/officeDocument/2006/relationships/image" Target="../media/image74.png"/><Relationship Id="rId90" Type="http://schemas.openxmlformats.org/officeDocument/2006/relationships/customXml" Target="../ink/ink80.xml"/><Relationship Id="rId95" Type="http://schemas.openxmlformats.org/officeDocument/2006/relationships/image" Target="../media/image451.png"/><Relationship Id="rId22" Type="http://schemas.openxmlformats.org/officeDocument/2006/relationships/customXml" Target="../ink/ink46.xml"/><Relationship Id="rId27" Type="http://schemas.openxmlformats.org/officeDocument/2006/relationships/image" Target="../media/image85.png"/><Relationship Id="rId43" Type="http://schemas.openxmlformats.org/officeDocument/2006/relationships/image" Target="../media/image93.png"/><Relationship Id="rId48" Type="http://schemas.openxmlformats.org/officeDocument/2006/relationships/customXml" Target="../ink/ink59.xml"/><Relationship Id="rId64" Type="http://schemas.openxmlformats.org/officeDocument/2006/relationships/customXml" Target="../ink/ink67.xml"/><Relationship Id="rId69" Type="http://schemas.openxmlformats.org/officeDocument/2006/relationships/image" Target="../media/image312.png"/><Relationship Id="rId113" Type="http://schemas.openxmlformats.org/officeDocument/2006/relationships/image" Target="../media/image54.png"/><Relationship Id="rId118" Type="http://schemas.openxmlformats.org/officeDocument/2006/relationships/customXml" Target="../ink/ink94.xml"/><Relationship Id="rId80" Type="http://schemas.openxmlformats.org/officeDocument/2006/relationships/customXml" Target="../ink/ink75.xml"/><Relationship Id="rId85" Type="http://schemas.openxmlformats.org/officeDocument/2006/relationships/image" Target="../media/image401.png"/><Relationship Id="rId12" Type="http://schemas.openxmlformats.org/officeDocument/2006/relationships/customXml" Target="../ink/ink41.xml"/><Relationship Id="rId17" Type="http://schemas.openxmlformats.org/officeDocument/2006/relationships/image" Target="../media/image80.png"/><Relationship Id="rId33" Type="http://schemas.openxmlformats.org/officeDocument/2006/relationships/image" Target="../media/image88.png"/><Relationship Id="rId38" Type="http://schemas.openxmlformats.org/officeDocument/2006/relationships/customXml" Target="../ink/ink54.xml"/><Relationship Id="rId59" Type="http://schemas.openxmlformats.org/officeDocument/2006/relationships/image" Target="../media/image101.png"/><Relationship Id="rId103" Type="http://schemas.openxmlformats.org/officeDocument/2006/relationships/image" Target="../media/image49.png"/><Relationship Id="rId108" Type="http://schemas.openxmlformats.org/officeDocument/2006/relationships/customXml" Target="../ink/ink89.xml"/><Relationship Id="rId124" Type="http://schemas.openxmlformats.org/officeDocument/2006/relationships/customXml" Target="../ink/ink97.xml"/><Relationship Id="rId129" Type="http://schemas.openxmlformats.org/officeDocument/2006/relationships/image" Target="../media/image62.png"/><Relationship Id="rId54" Type="http://schemas.openxmlformats.org/officeDocument/2006/relationships/customXml" Target="../ink/ink62.xml"/><Relationship Id="rId70" Type="http://schemas.openxmlformats.org/officeDocument/2006/relationships/customXml" Target="../ink/ink70.xml"/><Relationship Id="rId75" Type="http://schemas.openxmlformats.org/officeDocument/2006/relationships/image" Target="../media/image341.png"/><Relationship Id="rId91" Type="http://schemas.openxmlformats.org/officeDocument/2006/relationships/image" Target="../media/image431.png"/><Relationship Id="rId96" Type="http://schemas.openxmlformats.org/officeDocument/2006/relationships/customXml" Target="../ink/ink83.xml"/><Relationship Id="rId1" Type="http://schemas.openxmlformats.org/officeDocument/2006/relationships/slideLayout" Target="../slideLayouts/slideLayout13.xml"/><Relationship Id="rId6" Type="http://schemas.openxmlformats.org/officeDocument/2006/relationships/customXml" Target="../ink/ink38.xml"/><Relationship Id="rId23" Type="http://schemas.openxmlformats.org/officeDocument/2006/relationships/image" Target="../media/image83.png"/><Relationship Id="rId28" Type="http://schemas.openxmlformats.org/officeDocument/2006/relationships/customXml" Target="../ink/ink49.xml"/><Relationship Id="rId49" Type="http://schemas.openxmlformats.org/officeDocument/2006/relationships/image" Target="../media/image96.png"/><Relationship Id="rId114" Type="http://schemas.openxmlformats.org/officeDocument/2006/relationships/customXml" Target="../ink/ink92.xml"/><Relationship Id="rId119" Type="http://schemas.openxmlformats.org/officeDocument/2006/relationships/image" Target="../media/image57.png"/><Relationship Id="rId44" Type="http://schemas.openxmlformats.org/officeDocument/2006/relationships/customXml" Target="../ink/ink57.xml"/><Relationship Id="rId60" Type="http://schemas.openxmlformats.org/officeDocument/2006/relationships/customXml" Target="../ink/ink65.xml"/><Relationship Id="rId65" Type="http://schemas.openxmlformats.org/officeDocument/2006/relationships/image" Target="../media/image104.png"/><Relationship Id="rId81" Type="http://schemas.openxmlformats.org/officeDocument/2006/relationships/image" Target="../media/image381.png"/><Relationship Id="rId86" Type="http://schemas.openxmlformats.org/officeDocument/2006/relationships/customXml" Target="../ink/ink78.xml"/><Relationship Id="rId130" Type="http://schemas.openxmlformats.org/officeDocument/2006/relationships/customXml" Target="../ink/ink100.xml"/><Relationship Id="rId13" Type="http://schemas.openxmlformats.org/officeDocument/2006/relationships/image" Target="../media/image78.png"/><Relationship Id="rId18" Type="http://schemas.openxmlformats.org/officeDocument/2006/relationships/customXml" Target="../ink/ink44.xml"/><Relationship Id="rId39" Type="http://schemas.openxmlformats.org/officeDocument/2006/relationships/image" Target="../media/image91.png"/><Relationship Id="rId109" Type="http://schemas.openxmlformats.org/officeDocument/2006/relationships/image" Target="../media/image52.png"/><Relationship Id="rId34" Type="http://schemas.openxmlformats.org/officeDocument/2006/relationships/customXml" Target="../ink/ink52.xml"/><Relationship Id="rId50" Type="http://schemas.openxmlformats.org/officeDocument/2006/relationships/customXml" Target="../ink/ink60.xml"/><Relationship Id="rId55" Type="http://schemas.openxmlformats.org/officeDocument/2006/relationships/image" Target="../media/image99.png"/><Relationship Id="rId76" Type="http://schemas.openxmlformats.org/officeDocument/2006/relationships/customXml" Target="../ink/ink73.xml"/><Relationship Id="rId97" Type="http://schemas.openxmlformats.org/officeDocument/2006/relationships/image" Target="../media/image461.png"/><Relationship Id="rId104" Type="http://schemas.openxmlformats.org/officeDocument/2006/relationships/customXml" Target="../ink/ink87.xml"/><Relationship Id="rId120" Type="http://schemas.openxmlformats.org/officeDocument/2006/relationships/customXml" Target="../ink/ink95.xml"/><Relationship Id="rId125" Type="http://schemas.openxmlformats.org/officeDocument/2006/relationships/image" Target="../media/image60.png"/><Relationship Id="rId7" Type="http://schemas.openxmlformats.org/officeDocument/2006/relationships/image" Target="../media/image75.png"/><Relationship Id="rId71" Type="http://schemas.openxmlformats.org/officeDocument/2006/relationships/image" Target="../media/image321.png"/><Relationship Id="rId92" Type="http://schemas.openxmlformats.org/officeDocument/2006/relationships/customXml" Target="../ink/ink81.xml"/><Relationship Id="rId2" Type="http://schemas.openxmlformats.org/officeDocument/2006/relationships/customXml" Target="../ink/ink36.xml"/><Relationship Id="rId29" Type="http://schemas.openxmlformats.org/officeDocument/2006/relationships/image" Target="../media/image86.png"/><Relationship Id="rId24" Type="http://schemas.openxmlformats.org/officeDocument/2006/relationships/customXml" Target="../ink/ink47.xml"/><Relationship Id="rId40" Type="http://schemas.openxmlformats.org/officeDocument/2006/relationships/customXml" Target="../ink/ink55.xml"/><Relationship Id="rId45" Type="http://schemas.openxmlformats.org/officeDocument/2006/relationships/image" Target="../media/image94.png"/><Relationship Id="rId66" Type="http://schemas.openxmlformats.org/officeDocument/2006/relationships/customXml" Target="../ink/ink68.xml"/><Relationship Id="rId87" Type="http://schemas.openxmlformats.org/officeDocument/2006/relationships/image" Target="../media/image412.png"/><Relationship Id="rId110" Type="http://schemas.openxmlformats.org/officeDocument/2006/relationships/customXml" Target="../ink/ink90.xml"/><Relationship Id="rId115" Type="http://schemas.openxmlformats.org/officeDocument/2006/relationships/image" Target="../media/image55.png"/><Relationship Id="rId131" Type="http://schemas.openxmlformats.org/officeDocument/2006/relationships/image" Target="../media/image63.png"/><Relationship Id="rId61" Type="http://schemas.openxmlformats.org/officeDocument/2006/relationships/image" Target="../media/image102.png"/><Relationship Id="rId82" Type="http://schemas.openxmlformats.org/officeDocument/2006/relationships/customXml" Target="../ink/ink76.xml"/><Relationship Id="rId19" Type="http://schemas.openxmlformats.org/officeDocument/2006/relationships/image" Target="../media/image81.png"/><Relationship Id="rId14" Type="http://schemas.openxmlformats.org/officeDocument/2006/relationships/customXml" Target="../ink/ink42.xml"/><Relationship Id="rId30" Type="http://schemas.openxmlformats.org/officeDocument/2006/relationships/customXml" Target="../ink/ink50.xml"/><Relationship Id="rId35" Type="http://schemas.openxmlformats.org/officeDocument/2006/relationships/image" Target="../media/image89.png"/><Relationship Id="rId56" Type="http://schemas.openxmlformats.org/officeDocument/2006/relationships/customXml" Target="../ink/ink63.xml"/><Relationship Id="rId77" Type="http://schemas.openxmlformats.org/officeDocument/2006/relationships/image" Target="../media/image361.png"/><Relationship Id="rId100" Type="http://schemas.openxmlformats.org/officeDocument/2006/relationships/customXml" Target="../ink/ink85.xml"/><Relationship Id="rId105" Type="http://schemas.openxmlformats.org/officeDocument/2006/relationships/image" Target="../media/image50.png"/><Relationship Id="rId126" Type="http://schemas.openxmlformats.org/officeDocument/2006/relationships/customXml" Target="../ink/ink98.xml"/><Relationship Id="rId8" Type="http://schemas.openxmlformats.org/officeDocument/2006/relationships/customXml" Target="../ink/ink39.xml"/><Relationship Id="rId51" Type="http://schemas.openxmlformats.org/officeDocument/2006/relationships/image" Target="../media/image97.png"/><Relationship Id="rId72" Type="http://schemas.openxmlformats.org/officeDocument/2006/relationships/customXml" Target="../ink/ink71.xml"/><Relationship Id="rId93" Type="http://schemas.openxmlformats.org/officeDocument/2006/relationships/image" Target="../media/image441.png"/><Relationship Id="rId98" Type="http://schemas.openxmlformats.org/officeDocument/2006/relationships/customXml" Target="../ink/ink84.xml"/><Relationship Id="rId121" Type="http://schemas.openxmlformats.org/officeDocument/2006/relationships/image" Target="../media/image58.png"/><Relationship Id="rId3" Type="http://schemas.openxmlformats.org/officeDocument/2006/relationships/image" Target="../media/image730.png"/><Relationship Id="rId25" Type="http://schemas.openxmlformats.org/officeDocument/2006/relationships/image" Target="../media/image84.png"/><Relationship Id="rId46" Type="http://schemas.openxmlformats.org/officeDocument/2006/relationships/customXml" Target="../ink/ink58.xml"/><Relationship Id="rId67" Type="http://schemas.openxmlformats.org/officeDocument/2006/relationships/image" Target="../media/image301.png"/><Relationship Id="rId116" Type="http://schemas.openxmlformats.org/officeDocument/2006/relationships/customXml" Target="../ink/ink93.xml"/><Relationship Id="rId20" Type="http://schemas.openxmlformats.org/officeDocument/2006/relationships/customXml" Target="../ink/ink45.xml"/><Relationship Id="rId41" Type="http://schemas.openxmlformats.org/officeDocument/2006/relationships/image" Target="../media/image92.png"/><Relationship Id="rId62" Type="http://schemas.openxmlformats.org/officeDocument/2006/relationships/customXml" Target="../ink/ink66.xml"/><Relationship Id="rId83" Type="http://schemas.openxmlformats.org/officeDocument/2006/relationships/image" Target="../media/image391.png"/><Relationship Id="rId88" Type="http://schemas.openxmlformats.org/officeDocument/2006/relationships/customXml" Target="../ink/ink79.xml"/><Relationship Id="rId111" Type="http://schemas.openxmlformats.org/officeDocument/2006/relationships/image" Target="../media/image53.png"/><Relationship Id="rId15" Type="http://schemas.openxmlformats.org/officeDocument/2006/relationships/image" Target="../media/image79.png"/><Relationship Id="rId36" Type="http://schemas.openxmlformats.org/officeDocument/2006/relationships/customXml" Target="../ink/ink53.xml"/><Relationship Id="rId57" Type="http://schemas.openxmlformats.org/officeDocument/2006/relationships/image" Target="../media/image100.png"/><Relationship Id="rId106" Type="http://schemas.openxmlformats.org/officeDocument/2006/relationships/customXml" Target="../ink/ink88.xml"/><Relationship Id="rId127" Type="http://schemas.openxmlformats.org/officeDocument/2006/relationships/image" Target="../media/image61.png"/><Relationship Id="rId10" Type="http://schemas.openxmlformats.org/officeDocument/2006/relationships/customXml" Target="../ink/ink40.xml"/><Relationship Id="rId31" Type="http://schemas.openxmlformats.org/officeDocument/2006/relationships/image" Target="../media/image87.png"/><Relationship Id="rId52" Type="http://schemas.openxmlformats.org/officeDocument/2006/relationships/customXml" Target="../ink/ink61.xml"/><Relationship Id="rId73" Type="http://schemas.openxmlformats.org/officeDocument/2006/relationships/image" Target="../media/image331.png"/><Relationship Id="rId78" Type="http://schemas.openxmlformats.org/officeDocument/2006/relationships/customXml" Target="../ink/ink74.xml"/><Relationship Id="rId94" Type="http://schemas.openxmlformats.org/officeDocument/2006/relationships/customXml" Target="../ink/ink82.xml"/><Relationship Id="rId99" Type="http://schemas.openxmlformats.org/officeDocument/2006/relationships/image" Target="../media/image471.png"/><Relationship Id="rId101" Type="http://schemas.openxmlformats.org/officeDocument/2006/relationships/image" Target="../media/image48.png"/><Relationship Id="rId122" Type="http://schemas.openxmlformats.org/officeDocument/2006/relationships/customXml" Target="../ink/ink96.xml"/><Relationship Id="rId4" Type="http://schemas.openxmlformats.org/officeDocument/2006/relationships/customXml" Target="../ink/ink37.xml"/><Relationship Id="rId9" Type="http://schemas.openxmlformats.org/officeDocument/2006/relationships/image" Target="../media/image76.png"/><Relationship Id="rId26" Type="http://schemas.openxmlformats.org/officeDocument/2006/relationships/customXml" Target="../ink/ink48.xml"/></Relationships>
</file>

<file path=ppt/slides/_rels/slide5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30.png"/><Relationship Id="rId21" Type="http://schemas.openxmlformats.org/officeDocument/2006/relationships/image" Target="../media/image82.png"/><Relationship Id="rId42" Type="http://schemas.openxmlformats.org/officeDocument/2006/relationships/customXml" Target="../ink/ink121.xml"/><Relationship Id="rId63" Type="http://schemas.openxmlformats.org/officeDocument/2006/relationships/image" Target="../media/image103.png"/><Relationship Id="rId84" Type="http://schemas.openxmlformats.org/officeDocument/2006/relationships/customXml" Target="../ink/ink142.xml"/><Relationship Id="rId138" Type="http://schemas.openxmlformats.org/officeDocument/2006/relationships/customXml" Target="../ink/ink169.xml"/><Relationship Id="rId107" Type="http://schemas.openxmlformats.org/officeDocument/2006/relationships/image" Target="../media/image125.png"/><Relationship Id="rId11" Type="http://schemas.openxmlformats.org/officeDocument/2006/relationships/image" Target="../media/image77.png"/><Relationship Id="rId32" Type="http://schemas.openxmlformats.org/officeDocument/2006/relationships/customXml" Target="../ink/ink116.xml"/><Relationship Id="rId53" Type="http://schemas.openxmlformats.org/officeDocument/2006/relationships/image" Target="../media/image98.png"/><Relationship Id="rId74" Type="http://schemas.openxmlformats.org/officeDocument/2006/relationships/customXml" Target="../ink/ink137.xml"/><Relationship Id="rId128" Type="http://schemas.openxmlformats.org/officeDocument/2006/relationships/customXml" Target="../ink/ink164.xml"/><Relationship Id="rId149" Type="http://schemas.openxmlformats.org/officeDocument/2006/relationships/image" Target="../media/image146.png"/><Relationship Id="rId5" Type="http://schemas.openxmlformats.org/officeDocument/2006/relationships/image" Target="../media/image74.png"/><Relationship Id="rId95" Type="http://schemas.openxmlformats.org/officeDocument/2006/relationships/image" Target="../media/image119.png"/><Relationship Id="rId22" Type="http://schemas.openxmlformats.org/officeDocument/2006/relationships/customXml" Target="../ink/ink111.xml"/><Relationship Id="rId27" Type="http://schemas.openxmlformats.org/officeDocument/2006/relationships/image" Target="../media/image85.png"/><Relationship Id="rId43" Type="http://schemas.openxmlformats.org/officeDocument/2006/relationships/image" Target="../media/image93.png"/><Relationship Id="rId48" Type="http://schemas.openxmlformats.org/officeDocument/2006/relationships/customXml" Target="../ink/ink124.xml"/><Relationship Id="rId64" Type="http://schemas.openxmlformats.org/officeDocument/2006/relationships/customXml" Target="../ink/ink132.xml"/><Relationship Id="rId69" Type="http://schemas.openxmlformats.org/officeDocument/2006/relationships/image" Target="../media/image106.png"/><Relationship Id="rId113" Type="http://schemas.openxmlformats.org/officeDocument/2006/relationships/image" Target="../media/image128.png"/><Relationship Id="rId118" Type="http://schemas.openxmlformats.org/officeDocument/2006/relationships/customXml" Target="../ink/ink159.xml"/><Relationship Id="rId134" Type="http://schemas.openxmlformats.org/officeDocument/2006/relationships/customXml" Target="../ink/ink167.xml"/><Relationship Id="rId139" Type="http://schemas.openxmlformats.org/officeDocument/2006/relationships/image" Target="../media/image141.png"/><Relationship Id="rId80" Type="http://schemas.openxmlformats.org/officeDocument/2006/relationships/customXml" Target="../ink/ink140.xml"/><Relationship Id="rId85" Type="http://schemas.openxmlformats.org/officeDocument/2006/relationships/image" Target="../media/image114.png"/><Relationship Id="rId150" Type="http://schemas.openxmlformats.org/officeDocument/2006/relationships/customXml" Target="../ink/ink175.xml"/><Relationship Id="rId12" Type="http://schemas.openxmlformats.org/officeDocument/2006/relationships/customXml" Target="../ink/ink106.xml"/><Relationship Id="rId17" Type="http://schemas.openxmlformats.org/officeDocument/2006/relationships/image" Target="../media/image80.png"/><Relationship Id="rId33" Type="http://schemas.openxmlformats.org/officeDocument/2006/relationships/image" Target="../media/image88.png"/><Relationship Id="rId38" Type="http://schemas.openxmlformats.org/officeDocument/2006/relationships/customXml" Target="../ink/ink119.xml"/><Relationship Id="rId59" Type="http://schemas.openxmlformats.org/officeDocument/2006/relationships/image" Target="../media/image101.png"/><Relationship Id="rId103" Type="http://schemas.openxmlformats.org/officeDocument/2006/relationships/image" Target="../media/image123.png"/><Relationship Id="rId108" Type="http://schemas.openxmlformats.org/officeDocument/2006/relationships/customXml" Target="../ink/ink154.xml"/><Relationship Id="rId124" Type="http://schemas.openxmlformats.org/officeDocument/2006/relationships/customXml" Target="../ink/ink162.xml"/><Relationship Id="rId129" Type="http://schemas.openxmlformats.org/officeDocument/2006/relationships/image" Target="../media/image136.png"/><Relationship Id="rId54" Type="http://schemas.openxmlformats.org/officeDocument/2006/relationships/customXml" Target="../ink/ink127.xml"/><Relationship Id="rId70" Type="http://schemas.openxmlformats.org/officeDocument/2006/relationships/customXml" Target="../ink/ink135.xml"/><Relationship Id="rId75" Type="http://schemas.openxmlformats.org/officeDocument/2006/relationships/image" Target="../media/image109.png"/><Relationship Id="rId91" Type="http://schemas.openxmlformats.org/officeDocument/2006/relationships/image" Target="../media/image117.png"/><Relationship Id="rId96" Type="http://schemas.openxmlformats.org/officeDocument/2006/relationships/customXml" Target="../ink/ink148.xml"/><Relationship Id="rId140" Type="http://schemas.openxmlformats.org/officeDocument/2006/relationships/customXml" Target="../ink/ink170.xml"/><Relationship Id="rId145" Type="http://schemas.openxmlformats.org/officeDocument/2006/relationships/image" Target="../media/image144.png"/><Relationship Id="rId1" Type="http://schemas.openxmlformats.org/officeDocument/2006/relationships/slideLayout" Target="../slideLayouts/slideLayout13.xml"/><Relationship Id="rId6" Type="http://schemas.openxmlformats.org/officeDocument/2006/relationships/customXml" Target="../ink/ink103.xml"/><Relationship Id="rId23" Type="http://schemas.openxmlformats.org/officeDocument/2006/relationships/image" Target="../media/image83.png"/><Relationship Id="rId28" Type="http://schemas.openxmlformats.org/officeDocument/2006/relationships/customXml" Target="../ink/ink114.xml"/><Relationship Id="rId49" Type="http://schemas.openxmlformats.org/officeDocument/2006/relationships/image" Target="../media/image96.png"/><Relationship Id="rId114" Type="http://schemas.openxmlformats.org/officeDocument/2006/relationships/customXml" Target="../ink/ink157.xml"/><Relationship Id="rId119" Type="http://schemas.openxmlformats.org/officeDocument/2006/relationships/image" Target="../media/image131.png"/><Relationship Id="rId44" Type="http://schemas.openxmlformats.org/officeDocument/2006/relationships/customXml" Target="../ink/ink122.xml"/><Relationship Id="rId60" Type="http://schemas.openxmlformats.org/officeDocument/2006/relationships/customXml" Target="../ink/ink130.xml"/><Relationship Id="rId65" Type="http://schemas.openxmlformats.org/officeDocument/2006/relationships/image" Target="../media/image104.png"/><Relationship Id="rId81" Type="http://schemas.openxmlformats.org/officeDocument/2006/relationships/image" Target="../media/image112.png"/><Relationship Id="rId86" Type="http://schemas.openxmlformats.org/officeDocument/2006/relationships/customXml" Target="../ink/ink143.xml"/><Relationship Id="rId130" Type="http://schemas.openxmlformats.org/officeDocument/2006/relationships/customXml" Target="../ink/ink165.xml"/><Relationship Id="rId135" Type="http://schemas.openxmlformats.org/officeDocument/2006/relationships/image" Target="../media/image139.png"/><Relationship Id="rId151" Type="http://schemas.openxmlformats.org/officeDocument/2006/relationships/image" Target="../media/image147.png"/><Relationship Id="rId13" Type="http://schemas.openxmlformats.org/officeDocument/2006/relationships/image" Target="../media/image78.png"/><Relationship Id="rId18" Type="http://schemas.openxmlformats.org/officeDocument/2006/relationships/customXml" Target="../ink/ink109.xml"/><Relationship Id="rId39" Type="http://schemas.openxmlformats.org/officeDocument/2006/relationships/image" Target="../media/image91.png"/><Relationship Id="rId109" Type="http://schemas.openxmlformats.org/officeDocument/2006/relationships/image" Target="../media/image126.png"/><Relationship Id="rId34" Type="http://schemas.openxmlformats.org/officeDocument/2006/relationships/customXml" Target="../ink/ink117.xml"/><Relationship Id="rId50" Type="http://schemas.openxmlformats.org/officeDocument/2006/relationships/customXml" Target="../ink/ink125.xml"/><Relationship Id="rId55" Type="http://schemas.openxmlformats.org/officeDocument/2006/relationships/image" Target="../media/image99.png"/><Relationship Id="rId76" Type="http://schemas.openxmlformats.org/officeDocument/2006/relationships/customXml" Target="../ink/ink138.xml"/><Relationship Id="rId97" Type="http://schemas.openxmlformats.org/officeDocument/2006/relationships/image" Target="../media/image120.png"/><Relationship Id="rId104" Type="http://schemas.openxmlformats.org/officeDocument/2006/relationships/customXml" Target="../ink/ink152.xml"/><Relationship Id="rId120" Type="http://schemas.openxmlformats.org/officeDocument/2006/relationships/customXml" Target="../ink/ink160.xml"/><Relationship Id="rId125" Type="http://schemas.openxmlformats.org/officeDocument/2006/relationships/image" Target="../media/image134.png"/><Relationship Id="rId141" Type="http://schemas.openxmlformats.org/officeDocument/2006/relationships/image" Target="../media/image142.png"/><Relationship Id="rId146" Type="http://schemas.openxmlformats.org/officeDocument/2006/relationships/customXml" Target="../ink/ink173.xml"/><Relationship Id="rId7" Type="http://schemas.openxmlformats.org/officeDocument/2006/relationships/image" Target="../media/image75.png"/><Relationship Id="rId71" Type="http://schemas.openxmlformats.org/officeDocument/2006/relationships/image" Target="../media/image107.png"/><Relationship Id="rId92" Type="http://schemas.openxmlformats.org/officeDocument/2006/relationships/customXml" Target="../ink/ink146.xml"/><Relationship Id="rId2" Type="http://schemas.openxmlformats.org/officeDocument/2006/relationships/customXml" Target="../ink/ink101.xml"/><Relationship Id="rId29" Type="http://schemas.openxmlformats.org/officeDocument/2006/relationships/image" Target="../media/image86.png"/><Relationship Id="rId24" Type="http://schemas.openxmlformats.org/officeDocument/2006/relationships/customXml" Target="../ink/ink112.xml"/><Relationship Id="rId40" Type="http://schemas.openxmlformats.org/officeDocument/2006/relationships/customXml" Target="../ink/ink120.xml"/><Relationship Id="rId45" Type="http://schemas.openxmlformats.org/officeDocument/2006/relationships/image" Target="../media/image94.png"/><Relationship Id="rId66" Type="http://schemas.openxmlformats.org/officeDocument/2006/relationships/customXml" Target="../ink/ink133.xml"/><Relationship Id="rId87" Type="http://schemas.openxmlformats.org/officeDocument/2006/relationships/image" Target="../media/image115.png"/><Relationship Id="rId110" Type="http://schemas.openxmlformats.org/officeDocument/2006/relationships/customXml" Target="../ink/ink155.xml"/><Relationship Id="rId115" Type="http://schemas.openxmlformats.org/officeDocument/2006/relationships/image" Target="../media/image129.png"/><Relationship Id="rId131" Type="http://schemas.openxmlformats.org/officeDocument/2006/relationships/image" Target="../media/image137.png"/><Relationship Id="rId136" Type="http://schemas.openxmlformats.org/officeDocument/2006/relationships/customXml" Target="../ink/ink168.xml"/><Relationship Id="rId61" Type="http://schemas.openxmlformats.org/officeDocument/2006/relationships/image" Target="../media/image102.png"/><Relationship Id="rId82" Type="http://schemas.openxmlformats.org/officeDocument/2006/relationships/customXml" Target="../ink/ink141.xml"/><Relationship Id="rId19" Type="http://schemas.openxmlformats.org/officeDocument/2006/relationships/image" Target="../media/image81.png"/><Relationship Id="rId14" Type="http://schemas.openxmlformats.org/officeDocument/2006/relationships/customXml" Target="../ink/ink107.xml"/><Relationship Id="rId30" Type="http://schemas.openxmlformats.org/officeDocument/2006/relationships/customXml" Target="../ink/ink115.xml"/><Relationship Id="rId35" Type="http://schemas.openxmlformats.org/officeDocument/2006/relationships/image" Target="../media/image89.png"/><Relationship Id="rId56" Type="http://schemas.openxmlformats.org/officeDocument/2006/relationships/customXml" Target="../ink/ink128.xml"/><Relationship Id="rId77" Type="http://schemas.openxmlformats.org/officeDocument/2006/relationships/image" Target="../media/image110.png"/><Relationship Id="rId100" Type="http://schemas.openxmlformats.org/officeDocument/2006/relationships/customXml" Target="../ink/ink150.xml"/><Relationship Id="rId105" Type="http://schemas.openxmlformats.org/officeDocument/2006/relationships/image" Target="../media/image124.png"/><Relationship Id="rId126" Type="http://schemas.openxmlformats.org/officeDocument/2006/relationships/customXml" Target="../ink/ink163.xml"/><Relationship Id="rId147" Type="http://schemas.openxmlformats.org/officeDocument/2006/relationships/image" Target="../media/image145.png"/><Relationship Id="rId8" Type="http://schemas.openxmlformats.org/officeDocument/2006/relationships/customXml" Target="../ink/ink104.xml"/><Relationship Id="rId51" Type="http://schemas.openxmlformats.org/officeDocument/2006/relationships/image" Target="../media/image97.png"/><Relationship Id="rId72" Type="http://schemas.openxmlformats.org/officeDocument/2006/relationships/customXml" Target="../ink/ink136.xml"/><Relationship Id="rId93" Type="http://schemas.openxmlformats.org/officeDocument/2006/relationships/image" Target="../media/image118.png"/><Relationship Id="rId98" Type="http://schemas.openxmlformats.org/officeDocument/2006/relationships/customXml" Target="../ink/ink149.xml"/><Relationship Id="rId121" Type="http://schemas.openxmlformats.org/officeDocument/2006/relationships/image" Target="../media/image132.png"/><Relationship Id="rId142" Type="http://schemas.openxmlformats.org/officeDocument/2006/relationships/customXml" Target="../ink/ink171.xml"/><Relationship Id="rId3" Type="http://schemas.openxmlformats.org/officeDocument/2006/relationships/image" Target="../media/image730.png"/><Relationship Id="rId25" Type="http://schemas.openxmlformats.org/officeDocument/2006/relationships/image" Target="../media/image84.png"/><Relationship Id="rId46" Type="http://schemas.openxmlformats.org/officeDocument/2006/relationships/customXml" Target="../ink/ink123.xml"/><Relationship Id="rId67" Type="http://schemas.openxmlformats.org/officeDocument/2006/relationships/image" Target="../media/image1050.png"/><Relationship Id="rId116" Type="http://schemas.openxmlformats.org/officeDocument/2006/relationships/customXml" Target="../ink/ink158.xml"/><Relationship Id="rId137" Type="http://schemas.openxmlformats.org/officeDocument/2006/relationships/image" Target="../media/image140.png"/><Relationship Id="rId20" Type="http://schemas.openxmlformats.org/officeDocument/2006/relationships/customXml" Target="../ink/ink110.xml"/><Relationship Id="rId41" Type="http://schemas.openxmlformats.org/officeDocument/2006/relationships/image" Target="../media/image92.png"/><Relationship Id="rId62" Type="http://schemas.openxmlformats.org/officeDocument/2006/relationships/customXml" Target="../ink/ink131.xml"/><Relationship Id="rId83" Type="http://schemas.openxmlformats.org/officeDocument/2006/relationships/image" Target="../media/image113.png"/><Relationship Id="rId88" Type="http://schemas.openxmlformats.org/officeDocument/2006/relationships/customXml" Target="../ink/ink144.xml"/><Relationship Id="rId111" Type="http://schemas.openxmlformats.org/officeDocument/2006/relationships/image" Target="../media/image127.png"/><Relationship Id="rId132" Type="http://schemas.openxmlformats.org/officeDocument/2006/relationships/customXml" Target="../ink/ink166.xml"/><Relationship Id="rId15" Type="http://schemas.openxmlformats.org/officeDocument/2006/relationships/image" Target="../media/image79.png"/><Relationship Id="rId36" Type="http://schemas.openxmlformats.org/officeDocument/2006/relationships/customXml" Target="../ink/ink118.xml"/><Relationship Id="rId57" Type="http://schemas.openxmlformats.org/officeDocument/2006/relationships/image" Target="../media/image100.png"/><Relationship Id="rId106" Type="http://schemas.openxmlformats.org/officeDocument/2006/relationships/customXml" Target="../ink/ink153.xml"/><Relationship Id="rId127" Type="http://schemas.openxmlformats.org/officeDocument/2006/relationships/image" Target="../media/image135.png"/><Relationship Id="rId10" Type="http://schemas.openxmlformats.org/officeDocument/2006/relationships/customXml" Target="../ink/ink105.xml"/><Relationship Id="rId31" Type="http://schemas.openxmlformats.org/officeDocument/2006/relationships/image" Target="../media/image87.png"/><Relationship Id="rId52" Type="http://schemas.openxmlformats.org/officeDocument/2006/relationships/customXml" Target="../ink/ink126.xml"/><Relationship Id="rId73" Type="http://schemas.openxmlformats.org/officeDocument/2006/relationships/image" Target="../media/image108.png"/><Relationship Id="rId78" Type="http://schemas.openxmlformats.org/officeDocument/2006/relationships/customXml" Target="../ink/ink139.xml"/><Relationship Id="rId94" Type="http://schemas.openxmlformats.org/officeDocument/2006/relationships/customXml" Target="../ink/ink147.xml"/><Relationship Id="rId99" Type="http://schemas.openxmlformats.org/officeDocument/2006/relationships/image" Target="../media/image121.png"/><Relationship Id="rId101" Type="http://schemas.openxmlformats.org/officeDocument/2006/relationships/image" Target="../media/image122.png"/><Relationship Id="rId122" Type="http://schemas.openxmlformats.org/officeDocument/2006/relationships/customXml" Target="../ink/ink161.xml"/><Relationship Id="rId143" Type="http://schemas.openxmlformats.org/officeDocument/2006/relationships/image" Target="../media/image143.png"/><Relationship Id="rId148" Type="http://schemas.openxmlformats.org/officeDocument/2006/relationships/customXml" Target="../ink/ink174.xml"/><Relationship Id="rId4" Type="http://schemas.openxmlformats.org/officeDocument/2006/relationships/customXml" Target="../ink/ink102.xml"/><Relationship Id="rId9" Type="http://schemas.openxmlformats.org/officeDocument/2006/relationships/image" Target="../media/image76.png"/><Relationship Id="rId26" Type="http://schemas.openxmlformats.org/officeDocument/2006/relationships/customXml" Target="../ink/ink113.xml"/><Relationship Id="rId47" Type="http://schemas.openxmlformats.org/officeDocument/2006/relationships/image" Target="../media/image95.png"/><Relationship Id="rId68" Type="http://schemas.openxmlformats.org/officeDocument/2006/relationships/customXml" Target="../ink/ink134.xml"/><Relationship Id="rId89" Type="http://schemas.openxmlformats.org/officeDocument/2006/relationships/image" Target="../media/image116.png"/><Relationship Id="rId112" Type="http://schemas.openxmlformats.org/officeDocument/2006/relationships/customXml" Target="../ink/ink156.xml"/><Relationship Id="rId133" Type="http://schemas.openxmlformats.org/officeDocument/2006/relationships/image" Target="../media/image138.png"/><Relationship Id="rId16" Type="http://schemas.openxmlformats.org/officeDocument/2006/relationships/customXml" Target="../ink/ink108.xml"/><Relationship Id="rId37" Type="http://schemas.openxmlformats.org/officeDocument/2006/relationships/image" Target="../media/image90.png"/><Relationship Id="rId58" Type="http://schemas.openxmlformats.org/officeDocument/2006/relationships/customXml" Target="../ink/ink129.xml"/><Relationship Id="rId79" Type="http://schemas.openxmlformats.org/officeDocument/2006/relationships/image" Target="../media/image111.png"/><Relationship Id="rId102" Type="http://schemas.openxmlformats.org/officeDocument/2006/relationships/customXml" Target="../ink/ink151.xml"/><Relationship Id="rId123" Type="http://schemas.openxmlformats.org/officeDocument/2006/relationships/image" Target="../media/image133.png"/><Relationship Id="rId144" Type="http://schemas.openxmlformats.org/officeDocument/2006/relationships/customXml" Target="../ink/ink172.xml"/><Relationship Id="rId90" Type="http://schemas.openxmlformats.org/officeDocument/2006/relationships/customXml" Target="../ink/ink145.xml"/></Relationships>
</file>

<file path=ppt/slides/_rels/slide5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30.png"/><Relationship Id="rId299" Type="http://schemas.openxmlformats.org/officeDocument/2006/relationships/image" Target="../media/image221.png"/><Relationship Id="rId21" Type="http://schemas.openxmlformats.org/officeDocument/2006/relationships/image" Target="../media/image82.png"/><Relationship Id="rId63" Type="http://schemas.openxmlformats.org/officeDocument/2006/relationships/image" Target="../media/image103.png"/><Relationship Id="rId159" Type="http://schemas.openxmlformats.org/officeDocument/2006/relationships/image" Target="../media/image151.png"/><Relationship Id="rId324" Type="http://schemas.openxmlformats.org/officeDocument/2006/relationships/customXml" Target="../ink/ink337.xml"/><Relationship Id="rId366" Type="http://schemas.openxmlformats.org/officeDocument/2006/relationships/customXml" Target="../ink/ink358.xml"/><Relationship Id="rId170" Type="http://schemas.openxmlformats.org/officeDocument/2006/relationships/customXml" Target="../ink/ink260.xml"/><Relationship Id="rId226" Type="http://schemas.openxmlformats.org/officeDocument/2006/relationships/customXml" Target="../ink/ink288.xml"/><Relationship Id="rId268" Type="http://schemas.openxmlformats.org/officeDocument/2006/relationships/customXml" Target="../ink/ink309.xml"/><Relationship Id="rId32" Type="http://schemas.openxmlformats.org/officeDocument/2006/relationships/customXml" Target="../ink/ink191.xml"/><Relationship Id="rId74" Type="http://schemas.openxmlformats.org/officeDocument/2006/relationships/customXml" Target="../ink/ink212.xml"/><Relationship Id="rId128" Type="http://schemas.openxmlformats.org/officeDocument/2006/relationships/customXml" Target="../ink/ink239.xml"/><Relationship Id="rId335" Type="http://schemas.openxmlformats.org/officeDocument/2006/relationships/image" Target="../media/image239.png"/><Relationship Id="rId377" Type="http://schemas.openxmlformats.org/officeDocument/2006/relationships/image" Target="../media/image64.png"/><Relationship Id="rId5" Type="http://schemas.openxmlformats.org/officeDocument/2006/relationships/image" Target="../media/image74.png"/><Relationship Id="rId181" Type="http://schemas.openxmlformats.org/officeDocument/2006/relationships/image" Target="../media/image162.png"/><Relationship Id="rId237" Type="http://schemas.openxmlformats.org/officeDocument/2006/relationships/image" Target="../media/image190.png"/><Relationship Id="rId279" Type="http://schemas.openxmlformats.org/officeDocument/2006/relationships/image" Target="../media/image211.png"/><Relationship Id="rId43" Type="http://schemas.openxmlformats.org/officeDocument/2006/relationships/image" Target="../media/image93.png"/><Relationship Id="rId139" Type="http://schemas.openxmlformats.org/officeDocument/2006/relationships/image" Target="../media/image141.png"/><Relationship Id="rId290" Type="http://schemas.openxmlformats.org/officeDocument/2006/relationships/customXml" Target="../ink/ink320.xml"/><Relationship Id="rId304" Type="http://schemas.openxmlformats.org/officeDocument/2006/relationships/customXml" Target="../ink/ink327.xml"/><Relationship Id="rId346" Type="http://schemas.openxmlformats.org/officeDocument/2006/relationships/customXml" Target="../ink/ink348.xml"/><Relationship Id="rId85" Type="http://schemas.openxmlformats.org/officeDocument/2006/relationships/image" Target="../media/image114.png"/><Relationship Id="rId150" Type="http://schemas.openxmlformats.org/officeDocument/2006/relationships/customXml" Target="../ink/ink250.xml"/><Relationship Id="rId192" Type="http://schemas.openxmlformats.org/officeDocument/2006/relationships/customXml" Target="../ink/ink271.xml"/><Relationship Id="rId206" Type="http://schemas.openxmlformats.org/officeDocument/2006/relationships/customXml" Target="../ink/ink278.xml"/><Relationship Id="rId248" Type="http://schemas.openxmlformats.org/officeDocument/2006/relationships/customXml" Target="../ink/ink299.xml"/><Relationship Id="rId12" Type="http://schemas.openxmlformats.org/officeDocument/2006/relationships/customXml" Target="../ink/ink181.xml"/><Relationship Id="rId108" Type="http://schemas.openxmlformats.org/officeDocument/2006/relationships/customXml" Target="../ink/ink229.xml"/><Relationship Id="rId315" Type="http://schemas.openxmlformats.org/officeDocument/2006/relationships/image" Target="../media/image229.png"/><Relationship Id="rId357" Type="http://schemas.openxmlformats.org/officeDocument/2006/relationships/image" Target="../media/image250.png"/><Relationship Id="rId54" Type="http://schemas.openxmlformats.org/officeDocument/2006/relationships/customXml" Target="../ink/ink202.xml"/><Relationship Id="rId96" Type="http://schemas.openxmlformats.org/officeDocument/2006/relationships/customXml" Target="../ink/ink223.xml"/><Relationship Id="rId161" Type="http://schemas.openxmlformats.org/officeDocument/2006/relationships/image" Target="../media/image152.png"/><Relationship Id="rId217" Type="http://schemas.openxmlformats.org/officeDocument/2006/relationships/image" Target="../media/image180.png"/><Relationship Id="rId259" Type="http://schemas.openxmlformats.org/officeDocument/2006/relationships/image" Target="../media/image201.png"/><Relationship Id="rId23" Type="http://schemas.openxmlformats.org/officeDocument/2006/relationships/image" Target="../media/image83.png"/><Relationship Id="rId119" Type="http://schemas.openxmlformats.org/officeDocument/2006/relationships/image" Target="../media/image131.png"/><Relationship Id="rId270" Type="http://schemas.openxmlformats.org/officeDocument/2006/relationships/customXml" Target="../ink/ink310.xml"/><Relationship Id="rId326" Type="http://schemas.openxmlformats.org/officeDocument/2006/relationships/customXml" Target="../ink/ink338.xml"/><Relationship Id="rId65" Type="http://schemas.openxmlformats.org/officeDocument/2006/relationships/image" Target="../media/image104.png"/><Relationship Id="rId130" Type="http://schemas.openxmlformats.org/officeDocument/2006/relationships/customXml" Target="../ink/ink240.xml"/><Relationship Id="rId368" Type="http://schemas.openxmlformats.org/officeDocument/2006/relationships/customXml" Target="../ink/ink359.xml"/><Relationship Id="rId172" Type="http://schemas.openxmlformats.org/officeDocument/2006/relationships/customXml" Target="../ink/ink261.xml"/><Relationship Id="rId228" Type="http://schemas.openxmlformats.org/officeDocument/2006/relationships/customXml" Target="../ink/ink289.xml"/><Relationship Id="rId281" Type="http://schemas.openxmlformats.org/officeDocument/2006/relationships/image" Target="../media/image212.png"/><Relationship Id="rId337" Type="http://schemas.openxmlformats.org/officeDocument/2006/relationships/image" Target="../media/image240.png"/><Relationship Id="rId34" Type="http://schemas.openxmlformats.org/officeDocument/2006/relationships/customXml" Target="../ink/ink192.xml"/><Relationship Id="rId76" Type="http://schemas.openxmlformats.org/officeDocument/2006/relationships/customXml" Target="../ink/ink213.xml"/><Relationship Id="rId141" Type="http://schemas.openxmlformats.org/officeDocument/2006/relationships/image" Target="../media/image142.png"/><Relationship Id="rId7" Type="http://schemas.openxmlformats.org/officeDocument/2006/relationships/image" Target="../media/image75.png"/><Relationship Id="rId183" Type="http://schemas.openxmlformats.org/officeDocument/2006/relationships/image" Target="../media/image163.png"/><Relationship Id="rId239" Type="http://schemas.openxmlformats.org/officeDocument/2006/relationships/image" Target="../media/image191.png"/><Relationship Id="rId250" Type="http://schemas.openxmlformats.org/officeDocument/2006/relationships/customXml" Target="../ink/ink300.xml"/><Relationship Id="rId292" Type="http://schemas.openxmlformats.org/officeDocument/2006/relationships/customXml" Target="../ink/ink321.xml"/><Relationship Id="rId306" Type="http://schemas.openxmlformats.org/officeDocument/2006/relationships/customXml" Target="../ink/ink328.xml"/><Relationship Id="rId45" Type="http://schemas.openxmlformats.org/officeDocument/2006/relationships/image" Target="../media/image94.png"/><Relationship Id="rId87" Type="http://schemas.openxmlformats.org/officeDocument/2006/relationships/image" Target="../media/image115.png"/><Relationship Id="rId110" Type="http://schemas.openxmlformats.org/officeDocument/2006/relationships/customXml" Target="../ink/ink230.xml"/><Relationship Id="rId348" Type="http://schemas.openxmlformats.org/officeDocument/2006/relationships/customXml" Target="../ink/ink349.xml"/><Relationship Id="rId152" Type="http://schemas.openxmlformats.org/officeDocument/2006/relationships/customXml" Target="../ink/ink251.xml"/><Relationship Id="rId194" Type="http://schemas.openxmlformats.org/officeDocument/2006/relationships/customXml" Target="../ink/ink272.xml"/><Relationship Id="rId208" Type="http://schemas.openxmlformats.org/officeDocument/2006/relationships/customXml" Target="../ink/ink279.xml"/><Relationship Id="rId261" Type="http://schemas.openxmlformats.org/officeDocument/2006/relationships/image" Target="../media/image202.png"/><Relationship Id="rId14" Type="http://schemas.openxmlformats.org/officeDocument/2006/relationships/customXml" Target="../ink/ink182.xml"/><Relationship Id="rId56" Type="http://schemas.openxmlformats.org/officeDocument/2006/relationships/customXml" Target="../ink/ink203.xml"/><Relationship Id="rId317" Type="http://schemas.openxmlformats.org/officeDocument/2006/relationships/image" Target="../media/image230.png"/><Relationship Id="rId359" Type="http://schemas.openxmlformats.org/officeDocument/2006/relationships/image" Target="../media/image251.png"/><Relationship Id="rId98" Type="http://schemas.openxmlformats.org/officeDocument/2006/relationships/customXml" Target="../ink/ink224.xml"/><Relationship Id="rId121" Type="http://schemas.openxmlformats.org/officeDocument/2006/relationships/image" Target="../media/image132.png"/><Relationship Id="rId163" Type="http://schemas.openxmlformats.org/officeDocument/2006/relationships/image" Target="../media/image153.png"/><Relationship Id="rId219" Type="http://schemas.openxmlformats.org/officeDocument/2006/relationships/image" Target="../media/image181.png"/><Relationship Id="rId370" Type="http://schemas.openxmlformats.org/officeDocument/2006/relationships/customXml" Target="../ink/ink360.xml"/><Relationship Id="rId230" Type="http://schemas.openxmlformats.org/officeDocument/2006/relationships/customXml" Target="../ink/ink290.xml"/><Relationship Id="rId25" Type="http://schemas.openxmlformats.org/officeDocument/2006/relationships/image" Target="../media/image84.png"/><Relationship Id="rId67" Type="http://schemas.openxmlformats.org/officeDocument/2006/relationships/image" Target="../media/image1050.png"/><Relationship Id="rId272" Type="http://schemas.openxmlformats.org/officeDocument/2006/relationships/customXml" Target="../ink/ink311.xml"/><Relationship Id="rId328" Type="http://schemas.openxmlformats.org/officeDocument/2006/relationships/customXml" Target="../ink/ink339.xml"/><Relationship Id="rId132" Type="http://schemas.openxmlformats.org/officeDocument/2006/relationships/customXml" Target="../ink/ink241.xml"/><Relationship Id="rId174" Type="http://schemas.openxmlformats.org/officeDocument/2006/relationships/customXml" Target="../ink/ink262.xml"/><Relationship Id="rId241" Type="http://schemas.openxmlformats.org/officeDocument/2006/relationships/image" Target="../media/image192.png"/><Relationship Id="rId36" Type="http://schemas.openxmlformats.org/officeDocument/2006/relationships/customXml" Target="../ink/ink193.xml"/><Relationship Id="rId283" Type="http://schemas.openxmlformats.org/officeDocument/2006/relationships/image" Target="../media/image213.png"/><Relationship Id="rId339" Type="http://schemas.openxmlformats.org/officeDocument/2006/relationships/image" Target="../media/image241.png"/><Relationship Id="rId78" Type="http://schemas.openxmlformats.org/officeDocument/2006/relationships/customXml" Target="../ink/ink214.xml"/><Relationship Id="rId101" Type="http://schemas.openxmlformats.org/officeDocument/2006/relationships/image" Target="../media/image122.png"/><Relationship Id="rId143" Type="http://schemas.openxmlformats.org/officeDocument/2006/relationships/image" Target="../media/image143.png"/><Relationship Id="rId185" Type="http://schemas.openxmlformats.org/officeDocument/2006/relationships/image" Target="../media/image164.png"/><Relationship Id="rId350" Type="http://schemas.openxmlformats.org/officeDocument/2006/relationships/customXml" Target="../ink/ink350.xml"/><Relationship Id="rId9" Type="http://schemas.openxmlformats.org/officeDocument/2006/relationships/image" Target="../media/image76.png"/><Relationship Id="rId210" Type="http://schemas.openxmlformats.org/officeDocument/2006/relationships/customXml" Target="../ink/ink280.xml"/><Relationship Id="rId26" Type="http://schemas.openxmlformats.org/officeDocument/2006/relationships/customXml" Target="../ink/ink188.xml"/><Relationship Id="rId231" Type="http://schemas.openxmlformats.org/officeDocument/2006/relationships/image" Target="../media/image187.png"/><Relationship Id="rId252" Type="http://schemas.openxmlformats.org/officeDocument/2006/relationships/customXml" Target="../ink/ink301.xml"/><Relationship Id="rId273" Type="http://schemas.openxmlformats.org/officeDocument/2006/relationships/image" Target="../media/image208.png"/><Relationship Id="rId294" Type="http://schemas.openxmlformats.org/officeDocument/2006/relationships/customXml" Target="../ink/ink322.xml"/><Relationship Id="rId308" Type="http://schemas.openxmlformats.org/officeDocument/2006/relationships/customXml" Target="../ink/ink329.xml"/><Relationship Id="rId329" Type="http://schemas.openxmlformats.org/officeDocument/2006/relationships/image" Target="../media/image236.png"/><Relationship Id="rId47" Type="http://schemas.openxmlformats.org/officeDocument/2006/relationships/image" Target="../media/image95.png"/><Relationship Id="rId68" Type="http://schemas.openxmlformats.org/officeDocument/2006/relationships/customXml" Target="../ink/ink209.xml"/><Relationship Id="rId89" Type="http://schemas.openxmlformats.org/officeDocument/2006/relationships/image" Target="../media/image116.png"/><Relationship Id="rId112" Type="http://schemas.openxmlformats.org/officeDocument/2006/relationships/customXml" Target="../ink/ink231.xml"/><Relationship Id="rId133" Type="http://schemas.openxmlformats.org/officeDocument/2006/relationships/image" Target="../media/image138.png"/><Relationship Id="rId154" Type="http://schemas.openxmlformats.org/officeDocument/2006/relationships/customXml" Target="../ink/ink252.xml"/><Relationship Id="rId175" Type="http://schemas.openxmlformats.org/officeDocument/2006/relationships/image" Target="../media/image159.png"/><Relationship Id="rId340" Type="http://schemas.openxmlformats.org/officeDocument/2006/relationships/customXml" Target="../ink/ink345.xml"/><Relationship Id="rId361" Type="http://schemas.openxmlformats.org/officeDocument/2006/relationships/image" Target="../media/image252.png"/><Relationship Id="rId196" Type="http://schemas.openxmlformats.org/officeDocument/2006/relationships/customXml" Target="../ink/ink273.xml"/><Relationship Id="rId200" Type="http://schemas.openxmlformats.org/officeDocument/2006/relationships/customXml" Target="../ink/ink275.xml"/><Relationship Id="rId16" Type="http://schemas.openxmlformats.org/officeDocument/2006/relationships/customXml" Target="../ink/ink183.xml"/><Relationship Id="rId221" Type="http://schemas.openxmlformats.org/officeDocument/2006/relationships/image" Target="../media/image182.png"/><Relationship Id="rId242" Type="http://schemas.openxmlformats.org/officeDocument/2006/relationships/customXml" Target="../ink/ink296.xml"/><Relationship Id="rId263" Type="http://schemas.openxmlformats.org/officeDocument/2006/relationships/image" Target="../media/image203.png"/><Relationship Id="rId284" Type="http://schemas.openxmlformats.org/officeDocument/2006/relationships/customXml" Target="../ink/ink317.xml"/><Relationship Id="rId319" Type="http://schemas.openxmlformats.org/officeDocument/2006/relationships/image" Target="../media/image231.png"/><Relationship Id="rId37" Type="http://schemas.openxmlformats.org/officeDocument/2006/relationships/image" Target="../media/image90.png"/><Relationship Id="rId58" Type="http://schemas.openxmlformats.org/officeDocument/2006/relationships/customXml" Target="../ink/ink204.xml"/><Relationship Id="rId79" Type="http://schemas.openxmlformats.org/officeDocument/2006/relationships/image" Target="../media/image111.png"/><Relationship Id="rId102" Type="http://schemas.openxmlformats.org/officeDocument/2006/relationships/customXml" Target="../ink/ink226.xml"/><Relationship Id="rId123" Type="http://schemas.openxmlformats.org/officeDocument/2006/relationships/image" Target="../media/image133.png"/><Relationship Id="rId144" Type="http://schemas.openxmlformats.org/officeDocument/2006/relationships/customXml" Target="../ink/ink247.xml"/><Relationship Id="rId330" Type="http://schemas.openxmlformats.org/officeDocument/2006/relationships/customXml" Target="../ink/ink340.xml"/><Relationship Id="rId90" Type="http://schemas.openxmlformats.org/officeDocument/2006/relationships/customXml" Target="../ink/ink220.xml"/><Relationship Id="rId165" Type="http://schemas.openxmlformats.org/officeDocument/2006/relationships/image" Target="../media/image154.png"/><Relationship Id="rId186" Type="http://schemas.openxmlformats.org/officeDocument/2006/relationships/customXml" Target="../ink/ink268.xml"/><Relationship Id="rId351" Type="http://schemas.openxmlformats.org/officeDocument/2006/relationships/image" Target="../media/image247.png"/><Relationship Id="rId372" Type="http://schemas.openxmlformats.org/officeDocument/2006/relationships/customXml" Target="../ink/ink361.xml"/><Relationship Id="rId211" Type="http://schemas.openxmlformats.org/officeDocument/2006/relationships/image" Target="../media/image177.png"/><Relationship Id="rId232" Type="http://schemas.openxmlformats.org/officeDocument/2006/relationships/customXml" Target="../ink/ink291.xml"/><Relationship Id="rId253" Type="http://schemas.openxmlformats.org/officeDocument/2006/relationships/image" Target="../media/image198.png"/><Relationship Id="rId274" Type="http://schemas.openxmlformats.org/officeDocument/2006/relationships/customXml" Target="../ink/ink312.xml"/><Relationship Id="rId295" Type="http://schemas.openxmlformats.org/officeDocument/2006/relationships/image" Target="../media/image219.png"/><Relationship Id="rId309" Type="http://schemas.openxmlformats.org/officeDocument/2006/relationships/image" Target="../media/image226.png"/><Relationship Id="rId27" Type="http://schemas.openxmlformats.org/officeDocument/2006/relationships/image" Target="../media/image85.png"/><Relationship Id="rId48" Type="http://schemas.openxmlformats.org/officeDocument/2006/relationships/customXml" Target="../ink/ink199.xml"/><Relationship Id="rId69" Type="http://schemas.openxmlformats.org/officeDocument/2006/relationships/image" Target="../media/image106.png"/><Relationship Id="rId113" Type="http://schemas.openxmlformats.org/officeDocument/2006/relationships/image" Target="../media/image128.png"/><Relationship Id="rId134" Type="http://schemas.openxmlformats.org/officeDocument/2006/relationships/customXml" Target="../ink/ink242.xml"/><Relationship Id="rId320" Type="http://schemas.openxmlformats.org/officeDocument/2006/relationships/customXml" Target="../ink/ink335.xml"/><Relationship Id="rId80" Type="http://schemas.openxmlformats.org/officeDocument/2006/relationships/customXml" Target="../ink/ink215.xml"/><Relationship Id="rId155" Type="http://schemas.openxmlformats.org/officeDocument/2006/relationships/image" Target="../media/image149.png"/><Relationship Id="rId176" Type="http://schemas.openxmlformats.org/officeDocument/2006/relationships/customXml" Target="../ink/ink263.xml"/><Relationship Id="rId197" Type="http://schemas.openxmlformats.org/officeDocument/2006/relationships/image" Target="../media/image170.png"/><Relationship Id="rId341" Type="http://schemas.openxmlformats.org/officeDocument/2006/relationships/image" Target="../media/image242.png"/><Relationship Id="rId362" Type="http://schemas.openxmlformats.org/officeDocument/2006/relationships/customXml" Target="../ink/ink356.xml"/><Relationship Id="rId201" Type="http://schemas.openxmlformats.org/officeDocument/2006/relationships/image" Target="../media/image172.png"/><Relationship Id="rId222" Type="http://schemas.openxmlformats.org/officeDocument/2006/relationships/customXml" Target="../ink/ink286.xml"/><Relationship Id="rId243" Type="http://schemas.openxmlformats.org/officeDocument/2006/relationships/image" Target="../media/image193.png"/><Relationship Id="rId264" Type="http://schemas.openxmlformats.org/officeDocument/2006/relationships/customXml" Target="../ink/ink307.xml"/><Relationship Id="rId285" Type="http://schemas.openxmlformats.org/officeDocument/2006/relationships/image" Target="../media/image214.png"/><Relationship Id="rId17" Type="http://schemas.openxmlformats.org/officeDocument/2006/relationships/image" Target="../media/image80.png"/><Relationship Id="rId38" Type="http://schemas.openxmlformats.org/officeDocument/2006/relationships/customXml" Target="../ink/ink194.xml"/><Relationship Id="rId59" Type="http://schemas.openxmlformats.org/officeDocument/2006/relationships/image" Target="../media/image101.png"/><Relationship Id="rId103" Type="http://schemas.openxmlformats.org/officeDocument/2006/relationships/image" Target="../media/image123.png"/><Relationship Id="rId124" Type="http://schemas.openxmlformats.org/officeDocument/2006/relationships/customXml" Target="../ink/ink237.xml"/><Relationship Id="rId310" Type="http://schemas.openxmlformats.org/officeDocument/2006/relationships/customXml" Target="../ink/ink330.xml"/><Relationship Id="rId70" Type="http://schemas.openxmlformats.org/officeDocument/2006/relationships/customXml" Target="../ink/ink210.xml"/><Relationship Id="rId91" Type="http://schemas.openxmlformats.org/officeDocument/2006/relationships/image" Target="../media/image117.png"/><Relationship Id="rId145" Type="http://schemas.openxmlformats.org/officeDocument/2006/relationships/image" Target="../media/image144.png"/><Relationship Id="rId166" Type="http://schemas.openxmlformats.org/officeDocument/2006/relationships/customXml" Target="../ink/ink258.xml"/><Relationship Id="rId187" Type="http://schemas.openxmlformats.org/officeDocument/2006/relationships/image" Target="../media/image165.png"/><Relationship Id="rId331" Type="http://schemas.openxmlformats.org/officeDocument/2006/relationships/image" Target="../media/image237.png"/><Relationship Id="rId352" Type="http://schemas.openxmlformats.org/officeDocument/2006/relationships/customXml" Target="../ink/ink351.xml"/><Relationship Id="rId373" Type="http://schemas.openxmlformats.org/officeDocument/2006/relationships/image" Target="../media/image258.png"/><Relationship Id="rId1" Type="http://schemas.openxmlformats.org/officeDocument/2006/relationships/slideLayout" Target="../slideLayouts/slideLayout13.xml"/><Relationship Id="rId212" Type="http://schemas.openxmlformats.org/officeDocument/2006/relationships/customXml" Target="../ink/ink281.xml"/><Relationship Id="rId233" Type="http://schemas.openxmlformats.org/officeDocument/2006/relationships/image" Target="../media/image188.png"/><Relationship Id="rId254" Type="http://schemas.openxmlformats.org/officeDocument/2006/relationships/customXml" Target="../ink/ink302.xml"/><Relationship Id="rId28" Type="http://schemas.openxmlformats.org/officeDocument/2006/relationships/customXml" Target="../ink/ink189.xml"/><Relationship Id="rId49" Type="http://schemas.openxmlformats.org/officeDocument/2006/relationships/image" Target="../media/image96.png"/><Relationship Id="rId114" Type="http://schemas.openxmlformats.org/officeDocument/2006/relationships/customXml" Target="../ink/ink232.xml"/><Relationship Id="rId275" Type="http://schemas.openxmlformats.org/officeDocument/2006/relationships/image" Target="../media/image209.png"/><Relationship Id="rId296" Type="http://schemas.openxmlformats.org/officeDocument/2006/relationships/customXml" Target="../ink/ink323.xml"/><Relationship Id="rId300" Type="http://schemas.openxmlformats.org/officeDocument/2006/relationships/customXml" Target="../ink/ink325.xml"/><Relationship Id="rId60" Type="http://schemas.openxmlformats.org/officeDocument/2006/relationships/customXml" Target="../ink/ink205.xml"/><Relationship Id="rId81" Type="http://schemas.openxmlformats.org/officeDocument/2006/relationships/image" Target="../media/image112.png"/><Relationship Id="rId135" Type="http://schemas.openxmlformats.org/officeDocument/2006/relationships/image" Target="../media/image139.png"/><Relationship Id="rId156" Type="http://schemas.openxmlformats.org/officeDocument/2006/relationships/customXml" Target="../ink/ink253.xml"/><Relationship Id="rId177" Type="http://schemas.openxmlformats.org/officeDocument/2006/relationships/image" Target="../media/image160.png"/><Relationship Id="rId198" Type="http://schemas.openxmlformats.org/officeDocument/2006/relationships/customXml" Target="../ink/ink274.xml"/><Relationship Id="rId321" Type="http://schemas.openxmlformats.org/officeDocument/2006/relationships/image" Target="../media/image232.png"/><Relationship Id="rId342" Type="http://schemas.openxmlformats.org/officeDocument/2006/relationships/customXml" Target="../ink/ink346.xml"/><Relationship Id="rId363" Type="http://schemas.openxmlformats.org/officeDocument/2006/relationships/image" Target="../media/image253.png"/><Relationship Id="rId202" Type="http://schemas.openxmlformats.org/officeDocument/2006/relationships/customXml" Target="../ink/ink276.xml"/><Relationship Id="rId223" Type="http://schemas.openxmlformats.org/officeDocument/2006/relationships/image" Target="../media/image183.png"/><Relationship Id="rId244" Type="http://schemas.openxmlformats.org/officeDocument/2006/relationships/customXml" Target="../ink/ink297.xml"/><Relationship Id="rId18" Type="http://schemas.openxmlformats.org/officeDocument/2006/relationships/customXml" Target="../ink/ink184.xml"/><Relationship Id="rId39" Type="http://schemas.openxmlformats.org/officeDocument/2006/relationships/image" Target="../media/image91.png"/><Relationship Id="rId265" Type="http://schemas.openxmlformats.org/officeDocument/2006/relationships/image" Target="../media/image204.png"/><Relationship Id="rId286" Type="http://schemas.openxmlformats.org/officeDocument/2006/relationships/customXml" Target="../ink/ink318.xml"/><Relationship Id="rId50" Type="http://schemas.openxmlformats.org/officeDocument/2006/relationships/customXml" Target="../ink/ink200.xml"/><Relationship Id="rId104" Type="http://schemas.openxmlformats.org/officeDocument/2006/relationships/customXml" Target="../ink/ink227.xml"/><Relationship Id="rId125" Type="http://schemas.openxmlformats.org/officeDocument/2006/relationships/image" Target="../media/image134.png"/><Relationship Id="rId146" Type="http://schemas.openxmlformats.org/officeDocument/2006/relationships/customXml" Target="../ink/ink248.xml"/><Relationship Id="rId167" Type="http://schemas.openxmlformats.org/officeDocument/2006/relationships/image" Target="../media/image155.png"/><Relationship Id="rId188" Type="http://schemas.openxmlformats.org/officeDocument/2006/relationships/customXml" Target="../ink/ink269.xml"/><Relationship Id="rId311" Type="http://schemas.openxmlformats.org/officeDocument/2006/relationships/image" Target="../media/image227.png"/><Relationship Id="rId332" Type="http://schemas.openxmlformats.org/officeDocument/2006/relationships/customXml" Target="../ink/ink341.xml"/><Relationship Id="rId353" Type="http://schemas.openxmlformats.org/officeDocument/2006/relationships/image" Target="../media/image248.png"/><Relationship Id="rId374" Type="http://schemas.openxmlformats.org/officeDocument/2006/relationships/customXml" Target="../ink/ink362.xml"/><Relationship Id="rId71" Type="http://schemas.openxmlformats.org/officeDocument/2006/relationships/image" Target="../media/image107.png"/><Relationship Id="rId92" Type="http://schemas.openxmlformats.org/officeDocument/2006/relationships/customXml" Target="../ink/ink221.xml"/><Relationship Id="rId213" Type="http://schemas.openxmlformats.org/officeDocument/2006/relationships/image" Target="../media/image178.png"/><Relationship Id="rId234" Type="http://schemas.openxmlformats.org/officeDocument/2006/relationships/customXml" Target="../ink/ink292.xml"/><Relationship Id="rId2" Type="http://schemas.openxmlformats.org/officeDocument/2006/relationships/customXml" Target="../ink/ink176.xml"/><Relationship Id="rId29" Type="http://schemas.openxmlformats.org/officeDocument/2006/relationships/image" Target="../media/image86.png"/><Relationship Id="rId255" Type="http://schemas.openxmlformats.org/officeDocument/2006/relationships/image" Target="../media/image199.png"/><Relationship Id="rId276" Type="http://schemas.openxmlformats.org/officeDocument/2006/relationships/customXml" Target="../ink/ink313.xml"/><Relationship Id="rId297" Type="http://schemas.openxmlformats.org/officeDocument/2006/relationships/image" Target="../media/image220.png"/><Relationship Id="rId40" Type="http://schemas.openxmlformats.org/officeDocument/2006/relationships/customXml" Target="../ink/ink195.xml"/><Relationship Id="rId115" Type="http://schemas.openxmlformats.org/officeDocument/2006/relationships/image" Target="../media/image129.png"/><Relationship Id="rId136" Type="http://schemas.openxmlformats.org/officeDocument/2006/relationships/customXml" Target="../ink/ink243.xml"/><Relationship Id="rId157" Type="http://schemas.openxmlformats.org/officeDocument/2006/relationships/image" Target="../media/image150.png"/><Relationship Id="rId178" Type="http://schemas.openxmlformats.org/officeDocument/2006/relationships/customXml" Target="../ink/ink264.xml"/><Relationship Id="rId301" Type="http://schemas.openxmlformats.org/officeDocument/2006/relationships/image" Target="../media/image222.png"/><Relationship Id="rId322" Type="http://schemas.openxmlformats.org/officeDocument/2006/relationships/customXml" Target="../ink/ink336.xml"/><Relationship Id="rId343" Type="http://schemas.openxmlformats.org/officeDocument/2006/relationships/image" Target="../media/image243.png"/><Relationship Id="rId364" Type="http://schemas.openxmlformats.org/officeDocument/2006/relationships/customXml" Target="../ink/ink357.xml"/><Relationship Id="rId61" Type="http://schemas.openxmlformats.org/officeDocument/2006/relationships/image" Target="../media/image102.png"/><Relationship Id="rId82" Type="http://schemas.openxmlformats.org/officeDocument/2006/relationships/customXml" Target="../ink/ink216.xml"/><Relationship Id="rId199" Type="http://schemas.openxmlformats.org/officeDocument/2006/relationships/image" Target="../media/image171.png"/><Relationship Id="rId203" Type="http://schemas.openxmlformats.org/officeDocument/2006/relationships/image" Target="../media/image173.png"/><Relationship Id="rId19" Type="http://schemas.openxmlformats.org/officeDocument/2006/relationships/image" Target="../media/image81.png"/><Relationship Id="rId224" Type="http://schemas.openxmlformats.org/officeDocument/2006/relationships/customXml" Target="../ink/ink287.xml"/><Relationship Id="rId245" Type="http://schemas.openxmlformats.org/officeDocument/2006/relationships/image" Target="../media/image194.png"/><Relationship Id="rId266" Type="http://schemas.openxmlformats.org/officeDocument/2006/relationships/customXml" Target="../ink/ink308.xml"/><Relationship Id="rId287" Type="http://schemas.openxmlformats.org/officeDocument/2006/relationships/image" Target="../media/image215.png"/><Relationship Id="rId30" Type="http://schemas.openxmlformats.org/officeDocument/2006/relationships/customXml" Target="../ink/ink190.xml"/><Relationship Id="rId105" Type="http://schemas.openxmlformats.org/officeDocument/2006/relationships/image" Target="../media/image124.png"/><Relationship Id="rId126" Type="http://schemas.openxmlformats.org/officeDocument/2006/relationships/customXml" Target="../ink/ink238.xml"/><Relationship Id="rId147" Type="http://schemas.openxmlformats.org/officeDocument/2006/relationships/image" Target="../media/image145.png"/><Relationship Id="rId168" Type="http://schemas.openxmlformats.org/officeDocument/2006/relationships/customXml" Target="../ink/ink259.xml"/><Relationship Id="rId312" Type="http://schemas.openxmlformats.org/officeDocument/2006/relationships/customXml" Target="../ink/ink331.xml"/><Relationship Id="rId333" Type="http://schemas.openxmlformats.org/officeDocument/2006/relationships/image" Target="../media/image238.png"/><Relationship Id="rId354" Type="http://schemas.openxmlformats.org/officeDocument/2006/relationships/customXml" Target="../ink/ink352.xml"/><Relationship Id="rId51" Type="http://schemas.openxmlformats.org/officeDocument/2006/relationships/image" Target="../media/image97.png"/><Relationship Id="rId72" Type="http://schemas.openxmlformats.org/officeDocument/2006/relationships/customXml" Target="../ink/ink211.xml"/><Relationship Id="rId93" Type="http://schemas.openxmlformats.org/officeDocument/2006/relationships/image" Target="../media/image118.png"/><Relationship Id="rId189" Type="http://schemas.openxmlformats.org/officeDocument/2006/relationships/image" Target="../media/image166.png"/><Relationship Id="rId375" Type="http://schemas.openxmlformats.org/officeDocument/2006/relationships/image" Target="../media/image631.png"/><Relationship Id="rId3" Type="http://schemas.openxmlformats.org/officeDocument/2006/relationships/image" Target="../media/image730.png"/><Relationship Id="rId214" Type="http://schemas.openxmlformats.org/officeDocument/2006/relationships/customXml" Target="../ink/ink282.xml"/><Relationship Id="rId235" Type="http://schemas.openxmlformats.org/officeDocument/2006/relationships/image" Target="../media/image189.png"/><Relationship Id="rId256" Type="http://schemas.openxmlformats.org/officeDocument/2006/relationships/customXml" Target="../ink/ink303.xml"/><Relationship Id="rId277" Type="http://schemas.openxmlformats.org/officeDocument/2006/relationships/image" Target="../media/image210.png"/><Relationship Id="rId298" Type="http://schemas.openxmlformats.org/officeDocument/2006/relationships/customXml" Target="../ink/ink324.xml"/><Relationship Id="rId116" Type="http://schemas.openxmlformats.org/officeDocument/2006/relationships/customXml" Target="../ink/ink233.xml"/><Relationship Id="rId137" Type="http://schemas.openxmlformats.org/officeDocument/2006/relationships/image" Target="../media/image140.png"/><Relationship Id="rId158" Type="http://schemas.openxmlformats.org/officeDocument/2006/relationships/customXml" Target="../ink/ink254.xml"/><Relationship Id="rId302" Type="http://schemas.openxmlformats.org/officeDocument/2006/relationships/customXml" Target="../ink/ink326.xml"/><Relationship Id="rId323" Type="http://schemas.openxmlformats.org/officeDocument/2006/relationships/image" Target="../media/image233.png"/><Relationship Id="rId344" Type="http://schemas.openxmlformats.org/officeDocument/2006/relationships/customXml" Target="../ink/ink347.xml"/><Relationship Id="rId20" Type="http://schemas.openxmlformats.org/officeDocument/2006/relationships/customXml" Target="../ink/ink185.xml"/><Relationship Id="rId41" Type="http://schemas.openxmlformats.org/officeDocument/2006/relationships/image" Target="../media/image92.png"/><Relationship Id="rId62" Type="http://schemas.openxmlformats.org/officeDocument/2006/relationships/customXml" Target="../ink/ink206.xml"/><Relationship Id="rId83" Type="http://schemas.openxmlformats.org/officeDocument/2006/relationships/image" Target="../media/image113.png"/><Relationship Id="rId179" Type="http://schemas.openxmlformats.org/officeDocument/2006/relationships/image" Target="../media/image161.png"/><Relationship Id="rId365" Type="http://schemas.openxmlformats.org/officeDocument/2006/relationships/image" Target="../media/image254.png"/><Relationship Id="rId190" Type="http://schemas.openxmlformats.org/officeDocument/2006/relationships/customXml" Target="../ink/ink270.xml"/><Relationship Id="rId204" Type="http://schemas.openxmlformats.org/officeDocument/2006/relationships/customXml" Target="../ink/ink277.xml"/><Relationship Id="rId225" Type="http://schemas.openxmlformats.org/officeDocument/2006/relationships/image" Target="../media/image184.png"/><Relationship Id="rId246" Type="http://schemas.openxmlformats.org/officeDocument/2006/relationships/customXml" Target="../ink/ink298.xml"/><Relationship Id="rId267" Type="http://schemas.openxmlformats.org/officeDocument/2006/relationships/image" Target="../media/image205.png"/><Relationship Id="rId288" Type="http://schemas.openxmlformats.org/officeDocument/2006/relationships/customXml" Target="../ink/ink319.xml"/><Relationship Id="rId106" Type="http://schemas.openxmlformats.org/officeDocument/2006/relationships/customXml" Target="../ink/ink228.xml"/><Relationship Id="rId127" Type="http://schemas.openxmlformats.org/officeDocument/2006/relationships/image" Target="../media/image135.png"/><Relationship Id="rId313" Type="http://schemas.openxmlformats.org/officeDocument/2006/relationships/image" Target="../media/image228.png"/><Relationship Id="rId10" Type="http://schemas.openxmlformats.org/officeDocument/2006/relationships/customXml" Target="../ink/ink180.xml"/><Relationship Id="rId31" Type="http://schemas.openxmlformats.org/officeDocument/2006/relationships/image" Target="../media/image87.png"/><Relationship Id="rId52" Type="http://schemas.openxmlformats.org/officeDocument/2006/relationships/customXml" Target="../ink/ink201.xml"/><Relationship Id="rId73" Type="http://schemas.openxmlformats.org/officeDocument/2006/relationships/image" Target="../media/image108.png"/><Relationship Id="rId94" Type="http://schemas.openxmlformats.org/officeDocument/2006/relationships/customXml" Target="../ink/ink222.xml"/><Relationship Id="rId148" Type="http://schemas.openxmlformats.org/officeDocument/2006/relationships/customXml" Target="../ink/ink249.xml"/><Relationship Id="rId169" Type="http://schemas.openxmlformats.org/officeDocument/2006/relationships/image" Target="../media/image156.png"/><Relationship Id="rId334" Type="http://schemas.openxmlformats.org/officeDocument/2006/relationships/customXml" Target="../ink/ink342.xml"/><Relationship Id="rId355" Type="http://schemas.openxmlformats.org/officeDocument/2006/relationships/image" Target="../media/image249.png"/><Relationship Id="rId376" Type="http://schemas.openxmlformats.org/officeDocument/2006/relationships/customXml" Target="../ink/ink363.xml"/><Relationship Id="rId4" Type="http://schemas.openxmlformats.org/officeDocument/2006/relationships/customXml" Target="../ink/ink177.xml"/><Relationship Id="rId180" Type="http://schemas.openxmlformats.org/officeDocument/2006/relationships/customXml" Target="../ink/ink265.xml"/><Relationship Id="rId215" Type="http://schemas.openxmlformats.org/officeDocument/2006/relationships/image" Target="../media/image179.png"/><Relationship Id="rId236" Type="http://schemas.openxmlformats.org/officeDocument/2006/relationships/customXml" Target="../ink/ink293.xml"/><Relationship Id="rId257" Type="http://schemas.openxmlformats.org/officeDocument/2006/relationships/image" Target="../media/image200.png"/><Relationship Id="rId278" Type="http://schemas.openxmlformats.org/officeDocument/2006/relationships/customXml" Target="../ink/ink314.xml"/><Relationship Id="rId303" Type="http://schemas.openxmlformats.org/officeDocument/2006/relationships/image" Target="../media/image223.png"/><Relationship Id="rId42" Type="http://schemas.openxmlformats.org/officeDocument/2006/relationships/customXml" Target="../ink/ink196.xml"/><Relationship Id="rId84" Type="http://schemas.openxmlformats.org/officeDocument/2006/relationships/customXml" Target="../ink/ink217.xml"/><Relationship Id="rId138" Type="http://schemas.openxmlformats.org/officeDocument/2006/relationships/customXml" Target="../ink/ink244.xml"/><Relationship Id="rId345" Type="http://schemas.openxmlformats.org/officeDocument/2006/relationships/image" Target="../media/image244.png"/><Relationship Id="rId191" Type="http://schemas.openxmlformats.org/officeDocument/2006/relationships/image" Target="../media/image167.png"/><Relationship Id="rId205" Type="http://schemas.openxmlformats.org/officeDocument/2006/relationships/image" Target="../media/image174.png"/><Relationship Id="rId247" Type="http://schemas.openxmlformats.org/officeDocument/2006/relationships/image" Target="../media/image195.png"/><Relationship Id="rId107" Type="http://schemas.openxmlformats.org/officeDocument/2006/relationships/image" Target="../media/image125.png"/><Relationship Id="rId289" Type="http://schemas.openxmlformats.org/officeDocument/2006/relationships/image" Target="../media/image216.png"/><Relationship Id="rId11" Type="http://schemas.openxmlformats.org/officeDocument/2006/relationships/image" Target="../media/image77.png"/><Relationship Id="rId53" Type="http://schemas.openxmlformats.org/officeDocument/2006/relationships/image" Target="../media/image98.png"/><Relationship Id="rId149" Type="http://schemas.openxmlformats.org/officeDocument/2006/relationships/image" Target="../media/image146.png"/><Relationship Id="rId314" Type="http://schemas.openxmlformats.org/officeDocument/2006/relationships/customXml" Target="../ink/ink332.xml"/><Relationship Id="rId356" Type="http://schemas.openxmlformats.org/officeDocument/2006/relationships/customXml" Target="../ink/ink353.xml"/><Relationship Id="rId95" Type="http://schemas.openxmlformats.org/officeDocument/2006/relationships/image" Target="../media/image119.png"/><Relationship Id="rId160" Type="http://schemas.openxmlformats.org/officeDocument/2006/relationships/customXml" Target="../ink/ink255.xml"/><Relationship Id="rId216" Type="http://schemas.openxmlformats.org/officeDocument/2006/relationships/customXml" Target="../ink/ink283.xml"/><Relationship Id="rId258" Type="http://schemas.openxmlformats.org/officeDocument/2006/relationships/customXml" Target="../ink/ink304.xml"/><Relationship Id="rId22" Type="http://schemas.openxmlformats.org/officeDocument/2006/relationships/customXml" Target="../ink/ink186.xml"/><Relationship Id="rId64" Type="http://schemas.openxmlformats.org/officeDocument/2006/relationships/customXml" Target="../ink/ink207.xml"/><Relationship Id="rId118" Type="http://schemas.openxmlformats.org/officeDocument/2006/relationships/customXml" Target="../ink/ink234.xml"/><Relationship Id="rId325" Type="http://schemas.openxmlformats.org/officeDocument/2006/relationships/image" Target="../media/image234.png"/><Relationship Id="rId367" Type="http://schemas.openxmlformats.org/officeDocument/2006/relationships/image" Target="../media/image255.png"/><Relationship Id="rId171" Type="http://schemas.openxmlformats.org/officeDocument/2006/relationships/image" Target="../media/image157.png"/><Relationship Id="rId227" Type="http://schemas.openxmlformats.org/officeDocument/2006/relationships/image" Target="../media/image185.png"/><Relationship Id="rId269" Type="http://schemas.openxmlformats.org/officeDocument/2006/relationships/image" Target="../media/image206.png"/><Relationship Id="rId33" Type="http://schemas.openxmlformats.org/officeDocument/2006/relationships/image" Target="../media/image88.png"/><Relationship Id="rId129" Type="http://schemas.openxmlformats.org/officeDocument/2006/relationships/image" Target="../media/image136.png"/><Relationship Id="rId280" Type="http://schemas.openxmlformats.org/officeDocument/2006/relationships/customXml" Target="../ink/ink315.xml"/><Relationship Id="rId336" Type="http://schemas.openxmlformats.org/officeDocument/2006/relationships/customXml" Target="../ink/ink343.xml"/><Relationship Id="rId75" Type="http://schemas.openxmlformats.org/officeDocument/2006/relationships/image" Target="../media/image109.png"/><Relationship Id="rId140" Type="http://schemas.openxmlformats.org/officeDocument/2006/relationships/customXml" Target="../ink/ink245.xml"/><Relationship Id="rId182" Type="http://schemas.openxmlformats.org/officeDocument/2006/relationships/customXml" Target="../ink/ink266.xml"/><Relationship Id="rId6" Type="http://schemas.openxmlformats.org/officeDocument/2006/relationships/customXml" Target="../ink/ink178.xml"/><Relationship Id="rId238" Type="http://schemas.openxmlformats.org/officeDocument/2006/relationships/customXml" Target="../ink/ink294.xml"/><Relationship Id="rId291" Type="http://schemas.openxmlformats.org/officeDocument/2006/relationships/image" Target="../media/image217.png"/><Relationship Id="rId305" Type="http://schemas.openxmlformats.org/officeDocument/2006/relationships/image" Target="../media/image224.png"/><Relationship Id="rId347" Type="http://schemas.openxmlformats.org/officeDocument/2006/relationships/image" Target="../media/image245.png"/><Relationship Id="rId44" Type="http://schemas.openxmlformats.org/officeDocument/2006/relationships/customXml" Target="../ink/ink197.xml"/><Relationship Id="rId86" Type="http://schemas.openxmlformats.org/officeDocument/2006/relationships/customXml" Target="../ink/ink218.xml"/><Relationship Id="rId151" Type="http://schemas.openxmlformats.org/officeDocument/2006/relationships/image" Target="../media/image147.png"/><Relationship Id="rId193" Type="http://schemas.openxmlformats.org/officeDocument/2006/relationships/image" Target="../media/image168.png"/><Relationship Id="rId207" Type="http://schemas.openxmlformats.org/officeDocument/2006/relationships/image" Target="../media/image175.png"/><Relationship Id="rId249" Type="http://schemas.openxmlformats.org/officeDocument/2006/relationships/image" Target="../media/image196.png"/><Relationship Id="rId13" Type="http://schemas.openxmlformats.org/officeDocument/2006/relationships/image" Target="../media/image78.png"/><Relationship Id="rId109" Type="http://schemas.openxmlformats.org/officeDocument/2006/relationships/image" Target="../media/image126.png"/><Relationship Id="rId260" Type="http://schemas.openxmlformats.org/officeDocument/2006/relationships/customXml" Target="../ink/ink305.xml"/><Relationship Id="rId316" Type="http://schemas.openxmlformats.org/officeDocument/2006/relationships/customXml" Target="../ink/ink333.xml"/><Relationship Id="rId55" Type="http://schemas.openxmlformats.org/officeDocument/2006/relationships/image" Target="../media/image99.png"/><Relationship Id="rId97" Type="http://schemas.openxmlformats.org/officeDocument/2006/relationships/image" Target="../media/image120.png"/><Relationship Id="rId120" Type="http://schemas.openxmlformats.org/officeDocument/2006/relationships/customXml" Target="../ink/ink235.xml"/><Relationship Id="rId358" Type="http://schemas.openxmlformats.org/officeDocument/2006/relationships/customXml" Target="../ink/ink354.xml"/><Relationship Id="rId162" Type="http://schemas.openxmlformats.org/officeDocument/2006/relationships/customXml" Target="../ink/ink256.xml"/><Relationship Id="rId218" Type="http://schemas.openxmlformats.org/officeDocument/2006/relationships/customXml" Target="../ink/ink284.xml"/><Relationship Id="rId271" Type="http://schemas.openxmlformats.org/officeDocument/2006/relationships/image" Target="../media/image207.png"/><Relationship Id="rId24" Type="http://schemas.openxmlformats.org/officeDocument/2006/relationships/customXml" Target="../ink/ink187.xml"/><Relationship Id="rId66" Type="http://schemas.openxmlformats.org/officeDocument/2006/relationships/customXml" Target="../ink/ink208.xml"/><Relationship Id="rId131" Type="http://schemas.openxmlformats.org/officeDocument/2006/relationships/image" Target="../media/image137.png"/><Relationship Id="rId327" Type="http://schemas.openxmlformats.org/officeDocument/2006/relationships/image" Target="../media/image235.png"/><Relationship Id="rId369" Type="http://schemas.openxmlformats.org/officeDocument/2006/relationships/image" Target="../media/image256.png"/><Relationship Id="rId173" Type="http://schemas.openxmlformats.org/officeDocument/2006/relationships/image" Target="../media/image158.png"/><Relationship Id="rId229" Type="http://schemas.openxmlformats.org/officeDocument/2006/relationships/image" Target="../media/image186.png"/><Relationship Id="rId240" Type="http://schemas.openxmlformats.org/officeDocument/2006/relationships/customXml" Target="../ink/ink295.xml"/><Relationship Id="rId35" Type="http://schemas.openxmlformats.org/officeDocument/2006/relationships/image" Target="../media/image89.png"/><Relationship Id="rId77" Type="http://schemas.openxmlformats.org/officeDocument/2006/relationships/image" Target="../media/image110.png"/><Relationship Id="rId100" Type="http://schemas.openxmlformats.org/officeDocument/2006/relationships/customXml" Target="../ink/ink225.xml"/><Relationship Id="rId282" Type="http://schemas.openxmlformats.org/officeDocument/2006/relationships/customXml" Target="../ink/ink316.xml"/><Relationship Id="rId338" Type="http://schemas.openxmlformats.org/officeDocument/2006/relationships/customXml" Target="../ink/ink344.xml"/><Relationship Id="rId8" Type="http://schemas.openxmlformats.org/officeDocument/2006/relationships/customXml" Target="../ink/ink179.xml"/><Relationship Id="rId142" Type="http://schemas.openxmlformats.org/officeDocument/2006/relationships/customXml" Target="../ink/ink246.xml"/><Relationship Id="rId184" Type="http://schemas.openxmlformats.org/officeDocument/2006/relationships/customXml" Target="../ink/ink267.xml"/><Relationship Id="rId251" Type="http://schemas.openxmlformats.org/officeDocument/2006/relationships/image" Target="../media/image197.png"/><Relationship Id="rId46" Type="http://schemas.openxmlformats.org/officeDocument/2006/relationships/customXml" Target="../ink/ink198.xml"/><Relationship Id="rId293" Type="http://schemas.openxmlformats.org/officeDocument/2006/relationships/image" Target="../media/image218.png"/><Relationship Id="rId307" Type="http://schemas.openxmlformats.org/officeDocument/2006/relationships/image" Target="../media/image225.png"/><Relationship Id="rId349" Type="http://schemas.openxmlformats.org/officeDocument/2006/relationships/image" Target="../media/image246.png"/><Relationship Id="rId88" Type="http://schemas.openxmlformats.org/officeDocument/2006/relationships/customXml" Target="../ink/ink219.xml"/><Relationship Id="rId111" Type="http://schemas.openxmlformats.org/officeDocument/2006/relationships/image" Target="../media/image127.png"/><Relationship Id="rId153" Type="http://schemas.openxmlformats.org/officeDocument/2006/relationships/image" Target="../media/image148.png"/><Relationship Id="rId195" Type="http://schemas.openxmlformats.org/officeDocument/2006/relationships/image" Target="../media/image169.png"/><Relationship Id="rId209" Type="http://schemas.openxmlformats.org/officeDocument/2006/relationships/image" Target="../media/image176.png"/><Relationship Id="rId360" Type="http://schemas.openxmlformats.org/officeDocument/2006/relationships/customXml" Target="../ink/ink355.xml"/><Relationship Id="rId220" Type="http://schemas.openxmlformats.org/officeDocument/2006/relationships/customXml" Target="../ink/ink285.xml"/><Relationship Id="rId15" Type="http://schemas.openxmlformats.org/officeDocument/2006/relationships/image" Target="../media/image79.png"/><Relationship Id="rId57" Type="http://schemas.openxmlformats.org/officeDocument/2006/relationships/image" Target="../media/image100.png"/><Relationship Id="rId262" Type="http://schemas.openxmlformats.org/officeDocument/2006/relationships/customXml" Target="../ink/ink306.xml"/><Relationship Id="rId318" Type="http://schemas.openxmlformats.org/officeDocument/2006/relationships/customXml" Target="../ink/ink334.xml"/><Relationship Id="rId99" Type="http://schemas.openxmlformats.org/officeDocument/2006/relationships/image" Target="../media/image121.png"/><Relationship Id="rId122" Type="http://schemas.openxmlformats.org/officeDocument/2006/relationships/customXml" Target="../ink/ink236.xml"/><Relationship Id="rId164" Type="http://schemas.openxmlformats.org/officeDocument/2006/relationships/customXml" Target="../ink/ink257.xml"/><Relationship Id="rId371" Type="http://schemas.openxmlformats.org/officeDocument/2006/relationships/image" Target="../media/image257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customXml" Target="../ink/ink364.xml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501.png"/></Relationships>
</file>

<file path=ppt/slides/_rels/slide57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76.xml"/><Relationship Id="rId21" Type="http://schemas.openxmlformats.org/officeDocument/2006/relationships/image" Target="../media/image390.png"/><Relationship Id="rId34" Type="http://schemas.openxmlformats.org/officeDocument/2006/relationships/customXml" Target="../ink/ink380.xml"/><Relationship Id="rId42" Type="http://schemas.openxmlformats.org/officeDocument/2006/relationships/customXml" Target="../ink/ink384.xml"/><Relationship Id="rId47" Type="http://schemas.openxmlformats.org/officeDocument/2006/relationships/image" Target="../media/image520.png"/><Relationship Id="rId50" Type="http://schemas.openxmlformats.org/officeDocument/2006/relationships/customXml" Target="../ink/ink388.xml"/><Relationship Id="rId55" Type="http://schemas.openxmlformats.org/officeDocument/2006/relationships/image" Target="../media/image560.png"/><Relationship Id="rId63" Type="http://schemas.openxmlformats.org/officeDocument/2006/relationships/image" Target="../media/image600.png"/><Relationship Id="rId68" Type="http://schemas.openxmlformats.org/officeDocument/2006/relationships/customXml" Target="../ink/ink397.xml"/><Relationship Id="rId7" Type="http://schemas.openxmlformats.org/officeDocument/2006/relationships/image" Target="../media/image310.png"/><Relationship Id="rId2" Type="http://schemas.openxmlformats.org/officeDocument/2006/relationships/customXml" Target="../ink/ink365.xml"/><Relationship Id="rId16" Type="http://schemas.openxmlformats.org/officeDocument/2006/relationships/customXml" Target="../ink/ink371.xml"/><Relationship Id="rId29" Type="http://schemas.openxmlformats.org/officeDocument/2006/relationships/image" Target="../media/image430.png"/><Relationship Id="rId11" Type="http://schemas.openxmlformats.org/officeDocument/2006/relationships/image" Target="../media/image330.png"/><Relationship Id="rId24" Type="http://schemas.openxmlformats.org/officeDocument/2006/relationships/customXml" Target="../ink/ink375.xml"/><Relationship Id="rId32" Type="http://schemas.openxmlformats.org/officeDocument/2006/relationships/customXml" Target="../ink/ink379.xml"/><Relationship Id="rId37" Type="http://schemas.openxmlformats.org/officeDocument/2006/relationships/image" Target="../media/image470.png"/><Relationship Id="rId40" Type="http://schemas.openxmlformats.org/officeDocument/2006/relationships/customXml" Target="../ink/ink383.xml"/><Relationship Id="rId45" Type="http://schemas.openxmlformats.org/officeDocument/2006/relationships/image" Target="../media/image510.png"/><Relationship Id="rId53" Type="http://schemas.openxmlformats.org/officeDocument/2006/relationships/image" Target="../media/image550.png"/><Relationship Id="rId58" Type="http://schemas.openxmlformats.org/officeDocument/2006/relationships/customXml" Target="../ink/ink392.xml"/><Relationship Id="rId66" Type="http://schemas.openxmlformats.org/officeDocument/2006/relationships/customXml" Target="../ink/ink396.xml"/><Relationship Id="rId5" Type="http://schemas.openxmlformats.org/officeDocument/2006/relationships/image" Target="../media/image300.png"/><Relationship Id="rId61" Type="http://schemas.openxmlformats.org/officeDocument/2006/relationships/image" Target="../media/image590.png"/><Relationship Id="rId19" Type="http://schemas.openxmlformats.org/officeDocument/2006/relationships/image" Target="../media/image380.png"/><Relationship Id="rId14" Type="http://schemas.openxmlformats.org/officeDocument/2006/relationships/customXml" Target="../ink/ink370.xml"/><Relationship Id="rId22" Type="http://schemas.openxmlformats.org/officeDocument/2006/relationships/customXml" Target="../ink/ink374.xml"/><Relationship Id="rId27" Type="http://schemas.openxmlformats.org/officeDocument/2006/relationships/image" Target="../media/image420.png"/><Relationship Id="rId30" Type="http://schemas.openxmlformats.org/officeDocument/2006/relationships/customXml" Target="../ink/ink378.xml"/><Relationship Id="rId35" Type="http://schemas.openxmlformats.org/officeDocument/2006/relationships/image" Target="../media/image460.png"/><Relationship Id="rId43" Type="http://schemas.openxmlformats.org/officeDocument/2006/relationships/image" Target="../media/image500.png"/><Relationship Id="rId48" Type="http://schemas.openxmlformats.org/officeDocument/2006/relationships/customXml" Target="../ink/ink387.xml"/><Relationship Id="rId56" Type="http://schemas.openxmlformats.org/officeDocument/2006/relationships/customXml" Target="../ink/ink391.xml"/><Relationship Id="rId64" Type="http://schemas.openxmlformats.org/officeDocument/2006/relationships/customXml" Target="../ink/ink395.xml"/><Relationship Id="rId69" Type="http://schemas.openxmlformats.org/officeDocument/2006/relationships/image" Target="../media/image66.png"/><Relationship Id="rId8" Type="http://schemas.openxmlformats.org/officeDocument/2006/relationships/customXml" Target="../ink/ink367.xml"/><Relationship Id="rId51" Type="http://schemas.openxmlformats.org/officeDocument/2006/relationships/image" Target="../media/image540.png"/><Relationship Id="rId12" Type="http://schemas.openxmlformats.org/officeDocument/2006/relationships/customXml" Target="../ink/ink369.xml"/><Relationship Id="rId17" Type="http://schemas.openxmlformats.org/officeDocument/2006/relationships/image" Target="../media/image370.png"/><Relationship Id="rId25" Type="http://schemas.openxmlformats.org/officeDocument/2006/relationships/image" Target="../media/image410.png"/><Relationship Id="rId33" Type="http://schemas.openxmlformats.org/officeDocument/2006/relationships/image" Target="../media/image450.png"/><Relationship Id="rId38" Type="http://schemas.openxmlformats.org/officeDocument/2006/relationships/customXml" Target="../ink/ink382.xml"/><Relationship Id="rId46" Type="http://schemas.openxmlformats.org/officeDocument/2006/relationships/customXml" Target="../ink/ink386.xml"/><Relationship Id="rId59" Type="http://schemas.openxmlformats.org/officeDocument/2006/relationships/image" Target="../media/image580.png"/><Relationship Id="rId67" Type="http://schemas.openxmlformats.org/officeDocument/2006/relationships/image" Target="../media/image620.png"/><Relationship Id="rId20" Type="http://schemas.openxmlformats.org/officeDocument/2006/relationships/customXml" Target="../ink/ink373.xml"/><Relationship Id="rId41" Type="http://schemas.openxmlformats.org/officeDocument/2006/relationships/image" Target="../media/image490.png"/><Relationship Id="rId54" Type="http://schemas.openxmlformats.org/officeDocument/2006/relationships/customXml" Target="../ink/ink390.xml"/><Relationship Id="rId62" Type="http://schemas.openxmlformats.org/officeDocument/2006/relationships/customXml" Target="../ink/ink394.xml"/><Relationship Id="rId1" Type="http://schemas.openxmlformats.org/officeDocument/2006/relationships/slideLayout" Target="../slideLayouts/slideLayout13.xml"/><Relationship Id="rId6" Type="http://schemas.openxmlformats.org/officeDocument/2006/relationships/customXml" Target="../ink/ink366.xml"/><Relationship Id="rId15" Type="http://schemas.openxmlformats.org/officeDocument/2006/relationships/image" Target="../media/image360.png"/><Relationship Id="rId23" Type="http://schemas.openxmlformats.org/officeDocument/2006/relationships/image" Target="../media/image400.png"/><Relationship Id="rId28" Type="http://schemas.openxmlformats.org/officeDocument/2006/relationships/customXml" Target="../ink/ink377.xml"/><Relationship Id="rId36" Type="http://schemas.openxmlformats.org/officeDocument/2006/relationships/customXml" Target="../ink/ink381.xml"/><Relationship Id="rId49" Type="http://schemas.openxmlformats.org/officeDocument/2006/relationships/image" Target="../media/image530.png"/><Relationship Id="rId57" Type="http://schemas.openxmlformats.org/officeDocument/2006/relationships/image" Target="../media/image570.png"/><Relationship Id="rId10" Type="http://schemas.openxmlformats.org/officeDocument/2006/relationships/customXml" Target="../ink/ink368.xml"/><Relationship Id="rId31" Type="http://schemas.openxmlformats.org/officeDocument/2006/relationships/image" Target="../media/image440.png"/><Relationship Id="rId44" Type="http://schemas.openxmlformats.org/officeDocument/2006/relationships/customXml" Target="../ink/ink385.xml"/><Relationship Id="rId52" Type="http://schemas.openxmlformats.org/officeDocument/2006/relationships/customXml" Target="../ink/ink389.xml"/><Relationship Id="rId60" Type="http://schemas.openxmlformats.org/officeDocument/2006/relationships/customXml" Target="../ink/ink393.xml"/><Relationship Id="rId65" Type="http://schemas.openxmlformats.org/officeDocument/2006/relationships/image" Target="../media/image610.png"/><Relationship Id="rId9" Type="http://schemas.openxmlformats.org/officeDocument/2006/relationships/image" Target="../media/image320.png"/><Relationship Id="rId13" Type="http://schemas.openxmlformats.org/officeDocument/2006/relationships/image" Target="../media/image340.png"/><Relationship Id="rId18" Type="http://schemas.openxmlformats.org/officeDocument/2006/relationships/customXml" Target="../ink/ink372.xml"/><Relationship Id="rId39" Type="http://schemas.openxmlformats.org/officeDocument/2006/relationships/image" Target="../media/image480.png"/></Relationships>
</file>

<file path=ppt/slides/_rels/slide58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09.xml"/><Relationship Id="rId21" Type="http://schemas.openxmlformats.org/officeDocument/2006/relationships/image" Target="../media/image390.png"/><Relationship Id="rId42" Type="http://schemas.openxmlformats.org/officeDocument/2006/relationships/customXml" Target="../ink/ink417.xml"/><Relationship Id="rId47" Type="http://schemas.openxmlformats.org/officeDocument/2006/relationships/image" Target="../media/image520.png"/><Relationship Id="rId63" Type="http://schemas.openxmlformats.org/officeDocument/2006/relationships/image" Target="../media/image600.png"/><Relationship Id="rId68" Type="http://schemas.openxmlformats.org/officeDocument/2006/relationships/customXml" Target="../ink/ink430.xml"/><Relationship Id="rId84" Type="http://schemas.openxmlformats.org/officeDocument/2006/relationships/customXml" Target="../ink/ink438.xml"/><Relationship Id="rId89" Type="http://schemas.openxmlformats.org/officeDocument/2006/relationships/image" Target="../media/image73.png"/><Relationship Id="rId16" Type="http://schemas.openxmlformats.org/officeDocument/2006/relationships/customXml" Target="../ink/ink404.xml"/><Relationship Id="rId11" Type="http://schemas.openxmlformats.org/officeDocument/2006/relationships/image" Target="../media/image330.png"/><Relationship Id="rId32" Type="http://schemas.openxmlformats.org/officeDocument/2006/relationships/customXml" Target="../ink/ink412.xml"/><Relationship Id="rId37" Type="http://schemas.openxmlformats.org/officeDocument/2006/relationships/image" Target="../media/image470.png"/><Relationship Id="rId53" Type="http://schemas.openxmlformats.org/officeDocument/2006/relationships/image" Target="../media/image550.png"/><Relationship Id="rId58" Type="http://schemas.openxmlformats.org/officeDocument/2006/relationships/customXml" Target="../ink/ink425.xml"/><Relationship Id="rId74" Type="http://schemas.openxmlformats.org/officeDocument/2006/relationships/customXml" Target="../ink/ink433.xml"/><Relationship Id="rId79" Type="http://schemas.openxmlformats.org/officeDocument/2006/relationships/image" Target="../media/image68.png"/><Relationship Id="rId5" Type="http://schemas.openxmlformats.org/officeDocument/2006/relationships/image" Target="../media/image300.png"/><Relationship Id="rId19" Type="http://schemas.openxmlformats.org/officeDocument/2006/relationships/image" Target="../media/image380.png"/><Relationship Id="rId14" Type="http://schemas.openxmlformats.org/officeDocument/2006/relationships/customXml" Target="../ink/ink403.xml"/><Relationship Id="rId22" Type="http://schemas.openxmlformats.org/officeDocument/2006/relationships/customXml" Target="../ink/ink407.xml"/><Relationship Id="rId27" Type="http://schemas.openxmlformats.org/officeDocument/2006/relationships/image" Target="../media/image420.png"/><Relationship Id="rId30" Type="http://schemas.openxmlformats.org/officeDocument/2006/relationships/customXml" Target="../ink/ink411.xml"/><Relationship Id="rId35" Type="http://schemas.openxmlformats.org/officeDocument/2006/relationships/image" Target="../media/image460.png"/><Relationship Id="rId43" Type="http://schemas.openxmlformats.org/officeDocument/2006/relationships/image" Target="../media/image500.png"/><Relationship Id="rId48" Type="http://schemas.openxmlformats.org/officeDocument/2006/relationships/customXml" Target="../ink/ink420.xml"/><Relationship Id="rId56" Type="http://schemas.openxmlformats.org/officeDocument/2006/relationships/customXml" Target="../ink/ink424.xml"/><Relationship Id="rId64" Type="http://schemas.openxmlformats.org/officeDocument/2006/relationships/customXml" Target="../ink/ink428.xml"/><Relationship Id="rId69" Type="http://schemas.openxmlformats.org/officeDocument/2006/relationships/image" Target="../media/image630.png"/><Relationship Id="rId77" Type="http://schemas.openxmlformats.org/officeDocument/2006/relationships/image" Target="../media/image67.png"/><Relationship Id="rId8" Type="http://schemas.openxmlformats.org/officeDocument/2006/relationships/customXml" Target="../ink/ink400.xml"/><Relationship Id="rId51" Type="http://schemas.openxmlformats.org/officeDocument/2006/relationships/image" Target="../media/image540.png"/><Relationship Id="rId72" Type="http://schemas.openxmlformats.org/officeDocument/2006/relationships/customXml" Target="../ink/ink432.xml"/><Relationship Id="rId80" Type="http://schemas.openxmlformats.org/officeDocument/2006/relationships/customXml" Target="../ink/ink436.xml"/><Relationship Id="rId85" Type="http://schemas.openxmlformats.org/officeDocument/2006/relationships/image" Target="../media/image71.png"/><Relationship Id="rId12" Type="http://schemas.openxmlformats.org/officeDocument/2006/relationships/customXml" Target="../ink/ink402.xml"/><Relationship Id="rId17" Type="http://schemas.openxmlformats.org/officeDocument/2006/relationships/image" Target="../media/image370.png"/><Relationship Id="rId25" Type="http://schemas.openxmlformats.org/officeDocument/2006/relationships/image" Target="../media/image410.png"/><Relationship Id="rId33" Type="http://schemas.openxmlformats.org/officeDocument/2006/relationships/image" Target="../media/image450.png"/><Relationship Id="rId38" Type="http://schemas.openxmlformats.org/officeDocument/2006/relationships/customXml" Target="../ink/ink415.xml"/><Relationship Id="rId46" Type="http://schemas.openxmlformats.org/officeDocument/2006/relationships/customXml" Target="../ink/ink419.xml"/><Relationship Id="rId59" Type="http://schemas.openxmlformats.org/officeDocument/2006/relationships/image" Target="../media/image580.png"/><Relationship Id="rId67" Type="http://schemas.openxmlformats.org/officeDocument/2006/relationships/image" Target="../media/image620.png"/><Relationship Id="rId20" Type="http://schemas.openxmlformats.org/officeDocument/2006/relationships/customXml" Target="../ink/ink406.xml"/><Relationship Id="rId41" Type="http://schemas.openxmlformats.org/officeDocument/2006/relationships/image" Target="../media/image490.png"/><Relationship Id="rId54" Type="http://schemas.openxmlformats.org/officeDocument/2006/relationships/customXml" Target="../ink/ink423.xml"/><Relationship Id="rId62" Type="http://schemas.openxmlformats.org/officeDocument/2006/relationships/customXml" Target="../ink/ink427.xml"/><Relationship Id="rId70" Type="http://schemas.openxmlformats.org/officeDocument/2006/relationships/customXml" Target="../ink/ink431.xml"/><Relationship Id="rId75" Type="http://schemas.openxmlformats.org/officeDocument/2006/relationships/image" Target="../media/image660.png"/><Relationship Id="rId83" Type="http://schemas.openxmlformats.org/officeDocument/2006/relationships/image" Target="../media/image70.png"/><Relationship Id="rId88" Type="http://schemas.openxmlformats.org/officeDocument/2006/relationships/customXml" Target="../ink/ink440.xml"/><Relationship Id="rId1" Type="http://schemas.openxmlformats.org/officeDocument/2006/relationships/slideLayout" Target="../slideLayouts/slideLayout13.xml"/><Relationship Id="rId6" Type="http://schemas.openxmlformats.org/officeDocument/2006/relationships/customXml" Target="../ink/ink399.xml"/><Relationship Id="rId15" Type="http://schemas.openxmlformats.org/officeDocument/2006/relationships/image" Target="../media/image360.png"/><Relationship Id="rId23" Type="http://schemas.openxmlformats.org/officeDocument/2006/relationships/image" Target="../media/image400.png"/><Relationship Id="rId28" Type="http://schemas.openxmlformats.org/officeDocument/2006/relationships/customXml" Target="../ink/ink410.xml"/><Relationship Id="rId36" Type="http://schemas.openxmlformats.org/officeDocument/2006/relationships/customXml" Target="../ink/ink414.xml"/><Relationship Id="rId49" Type="http://schemas.openxmlformats.org/officeDocument/2006/relationships/image" Target="../media/image530.png"/><Relationship Id="rId57" Type="http://schemas.openxmlformats.org/officeDocument/2006/relationships/image" Target="../media/image570.png"/><Relationship Id="rId10" Type="http://schemas.openxmlformats.org/officeDocument/2006/relationships/customXml" Target="../ink/ink401.xml"/><Relationship Id="rId31" Type="http://schemas.openxmlformats.org/officeDocument/2006/relationships/image" Target="../media/image440.png"/><Relationship Id="rId44" Type="http://schemas.openxmlformats.org/officeDocument/2006/relationships/customXml" Target="../ink/ink418.xml"/><Relationship Id="rId52" Type="http://schemas.openxmlformats.org/officeDocument/2006/relationships/customXml" Target="../ink/ink422.xml"/><Relationship Id="rId60" Type="http://schemas.openxmlformats.org/officeDocument/2006/relationships/customXml" Target="../ink/ink426.xml"/><Relationship Id="rId65" Type="http://schemas.openxmlformats.org/officeDocument/2006/relationships/image" Target="../media/image610.png"/><Relationship Id="rId73" Type="http://schemas.openxmlformats.org/officeDocument/2006/relationships/image" Target="../media/image650.png"/><Relationship Id="rId78" Type="http://schemas.openxmlformats.org/officeDocument/2006/relationships/customXml" Target="../ink/ink435.xml"/><Relationship Id="rId81" Type="http://schemas.openxmlformats.org/officeDocument/2006/relationships/image" Target="../media/image69.png"/><Relationship Id="rId86" Type="http://schemas.openxmlformats.org/officeDocument/2006/relationships/customXml" Target="../ink/ink439.xml"/><Relationship Id="rId9" Type="http://schemas.openxmlformats.org/officeDocument/2006/relationships/image" Target="../media/image320.png"/><Relationship Id="rId13" Type="http://schemas.openxmlformats.org/officeDocument/2006/relationships/image" Target="../media/image340.png"/><Relationship Id="rId18" Type="http://schemas.openxmlformats.org/officeDocument/2006/relationships/customXml" Target="../ink/ink405.xml"/><Relationship Id="rId39" Type="http://schemas.openxmlformats.org/officeDocument/2006/relationships/image" Target="../media/image480.png"/><Relationship Id="rId34" Type="http://schemas.openxmlformats.org/officeDocument/2006/relationships/customXml" Target="../ink/ink413.xml"/><Relationship Id="rId50" Type="http://schemas.openxmlformats.org/officeDocument/2006/relationships/customXml" Target="../ink/ink421.xml"/><Relationship Id="rId55" Type="http://schemas.openxmlformats.org/officeDocument/2006/relationships/image" Target="../media/image560.png"/><Relationship Id="rId76" Type="http://schemas.openxmlformats.org/officeDocument/2006/relationships/customXml" Target="../ink/ink434.xml"/><Relationship Id="rId7" Type="http://schemas.openxmlformats.org/officeDocument/2006/relationships/image" Target="../media/image310.png"/><Relationship Id="rId71" Type="http://schemas.openxmlformats.org/officeDocument/2006/relationships/image" Target="../media/image640.png"/><Relationship Id="rId2" Type="http://schemas.openxmlformats.org/officeDocument/2006/relationships/customXml" Target="../ink/ink398.xml"/><Relationship Id="rId29" Type="http://schemas.openxmlformats.org/officeDocument/2006/relationships/image" Target="../media/image430.png"/><Relationship Id="rId24" Type="http://schemas.openxmlformats.org/officeDocument/2006/relationships/customXml" Target="../ink/ink408.xml"/><Relationship Id="rId40" Type="http://schemas.openxmlformats.org/officeDocument/2006/relationships/customXml" Target="../ink/ink416.xml"/><Relationship Id="rId45" Type="http://schemas.openxmlformats.org/officeDocument/2006/relationships/image" Target="../media/image510.png"/><Relationship Id="rId66" Type="http://schemas.openxmlformats.org/officeDocument/2006/relationships/customXml" Target="../ink/ink429.xml"/><Relationship Id="rId87" Type="http://schemas.openxmlformats.org/officeDocument/2006/relationships/image" Target="../media/image72.png"/><Relationship Id="rId61" Type="http://schemas.openxmlformats.org/officeDocument/2006/relationships/image" Target="../media/image590.png"/><Relationship Id="rId82" Type="http://schemas.openxmlformats.org/officeDocument/2006/relationships/customXml" Target="../ink/ink437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gif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CA0691B0-CEC6-481E-939D-D8810FDC17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182C1FB-A275-4CBE-B85C-63204551E734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4295ADE-74FF-47AD-9C8F-165D1AECFFA2}"/>
              </a:ext>
            </a:extLst>
          </p:cNvPr>
          <p:cNvSpPr/>
          <p:nvPr/>
        </p:nvSpPr>
        <p:spPr>
          <a:xfrm>
            <a:off x="0" y="2209800"/>
            <a:ext cx="9144000" cy="345488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2700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ACCEACF-131C-41A4-94AE-DC03953FB264}"/>
              </a:ext>
            </a:extLst>
          </p:cNvPr>
          <p:cNvSpPr/>
          <p:nvPr/>
        </p:nvSpPr>
        <p:spPr>
          <a:xfrm>
            <a:off x="8756650" y="2218752"/>
            <a:ext cx="387350" cy="3445934"/>
          </a:xfrm>
          <a:prstGeom prst="rect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A2A6099-E7BC-4E0E-A993-A4A0E232DA82}"/>
              </a:ext>
            </a:extLst>
          </p:cNvPr>
          <p:cNvSpPr/>
          <p:nvPr/>
        </p:nvSpPr>
        <p:spPr>
          <a:xfrm>
            <a:off x="0" y="2218752"/>
            <a:ext cx="192024" cy="3445934"/>
          </a:xfrm>
          <a:prstGeom prst="rect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AA7D032-226B-4118-91E6-7691DCD6E9C0}"/>
              </a:ext>
            </a:extLst>
          </p:cNvPr>
          <p:cNvSpPr/>
          <p:nvPr/>
        </p:nvSpPr>
        <p:spPr>
          <a:xfrm>
            <a:off x="188735" y="2218752"/>
            <a:ext cx="192024" cy="3445934"/>
          </a:xfrm>
          <a:prstGeom prst="rect">
            <a:avLst/>
          </a:prstGeom>
          <a:solidFill>
            <a:srgbClr val="FFC000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" name="Rectangle 2">
            <a:extLst>
              <a:ext uri="{FF2B5EF4-FFF2-40B4-BE49-F238E27FC236}">
                <a16:creationId xmlns:a16="http://schemas.microsoft.com/office/drawing/2014/main" id="{5103DEAD-D09C-405E-8E54-66750C17923C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663575"/>
            <a:ext cx="9144000" cy="147002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+mj-lt"/>
                <a:ea typeface="MS PGothic" panose="020B0600070205080204" pitchFamily="34" charset="-128"/>
                <a:cs typeface="ＭＳ Ｐゴシック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ＭＳ Ｐゴシック" charset="0"/>
                <a:cs typeface="+mj-cs"/>
              </a:rPr>
              <a:t>CPR E 281: Digital Logic</a:t>
            </a:r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0D3868F-B461-4FA8-9F34-9EACAEC215AB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0"/>
            <a:ext cx="9144000" cy="22098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Md Maruf Ahamed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Office: 307 Durham Center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Phone: (515) 294-6323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Email: 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maruf@iastate.edu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Times New Roman"/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4361169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80F84150-23C2-2B4E-9AF3-3C96FE96EDE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8600" y="76200"/>
            <a:ext cx="8686800" cy="457200"/>
          </a:xfrm>
        </p:spPr>
        <p:txBody>
          <a:bodyPr/>
          <a:lstStyle/>
          <a:p>
            <a:pPr eaLnBrk="1" hangingPunct="1">
              <a:defRPr/>
            </a:pPr>
            <a:r>
              <a:rPr lang="en-US" sz="3600" dirty="0">
                <a:solidFill>
                  <a:srgbClr val="FF0000"/>
                </a:solidFill>
                <a:ea typeface="+mj-ea"/>
                <a:cs typeface="+mj-cs"/>
              </a:rPr>
              <a:t>Administrative Stuff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D583FDE5-0A59-BD41-A182-AC71C16B081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76200" y="609600"/>
            <a:ext cx="8991600" cy="5943600"/>
          </a:xfrm>
        </p:spPr>
        <p:txBody>
          <a:bodyPr/>
          <a:lstStyle/>
          <a:p>
            <a:pPr marL="320040" lvl="1" indent="-320040" eaLnBrk="1" hangingPunct="1"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Homework: </a:t>
            </a:r>
            <a:r>
              <a:rPr lang="en-US" sz="3000" dirty="0"/>
              <a:t>HW #03 due on Sunday @ 11:59 PM </a:t>
            </a:r>
          </a:p>
          <a:p>
            <a:pPr marL="320040" lvl="1" indent="-320040" eaLnBrk="1" hangingPunct="1"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Quiz: </a:t>
            </a:r>
            <a:r>
              <a:rPr lang="en-US" sz="3000" dirty="0"/>
              <a:t>Quiz #4 due on Friday @ 4:25 PM</a:t>
            </a:r>
          </a:p>
          <a:p>
            <a:pPr marL="320040" lvl="1" indent="-320040" eaLnBrk="1" hangingPunct="1"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Recitation: </a:t>
            </a:r>
            <a:r>
              <a:rPr lang="en-US" sz="3000" dirty="0"/>
              <a:t>Recitation #04 next week</a:t>
            </a:r>
          </a:p>
          <a:p>
            <a:pPr marL="320040" lvl="1" indent="-320040" eaLnBrk="1" hangingPunct="1"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Lab: </a:t>
            </a:r>
            <a:r>
              <a:rPr lang="en-US" sz="3000" dirty="0"/>
              <a:t>Lab # 04 next week</a:t>
            </a:r>
          </a:p>
          <a:p>
            <a:pPr marL="731520" lvl="3" indent="-182880" eaLnBrk="1" hangingPunct="1">
              <a:spcAft>
                <a:spcPts val="600"/>
              </a:spcAft>
              <a:defRPr/>
            </a:pPr>
            <a:r>
              <a:rPr lang="en-US" sz="2400" dirty="0"/>
              <a:t>Submit pre-lab prior to the lab otherwise you will lose 20% points</a:t>
            </a:r>
          </a:p>
          <a:p>
            <a:pPr marL="320040" lvl="1" indent="-320040" eaLnBrk="1" hangingPunct="1">
              <a:spcAft>
                <a:spcPts val="600"/>
              </a:spcAft>
              <a:defRPr/>
            </a:pPr>
            <a:r>
              <a:rPr lang="en-US" sz="3000" dirty="0">
                <a:solidFill>
                  <a:srgbClr val="0066FF"/>
                </a:solidFill>
              </a:rPr>
              <a:t>Lecture-12 Readings: </a:t>
            </a:r>
            <a:r>
              <a:rPr lang="en-US" sz="3000" dirty="0"/>
              <a:t>Section 2.17</a:t>
            </a:r>
          </a:p>
          <a:p>
            <a:pPr marL="0" lvl="1" indent="0" eaLnBrk="1" hangingPunct="1">
              <a:spcAft>
                <a:spcPts val="600"/>
              </a:spcAft>
              <a:buNone/>
              <a:defRPr/>
            </a:pPr>
            <a:r>
              <a:rPr lang="en-US" sz="3000" dirty="0">
                <a:solidFill>
                  <a:srgbClr val="FF0000"/>
                </a:solidFill>
              </a:rPr>
              <a:t>Verilog part 2: </a:t>
            </a:r>
            <a:r>
              <a:rPr lang="en-US" sz="3000" dirty="0">
                <a:solidFill>
                  <a:srgbClr val="0066FF"/>
                </a:solidFill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Posted on Canvas under </a:t>
            </a:r>
            <a:r>
              <a:rPr lang="en-US" sz="3000" dirty="0" err="1">
                <a:solidFill>
                  <a:srgbClr val="0066FF"/>
                </a:solidFill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lec</a:t>
            </a:r>
            <a:r>
              <a:rPr lang="en-US" sz="3000" dirty="0">
                <a:solidFill>
                  <a:srgbClr val="0066FF"/>
                </a:solidFill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 8</a:t>
            </a:r>
            <a:endParaRPr lang="en-US" sz="3000" dirty="0">
              <a:solidFill>
                <a:srgbClr val="0066FF"/>
              </a:solidFill>
            </a:endParaRPr>
          </a:p>
          <a:p>
            <a:pPr marL="0" lvl="1" indent="0" eaLnBrk="1" hangingPunct="1">
              <a:spcAft>
                <a:spcPts val="600"/>
              </a:spcAft>
              <a:buNone/>
              <a:defRPr/>
            </a:pPr>
            <a:r>
              <a:rPr lang="en-US" sz="3000" dirty="0">
                <a:solidFill>
                  <a:srgbClr val="0066FF"/>
                </a:solidFill>
              </a:rPr>
              <a:t>Midterm 1: </a:t>
            </a:r>
            <a:r>
              <a:rPr lang="en-US" sz="3000" dirty="0">
                <a:solidFill>
                  <a:srgbClr val="000000"/>
                </a:solidFill>
                <a:highlight>
                  <a:srgbClr val="FFFF00"/>
                </a:highlight>
              </a:rPr>
              <a:t>Friday, Feb 18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rgbClr val="FF0000"/>
                </a:solidFill>
              </a:rPr>
              <a:t>Midterm 1 Samples: </a:t>
            </a:r>
            <a:r>
              <a:rPr lang="en-US" sz="3000" dirty="0">
                <a:solidFill>
                  <a:srgbClr val="000000"/>
                </a:solidFill>
              </a:rPr>
              <a:t>( 2019 Exam)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rgbClr val="FF0000"/>
                </a:solidFill>
              </a:rPr>
              <a:t>Midterm 1 bonus credit: </a:t>
            </a:r>
            <a:r>
              <a:rPr lang="en-US" sz="2800" dirty="0">
                <a:solidFill>
                  <a:srgbClr val="000000"/>
                </a:solidFill>
              </a:rPr>
              <a:t>Due before by Feb 18 @4:00pm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27480B98-CB43-4109-9B52-91BC90F254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97619F1-5350-4307-9409-443BD1067667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528156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49FC2C7-9EDE-4430-A34B-E779489E72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dirty="0">
                <a:ea typeface="+mj-ea"/>
                <a:cs typeface="+mj-cs"/>
              </a:rPr>
              <a:t>11–Functions and Circuits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F09B821-ABB0-4BC8-AF04-34B658E176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A5AE38B-8B29-4CFD-8DC4-49E537DD3855}"/>
              </a:ext>
            </a:extLst>
          </p:cNvPr>
          <p:cNvSpPr txBox="1">
            <a:spLocks noChangeArrowheads="1"/>
          </p:cNvSpPr>
          <p:nvPr/>
        </p:nvSpPr>
        <p:spPr>
          <a:xfrm>
            <a:off x="666750" y="735329"/>
            <a:ext cx="7810500" cy="5589271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marL="742950" marR="0" lvl="1" indent="-2857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Strategy for Minimization</a:t>
            </a:r>
          </a:p>
          <a:p>
            <a:pPr marL="742950" marR="0" lvl="1" indent="-2857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Minimization of Sum-of-Products Forms</a:t>
            </a:r>
          </a:p>
          <a:p>
            <a:pPr marL="742950" marR="0" lvl="1" indent="-2857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Minimization of Product-of-Sums Forms</a:t>
            </a:r>
          </a:p>
          <a:p>
            <a:pPr marL="742950" marR="0" lvl="1" indent="-2857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Example: A circuit with multiple outputs</a:t>
            </a:r>
          </a:p>
          <a:p>
            <a:pPr marL="742950" marR="0" lvl="1" indent="-2857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Individual vs Joint optimization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135117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4177D6C-1BD6-43C3-A162-7F86979122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Midterm 1 - Syllabus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BDD7B7A-130D-42F2-BF3C-EA8E597F1C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E35970F-ED5F-43BB-AD29-6CC7E96DD0E1}"/>
              </a:ext>
            </a:extLst>
          </p:cNvPr>
          <p:cNvSpPr txBox="1">
            <a:spLocks noChangeArrowheads="1"/>
          </p:cNvSpPr>
          <p:nvPr/>
        </p:nvSpPr>
        <p:spPr>
          <a:xfrm>
            <a:off x="76200" y="914400"/>
            <a:ext cx="8991600" cy="54102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ts val="120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Lectures: </a:t>
            </a:r>
            <a:r>
              <a:rPr kumimoji="0" lang="en-US" sz="30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Lec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 01- </a:t>
            </a:r>
            <a:r>
              <a:rPr kumimoji="0" lang="en-US" sz="30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Lec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 12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ts val="120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Homework: 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HW #00 ~ HW #04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ts val="120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66FF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Quiz: 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Quiz #1 ~ Quiz #4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ts val="120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Recitation: 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Recitation #01- 04 </a:t>
            </a:r>
          </a:p>
          <a:p>
            <a:pPr marL="857250" lvl="2" indent="-457200" eaLnBrk="1" hangingPunct="1"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en-US" sz="2600" kern="0" dirty="0">
                <a:solidFill>
                  <a:srgbClr val="000000"/>
                </a:solidFill>
                <a:latin typeface="Times New Roman"/>
              </a:rPr>
              <a:t>Closed book</a:t>
            </a:r>
          </a:p>
          <a:p>
            <a:pPr marL="857250" lvl="2" indent="-457200" eaLnBrk="1" hangingPunct="1"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No Calculator allowed</a:t>
            </a:r>
          </a:p>
          <a:p>
            <a:pPr marL="857250" lvl="2" indent="-457200" eaLnBrk="1" hangingPunct="1"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en-US" sz="2600" kern="0" dirty="0">
                <a:solidFill>
                  <a:srgbClr val="000000"/>
                </a:solidFill>
                <a:latin typeface="Times New Roman"/>
              </a:rPr>
              <a:t>You can use two pages (double sided) cheat sheet (printed or handwritten).</a:t>
            </a:r>
            <a:endParaRPr kumimoji="0" lang="en-US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MS PGothic" panose="020B0600070205080204" pitchFamily="34" charset="-128"/>
              <a:cs typeface="+mn-cs"/>
            </a:endParaRPr>
          </a:p>
          <a:p>
            <a:pPr marL="0" marR="0" lvl="1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 </a:t>
            </a:r>
          </a:p>
          <a:p>
            <a:pPr marL="0" marR="0" lvl="1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0708906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4177D6C-1BD6-43C3-A162-7F86979122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Midterm 1 - Topics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BDD7B7A-130D-42F2-BF3C-EA8E597F1C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E35970F-ED5F-43BB-AD29-6CC7E96DD0E1}"/>
              </a:ext>
            </a:extLst>
          </p:cNvPr>
          <p:cNvSpPr txBox="1">
            <a:spLocks noChangeArrowheads="1"/>
          </p:cNvSpPr>
          <p:nvPr/>
        </p:nvSpPr>
        <p:spPr>
          <a:xfrm>
            <a:off x="1066799" y="533400"/>
            <a:ext cx="6096001" cy="58674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Binary Numbers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Octal Numbers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Hexadecimal Numbers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Conversion between the different number systems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Truth Tables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Boolean Algebra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Logic Gates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Circuit Synthesis with AND, OR, NOT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Circuit Synthesis with NAND, NOR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Converting an AND/OR/NOT circuit to NAND circuit 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Converting an AND/OR/NOT circuit to NOR  circuit 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SOP and POS expressions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Mapping a Circuit to Verilog code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Mapping Verilog code to a circuit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Multiplexers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Venn Diagrams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K-maps for 2, 3, and 4 variables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Minimization of Boolean expressions using theorems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Minimization of Boolean expressions  with K-maps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Incompletely specified functions (with don’t cares)</a:t>
            </a:r>
          </a:p>
          <a:p>
            <a:pPr marL="320040" marR="0" lvl="1" indent="-32004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Functions with multiple outputs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5" name="Ink 4">
                <a:extLst>
                  <a:ext uri="{FF2B5EF4-FFF2-40B4-BE49-F238E27FC236}">
                    <a16:creationId xmlns:a16="http://schemas.microsoft.com/office/drawing/2014/main" id="{D727961F-9396-4BA5-BAD9-AD8B699A57B6}"/>
                  </a:ext>
                </a:extLst>
              </p14:cNvPr>
              <p14:cNvContentPartPr/>
              <p14:nvPr/>
            </p14:nvContentPartPr>
            <p14:xfrm>
              <a:off x="4347360" y="5929560"/>
              <a:ext cx="2005200" cy="482400"/>
            </p14:xfrm>
          </p:contentPart>
        </mc:Choice>
        <mc:Fallback>
          <p:pic>
            <p:nvPicPr>
              <p:cNvPr id="5" name="Ink 4">
                <a:extLst>
                  <a:ext uri="{FF2B5EF4-FFF2-40B4-BE49-F238E27FC236}">
                    <a16:creationId xmlns:a16="http://schemas.microsoft.com/office/drawing/2014/main" id="{D727961F-9396-4BA5-BAD9-AD8B699A57B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338000" y="5920200"/>
                <a:ext cx="2023920" cy="5011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6063130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6B3D423-D1C8-495B-A5EA-B181AF53FB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64972" y="762000"/>
            <a:ext cx="6226428" cy="5556741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F8623465-947D-4758-924E-F1D5E8A8A273}"/>
              </a:ext>
            </a:extLst>
          </p:cNvPr>
          <p:cNvSpPr/>
          <p:nvPr/>
        </p:nvSpPr>
        <p:spPr>
          <a:xfrm>
            <a:off x="76200" y="125249"/>
            <a:ext cx="8991600" cy="61555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Midterm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3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cs typeface="+mn-cs"/>
              </a:rPr>
              <a:t>1- sample outlines</a:t>
            </a:r>
            <a:endParaRPr kumimoji="0" lang="en-US" sz="3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/>
              <a:ea typeface="MS PGothic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143C4F94-617B-47C1-B8EB-B626D1D29FF9}"/>
                  </a:ext>
                </a:extLst>
              </p14:cNvPr>
              <p14:cNvContentPartPr/>
              <p14:nvPr/>
            </p14:nvContentPartPr>
            <p14:xfrm>
              <a:off x="5310720" y="1196280"/>
              <a:ext cx="3823560" cy="4917600"/>
            </p14:xfrm>
          </p:contentPart>
        </mc:Choice>
        <mc:Fallback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143C4F94-617B-47C1-B8EB-B626D1D29FF9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301360" y="1186920"/>
                <a:ext cx="3842280" cy="4936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1271395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32C8F94-EEF1-4068-848B-6A628B751F3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304800"/>
            <a:ext cx="8915400" cy="685800"/>
          </a:xfrm>
        </p:spPr>
        <p:txBody>
          <a:bodyPr/>
          <a:lstStyle/>
          <a:p>
            <a:r>
              <a:rPr lang="en-US" altLang="en-US" dirty="0">
                <a:solidFill>
                  <a:srgbClr val="0070C0"/>
                </a:solidFill>
              </a:rPr>
              <a:t>Review</a:t>
            </a:r>
          </a:p>
        </p:txBody>
      </p:sp>
    </p:spTree>
    <p:extLst>
      <p:ext uri="{BB962C8B-B14F-4D97-AF65-F5344CB8AC3E}">
        <p14:creationId xmlns:p14="http://schemas.microsoft.com/office/powerpoint/2010/main" val="394197799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4177D6C-1BD6-43C3-A162-7F86979122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Terminology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BDD7B7A-130D-42F2-BF3C-EA8E597F1C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010400" y="6324600"/>
            <a:ext cx="1905000" cy="381000"/>
          </a:xfrm>
        </p:spPr>
        <p:txBody>
          <a:bodyPr/>
          <a:lstStyle/>
          <a:p>
            <a:pPr>
              <a:defRPr/>
            </a:pPr>
            <a:fld id="{A97966BF-D65F-4E28-A407-653B2DF03F01}" type="slidenum">
              <a:rPr lang="en-US" altLang="zh-CN" smtClean="0"/>
              <a:pPr>
                <a:defRPr/>
              </a:pPr>
              <a:t>8</a:t>
            </a:fld>
            <a:endParaRPr lang="en-US" altLang="zh-CN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C5FEBF1-0077-449B-9797-B226E9D057A1}"/>
              </a:ext>
            </a:extLst>
          </p:cNvPr>
          <p:cNvSpPr/>
          <p:nvPr/>
        </p:nvSpPr>
        <p:spPr>
          <a:xfrm>
            <a:off x="76200" y="381000"/>
            <a:ext cx="8991600" cy="382668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lvl="1" indent="-342900" algn="just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altLang="en-US" b="1" kern="0" dirty="0">
                <a:solidFill>
                  <a:srgbClr val="FF0000"/>
                </a:solidFill>
                <a:latin typeface="+mn-lt"/>
                <a:cs typeface="Times New Roman" panose="02020603050405020304" pitchFamily="18" charset="0"/>
              </a:rPr>
              <a:t>Literal: </a:t>
            </a:r>
            <a:r>
              <a:rPr lang="en-US" altLang="en-US" b="1" kern="0" dirty="0">
                <a:solidFill>
                  <a:srgbClr val="000000"/>
                </a:solidFill>
                <a:latin typeface="+mn-lt"/>
                <a:cs typeface="Times New Roman" panose="02020603050405020304" pitchFamily="18" charset="0"/>
              </a:rPr>
              <a:t>a variable (complemented or uncomplemented)</a:t>
            </a:r>
          </a:p>
          <a:p>
            <a:pPr marL="342900" lvl="0" indent="-342900" algn="just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  <a:defRPr/>
            </a:pPr>
            <a:r>
              <a:rPr lang="en-US" b="1" kern="0" dirty="0">
                <a:solidFill>
                  <a:srgbClr val="FF0000"/>
                </a:solidFill>
                <a:latin typeface="+mn-lt"/>
                <a:ea typeface="ＭＳ Ｐゴシック"/>
              </a:rPr>
              <a:t>Implicant: </a:t>
            </a:r>
            <a:r>
              <a:rPr lang="en-US" b="1" kern="0" dirty="0">
                <a:solidFill>
                  <a:srgbClr val="000000"/>
                </a:solidFill>
                <a:latin typeface="+mn-lt"/>
                <a:ea typeface="ＭＳ Ｐゴシック"/>
              </a:rPr>
              <a:t>product term that indicates the input combinations for which the function output is 1</a:t>
            </a:r>
          </a:p>
          <a:p>
            <a:pPr marL="342900" lvl="0" indent="-342900" algn="just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  <a:defRPr/>
            </a:pPr>
            <a:r>
              <a:rPr lang="en-US" b="1" kern="0" dirty="0">
                <a:solidFill>
                  <a:srgbClr val="FF0000"/>
                </a:solidFill>
                <a:latin typeface="+mn-lt"/>
                <a:ea typeface="ＭＳ Ｐゴシック"/>
              </a:rPr>
              <a:t>Prime Implicant: </a:t>
            </a:r>
            <a:r>
              <a:rPr lang="en-US" b="1" kern="0" dirty="0">
                <a:solidFill>
                  <a:srgbClr val="000000"/>
                </a:solidFill>
                <a:latin typeface="+mn-lt"/>
                <a:ea typeface="ＭＳ Ｐゴシック"/>
              </a:rPr>
              <a:t>Implicant that cannot be combined into another implicant with fewer literals</a:t>
            </a:r>
          </a:p>
          <a:p>
            <a:pPr marL="342900" lvl="0" indent="-342900" algn="just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  <a:defRPr/>
            </a:pPr>
            <a:r>
              <a:rPr lang="en-US" b="1" kern="0" dirty="0">
                <a:solidFill>
                  <a:srgbClr val="FF0000"/>
                </a:solidFill>
                <a:latin typeface="+mn-lt"/>
                <a:ea typeface="ＭＳ Ｐゴシック"/>
              </a:rPr>
              <a:t>Essential Prime Implicant: </a:t>
            </a:r>
            <a:r>
              <a:rPr lang="en-US" b="1" kern="0" dirty="0">
                <a:solidFill>
                  <a:srgbClr val="000000"/>
                </a:solidFill>
                <a:latin typeface="+mn-lt"/>
                <a:ea typeface="ＭＳ Ｐゴシック"/>
              </a:rPr>
              <a:t>Prime implicant that includes a </a:t>
            </a:r>
            <a:r>
              <a:rPr lang="en-US" b="1" kern="0" dirty="0" err="1">
                <a:solidFill>
                  <a:srgbClr val="000000"/>
                </a:solidFill>
                <a:latin typeface="+mn-lt"/>
                <a:ea typeface="ＭＳ Ｐゴシック"/>
              </a:rPr>
              <a:t>minterm</a:t>
            </a:r>
            <a:r>
              <a:rPr lang="en-US" b="1" kern="0" dirty="0">
                <a:solidFill>
                  <a:srgbClr val="000000"/>
                </a:solidFill>
                <a:latin typeface="+mn-lt"/>
                <a:ea typeface="ＭＳ Ｐゴシック"/>
              </a:rPr>
              <a:t> not covered by any other prime implicant</a:t>
            </a:r>
          </a:p>
          <a:p>
            <a:pPr marL="342900" lvl="0" indent="-342900" algn="just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  <a:defRPr/>
            </a:pPr>
            <a:r>
              <a:rPr lang="en-US" b="1" kern="0" dirty="0">
                <a:solidFill>
                  <a:srgbClr val="FF0000"/>
                </a:solidFill>
                <a:latin typeface="+mn-lt"/>
                <a:ea typeface="ＭＳ Ｐゴシック"/>
              </a:rPr>
              <a:t>Cover: </a:t>
            </a:r>
            <a:r>
              <a:rPr lang="en-US" b="1" kern="0" dirty="0">
                <a:solidFill>
                  <a:srgbClr val="000000"/>
                </a:solidFill>
                <a:latin typeface="+mn-lt"/>
                <a:ea typeface="ＭＳ Ｐゴシック"/>
              </a:rPr>
              <a:t>Collection of implicants that account for all possible input valuations where output is 1</a:t>
            </a:r>
          </a:p>
        </p:txBody>
      </p:sp>
      <p:grpSp>
        <p:nvGrpSpPr>
          <p:cNvPr id="6" name="Group 163">
            <a:extLst>
              <a:ext uri="{FF2B5EF4-FFF2-40B4-BE49-F238E27FC236}">
                <a16:creationId xmlns:a16="http://schemas.microsoft.com/office/drawing/2014/main" id="{28B1EEBA-541B-4780-A056-C4C3CF0D5CF3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4191000"/>
            <a:ext cx="2820987" cy="1806575"/>
            <a:chOff x="2286000" y="881063"/>
            <a:chExt cx="2820987" cy="1806575"/>
          </a:xfrm>
        </p:grpSpPr>
        <p:sp>
          <p:nvSpPr>
            <p:cNvPr id="7" name="Rectangle 16">
              <a:extLst>
                <a:ext uri="{FF2B5EF4-FFF2-40B4-BE49-F238E27FC236}">
                  <a16:creationId xmlns:a16="http://schemas.microsoft.com/office/drawing/2014/main" id="{72C45818-4FF6-46FF-B4CB-C60C89D80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175" y="1604963"/>
              <a:ext cx="1077912" cy="1082675"/>
            </a:xfrm>
            <a:prstGeom prst="rect">
              <a:avLst/>
            </a:prstGeom>
            <a:noFill/>
            <a:ln w="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" name="Line 17">
              <a:extLst>
                <a:ext uri="{FF2B5EF4-FFF2-40B4-BE49-F238E27FC236}">
                  <a16:creationId xmlns:a16="http://schemas.microsoft.com/office/drawing/2014/main" id="{01992C8D-E9FA-4F40-98DA-2E1E2B736C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24175" y="2146300"/>
              <a:ext cx="1077912" cy="158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" name="Line 18">
              <a:extLst>
                <a:ext uri="{FF2B5EF4-FFF2-40B4-BE49-F238E27FC236}">
                  <a16:creationId xmlns:a16="http://schemas.microsoft.com/office/drawing/2014/main" id="{70430108-5617-4E2F-95D6-6415F748E9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62337" y="1604963"/>
              <a:ext cx="1588" cy="108267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" name="Line 19">
              <a:extLst>
                <a:ext uri="{FF2B5EF4-FFF2-40B4-BE49-F238E27FC236}">
                  <a16:creationId xmlns:a16="http://schemas.microsoft.com/office/drawing/2014/main" id="{6E567F68-F73A-401F-9564-15D6B2D5D3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4425" y="1036638"/>
              <a:ext cx="539750" cy="56832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" name="Rectangle 21">
              <a:extLst>
                <a:ext uri="{FF2B5EF4-FFF2-40B4-BE49-F238E27FC236}">
                  <a16:creationId xmlns:a16="http://schemas.microsoft.com/office/drawing/2014/main" id="{86FF90DE-B175-4B8D-839D-419475680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5" y="881063"/>
              <a:ext cx="1349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" name="Rectangle 22">
              <a:extLst>
                <a:ext uri="{FF2B5EF4-FFF2-40B4-BE49-F238E27FC236}">
                  <a16:creationId xmlns:a16="http://schemas.microsoft.com/office/drawing/2014/main" id="{C8286483-B152-4DC1-88F0-B893DC14A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237" y="1003300"/>
              <a:ext cx="1206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" name="Rectangle 23">
              <a:extLst>
                <a:ext uri="{FF2B5EF4-FFF2-40B4-BE49-F238E27FC236}">
                  <a16:creationId xmlns:a16="http://schemas.microsoft.com/office/drawing/2014/main" id="{124DDB01-3E74-4ED0-9C72-8BF3F3960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475" y="881063"/>
              <a:ext cx="1349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" name="Rectangle 24">
              <a:extLst>
                <a:ext uri="{FF2B5EF4-FFF2-40B4-BE49-F238E27FC236}">
                  <a16:creationId xmlns:a16="http://schemas.microsoft.com/office/drawing/2014/main" id="{E99AD45B-8559-4C76-989D-F6C145548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187" y="1003300"/>
              <a:ext cx="1206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</a:t>
              </a:r>
              <a:endPara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" name="Rectangle 25">
              <a:extLst>
                <a:ext uri="{FF2B5EF4-FFF2-40B4-BE49-F238E27FC236}">
                  <a16:creationId xmlns:a16="http://schemas.microsoft.com/office/drawing/2014/main" id="{C6D4FC59-222A-4581-AD39-C89AB82F0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0" y="1143000"/>
              <a:ext cx="1349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</a:t>
              </a:r>
              <a:endPara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" name="Rectangle 26">
              <a:extLst>
                <a:ext uri="{FF2B5EF4-FFF2-40B4-BE49-F238E27FC236}">
                  <a16:creationId xmlns:a16="http://schemas.microsoft.com/office/drawing/2014/main" id="{4BEA2232-0786-4F1C-A6F1-BDD703C5F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0300" y="1265238"/>
              <a:ext cx="120650" cy="258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" name="Rectangle 27">
              <a:extLst>
                <a:ext uri="{FF2B5EF4-FFF2-40B4-BE49-F238E27FC236}">
                  <a16:creationId xmlns:a16="http://schemas.microsoft.com/office/drawing/2014/main" id="{9EF3DF56-DF0C-4CBF-8DD6-0990B8F7A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2137" y="1752600"/>
              <a:ext cx="134938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" name="Rectangle 28">
              <a:extLst>
                <a:ext uri="{FF2B5EF4-FFF2-40B4-BE49-F238E27FC236}">
                  <a16:creationId xmlns:a16="http://schemas.microsoft.com/office/drawing/2014/main" id="{64E79607-FE2D-46DE-AD2C-16C5835BE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7" y="1752600"/>
              <a:ext cx="136256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" name="Rectangle 29">
              <a:extLst>
                <a:ext uri="{FF2B5EF4-FFF2-40B4-BE49-F238E27FC236}">
                  <a16:creationId xmlns:a16="http://schemas.microsoft.com/office/drawing/2014/main" id="{C1384751-2F67-4CC9-959C-6C59FCA24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2137" y="2300288"/>
              <a:ext cx="134938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0" name="Rectangle 30">
              <a:extLst>
                <a:ext uri="{FF2B5EF4-FFF2-40B4-BE49-F238E27FC236}">
                  <a16:creationId xmlns:a16="http://schemas.microsoft.com/office/drawing/2014/main" id="{D8C2E0A6-A1D3-4BDA-A2F5-81AA300E1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2087" y="1604963"/>
              <a:ext cx="1104900" cy="1082675"/>
            </a:xfrm>
            <a:prstGeom prst="rect">
              <a:avLst/>
            </a:prstGeom>
            <a:noFill/>
            <a:ln w="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" name="Line 31">
              <a:extLst>
                <a:ext uri="{FF2B5EF4-FFF2-40B4-BE49-F238E27FC236}">
                  <a16:creationId xmlns:a16="http://schemas.microsoft.com/office/drawing/2014/main" id="{628B4773-CC5E-40DB-A202-4556757DE4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02087" y="2146300"/>
              <a:ext cx="1104900" cy="158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2" name="Line 32">
              <a:extLst>
                <a:ext uri="{FF2B5EF4-FFF2-40B4-BE49-F238E27FC236}">
                  <a16:creationId xmlns:a16="http://schemas.microsoft.com/office/drawing/2014/main" id="{C80E40BE-8C1C-4734-96D9-A0B3BFA684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67237" y="1604963"/>
              <a:ext cx="1588" cy="108267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" name="Rectangle 33">
              <a:extLst>
                <a:ext uri="{FF2B5EF4-FFF2-40B4-BE49-F238E27FC236}">
                  <a16:creationId xmlns:a16="http://schemas.microsoft.com/office/drawing/2014/main" id="{DD84CCD4-AAFB-4436-911D-848DE3CA3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237" y="2300288"/>
              <a:ext cx="136256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4" name="Rectangle 34">
              <a:extLst>
                <a:ext uri="{FF2B5EF4-FFF2-40B4-BE49-F238E27FC236}">
                  <a16:creationId xmlns:a16="http://schemas.microsoft.com/office/drawing/2014/main" id="{BB67D589-0E1E-4919-8B3F-D1F1D749E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925" y="1752600"/>
              <a:ext cx="1349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" name="Rectangle 35">
              <a:extLst>
                <a:ext uri="{FF2B5EF4-FFF2-40B4-BE49-F238E27FC236}">
                  <a16:creationId xmlns:a16="http://schemas.microsoft.com/office/drawing/2014/main" id="{D6F079E4-2AB6-410B-AC6B-5705F6641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0437" y="1752600"/>
              <a:ext cx="134938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" name="Rectangle 36">
              <a:extLst>
                <a:ext uri="{FF2B5EF4-FFF2-40B4-BE49-F238E27FC236}">
                  <a16:creationId xmlns:a16="http://schemas.microsoft.com/office/drawing/2014/main" id="{24E06ADD-F514-4877-ACC9-A1630ACCC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925" y="2300288"/>
              <a:ext cx="136256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7" name="Rectangle 41">
              <a:extLst>
                <a:ext uri="{FF2B5EF4-FFF2-40B4-BE49-F238E27FC236}">
                  <a16:creationId xmlns:a16="http://schemas.microsoft.com/office/drawing/2014/main" id="{44594F2C-4A37-480C-9A52-18A331DAF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0437" y="2300288"/>
              <a:ext cx="136256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8" name="Rectangle 79">
              <a:extLst>
                <a:ext uri="{FF2B5EF4-FFF2-40B4-BE49-F238E27FC236}">
                  <a16:creationId xmlns:a16="http://schemas.microsoft.com/office/drawing/2014/main" id="{796545EB-6CFE-46AF-912E-E7D58F6C8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4987" y="1295400"/>
              <a:ext cx="26987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" name="Rectangle 80">
              <a:extLst>
                <a:ext uri="{FF2B5EF4-FFF2-40B4-BE49-F238E27FC236}">
                  <a16:creationId xmlns:a16="http://schemas.microsoft.com/office/drawing/2014/main" id="{BF569310-A017-408B-827E-8CE1D5A6F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1087" y="1295400"/>
              <a:ext cx="26987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" name="Rectangle 81">
              <a:extLst>
                <a:ext uri="{FF2B5EF4-FFF2-40B4-BE49-F238E27FC236}">
                  <a16:creationId xmlns:a16="http://schemas.microsoft.com/office/drawing/2014/main" id="{DF8455D3-FC6C-4A1E-A73E-D96497C74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187" y="1295400"/>
              <a:ext cx="26987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" name="Rectangle 82">
              <a:extLst>
                <a:ext uri="{FF2B5EF4-FFF2-40B4-BE49-F238E27FC236}">
                  <a16:creationId xmlns:a16="http://schemas.microsoft.com/office/drawing/2014/main" id="{1E4653DD-8BC8-4D93-806F-6D560C460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3287" y="1295400"/>
              <a:ext cx="26987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2" name="Rectangle 83">
              <a:extLst>
                <a:ext uri="{FF2B5EF4-FFF2-40B4-BE49-F238E27FC236}">
                  <a16:creationId xmlns:a16="http://schemas.microsoft.com/office/drawing/2014/main" id="{A0AB9359-64A3-48FE-A0D6-A822D7694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475" y="1752600"/>
              <a:ext cx="1349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endPara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" name="Rectangle 85">
              <a:extLst>
                <a:ext uri="{FF2B5EF4-FFF2-40B4-BE49-F238E27FC236}">
                  <a16:creationId xmlns:a16="http://schemas.microsoft.com/office/drawing/2014/main" id="{4FB2DD9F-BF0A-485F-945E-5B75BD06E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4775" y="2300288"/>
              <a:ext cx="1349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4" name="Rounded Rectangle 191">
            <a:extLst>
              <a:ext uri="{FF2B5EF4-FFF2-40B4-BE49-F238E27FC236}">
                <a16:creationId xmlns:a16="http://schemas.microsoft.com/office/drawing/2014/main" id="{D2034308-8AA9-4D00-9C04-2E560BFE847D}"/>
              </a:ext>
            </a:extLst>
          </p:cNvPr>
          <p:cNvSpPr/>
          <p:nvPr/>
        </p:nvSpPr>
        <p:spPr bwMode="auto">
          <a:xfrm>
            <a:off x="2320925" y="4914900"/>
            <a:ext cx="1090612" cy="1082675"/>
          </a:xfrm>
          <a:prstGeom prst="roundRect">
            <a:avLst/>
          </a:prstGeom>
          <a:noFill/>
          <a:ln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35" name="Rounded Rectangle 33">
            <a:extLst>
              <a:ext uri="{FF2B5EF4-FFF2-40B4-BE49-F238E27FC236}">
                <a16:creationId xmlns:a16="http://schemas.microsoft.com/office/drawing/2014/main" id="{94A44594-B2BC-4687-A62C-76FBC6A38682}"/>
              </a:ext>
            </a:extLst>
          </p:cNvPr>
          <p:cNvSpPr/>
          <p:nvPr/>
        </p:nvSpPr>
        <p:spPr bwMode="auto">
          <a:xfrm>
            <a:off x="2975197" y="4952205"/>
            <a:ext cx="996950" cy="423863"/>
          </a:xfrm>
          <a:prstGeom prst="roundRect">
            <a:avLst/>
          </a:prstGeom>
          <a:noFill/>
          <a:ln>
            <a:solidFill>
              <a:srgbClr val="FF0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36" name="Rounded Rectangle 33">
            <a:extLst>
              <a:ext uri="{FF2B5EF4-FFF2-40B4-BE49-F238E27FC236}">
                <a16:creationId xmlns:a16="http://schemas.microsoft.com/office/drawing/2014/main" id="{F76B512D-9B3E-4CE1-B3EB-561021EB9267}"/>
              </a:ext>
            </a:extLst>
          </p:cNvPr>
          <p:cNvSpPr/>
          <p:nvPr/>
        </p:nvSpPr>
        <p:spPr bwMode="auto">
          <a:xfrm>
            <a:off x="1817692" y="5515768"/>
            <a:ext cx="996950" cy="423863"/>
          </a:xfrm>
          <a:prstGeom prst="roundRect">
            <a:avLst/>
          </a:prstGeom>
          <a:noFill/>
          <a:ln>
            <a:solidFill>
              <a:srgbClr val="FF0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2D9D9131-9996-4B47-A607-03D23154ECA7}"/>
                  </a:ext>
                </a:extLst>
              </p:cNvPr>
              <p:cNvSpPr txBox="1"/>
              <p:nvPr/>
            </p:nvSpPr>
            <p:spPr>
              <a:xfrm>
                <a:off x="4416428" y="4800600"/>
                <a:ext cx="3813172" cy="43088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sz="2800" b="0" i="1" smtClean="0"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US" sz="2800" i="1" smtClean="0"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sz="28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2800" b="0" i="1" smtClean="0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US" sz="2800" b="0" i="1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US" sz="2800" b="0" i="1" smtClean="0">
                        <a:latin typeface="Cambria Math" panose="02040503050406030204" pitchFamily="18" charset="0"/>
                      </a:rPr>
                      <m:t>+</m:t>
                    </m:r>
                    <m:sSub>
                      <m:sSubPr>
                        <m:ctrlPr>
                          <a:rPr lang="en-US" sz="28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2800" b="0" i="1" smtClean="0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US" sz="2800" b="0" i="1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2800" b="0" i="1" smtClean="0">
                        <a:latin typeface="Cambria Math" panose="02040503050406030204" pitchFamily="18" charset="0"/>
                      </a:rPr>
                      <m:t> </m:t>
                    </m:r>
                    <m:acc>
                      <m:accPr>
                        <m:chr m:val="̅"/>
                        <m:ctrlPr>
                          <a:rPr lang="en-US" sz="2800" b="0" i="1" smtClean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sSub>
                          <m:sSubPr>
                            <m:ctrlPr>
                              <a:rPr lang="en-US" sz="28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2800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US" sz="2800" b="0" i="1" smtClean="0"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e>
                    </m:acc>
                    <m:r>
                      <a:rPr lang="en-US" sz="2800" b="0" i="1" smtClean="0">
                        <a:latin typeface="Cambria Math" panose="02040503050406030204" pitchFamily="18" charset="0"/>
                      </a:rPr>
                      <m:t>+ </m:t>
                    </m:r>
                    <m:sSub>
                      <m:sSubPr>
                        <m:ctrlPr>
                          <a:rPr lang="en-US" sz="28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acc>
                          <m:accPr>
                            <m:chr m:val="̅"/>
                            <m:ctrlPr>
                              <a:rPr lang="en-US" sz="2800" b="0" i="1" smtClean="0"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sz="2800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acc>
                      </m:e>
                      <m:sub>
                        <m:r>
                          <a:rPr lang="en-US" sz="2800" b="0" i="1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sSubPr>
                        <m:ctrlPr>
                          <a:rPr lang="en-US" sz="28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2800" b="0" i="1" smtClean="0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US" sz="2800" b="0" i="1" smtClean="0"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lang="en-US" sz="2800" dirty="0"/>
                  <a:t> </a:t>
                </a: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2D9D9131-9996-4B47-A607-03D23154EC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6428" y="4800600"/>
                <a:ext cx="3813172" cy="430887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9466567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TextBox 125">
            <a:extLst>
              <a:ext uri="{FF2B5EF4-FFF2-40B4-BE49-F238E27FC236}">
                <a16:creationId xmlns:a16="http://schemas.microsoft.com/office/drawing/2014/main" id="{2F8FB39A-D6C2-46DC-9A57-132EF99A29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56388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2.61 from the textbook ]</a:t>
            </a:r>
          </a:p>
        </p:txBody>
      </p:sp>
      <p:sp>
        <p:nvSpPr>
          <p:cNvPr id="88" name="Title 1">
            <a:extLst>
              <a:ext uri="{FF2B5EF4-FFF2-40B4-BE49-F238E27FC236}">
                <a16:creationId xmlns:a16="http://schemas.microsoft.com/office/drawing/2014/main" id="{FC1ECE8F-CC53-1A47-85A3-39D890D37067}"/>
              </a:ext>
            </a:extLst>
          </p:cNvPr>
          <p:cNvSpPr txBox="1">
            <a:spLocks/>
          </p:cNvSpPr>
          <p:nvPr/>
        </p:nvSpPr>
        <p:spPr>
          <a:xfrm>
            <a:off x="0" y="76200"/>
            <a:ext cx="9144000" cy="685800"/>
          </a:xfrm>
          <a:prstGeom prst="rect">
            <a:avLst/>
          </a:prstGeom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POS minimization of  f ( x</a:t>
            </a:r>
            <a:r>
              <a:rPr kumimoji="0" lang="en-US" altLang="en-US" sz="24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,…, x</a:t>
            </a:r>
            <a:r>
              <a:rPr kumimoji="0" lang="en-US" altLang="en-US" sz="24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) =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∏ 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M(0, 1, 4, 8, 9, 12, 15)</a:t>
            </a:r>
          </a:p>
        </p:txBody>
      </p:sp>
      <p:graphicFrame>
        <p:nvGraphicFramePr>
          <p:cNvPr id="90" name="Table 89">
            <a:extLst>
              <a:ext uri="{FF2B5EF4-FFF2-40B4-BE49-F238E27FC236}">
                <a16:creationId xmlns:a16="http://schemas.microsoft.com/office/drawing/2014/main" id="{0DD9DB21-BCED-4F61-BBAD-F400E9A289B3}"/>
              </a:ext>
            </a:extLst>
          </p:cNvPr>
          <p:cNvGraphicFramePr>
            <a:graphicFrameLocks noGrp="1"/>
          </p:cNvGraphicFramePr>
          <p:nvPr/>
        </p:nvGraphicFramePr>
        <p:xfrm>
          <a:off x="4724400" y="1327764"/>
          <a:ext cx="3124200" cy="286323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81050">
                  <a:extLst>
                    <a:ext uri="{9D8B030D-6E8A-4147-A177-3AD203B41FA5}">
                      <a16:colId xmlns:a16="http://schemas.microsoft.com/office/drawing/2014/main" val="3660233607"/>
                    </a:ext>
                  </a:extLst>
                </a:gridCol>
                <a:gridCol w="781050">
                  <a:extLst>
                    <a:ext uri="{9D8B030D-6E8A-4147-A177-3AD203B41FA5}">
                      <a16:colId xmlns:a16="http://schemas.microsoft.com/office/drawing/2014/main" val="2393925010"/>
                    </a:ext>
                  </a:extLst>
                </a:gridCol>
                <a:gridCol w="781050">
                  <a:extLst>
                    <a:ext uri="{9D8B030D-6E8A-4147-A177-3AD203B41FA5}">
                      <a16:colId xmlns:a16="http://schemas.microsoft.com/office/drawing/2014/main" val="2657909868"/>
                    </a:ext>
                  </a:extLst>
                </a:gridCol>
                <a:gridCol w="781050">
                  <a:extLst>
                    <a:ext uri="{9D8B030D-6E8A-4147-A177-3AD203B41FA5}">
                      <a16:colId xmlns:a16="http://schemas.microsoft.com/office/drawing/2014/main" val="536899556"/>
                    </a:ext>
                  </a:extLst>
                </a:gridCol>
              </a:tblGrid>
              <a:tr h="715809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1623412"/>
                  </a:ext>
                </a:extLst>
              </a:tr>
              <a:tr h="715809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09862621"/>
                  </a:ext>
                </a:extLst>
              </a:tr>
              <a:tr h="715809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82530139"/>
                  </a:ext>
                </a:extLst>
              </a:tr>
              <a:tr h="715809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39361204"/>
                  </a:ext>
                </a:extLst>
              </a:tr>
            </a:tbl>
          </a:graphicData>
        </a:graphic>
      </p:graphicFrame>
      <p:sp>
        <p:nvSpPr>
          <p:cNvPr id="91" name="Line 6">
            <a:extLst>
              <a:ext uri="{FF2B5EF4-FFF2-40B4-BE49-F238E27FC236}">
                <a16:creationId xmlns:a16="http://schemas.microsoft.com/office/drawing/2014/main" id="{012BD942-BD1B-40AF-BA23-136D5915CDA8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4487" y="757851"/>
            <a:ext cx="569913" cy="569913"/>
          </a:xfrm>
          <a:prstGeom prst="line">
            <a:avLst/>
          </a:prstGeom>
          <a:noFill/>
          <a:ln w="254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2" name="Rectangle 49">
            <a:extLst>
              <a:ext uri="{FF2B5EF4-FFF2-40B4-BE49-F238E27FC236}">
                <a16:creationId xmlns:a16="http://schemas.microsoft.com/office/drawing/2014/main" id="{E02637D7-C795-4F53-9CB0-2797866FF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0975" y="565764"/>
            <a:ext cx="61234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2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2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 </a:t>
            </a:r>
            <a:endParaRPr kumimoji="0" lang="en-US" altLang="en-US" sz="2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07A08640-A8AA-4C28-B918-F30FF72823E7}"/>
              </a:ext>
            </a:extLst>
          </p:cNvPr>
          <p:cNvSpPr txBox="1"/>
          <p:nvPr/>
        </p:nvSpPr>
        <p:spPr>
          <a:xfrm>
            <a:off x="4875341" y="931568"/>
            <a:ext cx="29732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00       01      11       10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102E3228-C7AA-491C-90F5-80C63867EC75}"/>
              </a:ext>
            </a:extLst>
          </p:cNvPr>
          <p:cNvSpPr txBox="1"/>
          <p:nvPr/>
        </p:nvSpPr>
        <p:spPr>
          <a:xfrm>
            <a:off x="4183319" y="1483026"/>
            <a:ext cx="569913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10</a:t>
            </a:r>
          </a:p>
        </p:txBody>
      </p:sp>
      <p:sp>
        <p:nvSpPr>
          <p:cNvPr id="97" name="Rectangle 49">
            <a:extLst>
              <a:ext uri="{FF2B5EF4-FFF2-40B4-BE49-F238E27FC236}">
                <a16:creationId xmlns:a16="http://schemas.microsoft.com/office/drawing/2014/main" id="{3936F7D4-4A1C-4E47-8D36-E2CD227F77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7309" y="768859"/>
            <a:ext cx="61234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2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2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 </a:t>
            </a:r>
            <a:endParaRPr kumimoji="0" lang="en-US" altLang="en-US" sz="2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CB913D2E-743C-409A-8160-A2352B1DE17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6200" y="2899396"/>
            <a:ext cx="3938670" cy="3882404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05DD9916-D49B-4252-835F-1E8CF56D96CD}"/>
                  </a:ext>
                </a:extLst>
              </p14:cNvPr>
              <p14:cNvContentPartPr/>
              <p14:nvPr/>
            </p14:nvContentPartPr>
            <p14:xfrm>
              <a:off x="4461840" y="663120"/>
              <a:ext cx="4567320" cy="39790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05DD9916-D49B-4252-835F-1E8CF56D96CD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452480" y="653760"/>
                <a:ext cx="4586040" cy="399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C85370FF-84B5-4592-802D-B084E8EAC9B5}"/>
                  </a:ext>
                </a:extLst>
              </p14:cNvPr>
              <p14:cNvContentPartPr/>
              <p14:nvPr/>
            </p14:nvContentPartPr>
            <p14:xfrm>
              <a:off x="4375680" y="5283861"/>
              <a:ext cx="142200" cy="1339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C85370FF-84B5-4592-802D-B084E8EAC9B5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367040" y="5275198"/>
                <a:ext cx="159840" cy="1516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237B012-7503-4AC3-9AB5-93A3114E5D45}"/>
                  </a:ext>
                </a:extLst>
              </p14:cNvPr>
              <p14:cNvContentPartPr/>
              <p14:nvPr/>
            </p14:nvContentPartPr>
            <p14:xfrm>
              <a:off x="3962400" y="5031141"/>
              <a:ext cx="243000" cy="5713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237B012-7503-4AC3-9AB5-93A3114E5D45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3953400" y="5022501"/>
                <a:ext cx="260640" cy="58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D9777F6-E503-4AEC-AFC6-66D0C8472DE6}"/>
                  </a:ext>
                </a:extLst>
              </p14:cNvPr>
              <p14:cNvContentPartPr/>
              <p14:nvPr/>
            </p14:nvContentPartPr>
            <p14:xfrm>
              <a:off x="5841240" y="5265861"/>
              <a:ext cx="360" cy="46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D9777F6-E503-4AEC-AFC6-66D0C8472DE6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5832240" y="5256861"/>
                <a:ext cx="18000" cy="2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192F6004-0F6C-4883-816D-3A52D7D08C47}"/>
                  </a:ext>
                </a:extLst>
              </p14:cNvPr>
              <p14:cNvContentPartPr/>
              <p14:nvPr/>
            </p14:nvContentPartPr>
            <p14:xfrm>
              <a:off x="5338320" y="5080101"/>
              <a:ext cx="416520" cy="3304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192F6004-0F6C-4883-816D-3A52D7D08C47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5329680" y="5071461"/>
                <a:ext cx="434160" cy="34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3B482D0-D871-4324-82E9-C28058B84239}"/>
                  </a:ext>
                </a:extLst>
              </p14:cNvPr>
              <p14:cNvContentPartPr/>
              <p14:nvPr/>
            </p14:nvContentPartPr>
            <p14:xfrm>
              <a:off x="4625880" y="5071461"/>
              <a:ext cx="642600" cy="3978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3B482D0-D871-4324-82E9-C28058B84239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4616880" y="5062461"/>
                <a:ext cx="660240" cy="41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54FDF98-9960-4AEA-BD87-04870F08A623}"/>
                  </a:ext>
                </a:extLst>
              </p14:cNvPr>
              <p14:cNvContentPartPr/>
              <p14:nvPr/>
            </p14:nvContentPartPr>
            <p14:xfrm>
              <a:off x="7220040" y="5135181"/>
              <a:ext cx="360" cy="3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54FDF98-9960-4AEA-BD87-04870F08A623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7211040" y="5126541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84A1335-CE1B-4F07-BBA8-D869D2D55753}"/>
                  </a:ext>
                </a:extLst>
              </p14:cNvPr>
              <p14:cNvContentPartPr/>
              <p14:nvPr/>
            </p14:nvContentPartPr>
            <p14:xfrm>
              <a:off x="6711360" y="4978941"/>
              <a:ext cx="403200" cy="3423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84A1335-CE1B-4F07-BBA8-D869D2D55753}"/>
                  </a:ext>
                </a:extLst>
              </p:cNvPr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6702360" y="4970301"/>
                <a:ext cx="420840" cy="36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563E4F2D-DBB6-4B6F-A332-3D06689FC333}"/>
                  </a:ext>
                </a:extLst>
              </p14:cNvPr>
              <p14:cNvContentPartPr/>
              <p14:nvPr/>
            </p14:nvContentPartPr>
            <p14:xfrm>
              <a:off x="5960400" y="5056701"/>
              <a:ext cx="661680" cy="3121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563E4F2D-DBB6-4B6F-A332-3D06689FC333}"/>
                  </a:ext>
                </a:extLst>
              </p:cNvPr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5951755" y="5048051"/>
                <a:ext cx="679330" cy="3297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5F801E80-A80F-402D-AA6B-E0A369BBD778}"/>
                  </a:ext>
                </a:extLst>
              </p14:cNvPr>
              <p14:cNvContentPartPr/>
              <p14:nvPr/>
            </p14:nvContentPartPr>
            <p14:xfrm>
              <a:off x="7294560" y="4899381"/>
              <a:ext cx="786240" cy="3448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5F801E80-A80F-402D-AA6B-E0A369BBD778}"/>
                  </a:ext>
                </a:extLst>
              </p:cNvPr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7285560" y="4890741"/>
                <a:ext cx="80388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F6337D8B-D1D3-42DC-B18A-23100D1115CA}"/>
                  </a:ext>
                </a:extLst>
              </p14:cNvPr>
              <p14:cNvContentPartPr/>
              <p14:nvPr/>
            </p14:nvContentPartPr>
            <p14:xfrm>
              <a:off x="8145727" y="4698141"/>
              <a:ext cx="826920" cy="4471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F6337D8B-D1D3-42DC-B18A-23100D1115CA}"/>
                  </a:ext>
                </a:extLst>
              </p:cNvPr>
              <p:cNvPicPr/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8136727" y="4689148"/>
                <a:ext cx="844560" cy="464746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075067573"/>
      </p:ext>
    </p:extLst>
  </p:cSld>
  <p:clrMapOvr>
    <a:masterClrMapping/>
  </p:clrMapOvr>
  <p:transition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TextBox 125">
            <a:extLst>
              <a:ext uri="{FF2B5EF4-FFF2-40B4-BE49-F238E27FC236}">
                <a16:creationId xmlns:a16="http://schemas.microsoft.com/office/drawing/2014/main" id="{2F8FB39A-D6C2-46DC-9A57-132EF99A29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56388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2.61 from the textbook ]</a:t>
            </a:r>
          </a:p>
        </p:txBody>
      </p:sp>
      <p:sp>
        <p:nvSpPr>
          <p:cNvPr id="88" name="Title 1">
            <a:extLst>
              <a:ext uri="{FF2B5EF4-FFF2-40B4-BE49-F238E27FC236}">
                <a16:creationId xmlns:a16="http://schemas.microsoft.com/office/drawing/2014/main" id="{FC1ECE8F-CC53-1A47-85A3-39D890D37067}"/>
              </a:ext>
            </a:extLst>
          </p:cNvPr>
          <p:cNvSpPr txBox="1">
            <a:spLocks/>
          </p:cNvSpPr>
          <p:nvPr/>
        </p:nvSpPr>
        <p:spPr>
          <a:xfrm>
            <a:off x="0" y="76200"/>
            <a:ext cx="9144000" cy="685800"/>
          </a:xfrm>
          <a:prstGeom prst="rect">
            <a:avLst/>
          </a:prstGeom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SOP minimization of  f ( x</a:t>
            </a:r>
            <a:r>
              <a:rPr kumimoji="0" lang="en-US" altLang="en-US" sz="24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,…, x</a:t>
            </a:r>
            <a:r>
              <a:rPr kumimoji="0" lang="en-US" altLang="en-US" sz="24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) =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∏ 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M(0, 1, 4, 8, 9, 12, 15)</a:t>
            </a:r>
          </a:p>
        </p:txBody>
      </p:sp>
      <p:graphicFrame>
        <p:nvGraphicFramePr>
          <p:cNvPr id="90" name="Table 89">
            <a:extLst>
              <a:ext uri="{FF2B5EF4-FFF2-40B4-BE49-F238E27FC236}">
                <a16:creationId xmlns:a16="http://schemas.microsoft.com/office/drawing/2014/main" id="{0DD9DB21-BCED-4F61-BBAD-F400E9A289B3}"/>
              </a:ext>
            </a:extLst>
          </p:cNvPr>
          <p:cNvGraphicFramePr>
            <a:graphicFrameLocks noGrp="1"/>
          </p:cNvGraphicFramePr>
          <p:nvPr/>
        </p:nvGraphicFramePr>
        <p:xfrm>
          <a:off x="4724400" y="1327764"/>
          <a:ext cx="3124200" cy="286323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81050">
                  <a:extLst>
                    <a:ext uri="{9D8B030D-6E8A-4147-A177-3AD203B41FA5}">
                      <a16:colId xmlns:a16="http://schemas.microsoft.com/office/drawing/2014/main" val="3660233607"/>
                    </a:ext>
                  </a:extLst>
                </a:gridCol>
                <a:gridCol w="781050">
                  <a:extLst>
                    <a:ext uri="{9D8B030D-6E8A-4147-A177-3AD203B41FA5}">
                      <a16:colId xmlns:a16="http://schemas.microsoft.com/office/drawing/2014/main" val="2393925010"/>
                    </a:ext>
                  </a:extLst>
                </a:gridCol>
                <a:gridCol w="781050">
                  <a:extLst>
                    <a:ext uri="{9D8B030D-6E8A-4147-A177-3AD203B41FA5}">
                      <a16:colId xmlns:a16="http://schemas.microsoft.com/office/drawing/2014/main" val="2657909868"/>
                    </a:ext>
                  </a:extLst>
                </a:gridCol>
                <a:gridCol w="781050">
                  <a:extLst>
                    <a:ext uri="{9D8B030D-6E8A-4147-A177-3AD203B41FA5}">
                      <a16:colId xmlns:a16="http://schemas.microsoft.com/office/drawing/2014/main" val="536899556"/>
                    </a:ext>
                  </a:extLst>
                </a:gridCol>
              </a:tblGrid>
              <a:tr h="715809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1623412"/>
                  </a:ext>
                </a:extLst>
              </a:tr>
              <a:tr h="715809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09862621"/>
                  </a:ext>
                </a:extLst>
              </a:tr>
              <a:tr h="715809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82530139"/>
                  </a:ext>
                </a:extLst>
              </a:tr>
              <a:tr h="715809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39361204"/>
                  </a:ext>
                </a:extLst>
              </a:tr>
            </a:tbl>
          </a:graphicData>
        </a:graphic>
      </p:graphicFrame>
      <p:sp>
        <p:nvSpPr>
          <p:cNvPr id="91" name="Line 6">
            <a:extLst>
              <a:ext uri="{FF2B5EF4-FFF2-40B4-BE49-F238E27FC236}">
                <a16:creationId xmlns:a16="http://schemas.microsoft.com/office/drawing/2014/main" id="{012BD942-BD1B-40AF-BA23-136D5915CDA8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4487" y="757851"/>
            <a:ext cx="569913" cy="569913"/>
          </a:xfrm>
          <a:prstGeom prst="line">
            <a:avLst/>
          </a:prstGeom>
          <a:noFill/>
          <a:ln w="254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2" name="Rectangle 49">
            <a:extLst>
              <a:ext uri="{FF2B5EF4-FFF2-40B4-BE49-F238E27FC236}">
                <a16:creationId xmlns:a16="http://schemas.microsoft.com/office/drawing/2014/main" id="{E02637D7-C795-4F53-9CB0-2797866FF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0975" y="565764"/>
            <a:ext cx="61234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2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2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 </a:t>
            </a:r>
            <a:endParaRPr kumimoji="0" lang="en-US" altLang="en-US" sz="2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07A08640-A8AA-4C28-B918-F30FF72823E7}"/>
              </a:ext>
            </a:extLst>
          </p:cNvPr>
          <p:cNvSpPr txBox="1"/>
          <p:nvPr/>
        </p:nvSpPr>
        <p:spPr>
          <a:xfrm>
            <a:off x="4875341" y="931568"/>
            <a:ext cx="29732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00       01      11       10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102E3228-C7AA-491C-90F5-80C63867EC75}"/>
              </a:ext>
            </a:extLst>
          </p:cNvPr>
          <p:cNvSpPr txBox="1"/>
          <p:nvPr/>
        </p:nvSpPr>
        <p:spPr>
          <a:xfrm>
            <a:off x="4183319" y="1483026"/>
            <a:ext cx="569913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10</a:t>
            </a:r>
          </a:p>
        </p:txBody>
      </p:sp>
      <p:sp>
        <p:nvSpPr>
          <p:cNvPr id="97" name="Rectangle 49">
            <a:extLst>
              <a:ext uri="{FF2B5EF4-FFF2-40B4-BE49-F238E27FC236}">
                <a16:creationId xmlns:a16="http://schemas.microsoft.com/office/drawing/2014/main" id="{3936F7D4-4A1C-4E47-8D36-E2CD227F77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7309" y="768859"/>
            <a:ext cx="61234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2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2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 </a:t>
            </a:r>
            <a:endParaRPr kumimoji="0" lang="en-US" altLang="en-US" sz="2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CB913D2E-743C-409A-8160-A2352B1DE17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6200" y="2899396"/>
            <a:ext cx="3938670" cy="3882404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05DD9916-D49B-4252-835F-1E8CF56D96CD}"/>
                  </a:ext>
                </a:extLst>
              </p14:cNvPr>
              <p14:cNvContentPartPr/>
              <p14:nvPr/>
            </p14:nvContentPartPr>
            <p14:xfrm>
              <a:off x="5005080" y="1614600"/>
              <a:ext cx="2476800" cy="2337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05DD9916-D49B-4252-835F-1E8CF56D96CD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452480" y="653760"/>
                <a:ext cx="4586040" cy="399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D005583C-B401-4203-9E56-51F20438EB8E}"/>
                  </a:ext>
                </a:extLst>
              </p14:cNvPr>
              <p14:cNvContentPartPr/>
              <p14:nvPr/>
            </p14:nvContentPartPr>
            <p14:xfrm>
              <a:off x="6493807" y="2299461"/>
              <a:ext cx="1017720" cy="9529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D005583C-B401-4203-9E56-51F20438EB8E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6484807" y="2290821"/>
                <a:ext cx="1035360" cy="9705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TextBox 125">
            <a:extLst>
              <a:ext uri="{FF2B5EF4-FFF2-40B4-BE49-F238E27FC236}">
                <a16:creationId xmlns:a16="http://schemas.microsoft.com/office/drawing/2014/main" id="{2F8FB39A-D6C2-46DC-9A57-132EF99A29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56388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2.61 from the textbook ]</a:t>
            </a:r>
          </a:p>
        </p:txBody>
      </p:sp>
      <p:sp>
        <p:nvSpPr>
          <p:cNvPr id="88" name="Title 1">
            <a:extLst>
              <a:ext uri="{FF2B5EF4-FFF2-40B4-BE49-F238E27FC236}">
                <a16:creationId xmlns:a16="http://schemas.microsoft.com/office/drawing/2014/main" id="{FC1ECE8F-CC53-1A47-85A3-39D890D37067}"/>
              </a:ext>
            </a:extLst>
          </p:cNvPr>
          <p:cNvSpPr txBox="1">
            <a:spLocks/>
          </p:cNvSpPr>
          <p:nvPr/>
        </p:nvSpPr>
        <p:spPr>
          <a:xfrm>
            <a:off x="0" y="76200"/>
            <a:ext cx="9144000" cy="685800"/>
          </a:xfrm>
          <a:prstGeom prst="rect">
            <a:avLst/>
          </a:prstGeom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SOP minimization of  f ( x</a:t>
            </a:r>
            <a:r>
              <a:rPr kumimoji="0" lang="en-US" altLang="en-US" sz="24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,…, x</a:t>
            </a:r>
            <a:r>
              <a:rPr kumimoji="0" lang="en-US" altLang="en-US" sz="24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) =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∏ 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M(0, 1, 4, 8, 9, 12, 15)</a:t>
            </a:r>
          </a:p>
        </p:txBody>
      </p:sp>
      <p:graphicFrame>
        <p:nvGraphicFramePr>
          <p:cNvPr id="90" name="Table 89">
            <a:extLst>
              <a:ext uri="{FF2B5EF4-FFF2-40B4-BE49-F238E27FC236}">
                <a16:creationId xmlns:a16="http://schemas.microsoft.com/office/drawing/2014/main" id="{0DD9DB21-BCED-4F61-BBAD-F400E9A289B3}"/>
              </a:ext>
            </a:extLst>
          </p:cNvPr>
          <p:cNvGraphicFramePr>
            <a:graphicFrameLocks noGrp="1"/>
          </p:cNvGraphicFramePr>
          <p:nvPr/>
        </p:nvGraphicFramePr>
        <p:xfrm>
          <a:off x="4724400" y="1327764"/>
          <a:ext cx="3124200" cy="286323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81050">
                  <a:extLst>
                    <a:ext uri="{9D8B030D-6E8A-4147-A177-3AD203B41FA5}">
                      <a16:colId xmlns:a16="http://schemas.microsoft.com/office/drawing/2014/main" val="3660233607"/>
                    </a:ext>
                  </a:extLst>
                </a:gridCol>
                <a:gridCol w="781050">
                  <a:extLst>
                    <a:ext uri="{9D8B030D-6E8A-4147-A177-3AD203B41FA5}">
                      <a16:colId xmlns:a16="http://schemas.microsoft.com/office/drawing/2014/main" val="2393925010"/>
                    </a:ext>
                  </a:extLst>
                </a:gridCol>
                <a:gridCol w="781050">
                  <a:extLst>
                    <a:ext uri="{9D8B030D-6E8A-4147-A177-3AD203B41FA5}">
                      <a16:colId xmlns:a16="http://schemas.microsoft.com/office/drawing/2014/main" val="2657909868"/>
                    </a:ext>
                  </a:extLst>
                </a:gridCol>
                <a:gridCol w="781050">
                  <a:extLst>
                    <a:ext uri="{9D8B030D-6E8A-4147-A177-3AD203B41FA5}">
                      <a16:colId xmlns:a16="http://schemas.microsoft.com/office/drawing/2014/main" val="536899556"/>
                    </a:ext>
                  </a:extLst>
                </a:gridCol>
              </a:tblGrid>
              <a:tr h="715809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1623412"/>
                  </a:ext>
                </a:extLst>
              </a:tr>
              <a:tr h="715809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09862621"/>
                  </a:ext>
                </a:extLst>
              </a:tr>
              <a:tr h="715809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82530139"/>
                  </a:ext>
                </a:extLst>
              </a:tr>
              <a:tr h="715809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39361204"/>
                  </a:ext>
                </a:extLst>
              </a:tr>
            </a:tbl>
          </a:graphicData>
        </a:graphic>
      </p:graphicFrame>
      <p:sp>
        <p:nvSpPr>
          <p:cNvPr id="91" name="Line 6">
            <a:extLst>
              <a:ext uri="{FF2B5EF4-FFF2-40B4-BE49-F238E27FC236}">
                <a16:creationId xmlns:a16="http://schemas.microsoft.com/office/drawing/2014/main" id="{012BD942-BD1B-40AF-BA23-136D5915CDA8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4487" y="757851"/>
            <a:ext cx="569913" cy="569913"/>
          </a:xfrm>
          <a:prstGeom prst="line">
            <a:avLst/>
          </a:prstGeom>
          <a:noFill/>
          <a:ln w="254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2" name="Rectangle 49">
            <a:extLst>
              <a:ext uri="{FF2B5EF4-FFF2-40B4-BE49-F238E27FC236}">
                <a16:creationId xmlns:a16="http://schemas.microsoft.com/office/drawing/2014/main" id="{E02637D7-C795-4F53-9CB0-2797866FF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0975" y="565764"/>
            <a:ext cx="61234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2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2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 </a:t>
            </a:r>
            <a:endParaRPr kumimoji="0" lang="en-US" altLang="en-US" sz="2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07A08640-A8AA-4C28-B918-F30FF72823E7}"/>
              </a:ext>
            </a:extLst>
          </p:cNvPr>
          <p:cNvSpPr txBox="1"/>
          <p:nvPr/>
        </p:nvSpPr>
        <p:spPr>
          <a:xfrm>
            <a:off x="4875341" y="931568"/>
            <a:ext cx="29732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00       01      11       10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102E3228-C7AA-491C-90F5-80C63867EC75}"/>
              </a:ext>
            </a:extLst>
          </p:cNvPr>
          <p:cNvSpPr txBox="1"/>
          <p:nvPr/>
        </p:nvSpPr>
        <p:spPr>
          <a:xfrm>
            <a:off x="4183319" y="1483026"/>
            <a:ext cx="569913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10</a:t>
            </a:r>
          </a:p>
        </p:txBody>
      </p:sp>
      <p:sp>
        <p:nvSpPr>
          <p:cNvPr id="97" name="Rectangle 49">
            <a:extLst>
              <a:ext uri="{FF2B5EF4-FFF2-40B4-BE49-F238E27FC236}">
                <a16:creationId xmlns:a16="http://schemas.microsoft.com/office/drawing/2014/main" id="{3936F7D4-4A1C-4E47-8D36-E2CD227F77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7309" y="768859"/>
            <a:ext cx="61234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2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2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 </a:t>
            </a:r>
            <a:endParaRPr kumimoji="0" lang="en-US" altLang="en-US" sz="2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CB913D2E-743C-409A-8160-A2352B1DE17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6200" y="2899396"/>
            <a:ext cx="3938670" cy="3882404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05DD9916-D49B-4252-835F-1E8CF56D96CD}"/>
                  </a:ext>
                </a:extLst>
              </p14:cNvPr>
              <p14:cNvContentPartPr/>
              <p14:nvPr/>
            </p14:nvContentPartPr>
            <p14:xfrm>
              <a:off x="5005080" y="1614600"/>
              <a:ext cx="2476800" cy="2337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05DD9916-D49B-4252-835F-1E8CF56D96CD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452480" y="653760"/>
                <a:ext cx="4586040" cy="399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D005583C-B401-4203-9E56-51F20438EB8E}"/>
                  </a:ext>
                </a:extLst>
              </p14:cNvPr>
              <p14:cNvContentPartPr/>
              <p14:nvPr/>
            </p14:nvContentPartPr>
            <p14:xfrm>
              <a:off x="3455407" y="1277061"/>
              <a:ext cx="5587200" cy="37346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D005583C-B401-4203-9E56-51F20438EB8E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3446767" y="1268061"/>
                <a:ext cx="5604840" cy="375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634CD392-D741-4767-99BC-15B2DA9EBB9D}"/>
                  </a:ext>
                </a:extLst>
              </p14:cNvPr>
              <p14:cNvContentPartPr/>
              <p14:nvPr/>
            </p14:nvContentPartPr>
            <p14:xfrm>
              <a:off x="4472407" y="5423181"/>
              <a:ext cx="4071240" cy="54216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634CD392-D741-4767-99BC-15B2DA9EBB9D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4463407" y="5414541"/>
                <a:ext cx="4088880" cy="559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566145990"/>
      </p:ext>
    </p:extLst>
  </p:cSld>
  <p:clrMapOvr>
    <a:masterClrMapping/>
  </p:clrMapOvr>
  <p:transition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79AD8D09-6FC1-A345-A08A-A316849726F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-965" y="76200"/>
            <a:ext cx="9144000" cy="5334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Example:  Incompletely Specified Function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1311B815-678D-49F5-954F-E79C5AAA268F}"/>
                  </a:ext>
                </a:extLst>
              </p14:cNvPr>
              <p14:cNvContentPartPr/>
              <p14:nvPr/>
            </p14:nvContentPartPr>
            <p14:xfrm>
              <a:off x="4609800" y="1028880"/>
              <a:ext cx="4086360" cy="270936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1311B815-678D-49F5-954F-E79C5AAA268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600440" y="1019520"/>
                <a:ext cx="4105080" cy="27280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79AD8D09-6FC1-A345-A08A-A316849726F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-965" y="76200"/>
            <a:ext cx="9144000" cy="5334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Example:  Incompletely Specified Function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F92044ED-092D-4019-89BB-DAD795917E67}"/>
              </a:ext>
            </a:extLst>
          </p:cNvPr>
          <p:cNvSpPr/>
          <p:nvPr/>
        </p:nvSpPr>
        <p:spPr>
          <a:xfrm>
            <a:off x="76200" y="685800"/>
            <a:ext cx="8991600" cy="267765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marR="0" lvl="0" indent="-3429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A function that has don’t-care condition(s) is said to be incompletely specified.</a:t>
            </a:r>
          </a:p>
          <a:p>
            <a:pPr marL="342900" marR="0" lvl="0" indent="-3429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  <a:p>
            <a:pPr marL="342900" marR="0" lvl="0" indent="-3429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Since these input valuations will never occur, the designer may assume that the function value for these valuations is either 1 or 0, whichever is more useful in trying to find a minimum-cost implementation.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8059B55D-45DC-4EC1-A0FF-FFD0CCE117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2465887"/>
              </p:ext>
            </p:extLst>
          </p:nvPr>
        </p:nvGraphicFramePr>
        <p:xfrm>
          <a:off x="1371600" y="3494545"/>
          <a:ext cx="2590800" cy="20116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752600">
                  <a:extLst>
                    <a:ext uri="{9D8B030D-6E8A-4147-A177-3AD203B41FA5}">
                      <a16:colId xmlns:a16="http://schemas.microsoft.com/office/drawing/2014/main" val="3934980896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3045840995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algn="ctr"/>
                      <a:r>
                        <a:rPr lang="en-US" sz="2400" dirty="0"/>
                        <a:t>X</a:t>
                      </a:r>
                      <a:r>
                        <a:rPr lang="en-US" sz="2400" baseline="-25000" dirty="0"/>
                        <a:t>1</a:t>
                      </a:r>
                      <a:r>
                        <a:rPr lang="en-US" sz="2400" dirty="0"/>
                        <a:t>     X</a:t>
                      </a:r>
                      <a:r>
                        <a:rPr lang="en-US" sz="2400" baseline="-25000" dirty="0"/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/>
                        <a:t>f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4759776"/>
                  </a:ext>
                </a:extLst>
              </a:tr>
              <a:tr h="1181100">
                <a:tc>
                  <a:txBody>
                    <a:bodyPr/>
                    <a:lstStyle/>
                    <a:p>
                      <a:pPr algn="ctr"/>
                      <a:r>
                        <a:rPr lang="en-US" sz="2400" dirty="0"/>
                        <a:t>0       0</a:t>
                      </a:r>
                    </a:p>
                    <a:p>
                      <a:pPr algn="ctr"/>
                      <a:r>
                        <a:rPr lang="en-US" sz="2400" dirty="0"/>
                        <a:t>0       1</a:t>
                      </a:r>
                    </a:p>
                    <a:p>
                      <a:pPr algn="ctr"/>
                      <a:r>
                        <a:rPr lang="en-US" sz="2400" dirty="0"/>
                        <a:t>1       0</a:t>
                      </a:r>
                    </a:p>
                    <a:p>
                      <a:pPr algn="ctr"/>
                      <a:r>
                        <a:rPr lang="en-US" sz="2400" dirty="0"/>
                        <a:t>1       1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/>
                        <a:t>0</a:t>
                      </a:r>
                    </a:p>
                    <a:p>
                      <a:pPr algn="ctr"/>
                      <a:r>
                        <a:rPr lang="en-US" sz="2400" dirty="0"/>
                        <a:t>1</a:t>
                      </a:r>
                    </a:p>
                    <a:p>
                      <a:pPr algn="ctr"/>
                      <a:r>
                        <a:rPr lang="en-US" sz="2400" dirty="0"/>
                        <a:t>1</a:t>
                      </a:r>
                    </a:p>
                    <a:p>
                      <a:pPr algn="ctr"/>
                      <a:r>
                        <a:rPr lang="en-US" sz="2400" dirty="0"/>
                        <a:t>d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29017068"/>
                  </a:ext>
                </a:extLst>
              </a:tr>
            </a:tbl>
          </a:graphicData>
        </a:graphic>
      </p:graphicFrame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E824DC44-FAA1-413E-AA4B-AF789D0AE5C2}"/>
                  </a:ext>
                </a:extLst>
              </p14:cNvPr>
              <p14:cNvContentPartPr/>
              <p14:nvPr/>
            </p14:nvContentPartPr>
            <p14:xfrm>
              <a:off x="4518720" y="1122120"/>
              <a:ext cx="3560040" cy="340560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E824DC44-FAA1-413E-AA4B-AF789D0AE5C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09360" y="1112760"/>
                <a:ext cx="3578760" cy="3424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052696376"/>
      </p:ext>
    </p:extLst>
  </p:cSld>
  <p:clrMapOvr>
    <a:masterClrMapping/>
  </p:clrMapOvr>
  <p:transition/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1" name="Title 1">
            <a:extLst>
              <a:ext uri="{FF2B5EF4-FFF2-40B4-BE49-F238E27FC236}">
                <a16:creationId xmlns:a16="http://schemas.microsoft.com/office/drawing/2014/main" id="{6EBB2832-7950-411D-8101-B2ADBD59231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685800"/>
          </a:xfrm>
        </p:spPr>
        <p:txBody>
          <a:bodyPr/>
          <a:lstStyle/>
          <a:p>
            <a:r>
              <a:rPr lang="en-US" altLang="en-US"/>
              <a:t>Three Ways to Specify the Function</a:t>
            </a:r>
          </a:p>
        </p:txBody>
      </p:sp>
      <p:sp>
        <p:nvSpPr>
          <p:cNvPr id="71682" name="TextBox 3">
            <a:extLst>
              <a:ext uri="{FF2B5EF4-FFF2-40B4-BE49-F238E27FC236}">
                <a16:creationId xmlns:a16="http://schemas.microsoft.com/office/drawing/2014/main" id="{CB0C09CD-3D56-42D9-BC40-F7477F5D17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6968" y="683418"/>
            <a:ext cx="70024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f(x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, x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, x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, x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) = Σ m(2, 4, 5, 6, 10) + D(12, 13, 14, 15)</a:t>
            </a:r>
          </a:p>
        </p:txBody>
      </p:sp>
      <p:graphicFrame>
        <p:nvGraphicFramePr>
          <p:cNvPr id="71683" name="Object 3">
            <a:extLst>
              <a:ext uri="{FF2B5EF4-FFF2-40B4-BE49-F238E27FC236}">
                <a16:creationId xmlns:a16="http://schemas.microsoft.com/office/drawing/2014/main" id="{195B3ADD-2DD5-4CF2-9F88-0D1E61CD7097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066924833"/>
              </p:ext>
            </p:extLst>
          </p:nvPr>
        </p:nvGraphicFramePr>
        <p:xfrm>
          <a:off x="119061" y="1243806"/>
          <a:ext cx="2055813" cy="43703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6" name="Document" r:id="rId3" imgW="0" imgH="0" progId="Word.Document.8">
                  <p:embed/>
                </p:oleObj>
              </mc:Choice>
              <mc:Fallback>
                <p:oleObj name="Document" r:id="rId3" imgW="0" imgH="0" progId="Word.Document.8">
                  <p:embed/>
                  <p:pic>
                    <p:nvPicPr>
                      <p:cNvPr id="71683" name="Object 3">
                        <a:extLst>
                          <a:ext uri="{FF2B5EF4-FFF2-40B4-BE49-F238E27FC236}">
                            <a16:creationId xmlns:a16="http://schemas.microsoft.com/office/drawing/2014/main" id="{195B3ADD-2DD5-4CF2-9F88-0D1E61CD7097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1" y="1243806"/>
                        <a:ext cx="2055813" cy="43703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" name="Picture 1">
            <a:extLst>
              <a:ext uri="{FF2B5EF4-FFF2-40B4-BE49-F238E27FC236}">
                <a16:creationId xmlns:a16="http://schemas.microsoft.com/office/drawing/2014/main" id="{1FAF9161-16F3-41FB-8BB5-C6CCA38F556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86000" y="3428999"/>
            <a:ext cx="3353964" cy="3276600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643806DD-C36C-466F-939E-BB2A65FCAD6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88111" y="1150585"/>
            <a:ext cx="3666564" cy="3350134"/>
          </a:xfrm>
          <a:prstGeom prst="rect">
            <a:avLst/>
          </a:prstGeom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7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D7CD4373-C2A6-4B61-AA66-3EC0B736A331}"/>
                  </a:ext>
                </a:extLst>
              </p14:cNvPr>
              <p14:cNvContentPartPr/>
              <p14:nvPr/>
            </p14:nvContentPartPr>
            <p14:xfrm>
              <a:off x="4734000" y="1019160"/>
              <a:ext cx="4128120" cy="415440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D7CD4373-C2A6-4B61-AA66-3EC0B736A331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4724640" y="1009800"/>
                <a:ext cx="4146840" cy="41731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5" name="Title 1">
            <a:extLst>
              <a:ext uri="{FF2B5EF4-FFF2-40B4-BE49-F238E27FC236}">
                <a16:creationId xmlns:a16="http://schemas.microsoft.com/office/drawing/2014/main" id="{62163E5B-9866-400A-A028-CA2A7C54442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685800"/>
          </a:xfrm>
        </p:spPr>
        <p:txBody>
          <a:bodyPr/>
          <a:lstStyle/>
          <a:p>
            <a:r>
              <a:rPr lang="en-US" altLang="en-US"/>
              <a:t>Three Ways to Specify the Function</a:t>
            </a:r>
          </a:p>
        </p:txBody>
      </p:sp>
      <p:sp>
        <p:nvSpPr>
          <p:cNvPr id="72706" name="TextBox 3">
            <a:extLst>
              <a:ext uri="{FF2B5EF4-FFF2-40B4-BE49-F238E27FC236}">
                <a16:creationId xmlns:a16="http://schemas.microsoft.com/office/drawing/2014/main" id="{3B8D8D81-38F2-4DE0-A22E-A49A592C7E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685800"/>
            <a:ext cx="70024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f(x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, x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, x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, x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) = Σ m(2, 4, 5, 6, 10) + D(12, 13, 14, 15)</a:t>
            </a:r>
          </a:p>
        </p:txBody>
      </p:sp>
      <p:grpSp>
        <p:nvGrpSpPr>
          <p:cNvPr id="72707" name="Group 65">
            <a:extLst>
              <a:ext uri="{FF2B5EF4-FFF2-40B4-BE49-F238E27FC236}">
                <a16:creationId xmlns:a16="http://schemas.microsoft.com/office/drawing/2014/main" id="{93A58BFE-D6A9-4DAC-A52A-805D27F65D61}"/>
              </a:ext>
            </a:extLst>
          </p:cNvPr>
          <p:cNvGrpSpPr>
            <a:grpSpLocks/>
          </p:cNvGrpSpPr>
          <p:nvPr/>
        </p:nvGrpSpPr>
        <p:grpSpPr bwMode="auto">
          <a:xfrm>
            <a:off x="4654550" y="1284287"/>
            <a:ext cx="4184650" cy="3211513"/>
            <a:chOff x="5532437" y="2646362"/>
            <a:chExt cx="2508250" cy="2373313"/>
          </a:xfrm>
        </p:grpSpPr>
        <p:sp>
          <p:nvSpPr>
            <p:cNvPr id="72709" name="Rectangle 379">
              <a:extLst>
                <a:ext uri="{FF2B5EF4-FFF2-40B4-BE49-F238E27FC236}">
                  <a16:creationId xmlns:a16="http://schemas.microsoft.com/office/drawing/2014/main" id="{39B664C1-8366-4CE2-A26D-F023A3D85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227387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10" name="Line 380">
              <a:extLst>
                <a:ext uri="{FF2B5EF4-FFF2-40B4-BE49-F238E27FC236}">
                  <a16:creationId xmlns:a16="http://schemas.microsoft.com/office/drawing/2014/main" id="{A3A4BF4E-1BBB-4A4F-819F-D4D77040DF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3670300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11" name="Line 381">
              <a:extLst>
                <a:ext uri="{FF2B5EF4-FFF2-40B4-BE49-F238E27FC236}">
                  <a16:creationId xmlns:a16="http://schemas.microsoft.com/office/drawing/2014/main" id="{442322D1-6F48-4142-9169-CC30D1215A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12" name="Line 382">
              <a:extLst>
                <a:ext uri="{FF2B5EF4-FFF2-40B4-BE49-F238E27FC236}">
                  <a16:creationId xmlns:a16="http://schemas.microsoft.com/office/drawing/2014/main" id="{9EB4B71A-92B0-4FD1-A6BE-66C0B702CB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5487" y="2763837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13" name="Rectangle 383">
              <a:extLst>
                <a:ext uri="{FF2B5EF4-FFF2-40B4-BE49-F238E27FC236}">
                  <a16:creationId xmlns:a16="http://schemas.microsoft.com/office/drawing/2014/main" id="{8A05007E-3F31-43D6-B0A0-DA6947506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1537" y="2646362"/>
              <a:ext cx="10665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14" name="Rectangle 384">
              <a:extLst>
                <a:ext uri="{FF2B5EF4-FFF2-40B4-BE49-F238E27FC236}">
                  <a16:creationId xmlns:a16="http://schemas.microsoft.com/office/drawing/2014/main" id="{E4827DD8-86EA-4064-81FF-0E0B5A469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3612" y="2747962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15" name="Rectangle 385">
              <a:extLst>
                <a:ext uri="{FF2B5EF4-FFF2-40B4-BE49-F238E27FC236}">
                  <a16:creationId xmlns:a16="http://schemas.microsoft.com/office/drawing/2014/main" id="{167F2BE5-8D6A-44B7-97C5-E3085CB98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212" y="2646362"/>
              <a:ext cx="10665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16" name="Rectangle 386">
              <a:extLst>
                <a:ext uri="{FF2B5EF4-FFF2-40B4-BE49-F238E27FC236}">
                  <a16:creationId xmlns:a16="http://schemas.microsoft.com/office/drawing/2014/main" id="{8B200439-C374-4F89-B56D-4AC5883FD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287" y="2747962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17" name="Rectangle 387">
              <a:extLst>
                <a:ext uri="{FF2B5EF4-FFF2-40B4-BE49-F238E27FC236}">
                  <a16:creationId xmlns:a16="http://schemas.microsoft.com/office/drawing/2014/main" id="{8221C9DF-0713-4690-8016-1126336F6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2437" y="2830512"/>
              <a:ext cx="10665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18" name="Rectangle 388">
              <a:extLst>
                <a:ext uri="{FF2B5EF4-FFF2-40B4-BE49-F238E27FC236}">
                  <a16:creationId xmlns:a16="http://schemas.microsoft.com/office/drawing/2014/main" id="{19095A00-349F-477A-86A5-25BF4BD8A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6100" y="2932112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19" name="Rectangle 389">
              <a:extLst>
                <a:ext uri="{FF2B5EF4-FFF2-40B4-BE49-F238E27FC236}">
                  <a16:creationId xmlns:a16="http://schemas.microsoft.com/office/drawing/2014/main" id="{4022B727-3BD9-4CF7-AD59-02DAB6F2F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6112" y="2830512"/>
              <a:ext cx="10665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20" name="Rectangle 390">
              <a:extLst>
                <a:ext uri="{FF2B5EF4-FFF2-40B4-BE49-F238E27FC236}">
                  <a16:creationId xmlns:a16="http://schemas.microsoft.com/office/drawing/2014/main" id="{97BE99BB-F5EB-4955-B694-EBB91DDF9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6600" y="2932112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21" name="Rectangle 391">
              <a:extLst>
                <a:ext uri="{FF2B5EF4-FFF2-40B4-BE49-F238E27FC236}">
                  <a16:creationId xmlns:a16="http://schemas.microsoft.com/office/drawing/2014/main" id="{397536E3-0BB6-4B47-8252-18FA5D62F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3227387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22" name="Line 392">
              <a:extLst>
                <a:ext uri="{FF2B5EF4-FFF2-40B4-BE49-F238E27FC236}">
                  <a16:creationId xmlns:a16="http://schemas.microsoft.com/office/drawing/2014/main" id="{28B7773B-73D2-4897-B0DB-B008CB1B66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3670300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23" name="Line 393">
              <a:extLst>
                <a:ext uri="{FF2B5EF4-FFF2-40B4-BE49-F238E27FC236}">
                  <a16:creationId xmlns:a16="http://schemas.microsoft.com/office/drawing/2014/main" id="{612B58E0-797C-4FD1-8B65-F33F195A45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24" name="Rectangle 394">
              <a:extLst>
                <a:ext uri="{FF2B5EF4-FFF2-40B4-BE49-F238E27FC236}">
                  <a16:creationId xmlns:a16="http://schemas.microsoft.com/office/drawing/2014/main" id="{B8C291E8-FCF0-4444-B250-00B8C8766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34962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25" name="Rectangle 395">
              <a:extLst>
                <a:ext uri="{FF2B5EF4-FFF2-40B4-BE49-F238E27FC236}">
                  <a16:creationId xmlns:a16="http://schemas.microsoft.com/office/drawing/2014/main" id="{00D28D56-5C1F-498A-A398-D2ACDD1B6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965450"/>
              <a:ext cx="15373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26" name="Rectangle 396">
              <a:extLst>
                <a:ext uri="{FF2B5EF4-FFF2-40B4-BE49-F238E27FC236}">
                  <a16:creationId xmlns:a16="http://schemas.microsoft.com/office/drawing/2014/main" id="{3305D4DF-2184-46FE-8AD7-315E58103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2600" y="2965450"/>
              <a:ext cx="15373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27" name="Rectangle 397">
              <a:extLst>
                <a:ext uri="{FF2B5EF4-FFF2-40B4-BE49-F238E27FC236}">
                  <a16:creationId xmlns:a16="http://schemas.microsoft.com/office/drawing/2014/main" id="{58731FB4-11D6-459A-A33C-8CAF8509D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0275" y="2965450"/>
              <a:ext cx="148045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28" name="Rectangle 398">
              <a:extLst>
                <a:ext uri="{FF2B5EF4-FFF2-40B4-BE49-F238E27FC236}">
                  <a16:creationId xmlns:a16="http://schemas.microsoft.com/office/drawing/2014/main" id="{CA8F2154-6675-45C1-8A36-063AAC9D2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2965450"/>
              <a:ext cx="15373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29" name="Rectangle 399">
              <a:extLst>
                <a:ext uri="{FF2B5EF4-FFF2-40B4-BE49-F238E27FC236}">
                  <a16:creationId xmlns:a16="http://schemas.microsoft.com/office/drawing/2014/main" id="{F0E2AC45-5382-438C-86A4-20F67A860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34962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30" name="Rectangle 400">
              <a:extLst>
                <a:ext uri="{FF2B5EF4-FFF2-40B4-BE49-F238E27FC236}">
                  <a16:creationId xmlns:a16="http://schemas.microsoft.com/office/drawing/2014/main" id="{CB85C27E-4EE9-4A86-8D82-1089FB9B4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34962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31" name="Rectangle 401">
              <a:extLst>
                <a:ext uri="{FF2B5EF4-FFF2-40B4-BE49-F238E27FC236}">
                  <a16:creationId xmlns:a16="http://schemas.microsoft.com/office/drawing/2014/main" id="{C293157F-D9B1-466F-AB55-37B42AE53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34962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32" name="Rectangle 402">
              <a:extLst>
                <a:ext uri="{FF2B5EF4-FFF2-40B4-BE49-F238E27FC236}">
                  <a16:creationId xmlns:a16="http://schemas.microsoft.com/office/drawing/2014/main" id="{13312865-C7F9-48B5-ACE3-2C8655326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79730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33" name="Rectangle 403">
              <a:extLst>
                <a:ext uri="{FF2B5EF4-FFF2-40B4-BE49-F238E27FC236}">
                  <a16:creationId xmlns:a16="http://schemas.microsoft.com/office/drawing/2014/main" id="{70A9F32F-479C-42F9-AC7C-888C334E5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79730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34" name="Rectangle 404">
              <a:extLst>
                <a:ext uri="{FF2B5EF4-FFF2-40B4-BE49-F238E27FC236}">
                  <a16:creationId xmlns:a16="http://schemas.microsoft.com/office/drawing/2014/main" id="{BC93F644-7CA5-4D46-9A80-743FA68CA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79730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35" name="Rectangle 405">
              <a:extLst>
                <a:ext uri="{FF2B5EF4-FFF2-40B4-BE49-F238E27FC236}">
                  <a16:creationId xmlns:a16="http://schemas.microsoft.com/office/drawing/2014/main" id="{5BE108F8-202C-43DD-87FD-8BE8C57CA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4113212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36" name="Line 406">
              <a:extLst>
                <a:ext uri="{FF2B5EF4-FFF2-40B4-BE49-F238E27FC236}">
                  <a16:creationId xmlns:a16="http://schemas.microsoft.com/office/drawing/2014/main" id="{5EB46907-8463-4C07-B0D7-768C60DBF6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4556125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37" name="Line 407">
              <a:extLst>
                <a:ext uri="{FF2B5EF4-FFF2-40B4-BE49-F238E27FC236}">
                  <a16:creationId xmlns:a16="http://schemas.microsoft.com/office/drawing/2014/main" id="{F0AC997D-B899-4296-8BE7-3C83BFE6AB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38" name="Rectangle 408">
              <a:extLst>
                <a:ext uri="{FF2B5EF4-FFF2-40B4-BE49-F238E27FC236}">
                  <a16:creationId xmlns:a16="http://schemas.microsoft.com/office/drawing/2014/main" id="{AEAE9948-16CA-4EE5-A31A-5E345CC22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79730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39" name="Rectangle 409">
              <a:extLst>
                <a:ext uri="{FF2B5EF4-FFF2-40B4-BE49-F238E27FC236}">
                  <a16:creationId xmlns:a16="http://schemas.microsoft.com/office/drawing/2014/main" id="{98E69D35-E6C4-4C75-BE97-B2A17B1E3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4113212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40" name="Line 410">
              <a:extLst>
                <a:ext uri="{FF2B5EF4-FFF2-40B4-BE49-F238E27FC236}">
                  <a16:creationId xmlns:a16="http://schemas.microsoft.com/office/drawing/2014/main" id="{437EA86D-7E19-4A2D-B72F-A4605D1430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4556125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41" name="Line 411">
              <a:extLst>
                <a:ext uri="{FF2B5EF4-FFF2-40B4-BE49-F238E27FC236}">
                  <a16:creationId xmlns:a16="http://schemas.microsoft.com/office/drawing/2014/main" id="{0EA132C7-B6FA-4FED-BC3F-73A3BA1D33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42" name="Rectangle 412">
              <a:extLst>
                <a:ext uri="{FF2B5EF4-FFF2-40B4-BE49-F238E27FC236}">
                  <a16:creationId xmlns:a16="http://schemas.microsoft.com/office/drawing/2014/main" id="{9F47D89F-A092-489D-91A7-240F7AB92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24497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43" name="Rectangle 413">
              <a:extLst>
                <a:ext uri="{FF2B5EF4-FFF2-40B4-BE49-F238E27FC236}">
                  <a16:creationId xmlns:a16="http://schemas.microsoft.com/office/drawing/2014/main" id="{D4F49D69-F535-4080-9954-ECC0BFEDC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24497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44" name="Rectangle 414">
              <a:extLst>
                <a:ext uri="{FF2B5EF4-FFF2-40B4-BE49-F238E27FC236}">
                  <a16:creationId xmlns:a16="http://schemas.microsoft.com/office/drawing/2014/main" id="{7E61AACA-3362-46E8-8675-5409E88B6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24497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45" name="Rectangle 415">
              <a:extLst>
                <a:ext uri="{FF2B5EF4-FFF2-40B4-BE49-F238E27FC236}">
                  <a16:creationId xmlns:a16="http://schemas.microsoft.com/office/drawing/2014/main" id="{2286A21B-0A26-4280-AD4B-509500A00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24497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46" name="Rectangle 416">
              <a:extLst>
                <a:ext uri="{FF2B5EF4-FFF2-40B4-BE49-F238E27FC236}">
                  <a16:creationId xmlns:a16="http://schemas.microsoft.com/office/drawing/2014/main" id="{F06AFABB-26ED-4610-A8D8-DD6782CF8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69265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47" name="Rectangle 417">
              <a:extLst>
                <a:ext uri="{FF2B5EF4-FFF2-40B4-BE49-F238E27FC236}">
                  <a16:creationId xmlns:a16="http://schemas.microsoft.com/office/drawing/2014/main" id="{69D40F02-4F68-44EC-A341-CA327E758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69265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48" name="Rectangle 418">
              <a:extLst>
                <a:ext uri="{FF2B5EF4-FFF2-40B4-BE49-F238E27FC236}">
                  <a16:creationId xmlns:a16="http://schemas.microsoft.com/office/drawing/2014/main" id="{FB9BE663-031F-4AFE-B39F-8A185B901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69265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49" name="Rectangle 419">
              <a:extLst>
                <a:ext uri="{FF2B5EF4-FFF2-40B4-BE49-F238E27FC236}">
                  <a16:creationId xmlns:a16="http://schemas.microsoft.com/office/drawing/2014/main" id="{313B78F6-06F4-4847-955E-6CD1BDC04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69265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50" name="Rectangle 420">
              <a:extLst>
                <a:ext uri="{FF2B5EF4-FFF2-40B4-BE49-F238E27FC236}">
                  <a16:creationId xmlns:a16="http://schemas.microsoft.com/office/drawing/2014/main" id="{2A4FFB8B-2176-4636-9A84-DEB76E11D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349625"/>
              <a:ext cx="15373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51" name="Rectangle 421">
              <a:extLst>
                <a:ext uri="{FF2B5EF4-FFF2-40B4-BE49-F238E27FC236}">
                  <a16:creationId xmlns:a16="http://schemas.microsoft.com/office/drawing/2014/main" id="{F10C9A2D-171F-45C7-ADC8-70BE0CE42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797300"/>
              <a:ext cx="15373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52" name="Rectangle 422">
              <a:extLst>
                <a:ext uri="{FF2B5EF4-FFF2-40B4-BE49-F238E27FC236}">
                  <a16:creationId xmlns:a16="http://schemas.microsoft.com/office/drawing/2014/main" id="{625BA5BC-CDE9-4202-952D-0206A2B06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4244975"/>
              <a:ext cx="148045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753" name="Rectangle 425">
              <a:extLst>
                <a:ext uri="{FF2B5EF4-FFF2-40B4-BE49-F238E27FC236}">
                  <a16:creationId xmlns:a16="http://schemas.microsoft.com/office/drawing/2014/main" id="{91CD65C5-B903-402F-9DF0-45A9EE1A4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300" y="4692650"/>
              <a:ext cx="15373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aphicFrame>
        <p:nvGraphicFramePr>
          <p:cNvPr id="72708" name="Object 3">
            <a:extLst>
              <a:ext uri="{FF2B5EF4-FFF2-40B4-BE49-F238E27FC236}">
                <a16:creationId xmlns:a16="http://schemas.microsoft.com/office/drawing/2014/main" id="{83CFC129-535B-44F0-8804-A10C1F48BD94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598054141"/>
              </p:ext>
            </p:extLst>
          </p:nvPr>
        </p:nvGraphicFramePr>
        <p:xfrm>
          <a:off x="76201" y="1295400"/>
          <a:ext cx="1742650" cy="43703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0" name="Document" r:id="rId3" imgW="0" imgH="0" progId="Word.Document.8">
                  <p:embed/>
                </p:oleObj>
              </mc:Choice>
              <mc:Fallback>
                <p:oleObj name="Document" r:id="rId3" imgW="0" imgH="0" progId="Word.Document.8">
                  <p:embed/>
                  <p:pic>
                    <p:nvPicPr>
                      <p:cNvPr id="72708" name="Object 3">
                        <a:extLst>
                          <a:ext uri="{FF2B5EF4-FFF2-40B4-BE49-F238E27FC236}">
                            <a16:creationId xmlns:a16="http://schemas.microsoft.com/office/drawing/2014/main" id="{83CFC129-535B-44F0-8804-A10C1F48BD94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6201" y="1295400"/>
                        <a:ext cx="1742650" cy="43703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1" name="Picture 50">
            <a:extLst>
              <a:ext uri="{FF2B5EF4-FFF2-40B4-BE49-F238E27FC236}">
                <a16:creationId xmlns:a16="http://schemas.microsoft.com/office/drawing/2014/main" id="{BFAD4302-A7EB-48AC-BB0F-9E21AA9878A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713007" y="3186624"/>
            <a:ext cx="3620993" cy="3537470"/>
          </a:xfrm>
          <a:prstGeom prst="rect">
            <a:avLst/>
          </a:prstGeom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6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75C99039-2707-40EE-9A54-C59DD3704BBD}"/>
                  </a:ext>
                </a:extLst>
              </p14:cNvPr>
              <p14:cNvContentPartPr/>
              <p14:nvPr/>
            </p14:nvContentPartPr>
            <p14:xfrm>
              <a:off x="5585040" y="849600"/>
              <a:ext cx="3429360" cy="44060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75C99039-2707-40EE-9A54-C59DD3704BBD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575680" y="840240"/>
                <a:ext cx="3448080" cy="44247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29" name="Title 1">
            <a:extLst>
              <a:ext uri="{FF2B5EF4-FFF2-40B4-BE49-F238E27FC236}">
                <a16:creationId xmlns:a16="http://schemas.microsoft.com/office/drawing/2014/main" id="{85C29C32-AB3B-476D-8833-9A015FD7034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76200"/>
            <a:ext cx="8915400" cy="446927"/>
          </a:xfrm>
        </p:spPr>
        <p:txBody>
          <a:bodyPr/>
          <a:lstStyle/>
          <a:p>
            <a:r>
              <a:rPr lang="en-US" altLang="en-US" sz="34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SOP vs POS implementation</a:t>
            </a:r>
            <a:endParaRPr lang="en-US" altLang="en-US" sz="3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3731" name="TextBox 125">
            <a:extLst>
              <a:ext uri="{FF2B5EF4-FFF2-40B4-BE49-F238E27FC236}">
                <a16:creationId xmlns:a16="http://schemas.microsoft.com/office/drawing/2014/main" id="{C1659DD8-BA51-45D9-8956-23F4E16420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75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2.62 from the textbook ]</a:t>
            </a:r>
          </a:p>
        </p:txBody>
      </p:sp>
      <p:grpSp>
        <p:nvGrpSpPr>
          <p:cNvPr id="65" name="Group 65">
            <a:extLst>
              <a:ext uri="{FF2B5EF4-FFF2-40B4-BE49-F238E27FC236}">
                <a16:creationId xmlns:a16="http://schemas.microsoft.com/office/drawing/2014/main" id="{E1DAD60F-76CD-4411-98D6-9C2BA6B4103E}"/>
              </a:ext>
            </a:extLst>
          </p:cNvPr>
          <p:cNvGrpSpPr>
            <a:grpSpLocks/>
          </p:cNvGrpSpPr>
          <p:nvPr/>
        </p:nvGrpSpPr>
        <p:grpSpPr bwMode="auto">
          <a:xfrm>
            <a:off x="3461238" y="585775"/>
            <a:ext cx="3438453" cy="2538425"/>
            <a:chOff x="5532437" y="2646362"/>
            <a:chExt cx="2508250" cy="2373313"/>
          </a:xfrm>
        </p:grpSpPr>
        <p:sp>
          <p:nvSpPr>
            <p:cNvPr id="66" name="Rectangle 379">
              <a:extLst>
                <a:ext uri="{FF2B5EF4-FFF2-40B4-BE49-F238E27FC236}">
                  <a16:creationId xmlns:a16="http://schemas.microsoft.com/office/drawing/2014/main" id="{F926D8E9-888A-4F61-9399-E850E2996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227387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7" name="Line 380">
              <a:extLst>
                <a:ext uri="{FF2B5EF4-FFF2-40B4-BE49-F238E27FC236}">
                  <a16:creationId xmlns:a16="http://schemas.microsoft.com/office/drawing/2014/main" id="{C3F068F3-AE6F-47EB-84BD-332C4C2745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3670300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8" name="Line 381">
              <a:extLst>
                <a:ext uri="{FF2B5EF4-FFF2-40B4-BE49-F238E27FC236}">
                  <a16:creationId xmlns:a16="http://schemas.microsoft.com/office/drawing/2014/main" id="{11C55A50-0291-4696-8C28-D0A0E945C9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9" name="Line 382">
              <a:extLst>
                <a:ext uri="{FF2B5EF4-FFF2-40B4-BE49-F238E27FC236}">
                  <a16:creationId xmlns:a16="http://schemas.microsoft.com/office/drawing/2014/main" id="{AE574689-5D94-48B5-8B64-17338AAF13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5487" y="2763837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0" name="Rectangle 383">
              <a:extLst>
                <a:ext uri="{FF2B5EF4-FFF2-40B4-BE49-F238E27FC236}">
                  <a16:creationId xmlns:a16="http://schemas.microsoft.com/office/drawing/2014/main" id="{8710ED26-431E-447B-B5D4-4582AD4F1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1537" y="2646362"/>
              <a:ext cx="10665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1" name="Rectangle 384">
              <a:extLst>
                <a:ext uri="{FF2B5EF4-FFF2-40B4-BE49-F238E27FC236}">
                  <a16:creationId xmlns:a16="http://schemas.microsoft.com/office/drawing/2014/main" id="{26E42620-600A-4820-A0E4-3CB0071CE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3612" y="2747962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" name="Rectangle 385">
              <a:extLst>
                <a:ext uri="{FF2B5EF4-FFF2-40B4-BE49-F238E27FC236}">
                  <a16:creationId xmlns:a16="http://schemas.microsoft.com/office/drawing/2014/main" id="{1989C413-6F46-4582-AD1F-18468E883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212" y="2646362"/>
              <a:ext cx="10665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3" name="Rectangle 386">
              <a:extLst>
                <a:ext uri="{FF2B5EF4-FFF2-40B4-BE49-F238E27FC236}">
                  <a16:creationId xmlns:a16="http://schemas.microsoft.com/office/drawing/2014/main" id="{C0B55CE6-2D85-47CC-BBEE-22319094C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287" y="2747962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4" name="Rectangle 387">
              <a:extLst>
                <a:ext uri="{FF2B5EF4-FFF2-40B4-BE49-F238E27FC236}">
                  <a16:creationId xmlns:a16="http://schemas.microsoft.com/office/drawing/2014/main" id="{5E0E5B8C-BAB1-425F-BB82-3128A7058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2437" y="2830512"/>
              <a:ext cx="10665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" name="Rectangle 388">
              <a:extLst>
                <a:ext uri="{FF2B5EF4-FFF2-40B4-BE49-F238E27FC236}">
                  <a16:creationId xmlns:a16="http://schemas.microsoft.com/office/drawing/2014/main" id="{9201A9A0-7FD6-440D-8B9F-AFC3998D2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6100" y="2932112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" name="Rectangle 389">
              <a:extLst>
                <a:ext uri="{FF2B5EF4-FFF2-40B4-BE49-F238E27FC236}">
                  <a16:creationId xmlns:a16="http://schemas.microsoft.com/office/drawing/2014/main" id="{CDF4111F-E3D0-493F-A9E1-C9EC18017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6112" y="2830512"/>
              <a:ext cx="10665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" name="Rectangle 390">
              <a:extLst>
                <a:ext uri="{FF2B5EF4-FFF2-40B4-BE49-F238E27FC236}">
                  <a16:creationId xmlns:a16="http://schemas.microsoft.com/office/drawing/2014/main" id="{9F8F1753-FABE-4C42-BACE-9F54D8867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6600" y="2932112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" name="Rectangle 391">
              <a:extLst>
                <a:ext uri="{FF2B5EF4-FFF2-40B4-BE49-F238E27FC236}">
                  <a16:creationId xmlns:a16="http://schemas.microsoft.com/office/drawing/2014/main" id="{FC5E9D7A-BA8E-4FC8-B77C-C2A360121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3227387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" name="Line 392">
              <a:extLst>
                <a:ext uri="{FF2B5EF4-FFF2-40B4-BE49-F238E27FC236}">
                  <a16:creationId xmlns:a16="http://schemas.microsoft.com/office/drawing/2014/main" id="{C21E68E3-C417-43F2-899D-4DC7AD4B2D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3670300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" name="Line 393">
              <a:extLst>
                <a:ext uri="{FF2B5EF4-FFF2-40B4-BE49-F238E27FC236}">
                  <a16:creationId xmlns:a16="http://schemas.microsoft.com/office/drawing/2014/main" id="{D25BC445-DDC4-4D94-9A13-617ADAE576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1" name="Rectangle 394">
              <a:extLst>
                <a:ext uri="{FF2B5EF4-FFF2-40B4-BE49-F238E27FC236}">
                  <a16:creationId xmlns:a16="http://schemas.microsoft.com/office/drawing/2014/main" id="{3C22A14B-4BCB-4C90-88E2-4F87B7533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34962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2" name="Rectangle 395">
              <a:extLst>
                <a:ext uri="{FF2B5EF4-FFF2-40B4-BE49-F238E27FC236}">
                  <a16:creationId xmlns:a16="http://schemas.microsoft.com/office/drawing/2014/main" id="{CD2E6BCD-FD85-44A3-BDF2-9572388D1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965450"/>
              <a:ext cx="15373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" name="Rectangle 396">
              <a:extLst>
                <a:ext uri="{FF2B5EF4-FFF2-40B4-BE49-F238E27FC236}">
                  <a16:creationId xmlns:a16="http://schemas.microsoft.com/office/drawing/2014/main" id="{2DB0363F-2518-4A6D-AFA4-868905F3F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2600" y="2965450"/>
              <a:ext cx="15373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" name="Rectangle 397">
              <a:extLst>
                <a:ext uri="{FF2B5EF4-FFF2-40B4-BE49-F238E27FC236}">
                  <a16:creationId xmlns:a16="http://schemas.microsoft.com/office/drawing/2014/main" id="{83DFDCCF-5028-402C-A8D6-B990568EA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0275" y="2965450"/>
              <a:ext cx="148045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" name="Rectangle 398">
              <a:extLst>
                <a:ext uri="{FF2B5EF4-FFF2-40B4-BE49-F238E27FC236}">
                  <a16:creationId xmlns:a16="http://schemas.microsoft.com/office/drawing/2014/main" id="{2E1BB743-30CD-480F-BCAB-F38343442F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2965450"/>
              <a:ext cx="15373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6" name="Rectangle 399">
              <a:extLst>
                <a:ext uri="{FF2B5EF4-FFF2-40B4-BE49-F238E27FC236}">
                  <a16:creationId xmlns:a16="http://schemas.microsoft.com/office/drawing/2014/main" id="{69E47FF0-47A5-49F8-AFE3-3F3B83BBC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34962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7" name="Rectangle 400">
              <a:extLst>
                <a:ext uri="{FF2B5EF4-FFF2-40B4-BE49-F238E27FC236}">
                  <a16:creationId xmlns:a16="http://schemas.microsoft.com/office/drawing/2014/main" id="{F54B1E25-B711-4EAC-99A0-4D082D1B4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34962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" name="Rectangle 401">
              <a:extLst>
                <a:ext uri="{FF2B5EF4-FFF2-40B4-BE49-F238E27FC236}">
                  <a16:creationId xmlns:a16="http://schemas.microsoft.com/office/drawing/2014/main" id="{D5BD4045-6058-4FB9-B0EE-B0EE7CE95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34962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" name="Rectangle 402">
              <a:extLst>
                <a:ext uri="{FF2B5EF4-FFF2-40B4-BE49-F238E27FC236}">
                  <a16:creationId xmlns:a16="http://schemas.microsoft.com/office/drawing/2014/main" id="{2DACE162-4867-4AA9-BE6F-A1F1F6976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79730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" name="Rectangle 403">
              <a:extLst>
                <a:ext uri="{FF2B5EF4-FFF2-40B4-BE49-F238E27FC236}">
                  <a16:creationId xmlns:a16="http://schemas.microsoft.com/office/drawing/2014/main" id="{D7802F69-F3A3-4DE6-A4E4-D8E5D2DBC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79730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1" name="Rectangle 404">
              <a:extLst>
                <a:ext uri="{FF2B5EF4-FFF2-40B4-BE49-F238E27FC236}">
                  <a16:creationId xmlns:a16="http://schemas.microsoft.com/office/drawing/2014/main" id="{4F430B56-5A4A-4BC2-8DF5-51CE43F5C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79730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2" name="Rectangle 405">
              <a:extLst>
                <a:ext uri="{FF2B5EF4-FFF2-40B4-BE49-F238E27FC236}">
                  <a16:creationId xmlns:a16="http://schemas.microsoft.com/office/drawing/2014/main" id="{95E422EC-9C0C-4F52-8ABE-47C5374D60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4113212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" name="Line 406">
              <a:extLst>
                <a:ext uri="{FF2B5EF4-FFF2-40B4-BE49-F238E27FC236}">
                  <a16:creationId xmlns:a16="http://schemas.microsoft.com/office/drawing/2014/main" id="{FA6E2A0C-30F5-4329-AE00-323D06778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4556125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" name="Line 407">
              <a:extLst>
                <a:ext uri="{FF2B5EF4-FFF2-40B4-BE49-F238E27FC236}">
                  <a16:creationId xmlns:a16="http://schemas.microsoft.com/office/drawing/2014/main" id="{8984983B-54CB-41C2-9D33-8C6C5F3566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" name="Rectangle 408">
              <a:extLst>
                <a:ext uri="{FF2B5EF4-FFF2-40B4-BE49-F238E27FC236}">
                  <a16:creationId xmlns:a16="http://schemas.microsoft.com/office/drawing/2014/main" id="{2622DC8B-6D58-436D-9472-0F26DDBA42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79730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6" name="Rectangle 409">
              <a:extLst>
                <a:ext uri="{FF2B5EF4-FFF2-40B4-BE49-F238E27FC236}">
                  <a16:creationId xmlns:a16="http://schemas.microsoft.com/office/drawing/2014/main" id="{0DB4EC54-929F-42E6-91C6-0C2734D19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4113212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" name="Line 410">
              <a:extLst>
                <a:ext uri="{FF2B5EF4-FFF2-40B4-BE49-F238E27FC236}">
                  <a16:creationId xmlns:a16="http://schemas.microsoft.com/office/drawing/2014/main" id="{965C50CF-AFEF-4C4A-9670-F58CC2BB12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4556125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8" name="Line 411">
              <a:extLst>
                <a:ext uri="{FF2B5EF4-FFF2-40B4-BE49-F238E27FC236}">
                  <a16:creationId xmlns:a16="http://schemas.microsoft.com/office/drawing/2014/main" id="{496E92D1-6823-44F4-927A-3791F3C45E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" name="Rectangle 412">
              <a:extLst>
                <a:ext uri="{FF2B5EF4-FFF2-40B4-BE49-F238E27FC236}">
                  <a16:creationId xmlns:a16="http://schemas.microsoft.com/office/drawing/2014/main" id="{DE311C24-6E40-48DE-9A87-58414EDA4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24497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" name="Rectangle 413">
              <a:extLst>
                <a:ext uri="{FF2B5EF4-FFF2-40B4-BE49-F238E27FC236}">
                  <a16:creationId xmlns:a16="http://schemas.microsoft.com/office/drawing/2014/main" id="{895B38E4-C04E-490A-B9F1-8F6E76A8E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24497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" name="Rectangle 414">
              <a:extLst>
                <a:ext uri="{FF2B5EF4-FFF2-40B4-BE49-F238E27FC236}">
                  <a16:creationId xmlns:a16="http://schemas.microsoft.com/office/drawing/2014/main" id="{BB1422A2-9D73-4E31-AB6C-FF1E86AE1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24497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" name="Rectangle 415">
              <a:extLst>
                <a:ext uri="{FF2B5EF4-FFF2-40B4-BE49-F238E27FC236}">
                  <a16:creationId xmlns:a16="http://schemas.microsoft.com/office/drawing/2014/main" id="{BBBEE12E-F065-4D23-8A8A-6FAED4AE7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24497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" name="Rectangle 416">
              <a:extLst>
                <a:ext uri="{FF2B5EF4-FFF2-40B4-BE49-F238E27FC236}">
                  <a16:creationId xmlns:a16="http://schemas.microsoft.com/office/drawing/2014/main" id="{C06B940F-EED0-4CDC-8B41-99FFFBD33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69265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" name="Rectangle 417">
              <a:extLst>
                <a:ext uri="{FF2B5EF4-FFF2-40B4-BE49-F238E27FC236}">
                  <a16:creationId xmlns:a16="http://schemas.microsoft.com/office/drawing/2014/main" id="{2DBD89C7-FE44-4895-9DBA-5EAE11BF0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69265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" name="Rectangle 418">
              <a:extLst>
                <a:ext uri="{FF2B5EF4-FFF2-40B4-BE49-F238E27FC236}">
                  <a16:creationId xmlns:a16="http://schemas.microsoft.com/office/drawing/2014/main" id="{31CA5785-969C-4D2C-8618-8BFE32B8E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69265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" name="Rectangle 419">
              <a:extLst>
                <a:ext uri="{FF2B5EF4-FFF2-40B4-BE49-F238E27FC236}">
                  <a16:creationId xmlns:a16="http://schemas.microsoft.com/office/drawing/2014/main" id="{6CEF79D7-CD21-4DC0-8C63-0B2556382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69265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7" name="Rectangle 420">
              <a:extLst>
                <a:ext uri="{FF2B5EF4-FFF2-40B4-BE49-F238E27FC236}">
                  <a16:creationId xmlns:a16="http://schemas.microsoft.com/office/drawing/2014/main" id="{42F09E8B-9066-4733-8EC6-3BA59B4CF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349625"/>
              <a:ext cx="15373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" name="Rectangle 421">
              <a:extLst>
                <a:ext uri="{FF2B5EF4-FFF2-40B4-BE49-F238E27FC236}">
                  <a16:creationId xmlns:a16="http://schemas.microsoft.com/office/drawing/2014/main" id="{6D93D649-820C-4DFA-9F3B-3CAA2AB13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797300"/>
              <a:ext cx="15373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" name="Rectangle 422">
              <a:extLst>
                <a:ext uri="{FF2B5EF4-FFF2-40B4-BE49-F238E27FC236}">
                  <a16:creationId xmlns:a16="http://schemas.microsoft.com/office/drawing/2014/main" id="{D29D47F1-1B69-401B-8F15-B8DC28A52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4244975"/>
              <a:ext cx="148045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" name="Rectangle 425">
              <a:extLst>
                <a:ext uri="{FF2B5EF4-FFF2-40B4-BE49-F238E27FC236}">
                  <a16:creationId xmlns:a16="http://schemas.microsoft.com/office/drawing/2014/main" id="{CB05BB48-F984-4FE3-A239-E7D805617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300" y="4692650"/>
              <a:ext cx="15373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11" name="Group 65">
            <a:extLst>
              <a:ext uri="{FF2B5EF4-FFF2-40B4-BE49-F238E27FC236}">
                <a16:creationId xmlns:a16="http://schemas.microsoft.com/office/drawing/2014/main" id="{F687DE64-5B3F-4E7B-9473-C50D31FF457A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3200400"/>
            <a:ext cx="3727271" cy="2614624"/>
            <a:chOff x="5532437" y="2646362"/>
            <a:chExt cx="2508250" cy="2373313"/>
          </a:xfrm>
        </p:grpSpPr>
        <p:sp>
          <p:nvSpPr>
            <p:cNvPr id="112" name="Rectangle 379">
              <a:extLst>
                <a:ext uri="{FF2B5EF4-FFF2-40B4-BE49-F238E27FC236}">
                  <a16:creationId xmlns:a16="http://schemas.microsoft.com/office/drawing/2014/main" id="{A0282D21-33F3-44F7-945D-A6F738C1B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227387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" name="Line 380">
              <a:extLst>
                <a:ext uri="{FF2B5EF4-FFF2-40B4-BE49-F238E27FC236}">
                  <a16:creationId xmlns:a16="http://schemas.microsoft.com/office/drawing/2014/main" id="{5D3989EA-8F66-4568-BD97-0DCE0A13A6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3670300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" name="Line 381">
              <a:extLst>
                <a:ext uri="{FF2B5EF4-FFF2-40B4-BE49-F238E27FC236}">
                  <a16:creationId xmlns:a16="http://schemas.microsoft.com/office/drawing/2014/main" id="{BE36356B-CD50-4F45-98CA-0D037131F8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5" name="Line 382">
              <a:extLst>
                <a:ext uri="{FF2B5EF4-FFF2-40B4-BE49-F238E27FC236}">
                  <a16:creationId xmlns:a16="http://schemas.microsoft.com/office/drawing/2014/main" id="{1705153F-E36E-49E8-B4EA-3DAD98E07E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5487" y="2763837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" name="Rectangle 383">
              <a:extLst>
                <a:ext uri="{FF2B5EF4-FFF2-40B4-BE49-F238E27FC236}">
                  <a16:creationId xmlns:a16="http://schemas.microsoft.com/office/drawing/2014/main" id="{D03455D5-2BE0-41F2-84E8-51B9F6325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1537" y="2646362"/>
              <a:ext cx="10665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" name="Rectangle 384">
              <a:extLst>
                <a:ext uri="{FF2B5EF4-FFF2-40B4-BE49-F238E27FC236}">
                  <a16:creationId xmlns:a16="http://schemas.microsoft.com/office/drawing/2014/main" id="{9A11C5BF-71F4-4AC1-86C8-D55DFA611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3612" y="2747962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8" name="Rectangle 385">
              <a:extLst>
                <a:ext uri="{FF2B5EF4-FFF2-40B4-BE49-F238E27FC236}">
                  <a16:creationId xmlns:a16="http://schemas.microsoft.com/office/drawing/2014/main" id="{9592E5FF-9D2B-4216-A0CB-F5274AF19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212" y="2646362"/>
              <a:ext cx="10665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" name="Rectangle 386">
              <a:extLst>
                <a:ext uri="{FF2B5EF4-FFF2-40B4-BE49-F238E27FC236}">
                  <a16:creationId xmlns:a16="http://schemas.microsoft.com/office/drawing/2014/main" id="{F64ACD19-7EB0-44D3-A7A3-7FD95CEEC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287" y="2747962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0" name="Rectangle 387">
              <a:extLst>
                <a:ext uri="{FF2B5EF4-FFF2-40B4-BE49-F238E27FC236}">
                  <a16:creationId xmlns:a16="http://schemas.microsoft.com/office/drawing/2014/main" id="{DEE481F0-E732-4D9B-BAEC-6962B4E25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2437" y="2830512"/>
              <a:ext cx="10665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" name="Rectangle 388">
              <a:extLst>
                <a:ext uri="{FF2B5EF4-FFF2-40B4-BE49-F238E27FC236}">
                  <a16:creationId xmlns:a16="http://schemas.microsoft.com/office/drawing/2014/main" id="{60A36098-9897-4DE3-BCAD-473A21D43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6100" y="2932112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2" name="Rectangle 389">
              <a:extLst>
                <a:ext uri="{FF2B5EF4-FFF2-40B4-BE49-F238E27FC236}">
                  <a16:creationId xmlns:a16="http://schemas.microsoft.com/office/drawing/2014/main" id="{A5AC34CA-AFBC-44C5-B21C-87D2574DB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6112" y="2830512"/>
              <a:ext cx="10665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3" name="Rectangle 390">
              <a:extLst>
                <a:ext uri="{FF2B5EF4-FFF2-40B4-BE49-F238E27FC236}">
                  <a16:creationId xmlns:a16="http://schemas.microsoft.com/office/drawing/2014/main" id="{035C3363-1C41-42B7-B9C2-C3C9C7AF8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6600" y="2932112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4" name="Rectangle 391">
              <a:extLst>
                <a:ext uri="{FF2B5EF4-FFF2-40B4-BE49-F238E27FC236}">
                  <a16:creationId xmlns:a16="http://schemas.microsoft.com/office/drawing/2014/main" id="{7CEF724C-12C5-4543-87F2-A9FA00C98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3227387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5" name="Line 392">
              <a:extLst>
                <a:ext uri="{FF2B5EF4-FFF2-40B4-BE49-F238E27FC236}">
                  <a16:creationId xmlns:a16="http://schemas.microsoft.com/office/drawing/2014/main" id="{201B1704-2F24-430C-9860-F7BB7CEA28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3670300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" name="Line 393">
              <a:extLst>
                <a:ext uri="{FF2B5EF4-FFF2-40B4-BE49-F238E27FC236}">
                  <a16:creationId xmlns:a16="http://schemas.microsoft.com/office/drawing/2014/main" id="{72300E33-4D38-4CD3-9C46-47AD3B8374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" name="Rectangle 394">
              <a:extLst>
                <a:ext uri="{FF2B5EF4-FFF2-40B4-BE49-F238E27FC236}">
                  <a16:creationId xmlns:a16="http://schemas.microsoft.com/office/drawing/2014/main" id="{9CB032CD-A736-4904-9D70-2B148BD32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34962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" name="Rectangle 395">
              <a:extLst>
                <a:ext uri="{FF2B5EF4-FFF2-40B4-BE49-F238E27FC236}">
                  <a16:creationId xmlns:a16="http://schemas.microsoft.com/office/drawing/2014/main" id="{05135981-4161-4CB9-98D8-C6F4BD841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965450"/>
              <a:ext cx="15373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" name="Rectangle 396">
              <a:extLst>
                <a:ext uri="{FF2B5EF4-FFF2-40B4-BE49-F238E27FC236}">
                  <a16:creationId xmlns:a16="http://schemas.microsoft.com/office/drawing/2014/main" id="{0D5A127C-AB9F-4569-B45E-A4542D5A8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2600" y="2965450"/>
              <a:ext cx="15373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" name="Rectangle 397">
              <a:extLst>
                <a:ext uri="{FF2B5EF4-FFF2-40B4-BE49-F238E27FC236}">
                  <a16:creationId xmlns:a16="http://schemas.microsoft.com/office/drawing/2014/main" id="{B796BDAF-872E-4A1E-A5D1-E7FDEACC9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0275" y="2965450"/>
              <a:ext cx="148045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" name="Rectangle 398">
              <a:extLst>
                <a:ext uri="{FF2B5EF4-FFF2-40B4-BE49-F238E27FC236}">
                  <a16:creationId xmlns:a16="http://schemas.microsoft.com/office/drawing/2014/main" id="{ACAC4769-B5DE-4CFC-9A7F-392F4C677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2965450"/>
              <a:ext cx="15373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" name="Rectangle 399">
              <a:extLst>
                <a:ext uri="{FF2B5EF4-FFF2-40B4-BE49-F238E27FC236}">
                  <a16:creationId xmlns:a16="http://schemas.microsoft.com/office/drawing/2014/main" id="{0CC9F6FF-2444-4C8D-A3AB-D263EB4AC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34962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" name="Rectangle 400">
              <a:extLst>
                <a:ext uri="{FF2B5EF4-FFF2-40B4-BE49-F238E27FC236}">
                  <a16:creationId xmlns:a16="http://schemas.microsoft.com/office/drawing/2014/main" id="{A39B867A-197E-46F0-9E62-E24DE6CF1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34962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" name="Rectangle 401">
              <a:extLst>
                <a:ext uri="{FF2B5EF4-FFF2-40B4-BE49-F238E27FC236}">
                  <a16:creationId xmlns:a16="http://schemas.microsoft.com/office/drawing/2014/main" id="{AABF3526-E23F-4990-9DBE-EE10BF438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34962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" name="Rectangle 402">
              <a:extLst>
                <a:ext uri="{FF2B5EF4-FFF2-40B4-BE49-F238E27FC236}">
                  <a16:creationId xmlns:a16="http://schemas.microsoft.com/office/drawing/2014/main" id="{DCA77C27-9D34-401F-A90D-A93205E20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79730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" name="Rectangle 403">
              <a:extLst>
                <a:ext uri="{FF2B5EF4-FFF2-40B4-BE49-F238E27FC236}">
                  <a16:creationId xmlns:a16="http://schemas.microsoft.com/office/drawing/2014/main" id="{739ACD23-604A-45B8-8F9E-C43FE1AB7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79730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" name="Rectangle 404">
              <a:extLst>
                <a:ext uri="{FF2B5EF4-FFF2-40B4-BE49-F238E27FC236}">
                  <a16:creationId xmlns:a16="http://schemas.microsoft.com/office/drawing/2014/main" id="{7C993904-FE21-426F-AC78-0F5954D4A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79730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8" name="Rectangle 405">
              <a:extLst>
                <a:ext uri="{FF2B5EF4-FFF2-40B4-BE49-F238E27FC236}">
                  <a16:creationId xmlns:a16="http://schemas.microsoft.com/office/drawing/2014/main" id="{3EC9A350-BB58-40D6-BE7B-3172199A9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4113212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" name="Line 406">
              <a:extLst>
                <a:ext uri="{FF2B5EF4-FFF2-40B4-BE49-F238E27FC236}">
                  <a16:creationId xmlns:a16="http://schemas.microsoft.com/office/drawing/2014/main" id="{04177FF8-5B8E-432B-B9A6-6C9144B046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4556125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" name="Line 407">
              <a:extLst>
                <a:ext uri="{FF2B5EF4-FFF2-40B4-BE49-F238E27FC236}">
                  <a16:creationId xmlns:a16="http://schemas.microsoft.com/office/drawing/2014/main" id="{BF51D861-BDC9-4017-9859-31BD524A25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" name="Rectangle 408">
              <a:extLst>
                <a:ext uri="{FF2B5EF4-FFF2-40B4-BE49-F238E27FC236}">
                  <a16:creationId xmlns:a16="http://schemas.microsoft.com/office/drawing/2014/main" id="{8C7CBE15-3D1C-4A58-9CCC-EBDF0E599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79730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" name="Rectangle 409">
              <a:extLst>
                <a:ext uri="{FF2B5EF4-FFF2-40B4-BE49-F238E27FC236}">
                  <a16:creationId xmlns:a16="http://schemas.microsoft.com/office/drawing/2014/main" id="{93B19716-AA65-42E6-BD03-F88BFF3A9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4113212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" name="Line 410">
              <a:extLst>
                <a:ext uri="{FF2B5EF4-FFF2-40B4-BE49-F238E27FC236}">
                  <a16:creationId xmlns:a16="http://schemas.microsoft.com/office/drawing/2014/main" id="{9F1DE95D-5FF5-4801-98AC-5FD6A058B9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4556125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4" name="Line 411">
              <a:extLst>
                <a:ext uri="{FF2B5EF4-FFF2-40B4-BE49-F238E27FC236}">
                  <a16:creationId xmlns:a16="http://schemas.microsoft.com/office/drawing/2014/main" id="{8342E467-16A6-4A24-B245-E445CADC0F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5" name="Rectangle 412">
              <a:extLst>
                <a:ext uri="{FF2B5EF4-FFF2-40B4-BE49-F238E27FC236}">
                  <a16:creationId xmlns:a16="http://schemas.microsoft.com/office/drawing/2014/main" id="{43329AAA-94C4-4BA5-99FE-8F368182F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24497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" name="Rectangle 413">
              <a:extLst>
                <a:ext uri="{FF2B5EF4-FFF2-40B4-BE49-F238E27FC236}">
                  <a16:creationId xmlns:a16="http://schemas.microsoft.com/office/drawing/2014/main" id="{7474AE2D-95E2-454C-AC63-8A796F83B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24497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" name="Rectangle 414">
              <a:extLst>
                <a:ext uri="{FF2B5EF4-FFF2-40B4-BE49-F238E27FC236}">
                  <a16:creationId xmlns:a16="http://schemas.microsoft.com/office/drawing/2014/main" id="{8C243ABF-AF24-4E70-96B0-413D33ED00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24497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" name="Rectangle 415">
              <a:extLst>
                <a:ext uri="{FF2B5EF4-FFF2-40B4-BE49-F238E27FC236}">
                  <a16:creationId xmlns:a16="http://schemas.microsoft.com/office/drawing/2014/main" id="{E9542836-EE6F-4AAD-AEB5-3018ACA75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244975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" name="Rectangle 416">
              <a:extLst>
                <a:ext uri="{FF2B5EF4-FFF2-40B4-BE49-F238E27FC236}">
                  <a16:creationId xmlns:a16="http://schemas.microsoft.com/office/drawing/2014/main" id="{0A7F6D78-4A17-4D47-A540-D55A9995A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69265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" name="Rectangle 417">
              <a:extLst>
                <a:ext uri="{FF2B5EF4-FFF2-40B4-BE49-F238E27FC236}">
                  <a16:creationId xmlns:a16="http://schemas.microsoft.com/office/drawing/2014/main" id="{6CD3BBA1-B888-43FB-9E06-90886B813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69265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1" name="Rectangle 418">
              <a:extLst>
                <a:ext uri="{FF2B5EF4-FFF2-40B4-BE49-F238E27FC236}">
                  <a16:creationId xmlns:a16="http://schemas.microsoft.com/office/drawing/2014/main" id="{1137B7FA-6D9C-459C-9554-F2C3981C4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69265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2" name="Rectangle 419">
              <a:extLst>
                <a:ext uri="{FF2B5EF4-FFF2-40B4-BE49-F238E27FC236}">
                  <a16:creationId xmlns:a16="http://schemas.microsoft.com/office/drawing/2014/main" id="{528792B7-33CD-4187-ABB1-6F498B6E5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692650"/>
              <a:ext cx="115299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" name="Rectangle 420">
              <a:extLst>
                <a:ext uri="{FF2B5EF4-FFF2-40B4-BE49-F238E27FC236}">
                  <a16:creationId xmlns:a16="http://schemas.microsoft.com/office/drawing/2014/main" id="{6C1369B9-5A74-46B1-92B8-1BDB1C25D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349625"/>
              <a:ext cx="15373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" name="Rectangle 421">
              <a:extLst>
                <a:ext uri="{FF2B5EF4-FFF2-40B4-BE49-F238E27FC236}">
                  <a16:creationId xmlns:a16="http://schemas.microsoft.com/office/drawing/2014/main" id="{3B10E77B-11B6-455A-8968-AF28898B4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797300"/>
              <a:ext cx="15373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5" name="Rectangle 422">
              <a:extLst>
                <a:ext uri="{FF2B5EF4-FFF2-40B4-BE49-F238E27FC236}">
                  <a16:creationId xmlns:a16="http://schemas.microsoft.com/office/drawing/2014/main" id="{BCDFC784-A9CF-4510-8532-FAA107510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4244975"/>
              <a:ext cx="148045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6" name="Rectangle 425">
              <a:extLst>
                <a:ext uri="{FF2B5EF4-FFF2-40B4-BE49-F238E27FC236}">
                  <a16:creationId xmlns:a16="http://schemas.microsoft.com/office/drawing/2014/main" id="{F13C9203-0C77-4523-9A15-504E7A321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300" y="4692650"/>
              <a:ext cx="153732" cy="227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57" name="TextBox 3">
            <a:extLst>
              <a:ext uri="{FF2B5EF4-FFF2-40B4-BE49-F238E27FC236}">
                <a16:creationId xmlns:a16="http://schemas.microsoft.com/office/drawing/2014/main" id="{48C93A70-09B4-42FD-9DD2-86018D5AE1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953" y="2757127"/>
            <a:ext cx="310044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 dirty="0">
                <a:latin typeface="Times" panose="02020603050405020304" pitchFamily="18" charset="0"/>
              </a:rPr>
              <a:t>f(x</a:t>
            </a:r>
            <a:r>
              <a:rPr lang="en-US" altLang="en-US" sz="1400" b="0" baseline="-25000" dirty="0">
                <a:latin typeface="Times" panose="02020603050405020304" pitchFamily="18" charset="0"/>
              </a:rPr>
              <a:t>1</a:t>
            </a:r>
            <a:r>
              <a:rPr lang="en-US" altLang="en-US" sz="1400" b="0" dirty="0">
                <a:latin typeface="Times" panose="02020603050405020304" pitchFamily="18" charset="0"/>
              </a:rPr>
              <a:t>, x</a:t>
            </a:r>
            <a:r>
              <a:rPr lang="en-US" altLang="en-US" sz="1400" b="0" baseline="-25000" dirty="0">
                <a:latin typeface="Times" panose="02020603050405020304" pitchFamily="18" charset="0"/>
              </a:rPr>
              <a:t>2</a:t>
            </a:r>
            <a:r>
              <a:rPr lang="en-US" altLang="en-US" sz="1400" b="0" dirty="0">
                <a:latin typeface="Times" panose="02020603050405020304" pitchFamily="18" charset="0"/>
              </a:rPr>
              <a:t>, x</a:t>
            </a:r>
            <a:r>
              <a:rPr lang="en-US" altLang="en-US" sz="1400" b="0" baseline="-25000" dirty="0">
                <a:latin typeface="Times" panose="02020603050405020304" pitchFamily="18" charset="0"/>
              </a:rPr>
              <a:t>3</a:t>
            </a:r>
            <a:r>
              <a:rPr lang="en-US" altLang="en-US" sz="1400" b="0" dirty="0">
                <a:latin typeface="Times" panose="02020603050405020304" pitchFamily="18" charset="0"/>
              </a:rPr>
              <a:t>, x</a:t>
            </a:r>
            <a:r>
              <a:rPr lang="en-US" altLang="en-US" sz="1400" b="0" baseline="-25000" dirty="0">
                <a:latin typeface="Times" panose="02020603050405020304" pitchFamily="18" charset="0"/>
              </a:rPr>
              <a:t>4</a:t>
            </a:r>
            <a:r>
              <a:rPr lang="en-US" altLang="en-US" sz="1400" b="0" dirty="0">
                <a:latin typeface="Times" panose="02020603050405020304" pitchFamily="18" charset="0"/>
              </a:rPr>
              <a:t>)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 dirty="0">
                <a:latin typeface="Times" panose="02020603050405020304" pitchFamily="18" charset="0"/>
              </a:rPr>
              <a:t>= Σ m(2, 4, 5, 6, 10) + D(12, 13, 14, 15)</a:t>
            </a:r>
          </a:p>
        </p:txBody>
      </p:sp>
    </p:spTree>
  </p:cSld>
  <p:clrMapOvr>
    <a:masterClrMapping/>
  </p:clrMapOvr>
  <p:transition/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5" name="Title 1">
            <a:extLst>
              <a:ext uri="{FF2B5EF4-FFF2-40B4-BE49-F238E27FC236}">
                <a16:creationId xmlns:a16="http://schemas.microsoft.com/office/drawing/2014/main" id="{62163E5B-9866-400A-A028-CA2A7C54442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637879"/>
          </a:xfrm>
        </p:spPr>
        <p:txBody>
          <a:bodyPr/>
          <a:lstStyle/>
          <a:p>
            <a:r>
              <a:rPr lang="en-US" altLang="en-US" sz="3400" dirty="0"/>
              <a:t>Example: Incompletely Specified Function</a:t>
            </a:r>
          </a:p>
        </p:txBody>
      </p:sp>
      <p:sp>
        <p:nvSpPr>
          <p:cNvPr id="72706" name="TextBox 3">
            <a:extLst>
              <a:ext uri="{FF2B5EF4-FFF2-40B4-BE49-F238E27FC236}">
                <a16:creationId xmlns:a16="http://schemas.microsoft.com/office/drawing/2014/main" id="{3B8D8D81-38F2-4DE0-A22E-A49A592C7E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685800"/>
            <a:ext cx="70024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latin typeface="Times" panose="02020603050405020304" pitchFamily="18" charset="0"/>
              </a:rPr>
              <a:t>f(x</a:t>
            </a:r>
            <a:r>
              <a:rPr lang="en-US" altLang="en-US" b="0" baseline="-25000" dirty="0">
                <a:latin typeface="Times" panose="02020603050405020304" pitchFamily="18" charset="0"/>
              </a:rPr>
              <a:t>1</a:t>
            </a:r>
            <a:r>
              <a:rPr lang="en-US" altLang="en-US" b="0" dirty="0">
                <a:latin typeface="Times" panose="02020603050405020304" pitchFamily="18" charset="0"/>
              </a:rPr>
              <a:t>, x</a:t>
            </a:r>
            <a:r>
              <a:rPr lang="en-US" altLang="en-US" b="0" baseline="-25000" dirty="0">
                <a:latin typeface="Times" panose="02020603050405020304" pitchFamily="18" charset="0"/>
              </a:rPr>
              <a:t>2</a:t>
            </a:r>
            <a:r>
              <a:rPr lang="en-US" altLang="en-US" b="0" dirty="0">
                <a:latin typeface="Times" panose="02020603050405020304" pitchFamily="18" charset="0"/>
              </a:rPr>
              <a:t>, x</a:t>
            </a:r>
            <a:r>
              <a:rPr lang="en-US" altLang="en-US" b="0" baseline="-25000" dirty="0">
                <a:latin typeface="Times" panose="02020603050405020304" pitchFamily="18" charset="0"/>
              </a:rPr>
              <a:t>3</a:t>
            </a:r>
            <a:r>
              <a:rPr lang="en-US" altLang="en-US" b="0" dirty="0">
                <a:latin typeface="Times" panose="02020603050405020304" pitchFamily="18" charset="0"/>
              </a:rPr>
              <a:t>, x</a:t>
            </a:r>
            <a:r>
              <a:rPr lang="en-US" altLang="en-US" b="0" baseline="-25000" dirty="0">
                <a:latin typeface="Times" panose="02020603050405020304" pitchFamily="18" charset="0"/>
              </a:rPr>
              <a:t>4</a:t>
            </a:r>
            <a:r>
              <a:rPr lang="en-US" altLang="en-US" b="0" dirty="0">
                <a:latin typeface="Times" panose="02020603050405020304" pitchFamily="18" charset="0"/>
              </a:rPr>
              <a:t>) = Σ m(2, 4, 5, 6, 10) + D(12, 13, 14, 15)</a:t>
            </a:r>
          </a:p>
        </p:txBody>
      </p:sp>
      <p:graphicFrame>
        <p:nvGraphicFramePr>
          <p:cNvPr id="72708" name="Object 3">
            <a:extLst>
              <a:ext uri="{FF2B5EF4-FFF2-40B4-BE49-F238E27FC236}">
                <a16:creationId xmlns:a16="http://schemas.microsoft.com/office/drawing/2014/main" id="{83CFC129-535B-44F0-8804-A10C1F48BD94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55850963"/>
              </p:ext>
            </p:extLst>
          </p:nvPr>
        </p:nvGraphicFramePr>
        <p:xfrm>
          <a:off x="152400" y="1600200"/>
          <a:ext cx="2055813" cy="43703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74" name="Document" r:id="rId3" imgW="0" imgH="0" progId="Word.Document.8">
                  <p:embed/>
                </p:oleObj>
              </mc:Choice>
              <mc:Fallback>
                <p:oleObj name="Document" r:id="rId3" imgW="0" imgH="0" progId="Word.Document.8">
                  <p:embed/>
                  <p:pic>
                    <p:nvPicPr>
                      <p:cNvPr id="72708" name="Object 3">
                        <a:extLst>
                          <a:ext uri="{FF2B5EF4-FFF2-40B4-BE49-F238E27FC236}">
                            <a16:creationId xmlns:a16="http://schemas.microsoft.com/office/drawing/2014/main" id="{83CFC129-535B-44F0-8804-A10C1F48BD94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2400" y="1600200"/>
                        <a:ext cx="2055813" cy="43703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" name="Picture 2">
            <a:extLst>
              <a:ext uri="{FF2B5EF4-FFF2-40B4-BE49-F238E27FC236}">
                <a16:creationId xmlns:a16="http://schemas.microsoft.com/office/drawing/2014/main" id="{C4BAAC37-FFEC-4D2C-B607-E4A35079893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2200" y="1106380"/>
            <a:ext cx="3421063" cy="2638343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C1493352-0BF2-46A3-A3DD-21EF1D724DF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286000" y="3676565"/>
            <a:ext cx="3763615" cy="2800435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CCD8E244-BE5C-4069-83C3-96A436884D6F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395796" y="1743091"/>
            <a:ext cx="2595804" cy="1076309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3CD217C0-7E06-4CE6-9672-D3F04C0CF5D2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019800" y="4750493"/>
            <a:ext cx="3016598" cy="708719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8FF321AD-5026-D44E-89AB-4ADBEB96546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1981200"/>
            <a:ext cx="9144000" cy="1066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Example:</a:t>
            </a:r>
            <a:br>
              <a:rPr lang="en-US" dirty="0">
                <a:ea typeface="+mj-ea"/>
                <a:cs typeface="+mj-cs"/>
              </a:rPr>
            </a:br>
            <a:r>
              <a:rPr lang="en-US" dirty="0">
                <a:ea typeface="+mj-ea"/>
                <a:cs typeface="+mj-cs"/>
              </a:rPr>
              <a:t> A circuit with multiple outputs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14FA6EC-408B-4401-A136-6277CF36B7C3}"/>
                  </a:ext>
                </a:extLst>
              </p14:cNvPr>
              <p14:cNvContentPartPr/>
              <p14:nvPr/>
            </p14:nvContentPartPr>
            <p14:xfrm>
              <a:off x="4619520" y="429480"/>
              <a:ext cx="3975840" cy="14504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14FA6EC-408B-4401-A136-6277CF36B7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610160" y="420120"/>
                <a:ext cx="3994560" cy="14691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1" name="Title 1">
            <a:extLst>
              <a:ext uri="{FF2B5EF4-FFF2-40B4-BE49-F238E27FC236}">
                <a16:creationId xmlns:a16="http://schemas.microsoft.com/office/drawing/2014/main" id="{CF0DA034-E42E-4156-AF84-324D9A5118F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76200"/>
            <a:ext cx="8915400" cy="685800"/>
          </a:xfrm>
        </p:spPr>
        <p:txBody>
          <a:bodyPr/>
          <a:lstStyle/>
          <a:p>
            <a:r>
              <a:rPr lang="en-US" altLang="en-US" dirty="0"/>
              <a:t>Seven-Segment Indicator</a:t>
            </a:r>
          </a:p>
        </p:txBody>
      </p:sp>
      <p:pic>
        <p:nvPicPr>
          <p:cNvPr id="76802" name="Picture 3" descr="Screen shot 2013-09-23 at 1.48.29 PM.png">
            <a:extLst>
              <a:ext uri="{FF2B5EF4-FFF2-40B4-BE49-F238E27FC236}">
                <a16:creationId xmlns:a16="http://schemas.microsoft.com/office/drawing/2014/main" id="{3A3563CC-010D-4E48-8ABD-2409ECAE479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1143000"/>
            <a:ext cx="7123113" cy="3886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F824CE5E-BE93-424C-BE8D-D422B721CD6D}"/>
                  </a:ext>
                </a:extLst>
              </p14:cNvPr>
              <p14:cNvContentPartPr/>
              <p14:nvPr/>
            </p14:nvContentPartPr>
            <p14:xfrm>
              <a:off x="7509600" y="204840"/>
              <a:ext cx="1226160" cy="10195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F824CE5E-BE93-424C-BE8D-D422B721CD6D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500240" y="195480"/>
                <a:ext cx="1244880" cy="10382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5" name="Title 1">
            <a:extLst>
              <a:ext uri="{FF2B5EF4-FFF2-40B4-BE49-F238E27FC236}">
                <a16:creationId xmlns:a16="http://schemas.microsoft.com/office/drawing/2014/main" id="{0822CE58-CECA-4A77-B27E-A7B7B421F4B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76200"/>
            <a:ext cx="8915400" cy="493478"/>
          </a:xfrm>
        </p:spPr>
        <p:txBody>
          <a:bodyPr/>
          <a:lstStyle/>
          <a:p>
            <a:r>
              <a:rPr lang="en-US" altLang="en-US" sz="3400" dirty="0"/>
              <a:t>Seven-Segment Indicator</a:t>
            </a:r>
          </a:p>
        </p:txBody>
      </p:sp>
      <p:pic>
        <p:nvPicPr>
          <p:cNvPr id="77826" name="Picture 3" descr="Screen shot 2013-09-23 at 1.48.29 PM.png">
            <a:extLst>
              <a:ext uri="{FF2B5EF4-FFF2-40B4-BE49-F238E27FC236}">
                <a16:creationId xmlns:a16="http://schemas.microsoft.com/office/drawing/2014/main" id="{66EE554D-609B-4552-B861-F8E0DF3A8B5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63" y="1143000"/>
            <a:ext cx="4189237" cy="228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7827" name="Picture 2" descr="Screen shot 2013-09-23 at 1.47.58 PM.png">
            <a:extLst>
              <a:ext uri="{FF2B5EF4-FFF2-40B4-BE49-F238E27FC236}">
                <a16:creationId xmlns:a16="http://schemas.microsoft.com/office/drawing/2014/main" id="{DBD8FEE3-01DD-491D-9BFB-FD2DD59F1D1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3550" y="569678"/>
            <a:ext cx="4641850" cy="415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6E802A59-C33D-4886-BEA0-328BDD5E9C2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696356">
            <a:off x="4528118" y="4642540"/>
            <a:ext cx="1923739" cy="1965848"/>
          </a:xfrm>
          <a:prstGeom prst="rect">
            <a:avLst/>
          </a:prstGeom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5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82E9028-0E52-44A9-B8A2-2D4777BA608C}"/>
                  </a:ext>
                </a:extLst>
              </p14:cNvPr>
              <p14:cNvContentPartPr/>
              <p14:nvPr/>
            </p14:nvContentPartPr>
            <p14:xfrm>
              <a:off x="3939840" y="115200"/>
              <a:ext cx="4257720" cy="56584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82E9028-0E52-44A9-B8A2-2D4777BA608C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3930480" y="105840"/>
                <a:ext cx="4276440" cy="56772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49" name="Title 1">
            <a:extLst>
              <a:ext uri="{FF2B5EF4-FFF2-40B4-BE49-F238E27FC236}">
                <a16:creationId xmlns:a16="http://schemas.microsoft.com/office/drawing/2014/main" id="{69643BA7-2C6D-4600-9BA3-D10798F325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76200"/>
            <a:ext cx="8915400" cy="533400"/>
          </a:xfrm>
        </p:spPr>
        <p:txBody>
          <a:bodyPr/>
          <a:lstStyle/>
          <a:p>
            <a:r>
              <a:rPr lang="en-US" altLang="en-US" dirty="0"/>
              <a:t>Seven-Segment Indicator</a:t>
            </a:r>
          </a:p>
        </p:txBody>
      </p:sp>
      <p:pic>
        <p:nvPicPr>
          <p:cNvPr id="78850" name="Picture 2" descr="Screen shot 2014-02-10 at 2.56.39 PM.png">
            <a:extLst>
              <a:ext uri="{FF2B5EF4-FFF2-40B4-BE49-F238E27FC236}">
                <a16:creationId xmlns:a16="http://schemas.microsoft.com/office/drawing/2014/main" id="{9CAF5D06-0F8D-481A-90A6-E4717BDDC21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609600"/>
            <a:ext cx="4348163" cy="350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3E9C2FAE-1DD0-084F-8232-B718E9BD964F}"/>
              </a:ext>
            </a:extLst>
          </p:cNvPr>
          <p:cNvSpPr txBox="1"/>
          <p:nvPr/>
        </p:nvSpPr>
        <p:spPr>
          <a:xfrm>
            <a:off x="438150" y="4038600"/>
            <a:ext cx="1365250" cy="157003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0     1     0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1     0     1     1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1     1     0     1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1     1     1     0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</a:t>
            </a:r>
          </a:p>
        </p:txBody>
      </p:sp>
    </p:spTree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3" name="Title 1">
            <a:extLst>
              <a:ext uri="{FF2B5EF4-FFF2-40B4-BE49-F238E27FC236}">
                <a16:creationId xmlns:a16="http://schemas.microsoft.com/office/drawing/2014/main" id="{F4145853-1EE8-4CFA-B319-6C1538DFB7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76200"/>
            <a:ext cx="8915400" cy="533400"/>
          </a:xfrm>
        </p:spPr>
        <p:txBody>
          <a:bodyPr/>
          <a:lstStyle/>
          <a:p>
            <a:r>
              <a:rPr lang="en-US" altLang="en-US" dirty="0"/>
              <a:t>Seven-Segment Indicator</a:t>
            </a:r>
          </a:p>
        </p:txBody>
      </p:sp>
      <p:pic>
        <p:nvPicPr>
          <p:cNvPr id="79874" name="Picture 2" descr="Screen shot 2014-02-10 at 2.56.39 PM.png">
            <a:extLst>
              <a:ext uri="{FF2B5EF4-FFF2-40B4-BE49-F238E27FC236}">
                <a16:creationId xmlns:a16="http://schemas.microsoft.com/office/drawing/2014/main" id="{A5EB71F8-9987-4A9F-99F6-EB907C4F259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685800"/>
            <a:ext cx="4348163" cy="350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6EE9A4E6-C18B-3A4C-AB6D-1CB7D726027C}"/>
              </a:ext>
            </a:extLst>
          </p:cNvPr>
          <p:cNvSpPr txBox="1"/>
          <p:nvPr/>
        </p:nvSpPr>
        <p:spPr>
          <a:xfrm>
            <a:off x="438150" y="4114800"/>
            <a:ext cx="1365250" cy="157003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0     1     0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1     0     1     1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1     1     0     1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1     1     1     0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</a:t>
            </a:r>
          </a:p>
        </p:txBody>
      </p:sp>
      <p:sp>
        <p:nvSpPr>
          <p:cNvPr id="79876" name="TextBox 4">
            <a:extLst>
              <a:ext uri="{FF2B5EF4-FFF2-40B4-BE49-F238E27FC236}">
                <a16:creationId xmlns:a16="http://schemas.microsoft.com/office/drawing/2014/main" id="{C236E7E3-CA52-4D4F-AAB3-65131A473C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6288" y="4116388"/>
            <a:ext cx="2582862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d     d     d     d    d     d     d       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d     d     d     d    d     d     d     d     d     d     d    d     d     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d     d     d     d    d     d     d     d     d     d     d    d     d     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d     d     d     d    d     d     d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18FF6C9A-5BF0-4EC2-AE9B-2E834ED553B7}"/>
                  </a:ext>
                </a:extLst>
              </p14:cNvPr>
              <p14:cNvContentPartPr/>
              <p14:nvPr/>
            </p14:nvContentPartPr>
            <p14:xfrm>
              <a:off x="5113440" y="715320"/>
              <a:ext cx="2283840" cy="10663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18FF6C9A-5BF0-4EC2-AE9B-2E834ED553B7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104080" y="705960"/>
                <a:ext cx="2302560" cy="10850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Title 1">
            <a:extLst>
              <a:ext uri="{FF2B5EF4-FFF2-40B4-BE49-F238E27FC236}">
                <a16:creationId xmlns:a16="http://schemas.microsoft.com/office/drawing/2014/main" id="{D7F4627E-66A2-4336-9E70-F84E6536535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76200"/>
            <a:ext cx="8915400" cy="403225"/>
          </a:xfrm>
        </p:spPr>
        <p:txBody>
          <a:bodyPr/>
          <a:lstStyle/>
          <a:p>
            <a:r>
              <a:rPr lang="en-US" altLang="en-US" dirty="0"/>
              <a:t>Seven-Segment Indicator</a:t>
            </a:r>
          </a:p>
        </p:txBody>
      </p:sp>
      <p:pic>
        <p:nvPicPr>
          <p:cNvPr id="80898" name="Picture 2" descr="Screen shot 2014-02-10 at 2.56.39 PM.png">
            <a:extLst>
              <a:ext uri="{FF2B5EF4-FFF2-40B4-BE49-F238E27FC236}">
                <a16:creationId xmlns:a16="http://schemas.microsoft.com/office/drawing/2014/main" id="{2E8983FD-16C7-49C6-B8D2-32B58BA9DF9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609600"/>
            <a:ext cx="4348163" cy="350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6A311FF4-9790-B540-B14E-E94BD4221498}"/>
              </a:ext>
            </a:extLst>
          </p:cNvPr>
          <p:cNvSpPr txBox="1"/>
          <p:nvPr/>
        </p:nvSpPr>
        <p:spPr>
          <a:xfrm>
            <a:off x="438150" y="4038600"/>
            <a:ext cx="1365250" cy="157003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0     1     0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1     0     1     1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1     1     0     1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1     1     1     0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</a:t>
            </a:r>
          </a:p>
        </p:txBody>
      </p:sp>
      <p:sp>
        <p:nvSpPr>
          <p:cNvPr id="80900" name="TextBox 4">
            <a:extLst>
              <a:ext uri="{FF2B5EF4-FFF2-40B4-BE49-F238E27FC236}">
                <a16:creationId xmlns:a16="http://schemas.microsoft.com/office/drawing/2014/main" id="{F549AE6A-0170-4D86-940A-E0EA06074B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6288" y="4040188"/>
            <a:ext cx="2582862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d     d     d     d    d     d     d       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d     d     d     d    d     d     d     d     d     d     d    d     d     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d     d     d     d    d     d     d     d     d     d     d    d     d     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d     d     d     d    d     d     d</a:t>
            </a:r>
          </a:p>
        </p:txBody>
      </p:sp>
      <p:sp>
        <p:nvSpPr>
          <p:cNvPr id="80901" name="Rectangle 10">
            <a:extLst>
              <a:ext uri="{FF2B5EF4-FFF2-40B4-BE49-F238E27FC236}">
                <a16:creationId xmlns:a16="http://schemas.microsoft.com/office/drawing/2014/main" id="{22911588-C0B0-45E3-AE3A-88BB8C6CC0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2475" y="623888"/>
            <a:ext cx="338138" cy="5068887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solidFill>
              <a:srgbClr val="008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  <p:transition/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1" name="Title 1">
            <a:extLst>
              <a:ext uri="{FF2B5EF4-FFF2-40B4-BE49-F238E27FC236}">
                <a16:creationId xmlns:a16="http://schemas.microsoft.com/office/drawing/2014/main" id="{BB5C1B95-62ED-4F17-90A8-04EE6BD0089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93662"/>
            <a:ext cx="8915400" cy="419100"/>
          </a:xfrm>
        </p:spPr>
        <p:txBody>
          <a:bodyPr/>
          <a:lstStyle/>
          <a:p>
            <a:r>
              <a:rPr lang="en-US" altLang="en-US" dirty="0"/>
              <a:t>Seven-Segment Indicator</a:t>
            </a:r>
          </a:p>
        </p:txBody>
      </p:sp>
      <p:pic>
        <p:nvPicPr>
          <p:cNvPr id="81922" name="Picture 2" descr="Screen shot 2014-02-10 at 2.56.39 PM.png">
            <a:extLst>
              <a:ext uri="{FF2B5EF4-FFF2-40B4-BE49-F238E27FC236}">
                <a16:creationId xmlns:a16="http://schemas.microsoft.com/office/drawing/2014/main" id="{3C032EF5-B2E0-4974-8A40-D7FDD0AA2EF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855662"/>
            <a:ext cx="4348163" cy="350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1D5D405F-FE8C-DB45-85AE-91CCAC567E2F}"/>
              </a:ext>
            </a:extLst>
          </p:cNvPr>
          <p:cNvSpPr txBox="1"/>
          <p:nvPr/>
        </p:nvSpPr>
        <p:spPr>
          <a:xfrm>
            <a:off x="438150" y="4284662"/>
            <a:ext cx="1365250" cy="157003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0     1     0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1     0     1     1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1     1     0     1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1     1     1     0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</a:t>
            </a:r>
          </a:p>
        </p:txBody>
      </p:sp>
      <p:sp>
        <p:nvSpPr>
          <p:cNvPr id="81924" name="TextBox 4">
            <a:extLst>
              <a:ext uri="{FF2B5EF4-FFF2-40B4-BE49-F238E27FC236}">
                <a16:creationId xmlns:a16="http://schemas.microsoft.com/office/drawing/2014/main" id="{F3E63F6B-98E2-485D-9226-6747F2DF7E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6288" y="4286250"/>
            <a:ext cx="2582862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d     d     d     d    d     d     d       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d     d     d     d    d     d     d     d     d     d     d    d     d     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d     d     d     d    d     d     d     d     d     d     d    d     d     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d     d     d     d    d     d     d</a:t>
            </a:r>
          </a:p>
        </p:txBody>
      </p:sp>
      <p:sp>
        <p:nvSpPr>
          <p:cNvPr id="81925" name="Rectangle 10">
            <a:extLst>
              <a:ext uri="{FF2B5EF4-FFF2-40B4-BE49-F238E27FC236}">
                <a16:creationId xmlns:a16="http://schemas.microsoft.com/office/drawing/2014/main" id="{8DC66C4D-DB86-42EC-88AD-DEAC1E1C48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2475" y="869950"/>
            <a:ext cx="338138" cy="5068887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solidFill>
              <a:srgbClr val="008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81927" name="Group 54">
            <a:extLst>
              <a:ext uri="{FF2B5EF4-FFF2-40B4-BE49-F238E27FC236}">
                <a16:creationId xmlns:a16="http://schemas.microsoft.com/office/drawing/2014/main" id="{DE2C0546-11B8-433A-9959-FFE7A40DC20F}"/>
              </a:ext>
            </a:extLst>
          </p:cNvPr>
          <p:cNvGrpSpPr>
            <a:grpSpLocks/>
          </p:cNvGrpSpPr>
          <p:nvPr/>
        </p:nvGrpSpPr>
        <p:grpSpPr bwMode="auto">
          <a:xfrm>
            <a:off x="4724400" y="3589974"/>
            <a:ext cx="3422218" cy="3037585"/>
            <a:chOff x="5791200" y="990600"/>
            <a:chExt cx="2994851" cy="2857177"/>
          </a:xfrm>
        </p:grpSpPr>
        <p:pic>
          <p:nvPicPr>
            <p:cNvPr id="81928" name="Picture 3" descr="F:\LogicBook\PowerPoint\chapter4\figure4.6.wmf">
              <a:extLst>
                <a:ext uri="{FF2B5EF4-FFF2-40B4-BE49-F238E27FC236}">
                  <a16:creationId xmlns:a16="http://schemas.microsoft.com/office/drawing/2014/main" id="{BF3F01EE-5E99-429E-AF08-55D1E40E62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86356" y="990600"/>
              <a:ext cx="2899695" cy="28571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1929" name="Picture 53" descr="Screen shot 2014-02-10 at 3.06.11 PM.png">
              <a:extLst>
                <a:ext uri="{FF2B5EF4-FFF2-40B4-BE49-F238E27FC236}">
                  <a16:creationId xmlns:a16="http://schemas.microsoft.com/office/drawing/2014/main" id="{1042F50C-B6FF-4DB9-9A89-6E41C961A5B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91200" y="1063252"/>
              <a:ext cx="928648" cy="670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3" name="Group 65">
            <a:extLst>
              <a:ext uri="{FF2B5EF4-FFF2-40B4-BE49-F238E27FC236}">
                <a16:creationId xmlns:a16="http://schemas.microsoft.com/office/drawing/2014/main" id="{D9F6F34B-5DFA-474F-A3FA-7B349C4CBF9E}"/>
              </a:ext>
            </a:extLst>
          </p:cNvPr>
          <p:cNvGrpSpPr>
            <a:grpSpLocks/>
          </p:cNvGrpSpPr>
          <p:nvPr/>
        </p:nvGrpSpPr>
        <p:grpSpPr bwMode="auto">
          <a:xfrm>
            <a:off x="4800600" y="685800"/>
            <a:ext cx="2819400" cy="2582226"/>
            <a:chOff x="5532437" y="2646362"/>
            <a:chExt cx="2508250" cy="2373313"/>
          </a:xfrm>
        </p:grpSpPr>
        <p:sp>
          <p:nvSpPr>
            <p:cNvPr id="104" name="Rectangle 379">
              <a:extLst>
                <a:ext uri="{FF2B5EF4-FFF2-40B4-BE49-F238E27FC236}">
                  <a16:creationId xmlns:a16="http://schemas.microsoft.com/office/drawing/2014/main" id="{3D62638C-FDA4-4E0A-9563-19EC4E176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227387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" name="Line 380">
              <a:extLst>
                <a:ext uri="{FF2B5EF4-FFF2-40B4-BE49-F238E27FC236}">
                  <a16:creationId xmlns:a16="http://schemas.microsoft.com/office/drawing/2014/main" id="{40662EED-477B-436A-BF01-B92ECFC2AF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3670300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" name="Line 381">
              <a:extLst>
                <a:ext uri="{FF2B5EF4-FFF2-40B4-BE49-F238E27FC236}">
                  <a16:creationId xmlns:a16="http://schemas.microsoft.com/office/drawing/2014/main" id="{A0311998-B34F-44B8-A45A-3E1B8C77E9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7" name="Line 382">
              <a:extLst>
                <a:ext uri="{FF2B5EF4-FFF2-40B4-BE49-F238E27FC236}">
                  <a16:creationId xmlns:a16="http://schemas.microsoft.com/office/drawing/2014/main" id="{A30C68B6-136A-4013-A301-1C2A3D9696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5487" y="2763837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" name="Rectangle 383">
              <a:extLst>
                <a:ext uri="{FF2B5EF4-FFF2-40B4-BE49-F238E27FC236}">
                  <a16:creationId xmlns:a16="http://schemas.microsoft.com/office/drawing/2014/main" id="{9A2771C4-D17A-40E2-90C8-5F27DF26F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1537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" name="Rectangle 384">
              <a:extLst>
                <a:ext uri="{FF2B5EF4-FFF2-40B4-BE49-F238E27FC236}">
                  <a16:creationId xmlns:a16="http://schemas.microsoft.com/office/drawing/2014/main" id="{4DAFF470-6616-4A08-8BA9-91935BA34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3612" y="274796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" name="Rectangle 385">
              <a:extLst>
                <a:ext uri="{FF2B5EF4-FFF2-40B4-BE49-F238E27FC236}">
                  <a16:creationId xmlns:a16="http://schemas.microsoft.com/office/drawing/2014/main" id="{5DF17DE8-C2A7-4AA1-ACB3-A9FE8F3B5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212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" name="Rectangle 386">
              <a:extLst>
                <a:ext uri="{FF2B5EF4-FFF2-40B4-BE49-F238E27FC236}">
                  <a16:creationId xmlns:a16="http://schemas.microsoft.com/office/drawing/2014/main" id="{3B76F707-DB3D-444E-B8CC-2C47FFA75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287" y="2747962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" name="Rectangle 387">
              <a:extLst>
                <a:ext uri="{FF2B5EF4-FFF2-40B4-BE49-F238E27FC236}">
                  <a16:creationId xmlns:a16="http://schemas.microsoft.com/office/drawing/2014/main" id="{27203427-BA4A-4705-A2C3-F4C8E4D91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2437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" name="Rectangle 388">
              <a:extLst>
                <a:ext uri="{FF2B5EF4-FFF2-40B4-BE49-F238E27FC236}">
                  <a16:creationId xmlns:a16="http://schemas.microsoft.com/office/drawing/2014/main" id="{DA13A9DF-5A69-46BC-AA4B-2934E6251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61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" name="Rectangle 389">
              <a:extLst>
                <a:ext uri="{FF2B5EF4-FFF2-40B4-BE49-F238E27FC236}">
                  <a16:creationId xmlns:a16="http://schemas.microsoft.com/office/drawing/2014/main" id="{9B5F64BD-510A-40E5-85B2-92C9BD136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6112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5" name="Rectangle 390">
              <a:extLst>
                <a:ext uri="{FF2B5EF4-FFF2-40B4-BE49-F238E27FC236}">
                  <a16:creationId xmlns:a16="http://schemas.microsoft.com/office/drawing/2014/main" id="{AD94D025-5748-4C67-9DD8-6AFEB1A13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66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" name="Rectangle 391">
              <a:extLst>
                <a:ext uri="{FF2B5EF4-FFF2-40B4-BE49-F238E27FC236}">
                  <a16:creationId xmlns:a16="http://schemas.microsoft.com/office/drawing/2014/main" id="{9A2671C5-2348-4034-9C76-0D59838D9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3227387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" name="Line 392">
              <a:extLst>
                <a:ext uri="{FF2B5EF4-FFF2-40B4-BE49-F238E27FC236}">
                  <a16:creationId xmlns:a16="http://schemas.microsoft.com/office/drawing/2014/main" id="{B9EE92F9-1355-415A-AE52-9B95A13119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3670300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8" name="Line 393">
              <a:extLst>
                <a:ext uri="{FF2B5EF4-FFF2-40B4-BE49-F238E27FC236}">
                  <a16:creationId xmlns:a16="http://schemas.microsoft.com/office/drawing/2014/main" id="{F8C8FB23-92DF-4D69-BBE3-CF9415A08C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" name="Rectangle 394">
              <a:extLst>
                <a:ext uri="{FF2B5EF4-FFF2-40B4-BE49-F238E27FC236}">
                  <a16:creationId xmlns:a16="http://schemas.microsoft.com/office/drawing/2014/main" id="{203F8A0E-6A97-4812-8435-3F4673499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0" name="Rectangle 395">
              <a:extLst>
                <a:ext uri="{FF2B5EF4-FFF2-40B4-BE49-F238E27FC236}">
                  <a16:creationId xmlns:a16="http://schemas.microsoft.com/office/drawing/2014/main" id="{42A22AB0-2F02-4879-87A7-9647EAA49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" name="Rectangle 396">
              <a:extLst>
                <a:ext uri="{FF2B5EF4-FFF2-40B4-BE49-F238E27FC236}">
                  <a16:creationId xmlns:a16="http://schemas.microsoft.com/office/drawing/2014/main" id="{0A734ADD-D4B5-4EEA-951C-CB8B05E8A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260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2" name="Rectangle 397">
              <a:extLst>
                <a:ext uri="{FF2B5EF4-FFF2-40B4-BE49-F238E27FC236}">
                  <a16:creationId xmlns:a16="http://schemas.microsoft.com/office/drawing/2014/main" id="{4E782A54-1DAE-4412-9511-B242C84CB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027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3" name="Rectangle 398">
              <a:extLst>
                <a:ext uri="{FF2B5EF4-FFF2-40B4-BE49-F238E27FC236}">
                  <a16:creationId xmlns:a16="http://schemas.microsoft.com/office/drawing/2014/main" id="{8D5EB5D0-DEF8-44A4-A2B0-37B91804D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4" name="Rectangle 399">
              <a:extLst>
                <a:ext uri="{FF2B5EF4-FFF2-40B4-BE49-F238E27FC236}">
                  <a16:creationId xmlns:a16="http://schemas.microsoft.com/office/drawing/2014/main" id="{674979CD-5B01-405F-8E7D-090C18DFB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5" name="Rectangle 400">
              <a:extLst>
                <a:ext uri="{FF2B5EF4-FFF2-40B4-BE49-F238E27FC236}">
                  <a16:creationId xmlns:a16="http://schemas.microsoft.com/office/drawing/2014/main" id="{45A0F5BF-EFB0-406F-B3C4-DEF6B3230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3496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" name="Rectangle 401">
              <a:extLst>
                <a:ext uri="{FF2B5EF4-FFF2-40B4-BE49-F238E27FC236}">
                  <a16:creationId xmlns:a16="http://schemas.microsoft.com/office/drawing/2014/main" id="{0DA58662-B130-4987-BF1B-10A5978EF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" name="Rectangle 402">
              <a:extLst>
                <a:ext uri="{FF2B5EF4-FFF2-40B4-BE49-F238E27FC236}">
                  <a16:creationId xmlns:a16="http://schemas.microsoft.com/office/drawing/2014/main" id="{4203C9DF-9482-4BA3-AA8D-1636FA64B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7973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" name="Rectangle 403">
              <a:extLst>
                <a:ext uri="{FF2B5EF4-FFF2-40B4-BE49-F238E27FC236}">
                  <a16:creationId xmlns:a16="http://schemas.microsoft.com/office/drawing/2014/main" id="{D5A97CD0-F3D5-4F04-841D-9C3C882DD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7973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" name="Rectangle 404">
              <a:extLst>
                <a:ext uri="{FF2B5EF4-FFF2-40B4-BE49-F238E27FC236}">
                  <a16:creationId xmlns:a16="http://schemas.microsoft.com/office/drawing/2014/main" id="{AA2B7458-A88A-4A70-B33F-4B2BBDED2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7973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" name="Rectangle 405">
              <a:extLst>
                <a:ext uri="{FF2B5EF4-FFF2-40B4-BE49-F238E27FC236}">
                  <a16:creationId xmlns:a16="http://schemas.microsoft.com/office/drawing/2014/main" id="{E6B5B379-2794-490C-87F8-2FA68F998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4113212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" name="Line 406">
              <a:extLst>
                <a:ext uri="{FF2B5EF4-FFF2-40B4-BE49-F238E27FC236}">
                  <a16:creationId xmlns:a16="http://schemas.microsoft.com/office/drawing/2014/main" id="{F2C3FBEA-FAB7-45E9-BF62-97A5F1A5F3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4556125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" name="Line 407">
              <a:extLst>
                <a:ext uri="{FF2B5EF4-FFF2-40B4-BE49-F238E27FC236}">
                  <a16:creationId xmlns:a16="http://schemas.microsoft.com/office/drawing/2014/main" id="{BEAE029C-B66F-4388-88C0-1097D87501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" name="Rectangle 408">
              <a:extLst>
                <a:ext uri="{FF2B5EF4-FFF2-40B4-BE49-F238E27FC236}">
                  <a16:creationId xmlns:a16="http://schemas.microsoft.com/office/drawing/2014/main" id="{91635BEB-9064-4DFE-8CF9-8EC0D87AB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79730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" name="Rectangle 409">
              <a:extLst>
                <a:ext uri="{FF2B5EF4-FFF2-40B4-BE49-F238E27FC236}">
                  <a16:creationId xmlns:a16="http://schemas.microsoft.com/office/drawing/2014/main" id="{6AC86956-F8B2-45E9-9BF2-ECC47F8B6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4113212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" name="Line 410">
              <a:extLst>
                <a:ext uri="{FF2B5EF4-FFF2-40B4-BE49-F238E27FC236}">
                  <a16:creationId xmlns:a16="http://schemas.microsoft.com/office/drawing/2014/main" id="{91BFE983-ED0D-43D2-B401-E2D4651217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4556125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" name="Line 411">
              <a:extLst>
                <a:ext uri="{FF2B5EF4-FFF2-40B4-BE49-F238E27FC236}">
                  <a16:creationId xmlns:a16="http://schemas.microsoft.com/office/drawing/2014/main" id="{DC9C198A-B53B-475C-B8BE-C0A292961F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" name="Rectangle 412">
              <a:extLst>
                <a:ext uri="{FF2B5EF4-FFF2-40B4-BE49-F238E27FC236}">
                  <a16:creationId xmlns:a16="http://schemas.microsoft.com/office/drawing/2014/main" id="{5B82FC89-8E11-49A4-B0B2-D5F0DE846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8" name="Rectangle 413">
              <a:extLst>
                <a:ext uri="{FF2B5EF4-FFF2-40B4-BE49-F238E27FC236}">
                  <a16:creationId xmlns:a16="http://schemas.microsoft.com/office/drawing/2014/main" id="{F184A2B6-C325-4332-AD0A-B6160D43B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" name="Rectangle 414">
              <a:extLst>
                <a:ext uri="{FF2B5EF4-FFF2-40B4-BE49-F238E27FC236}">
                  <a16:creationId xmlns:a16="http://schemas.microsoft.com/office/drawing/2014/main" id="{88BA4D08-BFE0-42D7-86D2-03B8D0AF5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2449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" name="Rectangle 415">
              <a:extLst>
                <a:ext uri="{FF2B5EF4-FFF2-40B4-BE49-F238E27FC236}">
                  <a16:creationId xmlns:a16="http://schemas.microsoft.com/office/drawing/2014/main" id="{F5F10954-2FE9-4B9B-91F7-699BBA670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" name="Rectangle 416">
              <a:extLst>
                <a:ext uri="{FF2B5EF4-FFF2-40B4-BE49-F238E27FC236}">
                  <a16:creationId xmlns:a16="http://schemas.microsoft.com/office/drawing/2014/main" id="{4B89256E-0DAA-4A52-9073-68E7C8562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69265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" name="Rectangle 417">
              <a:extLst>
                <a:ext uri="{FF2B5EF4-FFF2-40B4-BE49-F238E27FC236}">
                  <a16:creationId xmlns:a16="http://schemas.microsoft.com/office/drawing/2014/main" id="{43F8299A-34BF-45A0-B05D-8D4DAD4DC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69265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" name="Rectangle 418">
              <a:extLst>
                <a:ext uri="{FF2B5EF4-FFF2-40B4-BE49-F238E27FC236}">
                  <a16:creationId xmlns:a16="http://schemas.microsoft.com/office/drawing/2014/main" id="{24859471-57A0-46A3-9273-824F189E33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69265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4" name="Rectangle 419">
              <a:extLst>
                <a:ext uri="{FF2B5EF4-FFF2-40B4-BE49-F238E27FC236}">
                  <a16:creationId xmlns:a16="http://schemas.microsoft.com/office/drawing/2014/main" id="{2FF9EDE3-B96F-4DD2-A7CE-9ED15053C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69265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5" name="Rectangle 420">
              <a:extLst>
                <a:ext uri="{FF2B5EF4-FFF2-40B4-BE49-F238E27FC236}">
                  <a16:creationId xmlns:a16="http://schemas.microsoft.com/office/drawing/2014/main" id="{FF152F52-3411-4166-9194-A744FA4BB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34962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" name="Rectangle 421">
              <a:extLst>
                <a:ext uri="{FF2B5EF4-FFF2-40B4-BE49-F238E27FC236}">
                  <a16:creationId xmlns:a16="http://schemas.microsoft.com/office/drawing/2014/main" id="{05C2C2DA-3631-45E6-A255-BCFC24F67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7973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" name="Rectangle 422">
              <a:extLst>
                <a:ext uri="{FF2B5EF4-FFF2-40B4-BE49-F238E27FC236}">
                  <a16:creationId xmlns:a16="http://schemas.microsoft.com/office/drawing/2014/main" id="{742C588D-8DDF-4765-9B26-455A2F42C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42449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" name="Rectangle 425">
              <a:extLst>
                <a:ext uri="{FF2B5EF4-FFF2-40B4-BE49-F238E27FC236}">
                  <a16:creationId xmlns:a16="http://schemas.microsoft.com/office/drawing/2014/main" id="{2A858983-FF34-4108-A6D7-6FDFB57D3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300" y="46926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mc:AlternateContent xmlns:mc="http://schemas.openxmlformats.org/markup-compatibility/2006">
        <mc:Choice xmlns:p14="http://schemas.microsoft.com/office/powerpoint/2010/main" Requires="p14">
          <p:contentPart p14:bwMode="auto" r:id="rId5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D25101D6-7BF6-4868-82B1-7296277EF177}"/>
                  </a:ext>
                </a:extLst>
              </p14:cNvPr>
              <p14:cNvContentPartPr/>
              <p14:nvPr/>
            </p14:nvContentPartPr>
            <p14:xfrm>
              <a:off x="5493960" y="1378440"/>
              <a:ext cx="2274120" cy="196056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D25101D6-7BF6-4868-82B1-7296277EF177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5484600" y="1369080"/>
                <a:ext cx="2292840" cy="19792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Title 1">
            <a:extLst>
              <a:ext uri="{FF2B5EF4-FFF2-40B4-BE49-F238E27FC236}">
                <a16:creationId xmlns:a16="http://schemas.microsoft.com/office/drawing/2014/main" id="{EAD6EC6A-6245-4196-B6F5-82AF5FC2864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76200"/>
            <a:ext cx="8915400" cy="436360"/>
          </a:xfrm>
        </p:spPr>
        <p:txBody>
          <a:bodyPr/>
          <a:lstStyle/>
          <a:p>
            <a:r>
              <a:rPr lang="en-US" altLang="en-US" dirty="0"/>
              <a:t>Seven-Segment Indicator</a:t>
            </a:r>
          </a:p>
        </p:txBody>
      </p:sp>
      <p:pic>
        <p:nvPicPr>
          <p:cNvPr id="83970" name="Picture 2" descr="Screen shot 2014-02-10 at 2.56.39 PM.png">
            <a:extLst>
              <a:ext uri="{FF2B5EF4-FFF2-40B4-BE49-F238E27FC236}">
                <a16:creationId xmlns:a16="http://schemas.microsoft.com/office/drawing/2014/main" id="{B557CB63-7171-431D-8DD2-529764AB4A2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642937"/>
            <a:ext cx="4348163" cy="350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53233E67-7CD7-3040-A226-EE9B6C454ED5}"/>
              </a:ext>
            </a:extLst>
          </p:cNvPr>
          <p:cNvSpPr txBox="1"/>
          <p:nvPr/>
        </p:nvSpPr>
        <p:spPr>
          <a:xfrm>
            <a:off x="438150" y="4071937"/>
            <a:ext cx="1365250" cy="157003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0     1     0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1     0     1     1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1     1     0     1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1     1     1     0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</a:t>
            </a:r>
          </a:p>
        </p:txBody>
      </p:sp>
      <p:sp>
        <p:nvSpPr>
          <p:cNvPr id="83972" name="TextBox 4">
            <a:extLst>
              <a:ext uri="{FF2B5EF4-FFF2-40B4-BE49-F238E27FC236}">
                <a16:creationId xmlns:a16="http://schemas.microsoft.com/office/drawing/2014/main" id="{4195EEBA-9BF3-4708-AD10-8BCF5945C6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6288" y="4073525"/>
            <a:ext cx="2582862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d     d     d     d    d     d     d       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d     d     d     d    d     d     d     d     d     d     d    d     d     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d     d     d     d    d     d     d     d     d     d     d    d     d     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d     d     d     d    d     d     d</a:t>
            </a:r>
          </a:p>
        </p:txBody>
      </p:sp>
      <p:sp>
        <p:nvSpPr>
          <p:cNvPr id="83973" name="Rectangle 10">
            <a:extLst>
              <a:ext uri="{FF2B5EF4-FFF2-40B4-BE49-F238E27FC236}">
                <a16:creationId xmlns:a16="http://schemas.microsoft.com/office/drawing/2014/main" id="{3C63C37B-B7C9-4CEB-84D4-D27221EA23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2475" y="657225"/>
            <a:ext cx="338138" cy="5068887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solidFill>
              <a:srgbClr val="008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83974" name="Group 65">
            <a:extLst>
              <a:ext uri="{FF2B5EF4-FFF2-40B4-BE49-F238E27FC236}">
                <a16:creationId xmlns:a16="http://schemas.microsoft.com/office/drawing/2014/main" id="{27176EA6-CF2A-40F1-8505-ACAD5F86436C}"/>
              </a:ext>
            </a:extLst>
          </p:cNvPr>
          <p:cNvGrpSpPr>
            <a:grpSpLocks/>
          </p:cNvGrpSpPr>
          <p:nvPr/>
        </p:nvGrpSpPr>
        <p:grpSpPr bwMode="auto">
          <a:xfrm>
            <a:off x="5886450" y="3586162"/>
            <a:ext cx="2508250" cy="2373313"/>
            <a:chOff x="5532437" y="2646362"/>
            <a:chExt cx="2508250" cy="2373313"/>
          </a:xfrm>
        </p:grpSpPr>
        <p:sp>
          <p:nvSpPr>
            <p:cNvPr id="84009" name="Rectangle 379">
              <a:extLst>
                <a:ext uri="{FF2B5EF4-FFF2-40B4-BE49-F238E27FC236}">
                  <a16:creationId xmlns:a16="http://schemas.microsoft.com/office/drawing/2014/main" id="{64C806EC-3173-46E1-A426-8D9AFCC6B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227387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10" name="Line 380">
              <a:extLst>
                <a:ext uri="{FF2B5EF4-FFF2-40B4-BE49-F238E27FC236}">
                  <a16:creationId xmlns:a16="http://schemas.microsoft.com/office/drawing/2014/main" id="{7FFE5DB6-5FBE-4517-AD7D-A3B6236003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3670300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11" name="Line 381">
              <a:extLst>
                <a:ext uri="{FF2B5EF4-FFF2-40B4-BE49-F238E27FC236}">
                  <a16:creationId xmlns:a16="http://schemas.microsoft.com/office/drawing/2014/main" id="{87D1F65B-E3CE-41FA-9BC6-56F9400AA4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12" name="Line 382">
              <a:extLst>
                <a:ext uri="{FF2B5EF4-FFF2-40B4-BE49-F238E27FC236}">
                  <a16:creationId xmlns:a16="http://schemas.microsoft.com/office/drawing/2014/main" id="{DAFF0EA8-05C1-4304-B527-AC08DD5066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5487" y="2763837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13" name="Rectangle 383">
              <a:extLst>
                <a:ext uri="{FF2B5EF4-FFF2-40B4-BE49-F238E27FC236}">
                  <a16:creationId xmlns:a16="http://schemas.microsoft.com/office/drawing/2014/main" id="{D0B7B55D-4E99-41B4-B1D8-67C5562EF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1537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14" name="Rectangle 384">
              <a:extLst>
                <a:ext uri="{FF2B5EF4-FFF2-40B4-BE49-F238E27FC236}">
                  <a16:creationId xmlns:a16="http://schemas.microsoft.com/office/drawing/2014/main" id="{8B1DD035-54D1-48F0-BE17-AD32E9BD2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3612" y="274796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15" name="Rectangle 385">
              <a:extLst>
                <a:ext uri="{FF2B5EF4-FFF2-40B4-BE49-F238E27FC236}">
                  <a16:creationId xmlns:a16="http://schemas.microsoft.com/office/drawing/2014/main" id="{BD76FF3B-6F97-4B65-AA3F-F4338651C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212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16" name="Rectangle 386">
              <a:extLst>
                <a:ext uri="{FF2B5EF4-FFF2-40B4-BE49-F238E27FC236}">
                  <a16:creationId xmlns:a16="http://schemas.microsoft.com/office/drawing/2014/main" id="{B4B9DAC2-F144-4973-9425-E847C549D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287" y="2747962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17" name="Rectangle 387">
              <a:extLst>
                <a:ext uri="{FF2B5EF4-FFF2-40B4-BE49-F238E27FC236}">
                  <a16:creationId xmlns:a16="http://schemas.microsoft.com/office/drawing/2014/main" id="{E8B0B3DA-2A5C-4C60-A21B-00D6818F0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2437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18" name="Rectangle 388">
              <a:extLst>
                <a:ext uri="{FF2B5EF4-FFF2-40B4-BE49-F238E27FC236}">
                  <a16:creationId xmlns:a16="http://schemas.microsoft.com/office/drawing/2014/main" id="{1C1D2B93-E73F-4934-B0A1-5A0E5716C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61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19" name="Rectangle 389">
              <a:extLst>
                <a:ext uri="{FF2B5EF4-FFF2-40B4-BE49-F238E27FC236}">
                  <a16:creationId xmlns:a16="http://schemas.microsoft.com/office/drawing/2014/main" id="{F2B1F529-7914-485C-9D9E-DCB98A8FE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6112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20" name="Rectangle 390">
              <a:extLst>
                <a:ext uri="{FF2B5EF4-FFF2-40B4-BE49-F238E27FC236}">
                  <a16:creationId xmlns:a16="http://schemas.microsoft.com/office/drawing/2014/main" id="{7B49D100-5771-4322-86BD-64FB7F268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66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21" name="Rectangle 391">
              <a:extLst>
                <a:ext uri="{FF2B5EF4-FFF2-40B4-BE49-F238E27FC236}">
                  <a16:creationId xmlns:a16="http://schemas.microsoft.com/office/drawing/2014/main" id="{3C7B2F00-6AB9-4B49-81C5-D93FFB9D8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3227387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22" name="Line 392">
              <a:extLst>
                <a:ext uri="{FF2B5EF4-FFF2-40B4-BE49-F238E27FC236}">
                  <a16:creationId xmlns:a16="http://schemas.microsoft.com/office/drawing/2014/main" id="{613C242D-20B0-4D5C-82CC-4C622C1559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3670300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23" name="Line 393">
              <a:extLst>
                <a:ext uri="{FF2B5EF4-FFF2-40B4-BE49-F238E27FC236}">
                  <a16:creationId xmlns:a16="http://schemas.microsoft.com/office/drawing/2014/main" id="{4C6CA4F6-460D-4E23-A015-7D68A70803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24" name="Rectangle 394">
              <a:extLst>
                <a:ext uri="{FF2B5EF4-FFF2-40B4-BE49-F238E27FC236}">
                  <a16:creationId xmlns:a16="http://schemas.microsoft.com/office/drawing/2014/main" id="{F4C4BAEE-C1FA-448F-99FB-3CD775BDA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25" name="Rectangle 395">
              <a:extLst>
                <a:ext uri="{FF2B5EF4-FFF2-40B4-BE49-F238E27FC236}">
                  <a16:creationId xmlns:a16="http://schemas.microsoft.com/office/drawing/2014/main" id="{EFA01353-B936-41E3-A523-57DFB8DAE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26" name="Rectangle 396">
              <a:extLst>
                <a:ext uri="{FF2B5EF4-FFF2-40B4-BE49-F238E27FC236}">
                  <a16:creationId xmlns:a16="http://schemas.microsoft.com/office/drawing/2014/main" id="{979385E4-51DF-485A-93EE-68DAA8BDA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260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27" name="Rectangle 397">
              <a:extLst>
                <a:ext uri="{FF2B5EF4-FFF2-40B4-BE49-F238E27FC236}">
                  <a16:creationId xmlns:a16="http://schemas.microsoft.com/office/drawing/2014/main" id="{7211F153-D5F7-414A-AF07-97173F355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027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28" name="Rectangle 398">
              <a:extLst>
                <a:ext uri="{FF2B5EF4-FFF2-40B4-BE49-F238E27FC236}">
                  <a16:creationId xmlns:a16="http://schemas.microsoft.com/office/drawing/2014/main" id="{FF172BE9-CFE9-4817-9CA8-129F6552B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29" name="Rectangle 399">
              <a:extLst>
                <a:ext uri="{FF2B5EF4-FFF2-40B4-BE49-F238E27FC236}">
                  <a16:creationId xmlns:a16="http://schemas.microsoft.com/office/drawing/2014/main" id="{1F09768D-F2A5-4640-8CA5-3CF5EFE17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30" name="Rectangle 400">
              <a:extLst>
                <a:ext uri="{FF2B5EF4-FFF2-40B4-BE49-F238E27FC236}">
                  <a16:creationId xmlns:a16="http://schemas.microsoft.com/office/drawing/2014/main" id="{EA13B38C-B7AB-4742-A56C-87A0A2FD0D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3496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31" name="Rectangle 401">
              <a:extLst>
                <a:ext uri="{FF2B5EF4-FFF2-40B4-BE49-F238E27FC236}">
                  <a16:creationId xmlns:a16="http://schemas.microsoft.com/office/drawing/2014/main" id="{DF265EB0-A384-49BB-AAFF-1033BF229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32" name="Rectangle 402">
              <a:extLst>
                <a:ext uri="{FF2B5EF4-FFF2-40B4-BE49-F238E27FC236}">
                  <a16:creationId xmlns:a16="http://schemas.microsoft.com/office/drawing/2014/main" id="{466B6584-ACD8-460F-933C-D54F10AF9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7973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33" name="Rectangle 403">
              <a:extLst>
                <a:ext uri="{FF2B5EF4-FFF2-40B4-BE49-F238E27FC236}">
                  <a16:creationId xmlns:a16="http://schemas.microsoft.com/office/drawing/2014/main" id="{BF265012-211F-4090-8E9F-D21FDCB41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7973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34" name="Rectangle 404">
              <a:extLst>
                <a:ext uri="{FF2B5EF4-FFF2-40B4-BE49-F238E27FC236}">
                  <a16:creationId xmlns:a16="http://schemas.microsoft.com/office/drawing/2014/main" id="{A516E9FD-B6A5-4D17-A6F7-16716FAF2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7973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35" name="Rectangle 405">
              <a:extLst>
                <a:ext uri="{FF2B5EF4-FFF2-40B4-BE49-F238E27FC236}">
                  <a16:creationId xmlns:a16="http://schemas.microsoft.com/office/drawing/2014/main" id="{CD84DB57-CC60-4311-A38C-4A7067A28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4113212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36" name="Line 406">
              <a:extLst>
                <a:ext uri="{FF2B5EF4-FFF2-40B4-BE49-F238E27FC236}">
                  <a16:creationId xmlns:a16="http://schemas.microsoft.com/office/drawing/2014/main" id="{B758A723-8040-4927-AAFE-022BFA4F91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4556125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37" name="Line 407">
              <a:extLst>
                <a:ext uri="{FF2B5EF4-FFF2-40B4-BE49-F238E27FC236}">
                  <a16:creationId xmlns:a16="http://schemas.microsoft.com/office/drawing/2014/main" id="{14914A5D-2009-4589-A267-49C71F69FA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38" name="Rectangle 408">
              <a:extLst>
                <a:ext uri="{FF2B5EF4-FFF2-40B4-BE49-F238E27FC236}">
                  <a16:creationId xmlns:a16="http://schemas.microsoft.com/office/drawing/2014/main" id="{E15A9E35-82FC-47A1-A52B-61E930150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79730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39" name="Rectangle 409">
              <a:extLst>
                <a:ext uri="{FF2B5EF4-FFF2-40B4-BE49-F238E27FC236}">
                  <a16:creationId xmlns:a16="http://schemas.microsoft.com/office/drawing/2014/main" id="{0F66D073-B4C9-4865-919C-FA589878B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4113212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40" name="Line 410">
              <a:extLst>
                <a:ext uri="{FF2B5EF4-FFF2-40B4-BE49-F238E27FC236}">
                  <a16:creationId xmlns:a16="http://schemas.microsoft.com/office/drawing/2014/main" id="{C4BCA8C5-C889-4BC7-96C1-8F4BEF6B8A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4556125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41" name="Line 411">
              <a:extLst>
                <a:ext uri="{FF2B5EF4-FFF2-40B4-BE49-F238E27FC236}">
                  <a16:creationId xmlns:a16="http://schemas.microsoft.com/office/drawing/2014/main" id="{C6C8D9C4-BE92-4F5C-8CAD-CA7566E613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42" name="Rectangle 412">
              <a:extLst>
                <a:ext uri="{FF2B5EF4-FFF2-40B4-BE49-F238E27FC236}">
                  <a16:creationId xmlns:a16="http://schemas.microsoft.com/office/drawing/2014/main" id="{319B4354-1346-40CB-8F7C-97BA082A0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43" name="Rectangle 413">
              <a:extLst>
                <a:ext uri="{FF2B5EF4-FFF2-40B4-BE49-F238E27FC236}">
                  <a16:creationId xmlns:a16="http://schemas.microsoft.com/office/drawing/2014/main" id="{ACC78873-63A4-498F-8909-96EDCDC99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44" name="Rectangle 414">
              <a:extLst>
                <a:ext uri="{FF2B5EF4-FFF2-40B4-BE49-F238E27FC236}">
                  <a16:creationId xmlns:a16="http://schemas.microsoft.com/office/drawing/2014/main" id="{45C8234F-B094-44A1-930D-16CE8E191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2449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45" name="Rectangle 415">
              <a:extLst>
                <a:ext uri="{FF2B5EF4-FFF2-40B4-BE49-F238E27FC236}">
                  <a16:creationId xmlns:a16="http://schemas.microsoft.com/office/drawing/2014/main" id="{9ED87B21-1663-4FF8-A70F-299CCFF80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46" name="Rectangle 416">
              <a:extLst>
                <a:ext uri="{FF2B5EF4-FFF2-40B4-BE49-F238E27FC236}">
                  <a16:creationId xmlns:a16="http://schemas.microsoft.com/office/drawing/2014/main" id="{6EDF9EB7-F909-4849-8A47-52146E17D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69265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47" name="Rectangle 417">
              <a:extLst>
                <a:ext uri="{FF2B5EF4-FFF2-40B4-BE49-F238E27FC236}">
                  <a16:creationId xmlns:a16="http://schemas.microsoft.com/office/drawing/2014/main" id="{E4AD8806-A02D-4E3B-9564-CCBABBF72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69265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48" name="Rectangle 418">
              <a:extLst>
                <a:ext uri="{FF2B5EF4-FFF2-40B4-BE49-F238E27FC236}">
                  <a16:creationId xmlns:a16="http://schemas.microsoft.com/office/drawing/2014/main" id="{532562D5-7562-4374-BBCC-D7FFC7502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69265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49" name="Rectangle 419">
              <a:extLst>
                <a:ext uri="{FF2B5EF4-FFF2-40B4-BE49-F238E27FC236}">
                  <a16:creationId xmlns:a16="http://schemas.microsoft.com/office/drawing/2014/main" id="{52BE9591-D8CE-470F-8DB5-C4398BBBE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69265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50" name="Rectangle 420">
              <a:extLst>
                <a:ext uri="{FF2B5EF4-FFF2-40B4-BE49-F238E27FC236}">
                  <a16:creationId xmlns:a16="http://schemas.microsoft.com/office/drawing/2014/main" id="{6A68D38F-1F6A-4376-AE0E-D526E8F04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34962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51" name="Rectangle 421">
              <a:extLst>
                <a:ext uri="{FF2B5EF4-FFF2-40B4-BE49-F238E27FC236}">
                  <a16:creationId xmlns:a16="http://schemas.microsoft.com/office/drawing/2014/main" id="{2A254C2B-DCF6-43EC-9916-B34B7D43E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7973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52" name="Rectangle 422">
              <a:extLst>
                <a:ext uri="{FF2B5EF4-FFF2-40B4-BE49-F238E27FC236}">
                  <a16:creationId xmlns:a16="http://schemas.microsoft.com/office/drawing/2014/main" id="{C8CF6F38-AD3B-4A15-9B45-D7C59392B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42449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4053" name="Rectangle 425">
              <a:extLst>
                <a:ext uri="{FF2B5EF4-FFF2-40B4-BE49-F238E27FC236}">
                  <a16:creationId xmlns:a16="http://schemas.microsoft.com/office/drawing/2014/main" id="{1A0602B3-72DA-490E-93E5-44D3DA4C3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300" y="46926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83975" name="Group 54">
            <a:extLst>
              <a:ext uri="{FF2B5EF4-FFF2-40B4-BE49-F238E27FC236}">
                <a16:creationId xmlns:a16="http://schemas.microsoft.com/office/drawing/2014/main" id="{F4B0734B-F0D3-4BF4-AA2F-7C0A492AF238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566737"/>
            <a:ext cx="2995613" cy="2857500"/>
            <a:chOff x="5791200" y="990600"/>
            <a:chExt cx="2994851" cy="2857177"/>
          </a:xfrm>
        </p:grpSpPr>
        <p:pic>
          <p:nvPicPr>
            <p:cNvPr id="84007" name="Picture 3" descr="F:\LogicBook\PowerPoint\chapter4\figure4.6.wmf">
              <a:extLst>
                <a:ext uri="{FF2B5EF4-FFF2-40B4-BE49-F238E27FC236}">
                  <a16:creationId xmlns:a16="http://schemas.microsoft.com/office/drawing/2014/main" id="{67D87DCD-1CD2-44A1-9A2C-FEDBB8661F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86356" y="990600"/>
              <a:ext cx="2899695" cy="28571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008" name="Picture 53" descr="Screen shot 2014-02-10 at 3.06.11 PM.png">
              <a:extLst>
                <a:ext uri="{FF2B5EF4-FFF2-40B4-BE49-F238E27FC236}">
                  <a16:creationId xmlns:a16="http://schemas.microsoft.com/office/drawing/2014/main" id="{598242D7-4148-437F-B8CB-32A3D914669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91200" y="1063252"/>
              <a:ext cx="928648" cy="670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6" name="Rounded Rectangle 55">
            <a:extLst>
              <a:ext uri="{FF2B5EF4-FFF2-40B4-BE49-F238E27FC236}">
                <a16:creationId xmlns:a16="http://schemas.microsoft.com/office/drawing/2014/main" id="{BAC01A89-C9C1-F746-B9CA-C8CC353F5E46}"/>
              </a:ext>
            </a:extLst>
          </p:cNvPr>
          <p:cNvSpPr/>
          <p:nvPr/>
        </p:nvSpPr>
        <p:spPr bwMode="auto">
          <a:xfrm rot="16200000">
            <a:off x="7104857" y="4680743"/>
            <a:ext cx="787400" cy="1684337"/>
          </a:xfrm>
          <a:prstGeom prst="roundRect">
            <a:avLst/>
          </a:prstGeom>
          <a:noFill/>
          <a:ln>
            <a:solidFill>
              <a:srgbClr val="28F3FF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57" name="Rounded Rectangle 56">
            <a:extLst>
              <a:ext uri="{FF2B5EF4-FFF2-40B4-BE49-F238E27FC236}">
                <a16:creationId xmlns:a16="http://schemas.microsoft.com/office/drawing/2014/main" id="{1371BE27-4ACF-1643-B0DB-88FF9E931AC5}"/>
              </a:ext>
            </a:extLst>
          </p:cNvPr>
          <p:cNvSpPr/>
          <p:nvPr/>
        </p:nvSpPr>
        <p:spPr bwMode="auto">
          <a:xfrm rot="16200000">
            <a:off x="7096125" y="4657725"/>
            <a:ext cx="787400" cy="806450"/>
          </a:xfrm>
          <a:prstGeom prst="roundRect">
            <a:avLst/>
          </a:prstGeom>
          <a:noFill/>
          <a:ln>
            <a:solidFill>
              <a:srgbClr val="0000FF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58" name="Rounded Rectangle 57">
            <a:extLst>
              <a:ext uri="{FF2B5EF4-FFF2-40B4-BE49-F238E27FC236}">
                <a16:creationId xmlns:a16="http://schemas.microsoft.com/office/drawing/2014/main" id="{B02FF1CF-1618-0742-8D6E-F5A41684E3C3}"/>
              </a:ext>
            </a:extLst>
          </p:cNvPr>
          <p:cNvSpPr/>
          <p:nvPr/>
        </p:nvSpPr>
        <p:spPr bwMode="auto">
          <a:xfrm rot="16200000">
            <a:off x="7108825" y="4659312"/>
            <a:ext cx="1676400" cy="806450"/>
          </a:xfrm>
          <a:prstGeom prst="roundRect">
            <a:avLst/>
          </a:prstGeom>
          <a:noFill/>
          <a:ln>
            <a:solidFill>
              <a:srgbClr val="800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grpSp>
        <p:nvGrpSpPr>
          <p:cNvPr id="83979" name="Group 3">
            <a:extLst>
              <a:ext uri="{FF2B5EF4-FFF2-40B4-BE49-F238E27FC236}">
                <a16:creationId xmlns:a16="http://schemas.microsoft.com/office/drawing/2014/main" id="{F237D1F0-3B5E-4DE0-B1C0-3B6E5FEEAD01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5592762"/>
            <a:ext cx="1981200" cy="427038"/>
            <a:chOff x="2801938" y="2224088"/>
            <a:chExt cx="2381250" cy="387350"/>
          </a:xfrm>
        </p:grpSpPr>
        <p:sp>
          <p:nvSpPr>
            <p:cNvPr id="83994" name="Line 61">
              <a:extLst>
                <a:ext uri="{FF2B5EF4-FFF2-40B4-BE49-F238E27FC236}">
                  <a16:creationId xmlns:a16="http://schemas.microsoft.com/office/drawing/2014/main" id="{35EF27D6-F62C-4F9C-8B28-FDD859DA9E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79762" y="2609850"/>
              <a:ext cx="1644650" cy="1588"/>
            </a:xfrm>
            <a:prstGeom prst="line">
              <a:avLst/>
            </a:prstGeom>
            <a:noFill/>
            <a:ln w="2381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83995" name="Group 104">
              <a:extLst>
                <a:ext uri="{FF2B5EF4-FFF2-40B4-BE49-F238E27FC236}">
                  <a16:creationId xmlns:a16="http://schemas.microsoft.com/office/drawing/2014/main" id="{DD381B76-7CB6-47FE-88BF-E09AB8B12D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1938" y="2224088"/>
              <a:ext cx="541337" cy="387350"/>
              <a:chOff x="1750" y="1241"/>
              <a:chExt cx="341" cy="244"/>
            </a:xfrm>
          </p:grpSpPr>
          <p:grpSp>
            <p:nvGrpSpPr>
              <p:cNvPr id="84002" name="Group 105">
                <a:extLst>
                  <a:ext uri="{FF2B5EF4-FFF2-40B4-BE49-F238E27FC236}">
                    <a16:creationId xmlns:a16="http://schemas.microsoft.com/office/drawing/2014/main" id="{CCE99558-8EE0-4882-8CE5-93F3FDE5D6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950" y="1242"/>
                <a:ext cx="141" cy="243"/>
                <a:chOff x="1039" y="1647"/>
                <a:chExt cx="141" cy="270"/>
              </a:xfrm>
            </p:grpSpPr>
            <p:sp>
              <p:nvSpPr>
                <p:cNvPr id="84005" name="Arc 106">
                  <a:extLst>
                    <a:ext uri="{FF2B5EF4-FFF2-40B4-BE49-F238E27FC236}">
                      <a16:creationId xmlns:a16="http://schemas.microsoft.com/office/drawing/2014/main" id="{4A985A13-33F3-4383-B188-56E582B68B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039" y="1647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006" name="Arc 107">
                  <a:extLst>
                    <a:ext uri="{FF2B5EF4-FFF2-40B4-BE49-F238E27FC236}">
                      <a16:creationId xmlns:a16="http://schemas.microsoft.com/office/drawing/2014/main" id="{19DB66C9-FE8E-4AFD-AA43-C1A6DCBB83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 flipV="1">
                  <a:off x="1039" y="1782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4003" name="Line 108">
                <a:extLst>
                  <a:ext uri="{FF2B5EF4-FFF2-40B4-BE49-F238E27FC236}">
                    <a16:creationId xmlns:a16="http://schemas.microsoft.com/office/drawing/2014/main" id="{D33D16DE-7AF0-48FE-9C57-DA4D3BE7C2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0" y="1241"/>
                <a:ext cx="201" cy="1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84004" name="Line 109">
                <a:extLst>
                  <a:ext uri="{FF2B5EF4-FFF2-40B4-BE49-F238E27FC236}">
                    <a16:creationId xmlns:a16="http://schemas.microsoft.com/office/drawing/2014/main" id="{7D55A295-BF06-46D7-91D7-2E4BD18FDB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2" y="1483"/>
                <a:ext cx="201" cy="1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3996" name="Group 110">
              <a:extLst>
                <a:ext uri="{FF2B5EF4-FFF2-40B4-BE49-F238E27FC236}">
                  <a16:creationId xmlns:a16="http://schemas.microsoft.com/office/drawing/2014/main" id="{E01F9FA4-F684-4F7B-8FA7-28B76AD55EC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641850" y="2224088"/>
              <a:ext cx="541338" cy="387350"/>
              <a:chOff x="1750" y="1241"/>
              <a:chExt cx="341" cy="244"/>
            </a:xfrm>
          </p:grpSpPr>
          <p:grpSp>
            <p:nvGrpSpPr>
              <p:cNvPr id="83997" name="Group 111">
                <a:extLst>
                  <a:ext uri="{FF2B5EF4-FFF2-40B4-BE49-F238E27FC236}">
                    <a16:creationId xmlns:a16="http://schemas.microsoft.com/office/drawing/2014/main" id="{2413B1AD-82F5-4100-BBFE-4DEFD3DE6C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950" y="1242"/>
                <a:ext cx="141" cy="243"/>
                <a:chOff x="1039" y="1647"/>
                <a:chExt cx="141" cy="270"/>
              </a:xfrm>
            </p:grpSpPr>
            <p:sp>
              <p:nvSpPr>
                <p:cNvPr id="84000" name="Arc 112">
                  <a:extLst>
                    <a:ext uri="{FF2B5EF4-FFF2-40B4-BE49-F238E27FC236}">
                      <a16:creationId xmlns:a16="http://schemas.microsoft.com/office/drawing/2014/main" id="{26C0E067-7652-46F0-8813-E5EC7C605B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039" y="1647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001" name="Arc 113">
                  <a:extLst>
                    <a:ext uri="{FF2B5EF4-FFF2-40B4-BE49-F238E27FC236}">
                      <a16:creationId xmlns:a16="http://schemas.microsoft.com/office/drawing/2014/main" id="{2829A160-6A22-485B-B400-6E83373F25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 flipV="1">
                  <a:off x="1039" y="1782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998" name="Line 114">
                <a:extLst>
                  <a:ext uri="{FF2B5EF4-FFF2-40B4-BE49-F238E27FC236}">
                    <a16:creationId xmlns:a16="http://schemas.microsoft.com/office/drawing/2014/main" id="{F52C8C72-C55A-401F-A0A2-87CB1EC88D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0" y="1241"/>
                <a:ext cx="201" cy="1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83999" name="Line 115">
                <a:extLst>
                  <a:ext uri="{FF2B5EF4-FFF2-40B4-BE49-F238E27FC236}">
                    <a16:creationId xmlns:a16="http://schemas.microsoft.com/office/drawing/2014/main" id="{807693EB-137E-47A1-8B85-D541DA59B4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2" y="1483"/>
                <a:ext cx="201" cy="1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83980" name="Group 3">
            <a:extLst>
              <a:ext uri="{FF2B5EF4-FFF2-40B4-BE49-F238E27FC236}">
                <a16:creationId xmlns:a16="http://schemas.microsoft.com/office/drawing/2014/main" id="{050CD4C5-F612-4763-9E5A-A580015463E1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6503988" y="4125912"/>
            <a:ext cx="1989137" cy="433388"/>
            <a:chOff x="2797183" y="2220913"/>
            <a:chExt cx="2390770" cy="393703"/>
          </a:xfrm>
        </p:grpSpPr>
        <p:sp>
          <p:nvSpPr>
            <p:cNvPr id="83981" name="Line 61">
              <a:extLst>
                <a:ext uri="{FF2B5EF4-FFF2-40B4-BE49-F238E27FC236}">
                  <a16:creationId xmlns:a16="http://schemas.microsoft.com/office/drawing/2014/main" id="{B7B16A7A-153A-4313-AA2A-C191C5C012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79762" y="2609850"/>
              <a:ext cx="1644650" cy="1588"/>
            </a:xfrm>
            <a:prstGeom prst="line">
              <a:avLst/>
            </a:prstGeom>
            <a:noFill/>
            <a:ln w="2381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83982" name="Group 104">
              <a:extLst>
                <a:ext uri="{FF2B5EF4-FFF2-40B4-BE49-F238E27FC236}">
                  <a16:creationId xmlns:a16="http://schemas.microsoft.com/office/drawing/2014/main" id="{EAD15B07-E812-43E4-B70E-5A4711B29D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7183" y="2225678"/>
              <a:ext cx="546101" cy="388938"/>
              <a:chOff x="1747" y="1242"/>
              <a:chExt cx="344" cy="245"/>
            </a:xfrm>
          </p:grpSpPr>
          <p:grpSp>
            <p:nvGrpSpPr>
              <p:cNvPr id="83989" name="Group 105">
                <a:extLst>
                  <a:ext uri="{FF2B5EF4-FFF2-40B4-BE49-F238E27FC236}">
                    <a16:creationId xmlns:a16="http://schemas.microsoft.com/office/drawing/2014/main" id="{D9E1B874-B7BD-47F5-BB42-16EEB16B7A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950" y="1242"/>
                <a:ext cx="141" cy="243"/>
                <a:chOff x="1039" y="1647"/>
                <a:chExt cx="141" cy="270"/>
              </a:xfrm>
            </p:grpSpPr>
            <p:sp>
              <p:nvSpPr>
                <p:cNvPr id="83992" name="Arc 106">
                  <a:extLst>
                    <a:ext uri="{FF2B5EF4-FFF2-40B4-BE49-F238E27FC236}">
                      <a16:creationId xmlns:a16="http://schemas.microsoft.com/office/drawing/2014/main" id="{14EAC635-3C69-4CC3-947C-91C1053394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039" y="1647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3993" name="Arc 107">
                  <a:extLst>
                    <a:ext uri="{FF2B5EF4-FFF2-40B4-BE49-F238E27FC236}">
                      <a16:creationId xmlns:a16="http://schemas.microsoft.com/office/drawing/2014/main" id="{C84133C7-2C38-44B8-9276-6ABA3CF5DB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 flipV="1">
                  <a:off x="1039" y="1782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990" name="Line 108">
                <a:extLst>
                  <a:ext uri="{FF2B5EF4-FFF2-40B4-BE49-F238E27FC236}">
                    <a16:creationId xmlns:a16="http://schemas.microsoft.com/office/drawing/2014/main" id="{027BBAB4-99D6-45BA-ABA9-863B3D6F3C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69" y="1245"/>
                <a:ext cx="203" cy="2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83991" name="Line 109">
                <a:extLst>
                  <a:ext uri="{FF2B5EF4-FFF2-40B4-BE49-F238E27FC236}">
                    <a16:creationId xmlns:a16="http://schemas.microsoft.com/office/drawing/2014/main" id="{9E920806-CFCC-4E04-B2A8-6A6CC8A3B9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47" y="1485"/>
                <a:ext cx="202" cy="2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3983" name="Group 110">
              <a:extLst>
                <a:ext uri="{FF2B5EF4-FFF2-40B4-BE49-F238E27FC236}">
                  <a16:creationId xmlns:a16="http://schemas.microsoft.com/office/drawing/2014/main" id="{31A0C103-4C0E-4D51-9A71-DE9D7A6E7B4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641853" y="2220913"/>
              <a:ext cx="546100" cy="390525"/>
              <a:chOff x="1747" y="1239"/>
              <a:chExt cx="344" cy="246"/>
            </a:xfrm>
          </p:grpSpPr>
          <p:grpSp>
            <p:nvGrpSpPr>
              <p:cNvPr id="83984" name="Group 111">
                <a:extLst>
                  <a:ext uri="{FF2B5EF4-FFF2-40B4-BE49-F238E27FC236}">
                    <a16:creationId xmlns:a16="http://schemas.microsoft.com/office/drawing/2014/main" id="{6470D925-9D7A-4BF8-A03C-FCC220F857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950" y="1242"/>
                <a:ext cx="141" cy="243"/>
                <a:chOff x="1039" y="1647"/>
                <a:chExt cx="141" cy="270"/>
              </a:xfrm>
            </p:grpSpPr>
            <p:sp>
              <p:nvSpPr>
                <p:cNvPr id="83987" name="Arc 112">
                  <a:extLst>
                    <a:ext uri="{FF2B5EF4-FFF2-40B4-BE49-F238E27FC236}">
                      <a16:creationId xmlns:a16="http://schemas.microsoft.com/office/drawing/2014/main" id="{AF035D8D-C8ED-4136-A5CC-59DC2B8421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039" y="1647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3988" name="Arc 113">
                  <a:extLst>
                    <a:ext uri="{FF2B5EF4-FFF2-40B4-BE49-F238E27FC236}">
                      <a16:creationId xmlns:a16="http://schemas.microsoft.com/office/drawing/2014/main" id="{FB8792E2-0156-4728-9509-19E66B9B79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 flipV="1">
                  <a:off x="1039" y="1782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985" name="Line 114">
                <a:extLst>
                  <a:ext uri="{FF2B5EF4-FFF2-40B4-BE49-F238E27FC236}">
                    <a16:creationId xmlns:a16="http://schemas.microsoft.com/office/drawing/2014/main" id="{6A5998AE-5F7A-471D-9C7D-C898B3AB60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47" y="1239"/>
                <a:ext cx="203" cy="2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83986" name="Line 115">
                <a:extLst>
                  <a:ext uri="{FF2B5EF4-FFF2-40B4-BE49-F238E27FC236}">
                    <a16:creationId xmlns:a16="http://schemas.microsoft.com/office/drawing/2014/main" id="{826B7998-2944-45DD-B648-E2427B15D6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4" y="1480"/>
                <a:ext cx="203" cy="2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</p:spTree>
  </p:cSld>
  <p:clrMapOvr>
    <a:masterClrMapping/>
  </p:clrMapOvr>
  <p:transition/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Title 1">
            <a:extLst>
              <a:ext uri="{FF2B5EF4-FFF2-40B4-BE49-F238E27FC236}">
                <a16:creationId xmlns:a16="http://schemas.microsoft.com/office/drawing/2014/main" id="{DE311834-F21F-4D78-A7A2-D070A4D0B3F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42862"/>
            <a:ext cx="8915400" cy="523875"/>
          </a:xfrm>
        </p:spPr>
        <p:txBody>
          <a:bodyPr/>
          <a:lstStyle/>
          <a:p>
            <a:r>
              <a:rPr lang="en-US" altLang="en-US" dirty="0"/>
              <a:t>Seven-Segment Indicator</a:t>
            </a:r>
          </a:p>
        </p:txBody>
      </p:sp>
      <p:pic>
        <p:nvPicPr>
          <p:cNvPr id="84994" name="Picture 2" descr="Screen shot 2014-02-10 at 2.56.39 PM.png">
            <a:extLst>
              <a:ext uri="{FF2B5EF4-FFF2-40B4-BE49-F238E27FC236}">
                <a16:creationId xmlns:a16="http://schemas.microsoft.com/office/drawing/2014/main" id="{F4F7EDB5-23C3-485C-9959-3CBD9092CE6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804862"/>
            <a:ext cx="4348163" cy="350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A148E652-30B0-DE42-8FC5-8D177CFED863}"/>
              </a:ext>
            </a:extLst>
          </p:cNvPr>
          <p:cNvSpPr txBox="1"/>
          <p:nvPr/>
        </p:nvSpPr>
        <p:spPr>
          <a:xfrm>
            <a:off x="438150" y="4233862"/>
            <a:ext cx="1365250" cy="157003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0     1     0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1     0     1     1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1     1     0     1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1     1     1     0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</a:t>
            </a:r>
          </a:p>
        </p:txBody>
      </p:sp>
      <p:sp>
        <p:nvSpPr>
          <p:cNvPr id="84996" name="TextBox 4">
            <a:extLst>
              <a:ext uri="{FF2B5EF4-FFF2-40B4-BE49-F238E27FC236}">
                <a16:creationId xmlns:a16="http://schemas.microsoft.com/office/drawing/2014/main" id="{CEAA006C-72E6-4B68-B435-2119FD99DD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6288" y="4235450"/>
            <a:ext cx="2582862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   d     d     d    d     d     d       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   d     d     d    d     d     d 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   d     d     d    d     d     d    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   d     d    d     d     d     d    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   d     d     d    d     d     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   d     d     d    d     d     d</a:t>
            </a:r>
          </a:p>
        </p:txBody>
      </p:sp>
      <p:sp>
        <p:nvSpPr>
          <p:cNvPr id="84997" name="Rectangle 10">
            <a:extLst>
              <a:ext uri="{FF2B5EF4-FFF2-40B4-BE49-F238E27FC236}">
                <a16:creationId xmlns:a16="http://schemas.microsoft.com/office/drawing/2014/main" id="{59454820-70AA-4772-8250-8607465B12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2475" y="819150"/>
            <a:ext cx="338138" cy="5068887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solidFill>
              <a:srgbClr val="008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84998" name="Group 65">
            <a:extLst>
              <a:ext uri="{FF2B5EF4-FFF2-40B4-BE49-F238E27FC236}">
                <a16:creationId xmlns:a16="http://schemas.microsoft.com/office/drawing/2014/main" id="{4358A550-386F-449A-AE8E-655892EDF9BA}"/>
              </a:ext>
            </a:extLst>
          </p:cNvPr>
          <p:cNvGrpSpPr>
            <a:grpSpLocks/>
          </p:cNvGrpSpPr>
          <p:nvPr/>
        </p:nvGrpSpPr>
        <p:grpSpPr bwMode="auto">
          <a:xfrm>
            <a:off x="5886450" y="3748087"/>
            <a:ext cx="2508250" cy="2373313"/>
            <a:chOff x="5532437" y="2646362"/>
            <a:chExt cx="2508250" cy="2373313"/>
          </a:xfrm>
        </p:grpSpPr>
        <p:sp>
          <p:nvSpPr>
            <p:cNvPr id="85034" name="Rectangle 379">
              <a:extLst>
                <a:ext uri="{FF2B5EF4-FFF2-40B4-BE49-F238E27FC236}">
                  <a16:creationId xmlns:a16="http://schemas.microsoft.com/office/drawing/2014/main" id="{DF58DAF1-5770-4401-B5B0-39B60AF2B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227387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35" name="Line 380">
              <a:extLst>
                <a:ext uri="{FF2B5EF4-FFF2-40B4-BE49-F238E27FC236}">
                  <a16:creationId xmlns:a16="http://schemas.microsoft.com/office/drawing/2014/main" id="{97BF7FB4-B118-4002-82F0-51809C8A20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3670300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36" name="Line 381">
              <a:extLst>
                <a:ext uri="{FF2B5EF4-FFF2-40B4-BE49-F238E27FC236}">
                  <a16:creationId xmlns:a16="http://schemas.microsoft.com/office/drawing/2014/main" id="{26737429-B9F7-4624-80D9-0442BEA08E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37" name="Line 382">
              <a:extLst>
                <a:ext uri="{FF2B5EF4-FFF2-40B4-BE49-F238E27FC236}">
                  <a16:creationId xmlns:a16="http://schemas.microsoft.com/office/drawing/2014/main" id="{27A0FD67-7DB1-417E-87B0-0ACB85EBC5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5487" y="2763837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38" name="Rectangle 383">
              <a:extLst>
                <a:ext uri="{FF2B5EF4-FFF2-40B4-BE49-F238E27FC236}">
                  <a16:creationId xmlns:a16="http://schemas.microsoft.com/office/drawing/2014/main" id="{B9100A92-21BC-4835-A699-6029531C8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1537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39" name="Rectangle 384">
              <a:extLst>
                <a:ext uri="{FF2B5EF4-FFF2-40B4-BE49-F238E27FC236}">
                  <a16:creationId xmlns:a16="http://schemas.microsoft.com/office/drawing/2014/main" id="{6AB2DE8B-2579-402B-BF12-432B53155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3612" y="274796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40" name="Rectangle 385">
              <a:extLst>
                <a:ext uri="{FF2B5EF4-FFF2-40B4-BE49-F238E27FC236}">
                  <a16:creationId xmlns:a16="http://schemas.microsoft.com/office/drawing/2014/main" id="{75FAD292-6831-4DAD-B5D1-B7A82D668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212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41" name="Rectangle 386">
              <a:extLst>
                <a:ext uri="{FF2B5EF4-FFF2-40B4-BE49-F238E27FC236}">
                  <a16:creationId xmlns:a16="http://schemas.microsoft.com/office/drawing/2014/main" id="{5C284CE3-5605-4BEA-944E-578049611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287" y="2747962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42" name="Rectangle 387">
              <a:extLst>
                <a:ext uri="{FF2B5EF4-FFF2-40B4-BE49-F238E27FC236}">
                  <a16:creationId xmlns:a16="http://schemas.microsoft.com/office/drawing/2014/main" id="{A5CA3126-43A5-4874-9C76-3D63FF95C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2437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43" name="Rectangle 388">
              <a:extLst>
                <a:ext uri="{FF2B5EF4-FFF2-40B4-BE49-F238E27FC236}">
                  <a16:creationId xmlns:a16="http://schemas.microsoft.com/office/drawing/2014/main" id="{DCDC0B69-175F-40FE-83D2-48B5A13B2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61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44" name="Rectangle 389">
              <a:extLst>
                <a:ext uri="{FF2B5EF4-FFF2-40B4-BE49-F238E27FC236}">
                  <a16:creationId xmlns:a16="http://schemas.microsoft.com/office/drawing/2014/main" id="{0ED5121D-C2A7-4460-98B1-1E3AD9332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6112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45" name="Rectangle 390">
              <a:extLst>
                <a:ext uri="{FF2B5EF4-FFF2-40B4-BE49-F238E27FC236}">
                  <a16:creationId xmlns:a16="http://schemas.microsoft.com/office/drawing/2014/main" id="{C924A6B2-CED6-48F7-994E-E21FA244F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66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46" name="Rectangle 391">
              <a:extLst>
                <a:ext uri="{FF2B5EF4-FFF2-40B4-BE49-F238E27FC236}">
                  <a16:creationId xmlns:a16="http://schemas.microsoft.com/office/drawing/2014/main" id="{B2AFB4D9-948D-4ABF-B293-E7BC78B13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3227387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47" name="Line 392">
              <a:extLst>
                <a:ext uri="{FF2B5EF4-FFF2-40B4-BE49-F238E27FC236}">
                  <a16:creationId xmlns:a16="http://schemas.microsoft.com/office/drawing/2014/main" id="{7BE935FB-575C-419C-8D36-8DD27932C9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3670300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48" name="Line 393">
              <a:extLst>
                <a:ext uri="{FF2B5EF4-FFF2-40B4-BE49-F238E27FC236}">
                  <a16:creationId xmlns:a16="http://schemas.microsoft.com/office/drawing/2014/main" id="{6DFE6A45-7741-4FB3-AB5C-AA8E4E52FF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49" name="Rectangle 394">
              <a:extLst>
                <a:ext uri="{FF2B5EF4-FFF2-40B4-BE49-F238E27FC236}">
                  <a16:creationId xmlns:a16="http://schemas.microsoft.com/office/drawing/2014/main" id="{1D635642-525D-499A-955D-0F351C898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50" name="Rectangle 395">
              <a:extLst>
                <a:ext uri="{FF2B5EF4-FFF2-40B4-BE49-F238E27FC236}">
                  <a16:creationId xmlns:a16="http://schemas.microsoft.com/office/drawing/2014/main" id="{BC198B4D-283D-420A-A9AF-168459E2C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51" name="Rectangle 396">
              <a:extLst>
                <a:ext uri="{FF2B5EF4-FFF2-40B4-BE49-F238E27FC236}">
                  <a16:creationId xmlns:a16="http://schemas.microsoft.com/office/drawing/2014/main" id="{B8185809-A8B8-4A2D-9D89-85846448A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260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52" name="Rectangle 397">
              <a:extLst>
                <a:ext uri="{FF2B5EF4-FFF2-40B4-BE49-F238E27FC236}">
                  <a16:creationId xmlns:a16="http://schemas.microsoft.com/office/drawing/2014/main" id="{1B41BE12-D96B-4F96-911D-D1FF3F519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027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53" name="Rectangle 398">
              <a:extLst>
                <a:ext uri="{FF2B5EF4-FFF2-40B4-BE49-F238E27FC236}">
                  <a16:creationId xmlns:a16="http://schemas.microsoft.com/office/drawing/2014/main" id="{98F6E693-FE4D-43A7-9963-26666B51C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54" name="Rectangle 399">
              <a:extLst>
                <a:ext uri="{FF2B5EF4-FFF2-40B4-BE49-F238E27FC236}">
                  <a16:creationId xmlns:a16="http://schemas.microsoft.com/office/drawing/2014/main" id="{F43B0152-83F2-4DE2-BFCD-9997FFED6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55" name="Rectangle 400">
              <a:extLst>
                <a:ext uri="{FF2B5EF4-FFF2-40B4-BE49-F238E27FC236}">
                  <a16:creationId xmlns:a16="http://schemas.microsoft.com/office/drawing/2014/main" id="{E197453B-F5C0-42EA-9F46-C8BC4954A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56" name="Rectangle 401">
              <a:extLst>
                <a:ext uri="{FF2B5EF4-FFF2-40B4-BE49-F238E27FC236}">
                  <a16:creationId xmlns:a16="http://schemas.microsoft.com/office/drawing/2014/main" id="{149AA353-496F-412B-8595-0D71FC648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57" name="Rectangle 402">
              <a:extLst>
                <a:ext uri="{FF2B5EF4-FFF2-40B4-BE49-F238E27FC236}">
                  <a16:creationId xmlns:a16="http://schemas.microsoft.com/office/drawing/2014/main" id="{1822D70C-57C4-43DC-94A2-D75C342C3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7973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58" name="Rectangle 403">
              <a:extLst>
                <a:ext uri="{FF2B5EF4-FFF2-40B4-BE49-F238E27FC236}">
                  <a16:creationId xmlns:a16="http://schemas.microsoft.com/office/drawing/2014/main" id="{873EB51F-5DBB-462E-94A7-C3C117F1A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7973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59" name="Rectangle 404">
              <a:extLst>
                <a:ext uri="{FF2B5EF4-FFF2-40B4-BE49-F238E27FC236}">
                  <a16:creationId xmlns:a16="http://schemas.microsoft.com/office/drawing/2014/main" id="{A9967AF5-50E4-4799-AF7C-7935CA3D7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79730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60" name="Rectangle 405">
              <a:extLst>
                <a:ext uri="{FF2B5EF4-FFF2-40B4-BE49-F238E27FC236}">
                  <a16:creationId xmlns:a16="http://schemas.microsoft.com/office/drawing/2014/main" id="{BEABDE1B-F2D6-4503-B7C2-76BCAA2A4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4113212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61" name="Line 406">
              <a:extLst>
                <a:ext uri="{FF2B5EF4-FFF2-40B4-BE49-F238E27FC236}">
                  <a16:creationId xmlns:a16="http://schemas.microsoft.com/office/drawing/2014/main" id="{A0CD230A-B27C-41D4-8CEA-5817D55F50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4556125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62" name="Line 407">
              <a:extLst>
                <a:ext uri="{FF2B5EF4-FFF2-40B4-BE49-F238E27FC236}">
                  <a16:creationId xmlns:a16="http://schemas.microsoft.com/office/drawing/2014/main" id="{CBCF9915-D910-4869-9AF8-7EDED3B1B1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63" name="Rectangle 408">
              <a:extLst>
                <a:ext uri="{FF2B5EF4-FFF2-40B4-BE49-F238E27FC236}">
                  <a16:creationId xmlns:a16="http://schemas.microsoft.com/office/drawing/2014/main" id="{55BD63EF-6C77-409F-85EC-F68F97E17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79730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64" name="Rectangle 409">
              <a:extLst>
                <a:ext uri="{FF2B5EF4-FFF2-40B4-BE49-F238E27FC236}">
                  <a16:creationId xmlns:a16="http://schemas.microsoft.com/office/drawing/2014/main" id="{A6609FEB-5AA9-41F2-B617-21B30A55E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4113212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65" name="Line 410">
              <a:extLst>
                <a:ext uri="{FF2B5EF4-FFF2-40B4-BE49-F238E27FC236}">
                  <a16:creationId xmlns:a16="http://schemas.microsoft.com/office/drawing/2014/main" id="{49491A7F-CCB4-4196-BFAE-2C61DF6014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4556125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66" name="Line 411">
              <a:extLst>
                <a:ext uri="{FF2B5EF4-FFF2-40B4-BE49-F238E27FC236}">
                  <a16:creationId xmlns:a16="http://schemas.microsoft.com/office/drawing/2014/main" id="{844AD923-6222-42E5-9D1B-B0033DBF5A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67" name="Rectangle 412">
              <a:extLst>
                <a:ext uri="{FF2B5EF4-FFF2-40B4-BE49-F238E27FC236}">
                  <a16:creationId xmlns:a16="http://schemas.microsoft.com/office/drawing/2014/main" id="{DA0AD415-E8EC-407D-B6CC-343E1D0A6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68" name="Rectangle 413">
              <a:extLst>
                <a:ext uri="{FF2B5EF4-FFF2-40B4-BE49-F238E27FC236}">
                  <a16:creationId xmlns:a16="http://schemas.microsoft.com/office/drawing/2014/main" id="{6ADAC41A-7D1C-4F67-B9A5-03B361CDB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69" name="Rectangle 414">
              <a:extLst>
                <a:ext uri="{FF2B5EF4-FFF2-40B4-BE49-F238E27FC236}">
                  <a16:creationId xmlns:a16="http://schemas.microsoft.com/office/drawing/2014/main" id="{2EE47312-04B8-4E51-AC23-B7ED7B7B8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70" name="Rectangle 415">
              <a:extLst>
                <a:ext uri="{FF2B5EF4-FFF2-40B4-BE49-F238E27FC236}">
                  <a16:creationId xmlns:a16="http://schemas.microsoft.com/office/drawing/2014/main" id="{FD9861B3-3DA1-4B31-93EF-9D0BD23D4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71" name="Rectangle 416">
              <a:extLst>
                <a:ext uri="{FF2B5EF4-FFF2-40B4-BE49-F238E27FC236}">
                  <a16:creationId xmlns:a16="http://schemas.microsoft.com/office/drawing/2014/main" id="{D128E1C9-69A6-46DF-A73E-B6C13A80F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69265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72" name="Rectangle 417">
              <a:extLst>
                <a:ext uri="{FF2B5EF4-FFF2-40B4-BE49-F238E27FC236}">
                  <a16:creationId xmlns:a16="http://schemas.microsoft.com/office/drawing/2014/main" id="{E92C87B1-B4F4-4B1B-A1F9-99A161EC9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69265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73" name="Rectangle 418">
              <a:extLst>
                <a:ext uri="{FF2B5EF4-FFF2-40B4-BE49-F238E27FC236}">
                  <a16:creationId xmlns:a16="http://schemas.microsoft.com/office/drawing/2014/main" id="{8B8A76CE-39DE-462A-9FAB-E5378511B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69265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74" name="Rectangle 419">
              <a:extLst>
                <a:ext uri="{FF2B5EF4-FFF2-40B4-BE49-F238E27FC236}">
                  <a16:creationId xmlns:a16="http://schemas.microsoft.com/office/drawing/2014/main" id="{90E8FABB-FDAB-41D5-A967-CACDEE2E4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69265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75" name="Rectangle 420">
              <a:extLst>
                <a:ext uri="{FF2B5EF4-FFF2-40B4-BE49-F238E27FC236}">
                  <a16:creationId xmlns:a16="http://schemas.microsoft.com/office/drawing/2014/main" id="{69F38A65-4756-4DDB-B18D-1564D017E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34962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76" name="Rectangle 421">
              <a:extLst>
                <a:ext uri="{FF2B5EF4-FFF2-40B4-BE49-F238E27FC236}">
                  <a16:creationId xmlns:a16="http://schemas.microsoft.com/office/drawing/2014/main" id="{ECA0FA00-C688-4A71-B9FB-AF2A8034C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7973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77" name="Rectangle 422">
              <a:extLst>
                <a:ext uri="{FF2B5EF4-FFF2-40B4-BE49-F238E27FC236}">
                  <a16:creationId xmlns:a16="http://schemas.microsoft.com/office/drawing/2014/main" id="{6A0F7686-7020-480A-BAC4-7FC57E9B3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42449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078" name="Rectangle 425">
              <a:extLst>
                <a:ext uri="{FF2B5EF4-FFF2-40B4-BE49-F238E27FC236}">
                  <a16:creationId xmlns:a16="http://schemas.microsoft.com/office/drawing/2014/main" id="{0F8B075D-117E-4F1B-9F0B-7C8DADD4B4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300" y="46926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84999" name="Group 54">
            <a:extLst>
              <a:ext uri="{FF2B5EF4-FFF2-40B4-BE49-F238E27FC236}">
                <a16:creationId xmlns:a16="http://schemas.microsoft.com/office/drawing/2014/main" id="{0213769B-48B3-4025-A480-D0ACB6821C97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728662"/>
            <a:ext cx="2995613" cy="2857500"/>
            <a:chOff x="5791200" y="990600"/>
            <a:chExt cx="2994851" cy="2857177"/>
          </a:xfrm>
        </p:grpSpPr>
        <p:pic>
          <p:nvPicPr>
            <p:cNvPr id="85032" name="Picture 3" descr="F:\LogicBook\PowerPoint\chapter4\figure4.6.wmf">
              <a:extLst>
                <a:ext uri="{FF2B5EF4-FFF2-40B4-BE49-F238E27FC236}">
                  <a16:creationId xmlns:a16="http://schemas.microsoft.com/office/drawing/2014/main" id="{93655FF5-3695-455E-AAB0-C3B09C92BD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86356" y="990600"/>
              <a:ext cx="2899695" cy="28571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033" name="Picture 53" descr="Screen shot 2014-02-10 at 3.06.11 PM.png">
              <a:extLst>
                <a:ext uri="{FF2B5EF4-FFF2-40B4-BE49-F238E27FC236}">
                  <a16:creationId xmlns:a16="http://schemas.microsoft.com/office/drawing/2014/main" id="{4030C76D-3DF0-4D3A-BB72-3EFD00289A1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91200" y="1063252"/>
              <a:ext cx="928648" cy="670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6" name="Rounded Rectangle 55">
            <a:extLst>
              <a:ext uri="{FF2B5EF4-FFF2-40B4-BE49-F238E27FC236}">
                <a16:creationId xmlns:a16="http://schemas.microsoft.com/office/drawing/2014/main" id="{D1B56B8F-F0AC-DC40-862C-E84CF6BAED30}"/>
              </a:ext>
            </a:extLst>
          </p:cNvPr>
          <p:cNvSpPr/>
          <p:nvPr/>
        </p:nvSpPr>
        <p:spPr bwMode="auto">
          <a:xfrm rot="16200000">
            <a:off x="7104857" y="4842668"/>
            <a:ext cx="787400" cy="1684337"/>
          </a:xfrm>
          <a:prstGeom prst="roundRect">
            <a:avLst/>
          </a:prstGeom>
          <a:noFill/>
          <a:ln>
            <a:solidFill>
              <a:srgbClr val="28F3FF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57" name="Rounded Rectangle 56">
            <a:extLst>
              <a:ext uri="{FF2B5EF4-FFF2-40B4-BE49-F238E27FC236}">
                <a16:creationId xmlns:a16="http://schemas.microsoft.com/office/drawing/2014/main" id="{47BD5482-A4AF-BE4F-A617-6FA3F29B5F47}"/>
              </a:ext>
            </a:extLst>
          </p:cNvPr>
          <p:cNvSpPr/>
          <p:nvPr/>
        </p:nvSpPr>
        <p:spPr bwMode="auto">
          <a:xfrm rot="16200000">
            <a:off x="7096125" y="4819650"/>
            <a:ext cx="787400" cy="806450"/>
          </a:xfrm>
          <a:prstGeom prst="roundRect">
            <a:avLst/>
          </a:prstGeom>
          <a:noFill/>
          <a:ln>
            <a:solidFill>
              <a:srgbClr val="0000FF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58" name="Rounded Rectangle 57">
            <a:extLst>
              <a:ext uri="{FF2B5EF4-FFF2-40B4-BE49-F238E27FC236}">
                <a16:creationId xmlns:a16="http://schemas.microsoft.com/office/drawing/2014/main" id="{8CD292F2-BB25-B54C-BEF6-3ECA6B175464}"/>
              </a:ext>
            </a:extLst>
          </p:cNvPr>
          <p:cNvSpPr/>
          <p:nvPr/>
        </p:nvSpPr>
        <p:spPr bwMode="auto">
          <a:xfrm rot="16200000">
            <a:off x="7108825" y="4821237"/>
            <a:ext cx="1676400" cy="806450"/>
          </a:xfrm>
          <a:prstGeom prst="roundRect">
            <a:avLst/>
          </a:prstGeom>
          <a:noFill/>
          <a:ln>
            <a:solidFill>
              <a:srgbClr val="800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grpSp>
        <p:nvGrpSpPr>
          <p:cNvPr id="85003" name="Group 3">
            <a:extLst>
              <a:ext uri="{FF2B5EF4-FFF2-40B4-BE49-F238E27FC236}">
                <a16:creationId xmlns:a16="http://schemas.microsoft.com/office/drawing/2014/main" id="{4B241CC2-0AFF-4400-9EF6-DE5894D8F9D7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5754687"/>
            <a:ext cx="1981200" cy="427038"/>
            <a:chOff x="2801938" y="2224088"/>
            <a:chExt cx="2381250" cy="387350"/>
          </a:xfrm>
        </p:grpSpPr>
        <p:sp>
          <p:nvSpPr>
            <p:cNvPr id="85019" name="Line 61">
              <a:extLst>
                <a:ext uri="{FF2B5EF4-FFF2-40B4-BE49-F238E27FC236}">
                  <a16:creationId xmlns:a16="http://schemas.microsoft.com/office/drawing/2014/main" id="{1EA3FD48-7A40-4BC9-92D2-0E672C1904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79762" y="2609850"/>
              <a:ext cx="1644650" cy="1588"/>
            </a:xfrm>
            <a:prstGeom prst="line">
              <a:avLst/>
            </a:prstGeom>
            <a:noFill/>
            <a:ln w="2381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85020" name="Group 104">
              <a:extLst>
                <a:ext uri="{FF2B5EF4-FFF2-40B4-BE49-F238E27FC236}">
                  <a16:creationId xmlns:a16="http://schemas.microsoft.com/office/drawing/2014/main" id="{D805907D-2920-4EB1-9779-D033689A2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1938" y="2224088"/>
              <a:ext cx="541337" cy="387350"/>
              <a:chOff x="1750" y="1241"/>
              <a:chExt cx="341" cy="244"/>
            </a:xfrm>
          </p:grpSpPr>
          <p:grpSp>
            <p:nvGrpSpPr>
              <p:cNvPr id="85027" name="Group 105">
                <a:extLst>
                  <a:ext uri="{FF2B5EF4-FFF2-40B4-BE49-F238E27FC236}">
                    <a16:creationId xmlns:a16="http://schemas.microsoft.com/office/drawing/2014/main" id="{6F8B4AE7-4122-4E00-987B-77B78732D1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950" y="1242"/>
                <a:ext cx="141" cy="243"/>
                <a:chOff x="1039" y="1647"/>
                <a:chExt cx="141" cy="270"/>
              </a:xfrm>
            </p:grpSpPr>
            <p:sp>
              <p:nvSpPr>
                <p:cNvPr id="85030" name="Arc 106">
                  <a:extLst>
                    <a:ext uri="{FF2B5EF4-FFF2-40B4-BE49-F238E27FC236}">
                      <a16:creationId xmlns:a16="http://schemas.microsoft.com/office/drawing/2014/main" id="{F4F86F21-4123-4389-A2D7-F02B8D0435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039" y="1647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31" name="Arc 107">
                  <a:extLst>
                    <a:ext uri="{FF2B5EF4-FFF2-40B4-BE49-F238E27FC236}">
                      <a16:creationId xmlns:a16="http://schemas.microsoft.com/office/drawing/2014/main" id="{2ADA0D38-57B6-42C6-BAF3-93AB250F26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 flipV="1">
                  <a:off x="1039" y="1782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5028" name="Line 108">
                <a:extLst>
                  <a:ext uri="{FF2B5EF4-FFF2-40B4-BE49-F238E27FC236}">
                    <a16:creationId xmlns:a16="http://schemas.microsoft.com/office/drawing/2014/main" id="{71C5AE7E-4D03-4C2F-B74A-169D316150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0" y="1241"/>
                <a:ext cx="201" cy="1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85029" name="Line 109">
                <a:extLst>
                  <a:ext uri="{FF2B5EF4-FFF2-40B4-BE49-F238E27FC236}">
                    <a16:creationId xmlns:a16="http://schemas.microsoft.com/office/drawing/2014/main" id="{A3CE3FEB-C8EA-45E7-8CB7-79F11601EC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2" y="1483"/>
                <a:ext cx="201" cy="1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5021" name="Group 110">
              <a:extLst>
                <a:ext uri="{FF2B5EF4-FFF2-40B4-BE49-F238E27FC236}">
                  <a16:creationId xmlns:a16="http://schemas.microsoft.com/office/drawing/2014/main" id="{B1855AC7-C4E2-4B0E-86E6-38D30422ABE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641850" y="2224088"/>
              <a:ext cx="541338" cy="387350"/>
              <a:chOff x="1750" y="1241"/>
              <a:chExt cx="341" cy="244"/>
            </a:xfrm>
          </p:grpSpPr>
          <p:grpSp>
            <p:nvGrpSpPr>
              <p:cNvPr id="85022" name="Group 111">
                <a:extLst>
                  <a:ext uri="{FF2B5EF4-FFF2-40B4-BE49-F238E27FC236}">
                    <a16:creationId xmlns:a16="http://schemas.microsoft.com/office/drawing/2014/main" id="{CBCF47A2-F5B8-4FFC-BABE-ABCF98E81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950" y="1242"/>
                <a:ext cx="141" cy="243"/>
                <a:chOff x="1039" y="1647"/>
                <a:chExt cx="141" cy="270"/>
              </a:xfrm>
            </p:grpSpPr>
            <p:sp>
              <p:nvSpPr>
                <p:cNvPr id="85025" name="Arc 112">
                  <a:extLst>
                    <a:ext uri="{FF2B5EF4-FFF2-40B4-BE49-F238E27FC236}">
                      <a16:creationId xmlns:a16="http://schemas.microsoft.com/office/drawing/2014/main" id="{B46866CD-D748-4040-857F-A21F2AFD73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039" y="1647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26" name="Arc 113">
                  <a:extLst>
                    <a:ext uri="{FF2B5EF4-FFF2-40B4-BE49-F238E27FC236}">
                      <a16:creationId xmlns:a16="http://schemas.microsoft.com/office/drawing/2014/main" id="{A4AFE359-F3FD-49EE-8136-0AD87F66F0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 flipV="1">
                  <a:off x="1039" y="1782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5023" name="Line 114">
                <a:extLst>
                  <a:ext uri="{FF2B5EF4-FFF2-40B4-BE49-F238E27FC236}">
                    <a16:creationId xmlns:a16="http://schemas.microsoft.com/office/drawing/2014/main" id="{76EF934E-AD05-4D1C-B249-5D7CFAA7B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0" y="1241"/>
                <a:ext cx="201" cy="1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85024" name="Line 115">
                <a:extLst>
                  <a:ext uri="{FF2B5EF4-FFF2-40B4-BE49-F238E27FC236}">
                    <a16:creationId xmlns:a16="http://schemas.microsoft.com/office/drawing/2014/main" id="{0F276549-C8D8-41CE-8CA5-D1BFA6B6E6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2" y="1483"/>
                <a:ext cx="201" cy="1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5004" name="TextBox 86">
            <a:extLst>
              <a:ext uri="{FF2B5EF4-FFF2-40B4-BE49-F238E27FC236}">
                <a16:creationId xmlns:a16="http://schemas.microsoft.com/office/drawing/2014/main" id="{3FFCEA28-9541-4393-9090-F333450AFB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7800" y="6092825"/>
            <a:ext cx="47736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 this case all d's were treated as 1's.</a:t>
            </a:r>
          </a:p>
        </p:txBody>
      </p:sp>
      <p:grpSp>
        <p:nvGrpSpPr>
          <p:cNvPr id="85005" name="Group 3">
            <a:extLst>
              <a:ext uri="{FF2B5EF4-FFF2-40B4-BE49-F238E27FC236}">
                <a16:creationId xmlns:a16="http://schemas.microsoft.com/office/drawing/2014/main" id="{0C7ECA6D-30D4-4D51-9559-CE5B9E602EC7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6503988" y="4287837"/>
            <a:ext cx="1989137" cy="433388"/>
            <a:chOff x="2797183" y="2220913"/>
            <a:chExt cx="2390770" cy="393703"/>
          </a:xfrm>
        </p:grpSpPr>
        <p:sp>
          <p:nvSpPr>
            <p:cNvPr id="85006" name="Line 61">
              <a:extLst>
                <a:ext uri="{FF2B5EF4-FFF2-40B4-BE49-F238E27FC236}">
                  <a16:creationId xmlns:a16="http://schemas.microsoft.com/office/drawing/2014/main" id="{DAFB338A-3962-464A-8B0F-D24C8A60DF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79762" y="2609850"/>
              <a:ext cx="1644650" cy="1588"/>
            </a:xfrm>
            <a:prstGeom prst="line">
              <a:avLst/>
            </a:prstGeom>
            <a:noFill/>
            <a:ln w="2381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85007" name="Group 104">
              <a:extLst>
                <a:ext uri="{FF2B5EF4-FFF2-40B4-BE49-F238E27FC236}">
                  <a16:creationId xmlns:a16="http://schemas.microsoft.com/office/drawing/2014/main" id="{6D26EF82-A0C1-44FA-8E59-DE9B95E8B8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7183" y="2225678"/>
              <a:ext cx="546101" cy="388938"/>
              <a:chOff x="1747" y="1242"/>
              <a:chExt cx="344" cy="245"/>
            </a:xfrm>
          </p:grpSpPr>
          <p:grpSp>
            <p:nvGrpSpPr>
              <p:cNvPr id="85014" name="Group 105">
                <a:extLst>
                  <a:ext uri="{FF2B5EF4-FFF2-40B4-BE49-F238E27FC236}">
                    <a16:creationId xmlns:a16="http://schemas.microsoft.com/office/drawing/2014/main" id="{599A8413-71EE-42FF-AAD0-7ABAC830C8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950" y="1242"/>
                <a:ext cx="141" cy="243"/>
                <a:chOff x="1039" y="1647"/>
                <a:chExt cx="141" cy="270"/>
              </a:xfrm>
            </p:grpSpPr>
            <p:sp>
              <p:nvSpPr>
                <p:cNvPr id="85017" name="Arc 106">
                  <a:extLst>
                    <a:ext uri="{FF2B5EF4-FFF2-40B4-BE49-F238E27FC236}">
                      <a16:creationId xmlns:a16="http://schemas.microsoft.com/office/drawing/2014/main" id="{49A22B65-6ACF-4EC4-B4A3-EC50FE54D1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039" y="1647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18" name="Arc 107">
                  <a:extLst>
                    <a:ext uri="{FF2B5EF4-FFF2-40B4-BE49-F238E27FC236}">
                      <a16:creationId xmlns:a16="http://schemas.microsoft.com/office/drawing/2014/main" id="{FF192DFC-5FE2-438A-995B-7FB706E31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 flipV="1">
                  <a:off x="1039" y="1782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5015" name="Line 108">
                <a:extLst>
                  <a:ext uri="{FF2B5EF4-FFF2-40B4-BE49-F238E27FC236}">
                    <a16:creationId xmlns:a16="http://schemas.microsoft.com/office/drawing/2014/main" id="{8CE20ABD-D9E0-4994-9B57-1FE6A04644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69" y="1245"/>
                <a:ext cx="203" cy="2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85016" name="Line 109">
                <a:extLst>
                  <a:ext uri="{FF2B5EF4-FFF2-40B4-BE49-F238E27FC236}">
                    <a16:creationId xmlns:a16="http://schemas.microsoft.com/office/drawing/2014/main" id="{B0F06DF2-3D2B-414A-AFFB-757F1C5ED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47" y="1485"/>
                <a:ext cx="202" cy="2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5008" name="Group 110">
              <a:extLst>
                <a:ext uri="{FF2B5EF4-FFF2-40B4-BE49-F238E27FC236}">
                  <a16:creationId xmlns:a16="http://schemas.microsoft.com/office/drawing/2014/main" id="{EE251434-2952-48D6-A1A8-BE44DB2FE42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641853" y="2220913"/>
              <a:ext cx="546100" cy="390525"/>
              <a:chOff x="1747" y="1239"/>
              <a:chExt cx="344" cy="246"/>
            </a:xfrm>
          </p:grpSpPr>
          <p:grpSp>
            <p:nvGrpSpPr>
              <p:cNvPr id="85009" name="Group 111">
                <a:extLst>
                  <a:ext uri="{FF2B5EF4-FFF2-40B4-BE49-F238E27FC236}">
                    <a16:creationId xmlns:a16="http://schemas.microsoft.com/office/drawing/2014/main" id="{28A665B8-6437-4CBB-A27A-207A693360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950" y="1242"/>
                <a:ext cx="141" cy="243"/>
                <a:chOff x="1039" y="1647"/>
                <a:chExt cx="141" cy="270"/>
              </a:xfrm>
            </p:grpSpPr>
            <p:sp>
              <p:nvSpPr>
                <p:cNvPr id="85012" name="Arc 112">
                  <a:extLst>
                    <a:ext uri="{FF2B5EF4-FFF2-40B4-BE49-F238E27FC236}">
                      <a16:creationId xmlns:a16="http://schemas.microsoft.com/office/drawing/2014/main" id="{F32B7881-A688-4E56-AE18-5FA94AAA98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039" y="1647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13" name="Arc 113">
                  <a:extLst>
                    <a:ext uri="{FF2B5EF4-FFF2-40B4-BE49-F238E27FC236}">
                      <a16:creationId xmlns:a16="http://schemas.microsoft.com/office/drawing/2014/main" id="{29A80AD5-6BEF-49AB-A563-BF852820A3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 flipV="1">
                  <a:off x="1039" y="1782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5010" name="Line 114">
                <a:extLst>
                  <a:ext uri="{FF2B5EF4-FFF2-40B4-BE49-F238E27FC236}">
                    <a16:creationId xmlns:a16="http://schemas.microsoft.com/office/drawing/2014/main" id="{F3833DFA-78D7-4561-BC3D-EFFBC2509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47" y="1239"/>
                <a:ext cx="203" cy="2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85011" name="Line 115">
                <a:extLst>
                  <a:ext uri="{FF2B5EF4-FFF2-40B4-BE49-F238E27FC236}">
                    <a16:creationId xmlns:a16="http://schemas.microsoft.com/office/drawing/2014/main" id="{0D3D365B-6B8B-4DB3-9CAF-205220E190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4" y="1480"/>
                <a:ext cx="203" cy="2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 animBg="1"/>
      <p:bldP spid="57" grpId="0" animBg="1"/>
      <p:bldP spid="58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7" name="Title 1">
            <a:extLst>
              <a:ext uri="{FF2B5EF4-FFF2-40B4-BE49-F238E27FC236}">
                <a16:creationId xmlns:a16="http://schemas.microsoft.com/office/drawing/2014/main" id="{4511D2E9-7F54-425E-9522-4596CC80FA3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76200"/>
            <a:ext cx="8915400" cy="485775"/>
          </a:xfrm>
        </p:spPr>
        <p:txBody>
          <a:bodyPr/>
          <a:lstStyle/>
          <a:p>
            <a:r>
              <a:rPr lang="en-US" altLang="en-US" dirty="0"/>
              <a:t>Seven-Segment Indicator</a:t>
            </a:r>
          </a:p>
        </p:txBody>
      </p:sp>
      <p:pic>
        <p:nvPicPr>
          <p:cNvPr id="86018" name="Picture 2" descr="Screen shot 2014-02-10 at 2.56.39 PM.png">
            <a:extLst>
              <a:ext uri="{FF2B5EF4-FFF2-40B4-BE49-F238E27FC236}">
                <a16:creationId xmlns:a16="http://schemas.microsoft.com/office/drawing/2014/main" id="{20C07828-B0C7-4D25-A424-48DB87AB7BB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609600"/>
            <a:ext cx="4348163" cy="350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A2647D90-17CE-324F-97A6-35AFE1C4745D}"/>
              </a:ext>
            </a:extLst>
          </p:cNvPr>
          <p:cNvSpPr txBox="1"/>
          <p:nvPr/>
        </p:nvSpPr>
        <p:spPr>
          <a:xfrm>
            <a:off x="438150" y="4038600"/>
            <a:ext cx="1365250" cy="157003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0     1     0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1     0     1     1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1     1     0     1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1     1     1     0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</a:t>
            </a:r>
          </a:p>
        </p:txBody>
      </p:sp>
      <p:sp>
        <p:nvSpPr>
          <p:cNvPr id="86020" name="TextBox 4">
            <a:extLst>
              <a:ext uri="{FF2B5EF4-FFF2-40B4-BE49-F238E27FC236}">
                <a16:creationId xmlns:a16="http://schemas.microsoft.com/office/drawing/2014/main" id="{DA23E1F6-5E4D-47E9-AF49-1C48B79AD1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6288" y="4040188"/>
            <a:ext cx="2582862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   d     d     d    d     d     d       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   d     d     d    d     d     d     1     d     d     d    d     d     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   d     d     d    d     d     d     1     d     d     d    d     d     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   d     d     d    d     d     d</a:t>
            </a:r>
          </a:p>
        </p:txBody>
      </p:sp>
      <p:sp>
        <p:nvSpPr>
          <p:cNvPr id="86021" name="Rectangle 10">
            <a:extLst>
              <a:ext uri="{FF2B5EF4-FFF2-40B4-BE49-F238E27FC236}">
                <a16:creationId xmlns:a16="http://schemas.microsoft.com/office/drawing/2014/main" id="{F02A8EC4-9214-469C-A6BF-AC0DF3B84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8200" y="623888"/>
            <a:ext cx="336550" cy="5068887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solidFill>
              <a:srgbClr val="008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  <p:transition/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Title 1">
            <a:extLst>
              <a:ext uri="{FF2B5EF4-FFF2-40B4-BE49-F238E27FC236}">
                <a16:creationId xmlns:a16="http://schemas.microsoft.com/office/drawing/2014/main" id="{BB1432DB-4A30-4CEB-8935-56CFF03BCFA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76200"/>
            <a:ext cx="8915400" cy="419100"/>
          </a:xfrm>
        </p:spPr>
        <p:txBody>
          <a:bodyPr/>
          <a:lstStyle/>
          <a:p>
            <a:r>
              <a:rPr lang="en-US" altLang="en-US" dirty="0"/>
              <a:t>Seven-Segment Indicator</a:t>
            </a:r>
          </a:p>
        </p:txBody>
      </p:sp>
      <p:pic>
        <p:nvPicPr>
          <p:cNvPr id="87042" name="Picture 2" descr="Screen shot 2014-02-10 at 2.56.39 PM.png">
            <a:extLst>
              <a:ext uri="{FF2B5EF4-FFF2-40B4-BE49-F238E27FC236}">
                <a16:creationId xmlns:a16="http://schemas.microsoft.com/office/drawing/2014/main" id="{364260D2-80BB-4BB5-85F5-4939CEEA35B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533400"/>
            <a:ext cx="4348163" cy="350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7394090E-E3C7-4143-9170-2C5F3CC3EBD9}"/>
              </a:ext>
            </a:extLst>
          </p:cNvPr>
          <p:cNvSpPr txBox="1"/>
          <p:nvPr/>
        </p:nvSpPr>
        <p:spPr>
          <a:xfrm>
            <a:off x="438150" y="3962400"/>
            <a:ext cx="1365250" cy="157003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0     1     0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1     0     1     1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1     1     0     1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1     1     1     0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</a:t>
            </a:r>
          </a:p>
        </p:txBody>
      </p:sp>
      <p:sp>
        <p:nvSpPr>
          <p:cNvPr id="87044" name="TextBox 4">
            <a:extLst>
              <a:ext uri="{FF2B5EF4-FFF2-40B4-BE49-F238E27FC236}">
                <a16:creationId xmlns:a16="http://schemas.microsoft.com/office/drawing/2014/main" id="{252CB2F2-A7B4-4A18-A837-2F2F88FF5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6288" y="3963988"/>
            <a:ext cx="2582862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   d     d     d    d     d     d       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   d     d     d    d     d     d     1     d     d     d    d     d     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   d     d     d    d     d     d     1     d     d     d    d     d     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   d     d     d    d     d     d</a:t>
            </a:r>
          </a:p>
        </p:txBody>
      </p:sp>
      <p:sp>
        <p:nvSpPr>
          <p:cNvPr id="87047" name="Rectangle 10">
            <a:extLst>
              <a:ext uri="{FF2B5EF4-FFF2-40B4-BE49-F238E27FC236}">
                <a16:creationId xmlns:a16="http://schemas.microsoft.com/office/drawing/2014/main" id="{2DB2E4FD-0761-49F1-B3D9-44469A7458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8200" y="547688"/>
            <a:ext cx="336550" cy="5068887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solidFill>
              <a:srgbClr val="008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56" name="Group 54">
            <a:extLst>
              <a:ext uri="{FF2B5EF4-FFF2-40B4-BE49-F238E27FC236}">
                <a16:creationId xmlns:a16="http://schemas.microsoft.com/office/drawing/2014/main" id="{C9C143D5-E377-4E42-9AD5-3BD3D45CA3F4}"/>
              </a:ext>
            </a:extLst>
          </p:cNvPr>
          <p:cNvGrpSpPr>
            <a:grpSpLocks/>
          </p:cNvGrpSpPr>
          <p:nvPr/>
        </p:nvGrpSpPr>
        <p:grpSpPr bwMode="auto">
          <a:xfrm>
            <a:off x="4652963" y="3589974"/>
            <a:ext cx="3422218" cy="3037585"/>
            <a:chOff x="5791200" y="990600"/>
            <a:chExt cx="2994851" cy="2857177"/>
          </a:xfrm>
        </p:grpSpPr>
        <p:pic>
          <p:nvPicPr>
            <p:cNvPr id="57" name="Picture 3" descr="F:\LogicBook\PowerPoint\chapter4\figure4.6.wmf">
              <a:extLst>
                <a:ext uri="{FF2B5EF4-FFF2-40B4-BE49-F238E27FC236}">
                  <a16:creationId xmlns:a16="http://schemas.microsoft.com/office/drawing/2014/main" id="{A4FD1CF7-543C-49FA-8A50-54C9C3ACDC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86356" y="990600"/>
              <a:ext cx="2899695" cy="28571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" name="Picture 53" descr="Screen shot 2014-02-10 at 3.06.11 PM.png">
              <a:extLst>
                <a:ext uri="{FF2B5EF4-FFF2-40B4-BE49-F238E27FC236}">
                  <a16:creationId xmlns:a16="http://schemas.microsoft.com/office/drawing/2014/main" id="{C17ABAF4-6C4E-476F-8F6C-104D717E549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91200" y="1063252"/>
              <a:ext cx="928648" cy="670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5" name="Group 65">
            <a:extLst>
              <a:ext uri="{FF2B5EF4-FFF2-40B4-BE49-F238E27FC236}">
                <a16:creationId xmlns:a16="http://schemas.microsoft.com/office/drawing/2014/main" id="{DB3D33A1-EF7E-4C30-A81D-3CD554597B23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708818"/>
            <a:ext cx="2508250" cy="2373313"/>
            <a:chOff x="5532437" y="2646362"/>
            <a:chExt cx="2508250" cy="2373313"/>
          </a:xfrm>
        </p:grpSpPr>
        <p:sp>
          <p:nvSpPr>
            <p:cNvPr id="106" name="Rectangle 379">
              <a:extLst>
                <a:ext uri="{FF2B5EF4-FFF2-40B4-BE49-F238E27FC236}">
                  <a16:creationId xmlns:a16="http://schemas.microsoft.com/office/drawing/2014/main" id="{88A4F3B7-29BE-4463-A50E-9A35088F7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227387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7" name="Line 380">
              <a:extLst>
                <a:ext uri="{FF2B5EF4-FFF2-40B4-BE49-F238E27FC236}">
                  <a16:creationId xmlns:a16="http://schemas.microsoft.com/office/drawing/2014/main" id="{09D831D0-FB1A-498D-8103-CFD8500D53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3670300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" name="Line 381">
              <a:extLst>
                <a:ext uri="{FF2B5EF4-FFF2-40B4-BE49-F238E27FC236}">
                  <a16:creationId xmlns:a16="http://schemas.microsoft.com/office/drawing/2014/main" id="{536FB872-19FB-43D3-807D-496FB72A27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" name="Line 382">
              <a:extLst>
                <a:ext uri="{FF2B5EF4-FFF2-40B4-BE49-F238E27FC236}">
                  <a16:creationId xmlns:a16="http://schemas.microsoft.com/office/drawing/2014/main" id="{C8435D24-5EAE-453A-8641-BC2C49A1FF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5487" y="2763837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" name="Rectangle 383">
              <a:extLst>
                <a:ext uri="{FF2B5EF4-FFF2-40B4-BE49-F238E27FC236}">
                  <a16:creationId xmlns:a16="http://schemas.microsoft.com/office/drawing/2014/main" id="{04B1E0BB-0676-40A5-A697-DB02F30B3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1537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" name="Rectangle 384">
              <a:extLst>
                <a:ext uri="{FF2B5EF4-FFF2-40B4-BE49-F238E27FC236}">
                  <a16:creationId xmlns:a16="http://schemas.microsoft.com/office/drawing/2014/main" id="{DA5E645D-3242-4ACE-A6E4-01CB018C4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3612" y="274796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" name="Rectangle 385">
              <a:extLst>
                <a:ext uri="{FF2B5EF4-FFF2-40B4-BE49-F238E27FC236}">
                  <a16:creationId xmlns:a16="http://schemas.microsoft.com/office/drawing/2014/main" id="{17214EA0-0A3C-45B4-9616-32226E859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212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" name="Rectangle 386">
              <a:extLst>
                <a:ext uri="{FF2B5EF4-FFF2-40B4-BE49-F238E27FC236}">
                  <a16:creationId xmlns:a16="http://schemas.microsoft.com/office/drawing/2014/main" id="{2A67CE8D-C53D-4921-926E-306811CDE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287" y="2747962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" name="Rectangle 387">
              <a:extLst>
                <a:ext uri="{FF2B5EF4-FFF2-40B4-BE49-F238E27FC236}">
                  <a16:creationId xmlns:a16="http://schemas.microsoft.com/office/drawing/2014/main" id="{D39D2866-B9A9-46D2-9C2A-FE046E7BA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2437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5" name="Rectangle 388">
              <a:extLst>
                <a:ext uri="{FF2B5EF4-FFF2-40B4-BE49-F238E27FC236}">
                  <a16:creationId xmlns:a16="http://schemas.microsoft.com/office/drawing/2014/main" id="{5A585305-997F-4F31-930D-EFFFF3A22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61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" name="Rectangle 389">
              <a:extLst>
                <a:ext uri="{FF2B5EF4-FFF2-40B4-BE49-F238E27FC236}">
                  <a16:creationId xmlns:a16="http://schemas.microsoft.com/office/drawing/2014/main" id="{CACEEE95-0236-4E0F-A6C4-B61A6CA6E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6112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" name="Rectangle 390">
              <a:extLst>
                <a:ext uri="{FF2B5EF4-FFF2-40B4-BE49-F238E27FC236}">
                  <a16:creationId xmlns:a16="http://schemas.microsoft.com/office/drawing/2014/main" id="{E2A2ECF3-180E-41AC-9553-705FA778E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66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8" name="Rectangle 391">
              <a:extLst>
                <a:ext uri="{FF2B5EF4-FFF2-40B4-BE49-F238E27FC236}">
                  <a16:creationId xmlns:a16="http://schemas.microsoft.com/office/drawing/2014/main" id="{DCEFEE27-88EA-4E7F-B7D5-A2D88F466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3227387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" name="Line 392">
              <a:extLst>
                <a:ext uri="{FF2B5EF4-FFF2-40B4-BE49-F238E27FC236}">
                  <a16:creationId xmlns:a16="http://schemas.microsoft.com/office/drawing/2014/main" id="{7B1B8F5B-30D7-4DEB-8121-E5D3A2128E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3670300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0" name="Line 393">
              <a:extLst>
                <a:ext uri="{FF2B5EF4-FFF2-40B4-BE49-F238E27FC236}">
                  <a16:creationId xmlns:a16="http://schemas.microsoft.com/office/drawing/2014/main" id="{BB7F4A63-2165-42C4-A45F-22AE2DF1E0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" name="Rectangle 394">
              <a:extLst>
                <a:ext uri="{FF2B5EF4-FFF2-40B4-BE49-F238E27FC236}">
                  <a16:creationId xmlns:a16="http://schemas.microsoft.com/office/drawing/2014/main" id="{29004D62-5195-474B-AE35-8CB0E42A1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2" name="Rectangle 395">
              <a:extLst>
                <a:ext uri="{FF2B5EF4-FFF2-40B4-BE49-F238E27FC236}">
                  <a16:creationId xmlns:a16="http://schemas.microsoft.com/office/drawing/2014/main" id="{237862E3-16D1-4BF4-858A-0950C59F5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3" name="Rectangle 396">
              <a:extLst>
                <a:ext uri="{FF2B5EF4-FFF2-40B4-BE49-F238E27FC236}">
                  <a16:creationId xmlns:a16="http://schemas.microsoft.com/office/drawing/2014/main" id="{E3E32201-D320-4E70-9059-BD20C8A80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260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4" name="Rectangle 397">
              <a:extLst>
                <a:ext uri="{FF2B5EF4-FFF2-40B4-BE49-F238E27FC236}">
                  <a16:creationId xmlns:a16="http://schemas.microsoft.com/office/drawing/2014/main" id="{A2A295BF-64C4-43B4-A079-F04FC8AC8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027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5" name="Rectangle 398">
              <a:extLst>
                <a:ext uri="{FF2B5EF4-FFF2-40B4-BE49-F238E27FC236}">
                  <a16:creationId xmlns:a16="http://schemas.microsoft.com/office/drawing/2014/main" id="{79B02D3A-37E7-4F83-9AFF-42009A2CA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" name="Rectangle 399">
              <a:extLst>
                <a:ext uri="{FF2B5EF4-FFF2-40B4-BE49-F238E27FC236}">
                  <a16:creationId xmlns:a16="http://schemas.microsoft.com/office/drawing/2014/main" id="{4FC6E1D5-1C38-4E7F-AF86-D9158F6EB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" name="Rectangle 400">
              <a:extLst>
                <a:ext uri="{FF2B5EF4-FFF2-40B4-BE49-F238E27FC236}">
                  <a16:creationId xmlns:a16="http://schemas.microsoft.com/office/drawing/2014/main" id="{61D42CC9-6B6C-4A6E-9A1E-B4FF50763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3496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" name="Rectangle 401">
              <a:extLst>
                <a:ext uri="{FF2B5EF4-FFF2-40B4-BE49-F238E27FC236}">
                  <a16:creationId xmlns:a16="http://schemas.microsoft.com/office/drawing/2014/main" id="{67465AD7-2300-4D61-9E43-8B3A37AEE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" name="Rectangle 402">
              <a:extLst>
                <a:ext uri="{FF2B5EF4-FFF2-40B4-BE49-F238E27FC236}">
                  <a16:creationId xmlns:a16="http://schemas.microsoft.com/office/drawing/2014/main" id="{99925078-3673-452E-B53F-DA79327DF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7973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" name="Rectangle 403">
              <a:extLst>
                <a:ext uri="{FF2B5EF4-FFF2-40B4-BE49-F238E27FC236}">
                  <a16:creationId xmlns:a16="http://schemas.microsoft.com/office/drawing/2014/main" id="{C909D9AE-DCD0-4EF5-96EE-9618B2C91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79730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" name="Rectangle 404">
              <a:extLst>
                <a:ext uri="{FF2B5EF4-FFF2-40B4-BE49-F238E27FC236}">
                  <a16:creationId xmlns:a16="http://schemas.microsoft.com/office/drawing/2014/main" id="{27EF7BC8-75DF-48E6-AC6C-730A4CAE7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7973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" name="Rectangle 405">
              <a:extLst>
                <a:ext uri="{FF2B5EF4-FFF2-40B4-BE49-F238E27FC236}">
                  <a16:creationId xmlns:a16="http://schemas.microsoft.com/office/drawing/2014/main" id="{D29BD11D-BDB5-402A-AEEA-AC3F6AB08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4113212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3" name="Line 406">
              <a:extLst>
                <a:ext uri="{FF2B5EF4-FFF2-40B4-BE49-F238E27FC236}">
                  <a16:creationId xmlns:a16="http://schemas.microsoft.com/office/drawing/2014/main" id="{9871F875-0026-4DA9-AE9C-C0FD995E9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4556125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4" name="Line 407">
              <a:extLst>
                <a:ext uri="{FF2B5EF4-FFF2-40B4-BE49-F238E27FC236}">
                  <a16:creationId xmlns:a16="http://schemas.microsoft.com/office/drawing/2014/main" id="{317FF5CF-6C65-4F99-856E-95F0DD8408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5" name="Rectangle 408">
              <a:extLst>
                <a:ext uri="{FF2B5EF4-FFF2-40B4-BE49-F238E27FC236}">
                  <a16:creationId xmlns:a16="http://schemas.microsoft.com/office/drawing/2014/main" id="{27917C38-DC92-4C70-9794-31484126A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79730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" name="Rectangle 409">
              <a:extLst>
                <a:ext uri="{FF2B5EF4-FFF2-40B4-BE49-F238E27FC236}">
                  <a16:creationId xmlns:a16="http://schemas.microsoft.com/office/drawing/2014/main" id="{C8FB72F5-FE7B-4B19-ABD7-2EC314B4B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4113212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7" name="Line 410">
              <a:extLst>
                <a:ext uri="{FF2B5EF4-FFF2-40B4-BE49-F238E27FC236}">
                  <a16:creationId xmlns:a16="http://schemas.microsoft.com/office/drawing/2014/main" id="{0FDFC91C-9A23-4777-94E5-69360EFDA2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4556125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8" name="Line 411">
              <a:extLst>
                <a:ext uri="{FF2B5EF4-FFF2-40B4-BE49-F238E27FC236}">
                  <a16:creationId xmlns:a16="http://schemas.microsoft.com/office/drawing/2014/main" id="{A539FDE8-D0B4-4162-91B7-665D1CC75B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" name="Rectangle 412">
              <a:extLst>
                <a:ext uri="{FF2B5EF4-FFF2-40B4-BE49-F238E27FC236}">
                  <a16:creationId xmlns:a16="http://schemas.microsoft.com/office/drawing/2014/main" id="{C7362DC9-1BB8-427C-9FCE-4D78C07B2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" name="Rectangle 413">
              <a:extLst>
                <a:ext uri="{FF2B5EF4-FFF2-40B4-BE49-F238E27FC236}">
                  <a16:creationId xmlns:a16="http://schemas.microsoft.com/office/drawing/2014/main" id="{5295ED66-7D82-42C9-8073-B0ED25C4E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" name="Rectangle 414">
              <a:extLst>
                <a:ext uri="{FF2B5EF4-FFF2-40B4-BE49-F238E27FC236}">
                  <a16:creationId xmlns:a16="http://schemas.microsoft.com/office/drawing/2014/main" id="{E6B03FB3-E47C-4B04-B8FB-9D90C78ED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2449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" name="Rectangle 415">
              <a:extLst>
                <a:ext uri="{FF2B5EF4-FFF2-40B4-BE49-F238E27FC236}">
                  <a16:creationId xmlns:a16="http://schemas.microsoft.com/office/drawing/2014/main" id="{E2ABED3D-DE36-4A20-BAB0-8A3C69515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" name="Rectangle 416">
              <a:extLst>
                <a:ext uri="{FF2B5EF4-FFF2-40B4-BE49-F238E27FC236}">
                  <a16:creationId xmlns:a16="http://schemas.microsoft.com/office/drawing/2014/main" id="{E6BC74AC-30E1-4818-AE42-968BD79C5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69265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4" name="Rectangle 417">
              <a:extLst>
                <a:ext uri="{FF2B5EF4-FFF2-40B4-BE49-F238E27FC236}">
                  <a16:creationId xmlns:a16="http://schemas.microsoft.com/office/drawing/2014/main" id="{C1616A68-353D-4D8B-8366-710B7B8A4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69265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5" name="Rectangle 418">
              <a:extLst>
                <a:ext uri="{FF2B5EF4-FFF2-40B4-BE49-F238E27FC236}">
                  <a16:creationId xmlns:a16="http://schemas.microsoft.com/office/drawing/2014/main" id="{83C97242-5FB8-4E17-957F-26CD9CBBF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69265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" name="Rectangle 419">
              <a:extLst>
                <a:ext uri="{FF2B5EF4-FFF2-40B4-BE49-F238E27FC236}">
                  <a16:creationId xmlns:a16="http://schemas.microsoft.com/office/drawing/2014/main" id="{BFD40432-DE27-474C-B3AF-73FB8910D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69265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" name="Rectangle 420">
              <a:extLst>
                <a:ext uri="{FF2B5EF4-FFF2-40B4-BE49-F238E27FC236}">
                  <a16:creationId xmlns:a16="http://schemas.microsoft.com/office/drawing/2014/main" id="{39CE171B-EA18-471B-8DF0-DD450E894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34962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" name="Rectangle 421">
              <a:extLst>
                <a:ext uri="{FF2B5EF4-FFF2-40B4-BE49-F238E27FC236}">
                  <a16:creationId xmlns:a16="http://schemas.microsoft.com/office/drawing/2014/main" id="{CCE4D543-0637-43F0-8DAA-C0C5B538F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7973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" name="Rectangle 422">
              <a:extLst>
                <a:ext uri="{FF2B5EF4-FFF2-40B4-BE49-F238E27FC236}">
                  <a16:creationId xmlns:a16="http://schemas.microsoft.com/office/drawing/2014/main" id="{51C9CBA6-146A-4B3C-B75B-76905C983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42449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" name="Rectangle 425">
              <a:extLst>
                <a:ext uri="{FF2B5EF4-FFF2-40B4-BE49-F238E27FC236}">
                  <a16:creationId xmlns:a16="http://schemas.microsoft.com/office/drawing/2014/main" id="{466E506B-0AB8-45F1-A025-0ABA74976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300" y="46926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mc:AlternateContent xmlns:mc="http://schemas.openxmlformats.org/markup-compatibility/2006">
        <mc:Choice xmlns:p14="http://schemas.microsoft.com/office/powerpoint/2010/main" Requires="p14">
          <p:contentPart p14:bwMode="auto" r:id="rId5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C5675A2B-E719-4BFC-A1BF-8AC3BD009AAB}"/>
                  </a:ext>
                </a:extLst>
              </p14:cNvPr>
              <p14:cNvContentPartPr/>
              <p14:nvPr/>
            </p14:nvContentPartPr>
            <p14:xfrm>
              <a:off x="5506560" y="1347840"/>
              <a:ext cx="2040840" cy="18082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C5675A2B-E719-4BFC-A1BF-8AC3BD009AAB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5497200" y="1338480"/>
                <a:ext cx="2059560" cy="18270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5" name="Title 1">
            <a:extLst>
              <a:ext uri="{FF2B5EF4-FFF2-40B4-BE49-F238E27FC236}">
                <a16:creationId xmlns:a16="http://schemas.microsoft.com/office/drawing/2014/main" id="{CDA1A72F-9C6C-4EE5-866A-BC7146BC5CF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93662"/>
            <a:ext cx="8915400" cy="403225"/>
          </a:xfrm>
        </p:spPr>
        <p:txBody>
          <a:bodyPr/>
          <a:lstStyle/>
          <a:p>
            <a:r>
              <a:rPr lang="en-US" altLang="en-US" dirty="0"/>
              <a:t>Seven-Segment Indicator</a:t>
            </a:r>
          </a:p>
        </p:txBody>
      </p:sp>
      <p:pic>
        <p:nvPicPr>
          <p:cNvPr id="88066" name="Picture 2" descr="Screen shot 2014-02-10 at 2.56.39 PM.png">
            <a:extLst>
              <a:ext uri="{FF2B5EF4-FFF2-40B4-BE49-F238E27FC236}">
                <a16:creationId xmlns:a16="http://schemas.microsoft.com/office/drawing/2014/main" id="{9FE12F0D-0039-4070-9A8E-CD38DB72BD7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855662"/>
            <a:ext cx="4348163" cy="350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8DB9E631-7020-3044-B2A8-0D690A5CD8E9}"/>
              </a:ext>
            </a:extLst>
          </p:cNvPr>
          <p:cNvSpPr txBox="1"/>
          <p:nvPr/>
        </p:nvSpPr>
        <p:spPr>
          <a:xfrm>
            <a:off x="438150" y="4284662"/>
            <a:ext cx="1365250" cy="157003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0     1     0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1     0     1     1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1     1     0     1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1     1     1     0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</a:t>
            </a:r>
          </a:p>
        </p:txBody>
      </p:sp>
      <p:sp>
        <p:nvSpPr>
          <p:cNvPr id="88068" name="TextBox 4">
            <a:extLst>
              <a:ext uri="{FF2B5EF4-FFF2-40B4-BE49-F238E27FC236}">
                <a16:creationId xmlns:a16="http://schemas.microsoft.com/office/drawing/2014/main" id="{B35881CC-3311-4FA0-AC0A-5D0ED126F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6288" y="4286250"/>
            <a:ext cx="2582862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   d     d     d    d     d     d       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   d     d     d    d     d     d     1     d     d     d    d     d     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   d     d     d    d     d     d     1     d     d     d    d     d     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   d     d     d    d     d     d</a:t>
            </a:r>
          </a:p>
        </p:txBody>
      </p:sp>
      <p:grpSp>
        <p:nvGrpSpPr>
          <p:cNvPr id="88069" name="Group 65">
            <a:extLst>
              <a:ext uri="{FF2B5EF4-FFF2-40B4-BE49-F238E27FC236}">
                <a16:creationId xmlns:a16="http://schemas.microsoft.com/office/drawing/2014/main" id="{813A0473-E6A9-4CEB-BEFA-215DE9DE38EB}"/>
              </a:ext>
            </a:extLst>
          </p:cNvPr>
          <p:cNvGrpSpPr>
            <a:grpSpLocks/>
          </p:cNvGrpSpPr>
          <p:nvPr/>
        </p:nvGrpSpPr>
        <p:grpSpPr bwMode="auto">
          <a:xfrm>
            <a:off x="5886450" y="3798887"/>
            <a:ext cx="2508250" cy="2373313"/>
            <a:chOff x="5532437" y="2646362"/>
            <a:chExt cx="2508250" cy="2373313"/>
          </a:xfrm>
        </p:grpSpPr>
        <p:sp>
          <p:nvSpPr>
            <p:cNvPr id="88074" name="Rectangle 379">
              <a:extLst>
                <a:ext uri="{FF2B5EF4-FFF2-40B4-BE49-F238E27FC236}">
                  <a16:creationId xmlns:a16="http://schemas.microsoft.com/office/drawing/2014/main" id="{3694F338-024F-4F0C-9E1E-36E1DBB53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227387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75" name="Line 380">
              <a:extLst>
                <a:ext uri="{FF2B5EF4-FFF2-40B4-BE49-F238E27FC236}">
                  <a16:creationId xmlns:a16="http://schemas.microsoft.com/office/drawing/2014/main" id="{2857D818-07BF-4749-BB02-22F715E497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3670300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76" name="Line 381">
              <a:extLst>
                <a:ext uri="{FF2B5EF4-FFF2-40B4-BE49-F238E27FC236}">
                  <a16:creationId xmlns:a16="http://schemas.microsoft.com/office/drawing/2014/main" id="{F74696B2-E068-48AC-AE13-35B64355A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77" name="Line 382">
              <a:extLst>
                <a:ext uri="{FF2B5EF4-FFF2-40B4-BE49-F238E27FC236}">
                  <a16:creationId xmlns:a16="http://schemas.microsoft.com/office/drawing/2014/main" id="{50964DFC-2272-438C-B545-18A6603622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5487" y="2763837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78" name="Rectangle 383">
              <a:extLst>
                <a:ext uri="{FF2B5EF4-FFF2-40B4-BE49-F238E27FC236}">
                  <a16:creationId xmlns:a16="http://schemas.microsoft.com/office/drawing/2014/main" id="{951B118D-C349-41A4-A7E1-293768851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1537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79" name="Rectangle 384">
              <a:extLst>
                <a:ext uri="{FF2B5EF4-FFF2-40B4-BE49-F238E27FC236}">
                  <a16:creationId xmlns:a16="http://schemas.microsoft.com/office/drawing/2014/main" id="{20670736-3B3C-4CE7-B104-44B777FFC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3612" y="274796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80" name="Rectangle 385">
              <a:extLst>
                <a:ext uri="{FF2B5EF4-FFF2-40B4-BE49-F238E27FC236}">
                  <a16:creationId xmlns:a16="http://schemas.microsoft.com/office/drawing/2014/main" id="{3D16DF11-9E76-479F-A4EB-5BA9E7883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212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81" name="Rectangle 386">
              <a:extLst>
                <a:ext uri="{FF2B5EF4-FFF2-40B4-BE49-F238E27FC236}">
                  <a16:creationId xmlns:a16="http://schemas.microsoft.com/office/drawing/2014/main" id="{5A67F468-013C-4E16-B48A-1B4B1C912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287" y="2747962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82" name="Rectangle 387">
              <a:extLst>
                <a:ext uri="{FF2B5EF4-FFF2-40B4-BE49-F238E27FC236}">
                  <a16:creationId xmlns:a16="http://schemas.microsoft.com/office/drawing/2014/main" id="{EAD35B9B-92A7-4423-80C1-40B6D65F4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2437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83" name="Rectangle 388">
              <a:extLst>
                <a:ext uri="{FF2B5EF4-FFF2-40B4-BE49-F238E27FC236}">
                  <a16:creationId xmlns:a16="http://schemas.microsoft.com/office/drawing/2014/main" id="{8F771D66-2A96-4431-9998-8904B4CD7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61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84" name="Rectangle 389">
              <a:extLst>
                <a:ext uri="{FF2B5EF4-FFF2-40B4-BE49-F238E27FC236}">
                  <a16:creationId xmlns:a16="http://schemas.microsoft.com/office/drawing/2014/main" id="{D35074E7-AD32-45E6-8744-9E31C6EED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6112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85" name="Rectangle 390">
              <a:extLst>
                <a:ext uri="{FF2B5EF4-FFF2-40B4-BE49-F238E27FC236}">
                  <a16:creationId xmlns:a16="http://schemas.microsoft.com/office/drawing/2014/main" id="{610147F8-64DC-4853-AF63-3806E41D2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66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86" name="Rectangle 391">
              <a:extLst>
                <a:ext uri="{FF2B5EF4-FFF2-40B4-BE49-F238E27FC236}">
                  <a16:creationId xmlns:a16="http://schemas.microsoft.com/office/drawing/2014/main" id="{7FE70882-8083-4A90-8FA7-76C7A6D38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3227387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87" name="Line 392">
              <a:extLst>
                <a:ext uri="{FF2B5EF4-FFF2-40B4-BE49-F238E27FC236}">
                  <a16:creationId xmlns:a16="http://schemas.microsoft.com/office/drawing/2014/main" id="{BB23816B-338F-4BF4-A489-AAB45565D5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3670300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88" name="Line 393">
              <a:extLst>
                <a:ext uri="{FF2B5EF4-FFF2-40B4-BE49-F238E27FC236}">
                  <a16:creationId xmlns:a16="http://schemas.microsoft.com/office/drawing/2014/main" id="{E1381075-B198-4DC3-A7A6-6473015C89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89" name="Rectangle 394">
              <a:extLst>
                <a:ext uri="{FF2B5EF4-FFF2-40B4-BE49-F238E27FC236}">
                  <a16:creationId xmlns:a16="http://schemas.microsoft.com/office/drawing/2014/main" id="{26958FA1-B828-41E4-A01B-952A4CEDA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90" name="Rectangle 395">
              <a:extLst>
                <a:ext uri="{FF2B5EF4-FFF2-40B4-BE49-F238E27FC236}">
                  <a16:creationId xmlns:a16="http://schemas.microsoft.com/office/drawing/2014/main" id="{8B3B6B16-01B9-46B3-822E-E666F312C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91" name="Rectangle 396">
              <a:extLst>
                <a:ext uri="{FF2B5EF4-FFF2-40B4-BE49-F238E27FC236}">
                  <a16:creationId xmlns:a16="http://schemas.microsoft.com/office/drawing/2014/main" id="{862BF4BF-E010-4EC3-82A2-74E033656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260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92" name="Rectangle 397">
              <a:extLst>
                <a:ext uri="{FF2B5EF4-FFF2-40B4-BE49-F238E27FC236}">
                  <a16:creationId xmlns:a16="http://schemas.microsoft.com/office/drawing/2014/main" id="{1F6F23C0-1E65-413E-9CEC-309EA806B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027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93" name="Rectangle 398">
              <a:extLst>
                <a:ext uri="{FF2B5EF4-FFF2-40B4-BE49-F238E27FC236}">
                  <a16:creationId xmlns:a16="http://schemas.microsoft.com/office/drawing/2014/main" id="{C5E8F562-E15B-424F-BA53-48E391D16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94" name="Rectangle 399">
              <a:extLst>
                <a:ext uri="{FF2B5EF4-FFF2-40B4-BE49-F238E27FC236}">
                  <a16:creationId xmlns:a16="http://schemas.microsoft.com/office/drawing/2014/main" id="{AFC5496B-A642-480C-9292-63050F4E6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95" name="Rectangle 400">
              <a:extLst>
                <a:ext uri="{FF2B5EF4-FFF2-40B4-BE49-F238E27FC236}">
                  <a16:creationId xmlns:a16="http://schemas.microsoft.com/office/drawing/2014/main" id="{2B68DDAC-584E-4E92-AF7D-A5E6AE7D6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3496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96" name="Rectangle 401">
              <a:extLst>
                <a:ext uri="{FF2B5EF4-FFF2-40B4-BE49-F238E27FC236}">
                  <a16:creationId xmlns:a16="http://schemas.microsoft.com/office/drawing/2014/main" id="{8C34A261-808E-430C-9E47-74E6A2C68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97" name="Rectangle 402">
              <a:extLst>
                <a:ext uri="{FF2B5EF4-FFF2-40B4-BE49-F238E27FC236}">
                  <a16:creationId xmlns:a16="http://schemas.microsoft.com/office/drawing/2014/main" id="{FB43EC5E-E656-4953-B689-973E675BC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7973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98" name="Rectangle 403">
              <a:extLst>
                <a:ext uri="{FF2B5EF4-FFF2-40B4-BE49-F238E27FC236}">
                  <a16:creationId xmlns:a16="http://schemas.microsoft.com/office/drawing/2014/main" id="{2282FF58-F779-458F-A6D1-1102F4DB9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79730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099" name="Rectangle 404">
              <a:extLst>
                <a:ext uri="{FF2B5EF4-FFF2-40B4-BE49-F238E27FC236}">
                  <a16:creationId xmlns:a16="http://schemas.microsoft.com/office/drawing/2014/main" id="{0007C9F3-EBDF-49E7-A82A-5746930AA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7973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00" name="Rectangle 405">
              <a:extLst>
                <a:ext uri="{FF2B5EF4-FFF2-40B4-BE49-F238E27FC236}">
                  <a16:creationId xmlns:a16="http://schemas.microsoft.com/office/drawing/2014/main" id="{1E6B87C4-A32B-4800-960C-5CF086DA2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4113212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01" name="Line 406">
              <a:extLst>
                <a:ext uri="{FF2B5EF4-FFF2-40B4-BE49-F238E27FC236}">
                  <a16:creationId xmlns:a16="http://schemas.microsoft.com/office/drawing/2014/main" id="{D509FC25-102E-49A6-9214-E3D7B2D1CD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4556125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02" name="Line 407">
              <a:extLst>
                <a:ext uri="{FF2B5EF4-FFF2-40B4-BE49-F238E27FC236}">
                  <a16:creationId xmlns:a16="http://schemas.microsoft.com/office/drawing/2014/main" id="{657BD397-95AD-4CC0-B0F2-209A8031A7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03" name="Rectangle 408">
              <a:extLst>
                <a:ext uri="{FF2B5EF4-FFF2-40B4-BE49-F238E27FC236}">
                  <a16:creationId xmlns:a16="http://schemas.microsoft.com/office/drawing/2014/main" id="{3FEF3CB8-5789-4DC5-B77F-0C5E55893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79730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04" name="Rectangle 409">
              <a:extLst>
                <a:ext uri="{FF2B5EF4-FFF2-40B4-BE49-F238E27FC236}">
                  <a16:creationId xmlns:a16="http://schemas.microsoft.com/office/drawing/2014/main" id="{B21BFD18-7F03-4ED9-B97D-39A2C3AA6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4113212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05" name="Line 410">
              <a:extLst>
                <a:ext uri="{FF2B5EF4-FFF2-40B4-BE49-F238E27FC236}">
                  <a16:creationId xmlns:a16="http://schemas.microsoft.com/office/drawing/2014/main" id="{8D3D07D1-01A9-460E-A078-AD914156EA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4556125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06" name="Line 411">
              <a:extLst>
                <a:ext uri="{FF2B5EF4-FFF2-40B4-BE49-F238E27FC236}">
                  <a16:creationId xmlns:a16="http://schemas.microsoft.com/office/drawing/2014/main" id="{3A43A513-BFB3-4D74-A8E2-AD58D34D4D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07" name="Rectangle 412">
              <a:extLst>
                <a:ext uri="{FF2B5EF4-FFF2-40B4-BE49-F238E27FC236}">
                  <a16:creationId xmlns:a16="http://schemas.microsoft.com/office/drawing/2014/main" id="{5BC0FC0B-BE74-404D-9DBA-11FC51497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08" name="Rectangle 413">
              <a:extLst>
                <a:ext uri="{FF2B5EF4-FFF2-40B4-BE49-F238E27FC236}">
                  <a16:creationId xmlns:a16="http://schemas.microsoft.com/office/drawing/2014/main" id="{02342026-C799-4F55-93A5-0BC670EA4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09" name="Rectangle 414">
              <a:extLst>
                <a:ext uri="{FF2B5EF4-FFF2-40B4-BE49-F238E27FC236}">
                  <a16:creationId xmlns:a16="http://schemas.microsoft.com/office/drawing/2014/main" id="{F1E0F85C-81FE-4F25-804A-2D9E96278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2449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10" name="Rectangle 415">
              <a:extLst>
                <a:ext uri="{FF2B5EF4-FFF2-40B4-BE49-F238E27FC236}">
                  <a16:creationId xmlns:a16="http://schemas.microsoft.com/office/drawing/2014/main" id="{DD3C687A-012E-4363-BA15-36420D3C0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11" name="Rectangle 416">
              <a:extLst>
                <a:ext uri="{FF2B5EF4-FFF2-40B4-BE49-F238E27FC236}">
                  <a16:creationId xmlns:a16="http://schemas.microsoft.com/office/drawing/2014/main" id="{09B8A092-F9B0-4F1C-91F8-FF8E962FC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69265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12" name="Rectangle 417">
              <a:extLst>
                <a:ext uri="{FF2B5EF4-FFF2-40B4-BE49-F238E27FC236}">
                  <a16:creationId xmlns:a16="http://schemas.microsoft.com/office/drawing/2014/main" id="{4D86021E-4B8A-4F27-BC01-1EC5F15B6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69265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13" name="Rectangle 418">
              <a:extLst>
                <a:ext uri="{FF2B5EF4-FFF2-40B4-BE49-F238E27FC236}">
                  <a16:creationId xmlns:a16="http://schemas.microsoft.com/office/drawing/2014/main" id="{93071699-0CC4-4502-9C5B-B0CC42A06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69265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14" name="Rectangle 419">
              <a:extLst>
                <a:ext uri="{FF2B5EF4-FFF2-40B4-BE49-F238E27FC236}">
                  <a16:creationId xmlns:a16="http://schemas.microsoft.com/office/drawing/2014/main" id="{2F4B661F-0265-43E2-BBA8-0BA0665040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69265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15" name="Rectangle 420">
              <a:extLst>
                <a:ext uri="{FF2B5EF4-FFF2-40B4-BE49-F238E27FC236}">
                  <a16:creationId xmlns:a16="http://schemas.microsoft.com/office/drawing/2014/main" id="{724A5C02-1957-4B30-8045-08D156434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34962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16" name="Rectangle 421">
              <a:extLst>
                <a:ext uri="{FF2B5EF4-FFF2-40B4-BE49-F238E27FC236}">
                  <a16:creationId xmlns:a16="http://schemas.microsoft.com/office/drawing/2014/main" id="{7426A7A3-5947-4308-80DD-88CB4AD49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7973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17" name="Rectangle 422">
              <a:extLst>
                <a:ext uri="{FF2B5EF4-FFF2-40B4-BE49-F238E27FC236}">
                  <a16:creationId xmlns:a16="http://schemas.microsoft.com/office/drawing/2014/main" id="{504A9ED7-390E-4CBB-8B75-7960491A6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42449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8118" name="Rectangle 425">
              <a:extLst>
                <a:ext uri="{FF2B5EF4-FFF2-40B4-BE49-F238E27FC236}">
                  <a16:creationId xmlns:a16="http://schemas.microsoft.com/office/drawing/2014/main" id="{DDC51D85-C59B-491A-B73D-4B8806FE7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300" y="46926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88070" name="Group 54">
            <a:extLst>
              <a:ext uri="{FF2B5EF4-FFF2-40B4-BE49-F238E27FC236}">
                <a16:creationId xmlns:a16="http://schemas.microsoft.com/office/drawing/2014/main" id="{1702C587-7FE6-439E-A5AB-952DBE39244F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779462"/>
            <a:ext cx="2995613" cy="2857500"/>
            <a:chOff x="5791200" y="990600"/>
            <a:chExt cx="2994851" cy="2857177"/>
          </a:xfrm>
        </p:grpSpPr>
        <p:pic>
          <p:nvPicPr>
            <p:cNvPr id="88072" name="Picture 3" descr="F:\LogicBook\PowerPoint\chapter4\figure4.6.wmf">
              <a:extLst>
                <a:ext uri="{FF2B5EF4-FFF2-40B4-BE49-F238E27FC236}">
                  <a16:creationId xmlns:a16="http://schemas.microsoft.com/office/drawing/2014/main" id="{FC3E0468-6187-41C9-A97C-6EFE9C7F37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86356" y="990600"/>
              <a:ext cx="2899695" cy="28571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073" name="Picture 53" descr="Screen shot 2014-02-10 at 3.06.11 PM.png">
              <a:extLst>
                <a:ext uri="{FF2B5EF4-FFF2-40B4-BE49-F238E27FC236}">
                  <a16:creationId xmlns:a16="http://schemas.microsoft.com/office/drawing/2014/main" id="{F8A037B6-1E09-45A6-845E-CC9FD65858E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91200" y="1063252"/>
              <a:ext cx="928648" cy="670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88071" name="Rectangle 10">
            <a:extLst>
              <a:ext uri="{FF2B5EF4-FFF2-40B4-BE49-F238E27FC236}">
                <a16:creationId xmlns:a16="http://schemas.microsoft.com/office/drawing/2014/main" id="{B46101EF-C298-493A-9B66-3A050DC904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8200" y="869950"/>
            <a:ext cx="336550" cy="5068887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solidFill>
              <a:srgbClr val="008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</p:cSld>
  <p:clrMapOvr>
    <a:masterClrMapping/>
  </p:clrMapOvr>
  <p:transition/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89" name="Title 1">
            <a:extLst>
              <a:ext uri="{FF2B5EF4-FFF2-40B4-BE49-F238E27FC236}">
                <a16:creationId xmlns:a16="http://schemas.microsoft.com/office/drawing/2014/main" id="{91EDBC0C-9F3B-4F6C-AF11-FB6F4300690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109537"/>
            <a:ext cx="8915400" cy="373382"/>
          </a:xfrm>
        </p:spPr>
        <p:txBody>
          <a:bodyPr/>
          <a:lstStyle/>
          <a:p>
            <a:r>
              <a:rPr lang="en-US" altLang="en-US" dirty="0"/>
              <a:t>Seven-Segment Indicator</a:t>
            </a:r>
          </a:p>
        </p:txBody>
      </p:sp>
      <p:pic>
        <p:nvPicPr>
          <p:cNvPr id="89090" name="Picture 2" descr="Screen shot 2014-02-10 at 2.56.39 PM.png">
            <a:extLst>
              <a:ext uri="{FF2B5EF4-FFF2-40B4-BE49-F238E27FC236}">
                <a16:creationId xmlns:a16="http://schemas.microsoft.com/office/drawing/2014/main" id="{1601B793-6BFF-4DE1-84DB-F79EABEA81C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871537"/>
            <a:ext cx="4348163" cy="350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D4D63AB5-DB29-EB4E-A0F5-5200CBE9DCF4}"/>
              </a:ext>
            </a:extLst>
          </p:cNvPr>
          <p:cNvSpPr txBox="1"/>
          <p:nvPr/>
        </p:nvSpPr>
        <p:spPr>
          <a:xfrm>
            <a:off x="438150" y="4300537"/>
            <a:ext cx="1365250" cy="157003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0     1     0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1     0     1     1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1     1     0     1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1     1     1     0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</a:t>
            </a:r>
          </a:p>
        </p:txBody>
      </p:sp>
      <p:sp>
        <p:nvSpPr>
          <p:cNvPr id="89092" name="TextBox 4">
            <a:extLst>
              <a:ext uri="{FF2B5EF4-FFF2-40B4-BE49-F238E27FC236}">
                <a16:creationId xmlns:a16="http://schemas.microsoft.com/office/drawing/2014/main" id="{734B7A93-9744-4C9F-BEBE-849BECD468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6288" y="4302125"/>
            <a:ext cx="2582862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   d     d     d    d     d     d       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   d     d     d    d     d     d     1     d     d     d    d     d     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   d     d     d    d     d     d     1     d     d     d    d     d     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   d     d     d    d     d     d</a:t>
            </a:r>
          </a:p>
        </p:txBody>
      </p:sp>
      <p:grpSp>
        <p:nvGrpSpPr>
          <p:cNvPr id="89093" name="Group 65">
            <a:extLst>
              <a:ext uri="{FF2B5EF4-FFF2-40B4-BE49-F238E27FC236}">
                <a16:creationId xmlns:a16="http://schemas.microsoft.com/office/drawing/2014/main" id="{FF9C16A5-3D56-43C1-A7EE-62567CC461C2}"/>
              </a:ext>
            </a:extLst>
          </p:cNvPr>
          <p:cNvGrpSpPr>
            <a:grpSpLocks/>
          </p:cNvGrpSpPr>
          <p:nvPr/>
        </p:nvGrpSpPr>
        <p:grpSpPr bwMode="auto">
          <a:xfrm>
            <a:off x="5886450" y="3814762"/>
            <a:ext cx="2508250" cy="2373313"/>
            <a:chOff x="5532437" y="2646362"/>
            <a:chExt cx="2508250" cy="2373313"/>
          </a:xfrm>
        </p:grpSpPr>
        <p:sp>
          <p:nvSpPr>
            <p:cNvPr id="89127" name="Rectangle 379">
              <a:extLst>
                <a:ext uri="{FF2B5EF4-FFF2-40B4-BE49-F238E27FC236}">
                  <a16:creationId xmlns:a16="http://schemas.microsoft.com/office/drawing/2014/main" id="{480D8B76-9D5E-46E2-AD2D-443EA3C72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227387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28" name="Line 380">
              <a:extLst>
                <a:ext uri="{FF2B5EF4-FFF2-40B4-BE49-F238E27FC236}">
                  <a16:creationId xmlns:a16="http://schemas.microsoft.com/office/drawing/2014/main" id="{E5D657FF-199A-47BB-8DF2-7F12A11423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3670300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29" name="Line 381">
              <a:extLst>
                <a:ext uri="{FF2B5EF4-FFF2-40B4-BE49-F238E27FC236}">
                  <a16:creationId xmlns:a16="http://schemas.microsoft.com/office/drawing/2014/main" id="{6D03709A-1683-454F-94FD-C063C1A12F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30" name="Line 382">
              <a:extLst>
                <a:ext uri="{FF2B5EF4-FFF2-40B4-BE49-F238E27FC236}">
                  <a16:creationId xmlns:a16="http://schemas.microsoft.com/office/drawing/2014/main" id="{B1B838B8-CED3-4A62-BC2D-97A68F18E5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5487" y="2763837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31" name="Rectangle 383">
              <a:extLst>
                <a:ext uri="{FF2B5EF4-FFF2-40B4-BE49-F238E27FC236}">
                  <a16:creationId xmlns:a16="http://schemas.microsoft.com/office/drawing/2014/main" id="{6710DCF6-A472-44C0-873A-6EC28C643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1537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32" name="Rectangle 384">
              <a:extLst>
                <a:ext uri="{FF2B5EF4-FFF2-40B4-BE49-F238E27FC236}">
                  <a16:creationId xmlns:a16="http://schemas.microsoft.com/office/drawing/2014/main" id="{28B1DC36-39E2-4FFE-9F27-D66DF0985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3612" y="274796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33" name="Rectangle 385">
              <a:extLst>
                <a:ext uri="{FF2B5EF4-FFF2-40B4-BE49-F238E27FC236}">
                  <a16:creationId xmlns:a16="http://schemas.microsoft.com/office/drawing/2014/main" id="{57BDEDF3-A813-4A91-B921-F33A66875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212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34" name="Rectangle 386">
              <a:extLst>
                <a:ext uri="{FF2B5EF4-FFF2-40B4-BE49-F238E27FC236}">
                  <a16:creationId xmlns:a16="http://schemas.microsoft.com/office/drawing/2014/main" id="{EDE349E2-C949-4DAE-9EA9-585447BD4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287" y="2747962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35" name="Rectangle 387">
              <a:extLst>
                <a:ext uri="{FF2B5EF4-FFF2-40B4-BE49-F238E27FC236}">
                  <a16:creationId xmlns:a16="http://schemas.microsoft.com/office/drawing/2014/main" id="{FFC2C74C-61F3-439A-BBD2-5E5E54ACE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2437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36" name="Rectangle 388">
              <a:extLst>
                <a:ext uri="{FF2B5EF4-FFF2-40B4-BE49-F238E27FC236}">
                  <a16:creationId xmlns:a16="http://schemas.microsoft.com/office/drawing/2014/main" id="{773B1610-4B92-4717-A1DB-C1E980697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61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37" name="Rectangle 389">
              <a:extLst>
                <a:ext uri="{FF2B5EF4-FFF2-40B4-BE49-F238E27FC236}">
                  <a16:creationId xmlns:a16="http://schemas.microsoft.com/office/drawing/2014/main" id="{EBD7EC3D-C381-41A4-A690-EEA81FA23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6112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38" name="Rectangle 390">
              <a:extLst>
                <a:ext uri="{FF2B5EF4-FFF2-40B4-BE49-F238E27FC236}">
                  <a16:creationId xmlns:a16="http://schemas.microsoft.com/office/drawing/2014/main" id="{008A6DFF-2CD4-4D20-A05D-FBE012EF0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66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39" name="Rectangle 391">
              <a:extLst>
                <a:ext uri="{FF2B5EF4-FFF2-40B4-BE49-F238E27FC236}">
                  <a16:creationId xmlns:a16="http://schemas.microsoft.com/office/drawing/2014/main" id="{F333D528-5656-400D-9B28-84DAFE43C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3227387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40" name="Line 392">
              <a:extLst>
                <a:ext uri="{FF2B5EF4-FFF2-40B4-BE49-F238E27FC236}">
                  <a16:creationId xmlns:a16="http://schemas.microsoft.com/office/drawing/2014/main" id="{45B866A7-687A-4139-9557-A78670DADB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3670300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41" name="Line 393">
              <a:extLst>
                <a:ext uri="{FF2B5EF4-FFF2-40B4-BE49-F238E27FC236}">
                  <a16:creationId xmlns:a16="http://schemas.microsoft.com/office/drawing/2014/main" id="{387A35E4-378A-4892-AD78-38378998F1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42" name="Rectangle 394">
              <a:extLst>
                <a:ext uri="{FF2B5EF4-FFF2-40B4-BE49-F238E27FC236}">
                  <a16:creationId xmlns:a16="http://schemas.microsoft.com/office/drawing/2014/main" id="{A2E5FD53-B376-4C21-BFA6-A2C8D2E03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43" name="Rectangle 395">
              <a:extLst>
                <a:ext uri="{FF2B5EF4-FFF2-40B4-BE49-F238E27FC236}">
                  <a16:creationId xmlns:a16="http://schemas.microsoft.com/office/drawing/2014/main" id="{971FCE39-9058-4F5F-BB80-13192D659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44" name="Rectangle 396">
              <a:extLst>
                <a:ext uri="{FF2B5EF4-FFF2-40B4-BE49-F238E27FC236}">
                  <a16:creationId xmlns:a16="http://schemas.microsoft.com/office/drawing/2014/main" id="{F3AD3401-8160-42A0-B4C1-0963E442E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260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45" name="Rectangle 397">
              <a:extLst>
                <a:ext uri="{FF2B5EF4-FFF2-40B4-BE49-F238E27FC236}">
                  <a16:creationId xmlns:a16="http://schemas.microsoft.com/office/drawing/2014/main" id="{328E07F2-A620-4BEA-A339-3B1282F7E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027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46" name="Rectangle 398">
              <a:extLst>
                <a:ext uri="{FF2B5EF4-FFF2-40B4-BE49-F238E27FC236}">
                  <a16:creationId xmlns:a16="http://schemas.microsoft.com/office/drawing/2014/main" id="{D5B746E9-F301-4D0E-A96B-7470BF4F9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47" name="Rectangle 399">
              <a:extLst>
                <a:ext uri="{FF2B5EF4-FFF2-40B4-BE49-F238E27FC236}">
                  <a16:creationId xmlns:a16="http://schemas.microsoft.com/office/drawing/2014/main" id="{DB74E3DB-82F4-48D6-8212-A7E619419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48" name="Rectangle 400">
              <a:extLst>
                <a:ext uri="{FF2B5EF4-FFF2-40B4-BE49-F238E27FC236}">
                  <a16:creationId xmlns:a16="http://schemas.microsoft.com/office/drawing/2014/main" id="{863D05D9-11E5-4FD7-9313-D2BFFB3F9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34962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49" name="Rectangle 401">
              <a:extLst>
                <a:ext uri="{FF2B5EF4-FFF2-40B4-BE49-F238E27FC236}">
                  <a16:creationId xmlns:a16="http://schemas.microsoft.com/office/drawing/2014/main" id="{8F03591E-5CDF-46A5-8217-7F5EF3220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50" name="Rectangle 402">
              <a:extLst>
                <a:ext uri="{FF2B5EF4-FFF2-40B4-BE49-F238E27FC236}">
                  <a16:creationId xmlns:a16="http://schemas.microsoft.com/office/drawing/2014/main" id="{7C7D82FC-A3EF-4B5C-8175-C427C89CD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7973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51" name="Rectangle 403">
              <a:extLst>
                <a:ext uri="{FF2B5EF4-FFF2-40B4-BE49-F238E27FC236}">
                  <a16:creationId xmlns:a16="http://schemas.microsoft.com/office/drawing/2014/main" id="{6AACC95B-EE88-4EE8-85AE-2F9F2DD8D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79730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52" name="Rectangle 404">
              <a:extLst>
                <a:ext uri="{FF2B5EF4-FFF2-40B4-BE49-F238E27FC236}">
                  <a16:creationId xmlns:a16="http://schemas.microsoft.com/office/drawing/2014/main" id="{BD70A2D2-58B1-4496-99F5-5083A7AC3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7973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53" name="Rectangle 405">
              <a:extLst>
                <a:ext uri="{FF2B5EF4-FFF2-40B4-BE49-F238E27FC236}">
                  <a16:creationId xmlns:a16="http://schemas.microsoft.com/office/drawing/2014/main" id="{504C0881-144F-44FF-A56D-AFC6EF5F7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4113212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54" name="Line 406">
              <a:extLst>
                <a:ext uri="{FF2B5EF4-FFF2-40B4-BE49-F238E27FC236}">
                  <a16:creationId xmlns:a16="http://schemas.microsoft.com/office/drawing/2014/main" id="{0D302526-7B45-416D-B23A-3F5D1580E6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4556125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55" name="Line 407">
              <a:extLst>
                <a:ext uri="{FF2B5EF4-FFF2-40B4-BE49-F238E27FC236}">
                  <a16:creationId xmlns:a16="http://schemas.microsoft.com/office/drawing/2014/main" id="{A7716946-BB13-4672-A963-01D14E7B45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56" name="Rectangle 408">
              <a:extLst>
                <a:ext uri="{FF2B5EF4-FFF2-40B4-BE49-F238E27FC236}">
                  <a16:creationId xmlns:a16="http://schemas.microsoft.com/office/drawing/2014/main" id="{92FB68F0-0686-48A1-A99D-3A7132464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79730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57" name="Rectangle 409">
              <a:extLst>
                <a:ext uri="{FF2B5EF4-FFF2-40B4-BE49-F238E27FC236}">
                  <a16:creationId xmlns:a16="http://schemas.microsoft.com/office/drawing/2014/main" id="{E74B0427-DF86-4562-B07C-FE7AF50F5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4113212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58" name="Line 410">
              <a:extLst>
                <a:ext uri="{FF2B5EF4-FFF2-40B4-BE49-F238E27FC236}">
                  <a16:creationId xmlns:a16="http://schemas.microsoft.com/office/drawing/2014/main" id="{44837A3E-F54E-4DB6-8644-1D6DE2E094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4556125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59" name="Line 411">
              <a:extLst>
                <a:ext uri="{FF2B5EF4-FFF2-40B4-BE49-F238E27FC236}">
                  <a16:creationId xmlns:a16="http://schemas.microsoft.com/office/drawing/2014/main" id="{16D8E87D-87D4-43BF-994B-793CA4A195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60" name="Rectangle 412">
              <a:extLst>
                <a:ext uri="{FF2B5EF4-FFF2-40B4-BE49-F238E27FC236}">
                  <a16:creationId xmlns:a16="http://schemas.microsoft.com/office/drawing/2014/main" id="{1E133364-B545-41DB-9A0E-86EBD85C5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61" name="Rectangle 413">
              <a:extLst>
                <a:ext uri="{FF2B5EF4-FFF2-40B4-BE49-F238E27FC236}">
                  <a16:creationId xmlns:a16="http://schemas.microsoft.com/office/drawing/2014/main" id="{EA93E8B8-908A-4425-91B1-94147420A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62" name="Rectangle 414">
              <a:extLst>
                <a:ext uri="{FF2B5EF4-FFF2-40B4-BE49-F238E27FC236}">
                  <a16:creationId xmlns:a16="http://schemas.microsoft.com/office/drawing/2014/main" id="{E3885BA9-7D8F-46D7-AD97-AB9EF6048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244975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63" name="Rectangle 415">
              <a:extLst>
                <a:ext uri="{FF2B5EF4-FFF2-40B4-BE49-F238E27FC236}">
                  <a16:creationId xmlns:a16="http://schemas.microsoft.com/office/drawing/2014/main" id="{A449F5CA-2C24-465F-BF03-5709C5361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64" name="Rectangle 416">
              <a:extLst>
                <a:ext uri="{FF2B5EF4-FFF2-40B4-BE49-F238E27FC236}">
                  <a16:creationId xmlns:a16="http://schemas.microsoft.com/office/drawing/2014/main" id="{EC1DD679-2D37-43C3-A312-33242F8F6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69265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65" name="Rectangle 417">
              <a:extLst>
                <a:ext uri="{FF2B5EF4-FFF2-40B4-BE49-F238E27FC236}">
                  <a16:creationId xmlns:a16="http://schemas.microsoft.com/office/drawing/2014/main" id="{11BF3373-A8EF-4941-83F1-B106C5E54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69265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66" name="Rectangle 418">
              <a:extLst>
                <a:ext uri="{FF2B5EF4-FFF2-40B4-BE49-F238E27FC236}">
                  <a16:creationId xmlns:a16="http://schemas.microsoft.com/office/drawing/2014/main" id="{082105F5-A556-4B8F-BDC4-1FADFD9C6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69265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67" name="Rectangle 419">
              <a:extLst>
                <a:ext uri="{FF2B5EF4-FFF2-40B4-BE49-F238E27FC236}">
                  <a16:creationId xmlns:a16="http://schemas.microsoft.com/office/drawing/2014/main" id="{355F23BD-BAF0-4CE6-B72C-CDB21C7DD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69265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68" name="Rectangle 420">
              <a:extLst>
                <a:ext uri="{FF2B5EF4-FFF2-40B4-BE49-F238E27FC236}">
                  <a16:creationId xmlns:a16="http://schemas.microsoft.com/office/drawing/2014/main" id="{B09DD484-BE61-41EC-A760-690CD3DB2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34962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69" name="Rectangle 421">
              <a:extLst>
                <a:ext uri="{FF2B5EF4-FFF2-40B4-BE49-F238E27FC236}">
                  <a16:creationId xmlns:a16="http://schemas.microsoft.com/office/drawing/2014/main" id="{34B2537E-D24D-462E-866F-406481DAB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7973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70" name="Rectangle 422">
              <a:extLst>
                <a:ext uri="{FF2B5EF4-FFF2-40B4-BE49-F238E27FC236}">
                  <a16:creationId xmlns:a16="http://schemas.microsoft.com/office/drawing/2014/main" id="{A0458AE6-3277-4F50-A3B0-ABEF235F4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42449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9171" name="Rectangle 425">
              <a:extLst>
                <a:ext uri="{FF2B5EF4-FFF2-40B4-BE49-F238E27FC236}">
                  <a16:creationId xmlns:a16="http://schemas.microsoft.com/office/drawing/2014/main" id="{FB55BB24-258F-49E3-8978-0A964D1C2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300" y="46926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89094" name="Group 54">
            <a:extLst>
              <a:ext uri="{FF2B5EF4-FFF2-40B4-BE49-F238E27FC236}">
                <a16:creationId xmlns:a16="http://schemas.microsoft.com/office/drawing/2014/main" id="{C9835D50-6AAE-4185-8D38-051B5F1FB9B4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795337"/>
            <a:ext cx="2995613" cy="2857500"/>
            <a:chOff x="5791200" y="990600"/>
            <a:chExt cx="2994851" cy="2857177"/>
          </a:xfrm>
        </p:grpSpPr>
        <p:pic>
          <p:nvPicPr>
            <p:cNvPr id="89125" name="Picture 3" descr="F:\LogicBook\PowerPoint\chapter4\figure4.6.wmf">
              <a:extLst>
                <a:ext uri="{FF2B5EF4-FFF2-40B4-BE49-F238E27FC236}">
                  <a16:creationId xmlns:a16="http://schemas.microsoft.com/office/drawing/2014/main" id="{340EDFEB-6539-496C-A3A2-3D3EC90C0E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86356" y="990600"/>
              <a:ext cx="2899695" cy="28571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126" name="Picture 53" descr="Screen shot 2014-02-10 at 3.06.11 PM.png">
              <a:extLst>
                <a:ext uri="{FF2B5EF4-FFF2-40B4-BE49-F238E27FC236}">
                  <a16:creationId xmlns:a16="http://schemas.microsoft.com/office/drawing/2014/main" id="{9D57AF11-3EDB-4D3C-BA6B-5113EED53EF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91200" y="1063252"/>
              <a:ext cx="928648" cy="670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89095" name="Rectangle 10">
            <a:extLst>
              <a:ext uri="{FF2B5EF4-FFF2-40B4-BE49-F238E27FC236}">
                <a16:creationId xmlns:a16="http://schemas.microsoft.com/office/drawing/2014/main" id="{6C6B0170-5BA8-42A0-8C21-961A068E78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8200" y="885825"/>
            <a:ext cx="336550" cy="5068887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solidFill>
              <a:srgbClr val="008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89096" name="Group 3">
            <a:extLst>
              <a:ext uri="{FF2B5EF4-FFF2-40B4-BE49-F238E27FC236}">
                <a16:creationId xmlns:a16="http://schemas.microsoft.com/office/drawing/2014/main" id="{D3EA9923-AD69-41A8-91A9-64504F1F76F0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5821362"/>
            <a:ext cx="1981200" cy="427038"/>
            <a:chOff x="2801938" y="2224088"/>
            <a:chExt cx="2381250" cy="387350"/>
          </a:xfrm>
        </p:grpSpPr>
        <p:sp>
          <p:nvSpPr>
            <p:cNvPr id="89112" name="Line 61">
              <a:extLst>
                <a:ext uri="{FF2B5EF4-FFF2-40B4-BE49-F238E27FC236}">
                  <a16:creationId xmlns:a16="http://schemas.microsoft.com/office/drawing/2014/main" id="{AD7D4D76-9226-4F03-A38F-1ACB71E24E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79762" y="2609850"/>
              <a:ext cx="1644650" cy="1588"/>
            </a:xfrm>
            <a:prstGeom prst="line">
              <a:avLst/>
            </a:prstGeom>
            <a:noFill/>
            <a:ln w="2381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89113" name="Group 104">
              <a:extLst>
                <a:ext uri="{FF2B5EF4-FFF2-40B4-BE49-F238E27FC236}">
                  <a16:creationId xmlns:a16="http://schemas.microsoft.com/office/drawing/2014/main" id="{5DCB01F8-C27F-41AB-AABC-488A909DE2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1938" y="2224088"/>
              <a:ext cx="541337" cy="387350"/>
              <a:chOff x="1750" y="1241"/>
              <a:chExt cx="341" cy="244"/>
            </a:xfrm>
          </p:grpSpPr>
          <p:grpSp>
            <p:nvGrpSpPr>
              <p:cNvPr id="89120" name="Group 105">
                <a:extLst>
                  <a:ext uri="{FF2B5EF4-FFF2-40B4-BE49-F238E27FC236}">
                    <a16:creationId xmlns:a16="http://schemas.microsoft.com/office/drawing/2014/main" id="{33B9F693-88EE-44FA-B596-FDDE946A64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950" y="1242"/>
                <a:ext cx="141" cy="243"/>
                <a:chOff x="1039" y="1647"/>
                <a:chExt cx="141" cy="270"/>
              </a:xfrm>
            </p:grpSpPr>
            <p:sp>
              <p:nvSpPr>
                <p:cNvPr id="89123" name="Arc 106">
                  <a:extLst>
                    <a:ext uri="{FF2B5EF4-FFF2-40B4-BE49-F238E27FC236}">
                      <a16:creationId xmlns:a16="http://schemas.microsoft.com/office/drawing/2014/main" id="{B05A455E-92E2-4BCC-B05F-9143CB863F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039" y="1647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9124" name="Arc 107">
                  <a:extLst>
                    <a:ext uri="{FF2B5EF4-FFF2-40B4-BE49-F238E27FC236}">
                      <a16:creationId xmlns:a16="http://schemas.microsoft.com/office/drawing/2014/main" id="{7354D547-2EE0-49C5-A961-2EFC7C96D9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 flipV="1">
                  <a:off x="1039" y="1782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9121" name="Line 108">
                <a:extLst>
                  <a:ext uri="{FF2B5EF4-FFF2-40B4-BE49-F238E27FC236}">
                    <a16:creationId xmlns:a16="http://schemas.microsoft.com/office/drawing/2014/main" id="{316C2B4D-AA53-4129-AEF1-E01AB2355D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0" y="1241"/>
                <a:ext cx="201" cy="1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89122" name="Line 109">
                <a:extLst>
                  <a:ext uri="{FF2B5EF4-FFF2-40B4-BE49-F238E27FC236}">
                    <a16:creationId xmlns:a16="http://schemas.microsoft.com/office/drawing/2014/main" id="{71663672-711F-41BD-B140-3CE06F7457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2" y="1483"/>
                <a:ext cx="201" cy="1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9114" name="Group 110">
              <a:extLst>
                <a:ext uri="{FF2B5EF4-FFF2-40B4-BE49-F238E27FC236}">
                  <a16:creationId xmlns:a16="http://schemas.microsoft.com/office/drawing/2014/main" id="{74E82099-7708-4AA6-9331-2EA32A69DE9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641850" y="2224088"/>
              <a:ext cx="541338" cy="387350"/>
              <a:chOff x="1750" y="1241"/>
              <a:chExt cx="341" cy="244"/>
            </a:xfrm>
          </p:grpSpPr>
          <p:grpSp>
            <p:nvGrpSpPr>
              <p:cNvPr id="89115" name="Group 111">
                <a:extLst>
                  <a:ext uri="{FF2B5EF4-FFF2-40B4-BE49-F238E27FC236}">
                    <a16:creationId xmlns:a16="http://schemas.microsoft.com/office/drawing/2014/main" id="{5412D88D-2AE8-4650-8337-A1DC51C2B7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950" y="1242"/>
                <a:ext cx="141" cy="243"/>
                <a:chOff x="1039" y="1647"/>
                <a:chExt cx="141" cy="270"/>
              </a:xfrm>
            </p:grpSpPr>
            <p:sp>
              <p:nvSpPr>
                <p:cNvPr id="89118" name="Arc 112">
                  <a:extLst>
                    <a:ext uri="{FF2B5EF4-FFF2-40B4-BE49-F238E27FC236}">
                      <a16:creationId xmlns:a16="http://schemas.microsoft.com/office/drawing/2014/main" id="{4F1D47FC-6E44-4029-9CA0-76FD361A26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039" y="1647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9119" name="Arc 113">
                  <a:extLst>
                    <a:ext uri="{FF2B5EF4-FFF2-40B4-BE49-F238E27FC236}">
                      <a16:creationId xmlns:a16="http://schemas.microsoft.com/office/drawing/2014/main" id="{2FB0189E-7151-4EDA-AA9C-305E5C6D22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 flipV="1">
                  <a:off x="1039" y="1782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9116" name="Line 114">
                <a:extLst>
                  <a:ext uri="{FF2B5EF4-FFF2-40B4-BE49-F238E27FC236}">
                    <a16:creationId xmlns:a16="http://schemas.microsoft.com/office/drawing/2014/main" id="{F3993C73-33EF-4761-BE3F-49585D4B11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0" y="1241"/>
                <a:ext cx="201" cy="1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89117" name="Line 115">
                <a:extLst>
                  <a:ext uri="{FF2B5EF4-FFF2-40B4-BE49-F238E27FC236}">
                    <a16:creationId xmlns:a16="http://schemas.microsoft.com/office/drawing/2014/main" id="{2822630E-2F03-4075-B76A-5442C7B7DD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2" y="1483"/>
                <a:ext cx="201" cy="1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5" name="Rounded Rectangle 84">
            <a:extLst>
              <a:ext uri="{FF2B5EF4-FFF2-40B4-BE49-F238E27FC236}">
                <a16:creationId xmlns:a16="http://schemas.microsoft.com/office/drawing/2014/main" id="{2468CAD9-EDE2-8148-89AF-BEAE093B509C}"/>
              </a:ext>
            </a:extLst>
          </p:cNvPr>
          <p:cNvSpPr/>
          <p:nvPr/>
        </p:nvSpPr>
        <p:spPr bwMode="auto">
          <a:xfrm rot="16200000">
            <a:off x="7338219" y="5142706"/>
            <a:ext cx="320675" cy="1684337"/>
          </a:xfrm>
          <a:prstGeom prst="roundRect">
            <a:avLst/>
          </a:prstGeom>
          <a:noFill/>
          <a:ln>
            <a:solidFill>
              <a:srgbClr val="0000FF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grpSp>
        <p:nvGrpSpPr>
          <p:cNvPr id="89098" name="Group 3">
            <a:extLst>
              <a:ext uri="{FF2B5EF4-FFF2-40B4-BE49-F238E27FC236}">
                <a16:creationId xmlns:a16="http://schemas.microsoft.com/office/drawing/2014/main" id="{A8414BF5-A6A5-46C1-ACF7-9A8D6558AC61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6503988" y="4354512"/>
            <a:ext cx="1989137" cy="433388"/>
            <a:chOff x="2797183" y="2220913"/>
            <a:chExt cx="2390770" cy="393703"/>
          </a:xfrm>
        </p:grpSpPr>
        <p:sp>
          <p:nvSpPr>
            <p:cNvPr id="89099" name="Line 61">
              <a:extLst>
                <a:ext uri="{FF2B5EF4-FFF2-40B4-BE49-F238E27FC236}">
                  <a16:creationId xmlns:a16="http://schemas.microsoft.com/office/drawing/2014/main" id="{FAE97C90-AF5D-40E9-9982-55C9A82FE5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79762" y="2609850"/>
              <a:ext cx="1644650" cy="1588"/>
            </a:xfrm>
            <a:prstGeom prst="line">
              <a:avLst/>
            </a:prstGeom>
            <a:noFill/>
            <a:ln w="2381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89100" name="Group 104">
              <a:extLst>
                <a:ext uri="{FF2B5EF4-FFF2-40B4-BE49-F238E27FC236}">
                  <a16:creationId xmlns:a16="http://schemas.microsoft.com/office/drawing/2014/main" id="{3E778E2E-E777-4E09-B319-D3DFF904EC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7183" y="2225678"/>
              <a:ext cx="546101" cy="388938"/>
              <a:chOff x="1747" y="1242"/>
              <a:chExt cx="344" cy="245"/>
            </a:xfrm>
          </p:grpSpPr>
          <p:grpSp>
            <p:nvGrpSpPr>
              <p:cNvPr id="89107" name="Group 105">
                <a:extLst>
                  <a:ext uri="{FF2B5EF4-FFF2-40B4-BE49-F238E27FC236}">
                    <a16:creationId xmlns:a16="http://schemas.microsoft.com/office/drawing/2014/main" id="{466F6062-C8B0-4AF8-BBF3-F8A09FA16E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950" y="1242"/>
                <a:ext cx="141" cy="243"/>
                <a:chOff x="1039" y="1647"/>
                <a:chExt cx="141" cy="270"/>
              </a:xfrm>
            </p:grpSpPr>
            <p:sp>
              <p:nvSpPr>
                <p:cNvPr id="89110" name="Arc 106">
                  <a:extLst>
                    <a:ext uri="{FF2B5EF4-FFF2-40B4-BE49-F238E27FC236}">
                      <a16:creationId xmlns:a16="http://schemas.microsoft.com/office/drawing/2014/main" id="{44542EB9-83D6-4FC6-942F-C258C80B01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039" y="1647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9111" name="Arc 107">
                  <a:extLst>
                    <a:ext uri="{FF2B5EF4-FFF2-40B4-BE49-F238E27FC236}">
                      <a16:creationId xmlns:a16="http://schemas.microsoft.com/office/drawing/2014/main" id="{FF195018-2493-436B-B0BC-776A63C22E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 flipV="1">
                  <a:off x="1039" y="1782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9108" name="Line 108">
                <a:extLst>
                  <a:ext uri="{FF2B5EF4-FFF2-40B4-BE49-F238E27FC236}">
                    <a16:creationId xmlns:a16="http://schemas.microsoft.com/office/drawing/2014/main" id="{594EE024-3F6B-4492-AEF7-7466BFC152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69" y="1245"/>
                <a:ext cx="203" cy="2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89109" name="Line 109">
                <a:extLst>
                  <a:ext uri="{FF2B5EF4-FFF2-40B4-BE49-F238E27FC236}">
                    <a16:creationId xmlns:a16="http://schemas.microsoft.com/office/drawing/2014/main" id="{9B125AB2-94A6-47BA-ABD3-FDD4A6E699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47" y="1485"/>
                <a:ext cx="202" cy="2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9101" name="Group 110">
              <a:extLst>
                <a:ext uri="{FF2B5EF4-FFF2-40B4-BE49-F238E27FC236}">
                  <a16:creationId xmlns:a16="http://schemas.microsoft.com/office/drawing/2014/main" id="{066840B3-F9B6-43A8-B4F6-52A66E4613D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641853" y="2220913"/>
              <a:ext cx="546100" cy="390525"/>
              <a:chOff x="1747" y="1239"/>
              <a:chExt cx="344" cy="246"/>
            </a:xfrm>
          </p:grpSpPr>
          <p:grpSp>
            <p:nvGrpSpPr>
              <p:cNvPr id="89102" name="Group 111">
                <a:extLst>
                  <a:ext uri="{FF2B5EF4-FFF2-40B4-BE49-F238E27FC236}">
                    <a16:creationId xmlns:a16="http://schemas.microsoft.com/office/drawing/2014/main" id="{8A2E77AF-0470-4477-B1D0-CC914215A8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950" y="1242"/>
                <a:ext cx="141" cy="243"/>
                <a:chOff x="1039" y="1647"/>
                <a:chExt cx="141" cy="270"/>
              </a:xfrm>
            </p:grpSpPr>
            <p:sp>
              <p:nvSpPr>
                <p:cNvPr id="89105" name="Arc 112">
                  <a:extLst>
                    <a:ext uri="{FF2B5EF4-FFF2-40B4-BE49-F238E27FC236}">
                      <a16:creationId xmlns:a16="http://schemas.microsoft.com/office/drawing/2014/main" id="{8504E752-E5CA-4863-8811-1CA79B790B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039" y="1647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9106" name="Arc 113">
                  <a:extLst>
                    <a:ext uri="{FF2B5EF4-FFF2-40B4-BE49-F238E27FC236}">
                      <a16:creationId xmlns:a16="http://schemas.microsoft.com/office/drawing/2014/main" id="{DA2CF447-49F8-484A-8C36-6002060DEB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 flipV="1">
                  <a:off x="1039" y="1782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9103" name="Line 114">
                <a:extLst>
                  <a:ext uri="{FF2B5EF4-FFF2-40B4-BE49-F238E27FC236}">
                    <a16:creationId xmlns:a16="http://schemas.microsoft.com/office/drawing/2014/main" id="{C86E0DD8-4886-43C0-9AE3-94140F97CF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47" y="1239"/>
                <a:ext cx="203" cy="2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89104" name="Line 115">
                <a:extLst>
                  <a:ext uri="{FF2B5EF4-FFF2-40B4-BE49-F238E27FC236}">
                    <a16:creationId xmlns:a16="http://schemas.microsoft.com/office/drawing/2014/main" id="{63E53C17-5DF0-4059-917D-31B2BF9BBE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4" y="1480"/>
                <a:ext cx="203" cy="2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</p:spTree>
  </p:cSld>
  <p:clrMapOvr>
    <a:masterClrMapping/>
  </p:clrMapOvr>
  <p:transition/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3" name="Title 1">
            <a:extLst>
              <a:ext uri="{FF2B5EF4-FFF2-40B4-BE49-F238E27FC236}">
                <a16:creationId xmlns:a16="http://schemas.microsoft.com/office/drawing/2014/main" id="{3B1B6CCD-518F-44D2-943F-50FB0CF6D71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76200"/>
            <a:ext cx="8915400" cy="456397"/>
          </a:xfrm>
        </p:spPr>
        <p:txBody>
          <a:bodyPr/>
          <a:lstStyle/>
          <a:p>
            <a:r>
              <a:rPr lang="en-US" altLang="en-US" dirty="0"/>
              <a:t>Seven-Segment Indicator</a:t>
            </a:r>
          </a:p>
        </p:txBody>
      </p:sp>
      <p:pic>
        <p:nvPicPr>
          <p:cNvPr id="90114" name="Picture 2" descr="Screen shot 2014-02-10 at 2.56.39 PM.png">
            <a:extLst>
              <a:ext uri="{FF2B5EF4-FFF2-40B4-BE49-F238E27FC236}">
                <a16:creationId xmlns:a16="http://schemas.microsoft.com/office/drawing/2014/main" id="{5BA0C03B-EC8F-4986-9FE1-D0973634A1A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838200"/>
            <a:ext cx="4348163" cy="350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EA9F62F6-CC07-DD4E-8164-E0643B2ED833}"/>
              </a:ext>
            </a:extLst>
          </p:cNvPr>
          <p:cNvSpPr txBox="1"/>
          <p:nvPr/>
        </p:nvSpPr>
        <p:spPr>
          <a:xfrm>
            <a:off x="438150" y="4267200"/>
            <a:ext cx="1365250" cy="157003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0     1     0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1     0     1     1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1     0     0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1     1     0     1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1     1     1     0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lain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0"/>
                <a:cs typeface="MS PGothic" charset="0"/>
              </a:rPr>
              <a:t>1     1     1</a:t>
            </a:r>
          </a:p>
        </p:txBody>
      </p:sp>
      <p:sp>
        <p:nvSpPr>
          <p:cNvPr id="90116" name="TextBox 4">
            <a:extLst>
              <a:ext uri="{FF2B5EF4-FFF2-40B4-BE49-F238E27FC236}">
                <a16:creationId xmlns:a16="http://schemas.microsoft.com/office/drawing/2014/main" id="{E36DF252-2E35-47D6-B8E5-0BD6E1064D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6288" y="4268788"/>
            <a:ext cx="2582862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   d     d     d    </a:t>
            </a:r>
            <a:r>
              <a:rPr kumimoji="0" lang="en-US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   d     d       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   d     d     d    </a:t>
            </a:r>
            <a:r>
              <a:rPr kumimoji="0" lang="en-US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   d     d     1     d     d     d    </a:t>
            </a:r>
            <a:r>
              <a:rPr kumimoji="0" lang="en-US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   d     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   d     d     d    </a:t>
            </a:r>
            <a:r>
              <a:rPr kumimoji="0" lang="en-US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 </a:t>
            </a: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  d     d     1     d     d     d    </a:t>
            </a:r>
            <a:r>
              <a:rPr kumimoji="0" lang="en-US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</a:t>
            </a: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   d     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1     d     d     d    </a:t>
            </a:r>
            <a:r>
              <a:rPr kumimoji="0" lang="en-US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0</a:t>
            </a: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    d     d</a:t>
            </a:r>
          </a:p>
        </p:txBody>
      </p:sp>
      <p:grpSp>
        <p:nvGrpSpPr>
          <p:cNvPr id="90117" name="Group 65">
            <a:extLst>
              <a:ext uri="{FF2B5EF4-FFF2-40B4-BE49-F238E27FC236}">
                <a16:creationId xmlns:a16="http://schemas.microsoft.com/office/drawing/2014/main" id="{C55352A3-EF41-4BE7-B2C4-70E7182EC46A}"/>
              </a:ext>
            </a:extLst>
          </p:cNvPr>
          <p:cNvGrpSpPr>
            <a:grpSpLocks/>
          </p:cNvGrpSpPr>
          <p:nvPr/>
        </p:nvGrpSpPr>
        <p:grpSpPr bwMode="auto">
          <a:xfrm>
            <a:off x="5886450" y="3781425"/>
            <a:ext cx="2508250" cy="2373313"/>
            <a:chOff x="5532437" y="2646362"/>
            <a:chExt cx="2508250" cy="2373313"/>
          </a:xfrm>
        </p:grpSpPr>
        <p:sp>
          <p:nvSpPr>
            <p:cNvPr id="90152" name="Rectangle 379">
              <a:extLst>
                <a:ext uri="{FF2B5EF4-FFF2-40B4-BE49-F238E27FC236}">
                  <a16:creationId xmlns:a16="http://schemas.microsoft.com/office/drawing/2014/main" id="{2261B74E-2670-4C2A-B6DF-DF4972ECA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227387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53" name="Line 380">
              <a:extLst>
                <a:ext uri="{FF2B5EF4-FFF2-40B4-BE49-F238E27FC236}">
                  <a16:creationId xmlns:a16="http://schemas.microsoft.com/office/drawing/2014/main" id="{88298CC3-ED51-41B4-B6D2-A4677412ED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3670300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54" name="Line 381">
              <a:extLst>
                <a:ext uri="{FF2B5EF4-FFF2-40B4-BE49-F238E27FC236}">
                  <a16:creationId xmlns:a16="http://schemas.microsoft.com/office/drawing/2014/main" id="{F83DC693-698A-4550-8AC6-8FAEF1FC4F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55" name="Line 382">
              <a:extLst>
                <a:ext uri="{FF2B5EF4-FFF2-40B4-BE49-F238E27FC236}">
                  <a16:creationId xmlns:a16="http://schemas.microsoft.com/office/drawing/2014/main" id="{B5FE2970-B47A-4AF3-A758-304FE35ACD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5487" y="2763837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56" name="Rectangle 383">
              <a:extLst>
                <a:ext uri="{FF2B5EF4-FFF2-40B4-BE49-F238E27FC236}">
                  <a16:creationId xmlns:a16="http://schemas.microsoft.com/office/drawing/2014/main" id="{A5693957-A572-4156-BBA0-91DD2FA2E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1537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57" name="Rectangle 384">
              <a:extLst>
                <a:ext uri="{FF2B5EF4-FFF2-40B4-BE49-F238E27FC236}">
                  <a16:creationId xmlns:a16="http://schemas.microsoft.com/office/drawing/2014/main" id="{BC6B396B-6D17-4573-A001-2E4DE8EC6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3612" y="274796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58" name="Rectangle 385">
              <a:extLst>
                <a:ext uri="{FF2B5EF4-FFF2-40B4-BE49-F238E27FC236}">
                  <a16:creationId xmlns:a16="http://schemas.microsoft.com/office/drawing/2014/main" id="{1DF5E428-47FF-4410-B0C0-2150FA412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212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59" name="Rectangle 386">
              <a:extLst>
                <a:ext uri="{FF2B5EF4-FFF2-40B4-BE49-F238E27FC236}">
                  <a16:creationId xmlns:a16="http://schemas.microsoft.com/office/drawing/2014/main" id="{E4D553B3-9727-452A-9B3B-73FEC6BF6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287" y="2747962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60" name="Rectangle 387">
              <a:extLst>
                <a:ext uri="{FF2B5EF4-FFF2-40B4-BE49-F238E27FC236}">
                  <a16:creationId xmlns:a16="http://schemas.microsoft.com/office/drawing/2014/main" id="{643F6AEA-0A98-4F54-BD91-1337CEE50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2437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61" name="Rectangle 388">
              <a:extLst>
                <a:ext uri="{FF2B5EF4-FFF2-40B4-BE49-F238E27FC236}">
                  <a16:creationId xmlns:a16="http://schemas.microsoft.com/office/drawing/2014/main" id="{57A18CC9-D579-4E58-9571-A3282D9BF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61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62" name="Rectangle 389">
              <a:extLst>
                <a:ext uri="{FF2B5EF4-FFF2-40B4-BE49-F238E27FC236}">
                  <a16:creationId xmlns:a16="http://schemas.microsoft.com/office/drawing/2014/main" id="{921F58B1-E7BF-4844-9695-CC3C94BC0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6112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63" name="Rectangle 390">
              <a:extLst>
                <a:ext uri="{FF2B5EF4-FFF2-40B4-BE49-F238E27FC236}">
                  <a16:creationId xmlns:a16="http://schemas.microsoft.com/office/drawing/2014/main" id="{C17E327A-86D6-43F7-A581-6B0D1FABB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66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64" name="Rectangle 391">
              <a:extLst>
                <a:ext uri="{FF2B5EF4-FFF2-40B4-BE49-F238E27FC236}">
                  <a16:creationId xmlns:a16="http://schemas.microsoft.com/office/drawing/2014/main" id="{05DA6E57-F8F9-4D6B-894D-81A957B0A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3227387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65" name="Line 392">
              <a:extLst>
                <a:ext uri="{FF2B5EF4-FFF2-40B4-BE49-F238E27FC236}">
                  <a16:creationId xmlns:a16="http://schemas.microsoft.com/office/drawing/2014/main" id="{6E2A7948-BB8F-4EE3-B397-85BBD2BED7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3670300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66" name="Line 393">
              <a:extLst>
                <a:ext uri="{FF2B5EF4-FFF2-40B4-BE49-F238E27FC236}">
                  <a16:creationId xmlns:a16="http://schemas.microsoft.com/office/drawing/2014/main" id="{2FE8C352-9B9C-4C3E-A9D0-975CE35550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67" name="Rectangle 394">
              <a:extLst>
                <a:ext uri="{FF2B5EF4-FFF2-40B4-BE49-F238E27FC236}">
                  <a16:creationId xmlns:a16="http://schemas.microsoft.com/office/drawing/2014/main" id="{9C94713A-EE6D-4852-B9C0-5EE01F104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68" name="Rectangle 395">
              <a:extLst>
                <a:ext uri="{FF2B5EF4-FFF2-40B4-BE49-F238E27FC236}">
                  <a16:creationId xmlns:a16="http://schemas.microsoft.com/office/drawing/2014/main" id="{A66996CB-6BD2-4BEB-89B8-C6CED2B53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69" name="Rectangle 396">
              <a:extLst>
                <a:ext uri="{FF2B5EF4-FFF2-40B4-BE49-F238E27FC236}">
                  <a16:creationId xmlns:a16="http://schemas.microsoft.com/office/drawing/2014/main" id="{FBA7D8C6-FC66-4739-B736-3D1E03C4D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260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70" name="Rectangle 397">
              <a:extLst>
                <a:ext uri="{FF2B5EF4-FFF2-40B4-BE49-F238E27FC236}">
                  <a16:creationId xmlns:a16="http://schemas.microsoft.com/office/drawing/2014/main" id="{0F2AB127-4E37-4595-80EE-722FAE047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027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71" name="Rectangle 398">
              <a:extLst>
                <a:ext uri="{FF2B5EF4-FFF2-40B4-BE49-F238E27FC236}">
                  <a16:creationId xmlns:a16="http://schemas.microsoft.com/office/drawing/2014/main" id="{4E936C58-F3CD-48A3-A02A-18C2EED98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72" name="Rectangle 399">
              <a:extLst>
                <a:ext uri="{FF2B5EF4-FFF2-40B4-BE49-F238E27FC236}">
                  <a16:creationId xmlns:a16="http://schemas.microsoft.com/office/drawing/2014/main" id="{444D85DA-6EF5-4EF4-9D6E-E7D933117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73" name="Rectangle 400">
              <a:extLst>
                <a:ext uri="{FF2B5EF4-FFF2-40B4-BE49-F238E27FC236}">
                  <a16:creationId xmlns:a16="http://schemas.microsoft.com/office/drawing/2014/main" id="{47835230-9DB8-46DB-8020-028CE8AE0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74" name="Rectangle 401">
              <a:extLst>
                <a:ext uri="{FF2B5EF4-FFF2-40B4-BE49-F238E27FC236}">
                  <a16:creationId xmlns:a16="http://schemas.microsoft.com/office/drawing/2014/main" id="{C776B039-0BDA-4B71-9688-08479B796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34962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75" name="Rectangle 402">
              <a:extLst>
                <a:ext uri="{FF2B5EF4-FFF2-40B4-BE49-F238E27FC236}">
                  <a16:creationId xmlns:a16="http://schemas.microsoft.com/office/drawing/2014/main" id="{A34907F6-F3F9-499D-AF82-B7F0A9D22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79730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76" name="Rectangle 403">
              <a:extLst>
                <a:ext uri="{FF2B5EF4-FFF2-40B4-BE49-F238E27FC236}">
                  <a16:creationId xmlns:a16="http://schemas.microsoft.com/office/drawing/2014/main" id="{3BE3B678-DDD6-4ACF-BADB-74EDAB942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79730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77" name="Rectangle 404">
              <a:extLst>
                <a:ext uri="{FF2B5EF4-FFF2-40B4-BE49-F238E27FC236}">
                  <a16:creationId xmlns:a16="http://schemas.microsoft.com/office/drawing/2014/main" id="{E2690345-725F-4193-8596-A88BD4FEF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79730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78" name="Rectangle 405">
              <a:extLst>
                <a:ext uri="{FF2B5EF4-FFF2-40B4-BE49-F238E27FC236}">
                  <a16:creationId xmlns:a16="http://schemas.microsoft.com/office/drawing/2014/main" id="{9D2F9297-F056-4A16-8087-34F164D09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4113212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79" name="Line 406">
              <a:extLst>
                <a:ext uri="{FF2B5EF4-FFF2-40B4-BE49-F238E27FC236}">
                  <a16:creationId xmlns:a16="http://schemas.microsoft.com/office/drawing/2014/main" id="{09C4B657-62D3-4FEA-91A4-262C81A6F7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4556125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80" name="Line 407">
              <a:extLst>
                <a:ext uri="{FF2B5EF4-FFF2-40B4-BE49-F238E27FC236}">
                  <a16:creationId xmlns:a16="http://schemas.microsoft.com/office/drawing/2014/main" id="{CA18F367-F057-449C-BE2A-876D91DA2D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81" name="Rectangle 408">
              <a:extLst>
                <a:ext uri="{FF2B5EF4-FFF2-40B4-BE49-F238E27FC236}">
                  <a16:creationId xmlns:a16="http://schemas.microsoft.com/office/drawing/2014/main" id="{7CE6B2F8-2267-447B-9BBA-FA6EEBD76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79730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82" name="Rectangle 409">
              <a:extLst>
                <a:ext uri="{FF2B5EF4-FFF2-40B4-BE49-F238E27FC236}">
                  <a16:creationId xmlns:a16="http://schemas.microsoft.com/office/drawing/2014/main" id="{AFF84C83-3E78-4BB8-8BF6-3D04853D8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4113212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83" name="Line 410">
              <a:extLst>
                <a:ext uri="{FF2B5EF4-FFF2-40B4-BE49-F238E27FC236}">
                  <a16:creationId xmlns:a16="http://schemas.microsoft.com/office/drawing/2014/main" id="{F4321C8C-8F83-42FE-B13C-0CF84F5F2C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4556125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84" name="Line 411">
              <a:extLst>
                <a:ext uri="{FF2B5EF4-FFF2-40B4-BE49-F238E27FC236}">
                  <a16:creationId xmlns:a16="http://schemas.microsoft.com/office/drawing/2014/main" id="{0A6BA0D5-2E1F-4E21-84AB-14CC65E61A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85" name="Rectangle 412">
              <a:extLst>
                <a:ext uri="{FF2B5EF4-FFF2-40B4-BE49-F238E27FC236}">
                  <a16:creationId xmlns:a16="http://schemas.microsoft.com/office/drawing/2014/main" id="{B225976E-8F7E-4CEB-B6AB-EBF439493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86" name="Rectangle 413">
              <a:extLst>
                <a:ext uri="{FF2B5EF4-FFF2-40B4-BE49-F238E27FC236}">
                  <a16:creationId xmlns:a16="http://schemas.microsoft.com/office/drawing/2014/main" id="{CAAB84FB-63AE-4D38-A97A-FB1DD5BFC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87" name="Rectangle 414">
              <a:extLst>
                <a:ext uri="{FF2B5EF4-FFF2-40B4-BE49-F238E27FC236}">
                  <a16:creationId xmlns:a16="http://schemas.microsoft.com/office/drawing/2014/main" id="{D6E382AA-5109-4878-B14E-2A4A9C158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88" name="Rectangle 415">
              <a:extLst>
                <a:ext uri="{FF2B5EF4-FFF2-40B4-BE49-F238E27FC236}">
                  <a16:creationId xmlns:a16="http://schemas.microsoft.com/office/drawing/2014/main" id="{24F8433C-9BD0-4E8A-AD78-E9A6BC086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244975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</a:t>
              </a: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89" name="Rectangle 416">
              <a:extLst>
                <a:ext uri="{FF2B5EF4-FFF2-40B4-BE49-F238E27FC236}">
                  <a16:creationId xmlns:a16="http://schemas.microsoft.com/office/drawing/2014/main" id="{C21BA569-37A0-4E27-A0D1-D9B5143DE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69265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90" name="Rectangle 417">
              <a:extLst>
                <a:ext uri="{FF2B5EF4-FFF2-40B4-BE49-F238E27FC236}">
                  <a16:creationId xmlns:a16="http://schemas.microsoft.com/office/drawing/2014/main" id="{4A4EFDB4-2E0B-4B5E-B455-0E23F25E0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692650"/>
              <a:ext cx="1428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91" name="Rectangle 418">
              <a:extLst>
                <a:ext uri="{FF2B5EF4-FFF2-40B4-BE49-F238E27FC236}">
                  <a16:creationId xmlns:a16="http://schemas.microsoft.com/office/drawing/2014/main" id="{37CBF428-97F3-4945-BE37-5DB427550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69265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92" name="Rectangle 419">
              <a:extLst>
                <a:ext uri="{FF2B5EF4-FFF2-40B4-BE49-F238E27FC236}">
                  <a16:creationId xmlns:a16="http://schemas.microsoft.com/office/drawing/2014/main" id="{C6D3C25B-8B82-473C-8939-18598B7BB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692650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93" name="Rectangle 420">
              <a:extLst>
                <a:ext uri="{FF2B5EF4-FFF2-40B4-BE49-F238E27FC236}">
                  <a16:creationId xmlns:a16="http://schemas.microsoft.com/office/drawing/2014/main" id="{3195BEA8-2339-4A10-9150-F8C8C2F22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34962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94" name="Rectangle 421">
              <a:extLst>
                <a:ext uri="{FF2B5EF4-FFF2-40B4-BE49-F238E27FC236}">
                  <a16:creationId xmlns:a16="http://schemas.microsoft.com/office/drawing/2014/main" id="{5307AF56-85C2-4DAF-9999-D8D821A85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7973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95" name="Rectangle 422">
              <a:extLst>
                <a:ext uri="{FF2B5EF4-FFF2-40B4-BE49-F238E27FC236}">
                  <a16:creationId xmlns:a16="http://schemas.microsoft.com/office/drawing/2014/main" id="{7E356C6D-D400-4DF8-8828-28B44C5E6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42449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0196" name="Rectangle 425">
              <a:extLst>
                <a:ext uri="{FF2B5EF4-FFF2-40B4-BE49-F238E27FC236}">
                  <a16:creationId xmlns:a16="http://schemas.microsoft.com/office/drawing/2014/main" id="{F24569F8-CDBA-4D41-B2F3-8633F8979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300" y="46926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90118" name="Group 54">
            <a:extLst>
              <a:ext uri="{FF2B5EF4-FFF2-40B4-BE49-F238E27FC236}">
                <a16:creationId xmlns:a16="http://schemas.microsoft.com/office/drawing/2014/main" id="{BAF0CFB5-B2B0-4231-AE47-87D3B3367926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762000"/>
            <a:ext cx="2995613" cy="2857500"/>
            <a:chOff x="5791200" y="990600"/>
            <a:chExt cx="2994851" cy="2857177"/>
          </a:xfrm>
        </p:grpSpPr>
        <p:pic>
          <p:nvPicPr>
            <p:cNvPr id="90150" name="Picture 3" descr="F:\LogicBook\PowerPoint\chapter4\figure4.6.wmf">
              <a:extLst>
                <a:ext uri="{FF2B5EF4-FFF2-40B4-BE49-F238E27FC236}">
                  <a16:creationId xmlns:a16="http://schemas.microsoft.com/office/drawing/2014/main" id="{780B22C3-F0F8-427B-BF3A-AD291FD156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86356" y="990600"/>
              <a:ext cx="2899695" cy="28571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151" name="Picture 53" descr="Screen shot 2014-02-10 at 3.06.11 PM.png">
              <a:extLst>
                <a:ext uri="{FF2B5EF4-FFF2-40B4-BE49-F238E27FC236}">
                  <a16:creationId xmlns:a16="http://schemas.microsoft.com/office/drawing/2014/main" id="{26335518-6D0B-4489-89A2-6D54E993234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91200" y="1063252"/>
              <a:ext cx="928648" cy="670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90119" name="Rectangle 10">
            <a:extLst>
              <a:ext uri="{FF2B5EF4-FFF2-40B4-BE49-F238E27FC236}">
                <a16:creationId xmlns:a16="http://schemas.microsoft.com/office/drawing/2014/main" id="{25D1E2E5-7069-4B4F-930C-7611C51323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8200" y="852488"/>
            <a:ext cx="336550" cy="5068887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solidFill>
              <a:srgbClr val="008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90120" name="Group 3">
            <a:extLst>
              <a:ext uri="{FF2B5EF4-FFF2-40B4-BE49-F238E27FC236}">
                <a16:creationId xmlns:a16="http://schemas.microsoft.com/office/drawing/2014/main" id="{F624BAF4-A791-4C34-AB1A-C8135B39A778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5788025"/>
            <a:ext cx="1981200" cy="427038"/>
            <a:chOff x="2801938" y="2224088"/>
            <a:chExt cx="2381250" cy="387350"/>
          </a:xfrm>
        </p:grpSpPr>
        <p:sp>
          <p:nvSpPr>
            <p:cNvPr id="90137" name="Line 61">
              <a:extLst>
                <a:ext uri="{FF2B5EF4-FFF2-40B4-BE49-F238E27FC236}">
                  <a16:creationId xmlns:a16="http://schemas.microsoft.com/office/drawing/2014/main" id="{C5448992-E450-4E03-9E19-D4C9255841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79762" y="2609850"/>
              <a:ext cx="1644650" cy="1588"/>
            </a:xfrm>
            <a:prstGeom prst="line">
              <a:avLst/>
            </a:prstGeom>
            <a:noFill/>
            <a:ln w="2381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90138" name="Group 104">
              <a:extLst>
                <a:ext uri="{FF2B5EF4-FFF2-40B4-BE49-F238E27FC236}">
                  <a16:creationId xmlns:a16="http://schemas.microsoft.com/office/drawing/2014/main" id="{651840A4-55C3-4A3F-8535-E281CAF3D2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1938" y="2224088"/>
              <a:ext cx="541337" cy="387350"/>
              <a:chOff x="1750" y="1241"/>
              <a:chExt cx="341" cy="244"/>
            </a:xfrm>
          </p:grpSpPr>
          <p:grpSp>
            <p:nvGrpSpPr>
              <p:cNvPr id="90145" name="Group 105">
                <a:extLst>
                  <a:ext uri="{FF2B5EF4-FFF2-40B4-BE49-F238E27FC236}">
                    <a16:creationId xmlns:a16="http://schemas.microsoft.com/office/drawing/2014/main" id="{1D1A4246-C5A4-404B-9C69-9A29561707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950" y="1242"/>
                <a:ext cx="141" cy="243"/>
                <a:chOff x="1039" y="1647"/>
                <a:chExt cx="141" cy="270"/>
              </a:xfrm>
            </p:grpSpPr>
            <p:sp>
              <p:nvSpPr>
                <p:cNvPr id="90148" name="Arc 106">
                  <a:extLst>
                    <a:ext uri="{FF2B5EF4-FFF2-40B4-BE49-F238E27FC236}">
                      <a16:creationId xmlns:a16="http://schemas.microsoft.com/office/drawing/2014/main" id="{6961CC94-8EF8-4806-A05B-A8F0113C6E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039" y="1647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0149" name="Arc 107">
                  <a:extLst>
                    <a:ext uri="{FF2B5EF4-FFF2-40B4-BE49-F238E27FC236}">
                      <a16:creationId xmlns:a16="http://schemas.microsoft.com/office/drawing/2014/main" id="{673DB2F2-89BD-4C05-BA6B-EDB9058D3A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 flipV="1">
                  <a:off x="1039" y="1782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90146" name="Line 108">
                <a:extLst>
                  <a:ext uri="{FF2B5EF4-FFF2-40B4-BE49-F238E27FC236}">
                    <a16:creationId xmlns:a16="http://schemas.microsoft.com/office/drawing/2014/main" id="{E096F795-26F2-49C4-B3B0-DD0C353629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0" y="1241"/>
                <a:ext cx="201" cy="1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0147" name="Line 109">
                <a:extLst>
                  <a:ext uri="{FF2B5EF4-FFF2-40B4-BE49-F238E27FC236}">
                    <a16:creationId xmlns:a16="http://schemas.microsoft.com/office/drawing/2014/main" id="{5A5B7267-C334-4260-B3D9-13D014C8B1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2" y="1483"/>
                <a:ext cx="201" cy="1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90139" name="Group 110">
              <a:extLst>
                <a:ext uri="{FF2B5EF4-FFF2-40B4-BE49-F238E27FC236}">
                  <a16:creationId xmlns:a16="http://schemas.microsoft.com/office/drawing/2014/main" id="{9DC60197-1BBE-4070-BBFE-A97C805FF87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641850" y="2224088"/>
              <a:ext cx="541338" cy="387350"/>
              <a:chOff x="1750" y="1241"/>
              <a:chExt cx="341" cy="244"/>
            </a:xfrm>
          </p:grpSpPr>
          <p:grpSp>
            <p:nvGrpSpPr>
              <p:cNvPr id="90140" name="Group 111">
                <a:extLst>
                  <a:ext uri="{FF2B5EF4-FFF2-40B4-BE49-F238E27FC236}">
                    <a16:creationId xmlns:a16="http://schemas.microsoft.com/office/drawing/2014/main" id="{61A5C886-BB61-424B-AB06-1F1BD9123E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950" y="1242"/>
                <a:ext cx="141" cy="243"/>
                <a:chOff x="1039" y="1647"/>
                <a:chExt cx="141" cy="270"/>
              </a:xfrm>
            </p:grpSpPr>
            <p:sp>
              <p:nvSpPr>
                <p:cNvPr id="90143" name="Arc 112">
                  <a:extLst>
                    <a:ext uri="{FF2B5EF4-FFF2-40B4-BE49-F238E27FC236}">
                      <a16:creationId xmlns:a16="http://schemas.microsoft.com/office/drawing/2014/main" id="{84CCB124-A4BA-43D1-8087-FBF161EB21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039" y="1647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0144" name="Arc 113">
                  <a:extLst>
                    <a:ext uri="{FF2B5EF4-FFF2-40B4-BE49-F238E27FC236}">
                      <a16:creationId xmlns:a16="http://schemas.microsoft.com/office/drawing/2014/main" id="{5C1D3171-21C1-4B88-9A35-E45F4991EC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 flipV="1">
                  <a:off x="1039" y="1782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90141" name="Line 114">
                <a:extLst>
                  <a:ext uri="{FF2B5EF4-FFF2-40B4-BE49-F238E27FC236}">
                    <a16:creationId xmlns:a16="http://schemas.microsoft.com/office/drawing/2014/main" id="{D578B024-BAC2-4938-8D65-46C3893782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0" y="1241"/>
                <a:ext cx="201" cy="1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0142" name="Line 115">
                <a:extLst>
                  <a:ext uri="{FF2B5EF4-FFF2-40B4-BE49-F238E27FC236}">
                    <a16:creationId xmlns:a16="http://schemas.microsoft.com/office/drawing/2014/main" id="{ED61F2AF-23D7-4C37-9CEC-9657CF9BF7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2" y="1483"/>
                <a:ext cx="201" cy="1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5" name="Rounded Rectangle 84">
            <a:extLst>
              <a:ext uri="{FF2B5EF4-FFF2-40B4-BE49-F238E27FC236}">
                <a16:creationId xmlns:a16="http://schemas.microsoft.com/office/drawing/2014/main" id="{79578071-557E-3F41-A2BE-57D8CABE1F30}"/>
              </a:ext>
            </a:extLst>
          </p:cNvPr>
          <p:cNvSpPr/>
          <p:nvPr/>
        </p:nvSpPr>
        <p:spPr bwMode="auto">
          <a:xfrm rot="16200000">
            <a:off x="7338219" y="5109369"/>
            <a:ext cx="320675" cy="1684337"/>
          </a:xfrm>
          <a:prstGeom prst="roundRect">
            <a:avLst/>
          </a:prstGeom>
          <a:noFill/>
          <a:ln>
            <a:solidFill>
              <a:srgbClr val="0000FF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90122" name="TextBox 85">
            <a:extLst>
              <a:ext uri="{FF2B5EF4-FFF2-40B4-BE49-F238E27FC236}">
                <a16:creationId xmlns:a16="http://schemas.microsoft.com/office/drawing/2014/main" id="{6FC8862D-92D9-4D62-A954-BCAD6415DE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6513" y="6167438"/>
            <a:ext cx="6753226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In this case some d's were treated as 1's, others as 0's.</a:t>
            </a:r>
          </a:p>
        </p:txBody>
      </p:sp>
      <p:grpSp>
        <p:nvGrpSpPr>
          <p:cNvPr id="90123" name="Group 3">
            <a:extLst>
              <a:ext uri="{FF2B5EF4-FFF2-40B4-BE49-F238E27FC236}">
                <a16:creationId xmlns:a16="http://schemas.microsoft.com/office/drawing/2014/main" id="{10F1E255-341B-4024-B6EE-72F049239D89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6503988" y="4321175"/>
            <a:ext cx="1989137" cy="433388"/>
            <a:chOff x="2797183" y="2220913"/>
            <a:chExt cx="2390770" cy="393703"/>
          </a:xfrm>
        </p:grpSpPr>
        <p:sp>
          <p:nvSpPr>
            <p:cNvPr id="90124" name="Line 61">
              <a:extLst>
                <a:ext uri="{FF2B5EF4-FFF2-40B4-BE49-F238E27FC236}">
                  <a16:creationId xmlns:a16="http://schemas.microsoft.com/office/drawing/2014/main" id="{310AD683-D148-496C-8EAE-18872EF3EE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79762" y="2609850"/>
              <a:ext cx="1644650" cy="1588"/>
            </a:xfrm>
            <a:prstGeom prst="line">
              <a:avLst/>
            </a:prstGeom>
            <a:noFill/>
            <a:ln w="2381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90125" name="Group 104">
              <a:extLst>
                <a:ext uri="{FF2B5EF4-FFF2-40B4-BE49-F238E27FC236}">
                  <a16:creationId xmlns:a16="http://schemas.microsoft.com/office/drawing/2014/main" id="{3313C686-9018-479D-BA77-8B524E784F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7183" y="2225678"/>
              <a:ext cx="546101" cy="388938"/>
              <a:chOff x="1747" y="1242"/>
              <a:chExt cx="344" cy="245"/>
            </a:xfrm>
          </p:grpSpPr>
          <p:grpSp>
            <p:nvGrpSpPr>
              <p:cNvPr id="90132" name="Group 105">
                <a:extLst>
                  <a:ext uri="{FF2B5EF4-FFF2-40B4-BE49-F238E27FC236}">
                    <a16:creationId xmlns:a16="http://schemas.microsoft.com/office/drawing/2014/main" id="{FCDFEA14-B04F-4763-8D71-FBD416A810C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950" y="1242"/>
                <a:ext cx="141" cy="243"/>
                <a:chOff x="1039" y="1647"/>
                <a:chExt cx="141" cy="270"/>
              </a:xfrm>
            </p:grpSpPr>
            <p:sp>
              <p:nvSpPr>
                <p:cNvPr id="90135" name="Arc 106">
                  <a:extLst>
                    <a:ext uri="{FF2B5EF4-FFF2-40B4-BE49-F238E27FC236}">
                      <a16:creationId xmlns:a16="http://schemas.microsoft.com/office/drawing/2014/main" id="{E4606E0E-A570-4CA6-AC2E-733681E974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039" y="1647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0136" name="Arc 107">
                  <a:extLst>
                    <a:ext uri="{FF2B5EF4-FFF2-40B4-BE49-F238E27FC236}">
                      <a16:creationId xmlns:a16="http://schemas.microsoft.com/office/drawing/2014/main" id="{0E3C7EDB-0B22-4079-9476-7F4038B38F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 flipV="1">
                  <a:off x="1039" y="1782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90133" name="Line 108">
                <a:extLst>
                  <a:ext uri="{FF2B5EF4-FFF2-40B4-BE49-F238E27FC236}">
                    <a16:creationId xmlns:a16="http://schemas.microsoft.com/office/drawing/2014/main" id="{8145811F-0A27-4201-882F-18794D2F8A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69" y="1245"/>
                <a:ext cx="203" cy="2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0134" name="Line 109">
                <a:extLst>
                  <a:ext uri="{FF2B5EF4-FFF2-40B4-BE49-F238E27FC236}">
                    <a16:creationId xmlns:a16="http://schemas.microsoft.com/office/drawing/2014/main" id="{4C23BC65-5079-48D8-8AA7-13CB1E4A49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47" y="1485"/>
                <a:ext cx="202" cy="2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90126" name="Group 110">
              <a:extLst>
                <a:ext uri="{FF2B5EF4-FFF2-40B4-BE49-F238E27FC236}">
                  <a16:creationId xmlns:a16="http://schemas.microsoft.com/office/drawing/2014/main" id="{E536C597-2134-492A-99CA-A984A118E9D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641853" y="2220913"/>
              <a:ext cx="546100" cy="390525"/>
              <a:chOff x="1747" y="1239"/>
              <a:chExt cx="344" cy="246"/>
            </a:xfrm>
          </p:grpSpPr>
          <p:grpSp>
            <p:nvGrpSpPr>
              <p:cNvPr id="90127" name="Group 111">
                <a:extLst>
                  <a:ext uri="{FF2B5EF4-FFF2-40B4-BE49-F238E27FC236}">
                    <a16:creationId xmlns:a16="http://schemas.microsoft.com/office/drawing/2014/main" id="{567CD953-A77C-4202-A16D-7A77B44B04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950" y="1242"/>
                <a:ext cx="141" cy="243"/>
                <a:chOff x="1039" y="1647"/>
                <a:chExt cx="141" cy="270"/>
              </a:xfrm>
            </p:grpSpPr>
            <p:sp>
              <p:nvSpPr>
                <p:cNvPr id="90130" name="Arc 112">
                  <a:extLst>
                    <a:ext uri="{FF2B5EF4-FFF2-40B4-BE49-F238E27FC236}">
                      <a16:creationId xmlns:a16="http://schemas.microsoft.com/office/drawing/2014/main" id="{93BC5C89-0A89-4FD1-ACBB-397E1A610D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039" y="1647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0131" name="Arc 113">
                  <a:extLst>
                    <a:ext uri="{FF2B5EF4-FFF2-40B4-BE49-F238E27FC236}">
                      <a16:creationId xmlns:a16="http://schemas.microsoft.com/office/drawing/2014/main" id="{6102D262-625B-4843-ADD3-C940135BF6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 flipV="1">
                  <a:off x="1039" y="1782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8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90128" name="Line 114">
                <a:extLst>
                  <a:ext uri="{FF2B5EF4-FFF2-40B4-BE49-F238E27FC236}">
                    <a16:creationId xmlns:a16="http://schemas.microsoft.com/office/drawing/2014/main" id="{5166D19E-C583-476F-9445-4E5E4985B0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47" y="1239"/>
                <a:ext cx="203" cy="2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90129" name="Line 115">
                <a:extLst>
                  <a:ext uri="{FF2B5EF4-FFF2-40B4-BE49-F238E27FC236}">
                    <a16:creationId xmlns:a16="http://schemas.microsoft.com/office/drawing/2014/main" id="{B3B4B8E6-7217-4D5A-ACDC-BE44AB75C7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4" y="1480"/>
                <a:ext cx="203" cy="2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7" name="Title 1">
            <a:extLst>
              <a:ext uri="{FF2B5EF4-FFF2-40B4-BE49-F238E27FC236}">
                <a16:creationId xmlns:a16="http://schemas.microsoft.com/office/drawing/2014/main" id="{9B89C1ED-87B5-46BB-A53E-EE698F4816C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-76200"/>
            <a:ext cx="9144000" cy="685800"/>
          </a:xfrm>
        </p:spPr>
        <p:txBody>
          <a:bodyPr/>
          <a:lstStyle/>
          <a:p>
            <a:r>
              <a:rPr lang="en-US" altLang="en-US"/>
              <a:t>Seven-Segment Indicator</a:t>
            </a:r>
          </a:p>
        </p:txBody>
      </p:sp>
      <p:pic>
        <p:nvPicPr>
          <p:cNvPr id="91138" name="Picture 2" descr="Screen shot 2013-09-23 at 1.47.58 PM.png">
            <a:extLst>
              <a:ext uri="{FF2B5EF4-FFF2-40B4-BE49-F238E27FC236}">
                <a16:creationId xmlns:a16="http://schemas.microsoft.com/office/drawing/2014/main" id="{B4416788-1C27-422C-90F5-3F7251E1166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1" y="4419600"/>
            <a:ext cx="2469364" cy="220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1139" name="Picture 4" descr="Screen shot 2013-09-23 at 1.51.58 PM.png">
            <a:extLst>
              <a:ext uri="{FF2B5EF4-FFF2-40B4-BE49-F238E27FC236}">
                <a16:creationId xmlns:a16="http://schemas.microsoft.com/office/drawing/2014/main" id="{22D637D5-89AC-4377-9AE5-C26F998E6FF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3600" y="533400"/>
            <a:ext cx="6781800" cy="39305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A2C81E8-E6D3-4F85-94B9-57E86CA4A3AF}"/>
                  </a:ext>
                </a:extLst>
              </p14:cNvPr>
              <p14:cNvContentPartPr/>
              <p14:nvPr/>
            </p14:nvContentPartPr>
            <p14:xfrm>
              <a:off x="2777400" y="967680"/>
              <a:ext cx="4873680" cy="52387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A2C81E8-E6D3-4F85-94B9-57E86CA4A3A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768040" y="958320"/>
                <a:ext cx="4892400" cy="52574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A1F31DF8-9072-6845-BD26-55F8B74B7B8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2667000"/>
            <a:ext cx="9144000" cy="1066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Another Example</a:t>
            </a:r>
          </a:p>
        </p:txBody>
      </p:sp>
    </p:spTree>
  </p:cSld>
  <p:clrMapOvr>
    <a:masterClrMapping/>
  </p:clrMapOvr>
  <p:transition/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185" name="Group 317">
            <a:extLst>
              <a:ext uri="{FF2B5EF4-FFF2-40B4-BE49-F238E27FC236}">
                <a16:creationId xmlns:a16="http://schemas.microsoft.com/office/drawing/2014/main" id="{D7E09BC1-928C-4FEA-924C-FA1C7891ECC0}"/>
              </a:ext>
            </a:extLst>
          </p:cNvPr>
          <p:cNvGrpSpPr>
            <a:grpSpLocks/>
          </p:cNvGrpSpPr>
          <p:nvPr/>
        </p:nvGrpSpPr>
        <p:grpSpPr bwMode="auto">
          <a:xfrm>
            <a:off x="685800" y="198438"/>
            <a:ext cx="2270125" cy="2620962"/>
            <a:chOff x="427" y="273"/>
            <a:chExt cx="1430" cy="1651"/>
          </a:xfrm>
        </p:grpSpPr>
        <p:sp>
          <p:nvSpPr>
            <p:cNvPr id="93232" name="Rectangle 170">
              <a:extLst>
                <a:ext uri="{FF2B5EF4-FFF2-40B4-BE49-F238E27FC236}">
                  <a16:creationId xmlns:a16="http://schemas.microsoft.com/office/drawing/2014/main" id="{C6E0A50D-8FA4-4FD7-B587-A87A0114B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597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33" name="Line 171">
              <a:extLst>
                <a:ext uri="{FF2B5EF4-FFF2-40B4-BE49-F238E27FC236}">
                  <a16:creationId xmlns:a16="http://schemas.microsoft.com/office/drawing/2014/main" id="{4182E6AE-FF34-4175-87BF-901498E07A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850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34" name="Line 172">
              <a:extLst>
                <a:ext uri="{FF2B5EF4-FFF2-40B4-BE49-F238E27FC236}">
                  <a16:creationId xmlns:a16="http://schemas.microsoft.com/office/drawing/2014/main" id="{EE021023-99E7-4434-9761-90B5137EF6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35" name="Line 173">
              <a:extLst>
                <a:ext uri="{FF2B5EF4-FFF2-40B4-BE49-F238E27FC236}">
                  <a16:creationId xmlns:a16="http://schemas.microsoft.com/office/drawing/2014/main" id="{A329867C-735D-4058-87B9-1A7DD0C968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" y="345"/>
              <a:ext cx="253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36" name="Rectangle 175">
              <a:extLst>
                <a:ext uri="{FF2B5EF4-FFF2-40B4-BE49-F238E27FC236}">
                  <a16:creationId xmlns:a16="http://schemas.microsoft.com/office/drawing/2014/main" id="{EC3CA4C7-A37D-470C-990F-19779CD67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37" name="Rectangle 176">
              <a:extLst>
                <a:ext uri="{FF2B5EF4-FFF2-40B4-BE49-F238E27FC236}">
                  <a16:creationId xmlns:a16="http://schemas.microsoft.com/office/drawing/2014/main" id="{AE485E6D-FFE3-4350-84EA-AD455A3E9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38" name="Rectangle 177">
              <a:extLst>
                <a:ext uri="{FF2B5EF4-FFF2-40B4-BE49-F238E27FC236}">
                  <a16:creationId xmlns:a16="http://schemas.microsoft.com/office/drawing/2014/main" id="{AD2DF86D-6F67-4FDD-81EC-471D6A487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39" name="Rectangle 178">
              <a:extLst>
                <a:ext uri="{FF2B5EF4-FFF2-40B4-BE49-F238E27FC236}">
                  <a16:creationId xmlns:a16="http://schemas.microsoft.com/office/drawing/2014/main" id="{2C107145-851E-47A3-B8B1-EE6949CB9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40" name="Rectangle 179">
              <a:extLst>
                <a:ext uri="{FF2B5EF4-FFF2-40B4-BE49-F238E27FC236}">
                  <a16:creationId xmlns:a16="http://schemas.microsoft.com/office/drawing/2014/main" id="{A4BEDF9C-8767-4B14-9AB2-FA41A25A3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41" name="Rectangle 180">
              <a:extLst>
                <a:ext uri="{FF2B5EF4-FFF2-40B4-BE49-F238E27FC236}">
                  <a16:creationId xmlns:a16="http://schemas.microsoft.com/office/drawing/2014/main" id="{3157EE34-C791-4177-AE67-CD549DBDC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42" name="Rectangle 181">
              <a:extLst>
                <a:ext uri="{FF2B5EF4-FFF2-40B4-BE49-F238E27FC236}">
                  <a16:creationId xmlns:a16="http://schemas.microsoft.com/office/drawing/2014/main" id="{922D641F-219F-4A6B-821C-4BCEBF441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43" name="Rectangle 182">
              <a:extLst>
                <a:ext uri="{FF2B5EF4-FFF2-40B4-BE49-F238E27FC236}">
                  <a16:creationId xmlns:a16="http://schemas.microsoft.com/office/drawing/2014/main" id="{94A542C2-88DE-4B20-98B6-FE3513A2D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597"/>
              <a:ext cx="504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44" name="Line 183">
              <a:extLst>
                <a:ext uri="{FF2B5EF4-FFF2-40B4-BE49-F238E27FC236}">
                  <a16:creationId xmlns:a16="http://schemas.microsoft.com/office/drawing/2014/main" id="{84341DDB-E774-44EC-A2A8-C1D6E9F818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850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45" name="Line 184">
              <a:extLst>
                <a:ext uri="{FF2B5EF4-FFF2-40B4-BE49-F238E27FC236}">
                  <a16:creationId xmlns:a16="http://schemas.microsoft.com/office/drawing/2014/main" id="{6CAC1F58-D586-494A-AE49-BEDAF9F5CA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46" name="Rectangle 185">
              <a:extLst>
                <a:ext uri="{FF2B5EF4-FFF2-40B4-BE49-F238E27FC236}">
                  <a16:creationId xmlns:a16="http://schemas.microsoft.com/office/drawing/2014/main" id="{9BF943D9-E371-4FEA-9A0C-7ADECFD7A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47" name="Rectangle 186">
              <a:extLst>
                <a:ext uri="{FF2B5EF4-FFF2-40B4-BE49-F238E27FC236}">
                  <a16:creationId xmlns:a16="http://schemas.microsoft.com/office/drawing/2014/main" id="{7929BE5E-925D-4452-8B0C-3C8C1DE7B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48" name="Rectangle 187">
              <a:extLst>
                <a:ext uri="{FF2B5EF4-FFF2-40B4-BE49-F238E27FC236}">
                  <a16:creationId xmlns:a16="http://schemas.microsoft.com/office/drawing/2014/main" id="{E9781ADF-AC1F-4681-ABA9-6AC8190CC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8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49" name="Rectangle 188">
              <a:extLst>
                <a:ext uri="{FF2B5EF4-FFF2-40B4-BE49-F238E27FC236}">
                  <a16:creationId xmlns:a16="http://schemas.microsoft.com/office/drawing/2014/main" id="{675F2B27-59EE-4B68-A841-3CCFC02E0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50" name="Rectangle 189">
              <a:extLst>
                <a:ext uri="{FF2B5EF4-FFF2-40B4-BE49-F238E27FC236}">
                  <a16:creationId xmlns:a16="http://schemas.microsoft.com/office/drawing/2014/main" id="{6808F75F-CC7B-4037-9B53-151561034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51" name="Rectangle 190">
              <a:extLst>
                <a:ext uri="{FF2B5EF4-FFF2-40B4-BE49-F238E27FC236}">
                  <a16:creationId xmlns:a16="http://schemas.microsoft.com/office/drawing/2014/main" id="{9B1A9F8F-4C18-4BC4-A6C1-40CE969A4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52" name="Rectangle 191">
              <a:extLst>
                <a:ext uri="{FF2B5EF4-FFF2-40B4-BE49-F238E27FC236}">
                  <a16:creationId xmlns:a16="http://schemas.microsoft.com/office/drawing/2014/main" id="{18AB212D-70E1-4308-A252-8E663143F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53" name="Rectangle 192">
              <a:extLst>
                <a:ext uri="{FF2B5EF4-FFF2-40B4-BE49-F238E27FC236}">
                  <a16:creationId xmlns:a16="http://schemas.microsoft.com/office/drawing/2014/main" id="{A0B7CBDC-ACCD-47ED-B3BA-11710AD45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54" name="Rectangle 193">
              <a:extLst>
                <a:ext uri="{FF2B5EF4-FFF2-40B4-BE49-F238E27FC236}">
                  <a16:creationId xmlns:a16="http://schemas.microsoft.com/office/drawing/2014/main" id="{9CD5F1EB-7F09-48B1-85F9-A001A1277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1114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55" name="Line 194">
              <a:extLst>
                <a:ext uri="{FF2B5EF4-FFF2-40B4-BE49-F238E27FC236}">
                  <a16:creationId xmlns:a16="http://schemas.microsoft.com/office/drawing/2014/main" id="{2D6091F1-8E40-4D4D-B83C-09B655D066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1366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56" name="Line 195">
              <a:extLst>
                <a:ext uri="{FF2B5EF4-FFF2-40B4-BE49-F238E27FC236}">
                  <a16:creationId xmlns:a16="http://schemas.microsoft.com/office/drawing/2014/main" id="{F2EBA6A4-00F0-477C-A1EC-0BBF3F5A52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57" name="Rectangle 196">
              <a:extLst>
                <a:ext uri="{FF2B5EF4-FFF2-40B4-BE49-F238E27FC236}">
                  <a16:creationId xmlns:a16="http://schemas.microsoft.com/office/drawing/2014/main" id="{0FE975FB-5443-46C7-9876-8FBB6E479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58" name="Rectangle 197">
              <a:extLst>
                <a:ext uri="{FF2B5EF4-FFF2-40B4-BE49-F238E27FC236}">
                  <a16:creationId xmlns:a16="http://schemas.microsoft.com/office/drawing/2014/main" id="{269E7DF4-15BA-4E53-BF32-0B29E06A4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1114"/>
              <a:ext cx="504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59" name="Line 198">
              <a:extLst>
                <a:ext uri="{FF2B5EF4-FFF2-40B4-BE49-F238E27FC236}">
                  <a16:creationId xmlns:a16="http://schemas.microsoft.com/office/drawing/2014/main" id="{9A9C4BB9-56A0-4860-9AB9-5442A1182D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1366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60" name="Line 199">
              <a:extLst>
                <a:ext uri="{FF2B5EF4-FFF2-40B4-BE49-F238E27FC236}">
                  <a16:creationId xmlns:a16="http://schemas.microsoft.com/office/drawing/2014/main" id="{20384B7A-368E-44DD-9DFC-736E0B95CA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61" name="Rectangle 200">
              <a:extLst>
                <a:ext uri="{FF2B5EF4-FFF2-40B4-BE49-F238E27FC236}">
                  <a16:creationId xmlns:a16="http://schemas.microsoft.com/office/drawing/2014/main" id="{5335DECB-BE07-481D-A4DF-1C8FB4622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62" name="Rectangle 201">
              <a:extLst>
                <a:ext uri="{FF2B5EF4-FFF2-40B4-BE49-F238E27FC236}">
                  <a16:creationId xmlns:a16="http://schemas.microsoft.com/office/drawing/2014/main" id="{2232025D-4270-485F-972F-6F7EA57CD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63" name="Rectangle 202">
              <a:extLst>
                <a:ext uri="{FF2B5EF4-FFF2-40B4-BE49-F238E27FC236}">
                  <a16:creationId xmlns:a16="http://schemas.microsoft.com/office/drawing/2014/main" id="{79BF0AC8-ADCB-4ECD-847B-0DCB31670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64" name="Rectangle 203">
              <a:extLst>
                <a:ext uri="{FF2B5EF4-FFF2-40B4-BE49-F238E27FC236}">
                  <a16:creationId xmlns:a16="http://schemas.microsoft.com/office/drawing/2014/main" id="{D7917341-C4D5-48FE-BBD2-0A911676E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65" name="Rectangle 204">
              <a:extLst>
                <a:ext uri="{FF2B5EF4-FFF2-40B4-BE49-F238E27FC236}">
                  <a16:creationId xmlns:a16="http://schemas.microsoft.com/office/drawing/2014/main" id="{5F4602B6-3635-4080-9AEC-FFEEBCCC5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673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66" name="Rectangle 205">
              <a:extLst>
                <a:ext uri="{FF2B5EF4-FFF2-40B4-BE49-F238E27FC236}">
                  <a16:creationId xmlns:a16="http://schemas.microsoft.com/office/drawing/2014/main" id="{5A955567-9AA9-4321-9C49-08A03D3FF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928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67" name="Rectangle 206">
              <a:extLst>
                <a:ext uri="{FF2B5EF4-FFF2-40B4-BE49-F238E27FC236}">
                  <a16:creationId xmlns:a16="http://schemas.microsoft.com/office/drawing/2014/main" id="{9E667EB1-B65A-46B7-915D-0E0765F95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184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68" name="Freeform 207">
              <a:extLst>
                <a:ext uri="{FF2B5EF4-FFF2-40B4-BE49-F238E27FC236}">
                  <a16:creationId xmlns:a16="http://schemas.microsoft.com/office/drawing/2014/main" id="{6534A32B-0DBD-472C-A6DB-6DEF8F3E8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640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8" y="0"/>
                  </a:moveTo>
                  <a:lnTo>
                    <a:pt x="465" y="0"/>
                  </a:lnTo>
                  <a:lnTo>
                    <a:pt x="461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4" y="0"/>
                  </a:lnTo>
                  <a:lnTo>
                    <a:pt x="442" y="0"/>
                  </a:lnTo>
                  <a:lnTo>
                    <a:pt x="438" y="0"/>
                  </a:lnTo>
                  <a:lnTo>
                    <a:pt x="436" y="0"/>
                  </a:lnTo>
                  <a:lnTo>
                    <a:pt x="432" y="0"/>
                  </a:lnTo>
                  <a:lnTo>
                    <a:pt x="430" y="0"/>
                  </a:lnTo>
                  <a:lnTo>
                    <a:pt x="426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7" y="0"/>
                  </a:lnTo>
                  <a:lnTo>
                    <a:pt x="402" y="0"/>
                  </a:lnTo>
                  <a:lnTo>
                    <a:pt x="397" y="0"/>
                  </a:lnTo>
                  <a:lnTo>
                    <a:pt x="391" y="0"/>
                  </a:lnTo>
                  <a:lnTo>
                    <a:pt x="385" y="0"/>
                  </a:lnTo>
                  <a:lnTo>
                    <a:pt x="379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49" y="0"/>
                  </a:lnTo>
                  <a:lnTo>
                    <a:pt x="341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6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7" y="0"/>
                  </a:lnTo>
                  <a:lnTo>
                    <a:pt x="239" y="0"/>
                  </a:lnTo>
                  <a:lnTo>
                    <a:pt x="230" y="0"/>
                  </a:lnTo>
                  <a:lnTo>
                    <a:pt x="223" y="0"/>
                  </a:lnTo>
                  <a:lnTo>
                    <a:pt x="217" y="0"/>
                  </a:lnTo>
                  <a:lnTo>
                    <a:pt x="211" y="0"/>
                  </a:lnTo>
                  <a:lnTo>
                    <a:pt x="205" y="0"/>
                  </a:lnTo>
                  <a:lnTo>
                    <a:pt x="199" y="0"/>
                  </a:lnTo>
                  <a:lnTo>
                    <a:pt x="194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4" y="0"/>
                  </a:lnTo>
                  <a:lnTo>
                    <a:pt x="170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1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5" y="0"/>
                  </a:lnTo>
                  <a:lnTo>
                    <a:pt x="132" y="0"/>
                  </a:lnTo>
                  <a:lnTo>
                    <a:pt x="128" y="0"/>
                  </a:lnTo>
                  <a:lnTo>
                    <a:pt x="123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0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3" y="1"/>
                  </a:lnTo>
                  <a:lnTo>
                    <a:pt x="101" y="1"/>
                  </a:lnTo>
                  <a:lnTo>
                    <a:pt x="98" y="2"/>
                  </a:lnTo>
                  <a:lnTo>
                    <a:pt x="96" y="2"/>
                  </a:lnTo>
                  <a:lnTo>
                    <a:pt x="93" y="2"/>
                  </a:lnTo>
                  <a:lnTo>
                    <a:pt x="91" y="3"/>
                  </a:lnTo>
                  <a:lnTo>
                    <a:pt x="90" y="3"/>
                  </a:lnTo>
                  <a:lnTo>
                    <a:pt x="87" y="5"/>
                  </a:lnTo>
                  <a:lnTo>
                    <a:pt x="85" y="6"/>
                  </a:lnTo>
                  <a:lnTo>
                    <a:pt x="84" y="7"/>
                  </a:lnTo>
                  <a:lnTo>
                    <a:pt x="81" y="8"/>
                  </a:lnTo>
                  <a:lnTo>
                    <a:pt x="79" y="10"/>
                  </a:lnTo>
                  <a:lnTo>
                    <a:pt x="78" y="11"/>
                  </a:lnTo>
                  <a:lnTo>
                    <a:pt x="75" y="12"/>
                  </a:lnTo>
                  <a:lnTo>
                    <a:pt x="73" y="14"/>
                  </a:lnTo>
                  <a:lnTo>
                    <a:pt x="71" y="17"/>
                  </a:lnTo>
                  <a:lnTo>
                    <a:pt x="68" y="18"/>
                  </a:lnTo>
                  <a:lnTo>
                    <a:pt x="66" y="20"/>
                  </a:lnTo>
                  <a:lnTo>
                    <a:pt x="63" y="23"/>
                  </a:lnTo>
                  <a:lnTo>
                    <a:pt x="60" y="26"/>
                  </a:lnTo>
                  <a:lnTo>
                    <a:pt x="57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6" y="40"/>
                  </a:lnTo>
                  <a:lnTo>
                    <a:pt x="43" y="43"/>
                  </a:lnTo>
                  <a:lnTo>
                    <a:pt x="39" y="47"/>
                  </a:lnTo>
                  <a:lnTo>
                    <a:pt x="36" y="50"/>
                  </a:lnTo>
                  <a:lnTo>
                    <a:pt x="32" y="54"/>
                  </a:lnTo>
                  <a:lnTo>
                    <a:pt x="28" y="58"/>
                  </a:lnTo>
                  <a:lnTo>
                    <a:pt x="26" y="60"/>
                  </a:lnTo>
                  <a:lnTo>
                    <a:pt x="22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0" y="77"/>
                  </a:lnTo>
                  <a:lnTo>
                    <a:pt x="9" y="79"/>
                  </a:lnTo>
                  <a:lnTo>
                    <a:pt x="8" y="82"/>
                  </a:lnTo>
                  <a:lnTo>
                    <a:pt x="7" y="84"/>
                  </a:lnTo>
                  <a:lnTo>
                    <a:pt x="6" y="85"/>
                  </a:lnTo>
                  <a:lnTo>
                    <a:pt x="4" y="88"/>
                  </a:lnTo>
                  <a:lnTo>
                    <a:pt x="3" y="90"/>
                  </a:lnTo>
                  <a:lnTo>
                    <a:pt x="3" y="91"/>
                  </a:lnTo>
                  <a:lnTo>
                    <a:pt x="2" y="94"/>
                  </a:lnTo>
                  <a:lnTo>
                    <a:pt x="2" y="96"/>
                  </a:lnTo>
                  <a:lnTo>
                    <a:pt x="2" y="98"/>
                  </a:lnTo>
                  <a:lnTo>
                    <a:pt x="1" y="101"/>
                  </a:lnTo>
                  <a:lnTo>
                    <a:pt x="1" y="103"/>
                  </a:lnTo>
                  <a:lnTo>
                    <a:pt x="1" y="106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4"/>
                  </a:lnTo>
                  <a:lnTo>
                    <a:pt x="1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1" y="736"/>
                  </a:lnTo>
                  <a:lnTo>
                    <a:pt x="1" y="739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8"/>
                  </a:lnTo>
                  <a:lnTo>
                    <a:pt x="1" y="750"/>
                  </a:lnTo>
                  <a:lnTo>
                    <a:pt x="1" y="752"/>
                  </a:lnTo>
                  <a:lnTo>
                    <a:pt x="2" y="755"/>
                  </a:lnTo>
                  <a:lnTo>
                    <a:pt x="2" y="757"/>
                  </a:lnTo>
                  <a:lnTo>
                    <a:pt x="2" y="758"/>
                  </a:lnTo>
                  <a:lnTo>
                    <a:pt x="3" y="761"/>
                  </a:lnTo>
                  <a:lnTo>
                    <a:pt x="3" y="763"/>
                  </a:lnTo>
                  <a:lnTo>
                    <a:pt x="4" y="766"/>
                  </a:lnTo>
                  <a:lnTo>
                    <a:pt x="6" y="767"/>
                  </a:lnTo>
                  <a:lnTo>
                    <a:pt x="7" y="769"/>
                  </a:lnTo>
                  <a:lnTo>
                    <a:pt x="8" y="772"/>
                  </a:lnTo>
                  <a:lnTo>
                    <a:pt x="9" y="773"/>
                  </a:lnTo>
                  <a:lnTo>
                    <a:pt x="10" y="775"/>
                  </a:lnTo>
                  <a:lnTo>
                    <a:pt x="12" y="778"/>
                  </a:lnTo>
                  <a:lnTo>
                    <a:pt x="14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2" y="790"/>
                  </a:lnTo>
                  <a:lnTo>
                    <a:pt x="26" y="792"/>
                  </a:lnTo>
                  <a:lnTo>
                    <a:pt x="28" y="796"/>
                  </a:lnTo>
                  <a:lnTo>
                    <a:pt x="32" y="799"/>
                  </a:lnTo>
                  <a:lnTo>
                    <a:pt x="36" y="802"/>
                  </a:lnTo>
                  <a:lnTo>
                    <a:pt x="39" y="805"/>
                  </a:lnTo>
                  <a:lnTo>
                    <a:pt x="43" y="810"/>
                  </a:lnTo>
                  <a:lnTo>
                    <a:pt x="46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7" y="823"/>
                  </a:lnTo>
                  <a:lnTo>
                    <a:pt x="60" y="827"/>
                  </a:lnTo>
                  <a:lnTo>
                    <a:pt x="63" y="829"/>
                  </a:lnTo>
                  <a:lnTo>
                    <a:pt x="66" y="832"/>
                  </a:lnTo>
                  <a:lnTo>
                    <a:pt x="68" y="834"/>
                  </a:lnTo>
                  <a:lnTo>
                    <a:pt x="71" y="837"/>
                  </a:lnTo>
                  <a:lnTo>
                    <a:pt x="73" y="839"/>
                  </a:lnTo>
                  <a:lnTo>
                    <a:pt x="75" y="840"/>
                  </a:lnTo>
                  <a:lnTo>
                    <a:pt x="78" y="841"/>
                  </a:lnTo>
                  <a:lnTo>
                    <a:pt x="79" y="844"/>
                  </a:lnTo>
                  <a:lnTo>
                    <a:pt x="81" y="845"/>
                  </a:lnTo>
                  <a:lnTo>
                    <a:pt x="84" y="846"/>
                  </a:lnTo>
                  <a:lnTo>
                    <a:pt x="85" y="847"/>
                  </a:lnTo>
                  <a:lnTo>
                    <a:pt x="87" y="847"/>
                  </a:lnTo>
                  <a:lnTo>
                    <a:pt x="90" y="849"/>
                  </a:lnTo>
                  <a:lnTo>
                    <a:pt x="91" y="850"/>
                  </a:lnTo>
                  <a:lnTo>
                    <a:pt x="93" y="850"/>
                  </a:lnTo>
                  <a:lnTo>
                    <a:pt x="96" y="851"/>
                  </a:lnTo>
                  <a:lnTo>
                    <a:pt x="98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3" y="852"/>
                  </a:lnTo>
                  <a:lnTo>
                    <a:pt x="128" y="852"/>
                  </a:lnTo>
                  <a:lnTo>
                    <a:pt x="132" y="852"/>
                  </a:lnTo>
                  <a:lnTo>
                    <a:pt x="135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1" y="852"/>
                  </a:lnTo>
                  <a:lnTo>
                    <a:pt x="155" y="852"/>
                  </a:lnTo>
                  <a:lnTo>
                    <a:pt x="157" y="852"/>
                  </a:lnTo>
                  <a:lnTo>
                    <a:pt x="161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70" y="852"/>
                  </a:lnTo>
                  <a:lnTo>
                    <a:pt x="174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4" y="852"/>
                  </a:lnTo>
                  <a:lnTo>
                    <a:pt x="199" y="852"/>
                  </a:lnTo>
                  <a:lnTo>
                    <a:pt x="205" y="852"/>
                  </a:lnTo>
                  <a:lnTo>
                    <a:pt x="211" y="852"/>
                  </a:lnTo>
                  <a:lnTo>
                    <a:pt x="217" y="852"/>
                  </a:lnTo>
                  <a:lnTo>
                    <a:pt x="223" y="852"/>
                  </a:lnTo>
                  <a:lnTo>
                    <a:pt x="230" y="852"/>
                  </a:lnTo>
                  <a:lnTo>
                    <a:pt x="239" y="852"/>
                  </a:lnTo>
                  <a:lnTo>
                    <a:pt x="247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6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1" y="852"/>
                  </a:lnTo>
                  <a:lnTo>
                    <a:pt x="349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8" y="852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0" y="852"/>
                  </a:lnTo>
                  <a:lnTo>
                    <a:pt x="456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1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4" y="852"/>
                  </a:lnTo>
                  <a:lnTo>
                    <a:pt x="621" y="852"/>
                  </a:lnTo>
                  <a:lnTo>
                    <a:pt x="628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2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0" y="852"/>
                  </a:lnTo>
                  <a:lnTo>
                    <a:pt x="675" y="852"/>
                  </a:lnTo>
                  <a:lnTo>
                    <a:pt x="679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8" y="852"/>
                  </a:lnTo>
                  <a:lnTo>
                    <a:pt x="692" y="852"/>
                  </a:lnTo>
                  <a:lnTo>
                    <a:pt x="694" y="852"/>
                  </a:lnTo>
                  <a:lnTo>
                    <a:pt x="698" y="852"/>
                  </a:lnTo>
                  <a:lnTo>
                    <a:pt x="700" y="852"/>
                  </a:lnTo>
                  <a:lnTo>
                    <a:pt x="704" y="852"/>
                  </a:lnTo>
                  <a:lnTo>
                    <a:pt x="706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5" y="852"/>
                  </a:lnTo>
                  <a:lnTo>
                    <a:pt x="738" y="852"/>
                  </a:lnTo>
                  <a:lnTo>
                    <a:pt x="741" y="852"/>
                  </a:lnTo>
                  <a:lnTo>
                    <a:pt x="744" y="852"/>
                  </a:lnTo>
                  <a:lnTo>
                    <a:pt x="747" y="852"/>
                  </a:lnTo>
                  <a:lnTo>
                    <a:pt x="750" y="851"/>
                  </a:lnTo>
                  <a:lnTo>
                    <a:pt x="752" y="851"/>
                  </a:lnTo>
                  <a:lnTo>
                    <a:pt x="754" y="851"/>
                  </a:lnTo>
                  <a:lnTo>
                    <a:pt x="757" y="851"/>
                  </a:lnTo>
                  <a:lnTo>
                    <a:pt x="758" y="850"/>
                  </a:lnTo>
                  <a:lnTo>
                    <a:pt x="760" y="850"/>
                  </a:lnTo>
                  <a:lnTo>
                    <a:pt x="763" y="849"/>
                  </a:lnTo>
                  <a:lnTo>
                    <a:pt x="764" y="847"/>
                  </a:lnTo>
                  <a:lnTo>
                    <a:pt x="766" y="847"/>
                  </a:lnTo>
                  <a:lnTo>
                    <a:pt x="769" y="846"/>
                  </a:lnTo>
                  <a:lnTo>
                    <a:pt x="770" y="845"/>
                  </a:lnTo>
                  <a:lnTo>
                    <a:pt x="773" y="844"/>
                  </a:lnTo>
                  <a:lnTo>
                    <a:pt x="775" y="841"/>
                  </a:lnTo>
                  <a:lnTo>
                    <a:pt x="777" y="840"/>
                  </a:lnTo>
                  <a:lnTo>
                    <a:pt x="780" y="839"/>
                  </a:lnTo>
                  <a:lnTo>
                    <a:pt x="782" y="837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9" y="821"/>
                  </a:lnTo>
                  <a:lnTo>
                    <a:pt x="801" y="817"/>
                  </a:lnTo>
                  <a:lnTo>
                    <a:pt x="805" y="814"/>
                  </a:lnTo>
                  <a:lnTo>
                    <a:pt x="810" y="810"/>
                  </a:lnTo>
                  <a:lnTo>
                    <a:pt x="813" y="805"/>
                  </a:lnTo>
                  <a:lnTo>
                    <a:pt x="817" y="802"/>
                  </a:lnTo>
                  <a:lnTo>
                    <a:pt x="821" y="799"/>
                  </a:lnTo>
                  <a:lnTo>
                    <a:pt x="823" y="796"/>
                  </a:lnTo>
                  <a:lnTo>
                    <a:pt x="827" y="792"/>
                  </a:lnTo>
                  <a:lnTo>
                    <a:pt x="829" y="790"/>
                  </a:lnTo>
                  <a:lnTo>
                    <a:pt x="831" y="787"/>
                  </a:lnTo>
                  <a:lnTo>
                    <a:pt x="834" y="785"/>
                  </a:lnTo>
                  <a:lnTo>
                    <a:pt x="836" y="782"/>
                  </a:lnTo>
                  <a:lnTo>
                    <a:pt x="839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5" y="772"/>
                  </a:lnTo>
                  <a:lnTo>
                    <a:pt x="846" y="769"/>
                  </a:lnTo>
                  <a:lnTo>
                    <a:pt x="847" y="767"/>
                  </a:lnTo>
                  <a:lnTo>
                    <a:pt x="847" y="766"/>
                  </a:lnTo>
                  <a:lnTo>
                    <a:pt x="848" y="763"/>
                  </a:lnTo>
                  <a:lnTo>
                    <a:pt x="849" y="761"/>
                  </a:lnTo>
                  <a:lnTo>
                    <a:pt x="849" y="758"/>
                  </a:lnTo>
                  <a:lnTo>
                    <a:pt x="851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2" y="750"/>
                  </a:lnTo>
                  <a:lnTo>
                    <a:pt x="852" y="748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6"/>
                  </a:lnTo>
                  <a:lnTo>
                    <a:pt x="852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1" y="96"/>
                  </a:lnTo>
                  <a:lnTo>
                    <a:pt x="849" y="94"/>
                  </a:lnTo>
                  <a:lnTo>
                    <a:pt x="849" y="91"/>
                  </a:lnTo>
                  <a:lnTo>
                    <a:pt x="848" y="90"/>
                  </a:lnTo>
                  <a:lnTo>
                    <a:pt x="847" y="88"/>
                  </a:lnTo>
                  <a:lnTo>
                    <a:pt x="847" y="85"/>
                  </a:lnTo>
                  <a:lnTo>
                    <a:pt x="846" y="84"/>
                  </a:lnTo>
                  <a:lnTo>
                    <a:pt x="845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9" y="73"/>
                  </a:lnTo>
                  <a:lnTo>
                    <a:pt x="836" y="71"/>
                  </a:lnTo>
                  <a:lnTo>
                    <a:pt x="834" y="68"/>
                  </a:lnTo>
                  <a:lnTo>
                    <a:pt x="831" y="66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3" y="58"/>
                  </a:lnTo>
                  <a:lnTo>
                    <a:pt x="821" y="54"/>
                  </a:lnTo>
                  <a:lnTo>
                    <a:pt x="817" y="50"/>
                  </a:lnTo>
                  <a:lnTo>
                    <a:pt x="813" y="47"/>
                  </a:lnTo>
                  <a:lnTo>
                    <a:pt x="810" y="43"/>
                  </a:lnTo>
                  <a:lnTo>
                    <a:pt x="805" y="40"/>
                  </a:lnTo>
                  <a:lnTo>
                    <a:pt x="801" y="36"/>
                  </a:lnTo>
                  <a:lnTo>
                    <a:pt x="799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2" y="17"/>
                  </a:lnTo>
                  <a:lnTo>
                    <a:pt x="780" y="14"/>
                  </a:lnTo>
                  <a:lnTo>
                    <a:pt x="777" y="12"/>
                  </a:lnTo>
                  <a:lnTo>
                    <a:pt x="775" y="11"/>
                  </a:lnTo>
                  <a:lnTo>
                    <a:pt x="773" y="10"/>
                  </a:lnTo>
                  <a:lnTo>
                    <a:pt x="770" y="8"/>
                  </a:lnTo>
                  <a:lnTo>
                    <a:pt x="769" y="7"/>
                  </a:lnTo>
                  <a:lnTo>
                    <a:pt x="766" y="6"/>
                  </a:lnTo>
                  <a:lnTo>
                    <a:pt x="764" y="5"/>
                  </a:lnTo>
                  <a:lnTo>
                    <a:pt x="763" y="3"/>
                  </a:lnTo>
                  <a:lnTo>
                    <a:pt x="760" y="3"/>
                  </a:lnTo>
                  <a:lnTo>
                    <a:pt x="758" y="2"/>
                  </a:lnTo>
                  <a:lnTo>
                    <a:pt x="757" y="2"/>
                  </a:lnTo>
                  <a:lnTo>
                    <a:pt x="754" y="2"/>
                  </a:lnTo>
                  <a:lnTo>
                    <a:pt x="752" y="1"/>
                  </a:lnTo>
                  <a:lnTo>
                    <a:pt x="750" y="1"/>
                  </a:lnTo>
                  <a:lnTo>
                    <a:pt x="747" y="1"/>
                  </a:lnTo>
                  <a:lnTo>
                    <a:pt x="744" y="1"/>
                  </a:lnTo>
                  <a:lnTo>
                    <a:pt x="741" y="1"/>
                  </a:lnTo>
                  <a:lnTo>
                    <a:pt x="738" y="1"/>
                  </a:lnTo>
                  <a:lnTo>
                    <a:pt x="735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6" y="0"/>
                  </a:lnTo>
                  <a:lnTo>
                    <a:pt x="704" y="0"/>
                  </a:lnTo>
                  <a:lnTo>
                    <a:pt x="700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3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7" y="0"/>
                  </a:lnTo>
                  <a:lnTo>
                    <a:pt x="663" y="0"/>
                  </a:lnTo>
                  <a:lnTo>
                    <a:pt x="660" y="0"/>
                  </a:lnTo>
                  <a:lnTo>
                    <a:pt x="655" y="0"/>
                  </a:lnTo>
                  <a:lnTo>
                    <a:pt x="651" y="0"/>
                  </a:lnTo>
                  <a:lnTo>
                    <a:pt x="646" y="0"/>
                  </a:lnTo>
                  <a:lnTo>
                    <a:pt x="641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1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1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1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3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2" y="0"/>
                  </a:lnTo>
                  <a:lnTo>
                    <a:pt x="519" y="0"/>
                  </a:lnTo>
                  <a:lnTo>
                    <a:pt x="516" y="0"/>
                  </a:lnTo>
                  <a:lnTo>
                    <a:pt x="513" y="0"/>
                  </a:lnTo>
                  <a:lnTo>
                    <a:pt x="510" y="0"/>
                  </a:lnTo>
                  <a:lnTo>
                    <a:pt x="508" y="0"/>
                  </a:lnTo>
                  <a:lnTo>
                    <a:pt x="506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5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8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69" name="Rectangle 208">
              <a:extLst>
                <a:ext uri="{FF2B5EF4-FFF2-40B4-BE49-F238E27FC236}">
                  <a16:creationId xmlns:a16="http://schemas.microsoft.com/office/drawing/2014/main" id="{75CAA5F5-B5D0-4B18-A40C-470CCC2AC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439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70" name="Rectangle 209">
              <a:extLst>
                <a:ext uri="{FF2B5EF4-FFF2-40B4-BE49-F238E27FC236}">
                  <a16:creationId xmlns:a16="http://schemas.microsoft.com/office/drawing/2014/main" id="{E2CAEF03-C4C4-40FB-9625-95A098532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" y="1762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(a)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71" name="Freeform 210">
              <a:extLst>
                <a:ext uri="{FF2B5EF4-FFF2-40B4-BE49-F238E27FC236}">
                  <a16:creationId xmlns:a16="http://schemas.microsoft.com/office/drawing/2014/main" id="{1B5C8AE4-8B4B-423D-987A-07F1530DC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152"/>
              <a:ext cx="427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0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3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199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0" y="1"/>
                  </a:lnTo>
                  <a:lnTo>
                    <a:pt x="97" y="1"/>
                  </a:lnTo>
                  <a:lnTo>
                    <a:pt x="95" y="1"/>
                  </a:lnTo>
                  <a:lnTo>
                    <a:pt x="94" y="2"/>
                  </a:lnTo>
                  <a:lnTo>
                    <a:pt x="91" y="2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3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7" y="9"/>
                  </a:lnTo>
                  <a:lnTo>
                    <a:pt x="74" y="12"/>
                  </a:lnTo>
                  <a:lnTo>
                    <a:pt x="72" y="13"/>
                  </a:lnTo>
                  <a:lnTo>
                    <a:pt x="71" y="15"/>
                  </a:lnTo>
                  <a:lnTo>
                    <a:pt x="68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5"/>
                  </a:lnTo>
                  <a:lnTo>
                    <a:pt x="56" y="29"/>
                  </a:lnTo>
                  <a:lnTo>
                    <a:pt x="54" y="31"/>
                  </a:lnTo>
                  <a:lnTo>
                    <a:pt x="50" y="35"/>
                  </a:lnTo>
                  <a:lnTo>
                    <a:pt x="47" y="38"/>
                  </a:lnTo>
                  <a:lnTo>
                    <a:pt x="42" y="42"/>
                  </a:lnTo>
                  <a:lnTo>
                    <a:pt x="38" y="46"/>
                  </a:lnTo>
                  <a:lnTo>
                    <a:pt x="35" y="49"/>
                  </a:lnTo>
                  <a:lnTo>
                    <a:pt x="31" y="53"/>
                  </a:lnTo>
                  <a:lnTo>
                    <a:pt x="29" y="56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5" y="70"/>
                  </a:lnTo>
                  <a:lnTo>
                    <a:pt x="13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0"/>
                  </a:lnTo>
                  <a:lnTo>
                    <a:pt x="6" y="83"/>
                  </a:lnTo>
                  <a:lnTo>
                    <a:pt x="5" y="85"/>
                  </a:lnTo>
                  <a:lnTo>
                    <a:pt x="5" y="86"/>
                  </a:lnTo>
                  <a:lnTo>
                    <a:pt x="3" y="89"/>
                  </a:lnTo>
                  <a:lnTo>
                    <a:pt x="2" y="91"/>
                  </a:lnTo>
                  <a:lnTo>
                    <a:pt x="2" y="92"/>
                  </a:lnTo>
                  <a:lnTo>
                    <a:pt x="1" y="95"/>
                  </a:lnTo>
                  <a:lnTo>
                    <a:pt x="1" y="97"/>
                  </a:lnTo>
                  <a:lnTo>
                    <a:pt x="1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3"/>
                  </a:lnTo>
                  <a:lnTo>
                    <a:pt x="0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0" y="734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6"/>
                  </a:lnTo>
                  <a:lnTo>
                    <a:pt x="0" y="749"/>
                  </a:lnTo>
                  <a:lnTo>
                    <a:pt x="1" y="751"/>
                  </a:lnTo>
                  <a:lnTo>
                    <a:pt x="1" y="754"/>
                  </a:lnTo>
                  <a:lnTo>
                    <a:pt x="1" y="756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3" y="762"/>
                  </a:lnTo>
                  <a:lnTo>
                    <a:pt x="5" y="764"/>
                  </a:lnTo>
                  <a:lnTo>
                    <a:pt x="5" y="767"/>
                  </a:lnTo>
                  <a:lnTo>
                    <a:pt x="6" y="768"/>
                  </a:lnTo>
                  <a:lnTo>
                    <a:pt x="7" y="770"/>
                  </a:lnTo>
                  <a:lnTo>
                    <a:pt x="8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3" y="779"/>
                  </a:lnTo>
                  <a:lnTo>
                    <a:pt x="15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5" y="792"/>
                  </a:lnTo>
                  <a:lnTo>
                    <a:pt x="29" y="794"/>
                  </a:lnTo>
                  <a:lnTo>
                    <a:pt x="31" y="798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09"/>
                  </a:lnTo>
                  <a:lnTo>
                    <a:pt x="47" y="812"/>
                  </a:lnTo>
                  <a:lnTo>
                    <a:pt x="50" y="816"/>
                  </a:lnTo>
                  <a:lnTo>
                    <a:pt x="54" y="820"/>
                  </a:lnTo>
                  <a:lnTo>
                    <a:pt x="56" y="823"/>
                  </a:lnTo>
                  <a:lnTo>
                    <a:pt x="60" y="826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8" y="834"/>
                  </a:lnTo>
                  <a:lnTo>
                    <a:pt x="71" y="835"/>
                  </a:lnTo>
                  <a:lnTo>
                    <a:pt x="72" y="838"/>
                  </a:lnTo>
                  <a:lnTo>
                    <a:pt x="74" y="840"/>
                  </a:lnTo>
                  <a:lnTo>
                    <a:pt x="77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3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89" y="848"/>
                  </a:lnTo>
                  <a:lnTo>
                    <a:pt x="91" y="848"/>
                  </a:lnTo>
                  <a:lnTo>
                    <a:pt x="94" y="850"/>
                  </a:lnTo>
                  <a:lnTo>
                    <a:pt x="95" y="850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4" y="851"/>
                  </a:lnTo>
                  <a:lnTo>
                    <a:pt x="108" y="851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6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199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3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0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19" y="852"/>
                  </a:lnTo>
                  <a:lnTo>
                    <a:pt x="425" y="852"/>
                  </a:lnTo>
                  <a:lnTo>
                    <a:pt x="431" y="852"/>
                  </a:lnTo>
                  <a:lnTo>
                    <a:pt x="437" y="852"/>
                  </a:lnTo>
                  <a:lnTo>
                    <a:pt x="443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4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1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3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1"/>
                  </a:lnTo>
                  <a:lnTo>
                    <a:pt x="746" y="851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0"/>
                  </a:lnTo>
                  <a:lnTo>
                    <a:pt x="758" y="850"/>
                  </a:lnTo>
                  <a:lnTo>
                    <a:pt x="761" y="848"/>
                  </a:lnTo>
                  <a:lnTo>
                    <a:pt x="762" y="848"/>
                  </a:lnTo>
                  <a:lnTo>
                    <a:pt x="764" y="847"/>
                  </a:lnTo>
                  <a:lnTo>
                    <a:pt x="767" y="846"/>
                  </a:lnTo>
                  <a:lnTo>
                    <a:pt x="768" y="845"/>
                  </a:lnTo>
                  <a:lnTo>
                    <a:pt x="770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6" y="840"/>
                  </a:lnTo>
                  <a:lnTo>
                    <a:pt x="779" y="838"/>
                  </a:lnTo>
                  <a:lnTo>
                    <a:pt x="781" y="835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90" y="829"/>
                  </a:lnTo>
                  <a:lnTo>
                    <a:pt x="792" y="826"/>
                  </a:lnTo>
                  <a:lnTo>
                    <a:pt x="794" y="823"/>
                  </a:lnTo>
                  <a:lnTo>
                    <a:pt x="798" y="820"/>
                  </a:lnTo>
                  <a:lnTo>
                    <a:pt x="802" y="816"/>
                  </a:lnTo>
                  <a:lnTo>
                    <a:pt x="805" y="812"/>
                  </a:lnTo>
                  <a:lnTo>
                    <a:pt x="809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0" y="798"/>
                  </a:lnTo>
                  <a:lnTo>
                    <a:pt x="823" y="794"/>
                  </a:lnTo>
                  <a:lnTo>
                    <a:pt x="826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6" y="781"/>
                  </a:lnTo>
                  <a:lnTo>
                    <a:pt x="838" y="779"/>
                  </a:lnTo>
                  <a:lnTo>
                    <a:pt x="840" y="776"/>
                  </a:lnTo>
                  <a:lnTo>
                    <a:pt x="841" y="774"/>
                  </a:lnTo>
                  <a:lnTo>
                    <a:pt x="842" y="773"/>
                  </a:lnTo>
                  <a:lnTo>
                    <a:pt x="844" y="770"/>
                  </a:lnTo>
                  <a:lnTo>
                    <a:pt x="845" y="768"/>
                  </a:lnTo>
                  <a:lnTo>
                    <a:pt x="846" y="767"/>
                  </a:lnTo>
                  <a:lnTo>
                    <a:pt x="847" y="764"/>
                  </a:lnTo>
                  <a:lnTo>
                    <a:pt x="848" y="762"/>
                  </a:lnTo>
                  <a:lnTo>
                    <a:pt x="848" y="761"/>
                  </a:lnTo>
                  <a:lnTo>
                    <a:pt x="850" y="758"/>
                  </a:lnTo>
                  <a:lnTo>
                    <a:pt x="850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1" y="749"/>
                  </a:lnTo>
                  <a:lnTo>
                    <a:pt x="851" y="746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4"/>
                  </a:lnTo>
                  <a:lnTo>
                    <a:pt x="851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0" y="95"/>
                  </a:lnTo>
                  <a:lnTo>
                    <a:pt x="850" y="92"/>
                  </a:lnTo>
                  <a:lnTo>
                    <a:pt x="848" y="91"/>
                  </a:lnTo>
                  <a:lnTo>
                    <a:pt x="848" y="89"/>
                  </a:lnTo>
                  <a:lnTo>
                    <a:pt x="847" y="86"/>
                  </a:lnTo>
                  <a:lnTo>
                    <a:pt x="846" y="85"/>
                  </a:lnTo>
                  <a:lnTo>
                    <a:pt x="845" y="83"/>
                  </a:lnTo>
                  <a:lnTo>
                    <a:pt x="844" y="80"/>
                  </a:lnTo>
                  <a:lnTo>
                    <a:pt x="842" y="79"/>
                  </a:lnTo>
                  <a:lnTo>
                    <a:pt x="841" y="77"/>
                  </a:lnTo>
                  <a:lnTo>
                    <a:pt x="840" y="74"/>
                  </a:lnTo>
                  <a:lnTo>
                    <a:pt x="838" y="72"/>
                  </a:lnTo>
                  <a:lnTo>
                    <a:pt x="836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6"/>
                  </a:lnTo>
                  <a:lnTo>
                    <a:pt x="820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09" y="42"/>
                  </a:lnTo>
                  <a:lnTo>
                    <a:pt x="805" y="38"/>
                  </a:lnTo>
                  <a:lnTo>
                    <a:pt x="802" y="35"/>
                  </a:lnTo>
                  <a:lnTo>
                    <a:pt x="798" y="31"/>
                  </a:lnTo>
                  <a:lnTo>
                    <a:pt x="794" y="29"/>
                  </a:lnTo>
                  <a:lnTo>
                    <a:pt x="792" y="25"/>
                  </a:lnTo>
                  <a:lnTo>
                    <a:pt x="790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5"/>
                  </a:lnTo>
                  <a:lnTo>
                    <a:pt x="779" y="13"/>
                  </a:lnTo>
                  <a:lnTo>
                    <a:pt x="776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0" y="7"/>
                  </a:lnTo>
                  <a:lnTo>
                    <a:pt x="768" y="6"/>
                  </a:lnTo>
                  <a:lnTo>
                    <a:pt x="767" y="5"/>
                  </a:lnTo>
                  <a:lnTo>
                    <a:pt x="764" y="3"/>
                  </a:lnTo>
                  <a:lnTo>
                    <a:pt x="762" y="3"/>
                  </a:lnTo>
                  <a:lnTo>
                    <a:pt x="761" y="2"/>
                  </a:lnTo>
                  <a:lnTo>
                    <a:pt x="758" y="2"/>
                  </a:lnTo>
                  <a:lnTo>
                    <a:pt x="756" y="1"/>
                  </a:lnTo>
                  <a:lnTo>
                    <a:pt x="754" y="1"/>
                  </a:lnTo>
                  <a:lnTo>
                    <a:pt x="751" y="1"/>
                  </a:lnTo>
                  <a:lnTo>
                    <a:pt x="749" y="0"/>
                  </a:lnTo>
                  <a:lnTo>
                    <a:pt x="746" y="0"/>
                  </a:lnTo>
                  <a:lnTo>
                    <a:pt x="744" y="0"/>
                  </a:lnTo>
                  <a:lnTo>
                    <a:pt x="742" y="0"/>
                  </a:lnTo>
                  <a:lnTo>
                    <a:pt x="738" y="0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3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1" y="0"/>
                  </a:lnTo>
                  <a:lnTo>
                    <a:pt x="679" y="0"/>
                  </a:lnTo>
                  <a:lnTo>
                    <a:pt x="675" y="0"/>
                  </a:lnTo>
                  <a:lnTo>
                    <a:pt x="673" y="0"/>
                  </a:lnTo>
                  <a:lnTo>
                    <a:pt x="669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4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72" name="Freeform 212">
              <a:extLst>
                <a:ext uri="{FF2B5EF4-FFF2-40B4-BE49-F238E27FC236}">
                  <a16:creationId xmlns:a16="http://schemas.microsoft.com/office/drawing/2014/main" id="{BA76DE3F-0240-4B48-83BB-2598F5FA5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910"/>
              <a:ext cx="421" cy="132"/>
            </a:xfrm>
            <a:custGeom>
              <a:avLst/>
              <a:gdLst>
                <a:gd name="T0" fmla="*/ 0 w 841"/>
                <a:gd name="T1" fmla="*/ 0 h 265"/>
                <a:gd name="T2" fmla="*/ 1 w 841"/>
                <a:gd name="T3" fmla="*/ 0 h 265"/>
                <a:gd name="T4" fmla="*/ 1 w 841"/>
                <a:gd name="T5" fmla="*/ 0 h 265"/>
                <a:gd name="T6" fmla="*/ 1 w 841"/>
                <a:gd name="T7" fmla="*/ 0 h 265"/>
                <a:gd name="T8" fmla="*/ 1 w 841"/>
                <a:gd name="T9" fmla="*/ 0 h 265"/>
                <a:gd name="T10" fmla="*/ 1 w 841"/>
                <a:gd name="T11" fmla="*/ 0 h 265"/>
                <a:gd name="T12" fmla="*/ 1 w 841"/>
                <a:gd name="T13" fmla="*/ 0 h 265"/>
                <a:gd name="T14" fmla="*/ 1 w 841"/>
                <a:gd name="T15" fmla="*/ 0 h 265"/>
                <a:gd name="T16" fmla="*/ 1 w 841"/>
                <a:gd name="T17" fmla="*/ 0 h 265"/>
                <a:gd name="T18" fmla="*/ 1 w 841"/>
                <a:gd name="T19" fmla="*/ 0 h 265"/>
                <a:gd name="T20" fmla="*/ 1 w 841"/>
                <a:gd name="T21" fmla="*/ 0 h 265"/>
                <a:gd name="T22" fmla="*/ 1 w 841"/>
                <a:gd name="T23" fmla="*/ 0 h 265"/>
                <a:gd name="T24" fmla="*/ 1 w 841"/>
                <a:gd name="T25" fmla="*/ 0 h 265"/>
                <a:gd name="T26" fmla="*/ 1 w 841"/>
                <a:gd name="T27" fmla="*/ 0 h 265"/>
                <a:gd name="T28" fmla="*/ 1 w 841"/>
                <a:gd name="T29" fmla="*/ 0 h 265"/>
                <a:gd name="T30" fmla="*/ 1 w 841"/>
                <a:gd name="T31" fmla="*/ 0 h 265"/>
                <a:gd name="T32" fmla="*/ 1 w 841"/>
                <a:gd name="T33" fmla="*/ 0 h 265"/>
                <a:gd name="T34" fmla="*/ 1 w 841"/>
                <a:gd name="T35" fmla="*/ 0 h 265"/>
                <a:gd name="T36" fmla="*/ 1 w 841"/>
                <a:gd name="T37" fmla="*/ 0 h 265"/>
                <a:gd name="T38" fmla="*/ 1 w 841"/>
                <a:gd name="T39" fmla="*/ 0 h 265"/>
                <a:gd name="T40" fmla="*/ 1 w 841"/>
                <a:gd name="T41" fmla="*/ 0 h 265"/>
                <a:gd name="T42" fmla="*/ 1 w 841"/>
                <a:gd name="T43" fmla="*/ 0 h 265"/>
                <a:gd name="T44" fmla="*/ 1 w 841"/>
                <a:gd name="T45" fmla="*/ 0 h 265"/>
                <a:gd name="T46" fmla="*/ 1 w 841"/>
                <a:gd name="T47" fmla="*/ 0 h 265"/>
                <a:gd name="T48" fmla="*/ 1 w 841"/>
                <a:gd name="T49" fmla="*/ 0 h 265"/>
                <a:gd name="T50" fmla="*/ 1 w 841"/>
                <a:gd name="T51" fmla="*/ 0 h 265"/>
                <a:gd name="T52" fmla="*/ 1 w 841"/>
                <a:gd name="T53" fmla="*/ 0 h 265"/>
                <a:gd name="T54" fmla="*/ 1 w 841"/>
                <a:gd name="T55" fmla="*/ 0 h 265"/>
                <a:gd name="T56" fmla="*/ 1 w 841"/>
                <a:gd name="T57" fmla="*/ 0 h 265"/>
                <a:gd name="T58" fmla="*/ 1 w 841"/>
                <a:gd name="T59" fmla="*/ 0 h 265"/>
                <a:gd name="T60" fmla="*/ 1 w 841"/>
                <a:gd name="T61" fmla="*/ 0 h 265"/>
                <a:gd name="T62" fmla="*/ 1 w 841"/>
                <a:gd name="T63" fmla="*/ 0 h 265"/>
                <a:gd name="T64" fmla="*/ 1 w 841"/>
                <a:gd name="T65" fmla="*/ 0 h 265"/>
                <a:gd name="T66" fmla="*/ 1 w 841"/>
                <a:gd name="T67" fmla="*/ 0 h 265"/>
                <a:gd name="T68" fmla="*/ 1 w 841"/>
                <a:gd name="T69" fmla="*/ 0 h 265"/>
                <a:gd name="T70" fmla="*/ 1 w 841"/>
                <a:gd name="T71" fmla="*/ 0 h 265"/>
                <a:gd name="T72" fmla="*/ 1 w 841"/>
                <a:gd name="T73" fmla="*/ 0 h 265"/>
                <a:gd name="T74" fmla="*/ 1 w 841"/>
                <a:gd name="T75" fmla="*/ 0 h 265"/>
                <a:gd name="T76" fmla="*/ 1 w 841"/>
                <a:gd name="T77" fmla="*/ 0 h 265"/>
                <a:gd name="T78" fmla="*/ 1 w 841"/>
                <a:gd name="T79" fmla="*/ 0 h 265"/>
                <a:gd name="T80" fmla="*/ 1 w 841"/>
                <a:gd name="T81" fmla="*/ 0 h 265"/>
                <a:gd name="T82" fmla="*/ 1 w 841"/>
                <a:gd name="T83" fmla="*/ 0 h 265"/>
                <a:gd name="T84" fmla="*/ 1 w 841"/>
                <a:gd name="T85" fmla="*/ 0 h 265"/>
                <a:gd name="T86" fmla="*/ 1 w 841"/>
                <a:gd name="T87" fmla="*/ 0 h 265"/>
                <a:gd name="T88" fmla="*/ 1 w 841"/>
                <a:gd name="T89" fmla="*/ 0 h 265"/>
                <a:gd name="T90" fmla="*/ 1 w 841"/>
                <a:gd name="T91" fmla="*/ 0 h 265"/>
                <a:gd name="T92" fmla="*/ 1 w 841"/>
                <a:gd name="T93" fmla="*/ 0 h 265"/>
                <a:gd name="T94" fmla="*/ 1 w 841"/>
                <a:gd name="T95" fmla="*/ 0 h 265"/>
                <a:gd name="T96" fmla="*/ 1 w 841"/>
                <a:gd name="T97" fmla="*/ 0 h 265"/>
                <a:gd name="T98" fmla="*/ 1 w 841"/>
                <a:gd name="T99" fmla="*/ 0 h 265"/>
                <a:gd name="T100" fmla="*/ 1 w 841"/>
                <a:gd name="T101" fmla="*/ 0 h 265"/>
                <a:gd name="T102" fmla="*/ 1 w 841"/>
                <a:gd name="T103" fmla="*/ 0 h 265"/>
                <a:gd name="T104" fmla="*/ 1 w 841"/>
                <a:gd name="T105" fmla="*/ 0 h 265"/>
                <a:gd name="T106" fmla="*/ 1 w 841"/>
                <a:gd name="T107" fmla="*/ 0 h 265"/>
                <a:gd name="T108" fmla="*/ 1 w 841"/>
                <a:gd name="T109" fmla="*/ 0 h 265"/>
                <a:gd name="T110" fmla="*/ 0 w 841"/>
                <a:gd name="T111" fmla="*/ 0 h 26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841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3"/>
                  </a:lnTo>
                  <a:lnTo>
                    <a:pt x="3" y="97"/>
                  </a:lnTo>
                  <a:lnTo>
                    <a:pt x="6" y="91"/>
                  </a:lnTo>
                  <a:lnTo>
                    <a:pt x="8" y="85"/>
                  </a:lnTo>
                  <a:lnTo>
                    <a:pt x="9" y="79"/>
                  </a:lnTo>
                  <a:lnTo>
                    <a:pt x="13" y="73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14" y="0"/>
                  </a:lnTo>
                  <a:lnTo>
                    <a:pt x="720" y="0"/>
                  </a:lnTo>
                  <a:lnTo>
                    <a:pt x="727" y="2"/>
                  </a:lnTo>
                  <a:lnTo>
                    <a:pt x="733" y="2"/>
                  </a:lnTo>
                  <a:lnTo>
                    <a:pt x="739" y="3"/>
                  </a:lnTo>
                  <a:lnTo>
                    <a:pt x="745" y="4"/>
                  </a:lnTo>
                  <a:lnTo>
                    <a:pt x="751" y="6"/>
                  </a:lnTo>
                  <a:lnTo>
                    <a:pt x="757" y="8"/>
                  </a:lnTo>
                  <a:lnTo>
                    <a:pt x="763" y="10"/>
                  </a:lnTo>
                  <a:lnTo>
                    <a:pt x="769" y="14"/>
                  </a:lnTo>
                  <a:lnTo>
                    <a:pt x="774" y="16"/>
                  </a:lnTo>
                  <a:lnTo>
                    <a:pt x="780" y="18"/>
                  </a:lnTo>
                  <a:lnTo>
                    <a:pt x="784" y="22"/>
                  </a:lnTo>
                  <a:lnTo>
                    <a:pt x="789" y="26"/>
                  </a:lnTo>
                  <a:lnTo>
                    <a:pt x="794" y="29"/>
                  </a:lnTo>
                  <a:lnTo>
                    <a:pt x="799" y="34"/>
                  </a:lnTo>
                  <a:lnTo>
                    <a:pt x="804" y="38"/>
                  </a:lnTo>
                  <a:lnTo>
                    <a:pt x="807" y="42"/>
                  </a:lnTo>
                  <a:lnTo>
                    <a:pt x="812" y="47"/>
                  </a:lnTo>
                  <a:lnTo>
                    <a:pt x="816" y="52"/>
                  </a:lnTo>
                  <a:lnTo>
                    <a:pt x="819" y="57"/>
                  </a:lnTo>
                  <a:lnTo>
                    <a:pt x="823" y="62"/>
                  </a:lnTo>
                  <a:lnTo>
                    <a:pt x="825" y="68"/>
                  </a:lnTo>
                  <a:lnTo>
                    <a:pt x="829" y="73"/>
                  </a:lnTo>
                  <a:lnTo>
                    <a:pt x="831" y="79"/>
                  </a:lnTo>
                  <a:lnTo>
                    <a:pt x="834" y="85"/>
                  </a:lnTo>
                  <a:lnTo>
                    <a:pt x="835" y="91"/>
                  </a:lnTo>
                  <a:lnTo>
                    <a:pt x="837" y="97"/>
                  </a:lnTo>
                  <a:lnTo>
                    <a:pt x="839" y="103"/>
                  </a:lnTo>
                  <a:lnTo>
                    <a:pt x="840" y="109"/>
                  </a:lnTo>
                  <a:lnTo>
                    <a:pt x="841" y="116"/>
                  </a:lnTo>
                  <a:lnTo>
                    <a:pt x="841" y="122"/>
                  </a:lnTo>
                  <a:lnTo>
                    <a:pt x="841" y="128"/>
                  </a:lnTo>
                  <a:lnTo>
                    <a:pt x="841" y="137"/>
                  </a:lnTo>
                  <a:lnTo>
                    <a:pt x="841" y="143"/>
                  </a:lnTo>
                  <a:lnTo>
                    <a:pt x="841" y="151"/>
                  </a:lnTo>
                  <a:lnTo>
                    <a:pt x="840" y="157"/>
                  </a:lnTo>
                  <a:lnTo>
                    <a:pt x="839" y="163"/>
                  </a:lnTo>
                  <a:lnTo>
                    <a:pt x="837" y="169"/>
                  </a:lnTo>
                  <a:lnTo>
                    <a:pt x="835" y="175"/>
                  </a:lnTo>
                  <a:lnTo>
                    <a:pt x="834" y="181"/>
                  </a:lnTo>
                  <a:lnTo>
                    <a:pt x="831" y="187"/>
                  </a:lnTo>
                  <a:lnTo>
                    <a:pt x="829" y="193"/>
                  </a:lnTo>
                  <a:lnTo>
                    <a:pt x="825" y="198"/>
                  </a:lnTo>
                  <a:lnTo>
                    <a:pt x="823" y="204"/>
                  </a:lnTo>
                  <a:lnTo>
                    <a:pt x="819" y="208"/>
                  </a:lnTo>
                  <a:lnTo>
                    <a:pt x="816" y="213"/>
                  </a:lnTo>
                  <a:lnTo>
                    <a:pt x="812" y="218"/>
                  </a:lnTo>
                  <a:lnTo>
                    <a:pt x="807" y="223"/>
                  </a:lnTo>
                  <a:lnTo>
                    <a:pt x="804" y="228"/>
                  </a:lnTo>
                  <a:lnTo>
                    <a:pt x="799" y="231"/>
                  </a:lnTo>
                  <a:lnTo>
                    <a:pt x="794" y="236"/>
                  </a:lnTo>
                  <a:lnTo>
                    <a:pt x="789" y="240"/>
                  </a:lnTo>
                  <a:lnTo>
                    <a:pt x="784" y="243"/>
                  </a:lnTo>
                  <a:lnTo>
                    <a:pt x="780" y="247"/>
                  </a:lnTo>
                  <a:lnTo>
                    <a:pt x="774" y="249"/>
                  </a:lnTo>
                  <a:lnTo>
                    <a:pt x="769" y="253"/>
                  </a:lnTo>
                  <a:lnTo>
                    <a:pt x="763" y="255"/>
                  </a:lnTo>
                  <a:lnTo>
                    <a:pt x="757" y="258"/>
                  </a:lnTo>
                  <a:lnTo>
                    <a:pt x="751" y="259"/>
                  </a:lnTo>
                  <a:lnTo>
                    <a:pt x="745" y="261"/>
                  </a:lnTo>
                  <a:lnTo>
                    <a:pt x="739" y="262"/>
                  </a:lnTo>
                  <a:lnTo>
                    <a:pt x="733" y="264"/>
                  </a:lnTo>
                  <a:lnTo>
                    <a:pt x="727" y="264"/>
                  </a:lnTo>
                  <a:lnTo>
                    <a:pt x="720" y="265"/>
                  </a:lnTo>
                  <a:lnTo>
                    <a:pt x="714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4"/>
                  </a:lnTo>
                  <a:lnTo>
                    <a:pt x="15" y="198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73" name="Rectangle 216">
              <a:extLst>
                <a:ext uri="{FF2B5EF4-FFF2-40B4-BE49-F238E27FC236}">
                  <a16:creationId xmlns:a16="http://schemas.microsoft.com/office/drawing/2014/main" id="{5E4A1738-A2C8-4ECD-950C-76F6D4753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74" name="Rectangle 217">
              <a:extLst>
                <a:ext uri="{FF2B5EF4-FFF2-40B4-BE49-F238E27FC236}">
                  <a16:creationId xmlns:a16="http://schemas.microsoft.com/office/drawing/2014/main" id="{8D092548-E244-4803-9EDD-EF5FF13BA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0" y="1763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75" name="Rectangle 218">
              <a:extLst>
                <a:ext uri="{FF2B5EF4-FFF2-40B4-BE49-F238E27FC236}">
                  <a16:creationId xmlns:a16="http://schemas.microsoft.com/office/drawing/2014/main" id="{37221551-E89B-4FDB-AE8A-B2A6206FB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" y="1818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93186" name="Group 316">
            <a:extLst>
              <a:ext uri="{FF2B5EF4-FFF2-40B4-BE49-F238E27FC236}">
                <a16:creationId xmlns:a16="http://schemas.microsoft.com/office/drawing/2014/main" id="{4B9EC3C8-0DC1-40F2-A6C2-737489B26DD2}"/>
              </a:ext>
            </a:extLst>
          </p:cNvPr>
          <p:cNvGrpSpPr>
            <a:grpSpLocks/>
          </p:cNvGrpSpPr>
          <p:nvPr/>
        </p:nvGrpSpPr>
        <p:grpSpPr bwMode="auto">
          <a:xfrm>
            <a:off x="6189663" y="152400"/>
            <a:ext cx="2268537" cy="2620963"/>
            <a:chOff x="429" y="2045"/>
            <a:chExt cx="1429" cy="1651"/>
          </a:xfrm>
        </p:grpSpPr>
        <p:sp>
          <p:nvSpPr>
            <p:cNvPr id="93188" name="Rectangle 133">
              <a:extLst>
                <a:ext uri="{FF2B5EF4-FFF2-40B4-BE49-F238E27FC236}">
                  <a16:creationId xmlns:a16="http://schemas.microsoft.com/office/drawing/2014/main" id="{7F431B20-D599-46BC-A818-94196AE2C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369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189" name="Line 134">
              <a:extLst>
                <a:ext uri="{FF2B5EF4-FFF2-40B4-BE49-F238E27FC236}">
                  <a16:creationId xmlns:a16="http://schemas.microsoft.com/office/drawing/2014/main" id="{3CF21886-7AD7-4670-9809-B13873D4D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2622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190" name="Line 135">
              <a:extLst>
                <a:ext uri="{FF2B5EF4-FFF2-40B4-BE49-F238E27FC236}">
                  <a16:creationId xmlns:a16="http://schemas.microsoft.com/office/drawing/2014/main" id="{523E9EE3-7AD0-4F1D-8C53-5637719244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191" name="Line 136">
              <a:extLst>
                <a:ext uri="{FF2B5EF4-FFF2-40B4-BE49-F238E27FC236}">
                  <a16:creationId xmlns:a16="http://schemas.microsoft.com/office/drawing/2014/main" id="{9158FF80-2A65-4406-8C9F-E51823405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" y="2117"/>
              <a:ext cx="252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192" name="Rectangle 137">
              <a:extLst>
                <a:ext uri="{FF2B5EF4-FFF2-40B4-BE49-F238E27FC236}">
                  <a16:creationId xmlns:a16="http://schemas.microsoft.com/office/drawing/2014/main" id="{802C2358-F06B-4793-8742-4BAAA6D45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193" name="Rectangle 138">
              <a:extLst>
                <a:ext uri="{FF2B5EF4-FFF2-40B4-BE49-F238E27FC236}">
                  <a16:creationId xmlns:a16="http://schemas.microsoft.com/office/drawing/2014/main" id="{F7B62F34-C091-47F9-BB51-D23173087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194" name="Rectangle 139">
              <a:extLst>
                <a:ext uri="{FF2B5EF4-FFF2-40B4-BE49-F238E27FC236}">
                  <a16:creationId xmlns:a16="http://schemas.microsoft.com/office/drawing/2014/main" id="{BD68DAC1-C36B-4DE8-9933-5DF8465A1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195" name="Rectangle 140">
              <a:extLst>
                <a:ext uri="{FF2B5EF4-FFF2-40B4-BE49-F238E27FC236}">
                  <a16:creationId xmlns:a16="http://schemas.microsoft.com/office/drawing/2014/main" id="{9BFABC56-53F8-418F-B3C5-03E1C361C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196" name="Rectangle 141">
              <a:extLst>
                <a:ext uri="{FF2B5EF4-FFF2-40B4-BE49-F238E27FC236}">
                  <a16:creationId xmlns:a16="http://schemas.microsoft.com/office/drawing/2014/main" id="{ED4B3B5A-B084-4732-9436-CCF305834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197" name="Rectangle 142">
              <a:extLst>
                <a:ext uri="{FF2B5EF4-FFF2-40B4-BE49-F238E27FC236}">
                  <a16:creationId xmlns:a16="http://schemas.microsoft.com/office/drawing/2014/main" id="{B031F68A-328A-43F8-8751-4BC8D7AF7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198" name="Rectangle 143">
              <a:extLst>
                <a:ext uri="{FF2B5EF4-FFF2-40B4-BE49-F238E27FC236}">
                  <a16:creationId xmlns:a16="http://schemas.microsoft.com/office/drawing/2014/main" id="{BFE864C0-6B4C-4A8E-8D01-00B6BABD7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199" name="Rectangle 144">
              <a:extLst>
                <a:ext uri="{FF2B5EF4-FFF2-40B4-BE49-F238E27FC236}">
                  <a16:creationId xmlns:a16="http://schemas.microsoft.com/office/drawing/2014/main" id="{DB6481A9-1A68-4A29-83D2-7987A15A1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369"/>
              <a:ext cx="505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00" name="Line 145">
              <a:extLst>
                <a:ext uri="{FF2B5EF4-FFF2-40B4-BE49-F238E27FC236}">
                  <a16:creationId xmlns:a16="http://schemas.microsoft.com/office/drawing/2014/main" id="{58775D64-C871-4FC6-B013-75ED3C8D7B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2622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01" name="Line 146">
              <a:extLst>
                <a:ext uri="{FF2B5EF4-FFF2-40B4-BE49-F238E27FC236}">
                  <a16:creationId xmlns:a16="http://schemas.microsoft.com/office/drawing/2014/main" id="{C06ECC0B-3342-417A-BEF6-A54E1578F3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02" name="Rectangle 147">
              <a:extLst>
                <a:ext uri="{FF2B5EF4-FFF2-40B4-BE49-F238E27FC236}">
                  <a16:creationId xmlns:a16="http://schemas.microsoft.com/office/drawing/2014/main" id="{E843DAD9-3FCA-4B79-A634-79CAB5932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03" name="Rectangle 148">
              <a:extLst>
                <a:ext uri="{FF2B5EF4-FFF2-40B4-BE49-F238E27FC236}">
                  <a16:creationId xmlns:a16="http://schemas.microsoft.com/office/drawing/2014/main" id="{42BD27AA-E340-40EC-96B6-C26A159E4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04" name="Rectangle 149">
              <a:extLst>
                <a:ext uri="{FF2B5EF4-FFF2-40B4-BE49-F238E27FC236}">
                  <a16:creationId xmlns:a16="http://schemas.microsoft.com/office/drawing/2014/main" id="{861F4DED-7EAC-4D0B-9BF6-E1263B71A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05" name="Rectangle 150">
              <a:extLst>
                <a:ext uri="{FF2B5EF4-FFF2-40B4-BE49-F238E27FC236}">
                  <a16:creationId xmlns:a16="http://schemas.microsoft.com/office/drawing/2014/main" id="{43E6E79D-1F1D-40A8-B098-822D4A4D6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06" name="Rectangle 151">
              <a:extLst>
                <a:ext uri="{FF2B5EF4-FFF2-40B4-BE49-F238E27FC236}">
                  <a16:creationId xmlns:a16="http://schemas.microsoft.com/office/drawing/2014/main" id="{4C5BF390-1BB4-420B-897C-ABF1CDC1A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07" name="Rectangle 152">
              <a:extLst>
                <a:ext uri="{FF2B5EF4-FFF2-40B4-BE49-F238E27FC236}">
                  <a16:creationId xmlns:a16="http://schemas.microsoft.com/office/drawing/2014/main" id="{33C868B5-056D-473B-B91E-2BB2708C3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08" name="Rectangle 153">
              <a:extLst>
                <a:ext uri="{FF2B5EF4-FFF2-40B4-BE49-F238E27FC236}">
                  <a16:creationId xmlns:a16="http://schemas.microsoft.com/office/drawing/2014/main" id="{72B810EC-FD98-4FC6-8958-D1157AD555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09" name="Rectangle 154">
              <a:extLst>
                <a:ext uri="{FF2B5EF4-FFF2-40B4-BE49-F238E27FC236}">
                  <a16:creationId xmlns:a16="http://schemas.microsoft.com/office/drawing/2014/main" id="{1D6A387D-309C-41B7-BA93-F58331EAEB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10" name="Rectangle 155">
              <a:extLst>
                <a:ext uri="{FF2B5EF4-FFF2-40B4-BE49-F238E27FC236}">
                  <a16:creationId xmlns:a16="http://schemas.microsoft.com/office/drawing/2014/main" id="{254B0BF4-1E72-4EA2-BABA-F868B8C59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886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11" name="Line 156">
              <a:extLst>
                <a:ext uri="{FF2B5EF4-FFF2-40B4-BE49-F238E27FC236}">
                  <a16:creationId xmlns:a16="http://schemas.microsoft.com/office/drawing/2014/main" id="{009C10FF-CA47-4ED0-8476-7BEC768DF4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3138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12" name="Line 157">
              <a:extLst>
                <a:ext uri="{FF2B5EF4-FFF2-40B4-BE49-F238E27FC236}">
                  <a16:creationId xmlns:a16="http://schemas.microsoft.com/office/drawing/2014/main" id="{579D410B-7A02-4C9E-86D0-8F9602BF99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13" name="Rectangle 158">
              <a:extLst>
                <a:ext uri="{FF2B5EF4-FFF2-40B4-BE49-F238E27FC236}">
                  <a16:creationId xmlns:a16="http://schemas.microsoft.com/office/drawing/2014/main" id="{6B6124BB-C5FC-4EED-A9B6-6964E46DE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14" name="Rectangle 159">
              <a:extLst>
                <a:ext uri="{FF2B5EF4-FFF2-40B4-BE49-F238E27FC236}">
                  <a16:creationId xmlns:a16="http://schemas.microsoft.com/office/drawing/2014/main" id="{A9191AA1-D1EE-4D17-94E2-CA7FE8FCB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886"/>
              <a:ext cx="505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15" name="Line 160">
              <a:extLst>
                <a:ext uri="{FF2B5EF4-FFF2-40B4-BE49-F238E27FC236}">
                  <a16:creationId xmlns:a16="http://schemas.microsoft.com/office/drawing/2014/main" id="{3E1410AF-CAEE-42C8-B6DF-0C36EC5BA5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3138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16" name="Line 161">
              <a:extLst>
                <a:ext uri="{FF2B5EF4-FFF2-40B4-BE49-F238E27FC236}">
                  <a16:creationId xmlns:a16="http://schemas.microsoft.com/office/drawing/2014/main" id="{EC539F58-ED0B-46F3-A519-872C2714E6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17" name="Rectangle 162">
              <a:extLst>
                <a:ext uri="{FF2B5EF4-FFF2-40B4-BE49-F238E27FC236}">
                  <a16:creationId xmlns:a16="http://schemas.microsoft.com/office/drawing/2014/main" id="{B4B47917-1F0C-479C-B01E-91D8AF907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18" name="Rectangle 163">
              <a:extLst>
                <a:ext uri="{FF2B5EF4-FFF2-40B4-BE49-F238E27FC236}">
                  <a16:creationId xmlns:a16="http://schemas.microsoft.com/office/drawing/2014/main" id="{B3F48DA5-0B0A-4F96-A24A-54091AEEC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19" name="Rectangle 164">
              <a:extLst>
                <a:ext uri="{FF2B5EF4-FFF2-40B4-BE49-F238E27FC236}">
                  <a16:creationId xmlns:a16="http://schemas.microsoft.com/office/drawing/2014/main" id="{8B5359CB-77B1-431A-ABEB-58D52E54C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20" name="Rectangle 165">
              <a:extLst>
                <a:ext uri="{FF2B5EF4-FFF2-40B4-BE49-F238E27FC236}">
                  <a16:creationId xmlns:a16="http://schemas.microsoft.com/office/drawing/2014/main" id="{86F9E05E-E13F-46A0-98BE-6958E3256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21" name="Rectangle 166">
              <a:extLst>
                <a:ext uri="{FF2B5EF4-FFF2-40B4-BE49-F238E27FC236}">
                  <a16:creationId xmlns:a16="http://schemas.microsoft.com/office/drawing/2014/main" id="{24B8E5B3-35CD-494B-A4F5-62B1532A3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22" name="Rectangle 167">
              <a:extLst>
                <a:ext uri="{FF2B5EF4-FFF2-40B4-BE49-F238E27FC236}">
                  <a16:creationId xmlns:a16="http://schemas.microsoft.com/office/drawing/2014/main" id="{7B055080-955E-4424-B212-90C6447CC2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44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23" name="Rectangle 168">
              <a:extLst>
                <a:ext uri="{FF2B5EF4-FFF2-40B4-BE49-F238E27FC236}">
                  <a16:creationId xmlns:a16="http://schemas.microsoft.com/office/drawing/2014/main" id="{A4157009-61B6-4D12-881D-1B43BF3F8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700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24" name="Rectangle 169">
              <a:extLst>
                <a:ext uri="{FF2B5EF4-FFF2-40B4-BE49-F238E27FC236}">
                  <a16:creationId xmlns:a16="http://schemas.microsoft.com/office/drawing/2014/main" id="{9C8DE806-57EB-4D59-8BB0-C00B6C732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956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25" name="Rectangle 174">
              <a:extLst>
                <a:ext uri="{FF2B5EF4-FFF2-40B4-BE49-F238E27FC236}">
                  <a16:creationId xmlns:a16="http://schemas.microsoft.com/office/drawing/2014/main" id="{4392103F-43DE-4F88-8E8F-0555D6D9E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3211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26" name="Rectangle 211">
              <a:extLst>
                <a:ext uri="{FF2B5EF4-FFF2-40B4-BE49-F238E27FC236}">
                  <a16:creationId xmlns:a16="http://schemas.microsoft.com/office/drawing/2014/main" id="{567D8162-CEBD-46F4-BC1B-FDAF07DCA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8" y="3534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(b)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27" name="Freeform 213">
              <a:extLst>
                <a:ext uri="{FF2B5EF4-FFF2-40B4-BE49-F238E27FC236}">
                  <a16:creationId xmlns:a16="http://schemas.microsoft.com/office/drawing/2014/main" id="{2BBDD886-4523-4358-A5A6-3373AEE63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412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3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4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2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1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2" y="1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2"/>
                  </a:lnTo>
                  <a:lnTo>
                    <a:pt x="94" y="2"/>
                  </a:lnTo>
                  <a:lnTo>
                    <a:pt x="91" y="3"/>
                  </a:lnTo>
                  <a:lnTo>
                    <a:pt x="89" y="3"/>
                  </a:lnTo>
                  <a:lnTo>
                    <a:pt x="88" y="5"/>
                  </a:lnTo>
                  <a:lnTo>
                    <a:pt x="85" y="6"/>
                  </a:lnTo>
                  <a:lnTo>
                    <a:pt x="83" y="7"/>
                  </a:lnTo>
                  <a:lnTo>
                    <a:pt x="82" y="8"/>
                  </a:lnTo>
                  <a:lnTo>
                    <a:pt x="79" y="10"/>
                  </a:lnTo>
                  <a:lnTo>
                    <a:pt x="77" y="11"/>
                  </a:lnTo>
                  <a:lnTo>
                    <a:pt x="75" y="12"/>
                  </a:lnTo>
                  <a:lnTo>
                    <a:pt x="72" y="14"/>
                  </a:lnTo>
                  <a:lnTo>
                    <a:pt x="71" y="17"/>
                  </a:lnTo>
                  <a:lnTo>
                    <a:pt x="69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6"/>
                  </a:lnTo>
                  <a:lnTo>
                    <a:pt x="56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7" y="40"/>
                  </a:lnTo>
                  <a:lnTo>
                    <a:pt x="42" y="43"/>
                  </a:lnTo>
                  <a:lnTo>
                    <a:pt x="38" y="47"/>
                  </a:lnTo>
                  <a:lnTo>
                    <a:pt x="35" y="50"/>
                  </a:lnTo>
                  <a:lnTo>
                    <a:pt x="31" y="54"/>
                  </a:lnTo>
                  <a:lnTo>
                    <a:pt x="29" y="58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3" y="73"/>
                  </a:lnTo>
                  <a:lnTo>
                    <a:pt x="12" y="76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2"/>
                  </a:lnTo>
                  <a:lnTo>
                    <a:pt x="6" y="84"/>
                  </a:lnTo>
                  <a:lnTo>
                    <a:pt x="5" y="85"/>
                  </a:lnTo>
                  <a:lnTo>
                    <a:pt x="5" y="88"/>
                  </a:lnTo>
                  <a:lnTo>
                    <a:pt x="4" y="90"/>
                  </a:lnTo>
                  <a:lnTo>
                    <a:pt x="2" y="91"/>
                  </a:lnTo>
                  <a:lnTo>
                    <a:pt x="2" y="94"/>
                  </a:lnTo>
                  <a:lnTo>
                    <a:pt x="1" y="96"/>
                  </a:lnTo>
                  <a:lnTo>
                    <a:pt x="1" y="98"/>
                  </a:lnTo>
                  <a:lnTo>
                    <a:pt x="1" y="101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0" y="736"/>
                  </a:lnTo>
                  <a:lnTo>
                    <a:pt x="0" y="739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8"/>
                  </a:lnTo>
                  <a:lnTo>
                    <a:pt x="0" y="750"/>
                  </a:lnTo>
                  <a:lnTo>
                    <a:pt x="1" y="752"/>
                  </a:lnTo>
                  <a:lnTo>
                    <a:pt x="1" y="755"/>
                  </a:lnTo>
                  <a:lnTo>
                    <a:pt x="1" y="757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4" y="763"/>
                  </a:lnTo>
                  <a:lnTo>
                    <a:pt x="5" y="766"/>
                  </a:lnTo>
                  <a:lnTo>
                    <a:pt x="5" y="767"/>
                  </a:lnTo>
                  <a:lnTo>
                    <a:pt x="6" y="769"/>
                  </a:lnTo>
                  <a:lnTo>
                    <a:pt x="7" y="772"/>
                  </a:lnTo>
                  <a:lnTo>
                    <a:pt x="8" y="773"/>
                  </a:lnTo>
                  <a:lnTo>
                    <a:pt x="11" y="775"/>
                  </a:lnTo>
                  <a:lnTo>
                    <a:pt x="12" y="778"/>
                  </a:lnTo>
                  <a:lnTo>
                    <a:pt x="13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3" y="790"/>
                  </a:lnTo>
                  <a:lnTo>
                    <a:pt x="25" y="792"/>
                  </a:lnTo>
                  <a:lnTo>
                    <a:pt x="29" y="796"/>
                  </a:lnTo>
                  <a:lnTo>
                    <a:pt x="31" y="799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10"/>
                  </a:lnTo>
                  <a:lnTo>
                    <a:pt x="47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6" y="823"/>
                  </a:lnTo>
                  <a:lnTo>
                    <a:pt x="60" y="827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9" y="834"/>
                  </a:lnTo>
                  <a:lnTo>
                    <a:pt x="71" y="837"/>
                  </a:lnTo>
                  <a:lnTo>
                    <a:pt x="72" y="839"/>
                  </a:lnTo>
                  <a:lnTo>
                    <a:pt x="75" y="840"/>
                  </a:lnTo>
                  <a:lnTo>
                    <a:pt x="77" y="841"/>
                  </a:lnTo>
                  <a:lnTo>
                    <a:pt x="79" y="844"/>
                  </a:lnTo>
                  <a:lnTo>
                    <a:pt x="82" y="845"/>
                  </a:lnTo>
                  <a:lnTo>
                    <a:pt x="83" y="846"/>
                  </a:lnTo>
                  <a:lnTo>
                    <a:pt x="85" y="847"/>
                  </a:lnTo>
                  <a:lnTo>
                    <a:pt x="88" y="847"/>
                  </a:lnTo>
                  <a:lnTo>
                    <a:pt x="89" y="849"/>
                  </a:lnTo>
                  <a:lnTo>
                    <a:pt x="91" y="850"/>
                  </a:lnTo>
                  <a:lnTo>
                    <a:pt x="94" y="850"/>
                  </a:lnTo>
                  <a:lnTo>
                    <a:pt x="95" y="851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1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2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4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7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7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3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8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2"/>
                  </a:lnTo>
                  <a:lnTo>
                    <a:pt x="746" y="852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1"/>
                  </a:lnTo>
                  <a:lnTo>
                    <a:pt x="758" y="850"/>
                  </a:lnTo>
                  <a:lnTo>
                    <a:pt x="761" y="850"/>
                  </a:lnTo>
                  <a:lnTo>
                    <a:pt x="762" y="849"/>
                  </a:lnTo>
                  <a:lnTo>
                    <a:pt x="764" y="847"/>
                  </a:lnTo>
                  <a:lnTo>
                    <a:pt x="767" y="847"/>
                  </a:lnTo>
                  <a:lnTo>
                    <a:pt x="768" y="846"/>
                  </a:lnTo>
                  <a:lnTo>
                    <a:pt x="771" y="845"/>
                  </a:lnTo>
                  <a:lnTo>
                    <a:pt x="773" y="844"/>
                  </a:lnTo>
                  <a:lnTo>
                    <a:pt x="774" y="841"/>
                  </a:lnTo>
                  <a:lnTo>
                    <a:pt x="777" y="840"/>
                  </a:lnTo>
                  <a:lnTo>
                    <a:pt x="779" y="839"/>
                  </a:lnTo>
                  <a:lnTo>
                    <a:pt x="781" y="837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8" y="821"/>
                  </a:lnTo>
                  <a:lnTo>
                    <a:pt x="802" y="817"/>
                  </a:lnTo>
                  <a:lnTo>
                    <a:pt x="805" y="814"/>
                  </a:lnTo>
                  <a:lnTo>
                    <a:pt x="809" y="810"/>
                  </a:lnTo>
                  <a:lnTo>
                    <a:pt x="813" y="805"/>
                  </a:lnTo>
                  <a:lnTo>
                    <a:pt x="816" y="802"/>
                  </a:lnTo>
                  <a:lnTo>
                    <a:pt x="820" y="799"/>
                  </a:lnTo>
                  <a:lnTo>
                    <a:pt x="823" y="796"/>
                  </a:lnTo>
                  <a:lnTo>
                    <a:pt x="826" y="792"/>
                  </a:lnTo>
                  <a:lnTo>
                    <a:pt x="829" y="790"/>
                  </a:lnTo>
                  <a:lnTo>
                    <a:pt x="832" y="787"/>
                  </a:lnTo>
                  <a:lnTo>
                    <a:pt x="834" y="785"/>
                  </a:lnTo>
                  <a:lnTo>
                    <a:pt x="835" y="782"/>
                  </a:lnTo>
                  <a:lnTo>
                    <a:pt x="838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4" y="772"/>
                  </a:lnTo>
                  <a:lnTo>
                    <a:pt x="845" y="769"/>
                  </a:lnTo>
                  <a:lnTo>
                    <a:pt x="846" y="767"/>
                  </a:lnTo>
                  <a:lnTo>
                    <a:pt x="847" y="766"/>
                  </a:lnTo>
                  <a:lnTo>
                    <a:pt x="849" y="763"/>
                  </a:lnTo>
                  <a:lnTo>
                    <a:pt x="849" y="761"/>
                  </a:lnTo>
                  <a:lnTo>
                    <a:pt x="850" y="758"/>
                  </a:lnTo>
                  <a:lnTo>
                    <a:pt x="850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1" y="750"/>
                  </a:lnTo>
                  <a:lnTo>
                    <a:pt x="851" y="748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6"/>
                  </a:lnTo>
                  <a:lnTo>
                    <a:pt x="851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0" y="96"/>
                  </a:lnTo>
                  <a:lnTo>
                    <a:pt x="850" y="94"/>
                  </a:lnTo>
                  <a:lnTo>
                    <a:pt x="849" y="91"/>
                  </a:lnTo>
                  <a:lnTo>
                    <a:pt x="849" y="90"/>
                  </a:lnTo>
                  <a:lnTo>
                    <a:pt x="847" y="88"/>
                  </a:lnTo>
                  <a:lnTo>
                    <a:pt x="846" y="85"/>
                  </a:lnTo>
                  <a:lnTo>
                    <a:pt x="845" y="84"/>
                  </a:lnTo>
                  <a:lnTo>
                    <a:pt x="844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8" y="73"/>
                  </a:lnTo>
                  <a:lnTo>
                    <a:pt x="835" y="71"/>
                  </a:lnTo>
                  <a:lnTo>
                    <a:pt x="834" y="68"/>
                  </a:lnTo>
                  <a:lnTo>
                    <a:pt x="832" y="66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8"/>
                  </a:lnTo>
                  <a:lnTo>
                    <a:pt x="820" y="54"/>
                  </a:lnTo>
                  <a:lnTo>
                    <a:pt x="816" y="50"/>
                  </a:lnTo>
                  <a:lnTo>
                    <a:pt x="813" y="47"/>
                  </a:lnTo>
                  <a:lnTo>
                    <a:pt x="809" y="43"/>
                  </a:lnTo>
                  <a:lnTo>
                    <a:pt x="805" y="40"/>
                  </a:lnTo>
                  <a:lnTo>
                    <a:pt x="802" y="36"/>
                  </a:lnTo>
                  <a:lnTo>
                    <a:pt x="798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7"/>
                  </a:lnTo>
                  <a:lnTo>
                    <a:pt x="779" y="14"/>
                  </a:lnTo>
                  <a:lnTo>
                    <a:pt x="777" y="12"/>
                  </a:lnTo>
                  <a:lnTo>
                    <a:pt x="774" y="11"/>
                  </a:lnTo>
                  <a:lnTo>
                    <a:pt x="773" y="10"/>
                  </a:lnTo>
                  <a:lnTo>
                    <a:pt x="771" y="8"/>
                  </a:lnTo>
                  <a:lnTo>
                    <a:pt x="768" y="7"/>
                  </a:lnTo>
                  <a:lnTo>
                    <a:pt x="767" y="6"/>
                  </a:lnTo>
                  <a:lnTo>
                    <a:pt x="764" y="5"/>
                  </a:lnTo>
                  <a:lnTo>
                    <a:pt x="762" y="3"/>
                  </a:lnTo>
                  <a:lnTo>
                    <a:pt x="761" y="3"/>
                  </a:lnTo>
                  <a:lnTo>
                    <a:pt x="758" y="2"/>
                  </a:lnTo>
                  <a:lnTo>
                    <a:pt x="756" y="2"/>
                  </a:lnTo>
                  <a:lnTo>
                    <a:pt x="754" y="2"/>
                  </a:lnTo>
                  <a:lnTo>
                    <a:pt x="751" y="1"/>
                  </a:lnTo>
                  <a:lnTo>
                    <a:pt x="749" y="1"/>
                  </a:lnTo>
                  <a:lnTo>
                    <a:pt x="746" y="1"/>
                  </a:lnTo>
                  <a:lnTo>
                    <a:pt x="744" y="1"/>
                  </a:lnTo>
                  <a:lnTo>
                    <a:pt x="742" y="1"/>
                  </a:lnTo>
                  <a:lnTo>
                    <a:pt x="738" y="1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1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5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7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4" y="0"/>
                  </a:lnTo>
                  <a:lnTo>
                    <a:pt x="492" y="0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28" name="Freeform 214">
              <a:extLst>
                <a:ext uri="{FF2B5EF4-FFF2-40B4-BE49-F238E27FC236}">
                  <a16:creationId xmlns:a16="http://schemas.microsoft.com/office/drawing/2014/main" id="{E500E139-C7F4-40A6-889F-174573A81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924"/>
              <a:ext cx="426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5" y="0"/>
                  </a:lnTo>
                  <a:lnTo>
                    <a:pt x="462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6" y="0"/>
                  </a:lnTo>
                  <a:lnTo>
                    <a:pt x="442" y="0"/>
                  </a:lnTo>
                  <a:lnTo>
                    <a:pt x="440" y="0"/>
                  </a:lnTo>
                  <a:lnTo>
                    <a:pt x="436" y="0"/>
                  </a:lnTo>
                  <a:lnTo>
                    <a:pt x="434" y="0"/>
                  </a:lnTo>
                  <a:lnTo>
                    <a:pt x="430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6" y="0"/>
                  </a:lnTo>
                  <a:lnTo>
                    <a:pt x="412" y="0"/>
                  </a:lnTo>
                  <a:lnTo>
                    <a:pt x="408" y="0"/>
                  </a:lnTo>
                  <a:lnTo>
                    <a:pt x="403" y="0"/>
                  </a:lnTo>
                  <a:lnTo>
                    <a:pt x="398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4" y="0"/>
                  </a:lnTo>
                  <a:lnTo>
                    <a:pt x="367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1" y="0"/>
                  </a:lnTo>
                  <a:lnTo>
                    <a:pt x="332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7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8" y="0"/>
                  </a:lnTo>
                  <a:lnTo>
                    <a:pt x="239" y="0"/>
                  </a:lnTo>
                  <a:lnTo>
                    <a:pt x="232" y="0"/>
                  </a:lnTo>
                  <a:lnTo>
                    <a:pt x="225" y="0"/>
                  </a:lnTo>
                  <a:lnTo>
                    <a:pt x="218" y="0"/>
                  </a:lnTo>
                  <a:lnTo>
                    <a:pt x="212" y="0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6" y="0"/>
                  </a:lnTo>
                  <a:lnTo>
                    <a:pt x="182" y="0"/>
                  </a:lnTo>
                  <a:lnTo>
                    <a:pt x="178" y="0"/>
                  </a:lnTo>
                  <a:lnTo>
                    <a:pt x="174" y="0"/>
                  </a:lnTo>
                  <a:lnTo>
                    <a:pt x="171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9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99" y="1"/>
                  </a:lnTo>
                  <a:lnTo>
                    <a:pt x="96" y="1"/>
                  </a:lnTo>
                  <a:lnTo>
                    <a:pt x="94" y="2"/>
                  </a:lnTo>
                  <a:lnTo>
                    <a:pt x="93" y="2"/>
                  </a:lnTo>
                  <a:lnTo>
                    <a:pt x="90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4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8" y="9"/>
                  </a:lnTo>
                  <a:lnTo>
                    <a:pt x="76" y="12"/>
                  </a:lnTo>
                  <a:lnTo>
                    <a:pt x="73" y="13"/>
                  </a:lnTo>
                  <a:lnTo>
                    <a:pt x="71" y="15"/>
                  </a:lnTo>
                  <a:lnTo>
                    <a:pt x="69" y="18"/>
                  </a:lnTo>
                  <a:lnTo>
                    <a:pt x="66" y="20"/>
                  </a:lnTo>
                  <a:lnTo>
                    <a:pt x="64" y="23"/>
                  </a:lnTo>
                  <a:lnTo>
                    <a:pt x="60" y="25"/>
                  </a:lnTo>
                  <a:lnTo>
                    <a:pt x="58" y="29"/>
                  </a:lnTo>
                  <a:lnTo>
                    <a:pt x="54" y="31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3" y="42"/>
                  </a:lnTo>
                  <a:lnTo>
                    <a:pt x="40" y="46"/>
                  </a:lnTo>
                  <a:lnTo>
                    <a:pt x="36" y="49"/>
                  </a:lnTo>
                  <a:lnTo>
                    <a:pt x="32" y="53"/>
                  </a:lnTo>
                  <a:lnTo>
                    <a:pt x="29" y="56"/>
                  </a:lnTo>
                  <a:lnTo>
                    <a:pt x="26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7" y="70"/>
                  </a:lnTo>
                  <a:lnTo>
                    <a:pt x="14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10" y="79"/>
                  </a:lnTo>
                  <a:lnTo>
                    <a:pt x="8" y="80"/>
                  </a:lnTo>
                  <a:lnTo>
                    <a:pt x="7" y="83"/>
                  </a:lnTo>
                  <a:lnTo>
                    <a:pt x="6" y="85"/>
                  </a:lnTo>
                  <a:lnTo>
                    <a:pt x="5" y="86"/>
                  </a:lnTo>
                  <a:lnTo>
                    <a:pt x="4" y="89"/>
                  </a:lnTo>
                  <a:lnTo>
                    <a:pt x="4" y="91"/>
                  </a:lnTo>
                  <a:lnTo>
                    <a:pt x="2" y="92"/>
                  </a:lnTo>
                  <a:lnTo>
                    <a:pt x="2" y="95"/>
                  </a:lnTo>
                  <a:lnTo>
                    <a:pt x="2" y="97"/>
                  </a:lnTo>
                  <a:lnTo>
                    <a:pt x="1" y="100"/>
                  </a:lnTo>
                  <a:lnTo>
                    <a:pt x="1" y="102"/>
                  </a:lnTo>
                  <a:lnTo>
                    <a:pt x="1" y="104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3"/>
                  </a:lnTo>
                  <a:lnTo>
                    <a:pt x="1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1" y="734"/>
                  </a:lnTo>
                  <a:lnTo>
                    <a:pt x="1" y="738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6"/>
                  </a:lnTo>
                  <a:lnTo>
                    <a:pt x="1" y="749"/>
                  </a:lnTo>
                  <a:lnTo>
                    <a:pt x="1" y="751"/>
                  </a:lnTo>
                  <a:lnTo>
                    <a:pt x="2" y="754"/>
                  </a:lnTo>
                  <a:lnTo>
                    <a:pt x="2" y="756"/>
                  </a:lnTo>
                  <a:lnTo>
                    <a:pt x="2" y="758"/>
                  </a:lnTo>
                  <a:lnTo>
                    <a:pt x="4" y="761"/>
                  </a:lnTo>
                  <a:lnTo>
                    <a:pt x="4" y="762"/>
                  </a:lnTo>
                  <a:lnTo>
                    <a:pt x="5" y="764"/>
                  </a:lnTo>
                  <a:lnTo>
                    <a:pt x="6" y="767"/>
                  </a:lnTo>
                  <a:lnTo>
                    <a:pt x="7" y="768"/>
                  </a:lnTo>
                  <a:lnTo>
                    <a:pt x="8" y="770"/>
                  </a:lnTo>
                  <a:lnTo>
                    <a:pt x="10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4" y="779"/>
                  </a:lnTo>
                  <a:lnTo>
                    <a:pt x="17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6" y="792"/>
                  </a:lnTo>
                  <a:lnTo>
                    <a:pt x="29" y="794"/>
                  </a:lnTo>
                  <a:lnTo>
                    <a:pt x="32" y="798"/>
                  </a:lnTo>
                  <a:lnTo>
                    <a:pt x="36" y="802"/>
                  </a:lnTo>
                  <a:lnTo>
                    <a:pt x="40" y="805"/>
                  </a:lnTo>
                  <a:lnTo>
                    <a:pt x="43" y="809"/>
                  </a:lnTo>
                  <a:lnTo>
                    <a:pt x="47" y="812"/>
                  </a:lnTo>
                  <a:lnTo>
                    <a:pt x="51" y="816"/>
                  </a:lnTo>
                  <a:lnTo>
                    <a:pt x="54" y="820"/>
                  </a:lnTo>
                  <a:lnTo>
                    <a:pt x="58" y="823"/>
                  </a:lnTo>
                  <a:lnTo>
                    <a:pt x="60" y="826"/>
                  </a:lnTo>
                  <a:lnTo>
                    <a:pt x="64" y="829"/>
                  </a:lnTo>
                  <a:lnTo>
                    <a:pt x="66" y="832"/>
                  </a:lnTo>
                  <a:lnTo>
                    <a:pt x="69" y="834"/>
                  </a:lnTo>
                  <a:lnTo>
                    <a:pt x="71" y="835"/>
                  </a:lnTo>
                  <a:lnTo>
                    <a:pt x="73" y="838"/>
                  </a:lnTo>
                  <a:lnTo>
                    <a:pt x="76" y="840"/>
                  </a:lnTo>
                  <a:lnTo>
                    <a:pt x="78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4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90" y="848"/>
                  </a:lnTo>
                  <a:lnTo>
                    <a:pt x="93" y="848"/>
                  </a:lnTo>
                  <a:lnTo>
                    <a:pt x="94" y="850"/>
                  </a:lnTo>
                  <a:lnTo>
                    <a:pt x="96" y="850"/>
                  </a:lnTo>
                  <a:lnTo>
                    <a:pt x="99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6" y="851"/>
                  </a:lnTo>
                  <a:lnTo>
                    <a:pt x="108" y="851"/>
                  </a:lnTo>
                  <a:lnTo>
                    <a:pt x="112" y="852"/>
                  </a:lnTo>
                  <a:lnTo>
                    <a:pt x="114" y="852"/>
                  </a:lnTo>
                  <a:lnTo>
                    <a:pt x="118" y="852"/>
                  </a:lnTo>
                  <a:lnTo>
                    <a:pt x="121" y="852"/>
                  </a:lnTo>
                  <a:lnTo>
                    <a:pt x="125" y="852"/>
                  </a:lnTo>
                  <a:lnTo>
                    <a:pt x="129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3" y="852"/>
                  </a:lnTo>
                  <a:lnTo>
                    <a:pt x="155" y="852"/>
                  </a:lnTo>
                  <a:lnTo>
                    <a:pt x="159" y="852"/>
                  </a:lnTo>
                  <a:lnTo>
                    <a:pt x="161" y="852"/>
                  </a:lnTo>
                  <a:lnTo>
                    <a:pt x="165" y="852"/>
                  </a:lnTo>
                  <a:lnTo>
                    <a:pt x="167" y="852"/>
                  </a:lnTo>
                  <a:lnTo>
                    <a:pt x="171" y="852"/>
                  </a:lnTo>
                  <a:lnTo>
                    <a:pt x="174" y="852"/>
                  </a:lnTo>
                  <a:lnTo>
                    <a:pt x="178" y="852"/>
                  </a:lnTo>
                  <a:lnTo>
                    <a:pt x="182" y="852"/>
                  </a:lnTo>
                  <a:lnTo>
                    <a:pt x="186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6" y="852"/>
                  </a:lnTo>
                  <a:lnTo>
                    <a:pt x="212" y="852"/>
                  </a:lnTo>
                  <a:lnTo>
                    <a:pt x="218" y="852"/>
                  </a:lnTo>
                  <a:lnTo>
                    <a:pt x="225" y="852"/>
                  </a:lnTo>
                  <a:lnTo>
                    <a:pt x="232" y="852"/>
                  </a:lnTo>
                  <a:lnTo>
                    <a:pt x="239" y="852"/>
                  </a:lnTo>
                  <a:lnTo>
                    <a:pt x="248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7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2" y="852"/>
                  </a:lnTo>
                  <a:lnTo>
                    <a:pt x="341" y="852"/>
                  </a:lnTo>
                  <a:lnTo>
                    <a:pt x="350" y="852"/>
                  </a:lnTo>
                  <a:lnTo>
                    <a:pt x="359" y="852"/>
                  </a:lnTo>
                  <a:lnTo>
                    <a:pt x="367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90" y="852"/>
                  </a:lnTo>
                  <a:lnTo>
                    <a:pt x="396" y="852"/>
                  </a:lnTo>
                  <a:lnTo>
                    <a:pt x="403" y="852"/>
                  </a:lnTo>
                  <a:lnTo>
                    <a:pt x="409" y="852"/>
                  </a:lnTo>
                  <a:lnTo>
                    <a:pt x="415" y="852"/>
                  </a:lnTo>
                  <a:lnTo>
                    <a:pt x="421" y="852"/>
                  </a:lnTo>
                  <a:lnTo>
                    <a:pt x="427" y="852"/>
                  </a:lnTo>
                  <a:lnTo>
                    <a:pt x="433" y="852"/>
                  </a:lnTo>
                  <a:lnTo>
                    <a:pt x="439" y="852"/>
                  </a:lnTo>
                  <a:lnTo>
                    <a:pt x="445" y="852"/>
                  </a:lnTo>
                  <a:lnTo>
                    <a:pt x="451" y="852"/>
                  </a:lnTo>
                  <a:lnTo>
                    <a:pt x="458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2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6" y="852"/>
                  </a:lnTo>
                  <a:lnTo>
                    <a:pt x="614" y="852"/>
                  </a:lnTo>
                  <a:lnTo>
                    <a:pt x="622" y="852"/>
                  </a:lnTo>
                  <a:lnTo>
                    <a:pt x="629" y="852"/>
                  </a:lnTo>
                  <a:lnTo>
                    <a:pt x="636" y="852"/>
                  </a:lnTo>
                  <a:lnTo>
                    <a:pt x="642" y="852"/>
                  </a:lnTo>
                  <a:lnTo>
                    <a:pt x="648" y="852"/>
                  </a:lnTo>
                  <a:lnTo>
                    <a:pt x="653" y="852"/>
                  </a:lnTo>
                  <a:lnTo>
                    <a:pt x="659" y="852"/>
                  </a:lnTo>
                  <a:lnTo>
                    <a:pt x="664" y="852"/>
                  </a:lnTo>
                  <a:lnTo>
                    <a:pt x="667" y="852"/>
                  </a:lnTo>
                  <a:lnTo>
                    <a:pt x="672" y="852"/>
                  </a:lnTo>
                  <a:lnTo>
                    <a:pt x="676" y="852"/>
                  </a:lnTo>
                  <a:lnTo>
                    <a:pt x="679" y="852"/>
                  </a:lnTo>
                  <a:lnTo>
                    <a:pt x="683" y="852"/>
                  </a:lnTo>
                  <a:lnTo>
                    <a:pt x="686" y="852"/>
                  </a:lnTo>
                  <a:lnTo>
                    <a:pt x="689" y="852"/>
                  </a:lnTo>
                  <a:lnTo>
                    <a:pt x="692" y="852"/>
                  </a:lnTo>
                  <a:lnTo>
                    <a:pt x="695" y="852"/>
                  </a:lnTo>
                  <a:lnTo>
                    <a:pt x="698" y="852"/>
                  </a:lnTo>
                  <a:lnTo>
                    <a:pt x="701" y="852"/>
                  </a:lnTo>
                  <a:lnTo>
                    <a:pt x="704" y="852"/>
                  </a:lnTo>
                  <a:lnTo>
                    <a:pt x="707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8" y="852"/>
                  </a:lnTo>
                  <a:lnTo>
                    <a:pt x="721" y="852"/>
                  </a:lnTo>
                  <a:lnTo>
                    <a:pt x="725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6" y="852"/>
                  </a:lnTo>
                  <a:lnTo>
                    <a:pt x="739" y="852"/>
                  </a:lnTo>
                  <a:lnTo>
                    <a:pt x="742" y="852"/>
                  </a:lnTo>
                  <a:lnTo>
                    <a:pt x="745" y="851"/>
                  </a:lnTo>
                  <a:lnTo>
                    <a:pt x="748" y="851"/>
                  </a:lnTo>
                  <a:lnTo>
                    <a:pt x="750" y="851"/>
                  </a:lnTo>
                  <a:lnTo>
                    <a:pt x="753" y="851"/>
                  </a:lnTo>
                  <a:lnTo>
                    <a:pt x="755" y="851"/>
                  </a:lnTo>
                  <a:lnTo>
                    <a:pt x="757" y="850"/>
                  </a:lnTo>
                  <a:lnTo>
                    <a:pt x="760" y="850"/>
                  </a:lnTo>
                  <a:lnTo>
                    <a:pt x="761" y="848"/>
                  </a:lnTo>
                  <a:lnTo>
                    <a:pt x="763" y="848"/>
                  </a:lnTo>
                  <a:lnTo>
                    <a:pt x="766" y="847"/>
                  </a:lnTo>
                  <a:lnTo>
                    <a:pt x="767" y="846"/>
                  </a:lnTo>
                  <a:lnTo>
                    <a:pt x="769" y="845"/>
                  </a:lnTo>
                  <a:lnTo>
                    <a:pt x="772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8" y="840"/>
                  </a:lnTo>
                  <a:lnTo>
                    <a:pt x="780" y="838"/>
                  </a:lnTo>
                  <a:lnTo>
                    <a:pt x="783" y="835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90" y="829"/>
                  </a:lnTo>
                  <a:lnTo>
                    <a:pt x="793" y="826"/>
                  </a:lnTo>
                  <a:lnTo>
                    <a:pt x="796" y="823"/>
                  </a:lnTo>
                  <a:lnTo>
                    <a:pt x="799" y="820"/>
                  </a:lnTo>
                  <a:lnTo>
                    <a:pt x="803" y="816"/>
                  </a:lnTo>
                  <a:lnTo>
                    <a:pt x="807" y="812"/>
                  </a:lnTo>
                  <a:lnTo>
                    <a:pt x="810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1" y="798"/>
                  </a:lnTo>
                  <a:lnTo>
                    <a:pt x="825" y="794"/>
                  </a:lnTo>
                  <a:lnTo>
                    <a:pt x="827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7" y="781"/>
                  </a:lnTo>
                  <a:lnTo>
                    <a:pt x="839" y="779"/>
                  </a:lnTo>
                  <a:lnTo>
                    <a:pt x="840" y="776"/>
                  </a:lnTo>
                  <a:lnTo>
                    <a:pt x="843" y="774"/>
                  </a:lnTo>
                  <a:lnTo>
                    <a:pt x="844" y="773"/>
                  </a:lnTo>
                  <a:lnTo>
                    <a:pt x="845" y="770"/>
                  </a:lnTo>
                  <a:lnTo>
                    <a:pt x="846" y="768"/>
                  </a:lnTo>
                  <a:lnTo>
                    <a:pt x="847" y="767"/>
                  </a:lnTo>
                  <a:lnTo>
                    <a:pt x="849" y="764"/>
                  </a:lnTo>
                  <a:lnTo>
                    <a:pt x="849" y="762"/>
                  </a:lnTo>
                  <a:lnTo>
                    <a:pt x="850" y="761"/>
                  </a:lnTo>
                  <a:lnTo>
                    <a:pt x="850" y="758"/>
                  </a:lnTo>
                  <a:lnTo>
                    <a:pt x="851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2" y="749"/>
                  </a:lnTo>
                  <a:lnTo>
                    <a:pt x="852" y="746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4"/>
                  </a:lnTo>
                  <a:lnTo>
                    <a:pt x="852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1" y="95"/>
                  </a:lnTo>
                  <a:lnTo>
                    <a:pt x="850" y="92"/>
                  </a:lnTo>
                  <a:lnTo>
                    <a:pt x="850" y="91"/>
                  </a:lnTo>
                  <a:lnTo>
                    <a:pt x="849" y="89"/>
                  </a:lnTo>
                  <a:lnTo>
                    <a:pt x="849" y="86"/>
                  </a:lnTo>
                  <a:lnTo>
                    <a:pt x="847" y="85"/>
                  </a:lnTo>
                  <a:lnTo>
                    <a:pt x="846" y="83"/>
                  </a:lnTo>
                  <a:lnTo>
                    <a:pt x="845" y="80"/>
                  </a:lnTo>
                  <a:lnTo>
                    <a:pt x="844" y="79"/>
                  </a:lnTo>
                  <a:lnTo>
                    <a:pt x="843" y="77"/>
                  </a:lnTo>
                  <a:lnTo>
                    <a:pt x="840" y="74"/>
                  </a:lnTo>
                  <a:lnTo>
                    <a:pt x="839" y="72"/>
                  </a:lnTo>
                  <a:lnTo>
                    <a:pt x="837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5" y="56"/>
                  </a:lnTo>
                  <a:lnTo>
                    <a:pt x="821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10" y="42"/>
                  </a:lnTo>
                  <a:lnTo>
                    <a:pt x="807" y="38"/>
                  </a:lnTo>
                  <a:lnTo>
                    <a:pt x="803" y="35"/>
                  </a:lnTo>
                  <a:lnTo>
                    <a:pt x="799" y="31"/>
                  </a:lnTo>
                  <a:lnTo>
                    <a:pt x="796" y="29"/>
                  </a:lnTo>
                  <a:lnTo>
                    <a:pt x="793" y="25"/>
                  </a:lnTo>
                  <a:lnTo>
                    <a:pt x="790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3" y="15"/>
                  </a:lnTo>
                  <a:lnTo>
                    <a:pt x="780" y="13"/>
                  </a:lnTo>
                  <a:lnTo>
                    <a:pt x="778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2" y="7"/>
                  </a:lnTo>
                  <a:lnTo>
                    <a:pt x="769" y="6"/>
                  </a:lnTo>
                  <a:lnTo>
                    <a:pt x="767" y="5"/>
                  </a:lnTo>
                  <a:lnTo>
                    <a:pt x="766" y="3"/>
                  </a:lnTo>
                  <a:lnTo>
                    <a:pt x="763" y="3"/>
                  </a:lnTo>
                  <a:lnTo>
                    <a:pt x="761" y="2"/>
                  </a:lnTo>
                  <a:lnTo>
                    <a:pt x="760" y="2"/>
                  </a:lnTo>
                  <a:lnTo>
                    <a:pt x="757" y="1"/>
                  </a:lnTo>
                  <a:lnTo>
                    <a:pt x="755" y="1"/>
                  </a:lnTo>
                  <a:lnTo>
                    <a:pt x="753" y="1"/>
                  </a:lnTo>
                  <a:lnTo>
                    <a:pt x="750" y="0"/>
                  </a:lnTo>
                  <a:lnTo>
                    <a:pt x="748" y="0"/>
                  </a:lnTo>
                  <a:lnTo>
                    <a:pt x="745" y="0"/>
                  </a:lnTo>
                  <a:lnTo>
                    <a:pt x="742" y="0"/>
                  </a:lnTo>
                  <a:lnTo>
                    <a:pt x="739" y="0"/>
                  </a:lnTo>
                  <a:lnTo>
                    <a:pt x="736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5" y="0"/>
                  </a:lnTo>
                  <a:lnTo>
                    <a:pt x="721" y="0"/>
                  </a:lnTo>
                  <a:lnTo>
                    <a:pt x="718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7" y="0"/>
                  </a:lnTo>
                  <a:lnTo>
                    <a:pt x="704" y="0"/>
                  </a:lnTo>
                  <a:lnTo>
                    <a:pt x="702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4" y="0"/>
                  </a:lnTo>
                  <a:lnTo>
                    <a:pt x="691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3" y="0"/>
                  </a:lnTo>
                  <a:lnTo>
                    <a:pt x="680" y="0"/>
                  </a:lnTo>
                  <a:lnTo>
                    <a:pt x="677" y="0"/>
                  </a:lnTo>
                  <a:lnTo>
                    <a:pt x="674" y="0"/>
                  </a:lnTo>
                  <a:lnTo>
                    <a:pt x="671" y="0"/>
                  </a:lnTo>
                  <a:lnTo>
                    <a:pt x="667" y="0"/>
                  </a:lnTo>
                  <a:lnTo>
                    <a:pt x="664" y="0"/>
                  </a:lnTo>
                  <a:lnTo>
                    <a:pt x="660" y="0"/>
                  </a:lnTo>
                  <a:lnTo>
                    <a:pt x="656" y="0"/>
                  </a:lnTo>
                  <a:lnTo>
                    <a:pt x="652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7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6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8" y="0"/>
                  </a:lnTo>
                  <a:lnTo>
                    <a:pt x="552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9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7" y="0"/>
                  </a:lnTo>
                  <a:lnTo>
                    <a:pt x="523" y="0"/>
                  </a:lnTo>
                  <a:lnTo>
                    <a:pt x="521" y="0"/>
                  </a:lnTo>
                  <a:lnTo>
                    <a:pt x="517" y="0"/>
                  </a:lnTo>
                  <a:lnTo>
                    <a:pt x="515" y="0"/>
                  </a:lnTo>
                  <a:lnTo>
                    <a:pt x="511" y="0"/>
                  </a:lnTo>
                  <a:lnTo>
                    <a:pt x="509" y="0"/>
                  </a:lnTo>
                  <a:lnTo>
                    <a:pt x="506" y="0"/>
                  </a:lnTo>
                  <a:lnTo>
                    <a:pt x="504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5" y="0"/>
                  </a:lnTo>
                  <a:lnTo>
                    <a:pt x="493" y="0"/>
                  </a:lnTo>
                  <a:lnTo>
                    <a:pt x="489" y="0"/>
                  </a:lnTo>
                  <a:lnTo>
                    <a:pt x="487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7" y="0"/>
                  </a:lnTo>
                  <a:lnTo>
                    <a:pt x="474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29" name="Freeform 215">
              <a:extLst>
                <a:ext uri="{FF2B5EF4-FFF2-40B4-BE49-F238E27FC236}">
                  <a16:creationId xmlns:a16="http://schemas.microsoft.com/office/drawing/2014/main" id="{191FA5B4-FE62-4B0E-B280-DC4A3240C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946"/>
              <a:ext cx="432" cy="132"/>
            </a:xfrm>
            <a:custGeom>
              <a:avLst/>
              <a:gdLst>
                <a:gd name="T0" fmla="*/ 0 w 865"/>
                <a:gd name="T1" fmla="*/ 0 h 265"/>
                <a:gd name="T2" fmla="*/ 0 w 865"/>
                <a:gd name="T3" fmla="*/ 0 h 265"/>
                <a:gd name="T4" fmla="*/ 0 w 865"/>
                <a:gd name="T5" fmla="*/ 0 h 265"/>
                <a:gd name="T6" fmla="*/ 0 w 865"/>
                <a:gd name="T7" fmla="*/ 0 h 265"/>
                <a:gd name="T8" fmla="*/ 0 w 865"/>
                <a:gd name="T9" fmla="*/ 0 h 265"/>
                <a:gd name="T10" fmla="*/ 0 w 865"/>
                <a:gd name="T11" fmla="*/ 0 h 265"/>
                <a:gd name="T12" fmla="*/ 0 w 865"/>
                <a:gd name="T13" fmla="*/ 0 h 265"/>
                <a:gd name="T14" fmla="*/ 0 w 865"/>
                <a:gd name="T15" fmla="*/ 0 h 265"/>
                <a:gd name="T16" fmla="*/ 0 w 865"/>
                <a:gd name="T17" fmla="*/ 0 h 265"/>
                <a:gd name="T18" fmla="*/ 0 w 865"/>
                <a:gd name="T19" fmla="*/ 0 h 265"/>
                <a:gd name="T20" fmla="*/ 0 w 865"/>
                <a:gd name="T21" fmla="*/ 0 h 265"/>
                <a:gd name="T22" fmla="*/ 0 w 865"/>
                <a:gd name="T23" fmla="*/ 0 h 265"/>
                <a:gd name="T24" fmla="*/ 0 w 865"/>
                <a:gd name="T25" fmla="*/ 0 h 265"/>
                <a:gd name="T26" fmla="*/ 0 w 865"/>
                <a:gd name="T27" fmla="*/ 0 h 265"/>
                <a:gd name="T28" fmla="*/ 0 w 865"/>
                <a:gd name="T29" fmla="*/ 0 h 265"/>
                <a:gd name="T30" fmla="*/ 0 w 865"/>
                <a:gd name="T31" fmla="*/ 0 h 265"/>
                <a:gd name="T32" fmla="*/ 0 w 865"/>
                <a:gd name="T33" fmla="*/ 0 h 265"/>
                <a:gd name="T34" fmla="*/ 0 w 865"/>
                <a:gd name="T35" fmla="*/ 0 h 265"/>
                <a:gd name="T36" fmla="*/ 0 w 865"/>
                <a:gd name="T37" fmla="*/ 0 h 265"/>
                <a:gd name="T38" fmla="*/ 0 w 865"/>
                <a:gd name="T39" fmla="*/ 0 h 265"/>
                <a:gd name="T40" fmla="*/ 0 w 865"/>
                <a:gd name="T41" fmla="*/ 0 h 265"/>
                <a:gd name="T42" fmla="*/ 0 w 865"/>
                <a:gd name="T43" fmla="*/ 0 h 265"/>
                <a:gd name="T44" fmla="*/ 0 w 865"/>
                <a:gd name="T45" fmla="*/ 0 h 265"/>
                <a:gd name="T46" fmla="*/ 0 w 865"/>
                <a:gd name="T47" fmla="*/ 0 h 265"/>
                <a:gd name="T48" fmla="*/ 0 w 865"/>
                <a:gd name="T49" fmla="*/ 0 h 265"/>
                <a:gd name="T50" fmla="*/ 0 w 865"/>
                <a:gd name="T51" fmla="*/ 0 h 265"/>
                <a:gd name="T52" fmla="*/ 0 w 865"/>
                <a:gd name="T53" fmla="*/ 0 h 265"/>
                <a:gd name="T54" fmla="*/ 0 w 865"/>
                <a:gd name="T55" fmla="*/ 0 h 265"/>
                <a:gd name="T56" fmla="*/ 0 w 865"/>
                <a:gd name="T57" fmla="*/ 0 h 265"/>
                <a:gd name="T58" fmla="*/ 0 w 865"/>
                <a:gd name="T59" fmla="*/ 0 h 265"/>
                <a:gd name="T60" fmla="*/ 0 w 865"/>
                <a:gd name="T61" fmla="*/ 0 h 265"/>
                <a:gd name="T62" fmla="*/ 0 w 865"/>
                <a:gd name="T63" fmla="*/ 0 h 265"/>
                <a:gd name="T64" fmla="*/ 0 w 865"/>
                <a:gd name="T65" fmla="*/ 0 h 265"/>
                <a:gd name="T66" fmla="*/ 0 w 865"/>
                <a:gd name="T67" fmla="*/ 0 h 265"/>
                <a:gd name="T68" fmla="*/ 0 w 865"/>
                <a:gd name="T69" fmla="*/ 0 h 265"/>
                <a:gd name="T70" fmla="*/ 0 w 865"/>
                <a:gd name="T71" fmla="*/ 0 h 265"/>
                <a:gd name="T72" fmla="*/ 0 w 865"/>
                <a:gd name="T73" fmla="*/ 0 h 265"/>
                <a:gd name="T74" fmla="*/ 0 w 865"/>
                <a:gd name="T75" fmla="*/ 0 h 265"/>
                <a:gd name="T76" fmla="*/ 0 w 865"/>
                <a:gd name="T77" fmla="*/ 0 h 265"/>
                <a:gd name="T78" fmla="*/ 0 w 865"/>
                <a:gd name="T79" fmla="*/ 0 h 265"/>
                <a:gd name="T80" fmla="*/ 0 w 865"/>
                <a:gd name="T81" fmla="*/ 0 h 265"/>
                <a:gd name="T82" fmla="*/ 0 w 865"/>
                <a:gd name="T83" fmla="*/ 0 h 265"/>
                <a:gd name="T84" fmla="*/ 0 w 865"/>
                <a:gd name="T85" fmla="*/ 0 h 265"/>
                <a:gd name="T86" fmla="*/ 0 w 865"/>
                <a:gd name="T87" fmla="*/ 0 h 265"/>
                <a:gd name="T88" fmla="*/ 0 w 865"/>
                <a:gd name="T89" fmla="*/ 0 h 26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865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2"/>
                  </a:lnTo>
                  <a:lnTo>
                    <a:pt x="3" y="96"/>
                  </a:lnTo>
                  <a:lnTo>
                    <a:pt x="6" y="90"/>
                  </a:lnTo>
                  <a:lnTo>
                    <a:pt x="8" y="84"/>
                  </a:lnTo>
                  <a:lnTo>
                    <a:pt x="9" y="78"/>
                  </a:lnTo>
                  <a:lnTo>
                    <a:pt x="13" y="72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38" y="0"/>
                  </a:lnTo>
                  <a:lnTo>
                    <a:pt x="744" y="0"/>
                  </a:lnTo>
                  <a:lnTo>
                    <a:pt x="751" y="2"/>
                  </a:lnTo>
                  <a:lnTo>
                    <a:pt x="757" y="2"/>
                  </a:lnTo>
                  <a:lnTo>
                    <a:pt x="763" y="3"/>
                  </a:lnTo>
                  <a:lnTo>
                    <a:pt x="769" y="4"/>
                  </a:lnTo>
                  <a:lnTo>
                    <a:pt x="775" y="6"/>
                  </a:lnTo>
                  <a:lnTo>
                    <a:pt x="781" y="8"/>
                  </a:lnTo>
                  <a:lnTo>
                    <a:pt x="787" y="10"/>
                  </a:lnTo>
                  <a:lnTo>
                    <a:pt x="793" y="14"/>
                  </a:lnTo>
                  <a:lnTo>
                    <a:pt x="798" y="16"/>
                  </a:lnTo>
                  <a:lnTo>
                    <a:pt x="804" y="18"/>
                  </a:lnTo>
                  <a:lnTo>
                    <a:pt x="808" y="22"/>
                  </a:lnTo>
                  <a:lnTo>
                    <a:pt x="813" y="26"/>
                  </a:lnTo>
                  <a:lnTo>
                    <a:pt x="818" y="29"/>
                  </a:lnTo>
                  <a:lnTo>
                    <a:pt x="823" y="34"/>
                  </a:lnTo>
                  <a:lnTo>
                    <a:pt x="828" y="38"/>
                  </a:lnTo>
                  <a:lnTo>
                    <a:pt x="831" y="42"/>
                  </a:lnTo>
                  <a:lnTo>
                    <a:pt x="836" y="47"/>
                  </a:lnTo>
                  <a:lnTo>
                    <a:pt x="840" y="52"/>
                  </a:lnTo>
                  <a:lnTo>
                    <a:pt x="843" y="57"/>
                  </a:lnTo>
                  <a:lnTo>
                    <a:pt x="847" y="62"/>
                  </a:lnTo>
                  <a:lnTo>
                    <a:pt x="849" y="68"/>
                  </a:lnTo>
                  <a:lnTo>
                    <a:pt x="853" y="72"/>
                  </a:lnTo>
                  <a:lnTo>
                    <a:pt x="855" y="78"/>
                  </a:lnTo>
                  <a:lnTo>
                    <a:pt x="858" y="84"/>
                  </a:lnTo>
                  <a:lnTo>
                    <a:pt x="859" y="90"/>
                  </a:lnTo>
                  <a:lnTo>
                    <a:pt x="861" y="96"/>
                  </a:lnTo>
                  <a:lnTo>
                    <a:pt x="863" y="102"/>
                  </a:lnTo>
                  <a:lnTo>
                    <a:pt x="864" y="109"/>
                  </a:lnTo>
                  <a:lnTo>
                    <a:pt x="865" y="116"/>
                  </a:lnTo>
                  <a:lnTo>
                    <a:pt x="865" y="122"/>
                  </a:lnTo>
                  <a:lnTo>
                    <a:pt x="865" y="128"/>
                  </a:lnTo>
                  <a:lnTo>
                    <a:pt x="865" y="137"/>
                  </a:lnTo>
                  <a:lnTo>
                    <a:pt x="865" y="143"/>
                  </a:lnTo>
                  <a:lnTo>
                    <a:pt x="865" y="151"/>
                  </a:lnTo>
                  <a:lnTo>
                    <a:pt x="864" y="157"/>
                  </a:lnTo>
                  <a:lnTo>
                    <a:pt x="863" y="163"/>
                  </a:lnTo>
                  <a:lnTo>
                    <a:pt x="861" y="169"/>
                  </a:lnTo>
                  <a:lnTo>
                    <a:pt x="859" y="175"/>
                  </a:lnTo>
                  <a:lnTo>
                    <a:pt x="858" y="181"/>
                  </a:lnTo>
                  <a:lnTo>
                    <a:pt x="855" y="187"/>
                  </a:lnTo>
                  <a:lnTo>
                    <a:pt x="853" y="193"/>
                  </a:lnTo>
                  <a:lnTo>
                    <a:pt x="849" y="197"/>
                  </a:lnTo>
                  <a:lnTo>
                    <a:pt x="847" y="203"/>
                  </a:lnTo>
                  <a:lnTo>
                    <a:pt x="843" y="208"/>
                  </a:lnTo>
                  <a:lnTo>
                    <a:pt x="840" y="213"/>
                  </a:lnTo>
                  <a:lnTo>
                    <a:pt x="836" y="218"/>
                  </a:lnTo>
                  <a:lnTo>
                    <a:pt x="831" y="223"/>
                  </a:lnTo>
                  <a:lnTo>
                    <a:pt x="828" y="228"/>
                  </a:lnTo>
                  <a:lnTo>
                    <a:pt x="823" y="231"/>
                  </a:lnTo>
                  <a:lnTo>
                    <a:pt x="818" y="236"/>
                  </a:lnTo>
                  <a:lnTo>
                    <a:pt x="813" y="240"/>
                  </a:lnTo>
                  <a:lnTo>
                    <a:pt x="808" y="243"/>
                  </a:lnTo>
                  <a:lnTo>
                    <a:pt x="804" y="247"/>
                  </a:lnTo>
                  <a:lnTo>
                    <a:pt x="798" y="249"/>
                  </a:lnTo>
                  <a:lnTo>
                    <a:pt x="793" y="253"/>
                  </a:lnTo>
                  <a:lnTo>
                    <a:pt x="787" y="255"/>
                  </a:lnTo>
                  <a:lnTo>
                    <a:pt x="781" y="258"/>
                  </a:lnTo>
                  <a:lnTo>
                    <a:pt x="775" y="259"/>
                  </a:lnTo>
                  <a:lnTo>
                    <a:pt x="769" y="261"/>
                  </a:lnTo>
                  <a:lnTo>
                    <a:pt x="763" y="262"/>
                  </a:lnTo>
                  <a:lnTo>
                    <a:pt x="757" y="264"/>
                  </a:lnTo>
                  <a:lnTo>
                    <a:pt x="751" y="264"/>
                  </a:lnTo>
                  <a:lnTo>
                    <a:pt x="744" y="265"/>
                  </a:lnTo>
                  <a:lnTo>
                    <a:pt x="738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3"/>
                  </a:lnTo>
                  <a:lnTo>
                    <a:pt x="15" y="197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30" name="Rectangle 219">
              <a:extLst>
                <a:ext uri="{FF2B5EF4-FFF2-40B4-BE49-F238E27FC236}">
                  <a16:creationId xmlns:a16="http://schemas.microsoft.com/office/drawing/2014/main" id="{B9AAE538-CBCA-4969-824B-13EAC2846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3535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3231" name="Rectangle 220">
              <a:extLst>
                <a:ext uri="{FF2B5EF4-FFF2-40B4-BE49-F238E27FC236}">
                  <a16:creationId xmlns:a16="http://schemas.microsoft.com/office/drawing/2014/main" id="{5C8F3C6B-EA4C-4C83-A917-114F8274F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7" y="359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93187" name="TextBox 125">
            <a:extLst>
              <a:ext uri="{FF2B5EF4-FFF2-40B4-BE49-F238E27FC236}">
                <a16:creationId xmlns:a16="http://schemas.microsoft.com/office/drawing/2014/main" id="{4EB4CB17-BDBE-4E7B-B798-6BB0BC40AC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75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2.64 from the textbook ]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0BCC0B79-5C40-4B67-B21A-5AA17A77CB81}"/>
                  </a:ext>
                </a:extLst>
              </p14:cNvPr>
              <p14:cNvContentPartPr/>
              <p14:nvPr/>
            </p14:nvContentPartPr>
            <p14:xfrm>
              <a:off x="3096720" y="578160"/>
              <a:ext cx="3260160" cy="13291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0BCC0B79-5C40-4B67-B21A-5AA17A77CB8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7360" y="568800"/>
                <a:ext cx="3278880" cy="13478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233" name="Group 317">
            <a:extLst>
              <a:ext uri="{FF2B5EF4-FFF2-40B4-BE49-F238E27FC236}">
                <a16:creationId xmlns:a16="http://schemas.microsoft.com/office/drawing/2014/main" id="{8411C541-6E76-48D2-804F-47CD751B9CB6}"/>
              </a:ext>
            </a:extLst>
          </p:cNvPr>
          <p:cNvGrpSpPr>
            <a:grpSpLocks/>
          </p:cNvGrpSpPr>
          <p:nvPr/>
        </p:nvGrpSpPr>
        <p:grpSpPr bwMode="auto">
          <a:xfrm>
            <a:off x="685800" y="198438"/>
            <a:ext cx="2270125" cy="2620962"/>
            <a:chOff x="427" y="273"/>
            <a:chExt cx="1430" cy="1651"/>
          </a:xfrm>
        </p:grpSpPr>
        <p:sp>
          <p:nvSpPr>
            <p:cNvPr id="95283" name="Rectangle 170">
              <a:extLst>
                <a:ext uri="{FF2B5EF4-FFF2-40B4-BE49-F238E27FC236}">
                  <a16:creationId xmlns:a16="http://schemas.microsoft.com/office/drawing/2014/main" id="{D1CC1935-8789-42D4-8D6D-B401949A5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597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84" name="Line 171">
              <a:extLst>
                <a:ext uri="{FF2B5EF4-FFF2-40B4-BE49-F238E27FC236}">
                  <a16:creationId xmlns:a16="http://schemas.microsoft.com/office/drawing/2014/main" id="{CD4F4C2C-53EA-4CDF-B871-C0B03AEFC6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850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85" name="Line 172">
              <a:extLst>
                <a:ext uri="{FF2B5EF4-FFF2-40B4-BE49-F238E27FC236}">
                  <a16:creationId xmlns:a16="http://schemas.microsoft.com/office/drawing/2014/main" id="{89B24399-2187-4413-A535-9C8AF7CC6C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86" name="Line 173">
              <a:extLst>
                <a:ext uri="{FF2B5EF4-FFF2-40B4-BE49-F238E27FC236}">
                  <a16:creationId xmlns:a16="http://schemas.microsoft.com/office/drawing/2014/main" id="{C5369932-09DB-4C55-A75D-470491F56B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" y="345"/>
              <a:ext cx="253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87" name="Rectangle 175">
              <a:extLst>
                <a:ext uri="{FF2B5EF4-FFF2-40B4-BE49-F238E27FC236}">
                  <a16:creationId xmlns:a16="http://schemas.microsoft.com/office/drawing/2014/main" id="{B6C5C066-8E11-4542-AF86-1DF31D1CE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88" name="Rectangle 176">
              <a:extLst>
                <a:ext uri="{FF2B5EF4-FFF2-40B4-BE49-F238E27FC236}">
                  <a16:creationId xmlns:a16="http://schemas.microsoft.com/office/drawing/2014/main" id="{D537051B-356D-4B26-9F0D-20ED0115F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89" name="Rectangle 177">
              <a:extLst>
                <a:ext uri="{FF2B5EF4-FFF2-40B4-BE49-F238E27FC236}">
                  <a16:creationId xmlns:a16="http://schemas.microsoft.com/office/drawing/2014/main" id="{077A1CDB-C71F-4091-81EC-A3DFC6139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90" name="Rectangle 178">
              <a:extLst>
                <a:ext uri="{FF2B5EF4-FFF2-40B4-BE49-F238E27FC236}">
                  <a16:creationId xmlns:a16="http://schemas.microsoft.com/office/drawing/2014/main" id="{D54E5884-021D-444F-B6A6-51C537433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91" name="Rectangle 179">
              <a:extLst>
                <a:ext uri="{FF2B5EF4-FFF2-40B4-BE49-F238E27FC236}">
                  <a16:creationId xmlns:a16="http://schemas.microsoft.com/office/drawing/2014/main" id="{52D60EB6-8497-4F71-8704-D510D9707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92" name="Rectangle 180">
              <a:extLst>
                <a:ext uri="{FF2B5EF4-FFF2-40B4-BE49-F238E27FC236}">
                  <a16:creationId xmlns:a16="http://schemas.microsoft.com/office/drawing/2014/main" id="{01F4D806-8DFC-44AB-86E6-19B9E28C5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93" name="Rectangle 181">
              <a:extLst>
                <a:ext uri="{FF2B5EF4-FFF2-40B4-BE49-F238E27FC236}">
                  <a16:creationId xmlns:a16="http://schemas.microsoft.com/office/drawing/2014/main" id="{B6B5B1BB-691D-4829-A3F9-1A95123D8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94" name="Rectangle 182">
              <a:extLst>
                <a:ext uri="{FF2B5EF4-FFF2-40B4-BE49-F238E27FC236}">
                  <a16:creationId xmlns:a16="http://schemas.microsoft.com/office/drawing/2014/main" id="{2971C3BE-4C7E-4869-885C-F9B405099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597"/>
              <a:ext cx="504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95" name="Line 183">
              <a:extLst>
                <a:ext uri="{FF2B5EF4-FFF2-40B4-BE49-F238E27FC236}">
                  <a16:creationId xmlns:a16="http://schemas.microsoft.com/office/drawing/2014/main" id="{C0ADD7CD-2666-4A53-AF0A-219BBBF339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850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96" name="Line 184">
              <a:extLst>
                <a:ext uri="{FF2B5EF4-FFF2-40B4-BE49-F238E27FC236}">
                  <a16:creationId xmlns:a16="http://schemas.microsoft.com/office/drawing/2014/main" id="{A8AC4883-1AC1-4F73-B1F6-D41F8A3CA8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97" name="Rectangle 185">
              <a:extLst>
                <a:ext uri="{FF2B5EF4-FFF2-40B4-BE49-F238E27FC236}">
                  <a16:creationId xmlns:a16="http://schemas.microsoft.com/office/drawing/2014/main" id="{726679F9-E172-4C47-9DDD-C24E033EE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98" name="Rectangle 186">
              <a:extLst>
                <a:ext uri="{FF2B5EF4-FFF2-40B4-BE49-F238E27FC236}">
                  <a16:creationId xmlns:a16="http://schemas.microsoft.com/office/drawing/2014/main" id="{B7EC5893-EF38-4ED5-BD69-A1196F672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99" name="Rectangle 187">
              <a:extLst>
                <a:ext uri="{FF2B5EF4-FFF2-40B4-BE49-F238E27FC236}">
                  <a16:creationId xmlns:a16="http://schemas.microsoft.com/office/drawing/2014/main" id="{7C5A2018-B1F2-4B8F-8C4D-5848465ED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8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00" name="Rectangle 188">
              <a:extLst>
                <a:ext uri="{FF2B5EF4-FFF2-40B4-BE49-F238E27FC236}">
                  <a16:creationId xmlns:a16="http://schemas.microsoft.com/office/drawing/2014/main" id="{31F6BB1E-96EB-471A-8FBE-3329D567B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01" name="Rectangle 189">
              <a:extLst>
                <a:ext uri="{FF2B5EF4-FFF2-40B4-BE49-F238E27FC236}">
                  <a16:creationId xmlns:a16="http://schemas.microsoft.com/office/drawing/2014/main" id="{46A6742D-6F63-4F1F-A177-EDD79ABE1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02" name="Rectangle 190">
              <a:extLst>
                <a:ext uri="{FF2B5EF4-FFF2-40B4-BE49-F238E27FC236}">
                  <a16:creationId xmlns:a16="http://schemas.microsoft.com/office/drawing/2014/main" id="{EFACE599-F4D6-41DA-A455-A4DD289A87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03" name="Rectangle 191">
              <a:extLst>
                <a:ext uri="{FF2B5EF4-FFF2-40B4-BE49-F238E27FC236}">
                  <a16:creationId xmlns:a16="http://schemas.microsoft.com/office/drawing/2014/main" id="{7A9C0742-645D-4536-897C-BB143358C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04" name="Rectangle 192">
              <a:extLst>
                <a:ext uri="{FF2B5EF4-FFF2-40B4-BE49-F238E27FC236}">
                  <a16:creationId xmlns:a16="http://schemas.microsoft.com/office/drawing/2014/main" id="{BDE0B717-7931-46CA-973C-1C0ADA995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05" name="Rectangle 193">
              <a:extLst>
                <a:ext uri="{FF2B5EF4-FFF2-40B4-BE49-F238E27FC236}">
                  <a16:creationId xmlns:a16="http://schemas.microsoft.com/office/drawing/2014/main" id="{C419FBD8-DF85-41A8-AD50-27E94DCB0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1114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06" name="Line 194">
              <a:extLst>
                <a:ext uri="{FF2B5EF4-FFF2-40B4-BE49-F238E27FC236}">
                  <a16:creationId xmlns:a16="http://schemas.microsoft.com/office/drawing/2014/main" id="{1D3D27C3-9212-42B5-9CBF-3704725AEE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1366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07" name="Line 195">
              <a:extLst>
                <a:ext uri="{FF2B5EF4-FFF2-40B4-BE49-F238E27FC236}">
                  <a16:creationId xmlns:a16="http://schemas.microsoft.com/office/drawing/2014/main" id="{C6A4A97C-4ADB-43D5-A0E8-EA565ED3AB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08" name="Rectangle 196">
              <a:extLst>
                <a:ext uri="{FF2B5EF4-FFF2-40B4-BE49-F238E27FC236}">
                  <a16:creationId xmlns:a16="http://schemas.microsoft.com/office/drawing/2014/main" id="{E62748B1-EB70-48DF-8BCD-2BE376370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09" name="Rectangle 197">
              <a:extLst>
                <a:ext uri="{FF2B5EF4-FFF2-40B4-BE49-F238E27FC236}">
                  <a16:creationId xmlns:a16="http://schemas.microsoft.com/office/drawing/2014/main" id="{8E6AD082-2BAE-48AB-9B52-404DA9CDA3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1114"/>
              <a:ext cx="504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10" name="Line 198">
              <a:extLst>
                <a:ext uri="{FF2B5EF4-FFF2-40B4-BE49-F238E27FC236}">
                  <a16:creationId xmlns:a16="http://schemas.microsoft.com/office/drawing/2014/main" id="{BC5A5D50-A93B-467A-8136-C88F367537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1366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11" name="Line 199">
              <a:extLst>
                <a:ext uri="{FF2B5EF4-FFF2-40B4-BE49-F238E27FC236}">
                  <a16:creationId xmlns:a16="http://schemas.microsoft.com/office/drawing/2014/main" id="{EDE2A5BE-DD53-4DDE-868E-9CA9B3FE2A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12" name="Rectangle 200">
              <a:extLst>
                <a:ext uri="{FF2B5EF4-FFF2-40B4-BE49-F238E27FC236}">
                  <a16:creationId xmlns:a16="http://schemas.microsoft.com/office/drawing/2014/main" id="{C15A6CA2-CA8C-45FF-9985-170A4A6DA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13" name="Rectangle 201">
              <a:extLst>
                <a:ext uri="{FF2B5EF4-FFF2-40B4-BE49-F238E27FC236}">
                  <a16:creationId xmlns:a16="http://schemas.microsoft.com/office/drawing/2014/main" id="{7670842A-9ADE-42CF-B7BD-7C99BF080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14" name="Rectangle 202">
              <a:extLst>
                <a:ext uri="{FF2B5EF4-FFF2-40B4-BE49-F238E27FC236}">
                  <a16:creationId xmlns:a16="http://schemas.microsoft.com/office/drawing/2014/main" id="{D173F6B9-814F-43E0-A12B-33229F538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15" name="Rectangle 203">
              <a:extLst>
                <a:ext uri="{FF2B5EF4-FFF2-40B4-BE49-F238E27FC236}">
                  <a16:creationId xmlns:a16="http://schemas.microsoft.com/office/drawing/2014/main" id="{F84DF8BF-32AD-42BB-8276-14257C913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16" name="Rectangle 204">
              <a:extLst>
                <a:ext uri="{FF2B5EF4-FFF2-40B4-BE49-F238E27FC236}">
                  <a16:creationId xmlns:a16="http://schemas.microsoft.com/office/drawing/2014/main" id="{2B892D6C-3057-4EAF-AC4C-7240088FB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673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17" name="Rectangle 205">
              <a:extLst>
                <a:ext uri="{FF2B5EF4-FFF2-40B4-BE49-F238E27FC236}">
                  <a16:creationId xmlns:a16="http://schemas.microsoft.com/office/drawing/2014/main" id="{71A9F116-E8C2-4483-8E81-405204109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928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18" name="Rectangle 206">
              <a:extLst>
                <a:ext uri="{FF2B5EF4-FFF2-40B4-BE49-F238E27FC236}">
                  <a16:creationId xmlns:a16="http://schemas.microsoft.com/office/drawing/2014/main" id="{310D607E-A2A9-4921-9B83-575300E62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184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19" name="Freeform 207">
              <a:extLst>
                <a:ext uri="{FF2B5EF4-FFF2-40B4-BE49-F238E27FC236}">
                  <a16:creationId xmlns:a16="http://schemas.microsoft.com/office/drawing/2014/main" id="{C76FC898-27EC-44EF-B24F-D258A08CE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640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8" y="0"/>
                  </a:moveTo>
                  <a:lnTo>
                    <a:pt x="465" y="0"/>
                  </a:lnTo>
                  <a:lnTo>
                    <a:pt x="461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4" y="0"/>
                  </a:lnTo>
                  <a:lnTo>
                    <a:pt x="442" y="0"/>
                  </a:lnTo>
                  <a:lnTo>
                    <a:pt x="438" y="0"/>
                  </a:lnTo>
                  <a:lnTo>
                    <a:pt x="436" y="0"/>
                  </a:lnTo>
                  <a:lnTo>
                    <a:pt x="432" y="0"/>
                  </a:lnTo>
                  <a:lnTo>
                    <a:pt x="430" y="0"/>
                  </a:lnTo>
                  <a:lnTo>
                    <a:pt x="426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7" y="0"/>
                  </a:lnTo>
                  <a:lnTo>
                    <a:pt x="402" y="0"/>
                  </a:lnTo>
                  <a:lnTo>
                    <a:pt x="397" y="0"/>
                  </a:lnTo>
                  <a:lnTo>
                    <a:pt x="391" y="0"/>
                  </a:lnTo>
                  <a:lnTo>
                    <a:pt x="385" y="0"/>
                  </a:lnTo>
                  <a:lnTo>
                    <a:pt x="379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49" y="0"/>
                  </a:lnTo>
                  <a:lnTo>
                    <a:pt x="341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6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7" y="0"/>
                  </a:lnTo>
                  <a:lnTo>
                    <a:pt x="239" y="0"/>
                  </a:lnTo>
                  <a:lnTo>
                    <a:pt x="230" y="0"/>
                  </a:lnTo>
                  <a:lnTo>
                    <a:pt x="223" y="0"/>
                  </a:lnTo>
                  <a:lnTo>
                    <a:pt x="217" y="0"/>
                  </a:lnTo>
                  <a:lnTo>
                    <a:pt x="211" y="0"/>
                  </a:lnTo>
                  <a:lnTo>
                    <a:pt x="205" y="0"/>
                  </a:lnTo>
                  <a:lnTo>
                    <a:pt x="199" y="0"/>
                  </a:lnTo>
                  <a:lnTo>
                    <a:pt x="194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4" y="0"/>
                  </a:lnTo>
                  <a:lnTo>
                    <a:pt x="170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1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5" y="0"/>
                  </a:lnTo>
                  <a:lnTo>
                    <a:pt x="132" y="0"/>
                  </a:lnTo>
                  <a:lnTo>
                    <a:pt x="128" y="0"/>
                  </a:lnTo>
                  <a:lnTo>
                    <a:pt x="123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0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3" y="1"/>
                  </a:lnTo>
                  <a:lnTo>
                    <a:pt x="101" y="1"/>
                  </a:lnTo>
                  <a:lnTo>
                    <a:pt x="98" y="2"/>
                  </a:lnTo>
                  <a:lnTo>
                    <a:pt x="96" y="2"/>
                  </a:lnTo>
                  <a:lnTo>
                    <a:pt x="93" y="2"/>
                  </a:lnTo>
                  <a:lnTo>
                    <a:pt x="91" y="3"/>
                  </a:lnTo>
                  <a:lnTo>
                    <a:pt x="90" y="3"/>
                  </a:lnTo>
                  <a:lnTo>
                    <a:pt x="87" y="5"/>
                  </a:lnTo>
                  <a:lnTo>
                    <a:pt x="85" y="6"/>
                  </a:lnTo>
                  <a:lnTo>
                    <a:pt x="84" y="7"/>
                  </a:lnTo>
                  <a:lnTo>
                    <a:pt x="81" y="8"/>
                  </a:lnTo>
                  <a:lnTo>
                    <a:pt x="79" y="10"/>
                  </a:lnTo>
                  <a:lnTo>
                    <a:pt x="78" y="11"/>
                  </a:lnTo>
                  <a:lnTo>
                    <a:pt x="75" y="12"/>
                  </a:lnTo>
                  <a:lnTo>
                    <a:pt x="73" y="14"/>
                  </a:lnTo>
                  <a:lnTo>
                    <a:pt x="71" y="17"/>
                  </a:lnTo>
                  <a:lnTo>
                    <a:pt x="68" y="18"/>
                  </a:lnTo>
                  <a:lnTo>
                    <a:pt x="66" y="20"/>
                  </a:lnTo>
                  <a:lnTo>
                    <a:pt x="63" y="23"/>
                  </a:lnTo>
                  <a:lnTo>
                    <a:pt x="60" y="26"/>
                  </a:lnTo>
                  <a:lnTo>
                    <a:pt x="57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6" y="40"/>
                  </a:lnTo>
                  <a:lnTo>
                    <a:pt x="43" y="43"/>
                  </a:lnTo>
                  <a:lnTo>
                    <a:pt x="39" y="47"/>
                  </a:lnTo>
                  <a:lnTo>
                    <a:pt x="36" y="50"/>
                  </a:lnTo>
                  <a:lnTo>
                    <a:pt x="32" y="54"/>
                  </a:lnTo>
                  <a:lnTo>
                    <a:pt x="28" y="58"/>
                  </a:lnTo>
                  <a:lnTo>
                    <a:pt x="26" y="60"/>
                  </a:lnTo>
                  <a:lnTo>
                    <a:pt x="22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0" y="77"/>
                  </a:lnTo>
                  <a:lnTo>
                    <a:pt x="9" y="79"/>
                  </a:lnTo>
                  <a:lnTo>
                    <a:pt x="8" y="82"/>
                  </a:lnTo>
                  <a:lnTo>
                    <a:pt x="7" y="84"/>
                  </a:lnTo>
                  <a:lnTo>
                    <a:pt x="6" y="85"/>
                  </a:lnTo>
                  <a:lnTo>
                    <a:pt x="4" y="88"/>
                  </a:lnTo>
                  <a:lnTo>
                    <a:pt x="3" y="90"/>
                  </a:lnTo>
                  <a:lnTo>
                    <a:pt x="3" y="91"/>
                  </a:lnTo>
                  <a:lnTo>
                    <a:pt x="2" y="94"/>
                  </a:lnTo>
                  <a:lnTo>
                    <a:pt x="2" y="96"/>
                  </a:lnTo>
                  <a:lnTo>
                    <a:pt x="2" y="98"/>
                  </a:lnTo>
                  <a:lnTo>
                    <a:pt x="1" y="101"/>
                  </a:lnTo>
                  <a:lnTo>
                    <a:pt x="1" y="103"/>
                  </a:lnTo>
                  <a:lnTo>
                    <a:pt x="1" y="106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4"/>
                  </a:lnTo>
                  <a:lnTo>
                    <a:pt x="1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1" y="736"/>
                  </a:lnTo>
                  <a:lnTo>
                    <a:pt x="1" y="739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8"/>
                  </a:lnTo>
                  <a:lnTo>
                    <a:pt x="1" y="750"/>
                  </a:lnTo>
                  <a:lnTo>
                    <a:pt x="1" y="752"/>
                  </a:lnTo>
                  <a:lnTo>
                    <a:pt x="2" y="755"/>
                  </a:lnTo>
                  <a:lnTo>
                    <a:pt x="2" y="757"/>
                  </a:lnTo>
                  <a:lnTo>
                    <a:pt x="2" y="758"/>
                  </a:lnTo>
                  <a:lnTo>
                    <a:pt x="3" y="761"/>
                  </a:lnTo>
                  <a:lnTo>
                    <a:pt x="3" y="763"/>
                  </a:lnTo>
                  <a:lnTo>
                    <a:pt x="4" y="766"/>
                  </a:lnTo>
                  <a:lnTo>
                    <a:pt x="6" y="767"/>
                  </a:lnTo>
                  <a:lnTo>
                    <a:pt x="7" y="769"/>
                  </a:lnTo>
                  <a:lnTo>
                    <a:pt x="8" y="772"/>
                  </a:lnTo>
                  <a:lnTo>
                    <a:pt x="9" y="773"/>
                  </a:lnTo>
                  <a:lnTo>
                    <a:pt x="10" y="775"/>
                  </a:lnTo>
                  <a:lnTo>
                    <a:pt x="12" y="778"/>
                  </a:lnTo>
                  <a:lnTo>
                    <a:pt x="14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2" y="790"/>
                  </a:lnTo>
                  <a:lnTo>
                    <a:pt x="26" y="792"/>
                  </a:lnTo>
                  <a:lnTo>
                    <a:pt x="28" y="796"/>
                  </a:lnTo>
                  <a:lnTo>
                    <a:pt x="32" y="799"/>
                  </a:lnTo>
                  <a:lnTo>
                    <a:pt x="36" y="802"/>
                  </a:lnTo>
                  <a:lnTo>
                    <a:pt x="39" y="805"/>
                  </a:lnTo>
                  <a:lnTo>
                    <a:pt x="43" y="810"/>
                  </a:lnTo>
                  <a:lnTo>
                    <a:pt x="46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7" y="823"/>
                  </a:lnTo>
                  <a:lnTo>
                    <a:pt x="60" y="827"/>
                  </a:lnTo>
                  <a:lnTo>
                    <a:pt x="63" y="829"/>
                  </a:lnTo>
                  <a:lnTo>
                    <a:pt x="66" y="832"/>
                  </a:lnTo>
                  <a:lnTo>
                    <a:pt x="68" y="834"/>
                  </a:lnTo>
                  <a:lnTo>
                    <a:pt x="71" y="837"/>
                  </a:lnTo>
                  <a:lnTo>
                    <a:pt x="73" y="839"/>
                  </a:lnTo>
                  <a:lnTo>
                    <a:pt x="75" y="840"/>
                  </a:lnTo>
                  <a:lnTo>
                    <a:pt x="78" y="841"/>
                  </a:lnTo>
                  <a:lnTo>
                    <a:pt x="79" y="844"/>
                  </a:lnTo>
                  <a:lnTo>
                    <a:pt x="81" y="845"/>
                  </a:lnTo>
                  <a:lnTo>
                    <a:pt x="84" y="846"/>
                  </a:lnTo>
                  <a:lnTo>
                    <a:pt x="85" y="847"/>
                  </a:lnTo>
                  <a:lnTo>
                    <a:pt x="87" y="847"/>
                  </a:lnTo>
                  <a:lnTo>
                    <a:pt x="90" y="849"/>
                  </a:lnTo>
                  <a:lnTo>
                    <a:pt x="91" y="850"/>
                  </a:lnTo>
                  <a:lnTo>
                    <a:pt x="93" y="850"/>
                  </a:lnTo>
                  <a:lnTo>
                    <a:pt x="96" y="851"/>
                  </a:lnTo>
                  <a:lnTo>
                    <a:pt x="98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3" y="852"/>
                  </a:lnTo>
                  <a:lnTo>
                    <a:pt x="128" y="852"/>
                  </a:lnTo>
                  <a:lnTo>
                    <a:pt x="132" y="852"/>
                  </a:lnTo>
                  <a:lnTo>
                    <a:pt x="135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1" y="852"/>
                  </a:lnTo>
                  <a:lnTo>
                    <a:pt x="155" y="852"/>
                  </a:lnTo>
                  <a:lnTo>
                    <a:pt x="157" y="852"/>
                  </a:lnTo>
                  <a:lnTo>
                    <a:pt x="161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70" y="852"/>
                  </a:lnTo>
                  <a:lnTo>
                    <a:pt x="174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4" y="852"/>
                  </a:lnTo>
                  <a:lnTo>
                    <a:pt x="199" y="852"/>
                  </a:lnTo>
                  <a:lnTo>
                    <a:pt x="205" y="852"/>
                  </a:lnTo>
                  <a:lnTo>
                    <a:pt x="211" y="852"/>
                  </a:lnTo>
                  <a:lnTo>
                    <a:pt x="217" y="852"/>
                  </a:lnTo>
                  <a:lnTo>
                    <a:pt x="223" y="852"/>
                  </a:lnTo>
                  <a:lnTo>
                    <a:pt x="230" y="852"/>
                  </a:lnTo>
                  <a:lnTo>
                    <a:pt x="239" y="852"/>
                  </a:lnTo>
                  <a:lnTo>
                    <a:pt x="247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6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1" y="852"/>
                  </a:lnTo>
                  <a:lnTo>
                    <a:pt x="349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8" y="852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0" y="852"/>
                  </a:lnTo>
                  <a:lnTo>
                    <a:pt x="456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1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4" y="852"/>
                  </a:lnTo>
                  <a:lnTo>
                    <a:pt x="621" y="852"/>
                  </a:lnTo>
                  <a:lnTo>
                    <a:pt x="628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2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0" y="852"/>
                  </a:lnTo>
                  <a:lnTo>
                    <a:pt x="675" y="852"/>
                  </a:lnTo>
                  <a:lnTo>
                    <a:pt x="679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8" y="852"/>
                  </a:lnTo>
                  <a:lnTo>
                    <a:pt x="692" y="852"/>
                  </a:lnTo>
                  <a:lnTo>
                    <a:pt x="694" y="852"/>
                  </a:lnTo>
                  <a:lnTo>
                    <a:pt x="698" y="852"/>
                  </a:lnTo>
                  <a:lnTo>
                    <a:pt x="700" y="852"/>
                  </a:lnTo>
                  <a:lnTo>
                    <a:pt x="704" y="852"/>
                  </a:lnTo>
                  <a:lnTo>
                    <a:pt x="706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5" y="852"/>
                  </a:lnTo>
                  <a:lnTo>
                    <a:pt x="738" y="852"/>
                  </a:lnTo>
                  <a:lnTo>
                    <a:pt x="741" y="852"/>
                  </a:lnTo>
                  <a:lnTo>
                    <a:pt x="744" y="852"/>
                  </a:lnTo>
                  <a:lnTo>
                    <a:pt x="747" y="852"/>
                  </a:lnTo>
                  <a:lnTo>
                    <a:pt x="750" y="851"/>
                  </a:lnTo>
                  <a:lnTo>
                    <a:pt x="752" y="851"/>
                  </a:lnTo>
                  <a:lnTo>
                    <a:pt x="754" y="851"/>
                  </a:lnTo>
                  <a:lnTo>
                    <a:pt x="757" y="851"/>
                  </a:lnTo>
                  <a:lnTo>
                    <a:pt x="758" y="850"/>
                  </a:lnTo>
                  <a:lnTo>
                    <a:pt x="760" y="850"/>
                  </a:lnTo>
                  <a:lnTo>
                    <a:pt x="763" y="849"/>
                  </a:lnTo>
                  <a:lnTo>
                    <a:pt x="764" y="847"/>
                  </a:lnTo>
                  <a:lnTo>
                    <a:pt x="766" y="847"/>
                  </a:lnTo>
                  <a:lnTo>
                    <a:pt x="769" y="846"/>
                  </a:lnTo>
                  <a:lnTo>
                    <a:pt x="770" y="845"/>
                  </a:lnTo>
                  <a:lnTo>
                    <a:pt x="773" y="844"/>
                  </a:lnTo>
                  <a:lnTo>
                    <a:pt x="775" y="841"/>
                  </a:lnTo>
                  <a:lnTo>
                    <a:pt x="777" y="840"/>
                  </a:lnTo>
                  <a:lnTo>
                    <a:pt x="780" y="839"/>
                  </a:lnTo>
                  <a:lnTo>
                    <a:pt x="782" y="837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9" y="821"/>
                  </a:lnTo>
                  <a:lnTo>
                    <a:pt x="801" y="817"/>
                  </a:lnTo>
                  <a:lnTo>
                    <a:pt x="805" y="814"/>
                  </a:lnTo>
                  <a:lnTo>
                    <a:pt x="810" y="810"/>
                  </a:lnTo>
                  <a:lnTo>
                    <a:pt x="813" y="805"/>
                  </a:lnTo>
                  <a:lnTo>
                    <a:pt x="817" y="802"/>
                  </a:lnTo>
                  <a:lnTo>
                    <a:pt x="821" y="799"/>
                  </a:lnTo>
                  <a:lnTo>
                    <a:pt x="823" y="796"/>
                  </a:lnTo>
                  <a:lnTo>
                    <a:pt x="827" y="792"/>
                  </a:lnTo>
                  <a:lnTo>
                    <a:pt x="829" y="790"/>
                  </a:lnTo>
                  <a:lnTo>
                    <a:pt x="831" y="787"/>
                  </a:lnTo>
                  <a:lnTo>
                    <a:pt x="834" y="785"/>
                  </a:lnTo>
                  <a:lnTo>
                    <a:pt x="836" y="782"/>
                  </a:lnTo>
                  <a:lnTo>
                    <a:pt x="839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5" y="772"/>
                  </a:lnTo>
                  <a:lnTo>
                    <a:pt x="846" y="769"/>
                  </a:lnTo>
                  <a:lnTo>
                    <a:pt x="847" y="767"/>
                  </a:lnTo>
                  <a:lnTo>
                    <a:pt x="847" y="766"/>
                  </a:lnTo>
                  <a:lnTo>
                    <a:pt x="848" y="763"/>
                  </a:lnTo>
                  <a:lnTo>
                    <a:pt x="849" y="761"/>
                  </a:lnTo>
                  <a:lnTo>
                    <a:pt x="849" y="758"/>
                  </a:lnTo>
                  <a:lnTo>
                    <a:pt x="851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2" y="750"/>
                  </a:lnTo>
                  <a:lnTo>
                    <a:pt x="852" y="748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6"/>
                  </a:lnTo>
                  <a:lnTo>
                    <a:pt x="852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1" y="96"/>
                  </a:lnTo>
                  <a:lnTo>
                    <a:pt x="849" y="94"/>
                  </a:lnTo>
                  <a:lnTo>
                    <a:pt x="849" y="91"/>
                  </a:lnTo>
                  <a:lnTo>
                    <a:pt x="848" y="90"/>
                  </a:lnTo>
                  <a:lnTo>
                    <a:pt x="847" y="88"/>
                  </a:lnTo>
                  <a:lnTo>
                    <a:pt x="847" y="85"/>
                  </a:lnTo>
                  <a:lnTo>
                    <a:pt x="846" y="84"/>
                  </a:lnTo>
                  <a:lnTo>
                    <a:pt x="845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9" y="73"/>
                  </a:lnTo>
                  <a:lnTo>
                    <a:pt x="836" y="71"/>
                  </a:lnTo>
                  <a:lnTo>
                    <a:pt x="834" y="68"/>
                  </a:lnTo>
                  <a:lnTo>
                    <a:pt x="831" y="66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3" y="58"/>
                  </a:lnTo>
                  <a:lnTo>
                    <a:pt x="821" y="54"/>
                  </a:lnTo>
                  <a:lnTo>
                    <a:pt x="817" y="50"/>
                  </a:lnTo>
                  <a:lnTo>
                    <a:pt x="813" y="47"/>
                  </a:lnTo>
                  <a:lnTo>
                    <a:pt x="810" y="43"/>
                  </a:lnTo>
                  <a:lnTo>
                    <a:pt x="805" y="40"/>
                  </a:lnTo>
                  <a:lnTo>
                    <a:pt x="801" y="36"/>
                  </a:lnTo>
                  <a:lnTo>
                    <a:pt x="799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2" y="17"/>
                  </a:lnTo>
                  <a:lnTo>
                    <a:pt x="780" y="14"/>
                  </a:lnTo>
                  <a:lnTo>
                    <a:pt x="777" y="12"/>
                  </a:lnTo>
                  <a:lnTo>
                    <a:pt x="775" y="11"/>
                  </a:lnTo>
                  <a:lnTo>
                    <a:pt x="773" y="10"/>
                  </a:lnTo>
                  <a:lnTo>
                    <a:pt x="770" y="8"/>
                  </a:lnTo>
                  <a:lnTo>
                    <a:pt x="769" y="7"/>
                  </a:lnTo>
                  <a:lnTo>
                    <a:pt x="766" y="6"/>
                  </a:lnTo>
                  <a:lnTo>
                    <a:pt x="764" y="5"/>
                  </a:lnTo>
                  <a:lnTo>
                    <a:pt x="763" y="3"/>
                  </a:lnTo>
                  <a:lnTo>
                    <a:pt x="760" y="3"/>
                  </a:lnTo>
                  <a:lnTo>
                    <a:pt x="758" y="2"/>
                  </a:lnTo>
                  <a:lnTo>
                    <a:pt x="757" y="2"/>
                  </a:lnTo>
                  <a:lnTo>
                    <a:pt x="754" y="2"/>
                  </a:lnTo>
                  <a:lnTo>
                    <a:pt x="752" y="1"/>
                  </a:lnTo>
                  <a:lnTo>
                    <a:pt x="750" y="1"/>
                  </a:lnTo>
                  <a:lnTo>
                    <a:pt x="747" y="1"/>
                  </a:lnTo>
                  <a:lnTo>
                    <a:pt x="744" y="1"/>
                  </a:lnTo>
                  <a:lnTo>
                    <a:pt x="741" y="1"/>
                  </a:lnTo>
                  <a:lnTo>
                    <a:pt x="738" y="1"/>
                  </a:lnTo>
                  <a:lnTo>
                    <a:pt x="735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6" y="0"/>
                  </a:lnTo>
                  <a:lnTo>
                    <a:pt x="704" y="0"/>
                  </a:lnTo>
                  <a:lnTo>
                    <a:pt x="700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3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7" y="0"/>
                  </a:lnTo>
                  <a:lnTo>
                    <a:pt x="663" y="0"/>
                  </a:lnTo>
                  <a:lnTo>
                    <a:pt x="660" y="0"/>
                  </a:lnTo>
                  <a:lnTo>
                    <a:pt x="655" y="0"/>
                  </a:lnTo>
                  <a:lnTo>
                    <a:pt x="651" y="0"/>
                  </a:lnTo>
                  <a:lnTo>
                    <a:pt x="646" y="0"/>
                  </a:lnTo>
                  <a:lnTo>
                    <a:pt x="641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1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1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1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3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2" y="0"/>
                  </a:lnTo>
                  <a:lnTo>
                    <a:pt x="519" y="0"/>
                  </a:lnTo>
                  <a:lnTo>
                    <a:pt x="516" y="0"/>
                  </a:lnTo>
                  <a:lnTo>
                    <a:pt x="513" y="0"/>
                  </a:lnTo>
                  <a:lnTo>
                    <a:pt x="510" y="0"/>
                  </a:lnTo>
                  <a:lnTo>
                    <a:pt x="508" y="0"/>
                  </a:lnTo>
                  <a:lnTo>
                    <a:pt x="506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5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8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20" name="Rectangle 208">
              <a:extLst>
                <a:ext uri="{FF2B5EF4-FFF2-40B4-BE49-F238E27FC236}">
                  <a16:creationId xmlns:a16="http://schemas.microsoft.com/office/drawing/2014/main" id="{3EE73776-C33E-42A4-A566-7F364E4DC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439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21" name="Rectangle 209">
              <a:extLst>
                <a:ext uri="{FF2B5EF4-FFF2-40B4-BE49-F238E27FC236}">
                  <a16:creationId xmlns:a16="http://schemas.microsoft.com/office/drawing/2014/main" id="{F861CF1C-160E-4F77-BEB6-7984E80AC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" y="1762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(a)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22" name="Freeform 210">
              <a:extLst>
                <a:ext uri="{FF2B5EF4-FFF2-40B4-BE49-F238E27FC236}">
                  <a16:creationId xmlns:a16="http://schemas.microsoft.com/office/drawing/2014/main" id="{BD1BF977-0564-4C6B-86F6-505D20F0B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152"/>
              <a:ext cx="427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0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3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199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0" y="1"/>
                  </a:lnTo>
                  <a:lnTo>
                    <a:pt x="97" y="1"/>
                  </a:lnTo>
                  <a:lnTo>
                    <a:pt x="95" y="1"/>
                  </a:lnTo>
                  <a:lnTo>
                    <a:pt x="94" y="2"/>
                  </a:lnTo>
                  <a:lnTo>
                    <a:pt x="91" y="2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3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7" y="9"/>
                  </a:lnTo>
                  <a:lnTo>
                    <a:pt x="74" y="12"/>
                  </a:lnTo>
                  <a:lnTo>
                    <a:pt x="72" y="13"/>
                  </a:lnTo>
                  <a:lnTo>
                    <a:pt x="71" y="15"/>
                  </a:lnTo>
                  <a:lnTo>
                    <a:pt x="68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5"/>
                  </a:lnTo>
                  <a:lnTo>
                    <a:pt x="56" y="29"/>
                  </a:lnTo>
                  <a:lnTo>
                    <a:pt x="54" y="31"/>
                  </a:lnTo>
                  <a:lnTo>
                    <a:pt x="50" y="35"/>
                  </a:lnTo>
                  <a:lnTo>
                    <a:pt x="47" y="38"/>
                  </a:lnTo>
                  <a:lnTo>
                    <a:pt x="42" y="42"/>
                  </a:lnTo>
                  <a:lnTo>
                    <a:pt x="38" y="46"/>
                  </a:lnTo>
                  <a:lnTo>
                    <a:pt x="35" y="49"/>
                  </a:lnTo>
                  <a:lnTo>
                    <a:pt x="31" y="53"/>
                  </a:lnTo>
                  <a:lnTo>
                    <a:pt x="29" y="56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5" y="70"/>
                  </a:lnTo>
                  <a:lnTo>
                    <a:pt x="13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0"/>
                  </a:lnTo>
                  <a:lnTo>
                    <a:pt x="6" y="83"/>
                  </a:lnTo>
                  <a:lnTo>
                    <a:pt x="5" y="85"/>
                  </a:lnTo>
                  <a:lnTo>
                    <a:pt x="5" y="86"/>
                  </a:lnTo>
                  <a:lnTo>
                    <a:pt x="3" y="89"/>
                  </a:lnTo>
                  <a:lnTo>
                    <a:pt x="2" y="91"/>
                  </a:lnTo>
                  <a:lnTo>
                    <a:pt x="2" y="92"/>
                  </a:lnTo>
                  <a:lnTo>
                    <a:pt x="1" y="95"/>
                  </a:lnTo>
                  <a:lnTo>
                    <a:pt x="1" y="97"/>
                  </a:lnTo>
                  <a:lnTo>
                    <a:pt x="1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3"/>
                  </a:lnTo>
                  <a:lnTo>
                    <a:pt x="0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0" y="734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6"/>
                  </a:lnTo>
                  <a:lnTo>
                    <a:pt x="0" y="749"/>
                  </a:lnTo>
                  <a:lnTo>
                    <a:pt x="1" y="751"/>
                  </a:lnTo>
                  <a:lnTo>
                    <a:pt x="1" y="754"/>
                  </a:lnTo>
                  <a:lnTo>
                    <a:pt x="1" y="756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3" y="762"/>
                  </a:lnTo>
                  <a:lnTo>
                    <a:pt x="5" y="764"/>
                  </a:lnTo>
                  <a:lnTo>
                    <a:pt x="5" y="767"/>
                  </a:lnTo>
                  <a:lnTo>
                    <a:pt x="6" y="768"/>
                  </a:lnTo>
                  <a:lnTo>
                    <a:pt x="7" y="770"/>
                  </a:lnTo>
                  <a:lnTo>
                    <a:pt x="8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3" y="779"/>
                  </a:lnTo>
                  <a:lnTo>
                    <a:pt x="15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5" y="792"/>
                  </a:lnTo>
                  <a:lnTo>
                    <a:pt x="29" y="794"/>
                  </a:lnTo>
                  <a:lnTo>
                    <a:pt x="31" y="798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09"/>
                  </a:lnTo>
                  <a:lnTo>
                    <a:pt x="47" y="812"/>
                  </a:lnTo>
                  <a:lnTo>
                    <a:pt x="50" y="816"/>
                  </a:lnTo>
                  <a:lnTo>
                    <a:pt x="54" y="820"/>
                  </a:lnTo>
                  <a:lnTo>
                    <a:pt x="56" y="823"/>
                  </a:lnTo>
                  <a:lnTo>
                    <a:pt x="60" y="826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8" y="834"/>
                  </a:lnTo>
                  <a:lnTo>
                    <a:pt x="71" y="835"/>
                  </a:lnTo>
                  <a:lnTo>
                    <a:pt x="72" y="838"/>
                  </a:lnTo>
                  <a:lnTo>
                    <a:pt x="74" y="840"/>
                  </a:lnTo>
                  <a:lnTo>
                    <a:pt x="77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3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89" y="848"/>
                  </a:lnTo>
                  <a:lnTo>
                    <a:pt x="91" y="848"/>
                  </a:lnTo>
                  <a:lnTo>
                    <a:pt x="94" y="850"/>
                  </a:lnTo>
                  <a:lnTo>
                    <a:pt x="95" y="850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4" y="851"/>
                  </a:lnTo>
                  <a:lnTo>
                    <a:pt x="108" y="851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6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199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3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0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19" y="852"/>
                  </a:lnTo>
                  <a:lnTo>
                    <a:pt x="425" y="852"/>
                  </a:lnTo>
                  <a:lnTo>
                    <a:pt x="431" y="852"/>
                  </a:lnTo>
                  <a:lnTo>
                    <a:pt x="437" y="852"/>
                  </a:lnTo>
                  <a:lnTo>
                    <a:pt x="443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4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1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3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1"/>
                  </a:lnTo>
                  <a:lnTo>
                    <a:pt x="746" y="851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0"/>
                  </a:lnTo>
                  <a:lnTo>
                    <a:pt x="758" y="850"/>
                  </a:lnTo>
                  <a:lnTo>
                    <a:pt x="761" y="848"/>
                  </a:lnTo>
                  <a:lnTo>
                    <a:pt x="762" y="848"/>
                  </a:lnTo>
                  <a:lnTo>
                    <a:pt x="764" y="847"/>
                  </a:lnTo>
                  <a:lnTo>
                    <a:pt x="767" y="846"/>
                  </a:lnTo>
                  <a:lnTo>
                    <a:pt x="768" y="845"/>
                  </a:lnTo>
                  <a:lnTo>
                    <a:pt x="770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6" y="840"/>
                  </a:lnTo>
                  <a:lnTo>
                    <a:pt x="779" y="838"/>
                  </a:lnTo>
                  <a:lnTo>
                    <a:pt x="781" y="835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90" y="829"/>
                  </a:lnTo>
                  <a:lnTo>
                    <a:pt x="792" y="826"/>
                  </a:lnTo>
                  <a:lnTo>
                    <a:pt x="794" y="823"/>
                  </a:lnTo>
                  <a:lnTo>
                    <a:pt x="798" y="820"/>
                  </a:lnTo>
                  <a:lnTo>
                    <a:pt x="802" y="816"/>
                  </a:lnTo>
                  <a:lnTo>
                    <a:pt x="805" y="812"/>
                  </a:lnTo>
                  <a:lnTo>
                    <a:pt x="809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0" y="798"/>
                  </a:lnTo>
                  <a:lnTo>
                    <a:pt x="823" y="794"/>
                  </a:lnTo>
                  <a:lnTo>
                    <a:pt x="826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6" y="781"/>
                  </a:lnTo>
                  <a:lnTo>
                    <a:pt x="838" y="779"/>
                  </a:lnTo>
                  <a:lnTo>
                    <a:pt x="840" y="776"/>
                  </a:lnTo>
                  <a:lnTo>
                    <a:pt x="841" y="774"/>
                  </a:lnTo>
                  <a:lnTo>
                    <a:pt x="842" y="773"/>
                  </a:lnTo>
                  <a:lnTo>
                    <a:pt x="844" y="770"/>
                  </a:lnTo>
                  <a:lnTo>
                    <a:pt x="845" y="768"/>
                  </a:lnTo>
                  <a:lnTo>
                    <a:pt x="846" y="767"/>
                  </a:lnTo>
                  <a:lnTo>
                    <a:pt x="847" y="764"/>
                  </a:lnTo>
                  <a:lnTo>
                    <a:pt x="848" y="762"/>
                  </a:lnTo>
                  <a:lnTo>
                    <a:pt x="848" y="761"/>
                  </a:lnTo>
                  <a:lnTo>
                    <a:pt x="850" y="758"/>
                  </a:lnTo>
                  <a:lnTo>
                    <a:pt x="850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1" y="749"/>
                  </a:lnTo>
                  <a:lnTo>
                    <a:pt x="851" y="746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4"/>
                  </a:lnTo>
                  <a:lnTo>
                    <a:pt x="851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0" y="95"/>
                  </a:lnTo>
                  <a:lnTo>
                    <a:pt x="850" y="92"/>
                  </a:lnTo>
                  <a:lnTo>
                    <a:pt x="848" y="91"/>
                  </a:lnTo>
                  <a:lnTo>
                    <a:pt x="848" y="89"/>
                  </a:lnTo>
                  <a:lnTo>
                    <a:pt x="847" y="86"/>
                  </a:lnTo>
                  <a:lnTo>
                    <a:pt x="846" y="85"/>
                  </a:lnTo>
                  <a:lnTo>
                    <a:pt x="845" y="83"/>
                  </a:lnTo>
                  <a:lnTo>
                    <a:pt x="844" y="80"/>
                  </a:lnTo>
                  <a:lnTo>
                    <a:pt x="842" y="79"/>
                  </a:lnTo>
                  <a:lnTo>
                    <a:pt x="841" y="77"/>
                  </a:lnTo>
                  <a:lnTo>
                    <a:pt x="840" y="74"/>
                  </a:lnTo>
                  <a:lnTo>
                    <a:pt x="838" y="72"/>
                  </a:lnTo>
                  <a:lnTo>
                    <a:pt x="836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6"/>
                  </a:lnTo>
                  <a:lnTo>
                    <a:pt x="820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09" y="42"/>
                  </a:lnTo>
                  <a:lnTo>
                    <a:pt x="805" y="38"/>
                  </a:lnTo>
                  <a:lnTo>
                    <a:pt x="802" y="35"/>
                  </a:lnTo>
                  <a:lnTo>
                    <a:pt x="798" y="31"/>
                  </a:lnTo>
                  <a:lnTo>
                    <a:pt x="794" y="29"/>
                  </a:lnTo>
                  <a:lnTo>
                    <a:pt x="792" y="25"/>
                  </a:lnTo>
                  <a:lnTo>
                    <a:pt x="790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5"/>
                  </a:lnTo>
                  <a:lnTo>
                    <a:pt x="779" y="13"/>
                  </a:lnTo>
                  <a:lnTo>
                    <a:pt x="776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0" y="7"/>
                  </a:lnTo>
                  <a:lnTo>
                    <a:pt x="768" y="6"/>
                  </a:lnTo>
                  <a:lnTo>
                    <a:pt x="767" y="5"/>
                  </a:lnTo>
                  <a:lnTo>
                    <a:pt x="764" y="3"/>
                  </a:lnTo>
                  <a:lnTo>
                    <a:pt x="762" y="3"/>
                  </a:lnTo>
                  <a:lnTo>
                    <a:pt x="761" y="2"/>
                  </a:lnTo>
                  <a:lnTo>
                    <a:pt x="758" y="2"/>
                  </a:lnTo>
                  <a:lnTo>
                    <a:pt x="756" y="1"/>
                  </a:lnTo>
                  <a:lnTo>
                    <a:pt x="754" y="1"/>
                  </a:lnTo>
                  <a:lnTo>
                    <a:pt x="751" y="1"/>
                  </a:lnTo>
                  <a:lnTo>
                    <a:pt x="749" y="0"/>
                  </a:lnTo>
                  <a:lnTo>
                    <a:pt x="746" y="0"/>
                  </a:lnTo>
                  <a:lnTo>
                    <a:pt x="744" y="0"/>
                  </a:lnTo>
                  <a:lnTo>
                    <a:pt x="742" y="0"/>
                  </a:lnTo>
                  <a:lnTo>
                    <a:pt x="738" y="0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3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1" y="0"/>
                  </a:lnTo>
                  <a:lnTo>
                    <a:pt x="679" y="0"/>
                  </a:lnTo>
                  <a:lnTo>
                    <a:pt x="675" y="0"/>
                  </a:lnTo>
                  <a:lnTo>
                    <a:pt x="673" y="0"/>
                  </a:lnTo>
                  <a:lnTo>
                    <a:pt x="669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4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23" name="Freeform 212">
              <a:extLst>
                <a:ext uri="{FF2B5EF4-FFF2-40B4-BE49-F238E27FC236}">
                  <a16:creationId xmlns:a16="http://schemas.microsoft.com/office/drawing/2014/main" id="{14EDE1BD-BD04-47BC-8D7F-2C5E523A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910"/>
              <a:ext cx="421" cy="132"/>
            </a:xfrm>
            <a:custGeom>
              <a:avLst/>
              <a:gdLst>
                <a:gd name="T0" fmla="*/ 0 w 841"/>
                <a:gd name="T1" fmla="*/ 0 h 265"/>
                <a:gd name="T2" fmla="*/ 1 w 841"/>
                <a:gd name="T3" fmla="*/ 0 h 265"/>
                <a:gd name="T4" fmla="*/ 1 w 841"/>
                <a:gd name="T5" fmla="*/ 0 h 265"/>
                <a:gd name="T6" fmla="*/ 1 w 841"/>
                <a:gd name="T7" fmla="*/ 0 h 265"/>
                <a:gd name="T8" fmla="*/ 1 w 841"/>
                <a:gd name="T9" fmla="*/ 0 h 265"/>
                <a:gd name="T10" fmla="*/ 1 w 841"/>
                <a:gd name="T11" fmla="*/ 0 h 265"/>
                <a:gd name="T12" fmla="*/ 1 w 841"/>
                <a:gd name="T13" fmla="*/ 0 h 265"/>
                <a:gd name="T14" fmla="*/ 1 w 841"/>
                <a:gd name="T15" fmla="*/ 0 h 265"/>
                <a:gd name="T16" fmla="*/ 1 w 841"/>
                <a:gd name="T17" fmla="*/ 0 h 265"/>
                <a:gd name="T18" fmla="*/ 1 w 841"/>
                <a:gd name="T19" fmla="*/ 0 h 265"/>
                <a:gd name="T20" fmla="*/ 1 w 841"/>
                <a:gd name="T21" fmla="*/ 0 h 265"/>
                <a:gd name="T22" fmla="*/ 1 w 841"/>
                <a:gd name="T23" fmla="*/ 0 h 265"/>
                <a:gd name="T24" fmla="*/ 1 w 841"/>
                <a:gd name="T25" fmla="*/ 0 h 265"/>
                <a:gd name="T26" fmla="*/ 1 w 841"/>
                <a:gd name="T27" fmla="*/ 0 h 265"/>
                <a:gd name="T28" fmla="*/ 1 w 841"/>
                <a:gd name="T29" fmla="*/ 0 h 265"/>
                <a:gd name="T30" fmla="*/ 1 w 841"/>
                <a:gd name="T31" fmla="*/ 0 h 265"/>
                <a:gd name="T32" fmla="*/ 1 w 841"/>
                <a:gd name="T33" fmla="*/ 0 h 265"/>
                <a:gd name="T34" fmla="*/ 1 w 841"/>
                <a:gd name="T35" fmla="*/ 0 h 265"/>
                <a:gd name="T36" fmla="*/ 1 w 841"/>
                <a:gd name="T37" fmla="*/ 0 h 265"/>
                <a:gd name="T38" fmla="*/ 1 w 841"/>
                <a:gd name="T39" fmla="*/ 0 h 265"/>
                <a:gd name="T40" fmla="*/ 1 w 841"/>
                <a:gd name="T41" fmla="*/ 0 h 265"/>
                <a:gd name="T42" fmla="*/ 1 w 841"/>
                <a:gd name="T43" fmla="*/ 0 h 265"/>
                <a:gd name="T44" fmla="*/ 1 w 841"/>
                <a:gd name="T45" fmla="*/ 0 h 265"/>
                <a:gd name="T46" fmla="*/ 1 w 841"/>
                <a:gd name="T47" fmla="*/ 0 h 265"/>
                <a:gd name="T48" fmla="*/ 1 w 841"/>
                <a:gd name="T49" fmla="*/ 0 h 265"/>
                <a:gd name="T50" fmla="*/ 1 w 841"/>
                <a:gd name="T51" fmla="*/ 0 h 265"/>
                <a:gd name="T52" fmla="*/ 1 w 841"/>
                <a:gd name="T53" fmla="*/ 0 h 265"/>
                <a:gd name="T54" fmla="*/ 1 w 841"/>
                <a:gd name="T55" fmla="*/ 0 h 265"/>
                <a:gd name="T56" fmla="*/ 1 w 841"/>
                <a:gd name="T57" fmla="*/ 0 h 265"/>
                <a:gd name="T58" fmla="*/ 1 w 841"/>
                <a:gd name="T59" fmla="*/ 0 h 265"/>
                <a:gd name="T60" fmla="*/ 1 w 841"/>
                <a:gd name="T61" fmla="*/ 0 h 265"/>
                <a:gd name="T62" fmla="*/ 1 w 841"/>
                <a:gd name="T63" fmla="*/ 0 h 265"/>
                <a:gd name="T64" fmla="*/ 1 w 841"/>
                <a:gd name="T65" fmla="*/ 0 h 265"/>
                <a:gd name="T66" fmla="*/ 1 w 841"/>
                <a:gd name="T67" fmla="*/ 0 h 265"/>
                <a:gd name="T68" fmla="*/ 1 w 841"/>
                <a:gd name="T69" fmla="*/ 0 h 265"/>
                <a:gd name="T70" fmla="*/ 1 w 841"/>
                <a:gd name="T71" fmla="*/ 0 h 265"/>
                <a:gd name="T72" fmla="*/ 1 w 841"/>
                <a:gd name="T73" fmla="*/ 0 h 265"/>
                <a:gd name="T74" fmla="*/ 1 w 841"/>
                <a:gd name="T75" fmla="*/ 0 h 265"/>
                <a:gd name="T76" fmla="*/ 1 w 841"/>
                <a:gd name="T77" fmla="*/ 0 h 265"/>
                <a:gd name="T78" fmla="*/ 1 w 841"/>
                <a:gd name="T79" fmla="*/ 0 h 265"/>
                <a:gd name="T80" fmla="*/ 1 w 841"/>
                <a:gd name="T81" fmla="*/ 0 h 265"/>
                <a:gd name="T82" fmla="*/ 1 w 841"/>
                <a:gd name="T83" fmla="*/ 0 h 265"/>
                <a:gd name="T84" fmla="*/ 1 w 841"/>
                <a:gd name="T85" fmla="*/ 0 h 265"/>
                <a:gd name="T86" fmla="*/ 1 w 841"/>
                <a:gd name="T87" fmla="*/ 0 h 265"/>
                <a:gd name="T88" fmla="*/ 1 w 841"/>
                <a:gd name="T89" fmla="*/ 0 h 265"/>
                <a:gd name="T90" fmla="*/ 1 w 841"/>
                <a:gd name="T91" fmla="*/ 0 h 265"/>
                <a:gd name="T92" fmla="*/ 1 w 841"/>
                <a:gd name="T93" fmla="*/ 0 h 265"/>
                <a:gd name="T94" fmla="*/ 1 w 841"/>
                <a:gd name="T95" fmla="*/ 0 h 265"/>
                <a:gd name="T96" fmla="*/ 1 w 841"/>
                <a:gd name="T97" fmla="*/ 0 h 265"/>
                <a:gd name="T98" fmla="*/ 1 w 841"/>
                <a:gd name="T99" fmla="*/ 0 h 265"/>
                <a:gd name="T100" fmla="*/ 1 w 841"/>
                <a:gd name="T101" fmla="*/ 0 h 265"/>
                <a:gd name="T102" fmla="*/ 1 w 841"/>
                <a:gd name="T103" fmla="*/ 0 h 265"/>
                <a:gd name="T104" fmla="*/ 1 w 841"/>
                <a:gd name="T105" fmla="*/ 0 h 265"/>
                <a:gd name="T106" fmla="*/ 1 w 841"/>
                <a:gd name="T107" fmla="*/ 0 h 265"/>
                <a:gd name="T108" fmla="*/ 1 w 841"/>
                <a:gd name="T109" fmla="*/ 0 h 265"/>
                <a:gd name="T110" fmla="*/ 0 w 841"/>
                <a:gd name="T111" fmla="*/ 0 h 26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841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3"/>
                  </a:lnTo>
                  <a:lnTo>
                    <a:pt x="3" y="97"/>
                  </a:lnTo>
                  <a:lnTo>
                    <a:pt x="6" y="91"/>
                  </a:lnTo>
                  <a:lnTo>
                    <a:pt x="8" y="85"/>
                  </a:lnTo>
                  <a:lnTo>
                    <a:pt x="9" y="79"/>
                  </a:lnTo>
                  <a:lnTo>
                    <a:pt x="13" y="73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14" y="0"/>
                  </a:lnTo>
                  <a:lnTo>
                    <a:pt x="720" y="0"/>
                  </a:lnTo>
                  <a:lnTo>
                    <a:pt x="727" y="2"/>
                  </a:lnTo>
                  <a:lnTo>
                    <a:pt x="733" y="2"/>
                  </a:lnTo>
                  <a:lnTo>
                    <a:pt x="739" y="3"/>
                  </a:lnTo>
                  <a:lnTo>
                    <a:pt x="745" y="4"/>
                  </a:lnTo>
                  <a:lnTo>
                    <a:pt x="751" y="6"/>
                  </a:lnTo>
                  <a:lnTo>
                    <a:pt x="757" y="8"/>
                  </a:lnTo>
                  <a:lnTo>
                    <a:pt x="763" y="10"/>
                  </a:lnTo>
                  <a:lnTo>
                    <a:pt x="769" y="14"/>
                  </a:lnTo>
                  <a:lnTo>
                    <a:pt x="774" y="16"/>
                  </a:lnTo>
                  <a:lnTo>
                    <a:pt x="780" y="18"/>
                  </a:lnTo>
                  <a:lnTo>
                    <a:pt x="784" y="22"/>
                  </a:lnTo>
                  <a:lnTo>
                    <a:pt x="789" y="26"/>
                  </a:lnTo>
                  <a:lnTo>
                    <a:pt x="794" y="29"/>
                  </a:lnTo>
                  <a:lnTo>
                    <a:pt x="799" y="34"/>
                  </a:lnTo>
                  <a:lnTo>
                    <a:pt x="804" y="38"/>
                  </a:lnTo>
                  <a:lnTo>
                    <a:pt x="807" y="42"/>
                  </a:lnTo>
                  <a:lnTo>
                    <a:pt x="812" y="47"/>
                  </a:lnTo>
                  <a:lnTo>
                    <a:pt x="816" y="52"/>
                  </a:lnTo>
                  <a:lnTo>
                    <a:pt x="819" y="57"/>
                  </a:lnTo>
                  <a:lnTo>
                    <a:pt x="823" y="62"/>
                  </a:lnTo>
                  <a:lnTo>
                    <a:pt x="825" y="68"/>
                  </a:lnTo>
                  <a:lnTo>
                    <a:pt x="829" y="73"/>
                  </a:lnTo>
                  <a:lnTo>
                    <a:pt x="831" y="79"/>
                  </a:lnTo>
                  <a:lnTo>
                    <a:pt x="834" y="85"/>
                  </a:lnTo>
                  <a:lnTo>
                    <a:pt x="835" y="91"/>
                  </a:lnTo>
                  <a:lnTo>
                    <a:pt x="837" y="97"/>
                  </a:lnTo>
                  <a:lnTo>
                    <a:pt x="839" y="103"/>
                  </a:lnTo>
                  <a:lnTo>
                    <a:pt x="840" y="109"/>
                  </a:lnTo>
                  <a:lnTo>
                    <a:pt x="841" y="116"/>
                  </a:lnTo>
                  <a:lnTo>
                    <a:pt x="841" y="122"/>
                  </a:lnTo>
                  <a:lnTo>
                    <a:pt x="841" y="128"/>
                  </a:lnTo>
                  <a:lnTo>
                    <a:pt x="841" y="137"/>
                  </a:lnTo>
                  <a:lnTo>
                    <a:pt x="841" y="143"/>
                  </a:lnTo>
                  <a:lnTo>
                    <a:pt x="841" y="151"/>
                  </a:lnTo>
                  <a:lnTo>
                    <a:pt x="840" y="157"/>
                  </a:lnTo>
                  <a:lnTo>
                    <a:pt x="839" y="163"/>
                  </a:lnTo>
                  <a:lnTo>
                    <a:pt x="837" y="169"/>
                  </a:lnTo>
                  <a:lnTo>
                    <a:pt x="835" y="175"/>
                  </a:lnTo>
                  <a:lnTo>
                    <a:pt x="834" y="181"/>
                  </a:lnTo>
                  <a:lnTo>
                    <a:pt x="831" y="187"/>
                  </a:lnTo>
                  <a:lnTo>
                    <a:pt x="829" y="193"/>
                  </a:lnTo>
                  <a:lnTo>
                    <a:pt x="825" y="198"/>
                  </a:lnTo>
                  <a:lnTo>
                    <a:pt x="823" y="204"/>
                  </a:lnTo>
                  <a:lnTo>
                    <a:pt x="819" y="208"/>
                  </a:lnTo>
                  <a:lnTo>
                    <a:pt x="816" y="213"/>
                  </a:lnTo>
                  <a:lnTo>
                    <a:pt x="812" y="218"/>
                  </a:lnTo>
                  <a:lnTo>
                    <a:pt x="807" y="223"/>
                  </a:lnTo>
                  <a:lnTo>
                    <a:pt x="804" y="228"/>
                  </a:lnTo>
                  <a:lnTo>
                    <a:pt x="799" y="231"/>
                  </a:lnTo>
                  <a:lnTo>
                    <a:pt x="794" y="236"/>
                  </a:lnTo>
                  <a:lnTo>
                    <a:pt x="789" y="240"/>
                  </a:lnTo>
                  <a:lnTo>
                    <a:pt x="784" y="243"/>
                  </a:lnTo>
                  <a:lnTo>
                    <a:pt x="780" y="247"/>
                  </a:lnTo>
                  <a:lnTo>
                    <a:pt x="774" y="249"/>
                  </a:lnTo>
                  <a:lnTo>
                    <a:pt x="769" y="253"/>
                  </a:lnTo>
                  <a:lnTo>
                    <a:pt x="763" y="255"/>
                  </a:lnTo>
                  <a:lnTo>
                    <a:pt x="757" y="258"/>
                  </a:lnTo>
                  <a:lnTo>
                    <a:pt x="751" y="259"/>
                  </a:lnTo>
                  <a:lnTo>
                    <a:pt x="745" y="261"/>
                  </a:lnTo>
                  <a:lnTo>
                    <a:pt x="739" y="262"/>
                  </a:lnTo>
                  <a:lnTo>
                    <a:pt x="733" y="264"/>
                  </a:lnTo>
                  <a:lnTo>
                    <a:pt x="727" y="264"/>
                  </a:lnTo>
                  <a:lnTo>
                    <a:pt x="720" y="265"/>
                  </a:lnTo>
                  <a:lnTo>
                    <a:pt x="714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4"/>
                  </a:lnTo>
                  <a:lnTo>
                    <a:pt x="15" y="198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24" name="Rectangle 216">
              <a:extLst>
                <a:ext uri="{FF2B5EF4-FFF2-40B4-BE49-F238E27FC236}">
                  <a16:creationId xmlns:a16="http://schemas.microsoft.com/office/drawing/2014/main" id="{A00EA7F1-9A2F-4743-A97C-E42A2677F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25" name="Rectangle 217">
              <a:extLst>
                <a:ext uri="{FF2B5EF4-FFF2-40B4-BE49-F238E27FC236}">
                  <a16:creationId xmlns:a16="http://schemas.microsoft.com/office/drawing/2014/main" id="{1DB547CA-BB1E-47E1-98EA-1A0C8DB06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0" y="1763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326" name="Rectangle 218">
              <a:extLst>
                <a:ext uri="{FF2B5EF4-FFF2-40B4-BE49-F238E27FC236}">
                  <a16:creationId xmlns:a16="http://schemas.microsoft.com/office/drawing/2014/main" id="{7D9D3352-B988-41DB-AAD2-FAAB2B7BA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" y="1818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95234" name="Group 316">
            <a:extLst>
              <a:ext uri="{FF2B5EF4-FFF2-40B4-BE49-F238E27FC236}">
                <a16:creationId xmlns:a16="http://schemas.microsoft.com/office/drawing/2014/main" id="{F54A6C29-A194-4029-A147-B67AD4555DD3}"/>
              </a:ext>
            </a:extLst>
          </p:cNvPr>
          <p:cNvGrpSpPr>
            <a:grpSpLocks/>
          </p:cNvGrpSpPr>
          <p:nvPr/>
        </p:nvGrpSpPr>
        <p:grpSpPr bwMode="auto">
          <a:xfrm>
            <a:off x="6189663" y="152400"/>
            <a:ext cx="2268537" cy="2620963"/>
            <a:chOff x="429" y="2045"/>
            <a:chExt cx="1429" cy="1651"/>
          </a:xfrm>
        </p:grpSpPr>
        <p:sp>
          <p:nvSpPr>
            <p:cNvPr id="95239" name="Rectangle 133">
              <a:extLst>
                <a:ext uri="{FF2B5EF4-FFF2-40B4-BE49-F238E27FC236}">
                  <a16:creationId xmlns:a16="http://schemas.microsoft.com/office/drawing/2014/main" id="{F7423CC9-244E-4B7C-BC0A-59A1E061E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369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40" name="Line 134">
              <a:extLst>
                <a:ext uri="{FF2B5EF4-FFF2-40B4-BE49-F238E27FC236}">
                  <a16:creationId xmlns:a16="http://schemas.microsoft.com/office/drawing/2014/main" id="{457FFEBB-5AAE-49D9-BE26-A99743DF1A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2622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41" name="Line 135">
              <a:extLst>
                <a:ext uri="{FF2B5EF4-FFF2-40B4-BE49-F238E27FC236}">
                  <a16:creationId xmlns:a16="http://schemas.microsoft.com/office/drawing/2014/main" id="{DF59A63D-B0C3-417C-88C2-AD3FA06AF5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42" name="Line 136">
              <a:extLst>
                <a:ext uri="{FF2B5EF4-FFF2-40B4-BE49-F238E27FC236}">
                  <a16:creationId xmlns:a16="http://schemas.microsoft.com/office/drawing/2014/main" id="{6B5B63DA-D398-4DE7-8948-8413792D51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" y="2117"/>
              <a:ext cx="252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43" name="Rectangle 137">
              <a:extLst>
                <a:ext uri="{FF2B5EF4-FFF2-40B4-BE49-F238E27FC236}">
                  <a16:creationId xmlns:a16="http://schemas.microsoft.com/office/drawing/2014/main" id="{B4DE508F-1CF8-44A4-A82E-86FF70162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44" name="Rectangle 138">
              <a:extLst>
                <a:ext uri="{FF2B5EF4-FFF2-40B4-BE49-F238E27FC236}">
                  <a16:creationId xmlns:a16="http://schemas.microsoft.com/office/drawing/2014/main" id="{9093839C-2122-4E10-950F-E8D1BA78D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45" name="Rectangle 139">
              <a:extLst>
                <a:ext uri="{FF2B5EF4-FFF2-40B4-BE49-F238E27FC236}">
                  <a16:creationId xmlns:a16="http://schemas.microsoft.com/office/drawing/2014/main" id="{0B77F765-2592-4C03-8502-EBC53F8FE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46" name="Rectangle 140">
              <a:extLst>
                <a:ext uri="{FF2B5EF4-FFF2-40B4-BE49-F238E27FC236}">
                  <a16:creationId xmlns:a16="http://schemas.microsoft.com/office/drawing/2014/main" id="{EEC6AE4B-93C6-4489-9C72-9A7D019F9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47" name="Rectangle 141">
              <a:extLst>
                <a:ext uri="{FF2B5EF4-FFF2-40B4-BE49-F238E27FC236}">
                  <a16:creationId xmlns:a16="http://schemas.microsoft.com/office/drawing/2014/main" id="{164FE97B-9BD2-4F54-86B5-6CADE1887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48" name="Rectangle 142">
              <a:extLst>
                <a:ext uri="{FF2B5EF4-FFF2-40B4-BE49-F238E27FC236}">
                  <a16:creationId xmlns:a16="http://schemas.microsoft.com/office/drawing/2014/main" id="{0AA03857-7D99-445C-96B4-7D7EA51A5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49" name="Rectangle 143">
              <a:extLst>
                <a:ext uri="{FF2B5EF4-FFF2-40B4-BE49-F238E27FC236}">
                  <a16:creationId xmlns:a16="http://schemas.microsoft.com/office/drawing/2014/main" id="{118D3FC8-153C-466D-A6DC-4DE82FF83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50" name="Rectangle 144">
              <a:extLst>
                <a:ext uri="{FF2B5EF4-FFF2-40B4-BE49-F238E27FC236}">
                  <a16:creationId xmlns:a16="http://schemas.microsoft.com/office/drawing/2014/main" id="{343ABE24-5EC2-4887-8C6B-5B7107617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369"/>
              <a:ext cx="505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51" name="Line 145">
              <a:extLst>
                <a:ext uri="{FF2B5EF4-FFF2-40B4-BE49-F238E27FC236}">
                  <a16:creationId xmlns:a16="http://schemas.microsoft.com/office/drawing/2014/main" id="{A7088ACE-6C9C-4123-B0FD-0054F87710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2622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52" name="Line 146">
              <a:extLst>
                <a:ext uri="{FF2B5EF4-FFF2-40B4-BE49-F238E27FC236}">
                  <a16:creationId xmlns:a16="http://schemas.microsoft.com/office/drawing/2014/main" id="{94E40556-4A06-442D-B0BA-EC5ABD5C29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53" name="Rectangle 147">
              <a:extLst>
                <a:ext uri="{FF2B5EF4-FFF2-40B4-BE49-F238E27FC236}">
                  <a16:creationId xmlns:a16="http://schemas.microsoft.com/office/drawing/2014/main" id="{CA701719-B48D-4E4B-800C-FAECA9BA6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54" name="Rectangle 148">
              <a:extLst>
                <a:ext uri="{FF2B5EF4-FFF2-40B4-BE49-F238E27FC236}">
                  <a16:creationId xmlns:a16="http://schemas.microsoft.com/office/drawing/2014/main" id="{ECB0F969-1B08-4702-B1C4-C50454F6F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55" name="Rectangle 149">
              <a:extLst>
                <a:ext uri="{FF2B5EF4-FFF2-40B4-BE49-F238E27FC236}">
                  <a16:creationId xmlns:a16="http://schemas.microsoft.com/office/drawing/2014/main" id="{1884DA7D-F072-4691-9E14-899B6800D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56" name="Rectangle 150">
              <a:extLst>
                <a:ext uri="{FF2B5EF4-FFF2-40B4-BE49-F238E27FC236}">
                  <a16:creationId xmlns:a16="http://schemas.microsoft.com/office/drawing/2014/main" id="{7F425A32-B92C-4C67-89ED-9CCE3AC6E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57" name="Rectangle 151">
              <a:extLst>
                <a:ext uri="{FF2B5EF4-FFF2-40B4-BE49-F238E27FC236}">
                  <a16:creationId xmlns:a16="http://schemas.microsoft.com/office/drawing/2014/main" id="{38321C2B-4679-4D62-A7AE-E595450F0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58" name="Rectangle 152">
              <a:extLst>
                <a:ext uri="{FF2B5EF4-FFF2-40B4-BE49-F238E27FC236}">
                  <a16:creationId xmlns:a16="http://schemas.microsoft.com/office/drawing/2014/main" id="{DE2C3080-1041-499A-93A4-5686E4662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59" name="Rectangle 153">
              <a:extLst>
                <a:ext uri="{FF2B5EF4-FFF2-40B4-BE49-F238E27FC236}">
                  <a16:creationId xmlns:a16="http://schemas.microsoft.com/office/drawing/2014/main" id="{2629A6AD-E1D2-4C7C-88EE-A71D424A3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60" name="Rectangle 154">
              <a:extLst>
                <a:ext uri="{FF2B5EF4-FFF2-40B4-BE49-F238E27FC236}">
                  <a16:creationId xmlns:a16="http://schemas.microsoft.com/office/drawing/2014/main" id="{55BB8ED4-A74E-4FFC-AF29-2D5684FC0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61" name="Rectangle 155">
              <a:extLst>
                <a:ext uri="{FF2B5EF4-FFF2-40B4-BE49-F238E27FC236}">
                  <a16:creationId xmlns:a16="http://schemas.microsoft.com/office/drawing/2014/main" id="{DA7D4103-D14E-4770-87F0-9A45FCE38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886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62" name="Line 156">
              <a:extLst>
                <a:ext uri="{FF2B5EF4-FFF2-40B4-BE49-F238E27FC236}">
                  <a16:creationId xmlns:a16="http://schemas.microsoft.com/office/drawing/2014/main" id="{F56CC66C-6BF3-4F3D-9A98-990B9A5FD5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3138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63" name="Line 157">
              <a:extLst>
                <a:ext uri="{FF2B5EF4-FFF2-40B4-BE49-F238E27FC236}">
                  <a16:creationId xmlns:a16="http://schemas.microsoft.com/office/drawing/2014/main" id="{49188A1B-30C7-4A7B-9811-E9A037CD00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64" name="Rectangle 158">
              <a:extLst>
                <a:ext uri="{FF2B5EF4-FFF2-40B4-BE49-F238E27FC236}">
                  <a16:creationId xmlns:a16="http://schemas.microsoft.com/office/drawing/2014/main" id="{9EE087A1-B444-4A6C-9C45-8847F29F5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65" name="Rectangle 159">
              <a:extLst>
                <a:ext uri="{FF2B5EF4-FFF2-40B4-BE49-F238E27FC236}">
                  <a16:creationId xmlns:a16="http://schemas.microsoft.com/office/drawing/2014/main" id="{50F04601-E5CD-40E8-A632-B68649809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886"/>
              <a:ext cx="505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66" name="Line 160">
              <a:extLst>
                <a:ext uri="{FF2B5EF4-FFF2-40B4-BE49-F238E27FC236}">
                  <a16:creationId xmlns:a16="http://schemas.microsoft.com/office/drawing/2014/main" id="{C2B6D384-C30B-488D-932E-5132F58309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3138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67" name="Line 161">
              <a:extLst>
                <a:ext uri="{FF2B5EF4-FFF2-40B4-BE49-F238E27FC236}">
                  <a16:creationId xmlns:a16="http://schemas.microsoft.com/office/drawing/2014/main" id="{5FCE81C8-4A7F-44FF-9A89-3C7D401A39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68" name="Rectangle 162">
              <a:extLst>
                <a:ext uri="{FF2B5EF4-FFF2-40B4-BE49-F238E27FC236}">
                  <a16:creationId xmlns:a16="http://schemas.microsoft.com/office/drawing/2014/main" id="{3D6DCD61-FBA2-4C51-9534-96C8C33BD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69" name="Rectangle 163">
              <a:extLst>
                <a:ext uri="{FF2B5EF4-FFF2-40B4-BE49-F238E27FC236}">
                  <a16:creationId xmlns:a16="http://schemas.microsoft.com/office/drawing/2014/main" id="{1B2E06E4-7F8A-4535-AE42-F064E45BF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70" name="Rectangle 164">
              <a:extLst>
                <a:ext uri="{FF2B5EF4-FFF2-40B4-BE49-F238E27FC236}">
                  <a16:creationId xmlns:a16="http://schemas.microsoft.com/office/drawing/2014/main" id="{E036F24E-E0AA-4083-A8C0-FE35758A9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71" name="Rectangle 165">
              <a:extLst>
                <a:ext uri="{FF2B5EF4-FFF2-40B4-BE49-F238E27FC236}">
                  <a16:creationId xmlns:a16="http://schemas.microsoft.com/office/drawing/2014/main" id="{5F2B5982-5960-49E0-A674-B113D5E94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72" name="Rectangle 166">
              <a:extLst>
                <a:ext uri="{FF2B5EF4-FFF2-40B4-BE49-F238E27FC236}">
                  <a16:creationId xmlns:a16="http://schemas.microsoft.com/office/drawing/2014/main" id="{ED93C82E-26C0-44F0-9AF4-1925DE989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73" name="Rectangle 167">
              <a:extLst>
                <a:ext uri="{FF2B5EF4-FFF2-40B4-BE49-F238E27FC236}">
                  <a16:creationId xmlns:a16="http://schemas.microsoft.com/office/drawing/2014/main" id="{A085DE96-C66C-4494-8703-97A1283B9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44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74" name="Rectangle 168">
              <a:extLst>
                <a:ext uri="{FF2B5EF4-FFF2-40B4-BE49-F238E27FC236}">
                  <a16:creationId xmlns:a16="http://schemas.microsoft.com/office/drawing/2014/main" id="{332C7DE2-81DE-4859-B725-42301B27E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700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75" name="Rectangle 169">
              <a:extLst>
                <a:ext uri="{FF2B5EF4-FFF2-40B4-BE49-F238E27FC236}">
                  <a16:creationId xmlns:a16="http://schemas.microsoft.com/office/drawing/2014/main" id="{C6CFDE27-C845-465F-BF8D-1E1191C4B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956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76" name="Rectangle 174">
              <a:extLst>
                <a:ext uri="{FF2B5EF4-FFF2-40B4-BE49-F238E27FC236}">
                  <a16:creationId xmlns:a16="http://schemas.microsoft.com/office/drawing/2014/main" id="{C9545896-61BF-49BA-82CD-DCDC395CE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3211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77" name="Rectangle 211">
              <a:extLst>
                <a:ext uri="{FF2B5EF4-FFF2-40B4-BE49-F238E27FC236}">
                  <a16:creationId xmlns:a16="http://schemas.microsoft.com/office/drawing/2014/main" id="{49DA2168-19C5-4748-8FAB-2431A1677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8" y="3534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(b)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78" name="Freeform 213">
              <a:extLst>
                <a:ext uri="{FF2B5EF4-FFF2-40B4-BE49-F238E27FC236}">
                  <a16:creationId xmlns:a16="http://schemas.microsoft.com/office/drawing/2014/main" id="{2CE95D2E-E279-4AC8-BAB1-5A47FC8FA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412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3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4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2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1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2" y="1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2"/>
                  </a:lnTo>
                  <a:lnTo>
                    <a:pt x="94" y="2"/>
                  </a:lnTo>
                  <a:lnTo>
                    <a:pt x="91" y="3"/>
                  </a:lnTo>
                  <a:lnTo>
                    <a:pt x="89" y="3"/>
                  </a:lnTo>
                  <a:lnTo>
                    <a:pt x="88" y="5"/>
                  </a:lnTo>
                  <a:lnTo>
                    <a:pt x="85" y="6"/>
                  </a:lnTo>
                  <a:lnTo>
                    <a:pt x="83" y="7"/>
                  </a:lnTo>
                  <a:lnTo>
                    <a:pt x="82" y="8"/>
                  </a:lnTo>
                  <a:lnTo>
                    <a:pt x="79" y="10"/>
                  </a:lnTo>
                  <a:lnTo>
                    <a:pt x="77" y="11"/>
                  </a:lnTo>
                  <a:lnTo>
                    <a:pt x="75" y="12"/>
                  </a:lnTo>
                  <a:lnTo>
                    <a:pt x="72" y="14"/>
                  </a:lnTo>
                  <a:lnTo>
                    <a:pt x="71" y="17"/>
                  </a:lnTo>
                  <a:lnTo>
                    <a:pt x="69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6"/>
                  </a:lnTo>
                  <a:lnTo>
                    <a:pt x="56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7" y="40"/>
                  </a:lnTo>
                  <a:lnTo>
                    <a:pt x="42" y="43"/>
                  </a:lnTo>
                  <a:lnTo>
                    <a:pt x="38" y="47"/>
                  </a:lnTo>
                  <a:lnTo>
                    <a:pt x="35" y="50"/>
                  </a:lnTo>
                  <a:lnTo>
                    <a:pt x="31" y="54"/>
                  </a:lnTo>
                  <a:lnTo>
                    <a:pt x="29" y="58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3" y="73"/>
                  </a:lnTo>
                  <a:lnTo>
                    <a:pt x="12" y="76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2"/>
                  </a:lnTo>
                  <a:lnTo>
                    <a:pt x="6" y="84"/>
                  </a:lnTo>
                  <a:lnTo>
                    <a:pt x="5" y="85"/>
                  </a:lnTo>
                  <a:lnTo>
                    <a:pt x="5" y="88"/>
                  </a:lnTo>
                  <a:lnTo>
                    <a:pt x="4" y="90"/>
                  </a:lnTo>
                  <a:lnTo>
                    <a:pt x="2" y="91"/>
                  </a:lnTo>
                  <a:lnTo>
                    <a:pt x="2" y="94"/>
                  </a:lnTo>
                  <a:lnTo>
                    <a:pt x="1" y="96"/>
                  </a:lnTo>
                  <a:lnTo>
                    <a:pt x="1" y="98"/>
                  </a:lnTo>
                  <a:lnTo>
                    <a:pt x="1" y="101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0" y="736"/>
                  </a:lnTo>
                  <a:lnTo>
                    <a:pt x="0" y="739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8"/>
                  </a:lnTo>
                  <a:lnTo>
                    <a:pt x="0" y="750"/>
                  </a:lnTo>
                  <a:lnTo>
                    <a:pt x="1" y="752"/>
                  </a:lnTo>
                  <a:lnTo>
                    <a:pt x="1" y="755"/>
                  </a:lnTo>
                  <a:lnTo>
                    <a:pt x="1" y="757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4" y="763"/>
                  </a:lnTo>
                  <a:lnTo>
                    <a:pt x="5" y="766"/>
                  </a:lnTo>
                  <a:lnTo>
                    <a:pt x="5" y="767"/>
                  </a:lnTo>
                  <a:lnTo>
                    <a:pt x="6" y="769"/>
                  </a:lnTo>
                  <a:lnTo>
                    <a:pt x="7" y="772"/>
                  </a:lnTo>
                  <a:lnTo>
                    <a:pt x="8" y="773"/>
                  </a:lnTo>
                  <a:lnTo>
                    <a:pt x="11" y="775"/>
                  </a:lnTo>
                  <a:lnTo>
                    <a:pt x="12" y="778"/>
                  </a:lnTo>
                  <a:lnTo>
                    <a:pt x="13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3" y="790"/>
                  </a:lnTo>
                  <a:lnTo>
                    <a:pt x="25" y="792"/>
                  </a:lnTo>
                  <a:lnTo>
                    <a:pt x="29" y="796"/>
                  </a:lnTo>
                  <a:lnTo>
                    <a:pt x="31" y="799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10"/>
                  </a:lnTo>
                  <a:lnTo>
                    <a:pt x="47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6" y="823"/>
                  </a:lnTo>
                  <a:lnTo>
                    <a:pt x="60" y="827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9" y="834"/>
                  </a:lnTo>
                  <a:lnTo>
                    <a:pt x="71" y="837"/>
                  </a:lnTo>
                  <a:lnTo>
                    <a:pt x="72" y="839"/>
                  </a:lnTo>
                  <a:lnTo>
                    <a:pt x="75" y="840"/>
                  </a:lnTo>
                  <a:lnTo>
                    <a:pt x="77" y="841"/>
                  </a:lnTo>
                  <a:lnTo>
                    <a:pt x="79" y="844"/>
                  </a:lnTo>
                  <a:lnTo>
                    <a:pt x="82" y="845"/>
                  </a:lnTo>
                  <a:lnTo>
                    <a:pt x="83" y="846"/>
                  </a:lnTo>
                  <a:lnTo>
                    <a:pt x="85" y="847"/>
                  </a:lnTo>
                  <a:lnTo>
                    <a:pt x="88" y="847"/>
                  </a:lnTo>
                  <a:lnTo>
                    <a:pt x="89" y="849"/>
                  </a:lnTo>
                  <a:lnTo>
                    <a:pt x="91" y="850"/>
                  </a:lnTo>
                  <a:lnTo>
                    <a:pt x="94" y="850"/>
                  </a:lnTo>
                  <a:lnTo>
                    <a:pt x="95" y="851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1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2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4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7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7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3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8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2"/>
                  </a:lnTo>
                  <a:lnTo>
                    <a:pt x="746" y="852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1"/>
                  </a:lnTo>
                  <a:lnTo>
                    <a:pt x="758" y="850"/>
                  </a:lnTo>
                  <a:lnTo>
                    <a:pt x="761" y="850"/>
                  </a:lnTo>
                  <a:lnTo>
                    <a:pt x="762" y="849"/>
                  </a:lnTo>
                  <a:lnTo>
                    <a:pt x="764" y="847"/>
                  </a:lnTo>
                  <a:lnTo>
                    <a:pt x="767" y="847"/>
                  </a:lnTo>
                  <a:lnTo>
                    <a:pt x="768" y="846"/>
                  </a:lnTo>
                  <a:lnTo>
                    <a:pt x="771" y="845"/>
                  </a:lnTo>
                  <a:lnTo>
                    <a:pt x="773" y="844"/>
                  </a:lnTo>
                  <a:lnTo>
                    <a:pt x="774" y="841"/>
                  </a:lnTo>
                  <a:lnTo>
                    <a:pt x="777" y="840"/>
                  </a:lnTo>
                  <a:lnTo>
                    <a:pt x="779" y="839"/>
                  </a:lnTo>
                  <a:lnTo>
                    <a:pt x="781" y="837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8" y="821"/>
                  </a:lnTo>
                  <a:lnTo>
                    <a:pt x="802" y="817"/>
                  </a:lnTo>
                  <a:lnTo>
                    <a:pt x="805" y="814"/>
                  </a:lnTo>
                  <a:lnTo>
                    <a:pt x="809" y="810"/>
                  </a:lnTo>
                  <a:lnTo>
                    <a:pt x="813" y="805"/>
                  </a:lnTo>
                  <a:lnTo>
                    <a:pt x="816" y="802"/>
                  </a:lnTo>
                  <a:lnTo>
                    <a:pt x="820" y="799"/>
                  </a:lnTo>
                  <a:lnTo>
                    <a:pt x="823" y="796"/>
                  </a:lnTo>
                  <a:lnTo>
                    <a:pt x="826" y="792"/>
                  </a:lnTo>
                  <a:lnTo>
                    <a:pt x="829" y="790"/>
                  </a:lnTo>
                  <a:lnTo>
                    <a:pt x="832" y="787"/>
                  </a:lnTo>
                  <a:lnTo>
                    <a:pt x="834" y="785"/>
                  </a:lnTo>
                  <a:lnTo>
                    <a:pt x="835" y="782"/>
                  </a:lnTo>
                  <a:lnTo>
                    <a:pt x="838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4" y="772"/>
                  </a:lnTo>
                  <a:lnTo>
                    <a:pt x="845" y="769"/>
                  </a:lnTo>
                  <a:lnTo>
                    <a:pt x="846" y="767"/>
                  </a:lnTo>
                  <a:lnTo>
                    <a:pt x="847" y="766"/>
                  </a:lnTo>
                  <a:lnTo>
                    <a:pt x="849" y="763"/>
                  </a:lnTo>
                  <a:lnTo>
                    <a:pt x="849" y="761"/>
                  </a:lnTo>
                  <a:lnTo>
                    <a:pt x="850" y="758"/>
                  </a:lnTo>
                  <a:lnTo>
                    <a:pt x="850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1" y="750"/>
                  </a:lnTo>
                  <a:lnTo>
                    <a:pt x="851" y="748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6"/>
                  </a:lnTo>
                  <a:lnTo>
                    <a:pt x="851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0" y="96"/>
                  </a:lnTo>
                  <a:lnTo>
                    <a:pt x="850" y="94"/>
                  </a:lnTo>
                  <a:lnTo>
                    <a:pt x="849" y="91"/>
                  </a:lnTo>
                  <a:lnTo>
                    <a:pt x="849" y="90"/>
                  </a:lnTo>
                  <a:lnTo>
                    <a:pt x="847" y="88"/>
                  </a:lnTo>
                  <a:lnTo>
                    <a:pt x="846" y="85"/>
                  </a:lnTo>
                  <a:lnTo>
                    <a:pt x="845" y="84"/>
                  </a:lnTo>
                  <a:lnTo>
                    <a:pt x="844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8" y="73"/>
                  </a:lnTo>
                  <a:lnTo>
                    <a:pt x="835" y="71"/>
                  </a:lnTo>
                  <a:lnTo>
                    <a:pt x="834" y="68"/>
                  </a:lnTo>
                  <a:lnTo>
                    <a:pt x="832" y="66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8"/>
                  </a:lnTo>
                  <a:lnTo>
                    <a:pt x="820" y="54"/>
                  </a:lnTo>
                  <a:lnTo>
                    <a:pt x="816" y="50"/>
                  </a:lnTo>
                  <a:lnTo>
                    <a:pt x="813" y="47"/>
                  </a:lnTo>
                  <a:lnTo>
                    <a:pt x="809" y="43"/>
                  </a:lnTo>
                  <a:lnTo>
                    <a:pt x="805" y="40"/>
                  </a:lnTo>
                  <a:lnTo>
                    <a:pt x="802" y="36"/>
                  </a:lnTo>
                  <a:lnTo>
                    <a:pt x="798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7"/>
                  </a:lnTo>
                  <a:lnTo>
                    <a:pt x="779" y="14"/>
                  </a:lnTo>
                  <a:lnTo>
                    <a:pt x="777" y="12"/>
                  </a:lnTo>
                  <a:lnTo>
                    <a:pt x="774" y="11"/>
                  </a:lnTo>
                  <a:lnTo>
                    <a:pt x="773" y="10"/>
                  </a:lnTo>
                  <a:lnTo>
                    <a:pt x="771" y="8"/>
                  </a:lnTo>
                  <a:lnTo>
                    <a:pt x="768" y="7"/>
                  </a:lnTo>
                  <a:lnTo>
                    <a:pt x="767" y="6"/>
                  </a:lnTo>
                  <a:lnTo>
                    <a:pt x="764" y="5"/>
                  </a:lnTo>
                  <a:lnTo>
                    <a:pt x="762" y="3"/>
                  </a:lnTo>
                  <a:lnTo>
                    <a:pt x="761" y="3"/>
                  </a:lnTo>
                  <a:lnTo>
                    <a:pt x="758" y="2"/>
                  </a:lnTo>
                  <a:lnTo>
                    <a:pt x="756" y="2"/>
                  </a:lnTo>
                  <a:lnTo>
                    <a:pt x="754" y="2"/>
                  </a:lnTo>
                  <a:lnTo>
                    <a:pt x="751" y="1"/>
                  </a:lnTo>
                  <a:lnTo>
                    <a:pt x="749" y="1"/>
                  </a:lnTo>
                  <a:lnTo>
                    <a:pt x="746" y="1"/>
                  </a:lnTo>
                  <a:lnTo>
                    <a:pt x="744" y="1"/>
                  </a:lnTo>
                  <a:lnTo>
                    <a:pt x="742" y="1"/>
                  </a:lnTo>
                  <a:lnTo>
                    <a:pt x="738" y="1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1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5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7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4" y="0"/>
                  </a:lnTo>
                  <a:lnTo>
                    <a:pt x="492" y="0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79" name="Freeform 214">
              <a:extLst>
                <a:ext uri="{FF2B5EF4-FFF2-40B4-BE49-F238E27FC236}">
                  <a16:creationId xmlns:a16="http://schemas.microsoft.com/office/drawing/2014/main" id="{F6A3B6D0-D1A0-407B-850E-984AD750C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924"/>
              <a:ext cx="426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5" y="0"/>
                  </a:lnTo>
                  <a:lnTo>
                    <a:pt x="462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6" y="0"/>
                  </a:lnTo>
                  <a:lnTo>
                    <a:pt x="442" y="0"/>
                  </a:lnTo>
                  <a:lnTo>
                    <a:pt x="440" y="0"/>
                  </a:lnTo>
                  <a:lnTo>
                    <a:pt x="436" y="0"/>
                  </a:lnTo>
                  <a:lnTo>
                    <a:pt x="434" y="0"/>
                  </a:lnTo>
                  <a:lnTo>
                    <a:pt x="430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6" y="0"/>
                  </a:lnTo>
                  <a:lnTo>
                    <a:pt x="412" y="0"/>
                  </a:lnTo>
                  <a:lnTo>
                    <a:pt x="408" y="0"/>
                  </a:lnTo>
                  <a:lnTo>
                    <a:pt x="403" y="0"/>
                  </a:lnTo>
                  <a:lnTo>
                    <a:pt x="398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4" y="0"/>
                  </a:lnTo>
                  <a:lnTo>
                    <a:pt x="367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1" y="0"/>
                  </a:lnTo>
                  <a:lnTo>
                    <a:pt x="332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7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8" y="0"/>
                  </a:lnTo>
                  <a:lnTo>
                    <a:pt x="239" y="0"/>
                  </a:lnTo>
                  <a:lnTo>
                    <a:pt x="232" y="0"/>
                  </a:lnTo>
                  <a:lnTo>
                    <a:pt x="225" y="0"/>
                  </a:lnTo>
                  <a:lnTo>
                    <a:pt x="218" y="0"/>
                  </a:lnTo>
                  <a:lnTo>
                    <a:pt x="212" y="0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6" y="0"/>
                  </a:lnTo>
                  <a:lnTo>
                    <a:pt x="182" y="0"/>
                  </a:lnTo>
                  <a:lnTo>
                    <a:pt x="178" y="0"/>
                  </a:lnTo>
                  <a:lnTo>
                    <a:pt x="174" y="0"/>
                  </a:lnTo>
                  <a:lnTo>
                    <a:pt x="171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9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99" y="1"/>
                  </a:lnTo>
                  <a:lnTo>
                    <a:pt x="96" y="1"/>
                  </a:lnTo>
                  <a:lnTo>
                    <a:pt x="94" y="2"/>
                  </a:lnTo>
                  <a:lnTo>
                    <a:pt x="93" y="2"/>
                  </a:lnTo>
                  <a:lnTo>
                    <a:pt x="90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4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8" y="9"/>
                  </a:lnTo>
                  <a:lnTo>
                    <a:pt x="76" y="12"/>
                  </a:lnTo>
                  <a:lnTo>
                    <a:pt x="73" y="13"/>
                  </a:lnTo>
                  <a:lnTo>
                    <a:pt x="71" y="15"/>
                  </a:lnTo>
                  <a:lnTo>
                    <a:pt x="69" y="18"/>
                  </a:lnTo>
                  <a:lnTo>
                    <a:pt x="66" y="20"/>
                  </a:lnTo>
                  <a:lnTo>
                    <a:pt x="64" y="23"/>
                  </a:lnTo>
                  <a:lnTo>
                    <a:pt x="60" y="25"/>
                  </a:lnTo>
                  <a:lnTo>
                    <a:pt x="58" y="29"/>
                  </a:lnTo>
                  <a:lnTo>
                    <a:pt x="54" y="31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3" y="42"/>
                  </a:lnTo>
                  <a:lnTo>
                    <a:pt x="40" y="46"/>
                  </a:lnTo>
                  <a:lnTo>
                    <a:pt x="36" y="49"/>
                  </a:lnTo>
                  <a:lnTo>
                    <a:pt x="32" y="53"/>
                  </a:lnTo>
                  <a:lnTo>
                    <a:pt x="29" y="56"/>
                  </a:lnTo>
                  <a:lnTo>
                    <a:pt x="26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7" y="70"/>
                  </a:lnTo>
                  <a:lnTo>
                    <a:pt x="14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10" y="79"/>
                  </a:lnTo>
                  <a:lnTo>
                    <a:pt x="8" y="80"/>
                  </a:lnTo>
                  <a:lnTo>
                    <a:pt x="7" y="83"/>
                  </a:lnTo>
                  <a:lnTo>
                    <a:pt x="6" y="85"/>
                  </a:lnTo>
                  <a:lnTo>
                    <a:pt x="5" y="86"/>
                  </a:lnTo>
                  <a:lnTo>
                    <a:pt x="4" y="89"/>
                  </a:lnTo>
                  <a:lnTo>
                    <a:pt x="4" y="91"/>
                  </a:lnTo>
                  <a:lnTo>
                    <a:pt x="2" y="92"/>
                  </a:lnTo>
                  <a:lnTo>
                    <a:pt x="2" y="95"/>
                  </a:lnTo>
                  <a:lnTo>
                    <a:pt x="2" y="97"/>
                  </a:lnTo>
                  <a:lnTo>
                    <a:pt x="1" y="100"/>
                  </a:lnTo>
                  <a:lnTo>
                    <a:pt x="1" y="102"/>
                  </a:lnTo>
                  <a:lnTo>
                    <a:pt x="1" y="104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3"/>
                  </a:lnTo>
                  <a:lnTo>
                    <a:pt x="1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1" y="734"/>
                  </a:lnTo>
                  <a:lnTo>
                    <a:pt x="1" y="738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6"/>
                  </a:lnTo>
                  <a:lnTo>
                    <a:pt x="1" y="749"/>
                  </a:lnTo>
                  <a:lnTo>
                    <a:pt x="1" y="751"/>
                  </a:lnTo>
                  <a:lnTo>
                    <a:pt x="2" y="754"/>
                  </a:lnTo>
                  <a:lnTo>
                    <a:pt x="2" y="756"/>
                  </a:lnTo>
                  <a:lnTo>
                    <a:pt x="2" y="758"/>
                  </a:lnTo>
                  <a:lnTo>
                    <a:pt x="4" y="761"/>
                  </a:lnTo>
                  <a:lnTo>
                    <a:pt x="4" y="762"/>
                  </a:lnTo>
                  <a:lnTo>
                    <a:pt x="5" y="764"/>
                  </a:lnTo>
                  <a:lnTo>
                    <a:pt x="6" y="767"/>
                  </a:lnTo>
                  <a:lnTo>
                    <a:pt x="7" y="768"/>
                  </a:lnTo>
                  <a:lnTo>
                    <a:pt x="8" y="770"/>
                  </a:lnTo>
                  <a:lnTo>
                    <a:pt x="10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4" y="779"/>
                  </a:lnTo>
                  <a:lnTo>
                    <a:pt x="17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6" y="792"/>
                  </a:lnTo>
                  <a:lnTo>
                    <a:pt x="29" y="794"/>
                  </a:lnTo>
                  <a:lnTo>
                    <a:pt x="32" y="798"/>
                  </a:lnTo>
                  <a:lnTo>
                    <a:pt x="36" y="802"/>
                  </a:lnTo>
                  <a:lnTo>
                    <a:pt x="40" y="805"/>
                  </a:lnTo>
                  <a:lnTo>
                    <a:pt x="43" y="809"/>
                  </a:lnTo>
                  <a:lnTo>
                    <a:pt x="47" y="812"/>
                  </a:lnTo>
                  <a:lnTo>
                    <a:pt x="51" y="816"/>
                  </a:lnTo>
                  <a:lnTo>
                    <a:pt x="54" y="820"/>
                  </a:lnTo>
                  <a:lnTo>
                    <a:pt x="58" y="823"/>
                  </a:lnTo>
                  <a:lnTo>
                    <a:pt x="60" y="826"/>
                  </a:lnTo>
                  <a:lnTo>
                    <a:pt x="64" y="829"/>
                  </a:lnTo>
                  <a:lnTo>
                    <a:pt x="66" y="832"/>
                  </a:lnTo>
                  <a:lnTo>
                    <a:pt x="69" y="834"/>
                  </a:lnTo>
                  <a:lnTo>
                    <a:pt x="71" y="835"/>
                  </a:lnTo>
                  <a:lnTo>
                    <a:pt x="73" y="838"/>
                  </a:lnTo>
                  <a:lnTo>
                    <a:pt x="76" y="840"/>
                  </a:lnTo>
                  <a:lnTo>
                    <a:pt x="78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4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90" y="848"/>
                  </a:lnTo>
                  <a:lnTo>
                    <a:pt x="93" y="848"/>
                  </a:lnTo>
                  <a:lnTo>
                    <a:pt x="94" y="850"/>
                  </a:lnTo>
                  <a:lnTo>
                    <a:pt x="96" y="850"/>
                  </a:lnTo>
                  <a:lnTo>
                    <a:pt x="99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6" y="851"/>
                  </a:lnTo>
                  <a:lnTo>
                    <a:pt x="108" y="851"/>
                  </a:lnTo>
                  <a:lnTo>
                    <a:pt x="112" y="852"/>
                  </a:lnTo>
                  <a:lnTo>
                    <a:pt x="114" y="852"/>
                  </a:lnTo>
                  <a:lnTo>
                    <a:pt x="118" y="852"/>
                  </a:lnTo>
                  <a:lnTo>
                    <a:pt x="121" y="852"/>
                  </a:lnTo>
                  <a:lnTo>
                    <a:pt x="125" y="852"/>
                  </a:lnTo>
                  <a:lnTo>
                    <a:pt x="129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3" y="852"/>
                  </a:lnTo>
                  <a:lnTo>
                    <a:pt x="155" y="852"/>
                  </a:lnTo>
                  <a:lnTo>
                    <a:pt x="159" y="852"/>
                  </a:lnTo>
                  <a:lnTo>
                    <a:pt x="161" y="852"/>
                  </a:lnTo>
                  <a:lnTo>
                    <a:pt x="165" y="852"/>
                  </a:lnTo>
                  <a:lnTo>
                    <a:pt x="167" y="852"/>
                  </a:lnTo>
                  <a:lnTo>
                    <a:pt x="171" y="852"/>
                  </a:lnTo>
                  <a:lnTo>
                    <a:pt x="174" y="852"/>
                  </a:lnTo>
                  <a:lnTo>
                    <a:pt x="178" y="852"/>
                  </a:lnTo>
                  <a:lnTo>
                    <a:pt x="182" y="852"/>
                  </a:lnTo>
                  <a:lnTo>
                    <a:pt x="186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6" y="852"/>
                  </a:lnTo>
                  <a:lnTo>
                    <a:pt x="212" y="852"/>
                  </a:lnTo>
                  <a:lnTo>
                    <a:pt x="218" y="852"/>
                  </a:lnTo>
                  <a:lnTo>
                    <a:pt x="225" y="852"/>
                  </a:lnTo>
                  <a:lnTo>
                    <a:pt x="232" y="852"/>
                  </a:lnTo>
                  <a:lnTo>
                    <a:pt x="239" y="852"/>
                  </a:lnTo>
                  <a:lnTo>
                    <a:pt x="248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7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2" y="852"/>
                  </a:lnTo>
                  <a:lnTo>
                    <a:pt x="341" y="852"/>
                  </a:lnTo>
                  <a:lnTo>
                    <a:pt x="350" y="852"/>
                  </a:lnTo>
                  <a:lnTo>
                    <a:pt x="359" y="852"/>
                  </a:lnTo>
                  <a:lnTo>
                    <a:pt x="367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90" y="852"/>
                  </a:lnTo>
                  <a:lnTo>
                    <a:pt x="396" y="852"/>
                  </a:lnTo>
                  <a:lnTo>
                    <a:pt x="403" y="852"/>
                  </a:lnTo>
                  <a:lnTo>
                    <a:pt x="409" y="852"/>
                  </a:lnTo>
                  <a:lnTo>
                    <a:pt x="415" y="852"/>
                  </a:lnTo>
                  <a:lnTo>
                    <a:pt x="421" y="852"/>
                  </a:lnTo>
                  <a:lnTo>
                    <a:pt x="427" y="852"/>
                  </a:lnTo>
                  <a:lnTo>
                    <a:pt x="433" y="852"/>
                  </a:lnTo>
                  <a:lnTo>
                    <a:pt x="439" y="852"/>
                  </a:lnTo>
                  <a:lnTo>
                    <a:pt x="445" y="852"/>
                  </a:lnTo>
                  <a:lnTo>
                    <a:pt x="451" y="852"/>
                  </a:lnTo>
                  <a:lnTo>
                    <a:pt x="458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2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6" y="852"/>
                  </a:lnTo>
                  <a:lnTo>
                    <a:pt x="614" y="852"/>
                  </a:lnTo>
                  <a:lnTo>
                    <a:pt x="622" y="852"/>
                  </a:lnTo>
                  <a:lnTo>
                    <a:pt x="629" y="852"/>
                  </a:lnTo>
                  <a:lnTo>
                    <a:pt x="636" y="852"/>
                  </a:lnTo>
                  <a:lnTo>
                    <a:pt x="642" y="852"/>
                  </a:lnTo>
                  <a:lnTo>
                    <a:pt x="648" y="852"/>
                  </a:lnTo>
                  <a:lnTo>
                    <a:pt x="653" y="852"/>
                  </a:lnTo>
                  <a:lnTo>
                    <a:pt x="659" y="852"/>
                  </a:lnTo>
                  <a:lnTo>
                    <a:pt x="664" y="852"/>
                  </a:lnTo>
                  <a:lnTo>
                    <a:pt x="667" y="852"/>
                  </a:lnTo>
                  <a:lnTo>
                    <a:pt x="672" y="852"/>
                  </a:lnTo>
                  <a:lnTo>
                    <a:pt x="676" y="852"/>
                  </a:lnTo>
                  <a:lnTo>
                    <a:pt x="679" y="852"/>
                  </a:lnTo>
                  <a:lnTo>
                    <a:pt x="683" y="852"/>
                  </a:lnTo>
                  <a:lnTo>
                    <a:pt x="686" y="852"/>
                  </a:lnTo>
                  <a:lnTo>
                    <a:pt x="689" y="852"/>
                  </a:lnTo>
                  <a:lnTo>
                    <a:pt x="692" y="852"/>
                  </a:lnTo>
                  <a:lnTo>
                    <a:pt x="695" y="852"/>
                  </a:lnTo>
                  <a:lnTo>
                    <a:pt x="698" y="852"/>
                  </a:lnTo>
                  <a:lnTo>
                    <a:pt x="701" y="852"/>
                  </a:lnTo>
                  <a:lnTo>
                    <a:pt x="704" y="852"/>
                  </a:lnTo>
                  <a:lnTo>
                    <a:pt x="707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8" y="852"/>
                  </a:lnTo>
                  <a:lnTo>
                    <a:pt x="721" y="852"/>
                  </a:lnTo>
                  <a:lnTo>
                    <a:pt x="725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6" y="852"/>
                  </a:lnTo>
                  <a:lnTo>
                    <a:pt x="739" y="852"/>
                  </a:lnTo>
                  <a:lnTo>
                    <a:pt x="742" y="852"/>
                  </a:lnTo>
                  <a:lnTo>
                    <a:pt x="745" y="851"/>
                  </a:lnTo>
                  <a:lnTo>
                    <a:pt x="748" y="851"/>
                  </a:lnTo>
                  <a:lnTo>
                    <a:pt x="750" y="851"/>
                  </a:lnTo>
                  <a:lnTo>
                    <a:pt x="753" y="851"/>
                  </a:lnTo>
                  <a:lnTo>
                    <a:pt x="755" y="851"/>
                  </a:lnTo>
                  <a:lnTo>
                    <a:pt x="757" y="850"/>
                  </a:lnTo>
                  <a:lnTo>
                    <a:pt x="760" y="850"/>
                  </a:lnTo>
                  <a:lnTo>
                    <a:pt x="761" y="848"/>
                  </a:lnTo>
                  <a:lnTo>
                    <a:pt x="763" y="848"/>
                  </a:lnTo>
                  <a:lnTo>
                    <a:pt x="766" y="847"/>
                  </a:lnTo>
                  <a:lnTo>
                    <a:pt x="767" y="846"/>
                  </a:lnTo>
                  <a:lnTo>
                    <a:pt x="769" y="845"/>
                  </a:lnTo>
                  <a:lnTo>
                    <a:pt x="772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8" y="840"/>
                  </a:lnTo>
                  <a:lnTo>
                    <a:pt x="780" y="838"/>
                  </a:lnTo>
                  <a:lnTo>
                    <a:pt x="783" y="835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90" y="829"/>
                  </a:lnTo>
                  <a:lnTo>
                    <a:pt x="793" y="826"/>
                  </a:lnTo>
                  <a:lnTo>
                    <a:pt x="796" y="823"/>
                  </a:lnTo>
                  <a:lnTo>
                    <a:pt x="799" y="820"/>
                  </a:lnTo>
                  <a:lnTo>
                    <a:pt x="803" y="816"/>
                  </a:lnTo>
                  <a:lnTo>
                    <a:pt x="807" y="812"/>
                  </a:lnTo>
                  <a:lnTo>
                    <a:pt x="810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1" y="798"/>
                  </a:lnTo>
                  <a:lnTo>
                    <a:pt x="825" y="794"/>
                  </a:lnTo>
                  <a:lnTo>
                    <a:pt x="827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7" y="781"/>
                  </a:lnTo>
                  <a:lnTo>
                    <a:pt x="839" y="779"/>
                  </a:lnTo>
                  <a:lnTo>
                    <a:pt x="840" y="776"/>
                  </a:lnTo>
                  <a:lnTo>
                    <a:pt x="843" y="774"/>
                  </a:lnTo>
                  <a:lnTo>
                    <a:pt x="844" y="773"/>
                  </a:lnTo>
                  <a:lnTo>
                    <a:pt x="845" y="770"/>
                  </a:lnTo>
                  <a:lnTo>
                    <a:pt x="846" y="768"/>
                  </a:lnTo>
                  <a:lnTo>
                    <a:pt x="847" y="767"/>
                  </a:lnTo>
                  <a:lnTo>
                    <a:pt x="849" y="764"/>
                  </a:lnTo>
                  <a:lnTo>
                    <a:pt x="849" y="762"/>
                  </a:lnTo>
                  <a:lnTo>
                    <a:pt x="850" y="761"/>
                  </a:lnTo>
                  <a:lnTo>
                    <a:pt x="850" y="758"/>
                  </a:lnTo>
                  <a:lnTo>
                    <a:pt x="851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2" y="749"/>
                  </a:lnTo>
                  <a:lnTo>
                    <a:pt x="852" y="746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4"/>
                  </a:lnTo>
                  <a:lnTo>
                    <a:pt x="852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1" y="95"/>
                  </a:lnTo>
                  <a:lnTo>
                    <a:pt x="850" y="92"/>
                  </a:lnTo>
                  <a:lnTo>
                    <a:pt x="850" y="91"/>
                  </a:lnTo>
                  <a:lnTo>
                    <a:pt x="849" y="89"/>
                  </a:lnTo>
                  <a:lnTo>
                    <a:pt x="849" y="86"/>
                  </a:lnTo>
                  <a:lnTo>
                    <a:pt x="847" y="85"/>
                  </a:lnTo>
                  <a:lnTo>
                    <a:pt x="846" y="83"/>
                  </a:lnTo>
                  <a:lnTo>
                    <a:pt x="845" y="80"/>
                  </a:lnTo>
                  <a:lnTo>
                    <a:pt x="844" y="79"/>
                  </a:lnTo>
                  <a:lnTo>
                    <a:pt x="843" y="77"/>
                  </a:lnTo>
                  <a:lnTo>
                    <a:pt x="840" y="74"/>
                  </a:lnTo>
                  <a:lnTo>
                    <a:pt x="839" y="72"/>
                  </a:lnTo>
                  <a:lnTo>
                    <a:pt x="837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5" y="56"/>
                  </a:lnTo>
                  <a:lnTo>
                    <a:pt x="821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10" y="42"/>
                  </a:lnTo>
                  <a:lnTo>
                    <a:pt x="807" y="38"/>
                  </a:lnTo>
                  <a:lnTo>
                    <a:pt x="803" y="35"/>
                  </a:lnTo>
                  <a:lnTo>
                    <a:pt x="799" y="31"/>
                  </a:lnTo>
                  <a:lnTo>
                    <a:pt x="796" y="29"/>
                  </a:lnTo>
                  <a:lnTo>
                    <a:pt x="793" y="25"/>
                  </a:lnTo>
                  <a:lnTo>
                    <a:pt x="790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3" y="15"/>
                  </a:lnTo>
                  <a:lnTo>
                    <a:pt x="780" y="13"/>
                  </a:lnTo>
                  <a:lnTo>
                    <a:pt x="778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2" y="7"/>
                  </a:lnTo>
                  <a:lnTo>
                    <a:pt x="769" y="6"/>
                  </a:lnTo>
                  <a:lnTo>
                    <a:pt x="767" y="5"/>
                  </a:lnTo>
                  <a:lnTo>
                    <a:pt x="766" y="3"/>
                  </a:lnTo>
                  <a:lnTo>
                    <a:pt x="763" y="3"/>
                  </a:lnTo>
                  <a:lnTo>
                    <a:pt x="761" y="2"/>
                  </a:lnTo>
                  <a:lnTo>
                    <a:pt x="760" y="2"/>
                  </a:lnTo>
                  <a:lnTo>
                    <a:pt x="757" y="1"/>
                  </a:lnTo>
                  <a:lnTo>
                    <a:pt x="755" y="1"/>
                  </a:lnTo>
                  <a:lnTo>
                    <a:pt x="753" y="1"/>
                  </a:lnTo>
                  <a:lnTo>
                    <a:pt x="750" y="0"/>
                  </a:lnTo>
                  <a:lnTo>
                    <a:pt x="748" y="0"/>
                  </a:lnTo>
                  <a:lnTo>
                    <a:pt x="745" y="0"/>
                  </a:lnTo>
                  <a:lnTo>
                    <a:pt x="742" y="0"/>
                  </a:lnTo>
                  <a:lnTo>
                    <a:pt x="739" y="0"/>
                  </a:lnTo>
                  <a:lnTo>
                    <a:pt x="736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5" y="0"/>
                  </a:lnTo>
                  <a:lnTo>
                    <a:pt x="721" y="0"/>
                  </a:lnTo>
                  <a:lnTo>
                    <a:pt x="718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7" y="0"/>
                  </a:lnTo>
                  <a:lnTo>
                    <a:pt x="704" y="0"/>
                  </a:lnTo>
                  <a:lnTo>
                    <a:pt x="702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4" y="0"/>
                  </a:lnTo>
                  <a:lnTo>
                    <a:pt x="691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3" y="0"/>
                  </a:lnTo>
                  <a:lnTo>
                    <a:pt x="680" y="0"/>
                  </a:lnTo>
                  <a:lnTo>
                    <a:pt x="677" y="0"/>
                  </a:lnTo>
                  <a:lnTo>
                    <a:pt x="674" y="0"/>
                  </a:lnTo>
                  <a:lnTo>
                    <a:pt x="671" y="0"/>
                  </a:lnTo>
                  <a:lnTo>
                    <a:pt x="667" y="0"/>
                  </a:lnTo>
                  <a:lnTo>
                    <a:pt x="664" y="0"/>
                  </a:lnTo>
                  <a:lnTo>
                    <a:pt x="660" y="0"/>
                  </a:lnTo>
                  <a:lnTo>
                    <a:pt x="656" y="0"/>
                  </a:lnTo>
                  <a:lnTo>
                    <a:pt x="652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7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6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8" y="0"/>
                  </a:lnTo>
                  <a:lnTo>
                    <a:pt x="552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9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7" y="0"/>
                  </a:lnTo>
                  <a:lnTo>
                    <a:pt x="523" y="0"/>
                  </a:lnTo>
                  <a:lnTo>
                    <a:pt x="521" y="0"/>
                  </a:lnTo>
                  <a:lnTo>
                    <a:pt x="517" y="0"/>
                  </a:lnTo>
                  <a:lnTo>
                    <a:pt x="515" y="0"/>
                  </a:lnTo>
                  <a:lnTo>
                    <a:pt x="511" y="0"/>
                  </a:lnTo>
                  <a:lnTo>
                    <a:pt x="509" y="0"/>
                  </a:lnTo>
                  <a:lnTo>
                    <a:pt x="506" y="0"/>
                  </a:lnTo>
                  <a:lnTo>
                    <a:pt x="504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5" y="0"/>
                  </a:lnTo>
                  <a:lnTo>
                    <a:pt x="493" y="0"/>
                  </a:lnTo>
                  <a:lnTo>
                    <a:pt x="489" y="0"/>
                  </a:lnTo>
                  <a:lnTo>
                    <a:pt x="487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7" y="0"/>
                  </a:lnTo>
                  <a:lnTo>
                    <a:pt x="474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80" name="Freeform 215">
              <a:extLst>
                <a:ext uri="{FF2B5EF4-FFF2-40B4-BE49-F238E27FC236}">
                  <a16:creationId xmlns:a16="http://schemas.microsoft.com/office/drawing/2014/main" id="{420865F7-B67D-4E75-A250-3118A3D3F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946"/>
              <a:ext cx="432" cy="132"/>
            </a:xfrm>
            <a:custGeom>
              <a:avLst/>
              <a:gdLst>
                <a:gd name="T0" fmla="*/ 0 w 865"/>
                <a:gd name="T1" fmla="*/ 0 h 265"/>
                <a:gd name="T2" fmla="*/ 0 w 865"/>
                <a:gd name="T3" fmla="*/ 0 h 265"/>
                <a:gd name="T4" fmla="*/ 0 w 865"/>
                <a:gd name="T5" fmla="*/ 0 h 265"/>
                <a:gd name="T6" fmla="*/ 0 w 865"/>
                <a:gd name="T7" fmla="*/ 0 h 265"/>
                <a:gd name="T8" fmla="*/ 0 w 865"/>
                <a:gd name="T9" fmla="*/ 0 h 265"/>
                <a:gd name="T10" fmla="*/ 0 w 865"/>
                <a:gd name="T11" fmla="*/ 0 h 265"/>
                <a:gd name="T12" fmla="*/ 0 w 865"/>
                <a:gd name="T13" fmla="*/ 0 h 265"/>
                <a:gd name="T14" fmla="*/ 0 w 865"/>
                <a:gd name="T15" fmla="*/ 0 h 265"/>
                <a:gd name="T16" fmla="*/ 0 w 865"/>
                <a:gd name="T17" fmla="*/ 0 h 265"/>
                <a:gd name="T18" fmla="*/ 0 w 865"/>
                <a:gd name="T19" fmla="*/ 0 h 265"/>
                <a:gd name="T20" fmla="*/ 0 w 865"/>
                <a:gd name="T21" fmla="*/ 0 h 265"/>
                <a:gd name="T22" fmla="*/ 0 w 865"/>
                <a:gd name="T23" fmla="*/ 0 h 265"/>
                <a:gd name="T24" fmla="*/ 0 w 865"/>
                <a:gd name="T25" fmla="*/ 0 h 265"/>
                <a:gd name="T26" fmla="*/ 0 w 865"/>
                <a:gd name="T27" fmla="*/ 0 h 265"/>
                <a:gd name="T28" fmla="*/ 0 w 865"/>
                <a:gd name="T29" fmla="*/ 0 h 265"/>
                <a:gd name="T30" fmla="*/ 0 w 865"/>
                <a:gd name="T31" fmla="*/ 0 h 265"/>
                <a:gd name="T32" fmla="*/ 0 w 865"/>
                <a:gd name="T33" fmla="*/ 0 h 265"/>
                <a:gd name="T34" fmla="*/ 0 w 865"/>
                <a:gd name="T35" fmla="*/ 0 h 265"/>
                <a:gd name="T36" fmla="*/ 0 w 865"/>
                <a:gd name="T37" fmla="*/ 0 h 265"/>
                <a:gd name="T38" fmla="*/ 0 w 865"/>
                <a:gd name="T39" fmla="*/ 0 h 265"/>
                <a:gd name="T40" fmla="*/ 0 w 865"/>
                <a:gd name="T41" fmla="*/ 0 h 265"/>
                <a:gd name="T42" fmla="*/ 0 w 865"/>
                <a:gd name="T43" fmla="*/ 0 h 265"/>
                <a:gd name="T44" fmla="*/ 0 w 865"/>
                <a:gd name="T45" fmla="*/ 0 h 265"/>
                <a:gd name="T46" fmla="*/ 0 w 865"/>
                <a:gd name="T47" fmla="*/ 0 h 265"/>
                <a:gd name="T48" fmla="*/ 0 w 865"/>
                <a:gd name="T49" fmla="*/ 0 h 265"/>
                <a:gd name="T50" fmla="*/ 0 w 865"/>
                <a:gd name="T51" fmla="*/ 0 h 265"/>
                <a:gd name="T52" fmla="*/ 0 w 865"/>
                <a:gd name="T53" fmla="*/ 0 h 265"/>
                <a:gd name="T54" fmla="*/ 0 w 865"/>
                <a:gd name="T55" fmla="*/ 0 h 265"/>
                <a:gd name="T56" fmla="*/ 0 w 865"/>
                <a:gd name="T57" fmla="*/ 0 h 265"/>
                <a:gd name="T58" fmla="*/ 0 w 865"/>
                <a:gd name="T59" fmla="*/ 0 h 265"/>
                <a:gd name="T60" fmla="*/ 0 w 865"/>
                <a:gd name="T61" fmla="*/ 0 h 265"/>
                <a:gd name="T62" fmla="*/ 0 w 865"/>
                <a:gd name="T63" fmla="*/ 0 h 265"/>
                <a:gd name="T64" fmla="*/ 0 w 865"/>
                <a:gd name="T65" fmla="*/ 0 h 265"/>
                <a:gd name="T66" fmla="*/ 0 w 865"/>
                <a:gd name="T67" fmla="*/ 0 h 265"/>
                <a:gd name="T68" fmla="*/ 0 w 865"/>
                <a:gd name="T69" fmla="*/ 0 h 265"/>
                <a:gd name="T70" fmla="*/ 0 w 865"/>
                <a:gd name="T71" fmla="*/ 0 h 265"/>
                <a:gd name="T72" fmla="*/ 0 w 865"/>
                <a:gd name="T73" fmla="*/ 0 h 265"/>
                <a:gd name="T74" fmla="*/ 0 w 865"/>
                <a:gd name="T75" fmla="*/ 0 h 265"/>
                <a:gd name="T76" fmla="*/ 0 w 865"/>
                <a:gd name="T77" fmla="*/ 0 h 265"/>
                <a:gd name="T78" fmla="*/ 0 w 865"/>
                <a:gd name="T79" fmla="*/ 0 h 265"/>
                <a:gd name="T80" fmla="*/ 0 w 865"/>
                <a:gd name="T81" fmla="*/ 0 h 265"/>
                <a:gd name="T82" fmla="*/ 0 w 865"/>
                <a:gd name="T83" fmla="*/ 0 h 265"/>
                <a:gd name="T84" fmla="*/ 0 w 865"/>
                <a:gd name="T85" fmla="*/ 0 h 265"/>
                <a:gd name="T86" fmla="*/ 0 w 865"/>
                <a:gd name="T87" fmla="*/ 0 h 265"/>
                <a:gd name="T88" fmla="*/ 0 w 865"/>
                <a:gd name="T89" fmla="*/ 0 h 26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865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2"/>
                  </a:lnTo>
                  <a:lnTo>
                    <a:pt x="3" y="96"/>
                  </a:lnTo>
                  <a:lnTo>
                    <a:pt x="6" y="90"/>
                  </a:lnTo>
                  <a:lnTo>
                    <a:pt x="8" y="84"/>
                  </a:lnTo>
                  <a:lnTo>
                    <a:pt x="9" y="78"/>
                  </a:lnTo>
                  <a:lnTo>
                    <a:pt x="13" y="72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38" y="0"/>
                  </a:lnTo>
                  <a:lnTo>
                    <a:pt x="744" y="0"/>
                  </a:lnTo>
                  <a:lnTo>
                    <a:pt x="751" y="2"/>
                  </a:lnTo>
                  <a:lnTo>
                    <a:pt x="757" y="2"/>
                  </a:lnTo>
                  <a:lnTo>
                    <a:pt x="763" y="3"/>
                  </a:lnTo>
                  <a:lnTo>
                    <a:pt x="769" y="4"/>
                  </a:lnTo>
                  <a:lnTo>
                    <a:pt x="775" y="6"/>
                  </a:lnTo>
                  <a:lnTo>
                    <a:pt x="781" y="8"/>
                  </a:lnTo>
                  <a:lnTo>
                    <a:pt x="787" y="10"/>
                  </a:lnTo>
                  <a:lnTo>
                    <a:pt x="793" y="14"/>
                  </a:lnTo>
                  <a:lnTo>
                    <a:pt x="798" y="16"/>
                  </a:lnTo>
                  <a:lnTo>
                    <a:pt x="804" y="18"/>
                  </a:lnTo>
                  <a:lnTo>
                    <a:pt x="808" y="22"/>
                  </a:lnTo>
                  <a:lnTo>
                    <a:pt x="813" y="26"/>
                  </a:lnTo>
                  <a:lnTo>
                    <a:pt x="818" y="29"/>
                  </a:lnTo>
                  <a:lnTo>
                    <a:pt x="823" y="34"/>
                  </a:lnTo>
                  <a:lnTo>
                    <a:pt x="828" y="38"/>
                  </a:lnTo>
                  <a:lnTo>
                    <a:pt x="831" y="42"/>
                  </a:lnTo>
                  <a:lnTo>
                    <a:pt x="836" y="47"/>
                  </a:lnTo>
                  <a:lnTo>
                    <a:pt x="840" y="52"/>
                  </a:lnTo>
                  <a:lnTo>
                    <a:pt x="843" y="57"/>
                  </a:lnTo>
                  <a:lnTo>
                    <a:pt x="847" y="62"/>
                  </a:lnTo>
                  <a:lnTo>
                    <a:pt x="849" y="68"/>
                  </a:lnTo>
                  <a:lnTo>
                    <a:pt x="853" y="72"/>
                  </a:lnTo>
                  <a:lnTo>
                    <a:pt x="855" y="78"/>
                  </a:lnTo>
                  <a:lnTo>
                    <a:pt x="858" y="84"/>
                  </a:lnTo>
                  <a:lnTo>
                    <a:pt x="859" y="90"/>
                  </a:lnTo>
                  <a:lnTo>
                    <a:pt x="861" y="96"/>
                  </a:lnTo>
                  <a:lnTo>
                    <a:pt x="863" y="102"/>
                  </a:lnTo>
                  <a:lnTo>
                    <a:pt x="864" y="109"/>
                  </a:lnTo>
                  <a:lnTo>
                    <a:pt x="865" y="116"/>
                  </a:lnTo>
                  <a:lnTo>
                    <a:pt x="865" y="122"/>
                  </a:lnTo>
                  <a:lnTo>
                    <a:pt x="865" y="128"/>
                  </a:lnTo>
                  <a:lnTo>
                    <a:pt x="865" y="137"/>
                  </a:lnTo>
                  <a:lnTo>
                    <a:pt x="865" y="143"/>
                  </a:lnTo>
                  <a:lnTo>
                    <a:pt x="865" y="151"/>
                  </a:lnTo>
                  <a:lnTo>
                    <a:pt x="864" y="157"/>
                  </a:lnTo>
                  <a:lnTo>
                    <a:pt x="863" y="163"/>
                  </a:lnTo>
                  <a:lnTo>
                    <a:pt x="861" y="169"/>
                  </a:lnTo>
                  <a:lnTo>
                    <a:pt x="859" y="175"/>
                  </a:lnTo>
                  <a:lnTo>
                    <a:pt x="858" y="181"/>
                  </a:lnTo>
                  <a:lnTo>
                    <a:pt x="855" y="187"/>
                  </a:lnTo>
                  <a:lnTo>
                    <a:pt x="853" y="193"/>
                  </a:lnTo>
                  <a:lnTo>
                    <a:pt x="849" y="197"/>
                  </a:lnTo>
                  <a:lnTo>
                    <a:pt x="847" y="203"/>
                  </a:lnTo>
                  <a:lnTo>
                    <a:pt x="843" y="208"/>
                  </a:lnTo>
                  <a:lnTo>
                    <a:pt x="840" y="213"/>
                  </a:lnTo>
                  <a:lnTo>
                    <a:pt x="836" y="218"/>
                  </a:lnTo>
                  <a:lnTo>
                    <a:pt x="831" y="223"/>
                  </a:lnTo>
                  <a:lnTo>
                    <a:pt x="828" y="228"/>
                  </a:lnTo>
                  <a:lnTo>
                    <a:pt x="823" y="231"/>
                  </a:lnTo>
                  <a:lnTo>
                    <a:pt x="818" y="236"/>
                  </a:lnTo>
                  <a:lnTo>
                    <a:pt x="813" y="240"/>
                  </a:lnTo>
                  <a:lnTo>
                    <a:pt x="808" y="243"/>
                  </a:lnTo>
                  <a:lnTo>
                    <a:pt x="804" y="247"/>
                  </a:lnTo>
                  <a:lnTo>
                    <a:pt x="798" y="249"/>
                  </a:lnTo>
                  <a:lnTo>
                    <a:pt x="793" y="253"/>
                  </a:lnTo>
                  <a:lnTo>
                    <a:pt x="787" y="255"/>
                  </a:lnTo>
                  <a:lnTo>
                    <a:pt x="781" y="258"/>
                  </a:lnTo>
                  <a:lnTo>
                    <a:pt x="775" y="259"/>
                  </a:lnTo>
                  <a:lnTo>
                    <a:pt x="769" y="261"/>
                  </a:lnTo>
                  <a:lnTo>
                    <a:pt x="763" y="262"/>
                  </a:lnTo>
                  <a:lnTo>
                    <a:pt x="757" y="264"/>
                  </a:lnTo>
                  <a:lnTo>
                    <a:pt x="751" y="264"/>
                  </a:lnTo>
                  <a:lnTo>
                    <a:pt x="744" y="265"/>
                  </a:lnTo>
                  <a:lnTo>
                    <a:pt x="738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3"/>
                  </a:lnTo>
                  <a:lnTo>
                    <a:pt x="15" y="197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81" name="Rectangle 219">
              <a:extLst>
                <a:ext uri="{FF2B5EF4-FFF2-40B4-BE49-F238E27FC236}">
                  <a16:creationId xmlns:a16="http://schemas.microsoft.com/office/drawing/2014/main" id="{D2CE6438-A070-42EE-9DF1-FA76478A7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3535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5282" name="Rectangle 220">
              <a:extLst>
                <a:ext uri="{FF2B5EF4-FFF2-40B4-BE49-F238E27FC236}">
                  <a16:creationId xmlns:a16="http://schemas.microsoft.com/office/drawing/2014/main" id="{EE452DBF-1E17-4BD2-A818-9D349F850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7" y="359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cxnSp>
        <p:nvCxnSpPr>
          <p:cNvPr id="95235" name="Straight Connector 2">
            <a:extLst>
              <a:ext uri="{FF2B5EF4-FFF2-40B4-BE49-F238E27FC236}">
                <a16:creationId xmlns:a16="http://schemas.microsoft.com/office/drawing/2014/main" id="{1E05295D-CD71-4C7C-8B13-6058E125F24E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57200" y="2209800"/>
            <a:ext cx="992188" cy="1017588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95236" name="Group 16">
            <a:extLst>
              <a:ext uri="{FF2B5EF4-FFF2-40B4-BE49-F238E27FC236}">
                <a16:creationId xmlns:a16="http://schemas.microsoft.com/office/drawing/2014/main" id="{055BEA31-66EC-455B-B3AA-D732D7C0B306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3048000"/>
            <a:ext cx="774700" cy="771525"/>
            <a:chOff x="282646" y="3410630"/>
            <a:chExt cx="774571" cy="771325"/>
          </a:xfrm>
        </p:grpSpPr>
        <p:sp>
          <p:nvSpPr>
            <p:cNvPr id="95237" name="TextBox 14">
              <a:extLst>
                <a:ext uri="{FF2B5EF4-FFF2-40B4-BE49-F238E27FC236}">
                  <a16:creationId xmlns:a16="http://schemas.microsoft.com/office/drawing/2014/main" id="{423923C9-0082-4FC6-8321-A881FA3F47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95238" name="TextBox 15">
              <a:extLst>
                <a:ext uri="{FF2B5EF4-FFF2-40B4-BE49-F238E27FC236}">
                  <a16:creationId xmlns:a16="http://schemas.microsoft.com/office/drawing/2014/main" id="{D6FA29E8-09B2-44A6-8690-C4F4D6F3A9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571" y="341063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</p:spTree>
  </p:cSld>
  <p:clrMapOvr>
    <a:masterClrMapping/>
  </p:clrMapOvr>
  <p:transition/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281" name="Group 317">
            <a:extLst>
              <a:ext uri="{FF2B5EF4-FFF2-40B4-BE49-F238E27FC236}">
                <a16:creationId xmlns:a16="http://schemas.microsoft.com/office/drawing/2014/main" id="{BE278D73-89E3-4B99-905B-C9AE1D244DCC}"/>
              </a:ext>
            </a:extLst>
          </p:cNvPr>
          <p:cNvGrpSpPr>
            <a:grpSpLocks/>
          </p:cNvGrpSpPr>
          <p:nvPr/>
        </p:nvGrpSpPr>
        <p:grpSpPr bwMode="auto">
          <a:xfrm>
            <a:off x="685800" y="198438"/>
            <a:ext cx="2270125" cy="2620962"/>
            <a:chOff x="427" y="273"/>
            <a:chExt cx="1430" cy="1651"/>
          </a:xfrm>
        </p:grpSpPr>
        <p:sp>
          <p:nvSpPr>
            <p:cNvPr id="97335" name="Rectangle 170">
              <a:extLst>
                <a:ext uri="{FF2B5EF4-FFF2-40B4-BE49-F238E27FC236}">
                  <a16:creationId xmlns:a16="http://schemas.microsoft.com/office/drawing/2014/main" id="{A621F3AC-9D82-4E7C-8E1D-147C598D4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597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36" name="Line 171">
              <a:extLst>
                <a:ext uri="{FF2B5EF4-FFF2-40B4-BE49-F238E27FC236}">
                  <a16:creationId xmlns:a16="http://schemas.microsoft.com/office/drawing/2014/main" id="{5598E503-A02E-4ACA-9A63-85E52EBD43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850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37" name="Line 172">
              <a:extLst>
                <a:ext uri="{FF2B5EF4-FFF2-40B4-BE49-F238E27FC236}">
                  <a16:creationId xmlns:a16="http://schemas.microsoft.com/office/drawing/2014/main" id="{90003E06-9B1F-402B-9A7A-EAB63E6DE5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38" name="Line 173">
              <a:extLst>
                <a:ext uri="{FF2B5EF4-FFF2-40B4-BE49-F238E27FC236}">
                  <a16:creationId xmlns:a16="http://schemas.microsoft.com/office/drawing/2014/main" id="{5DB5FB4B-E331-493B-A073-C66D3BA0E6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" y="345"/>
              <a:ext cx="253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39" name="Rectangle 175">
              <a:extLst>
                <a:ext uri="{FF2B5EF4-FFF2-40B4-BE49-F238E27FC236}">
                  <a16:creationId xmlns:a16="http://schemas.microsoft.com/office/drawing/2014/main" id="{3BE51A6B-4643-485A-8FDB-E00B30AC4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40" name="Rectangle 176">
              <a:extLst>
                <a:ext uri="{FF2B5EF4-FFF2-40B4-BE49-F238E27FC236}">
                  <a16:creationId xmlns:a16="http://schemas.microsoft.com/office/drawing/2014/main" id="{01C8E7B5-30EE-4CC3-82C1-88F3CAF29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41" name="Rectangle 177">
              <a:extLst>
                <a:ext uri="{FF2B5EF4-FFF2-40B4-BE49-F238E27FC236}">
                  <a16:creationId xmlns:a16="http://schemas.microsoft.com/office/drawing/2014/main" id="{FC4B6713-2E42-4357-8197-FB36A4FA8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42" name="Rectangle 178">
              <a:extLst>
                <a:ext uri="{FF2B5EF4-FFF2-40B4-BE49-F238E27FC236}">
                  <a16:creationId xmlns:a16="http://schemas.microsoft.com/office/drawing/2014/main" id="{F5D5DF1E-987D-4FE9-9E43-D6376D19E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43" name="Rectangle 179">
              <a:extLst>
                <a:ext uri="{FF2B5EF4-FFF2-40B4-BE49-F238E27FC236}">
                  <a16:creationId xmlns:a16="http://schemas.microsoft.com/office/drawing/2014/main" id="{4C1ECE63-0A38-4D7E-86A8-414045E4C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44" name="Rectangle 180">
              <a:extLst>
                <a:ext uri="{FF2B5EF4-FFF2-40B4-BE49-F238E27FC236}">
                  <a16:creationId xmlns:a16="http://schemas.microsoft.com/office/drawing/2014/main" id="{63FC9703-8B49-41AE-8BB1-B907F9083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45" name="Rectangle 181">
              <a:extLst>
                <a:ext uri="{FF2B5EF4-FFF2-40B4-BE49-F238E27FC236}">
                  <a16:creationId xmlns:a16="http://schemas.microsoft.com/office/drawing/2014/main" id="{0755EAA2-CC57-4E98-A564-F8A502768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46" name="Rectangle 182">
              <a:extLst>
                <a:ext uri="{FF2B5EF4-FFF2-40B4-BE49-F238E27FC236}">
                  <a16:creationId xmlns:a16="http://schemas.microsoft.com/office/drawing/2014/main" id="{ECC1E8AF-B989-4974-9062-144C27C42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597"/>
              <a:ext cx="504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47" name="Line 183">
              <a:extLst>
                <a:ext uri="{FF2B5EF4-FFF2-40B4-BE49-F238E27FC236}">
                  <a16:creationId xmlns:a16="http://schemas.microsoft.com/office/drawing/2014/main" id="{4AAA14A1-6FE2-41CB-B3DB-4F8BCC8838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850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48" name="Line 184">
              <a:extLst>
                <a:ext uri="{FF2B5EF4-FFF2-40B4-BE49-F238E27FC236}">
                  <a16:creationId xmlns:a16="http://schemas.microsoft.com/office/drawing/2014/main" id="{CBB830ED-EE5C-4236-AD38-AC3397C257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49" name="Rectangle 185">
              <a:extLst>
                <a:ext uri="{FF2B5EF4-FFF2-40B4-BE49-F238E27FC236}">
                  <a16:creationId xmlns:a16="http://schemas.microsoft.com/office/drawing/2014/main" id="{91EF6029-DF4E-4FD5-BFD8-8AC2D8038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50" name="Rectangle 186">
              <a:extLst>
                <a:ext uri="{FF2B5EF4-FFF2-40B4-BE49-F238E27FC236}">
                  <a16:creationId xmlns:a16="http://schemas.microsoft.com/office/drawing/2014/main" id="{426C0071-B4DC-4E87-A409-1CCAEBD6C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51" name="Rectangle 187">
              <a:extLst>
                <a:ext uri="{FF2B5EF4-FFF2-40B4-BE49-F238E27FC236}">
                  <a16:creationId xmlns:a16="http://schemas.microsoft.com/office/drawing/2014/main" id="{2FE489D4-255C-498C-A91D-524D0F6C2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8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52" name="Rectangle 188">
              <a:extLst>
                <a:ext uri="{FF2B5EF4-FFF2-40B4-BE49-F238E27FC236}">
                  <a16:creationId xmlns:a16="http://schemas.microsoft.com/office/drawing/2014/main" id="{ADE55870-79FA-4029-8AE6-9CA73615F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53" name="Rectangle 189">
              <a:extLst>
                <a:ext uri="{FF2B5EF4-FFF2-40B4-BE49-F238E27FC236}">
                  <a16:creationId xmlns:a16="http://schemas.microsoft.com/office/drawing/2014/main" id="{DBA017BA-E608-454E-975C-04C8A23F8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54" name="Rectangle 190">
              <a:extLst>
                <a:ext uri="{FF2B5EF4-FFF2-40B4-BE49-F238E27FC236}">
                  <a16:creationId xmlns:a16="http://schemas.microsoft.com/office/drawing/2014/main" id="{F71BD556-C464-499A-96B5-601681DEB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55" name="Rectangle 191">
              <a:extLst>
                <a:ext uri="{FF2B5EF4-FFF2-40B4-BE49-F238E27FC236}">
                  <a16:creationId xmlns:a16="http://schemas.microsoft.com/office/drawing/2014/main" id="{90FDFDAC-E49D-48CA-977E-21600E3E5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56" name="Rectangle 192">
              <a:extLst>
                <a:ext uri="{FF2B5EF4-FFF2-40B4-BE49-F238E27FC236}">
                  <a16:creationId xmlns:a16="http://schemas.microsoft.com/office/drawing/2014/main" id="{56D44831-131A-4226-8794-23A71B2CF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57" name="Rectangle 193">
              <a:extLst>
                <a:ext uri="{FF2B5EF4-FFF2-40B4-BE49-F238E27FC236}">
                  <a16:creationId xmlns:a16="http://schemas.microsoft.com/office/drawing/2014/main" id="{2C137757-3727-46AF-BB1A-D9181A071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1114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58" name="Line 194">
              <a:extLst>
                <a:ext uri="{FF2B5EF4-FFF2-40B4-BE49-F238E27FC236}">
                  <a16:creationId xmlns:a16="http://schemas.microsoft.com/office/drawing/2014/main" id="{979B6F08-C584-4F20-B680-B84D701B30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1366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59" name="Line 195">
              <a:extLst>
                <a:ext uri="{FF2B5EF4-FFF2-40B4-BE49-F238E27FC236}">
                  <a16:creationId xmlns:a16="http://schemas.microsoft.com/office/drawing/2014/main" id="{2A54C386-B872-4C1E-858B-1F7B2418AC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60" name="Rectangle 196">
              <a:extLst>
                <a:ext uri="{FF2B5EF4-FFF2-40B4-BE49-F238E27FC236}">
                  <a16:creationId xmlns:a16="http://schemas.microsoft.com/office/drawing/2014/main" id="{62E83E36-13D6-4C09-9D76-A8DE75028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61" name="Rectangle 197">
              <a:extLst>
                <a:ext uri="{FF2B5EF4-FFF2-40B4-BE49-F238E27FC236}">
                  <a16:creationId xmlns:a16="http://schemas.microsoft.com/office/drawing/2014/main" id="{1DA5DDC7-36C2-4EB3-B5A0-B32FC5C0C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1114"/>
              <a:ext cx="504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62" name="Line 198">
              <a:extLst>
                <a:ext uri="{FF2B5EF4-FFF2-40B4-BE49-F238E27FC236}">
                  <a16:creationId xmlns:a16="http://schemas.microsoft.com/office/drawing/2014/main" id="{BFAA93F4-C494-4ACF-BA9A-D4BFA44ED3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1366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63" name="Line 199">
              <a:extLst>
                <a:ext uri="{FF2B5EF4-FFF2-40B4-BE49-F238E27FC236}">
                  <a16:creationId xmlns:a16="http://schemas.microsoft.com/office/drawing/2014/main" id="{CBCDB976-6053-4988-8F86-B7B216392F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64" name="Rectangle 200">
              <a:extLst>
                <a:ext uri="{FF2B5EF4-FFF2-40B4-BE49-F238E27FC236}">
                  <a16:creationId xmlns:a16="http://schemas.microsoft.com/office/drawing/2014/main" id="{4EAB9B75-8319-4EB6-86D1-FDA8E54C3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65" name="Rectangle 201">
              <a:extLst>
                <a:ext uri="{FF2B5EF4-FFF2-40B4-BE49-F238E27FC236}">
                  <a16:creationId xmlns:a16="http://schemas.microsoft.com/office/drawing/2014/main" id="{2E5258AE-A774-4AE4-B5AF-F0AECEE46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66" name="Rectangle 202">
              <a:extLst>
                <a:ext uri="{FF2B5EF4-FFF2-40B4-BE49-F238E27FC236}">
                  <a16:creationId xmlns:a16="http://schemas.microsoft.com/office/drawing/2014/main" id="{223FAA89-90B7-4A09-8B67-E8CFF6554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67" name="Rectangle 203">
              <a:extLst>
                <a:ext uri="{FF2B5EF4-FFF2-40B4-BE49-F238E27FC236}">
                  <a16:creationId xmlns:a16="http://schemas.microsoft.com/office/drawing/2014/main" id="{81FBCE23-6F32-447F-B424-5A3FA6254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68" name="Rectangle 204">
              <a:extLst>
                <a:ext uri="{FF2B5EF4-FFF2-40B4-BE49-F238E27FC236}">
                  <a16:creationId xmlns:a16="http://schemas.microsoft.com/office/drawing/2014/main" id="{2858EEDA-901D-48C9-94AD-D35190486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673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69" name="Rectangle 205">
              <a:extLst>
                <a:ext uri="{FF2B5EF4-FFF2-40B4-BE49-F238E27FC236}">
                  <a16:creationId xmlns:a16="http://schemas.microsoft.com/office/drawing/2014/main" id="{98BB8861-0CC7-452D-B145-CB4CCB022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928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70" name="Rectangle 206">
              <a:extLst>
                <a:ext uri="{FF2B5EF4-FFF2-40B4-BE49-F238E27FC236}">
                  <a16:creationId xmlns:a16="http://schemas.microsoft.com/office/drawing/2014/main" id="{4CE3E10F-713F-4A59-9B33-851B56594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184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71" name="Freeform 207">
              <a:extLst>
                <a:ext uri="{FF2B5EF4-FFF2-40B4-BE49-F238E27FC236}">
                  <a16:creationId xmlns:a16="http://schemas.microsoft.com/office/drawing/2014/main" id="{6ECFD781-345B-4268-871E-A07823FD3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640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8" y="0"/>
                  </a:moveTo>
                  <a:lnTo>
                    <a:pt x="465" y="0"/>
                  </a:lnTo>
                  <a:lnTo>
                    <a:pt x="461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4" y="0"/>
                  </a:lnTo>
                  <a:lnTo>
                    <a:pt x="442" y="0"/>
                  </a:lnTo>
                  <a:lnTo>
                    <a:pt x="438" y="0"/>
                  </a:lnTo>
                  <a:lnTo>
                    <a:pt x="436" y="0"/>
                  </a:lnTo>
                  <a:lnTo>
                    <a:pt x="432" y="0"/>
                  </a:lnTo>
                  <a:lnTo>
                    <a:pt x="430" y="0"/>
                  </a:lnTo>
                  <a:lnTo>
                    <a:pt x="426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7" y="0"/>
                  </a:lnTo>
                  <a:lnTo>
                    <a:pt x="402" y="0"/>
                  </a:lnTo>
                  <a:lnTo>
                    <a:pt x="397" y="0"/>
                  </a:lnTo>
                  <a:lnTo>
                    <a:pt x="391" y="0"/>
                  </a:lnTo>
                  <a:lnTo>
                    <a:pt x="385" y="0"/>
                  </a:lnTo>
                  <a:lnTo>
                    <a:pt x="379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49" y="0"/>
                  </a:lnTo>
                  <a:lnTo>
                    <a:pt x="341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6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7" y="0"/>
                  </a:lnTo>
                  <a:lnTo>
                    <a:pt x="239" y="0"/>
                  </a:lnTo>
                  <a:lnTo>
                    <a:pt x="230" y="0"/>
                  </a:lnTo>
                  <a:lnTo>
                    <a:pt x="223" y="0"/>
                  </a:lnTo>
                  <a:lnTo>
                    <a:pt x="217" y="0"/>
                  </a:lnTo>
                  <a:lnTo>
                    <a:pt x="211" y="0"/>
                  </a:lnTo>
                  <a:lnTo>
                    <a:pt x="205" y="0"/>
                  </a:lnTo>
                  <a:lnTo>
                    <a:pt x="199" y="0"/>
                  </a:lnTo>
                  <a:lnTo>
                    <a:pt x="194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4" y="0"/>
                  </a:lnTo>
                  <a:lnTo>
                    <a:pt x="170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1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5" y="0"/>
                  </a:lnTo>
                  <a:lnTo>
                    <a:pt x="132" y="0"/>
                  </a:lnTo>
                  <a:lnTo>
                    <a:pt x="128" y="0"/>
                  </a:lnTo>
                  <a:lnTo>
                    <a:pt x="123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0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3" y="1"/>
                  </a:lnTo>
                  <a:lnTo>
                    <a:pt x="101" y="1"/>
                  </a:lnTo>
                  <a:lnTo>
                    <a:pt x="98" y="2"/>
                  </a:lnTo>
                  <a:lnTo>
                    <a:pt x="96" y="2"/>
                  </a:lnTo>
                  <a:lnTo>
                    <a:pt x="93" y="2"/>
                  </a:lnTo>
                  <a:lnTo>
                    <a:pt x="91" y="3"/>
                  </a:lnTo>
                  <a:lnTo>
                    <a:pt x="90" y="3"/>
                  </a:lnTo>
                  <a:lnTo>
                    <a:pt x="87" y="5"/>
                  </a:lnTo>
                  <a:lnTo>
                    <a:pt x="85" y="6"/>
                  </a:lnTo>
                  <a:lnTo>
                    <a:pt x="84" y="7"/>
                  </a:lnTo>
                  <a:lnTo>
                    <a:pt x="81" y="8"/>
                  </a:lnTo>
                  <a:lnTo>
                    <a:pt x="79" y="10"/>
                  </a:lnTo>
                  <a:lnTo>
                    <a:pt x="78" y="11"/>
                  </a:lnTo>
                  <a:lnTo>
                    <a:pt x="75" y="12"/>
                  </a:lnTo>
                  <a:lnTo>
                    <a:pt x="73" y="14"/>
                  </a:lnTo>
                  <a:lnTo>
                    <a:pt x="71" y="17"/>
                  </a:lnTo>
                  <a:lnTo>
                    <a:pt x="68" y="18"/>
                  </a:lnTo>
                  <a:lnTo>
                    <a:pt x="66" y="20"/>
                  </a:lnTo>
                  <a:lnTo>
                    <a:pt x="63" y="23"/>
                  </a:lnTo>
                  <a:lnTo>
                    <a:pt x="60" y="26"/>
                  </a:lnTo>
                  <a:lnTo>
                    <a:pt x="57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6" y="40"/>
                  </a:lnTo>
                  <a:lnTo>
                    <a:pt x="43" y="43"/>
                  </a:lnTo>
                  <a:lnTo>
                    <a:pt x="39" y="47"/>
                  </a:lnTo>
                  <a:lnTo>
                    <a:pt x="36" y="50"/>
                  </a:lnTo>
                  <a:lnTo>
                    <a:pt x="32" y="54"/>
                  </a:lnTo>
                  <a:lnTo>
                    <a:pt x="28" y="58"/>
                  </a:lnTo>
                  <a:lnTo>
                    <a:pt x="26" y="60"/>
                  </a:lnTo>
                  <a:lnTo>
                    <a:pt x="22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0" y="77"/>
                  </a:lnTo>
                  <a:lnTo>
                    <a:pt x="9" y="79"/>
                  </a:lnTo>
                  <a:lnTo>
                    <a:pt x="8" y="82"/>
                  </a:lnTo>
                  <a:lnTo>
                    <a:pt x="7" y="84"/>
                  </a:lnTo>
                  <a:lnTo>
                    <a:pt x="6" y="85"/>
                  </a:lnTo>
                  <a:lnTo>
                    <a:pt x="4" y="88"/>
                  </a:lnTo>
                  <a:lnTo>
                    <a:pt x="3" y="90"/>
                  </a:lnTo>
                  <a:lnTo>
                    <a:pt x="3" y="91"/>
                  </a:lnTo>
                  <a:lnTo>
                    <a:pt x="2" y="94"/>
                  </a:lnTo>
                  <a:lnTo>
                    <a:pt x="2" y="96"/>
                  </a:lnTo>
                  <a:lnTo>
                    <a:pt x="2" y="98"/>
                  </a:lnTo>
                  <a:lnTo>
                    <a:pt x="1" y="101"/>
                  </a:lnTo>
                  <a:lnTo>
                    <a:pt x="1" y="103"/>
                  </a:lnTo>
                  <a:lnTo>
                    <a:pt x="1" y="106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4"/>
                  </a:lnTo>
                  <a:lnTo>
                    <a:pt x="1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1" y="736"/>
                  </a:lnTo>
                  <a:lnTo>
                    <a:pt x="1" y="739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8"/>
                  </a:lnTo>
                  <a:lnTo>
                    <a:pt x="1" y="750"/>
                  </a:lnTo>
                  <a:lnTo>
                    <a:pt x="1" y="752"/>
                  </a:lnTo>
                  <a:lnTo>
                    <a:pt x="2" y="755"/>
                  </a:lnTo>
                  <a:lnTo>
                    <a:pt x="2" y="757"/>
                  </a:lnTo>
                  <a:lnTo>
                    <a:pt x="2" y="758"/>
                  </a:lnTo>
                  <a:lnTo>
                    <a:pt x="3" y="761"/>
                  </a:lnTo>
                  <a:lnTo>
                    <a:pt x="3" y="763"/>
                  </a:lnTo>
                  <a:lnTo>
                    <a:pt x="4" y="766"/>
                  </a:lnTo>
                  <a:lnTo>
                    <a:pt x="6" y="767"/>
                  </a:lnTo>
                  <a:lnTo>
                    <a:pt x="7" y="769"/>
                  </a:lnTo>
                  <a:lnTo>
                    <a:pt x="8" y="772"/>
                  </a:lnTo>
                  <a:lnTo>
                    <a:pt x="9" y="773"/>
                  </a:lnTo>
                  <a:lnTo>
                    <a:pt x="10" y="775"/>
                  </a:lnTo>
                  <a:lnTo>
                    <a:pt x="12" y="778"/>
                  </a:lnTo>
                  <a:lnTo>
                    <a:pt x="14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2" y="790"/>
                  </a:lnTo>
                  <a:lnTo>
                    <a:pt x="26" y="792"/>
                  </a:lnTo>
                  <a:lnTo>
                    <a:pt x="28" y="796"/>
                  </a:lnTo>
                  <a:lnTo>
                    <a:pt x="32" y="799"/>
                  </a:lnTo>
                  <a:lnTo>
                    <a:pt x="36" y="802"/>
                  </a:lnTo>
                  <a:lnTo>
                    <a:pt x="39" y="805"/>
                  </a:lnTo>
                  <a:lnTo>
                    <a:pt x="43" y="810"/>
                  </a:lnTo>
                  <a:lnTo>
                    <a:pt x="46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7" y="823"/>
                  </a:lnTo>
                  <a:lnTo>
                    <a:pt x="60" y="827"/>
                  </a:lnTo>
                  <a:lnTo>
                    <a:pt x="63" y="829"/>
                  </a:lnTo>
                  <a:lnTo>
                    <a:pt x="66" y="832"/>
                  </a:lnTo>
                  <a:lnTo>
                    <a:pt x="68" y="834"/>
                  </a:lnTo>
                  <a:lnTo>
                    <a:pt x="71" y="837"/>
                  </a:lnTo>
                  <a:lnTo>
                    <a:pt x="73" y="839"/>
                  </a:lnTo>
                  <a:lnTo>
                    <a:pt x="75" y="840"/>
                  </a:lnTo>
                  <a:lnTo>
                    <a:pt x="78" y="841"/>
                  </a:lnTo>
                  <a:lnTo>
                    <a:pt x="79" y="844"/>
                  </a:lnTo>
                  <a:lnTo>
                    <a:pt x="81" y="845"/>
                  </a:lnTo>
                  <a:lnTo>
                    <a:pt x="84" y="846"/>
                  </a:lnTo>
                  <a:lnTo>
                    <a:pt x="85" y="847"/>
                  </a:lnTo>
                  <a:lnTo>
                    <a:pt x="87" y="847"/>
                  </a:lnTo>
                  <a:lnTo>
                    <a:pt x="90" y="849"/>
                  </a:lnTo>
                  <a:lnTo>
                    <a:pt x="91" y="850"/>
                  </a:lnTo>
                  <a:lnTo>
                    <a:pt x="93" y="850"/>
                  </a:lnTo>
                  <a:lnTo>
                    <a:pt x="96" y="851"/>
                  </a:lnTo>
                  <a:lnTo>
                    <a:pt x="98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3" y="852"/>
                  </a:lnTo>
                  <a:lnTo>
                    <a:pt x="128" y="852"/>
                  </a:lnTo>
                  <a:lnTo>
                    <a:pt x="132" y="852"/>
                  </a:lnTo>
                  <a:lnTo>
                    <a:pt x="135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1" y="852"/>
                  </a:lnTo>
                  <a:lnTo>
                    <a:pt x="155" y="852"/>
                  </a:lnTo>
                  <a:lnTo>
                    <a:pt x="157" y="852"/>
                  </a:lnTo>
                  <a:lnTo>
                    <a:pt x="161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70" y="852"/>
                  </a:lnTo>
                  <a:lnTo>
                    <a:pt x="174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4" y="852"/>
                  </a:lnTo>
                  <a:lnTo>
                    <a:pt x="199" y="852"/>
                  </a:lnTo>
                  <a:lnTo>
                    <a:pt x="205" y="852"/>
                  </a:lnTo>
                  <a:lnTo>
                    <a:pt x="211" y="852"/>
                  </a:lnTo>
                  <a:lnTo>
                    <a:pt x="217" y="852"/>
                  </a:lnTo>
                  <a:lnTo>
                    <a:pt x="223" y="852"/>
                  </a:lnTo>
                  <a:lnTo>
                    <a:pt x="230" y="852"/>
                  </a:lnTo>
                  <a:lnTo>
                    <a:pt x="239" y="852"/>
                  </a:lnTo>
                  <a:lnTo>
                    <a:pt x="247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6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1" y="852"/>
                  </a:lnTo>
                  <a:lnTo>
                    <a:pt x="349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8" y="852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0" y="852"/>
                  </a:lnTo>
                  <a:lnTo>
                    <a:pt x="456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1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4" y="852"/>
                  </a:lnTo>
                  <a:lnTo>
                    <a:pt x="621" y="852"/>
                  </a:lnTo>
                  <a:lnTo>
                    <a:pt x="628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2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0" y="852"/>
                  </a:lnTo>
                  <a:lnTo>
                    <a:pt x="675" y="852"/>
                  </a:lnTo>
                  <a:lnTo>
                    <a:pt x="679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8" y="852"/>
                  </a:lnTo>
                  <a:lnTo>
                    <a:pt x="692" y="852"/>
                  </a:lnTo>
                  <a:lnTo>
                    <a:pt x="694" y="852"/>
                  </a:lnTo>
                  <a:lnTo>
                    <a:pt x="698" y="852"/>
                  </a:lnTo>
                  <a:lnTo>
                    <a:pt x="700" y="852"/>
                  </a:lnTo>
                  <a:lnTo>
                    <a:pt x="704" y="852"/>
                  </a:lnTo>
                  <a:lnTo>
                    <a:pt x="706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5" y="852"/>
                  </a:lnTo>
                  <a:lnTo>
                    <a:pt x="738" y="852"/>
                  </a:lnTo>
                  <a:lnTo>
                    <a:pt x="741" y="852"/>
                  </a:lnTo>
                  <a:lnTo>
                    <a:pt x="744" y="852"/>
                  </a:lnTo>
                  <a:lnTo>
                    <a:pt x="747" y="852"/>
                  </a:lnTo>
                  <a:lnTo>
                    <a:pt x="750" y="851"/>
                  </a:lnTo>
                  <a:lnTo>
                    <a:pt x="752" y="851"/>
                  </a:lnTo>
                  <a:lnTo>
                    <a:pt x="754" y="851"/>
                  </a:lnTo>
                  <a:lnTo>
                    <a:pt x="757" y="851"/>
                  </a:lnTo>
                  <a:lnTo>
                    <a:pt x="758" y="850"/>
                  </a:lnTo>
                  <a:lnTo>
                    <a:pt x="760" y="850"/>
                  </a:lnTo>
                  <a:lnTo>
                    <a:pt x="763" y="849"/>
                  </a:lnTo>
                  <a:lnTo>
                    <a:pt x="764" y="847"/>
                  </a:lnTo>
                  <a:lnTo>
                    <a:pt x="766" y="847"/>
                  </a:lnTo>
                  <a:lnTo>
                    <a:pt x="769" y="846"/>
                  </a:lnTo>
                  <a:lnTo>
                    <a:pt x="770" y="845"/>
                  </a:lnTo>
                  <a:lnTo>
                    <a:pt x="773" y="844"/>
                  </a:lnTo>
                  <a:lnTo>
                    <a:pt x="775" y="841"/>
                  </a:lnTo>
                  <a:lnTo>
                    <a:pt x="777" y="840"/>
                  </a:lnTo>
                  <a:lnTo>
                    <a:pt x="780" y="839"/>
                  </a:lnTo>
                  <a:lnTo>
                    <a:pt x="782" y="837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9" y="821"/>
                  </a:lnTo>
                  <a:lnTo>
                    <a:pt x="801" y="817"/>
                  </a:lnTo>
                  <a:lnTo>
                    <a:pt x="805" y="814"/>
                  </a:lnTo>
                  <a:lnTo>
                    <a:pt x="810" y="810"/>
                  </a:lnTo>
                  <a:lnTo>
                    <a:pt x="813" y="805"/>
                  </a:lnTo>
                  <a:lnTo>
                    <a:pt x="817" y="802"/>
                  </a:lnTo>
                  <a:lnTo>
                    <a:pt x="821" y="799"/>
                  </a:lnTo>
                  <a:lnTo>
                    <a:pt x="823" y="796"/>
                  </a:lnTo>
                  <a:lnTo>
                    <a:pt x="827" y="792"/>
                  </a:lnTo>
                  <a:lnTo>
                    <a:pt x="829" y="790"/>
                  </a:lnTo>
                  <a:lnTo>
                    <a:pt x="831" y="787"/>
                  </a:lnTo>
                  <a:lnTo>
                    <a:pt x="834" y="785"/>
                  </a:lnTo>
                  <a:lnTo>
                    <a:pt x="836" y="782"/>
                  </a:lnTo>
                  <a:lnTo>
                    <a:pt x="839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5" y="772"/>
                  </a:lnTo>
                  <a:lnTo>
                    <a:pt x="846" y="769"/>
                  </a:lnTo>
                  <a:lnTo>
                    <a:pt x="847" y="767"/>
                  </a:lnTo>
                  <a:lnTo>
                    <a:pt x="847" y="766"/>
                  </a:lnTo>
                  <a:lnTo>
                    <a:pt x="848" y="763"/>
                  </a:lnTo>
                  <a:lnTo>
                    <a:pt x="849" y="761"/>
                  </a:lnTo>
                  <a:lnTo>
                    <a:pt x="849" y="758"/>
                  </a:lnTo>
                  <a:lnTo>
                    <a:pt x="851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2" y="750"/>
                  </a:lnTo>
                  <a:lnTo>
                    <a:pt x="852" y="748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6"/>
                  </a:lnTo>
                  <a:lnTo>
                    <a:pt x="852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1" y="96"/>
                  </a:lnTo>
                  <a:lnTo>
                    <a:pt x="849" y="94"/>
                  </a:lnTo>
                  <a:lnTo>
                    <a:pt x="849" y="91"/>
                  </a:lnTo>
                  <a:lnTo>
                    <a:pt x="848" y="90"/>
                  </a:lnTo>
                  <a:lnTo>
                    <a:pt x="847" y="88"/>
                  </a:lnTo>
                  <a:lnTo>
                    <a:pt x="847" y="85"/>
                  </a:lnTo>
                  <a:lnTo>
                    <a:pt x="846" y="84"/>
                  </a:lnTo>
                  <a:lnTo>
                    <a:pt x="845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9" y="73"/>
                  </a:lnTo>
                  <a:lnTo>
                    <a:pt x="836" y="71"/>
                  </a:lnTo>
                  <a:lnTo>
                    <a:pt x="834" y="68"/>
                  </a:lnTo>
                  <a:lnTo>
                    <a:pt x="831" y="66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3" y="58"/>
                  </a:lnTo>
                  <a:lnTo>
                    <a:pt x="821" y="54"/>
                  </a:lnTo>
                  <a:lnTo>
                    <a:pt x="817" y="50"/>
                  </a:lnTo>
                  <a:lnTo>
                    <a:pt x="813" y="47"/>
                  </a:lnTo>
                  <a:lnTo>
                    <a:pt x="810" y="43"/>
                  </a:lnTo>
                  <a:lnTo>
                    <a:pt x="805" y="40"/>
                  </a:lnTo>
                  <a:lnTo>
                    <a:pt x="801" y="36"/>
                  </a:lnTo>
                  <a:lnTo>
                    <a:pt x="799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2" y="17"/>
                  </a:lnTo>
                  <a:lnTo>
                    <a:pt x="780" y="14"/>
                  </a:lnTo>
                  <a:lnTo>
                    <a:pt x="777" y="12"/>
                  </a:lnTo>
                  <a:lnTo>
                    <a:pt x="775" y="11"/>
                  </a:lnTo>
                  <a:lnTo>
                    <a:pt x="773" y="10"/>
                  </a:lnTo>
                  <a:lnTo>
                    <a:pt x="770" y="8"/>
                  </a:lnTo>
                  <a:lnTo>
                    <a:pt x="769" y="7"/>
                  </a:lnTo>
                  <a:lnTo>
                    <a:pt x="766" y="6"/>
                  </a:lnTo>
                  <a:lnTo>
                    <a:pt x="764" y="5"/>
                  </a:lnTo>
                  <a:lnTo>
                    <a:pt x="763" y="3"/>
                  </a:lnTo>
                  <a:lnTo>
                    <a:pt x="760" y="3"/>
                  </a:lnTo>
                  <a:lnTo>
                    <a:pt x="758" y="2"/>
                  </a:lnTo>
                  <a:lnTo>
                    <a:pt x="757" y="2"/>
                  </a:lnTo>
                  <a:lnTo>
                    <a:pt x="754" y="2"/>
                  </a:lnTo>
                  <a:lnTo>
                    <a:pt x="752" y="1"/>
                  </a:lnTo>
                  <a:lnTo>
                    <a:pt x="750" y="1"/>
                  </a:lnTo>
                  <a:lnTo>
                    <a:pt x="747" y="1"/>
                  </a:lnTo>
                  <a:lnTo>
                    <a:pt x="744" y="1"/>
                  </a:lnTo>
                  <a:lnTo>
                    <a:pt x="741" y="1"/>
                  </a:lnTo>
                  <a:lnTo>
                    <a:pt x="738" y="1"/>
                  </a:lnTo>
                  <a:lnTo>
                    <a:pt x="735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6" y="0"/>
                  </a:lnTo>
                  <a:lnTo>
                    <a:pt x="704" y="0"/>
                  </a:lnTo>
                  <a:lnTo>
                    <a:pt x="700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3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7" y="0"/>
                  </a:lnTo>
                  <a:lnTo>
                    <a:pt x="663" y="0"/>
                  </a:lnTo>
                  <a:lnTo>
                    <a:pt x="660" y="0"/>
                  </a:lnTo>
                  <a:lnTo>
                    <a:pt x="655" y="0"/>
                  </a:lnTo>
                  <a:lnTo>
                    <a:pt x="651" y="0"/>
                  </a:lnTo>
                  <a:lnTo>
                    <a:pt x="646" y="0"/>
                  </a:lnTo>
                  <a:lnTo>
                    <a:pt x="641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1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1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1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3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2" y="0"/>
                  </a:lnTo>
                  <a:lnTo>
                    <a:pt x="519" y="0"/>
                  </a:lnTo>
                  <a:lnTo>
                    <a:pt x="516" y="0"/>
                  </a:lnTo>
                  <a:lnTo>
                    <a:pt x="513" y="0"/>
                  </a:lnTo>
                  <a:lnTo>
                    <a:pt x="510" y="0"/>
                  </a:lnTo>
                  <a:lnTo>
                    <a:pt x="508" y="0"/>
                  </a:lnTo>
                  <a:lnTo>
                    <a:pt x="506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5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8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72" name="Rectangle 208">
              <a:extLst>
                <a:ext uri="{FF2B5EF4-FFF2-40B4-BE49-F238E27FC236}">
                  <a16:creationId xmlns:a16="http://schemas.microsoft.com/office/drawing/2014/main" id="{8052560F-5D1C-4695-85EF-16B5EB218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439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73" name="Rectangle 209">
              <a:extLst>
                <a:ext uri="{FF2B5EF4-FFF2-40B4-BE49-F238E27FC236}">
                  <a16:creationId xmlns:a16="http://schemas.microsoft.com/office/drawing/2014/main" id="{F2F9D0B7-4715-4A40-A342-891001FA0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" y="1762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(a)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74" name="Freeform 210">
              <a:extLst>
                <a:ext uri="{FF2B5EF4-FFF2-40B4-BE49-F238E27FC236}">
                  <a16:creationId xmlns:a16="http://schemas.microsoft.com/office/drawing/2014/main" id="{2B6BC8A7-420E-4DA2-83F7-5DC09582F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152"/>
              <a:ext cx="427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0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3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199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0" y="1"/>
                  </a:lnTo>
                  <a:lnTo>
                    <a:pt x="97" y="1"/>
                  </a:lnTo>
                  <a:lnTo>
                    <a:pt x="95" y="1"/>
                  </a:lnTo>
                  <a:lnTo>
                    <a:pt x="94" y="2"/>
                  </a:lnTo>
                  <a:lnTo>
                    <a:pt x="91" y="2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3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7" y="9"/>
                  </a:lnTo>
                  <a:lnTo>
                    <a:pt x="74" y="12"/>
                  </a:lnTo>
                  <a:lnTo>
                    <a:pt x="72" y="13"/>
                  </a:lnTo>
                  <a:lnTo>
                    <a:pt x="71" y="15"/>
                  </a:lnTo>
                  <a:lnTo>
                    <a:pt x="68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5"/>
                  </a:lnTo>
                  <a:lnTo>
                    <a:pt x="56" y="29"/>
                  </a:lnTo>
                  <a:lnTo>
                    <a:pt x="54" y="31"/>
                  </a:lnTo>
                  <a:lnTo>
                    <a:pt x="50" y="35"/>
                  </a:lnTo>
                  <a:lnTo>
                    <a:pt x="47" y="38"/>
                  </a:lnTo>
                  <a:lnTo>
                    <a:pt x="42" y="42"/>
                  </a:lnTo>
                  <a:lnTo>
                    <a:pt x="38" y="46"/>
                  </a:lnTo>
                  <a:lnTo>
                    <a:pt x="35" y="49"/>
                  </a:lnTo>
                  <a:lnTo>
                    <a:pt x="31" y="53"/>
                  </a:lnTo>
                  <a:lnTo>
                    <a:pt x="29" y="56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5" y="70"/>
                  </a:lnTo>
                  <a:lnTo>
                    <a:pt x="13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0"/>
                  </a:lnTo>
                  <a:lnTo>
                    <a:pt x="6" y="83"/>
                  </a:lnTo>
                  <a:lnTo>
                    <a:pt x="5" y="85"/>
                  </a:lnTo>
                  <a:lnTo>
                    <a:pt x="5" y="86"/>
                  </a:lnTo>
                  <a:lnTo>
                    <a:pt x="3" y="89"/>
                  </a:lnTo>
                  <a:lnTo>
                    <a:pt x="2" y="91"/>
                  </a:lnTo>
                  <a:lnTo>
                    <a:pt x="2" y="92"/>
                  </a:lnTo>
                  <a:lnTo>
                    <a:pt x="1" y="95"/>
                  </a:lnTo>
                  <a:lnTo>
                    <a:pt x="1" y="97"/>
                  </a:lnTo>
                  <a:lnTo>
                    <a:pt x="1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3"/>
                  </a:lnTo>
                  <a:lnTo>
                    <a:pt x="0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0" y="734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6"/>
                  </a:lnTo>
                  <a:lnTo>
                    <a:pt x="0" y="749"/>
                  </a:lnTo>
                  <a:lnTo>
                    <a:pt x="1" y="751"/>
                  </a:lnTo>
                  <a:lnTo>
                    <a:pt x="1" y="754"/>
                  </a:lnTo>
                  <a:lnTo>
                    <a:pt x="1" y="756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3" y="762"/>
                  </a:lnTo>
                  <a:lnTo>
                    <a:pt x="5" y="764"/>
                  </a:lnTo>
                  <a:lnTo>
                    <a:pt x="5" y="767"/>
                  </a:lnTo>
                  <a:lnTo>
                    <a:pt x="6" y="768"/>
                  </a:lnTo>
                  <a:lnTo>
                    <a:pt x="7" y="770"/>
                  </a:lnTo>
                  <a:lnTo>
                    <a:pt x="8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3" y="779"/>
                  </a:lnTo>
                  <a:lnTo>
                    <a:pt x="15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5" y="792"/>
                  </a:lnTo>
                  <a:lnTo>
                    <a:pt x="29" y="794"/>
                  </a:lnTo>
                  <a:lnTo>
                    <a:pt x="31" y="798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09"/>
                  </a:lnTo>
                  <a:lnTo>
                    <a:pt x="47" y="812"/>
                  </a:lnTo>
                  <a:lnTo>
                    <a:pt x="50" y="816"/>
                  </a:lnTo>
                  <a:lnTo>
                    <a:pt x="54" y="820"/>
                  </a:lnTo>
                  <a:lnTo>
                    <a:pt x="56" y="823"/>
                  </a:lnTo>
                  <a:lnTo>
                    <a:pt x="60" y="826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8" y="834"/>
                  </a:lnTo>
                  <a:lnTo>
                    <a:pt x="71" y="835"/>
                  </a:lnTo>
                  <a:lnTo>
                    <a:pt x="72" y="838"/>
                  </a:lnTo>
                  <a:lnTo>
                    <a:pt x="74" y="840"/>
                  </a:lnTo>
                  <a:lnTo>
                    <a:pt x="77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3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89" y="848"/>
                  </a:lnTo>
                  <a:lnTo>
                    <a:pt x="91" y="848"/>
                  </a:lnTo>
                  <a:lnTo>
                    <a:pt x="94" y="850"/>
                  </a:lnTo>
                  <a:lnTo>
                    <a:pt x="95" y="850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4" y="851"/>
                  </a:lnTo>
                  <a:lnTo>
                    <a:pt x="108" y="851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6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199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3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0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19" y="852"/>
                  </a:lnTo>
                  <a:lnTo>
                    <a:pt x="425" y="852"/>
                  </a:lnTo>
                  <a:lnTo>
                    <a:pt x="431" y="852"/>
                  </a:lnTo>
                  <a:lnTo>
                    <a:pt x="437" y="852"/>
                  </a:lnTo>
                  <a:lnTo>
                    <a:pt x="443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4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1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3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1"/>
                  </a:lnTo>
                  <a:lnTo>
                    <a:pt x="746" y="851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0"/>
                  </a:lnTo>
                  <a:lnTo>
                    <a:pt x="758" y="850"/>
                  </a:lnTo>
                  <a:lnTo>
                    <a:pt x="761" y="848"/>
                  </a:lnTo>
                  <a:lnTo>
                    <a:pt x="762" y="848"/>
                  </a:lnTo>
                  <a:lnTo>
                    <a:pt x="764" y="847"/>
                  </a:lnTo>
                  <a:lnTo>
                    <a:pt x="767" y="846"/>
                  </a:lnTo>
                  <a:lnTo>
                    <a:pt x="768" y="845"/>
                  </a:lnTo>
                  <a:lnTo>
                    <a:pt x="770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6" y="840"/>
                  </a:lnTo>
                  <a:lnTo>
                    <a:pt x="779" y="838"/>
                  </a:lnTo>
                  <a:lnTo>
                    <a:pt x="781" y="835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90" y="829"/>
                  </a:lnTo>
                  <a:lnTo>
                    <a:pt x="792" y="826"/>
                  </a:lnTo>
                  <a:lnTo>
                    <a:pt x="794" y="823"/>
                  </a:lnTo>
                  <a:lnTo>
                    <a:pt x="798" y="820"/>
                  </a:lnTo>
                  <a:lnTo>
                    <a:pt x="802" y="816"/>
                  </a:lnTo>
                  <a:lnTo>
                    <a:pt x="805" y="812"/>
                  </a:lnTo>
                  <a:lnTo>
                    <a:pt x="809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0" y="798"/>
                  </a:lnTo>
                  <a:lnTo>
                    <a:pt x="823" y="794"/>
                  </a:lnTo>
                  <a:lnTo>
                    <a:pt x="826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6" y="781"/>
                  </a:lnTo>
                  <a:lnTo>
                    <a:pt x="838" y="779"/>
                  </a:lnTo>
                  <a:lnTo>
                    <a:pt x="840" y="776"/>
                  </a:lnTo>
                  <a:lnTo>
                    <a:pt x="841" y="774"/>
                  </a:lnTo>
                  <a:lnTo>
                    <a:pt x="842" y="773"/>
                  </a:lnTo>
                  <a:lnTo>
                    <a:pt x="844" y="770"/>
                  </a:lnTo>
                  <a:lnTo>
                    <a:pt x="845" y="768"/>
                  </a:lnTo>
                  <a:lnTo>
                    <a:pt x="846" y="767"/>
                  </a:lnTo>
                  <a:lnTo>
                    <a:pt x="847" y="764"/>
                  </a:lnTo>
                  <a:lnTo>
                    <a:pt x="848" y="762"/>
                  </a:lnTo>
                  <a:lnTo>
                    <a:pt x="848" y="761"/>
                  </a:lnTo>
                  <a:lnTo>
                    <a:pt x="850" y="758"/>
                  </a:lnTo>
                  <a:lnTo>
                    <a:pt x="850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1" y="749"/>
                  </a:lnTo>
                  <a:lnTo>
                    <a:pt x="851" y="746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4"/>
                  </a:lnTo>
                  <a:lnTo>
                    <a:pt x="851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0" y="95"/>
                  </a:lnTo>
                  <a:lnTo>
                    <a:pt x="850" y="92"/>
                  </a:lnTo>
                  <a:lnTo>
                    <a:pt x="848" y="91"/>
                  </a:lnTo>
                  <a:lnTo>
                    <a:pt x="848" y="89"/>
                  </a:lnTo>
                  <a:lnTo>
                    <a:pt x="847" y="86"/>
                  </a:lnTo>
                  <a:lnTo>
                    <a:pt x="846" y="85"/>
                  </a:lnTo>
                  <a:lnTo>
                    <a:pt x="845" y="83"/>
                  </a:lnTo>
                  <a:lnTo>
                    <a:pt x="844" y="80"/>
                  </a:lnTo>
                  <a:lnTo>
                    <a:pt x="842" y="79"/>
                  </a:lnTo>
                  <a:lnTo>
                    <a:pt x="841" y="77"/>
                  </a:lnTo>
                  <a:lnTo>
                    <a:pt x="840" y="74"/>
                  </a:lnTo>
                  <a:lnTo>
                    <a:pt x="838" y="72"/>
                  </a:lnTo>
                  <a:lnTo>
                    <a:pt x="836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6"/>
                  </a:lnTo>
                  <a:lnTo>
                    <a:pt x="820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09" y="42"/>
                  </a:lnTo>
                  <a:lnTo>
                    <a:pt x="805" y="38"/>
                  </a:lnTo>
                  <a:lnTo>
                    <a:pt x="802" y="35"/>
                  </a:lnTo>
                  <a:lnTo>
                    <a:pt x="798" y="31"/>
                  </a:lnTo>
                  <a:lnTo>
                    <a:pt x="794" y="29"/>
                  </a:lnTo>
                  <a:lnTo>
                    <a:pt x="792" y="25"/>
                  </a:lnTo>
                  <a:lnTo>
                    <a:pt x="790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5"/>
                  </a:lnTo>
                  <a:lnTo>
                    <a:pt x="779" y="13"/>
                  </a:lnTo>
                  <a:lnTo>
                    <a:pt x="776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0" y="7"/>
                  </a:lnTo>
                  <a:lnTo>
                    <a:pt x="768" y="6"/>
                  </a:lnTo>
                  <a:lnTo>
                    <a:pt x="767" y="5"/>
                  </a:lnTo>
                  <a:lnTo>
                    <a:pt x="764" y="3"/>
                  </a:lnTo>
                  <a:lnTo>
                    <a:pt x="762" y="3"/>
                  </a:lnTo>
                  <a:lnTo>
                    <a:pt x="761" y="2"/>
                  </a:lnTo>
                  <a:lnTo>
                    <a:pt x="758" y="2"/>
                  </a:lnTo>
                  <a:lnTo>
                    <a:pt x="756" y="1"/>
                  </a:lnTo>
                  <a:lnTo>
                    <a:pt x="754" y="1"/>
                  </a:lnTo>
                  <a:lnTo>
                    <a:pt x="751" y="1"/>
                  </a:lnTo>
                  <a:lnTo>
                    <a:pt x="749" y="0"/>
                  </a:lnTo>
                  <a:lnTo>
                    <a:pt x="746" y="0"/>
                  </a:lnTo>
                  <a:lnTo>
                    <a:pt x="744" y="0"/>
                  </a:lnTo>
                  <a:lnTo>
                    <a:pt x="742" y="0"/>
                  </a:lnTo>
                  <a:lnTo>
                    <a:pt x="738" y="0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3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1" y="0"/>
                  </a:lnTo>
                  <a:lnTo>
                    <a:pt x="679" y="0"/>
                  </a:lnTo>
                  <a:lnTo>
                    <a:pt x="675" y="0"/>
                  </a:lnTo>
                  <a:lnTo>
                    <a:pt x="673" y="0"/>
                  </a:lnTo>
                  <a:lnTo>
                    <a:pt x="669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4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75" name="Freeform 212">
              <a:extLst>
                <a:ext uri="{FF2B5EF4-FFF2-40B4-BE49-F238E27FC236}">
                  <a16:creationId xmlns:a16="http://schemas.microsoft.com/office/drawing/2014/main" id="{6F5AC098-030F-496B-9633-37E854519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910"/>
              <a:ext cx="421" cy="132"/>
            </a:xfrm>
            <a:custGeom>
              <a:avLst/>
              <a:gdLst>
                <a:gd name="T0" fmla="*/ 0 w 841"/>
                <a:gd name="T1" fmla="*/ 0 h 265"/>
                <a:gd name="T2" fmla="*/ 1 w 841"/>
                <a:gd name="T3" fmla="*/ 0 h 265"/>
                <a:gd name="T4" fmla="*/ 1 w 841"/>
                <a:gd name="T5" fmla="*/ 0 h 265"/>
                <a:gd name="T6" fmla="*/ 1 w 841"/>
                <a:gd name="T7" fmla="*/ 0 h 265"/>
                <a:gd name="T8" fmla="*/ 1 w 841"/>
                <a:gd name="T9" fmla="*/ 0 h 265"/>
                <a:gd name="T10" fmla="*/ 1 w 841"/>
                <a:gd name="T11" fmla="*/ 0 h 265"/>
                <a:gd name="T12" fmla="*/ 1 w 841"/>
                <a:gd name="T13" fmla="*/ 0 h 265"/>
                <a:gd name="T14" fmla="*/ 1 w 841"/>
                <a:gd name="T15" fmla="*/ 0 h 265"/>
                <a:gd name="T16" fmla="*/ 1 w 841"/>
                <a:gd name="T17" fmla="*/ 0 h 265"/>
                <a:gd name="T18" fmla="*/ 1 w 841"/>
                <a:gd name="T19" fmla="*/ 0 h 265"/>
                <a:gd name="T20" fmla="*/ 1 w 841"/>
                <a:gd name="T21" fmla="*/ 0 h 265"/>
                <a:gd name="T22" fmla="*/ 1 w 841"/>
                <a:gd name="T23" fmla="*/ 0 h 265"/>
                <a:gd name="T24" fmla="*/ 1 w 841"/>
                <a:gd name="T25" fmla="*/ 0 h 265"/>
                <a:gd name="T26" fmla="*/ 1 w 841"/>
                <a:gd name="T27" fmla="*/ 0 h 265"/>
                <a:gd name="T28" fmla="*/ 1 w 841"/>
                <a:gd name="T29" fmla="*/ 0 h 265"/>
                <a:gd name="T30" fmla="*/ 1 w 841"/>
                <a:gd name="T31" fmla="*/ 0 h 265"/>
                <a:gd name="T32" fmla="*/ 1 w 841"/>
                <a:gd name="T33" fmla="*/ 0 h 265"/>
                <a:gd name="T34" fmla="*/ 1 w 841"/>
                <a:gd name="T35" fmla="*/ 0 h 265"/>
                <a:gd name="T36" fmla="*/ 1 w 841"/>
                <a:gd name="T37" fmla="*/ 0 h 265"/>
                <a:gd name="T38" fmla="*/ 1 w 841"/>
                <a:gd name="T39" fmla="*/ 0 h 265"/>
                <a:gd name="T40" fmla="*/ 1 w 841"/>
                <a:gd name="T41" fmla="*/ 0 h 265"/>
                <a:gd name="T42" fmla="*/ 1 w 841"/>
                <a:gd name="T43" fmla="*/ 0 h 265"/>
                <a:gd name="T44" fmla="*/ 1 w 841"/>
                <a:gd name="T45" fmla="*/ 0 h 265"/>
                <a:gd name="T46" fmla="*/ 1 w 841"/>
                <a:gd name="T47" fmla="*/ 0 h 265"/>
                <a:gd name="T48" fmla="*/ 1 w 841"/>
                <a:gd name="T49" fmla="*/ 0 h 265"/>
                <a:gd name="T50" fmla="*/ 1 w 841"/>
                <a:gd name="T51" fmla="*/ 0 h 265"/>
                <a:gd name="T52" fmla="*/ 1 w 841"/>
                <a:gd name="T53" fmla="*/ 0 h 265"/>
                <a:gd name="T54" fmla="*/ 1 w 841"/>
                <a:gd name="T55" fmla="*/ 0 h 265"/>
                <a:gd name="T56" fmla="*/ 1 w 841"/>
                <a:gd name="T57" fmla="*/ 0 h 265"/>
                <a:gd name="T58" fmla="*/ 1 w 841"/>
                <a:gd name="T59" fmla="*/ 0 h 265"/>
                <a:gd name="T60" fmla="*/ 1 w 841"/>
                <a:gd name="T61" fmla="*/ 0 h 265"/>
                <a:gd name="T62" fmla="*/ 1 w 841"/>
                <a:gd name="T63" fmla="*/ 0 h 265"/>
                <a:gd name="T64" fmla="*/ 1 w 841"/>
                <a:gd name="T65" fmla="*/ 0 h 265"/>
                <a:gd name="T66" fmla="*/ 1 w 841"/>
                <a:gd name="T67" fmla="*/ 0 h 265"/>
                <a:gd name="T68" fmla="*/ 1 w 841"/>
                <a:gd name="T69" fmla="*/ 0 h 265"/>
                <a:gd name="T70" fmla="*/ 1 w 841"/>
                <a:gd name="T71" fmla="*/ 0 h 265"/>
                <a:gd name="T72" fmla="*/ 1 w 841"/>
                <a:gd name="T73" fmla="*/ 0 h 265"/>
                <a:gd name="T74" fmla="*/ 1 w 841"/>
                <a:gd name="T75" fmla="*/ 0 h 265"/>
                <a:gd name="T76" fmla="*/ 1 w 841"/>
                <a:gd name="T77" fmla="*/ 0 h 265"/>
                <a:gd name="T78" fmla="*/ 1 w 841"/>
                <a:gd name="T79" fmla="*/ 0 h 265"/>
                <a:gd name="T80" fmla="*/ 1 w 841"/>
                <a:gd name="T81" fmla="*/ 0 h 265"/>
                <a:gd name="T82" fmla="*/ 1 w 841"/>
                <a:gd name="T83" fmla="*/ 0 h 265"/>
                <a:gd name="T84" fmla="*/ 1 w 841"/>
                <a:gd name="T85" fmla="*/ 0 h 265"/>
                <a:gd name="T86" fmla="*/ 1 w 841"/>
                <a:gd name="T87" fmla="*/ 0 h 265"/>
                <a:gd name="T88" fmla="*/ 1 w 841"/>
                <a:gd name="T89" fmla="*/ 0 h 265"/>
                <a:gd name="T90" fmla="*/ 1 w 841"/>
                <a:gd name="T91" fmla="*/ 0 h 265"/>
                <a:gd name="T92" fmla="*/ 1 w 841"/>
                <a:gd name="T93" fmla="*/ 0 h 265"/>
                <a:gd name="T94" fmla="*/ 1 w 841"/>
                <a:gd name="T95" fmla="*/ 0 h 265"/>
                <a:gd name="T96" fmla="*/ 1 w 841"/>
                <a:gd name="T97" fmla="*/ 0 h 265"/>
                <a:gd name="T98" fmla="*/ 1 w 841"/>
                <a:gd name="T99" fmla="*/ 0 h 265"/>
                <a:gd name="T100" fmla="*/ 1 w 841"/>
                <a:gd name="T101" fmla="*/ 0 h 265"/>
                <a:gd name="T102" fmla="*/ 1 w 841"/>
                <a:gd name="T103" fmla="*/ 0 h 265"/>
                <a:gd name="T104" fmla="*/ 1 w 841"/>
                <a:gd name="T105" fmla="*/ 0 h 265"/>
                <a:gd name="T106" fmla="*/ 1 w 841"/>
                <a:gd name="T107" fmla="*/ 0 h 265"/>
                <a:gd name="T108" fmla="*/ 1 w 841"/>
                <a:gd name="T109" fmla="*/ 0 h 265"/>
                <a:gd name="T110" fmla="*/ 0 w 841"/>
                <a:gd name="T111" fmla="*/ 0 h 26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841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3"/>
                  </a:lnTo>
                  <a:lnTo>
                    <a:pt x="3" y="97"/>
                  </a:lnTo>
                  <a:lnTo>
                    <a:pt x="6" y="91"/>
                  </a:lnTo>
                  <a:lnTo>
                    <a:pt x="8" y="85"/>
                  </a:lnTo>
                  <a:lnTo>
                    <a:pt x="9" y="79"/>
                  </a:lnTo>
                  <a:lnTo>
                    <a:pt x="13" y="73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14" y="0"/>
                  </a:lnTo>
                  <a:lnTo>
                    <a:pt x="720" y="0"/>
                  </a:lnTo>
                  <a:lnTo>
                    <a:pt x="727" y="2"/>
                  </a:lnTo>
                  <a:lnTo>
                    <a:pt x="733" y="2"/>
                  </a:lnTo>
                  <a:lnTo>
                    <a:pt x="739" y="3"/>
                  </a:lnTo>
                  <a:lnTo>
                    <a:pt x="745" y="4"/>
                  </a:lnTo>
                  <a:lnTo>
                    <a:pt x="751" y="6"/>
                  </a:lnTo>
                  <a:lnTo>
                    <a:pt x="757" y="8"/>
                  </a:lnTo>
                  <a:lnTo>
                    <a:pt x="763" y="10"/>
                  </a:lnTo>
                  <a:lnTo>
                    <a:pt x="769" y="14"/>
                  </a:lnTo>
                  <a:lnTo>
                    <a:pt x="774" y="16"/>
                  </a:lnTo>
                  <a:lnTo>
                    <a:pt x="780" y="18"/>
                  </a:lnTo>
                  <a:lnTo>
                    <a:pt x="784" y="22"/>
                  </a:lnTo>
                  <a:lnTo>
                    <a:pt x="789" y="26"/>
                  </a:lnTo>
                  <a:lnTo>
                    <a:pt x="794" y="29"/>
                  </a:lnTo>
                  <a:lnTo>
                    <a:pt x="799" y="34"/>
                  </a:lnTo>
                  <a:lnTo>
                    <a:pt x="804" y="38"/>
                  </a:lnTo>
                  <a:lnTo>
                    <a:pt x="807" y="42"/>
                  </a:lnTo>
                  <a:lnTo>
                    <a:pt x="812" y="47"/>
                  </a:lnTo>
                  <a:lnTo>
                    <a:pt x="816" y="52"/>
                  </a:lnTo>
                  <a:lnTo>
                    <a:pt x="819" y="57"/>
                  </a:lnTo>
                  <a:lnTo>
                    <a:pt x="823" y="62"/>
                  </a:lnTo>
                  <a:lnTo>
                    <a:pt x="825" y="68"/>
                  </a:lnTo>
                  <a:lnTo>
                    <a:pt x="829" y="73"/>
                  </a:lnTo>
                  <a:lnTo>
                    <a:pt x="831" y="79"/>
                  </a:lnTo>
                  <a:lnTo>
                    <a:pt x="834" y="85"/>
                  </a:lnTo>
                  <a:lnTo>
                    <a:pt x="835" y="91"/>
                  </a:lnTo>
                  <a:lnTo>
                    <a:pt x="837" y="97"/>
                  </a:lnTo>
                  <a:lnTo>
                    <a:pt x="839" y="103"/>
                  </a:lnTo>
                  <a:lnTo>
                    <a:pt x="840" y="109"/>
                  </a:lnTo>
                  <a:lnTo>
                    <a:pt x="841" y="116"/>
                  </a:lnTo>
                  <a:lnTo>
                    <a:pt x="841" y="122"/>
                  </a:lnTo>
                  <a:lnTo>
                    <a:pt x="841" y="128"/>
                  </a:lnTo>
                  <a:lnTo>
                    <a:pt x="841" y="137"/>
                  </a:lnTo>
                  <a:lnTo>
                    <a:pt x="841" y="143"/>
                  </a:lnTo>
                  <a:lnTo>
                    <a:pt x="841" y="151"/>
                  </a:lnTo>
                  <a:lnTo>
                    <a:pt x="840" y="157"/>
                  </a:lnTo>
                  <a:lnTo>
                    <a:pt x="839" y="163"/>
                  </a:lnTo>
                  <a:lnTo>
                    <a:pt x="837" y="169"/>
                  </a:lnTo>
                  <a:lnTo>
                    <a:pt x="835" y="175"/>
                  </a:lnTo>
                  <a:lnTo>
                    <a:pt x="834" y="181"/>
                  </a:lnTo>
                  <a:lnTo>
                    <a:pt x="831" y="187"/>
                  </a:lnTo>
                  <a:lnTo>
                    <a:pt x="829" y="193"/>
                  </a:lnTo>
                  <a:lnTo>
                    <a:pt x="825" y="198"/>
                  </a:lnTo>
                  <a:lnTo>
                    <a:pt x="823" y="204"/>
                  </a:lnTo>
                  <a:lnTo>
                    <a:pt x="819" y="208"/>
                  </a:lnTo>
                  <a:lnTo>
                    <a:pt x="816" y="213"/>
                  </a:lnTo>
                  <a:lnTo>
                    <a:pt x="812" y="218"/>
                  </a:lnTo>
                  <a:lnTo>
                    <a:pt x="807" y="223"/>
                  </a:lnTo>
                  <a:lnTo>
                    <a:pt x="804" y="228"/>
                  </a:lnTo>
                  <a:lnTo>
                    <a:pt x="799" y="231"/>
                  </a:lnTo>
                  <a:lnTo>
                    <a:pt x="794" y="236"/>
                  </a:lnTo>
                  <a:lnTo>
                    <a:pt x="789" y="240"/>
                  </a:lnTo>
                  <a:lnTo>
                    <a:pt x="784" y="243"/>
                  </a:lnTo>
                  <a:lnTo>
                    <a:pt x="780" y="247"/>
                  </a:lnTo>
                  <a:lnTo>
                    <a:pt x="774" y="249"/>
                  </a:lnTo>
                  <a:lnTo>
                    <a:pt x="769" y="253"/>
                  </a:lnTo>
                  <a:lnTo>
                    <a:pt x="763" y="255"/>
                  </a:lnTo>
                  <a:lnTo>
                    <a:pt x="757" y="258"/>
                  </a:lnTo>
                  <a:lnTo>
                    <a:pt x="751" y="259"/>
                  </a:lnTo>
                  <a:lnTo>
                    <a:pt x="745" y="261"/>
                  </a:lnTo>
                  <a:lnTo>
                    <a:pt x="739" y="262"/>
                  </a:lnTo>
                  <a:lnTo>
                    <a:pt x="733" y="264"/>
                  </a:lnTo>
                  <a:lnTo>
                    <a:pt x="727" y="264"/>
                  </a:lnTo>
                  <a:lnTo>
                    <a:pt x="720" y="265"/>
                  </a:lnTo>
                  <a:lnTo>
                    <a:pt x="714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4"/>
                  </a:lnTo>
                  <a:lnTo>
                    <a:pt x="15" y="198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76" name="Rectangle 216">
              <a:extLst>
                <a:ext uri="{FF2B5EF4-FFF2-40B4-BE49-F238E27FC236}">
                  <a16:creationId xmlns:a16="http://schemas.microsoft.com/office/drawing/2014/main" id="{FA90B889-57E9-4224-AD0C-AD888FB9D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77" name="Rectangle 217">
              <a:extLst>
                <a:ext uri="{FF2B5EF4-FFF2-40B4-BE49-F238E27FC236}">
                  <a16:creationId xmlns:a16="http://schemas.microsoft.com/office/drawing/2014/main" id="{EB59716B-B003-406E-9B14-679E4E166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0" y="1763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78" name="Rectangle 218">
              <a:extLst>
                <a:ext uri="{FF2B5EF4-FFF2-40B4-BE49-F238E27FC236}">
                  <a16:creationId xmlns:a16="http://schemas.microsoft.com/office/drawing/2014/main" id="{2D02D6EC-F54E-4AD2-BDE9-A437D6E04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" y="1818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97282" name="Group 316">
            <a:extLst>
              <a:ext uri="{FF2B5EF4-FFF2-40B4-BE49-F238E27FC236}">
                <a16:creationId xmlns:a16="http://schemas.microsoft.com/office/drawing/2014/main" id="{0BBB9430-A0A7-4F2F-AEE9-90A0AC35F3C4}"/>
              </a:ext>
            </a:extLst>
          </p:cNvPr>
          <p:cNvGrpSpPr>
            <a:grpSpLocks/>
          </p:cNvGrpSpPr>
          <p:nvPr/>
        </p:nvGrpSpPr>
        <p:grpSpPr bwMode="auto">
          <a:xfrm>
            <a:off x="6189663" y="152400"/>
            <a:ext cx="2268537" cy="2620963"/>
            <a:chOff x="429" y="2045"/>
            <a:chExt cx="1429" cy="1651"/>
          </a:xfrm>
        </p:grpSpPr>
        <p:sp>
          <p:nvSpPr>
            <p:cNvPr id="97291" name="Rectangle 133">
              <a:extLst>
                <a:ext uri="{FF2B5EF4-FFF2-40B4-BE49-F238E27FC236}">
                  <a16:creationId xmlns:a16="http://schemas.microsoft.com/office/drawing/2014/main" id="{AE0A6039-B866-40DE-AECA-7488BDBEB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369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2" name="Line 134">
              <a:extLst>
                <a:ext uri="{FF2B5EF4-FFF2-40B4-BE49-F238E27FC236}">
                  <a16:creationId xmlns:a16="http://schemas.microsoft.com/office/drawing/2014/main" id="{7319D2ED-5FC0-4954-9F64-17E06F2989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2622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3" name="Line 135">
              <a:extLst>
                <a:ext uri="{FF2B5EF4-FFF2-40B4-BE49-F238E27FC236}">
                  <a16:creationId xmlns:a16="http://schemas.microsoft.com/office/drawing/2014/main" id="{B02F10F8-9797-4794-90EA-7FF2F6C869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4" name="Line 136">
              <a:extLst>
                <a:ext uri="{FF2B5EF4-FFF2-40B4-BE49-F238E27FC236}">
                  <a16:creationId xmlns:a16="http://schemas.microsoft.com/office/drawing/2014/main" id="{86B6704E-BE2E-4DAF-ADC2-B8270B4F7C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" y="2117"/>
              <a:ext cx="252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5" name="Rectangle 137">
              <a:extLst>
                <a:ext uri="{FF2B5EF4-FFF2-40B4-BE49-F238E27FC236}">
                  <a16:creationId xmlns:a16="http://schemas.microsoft.com/office/drawing/2014/main" id="{166927B9-E565-4677-AEB1-C31212246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6" name="Rectangle 138">
              <a:extLst>
                <a:ext uri="{FF2B5EF4-FFF2-40B4-BE49-F238E27FC236}">
                  <a16:creationId xmlns:a16="http://schemas.microsoft.com/office/drawing/2014/main" id="{19F0BBC1-9D21-4038-804B-EF92D2364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7" name="Rectangle 139">
              <a:extLst>
                <a:ext uri="{FF2B5EF4-FFF2-40B4-BE49-F238E27FC236}">
                  <a16:creationId xmlns:a16="http://schemas.microsoft.com/office/drawing/2014/main" id="{B92BFEF5-7785-4606-A3B6-5A89B6E26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8" name="Rectangle 140">
              <a:extLst>
                <a:ext uri="{FF2B5EF4-FFF2-40B4-BE49-F238E27FC236}">
                  <a16:creationId xmlns:a16="http://schemas.microsoft.com/office/drawing/2014/main" id="{7F1CF4DB-AF8C-4323-B142-12AD637F6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299" name="Rectangle 141">
              <a:extLst>
                <a:ext uri="{FF2B5EF4-FFF2-40B4-BE49-F238E27FC236}">
                  <a16:creationId xmlns:a16="http://schemas.microsoft.com/office/drawing/2014/main" id="{C5AA2630-2BEA-4AB7-8EA7-6ED1B9B73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0" name="Rectangle 142">
              <a:extLst>
                <a:ext uri="{FF2B5EF4-FFF2-40B4-BE49-F238E27FC236}">
                  <a16:creationId xmlns:a16="http://schemas.microsoft.com/office/drawing/2014/main" id="{E268A00B-3118-497D-9146-CE0836E7B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1" name="Rectangle 143">
              <a:extLst>
                <a:ext uri="{FF2B5EF4-FFF2-40B4-BE49-F238E27FC236}">
                  <a16:creationId xmlns:a16="http://schemas.microsoft.com/office/drawing/2014/main" id="{CC1A770C-FA96-4B33-860D-45F15A87F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2" name="Rectangle 144">
              <a:extLst>
                <a:ext uri="{FF2B5EF4-FFF2-40B4-BE49-F238E27FC236}">
                  <a16:creationId xmlns:a16="http://schemas.microsoft.com/office/drawing/2014/main" id="{5A8E0C51-4847-4C29-86CE-BAABA41E2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369"/>
              <a:ext cx="505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3" name="Line 145">
              <a:extLst>
                <a:ext uri="{FF2B5EF4-FFF2-40B4-BE49-F238E27FC236}">
                  <a16:creationId xmlns:a16="http://schemas.microsoft.com/office/drawing/2014/main" id="{45C69794-5FB4-4CDE-B605-988B4D72ED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2622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4" name="Line 146">
              <a:extLst>
                <a:ext uri="{FF2B5EF4-FFF2-40B4-BE49-F238E27FC236}">
                  <a16:creationId xmlns:a16="http://schemas.microsoft.com/office/drawing/2014/main" id="{42A3B3F9-EFFE-4DBB-B004-1DE3245D5C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5" name="Rectangle 147">
              <a:extLst>
                <a:ext uri="{FF2B5EF4-FFF2-40B4-BE49-F238E27FC236}">
                  <a16:creationId xmlns:a16="http://schemas.microsoft.com/office/drawing/2014/main" id="{25DC9273-BE36-4BF9-A692-63255C905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6" name="Rectangle 148">
              <a:extLst>
                <a:ext uri="{FF2B5EF4-FFF2-40B4-BE49-F238E27FC236}">
                  <a16:creationId xmlns:a16="http://schemas.microsoft.com/office/drawing/2014/main" id="{429B0334-37AB-4006-B030-0BFBB9E7A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7" name="Rectangle 149">
              <a:extLst>
                <a:ext uri="{FF2B5EF4-FFF2-40B4-BE49-F238E27FC236}">
                  <a16:creationId xmlns:a16="http://schemas.microsoft.com/office/drawing/2014/main" id="{D9C8EEA8-8F02-43A3-BC77-522677957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8" name="Rectangle 150">
              <a:extLst>
                <a:ext uri="{FF2B5EF4-FFF2-40B4-BE49-F238E27FC236}">
                  <a16:creationId xmlns:a16="http://schemas.microsoft.com/office/drawing/2014/main" id="{79CC4A6B-B615-4BB8-8DA0-C6544D01D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09" name="Rectangle 151">
              <a:extLst>
                <a:ext uri="{FF2B5EF4-FFF2-40B4-BE49-F238E27FC236}">
                  <a16:creationId xmlns:a16="http://schemas.microsoft.com/office/drawing/2014/main" id="{08F8722D-A992-45D7-926A-0A8C25A9F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0" name="Rectangle 152">
              <a:extLst>
                <a:ext uri="{FF2B5EF4-FFF2-40B4-BE49-F238E27FC236}">
                  <a16:creationId xmlns:a16="http://schemas.microsoft.com/office/drawing/2014/main" id="{A05C55E9-B3EE-4E68-906E-FD4DB3FDF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1" name="Rectangle 153">
              <a:extLst>
                <a:ext uri="{FF2B5EF4-FFF2-40B4-BE49-F238E27FC236}">
                  <a16:creationId xmlns:a16="http://schemas.microsoft.com/office/drawing/2014/main" id="{AB158C9C-C71A-4F95-90A5-CD9F79349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2" name="Rectangle 154">
              <a:extLst>
                <a:ext uri="{FF2B5EF4-FFF2-40B4-BE49-F238E27FC236}">
                  <a16:creationId xmlns:a16="http://schemas.microsoft.com/office/drawing/2014/main" id="{3812B7F8-DD9C-4491-B0F1-1465DA304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3" name="Rectangle 155">
              <a:extLst>
                <a:ext uri="{FF2B5EF4-FFF2-40B4-BE49-F238E27FC236}">
                  <a16:creationId xmlns:a16="http://schemas.microsoft.com/office/drawing/2014/main" id="{8A4C3BCC-AD56-4059-8495-58FB3739C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886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4" name="Line 156">
              <a:extLst>
                <a:ext uri="{FF2B5EF4-FFF2-40B4-BE49-F238E27FC236}">
                  <a16:creationId xmlns:a16="http://schemas.microsoft.com/office/drawing/2014/main" id="{DC8185D6-B7A5-4784-B25E-3BD2B2D6E1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3138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5" name="Line 157">
              <a:extLst>
                <a:ext uri="{FF2B5EF4-FFF2-40B4-BE49-F238E27FC236}">
                  <a16:creationId xmlns:a16="http://schemas.microsoft.com/office/drawing/2014/main" id="{40EA496C-64DA-46EA-B985-F563B24CBD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6" name="Rectangle 158">
              <a:extLst>
                <a:ext uri="{FF2B5EF4-FFF2-40B4-BE49-F238E27FC236}">
                  <a16:creationId xmlns:a16="http://schemas.microsoft.com/office/drawing/2014/main" id="{02514074-110E-4A69-9F1B-7B8F50E0C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7" name="Rectangle 159">
              <a:extLst>
                <a:ext uri="{FF2B5EF4-FFF2-40B4-BE49-F238E27FC236}">
                  <a16:creationId xmlns:a16="http://schemas.microsoft.com/office/drawing/2014/main" id="{8EE4C573-A647-47DD-AE39-31FBECF9A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886"/>
              <a:ext cx="505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8" name="Line 160">
              <a:extLst>
                <a:ext uri="{FF2B5EF4-FFF2-40B4-BE49-F238E27FC236}">
                  <a16:creationId xmlns:a16="http://schemas.microsoft.com/office/drawing/2014/main" id="{1ACF61D1-7498-4242-892B-2E08C1850F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3138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19" name="Line 161">
              <a:extLst>
                <a:ext uri="{FF2B5EF4-FFF2-40B4-BE49-F238E27FC236}">
                  <a16:creationId xmlns:a16="http://schemas.microsoft.com/office/drawing/2014/main" id="{0D123309-66A5-4C48-A1C8-0859363340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20" name="Rectangle 162">
              <a:extLst>
                <a:ext uri="{FF2B5EF4-FFF2-40B4-BE49-F238E27FC236}">
                  <a16:creationId xmlns:a16="http://schemas.microsoft.com/office/drawing/2014/main" id="{948C773D-A1BE-46C3-B242-877B8223E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21" name="Rectangle 163">
              <a:extLst>
                <a:ext uri="{FF2B5EF4-FFF2-40B4-BE49-F238E27FC236}">
                  <a16:creationId xmlns:a16="http://schemas.microsoft.com/office/drawing/2014/main" id="{AE74D647-7A0C-4BB9-8013-2A095F6B5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22" name="Rectangle 164">
              <a:extLst>
                <a:ext uri="{FF2B5EF4-FFF2-40B4-BE49-F238E27FC236}">
                  <a16:creationId xmlns:a16="http://schemas.microsoft.com/office/drawing/2014/main" id="{97F0D6B9-63A9-4C92-9DF6-3B06EFAD5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23" name="Rectangle 165">
              <a:extLst>
                <a:ext uri="{FF2B5EF4-FFF2-40B4-BE49-F238E27FC236}">
                  <a16:creationId xmlns:a16="http://schemas.microsoft.com/office/drawing/2014/main" id="{B50DBA05-5584-42B8-9F06-067662BD1E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24" name="Rectangle 166">
              <a:extLst>
                <a:ext uri="{FF2B5EF4-FFF2-40B4-BE49-F238E27FC236}">
                  <a16:creationId xmlns:a16="http://schemas.microsoft.com/office/drawing/2014/main" id="{D7DEB97B-FD67-444F-80B7-C8C0F195E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25" name="Rectangle 167">
              <a:extLst>
                <a:ext uri="{FF2B5EF4-FFF2-40B4-BE49-F238E27FC236}">
                  <a16:creationId xmlns:a16="http://schemas.microsoft.com/office/drawing/2014/main" id="{8EE0D44C-30FF-425C-884C-0F5BFC433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44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26" name="Rectangle 168">
              <a:extLst>
                <a:ext uri="{FF2B5EF4-FFF2-40B4-BE49-F238E27FC236}">
                  <a16:creationId xmlns:a16="http://schemas.microsoft.com/office/drawing/2014/main" id="{C5E3F676-DAD8-465F-9C11-1DD25899D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700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27" name="Rectangle 169">
              <a:extLst>
                <a:ext uri="{FF2B5EF4-FFF2-40B4-BE49-F238E27FC236}">
                  <a16:creationId xmlns:a16="http://schemas.microsoft.com/office/drawing/2014/main" id="{B2C2FFEA-12AD-4D03-A1AB-897C372A7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956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28" name="Rectangle 174">
              <a:extLst>
                <a:ext uri="{FF2B5EF4-FFF2-40B4-BE49-F238E27FC236}">
                  <a16:creationId xmlns:a16="http://schemas.microsoft.com/office/drawing/2014/main" id="{8CECC19F-63DD-4E7D-8442-5016A28D0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3211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29" name="Rectangle 211">
              <a:extLst>
                <a:ext uri="{FF2B5EF4-FFF2-40B4-BE49-F238E27FC236}">
                  <a16:creationId xmlns:a16="http://schemas.microsoft.com/office/drawing/2014/main" id="{ADAA1F45-7DBF-4288-A5A4-83C31DA94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8" y="3534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(b)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30" name="Freeform 213">
              <a:extLst>
                <a:ext uri="{FF2B5EF4-FFF2-40B4-BE49-F238E27FC236}">
                  <a16:creationId xmlns:a16="http://schemas.microsoft.com/office/drawing/2014/main" id="{073FA72E-1611-4100-A3B6-B531399D3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412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3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4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2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1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2" y="1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2"/>
                  </a:lnTo>
                  <a:lnTo>
                    <a:pt x="94" y="2"/>
                  </a:lnTo>
                  <a:lnTo>
                    <a:pt x="91" y="3"/>
                  </a:lnTo>
                  <a:lnTo>
                    <a:pt x="89" y="3"/>
                  </a:lnTo>
                  <a:lnTo>
                    <a:pt x="88" y="5"/>
                  </a:lnTo>
                  <a:lnTo>
                    <a:pt x="85" y="6"/>
                  </a:lnTo>
                  <a:lnTo>
                    <a:pt x="83" y="7"/>
                  </a:lnTo>
                  <a:lnTo>
                    <a:pt x="82" y="8"/>
                  </a:lnTo>
                  <a:lnTo>
                    <a:pt x="79" y="10"/>
                  </a:lnTo>
                  <a:lnTo>
                    <a:pt x="77" y="11"/>
                  </a:lnTo>
                  <a:lnTo>
                    <a:pt x="75" y="12"/>
                  </a:lnTo>
                  <a:lnTo>
                    <a:pt x="72" y="14"/>
                  </a:lnTo>
                  <a:lnTo>
                    <a:pt x="71" y="17"/>
                  </a:lnTo>
                  <a:lnTo>
                    <a:pt x="69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6"/>
                  </a:lnTo>
                  <a:lnTo>
                    <a:pt x="56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7" y="40"/>
                  </a:lnTo>
                  <a:lnTo>
                    <a:pt x="42" y="43"/>
                  </a:lnTo>
                  <a:lnTo>
                    <a:pt x="38" y="47"/>
                  </a:lnTo>
                  <a:lnTo>
                    <a:pt x="35" y="50"/>
                  </a:lnTo>
                  <a:lnTo>
                    <a:pt x="31" y="54"/>
                  </a:lnTo>
                  <a:lnTo>
                    <a:pt x="29" y="58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3" y="73"/>
                  </a:lnTo>
                  <a:lnTo>
                    <a:pt x="12" y="76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2"/>
                  </a:lnTo>
                  <a:lnTo>
                    <a:pt x="6" y="84"/>
                  </a:lnTo>
                  <a:lnTo>
                    <a:pt x="5" y="85"/>
                  </a:lnTo>
                  <a:lnTo>
                    <a:pt x="5" y="88"/>
                  </a:lnTo>
                  <a:lnTo>
                    <a:pt x="4" y="90"/>
                  </a:lnTo>
                  <a:lnTo>
                    <a:pt x="2" y="91"/>
                  </a:lnTo>
                  <a:lnTo>
                    <a:pt x="2" y="94"/>
                  </a:lnTo>
                  <a:lnTo>
                    <a:pt x="1" y="96"/>
                  </a:lnTo>
                  <a:lnTo>
                    <a:pt x="1" y="98"/>
                  </a:lnTo>
                  <a:lnTo>
                    <a:pt x="1" y="101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0" y="736"/>
                  </a:lnTo>
                  <a:lnTo>
                    <a:pt x="0" y="739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8"/>
                  </a:lnTo>
                  <a:lnTo>
                    <a:pt x="0" y="750"/>
                  </a:lnTo>
                  <a:lnTo>
                    <a:pt x="1" y="752"/>
                  </a:lnTo>
                  <a:lnTo>
                    <a:pt x="1" y="755"/>
                  </a:lnTo>
                  <a:lnTo>
                    <a:pt x="1" y="757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4" y="763"/>
                  </a:lnTo>
                  <a:lnTo>
                    <a:pt x="5" y="766"/>
                  </a:lnTo>
                  <a:lnTo>
                    <a:pt x="5" y="767"/>
                  </a:lnTo>
                  <a:lnTo>
                    <a:pt x="6" y="769"/>
                  </a:lnTo>
                  <a:lnTo>
                    <a:pt x="7" y="772"/>
                  </a:lnTo>
                  <a:lnTo>
                    <a:pt x="8" y="773"/>
                  </a:lnTo>
                  <a:lnTo>
                    <a:pt x="11" y="775"/>
                  </a:lnTo>
                  <a:lnTo>
                    <a:pt x="12" y="778"/>
                  </a:lnTo>
                  <a:lnTo>
                    <a:pt x="13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3" y="790"/>
                  </a:lnTo>
                  <a:lnTo>
                    <a:pt x="25" y="792"/>
                  </a:lnTo>
                  <a:lnTo>
                    <a:pt x="29" y="796"/>
                  </a:lnTo>
                  <a:lnTo>
                    <a:pt x="31" y="799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10"/>
                  </a:lnTo>
                  <a:lnTo>
                    <a:pt x="47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6" y="823"/>
                  </a:lnTo>
                  <a:lnTo>
                    <a:pt x="60" y="827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9" y="834"/>
                  </a:lnTo>
                  <a:lnTo>
                    <a:pt x="71" y="837"/>
                  </a:lnTo>
                  <a:lnTo>
                    <a:pt x="72" y="839"/>
                  </a:lnTo>
                  <a:lnTo>
                    <a:pt x="75" y="840"/>
                  </a:lnTo>
                  <a:lnTo>
                    <a:pt x="77" y="841"/>
                  </a:lnTo>
                  <a:lnTo>
                    <a:pt x="79" y="844"/>
                  </a:lnTo>
                  <a:lnTo>
                    <a:pt x="82" y="845"/>
                  </a:lnTo>
                  <a:lnTo>
                    <a:pt x="83" y="846"/>
                  </a:lnTo>
                  <a:lnTo>
                    <a:pt x="85" y="847"/>
                  </a:lnTo>
                  <a:lnTo>
                    <a:pt x="88" y="847"/>
                  </a:lnTo>
                  <a:lnTo>
                    <a:pt x="89" y="849"/>
                  </a:lnTo>
                  <a:lnTo>
                    <a:pt x="91" y="850"/>
                  </a:lnTo>
                  <a:lnTo>
                    <a:pt x="94" y="850"/>
                  </a:lnTo>
                  <a:lnTo>
                    <a:pt x="95" y="851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1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2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4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7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7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3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8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2"/>
                  </a:lnTo>
                  <a:lnTo>
                    <a:pt x="746" y="852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1"/>
                  </a:lnTo>
                  <a:lnTo>
                    <a:pt x="758" y="850"/>
                  </a:lnTo>
                  <a:lnTo>
                    <a:pt x="761" y="850"/>
                  </a:lnTo>
                  <a:lnTo>
                    <a:pt x="762" y="849"/>
                  </a:lnTo>
                  <a:lnTo>
                    <a:pt x="764" y="847"/>
                  </a:lnTo>
                  <a:lnTo>
                    <a:pt x="767" y="847"/>
                  </a:lnTo>
                  <a:lnTo>
                    <a:pt x="768" y="846"/>
                  </a:lnTo>
                  <a:lnTo>
                    <a:pt x="771" y="845"/>
                  </a:lnTo>
                  <a:lnTo>
                    <a:pt x="773" y="844"/>
                  </a:lnTo>
                  <a:lnTo>
                    <a:pt x="774" y="841"/>
                  </a:lnTo>
                  <a:lnTo>
                    <a:pt x="777" y="840"/>
                  </a:lnTo>
                  <a:lnTo>
                    <a:pt x="779" y="839"/>
                  </a:lnTo>
                  <a:lnTo>
                    <a:pt x="781" y="837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8" y="821"/>
                  </a:lnTo>
                  <a:lnTo>
                    <a:pt x="802" y="817"/>
                  </a:lnTo>
                  <a:lnTo>
                    <a:pt x="805" y="814"/>
                  </a:lnTo>
                  <a:lnTo>
                    <a:pt x="809" y="810"/>
                  </a:lnTo>
                  <a:lnTo>
                    <a:pt x="813" y="805"/>
                  </a:lnTo>
                  <a:lnTo>
                    <a:pt x="816" y="802"/>
                  </a:lnTo>
                  <a:lnTo>
                    <a:pt x="820" y="799"/>
                  </a:lnTo>
                  <a:lnTo>
                    <a:pt x="823" y="796"/>
                  </a:lnTo>
                  <a:lnTo>
                    <a:pt x="826" y="792"/>
                  </a:lnTo>
                  <a:lnTo>
                    <a:pt x="829" y="790"/>
                  </a:lnTo>
                  <a:lnTo>
                    <a:pt x="832" y="787"/>
                  </a:lnTo>
                  <a:lnTo>
                    <a:pt x="834" y="785"/>
                  </a:lnTo>
                  <a:lnTo>
                    <a:pt x="835" y="782"/>
                  </a:lnTo>
                  <a:lnTo>
                    <a:pt x="838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4" y="772"/>
                  </a:lnTo>
                  <a:lnTo>
                    <a:pt x="845" y="769"/>
                  </a:lnTo>
                  <a:lnTo>
                    <a:pt x="846" y="767"/>
                  </a:lnTo>
                  <a:lnTo>
                    <a:pt x="847" y="766"/>
                  </a:lnTo>
                  <a:lnTo>
                    <a:pt x="849" y="763"/>
                  </a:lnTo>
                  <a:lnTo>
                    <a:pt x="849" y="761"/>
                  </a:lnTo>
                  <a:lnTo>
                    <a:pt x="850" y="758"/>
                  </a:lnTo>
                  <a:lnTo>
                    <a:pt x="850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1" y="750"/>
                  </a:lnTo>
                  <a:lnTo>
                    <a:pt x="851" y="748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6"/>
                  </a:lnTo>
                  <a:lnTo>
                    <a:pt x="851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0" y="96"/>
                  </a:lnTo>
                  <a:lnTo>
                    <a:pt x="850" y="94"/>
                  </a:lnTo>
                  <a:lnTo>
                    <a:pt x="849" y="91"/>
                  </a:lnTo>
                  <a:lnTo>
                    <a:pt x="849" y="90"/>
                  </a:lnTo>
                  <a:lnTo>
                    <a:pt x="847" y="88"/>
                  </a:lnTo>
                  <a:lnTo>
                    <a:pt x="846" y="85"/>
                  </a:lnTo>
                  <a:lnTo>
                    <a:pt x="845" y="84"/>
                  </a:lnTo>
                  <a:lnTo>
                    <a:pt x="844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8" y="73"/>
                  </a:lnTo>
                  <a:lnTo>
                    <a:pt x="835" y="71"/>
                  </a:lnTo>
                  <a:lnTo>
                    <a:pt x="834" y="68"/>
                  </a:lnTo>
                  <a:lnTo>
                    <a:pt x="832" y="66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8"/>
                  </a:lnTo>
                  <a:lnTo>
                    <a:pt x="820" y="54"/>
                  </a:lnTo>
                  <a:lnTo>
                    <a:pt x="816" y="50"/>
                  </a:lnTo>
                  <a:lnTo>
                    <a:pt x="813" y="47"/>
                  </a:lnTo>
                  <a:lnTo>
                    <a:pt x="809" y="43"/>
                  </a:lnTo>
                  <a:lnTo>
                    <a:pt x="805" y="40"/>
                  </a:lnTo>
                  <a:lnTo>
                    <a:pt x="802" y="36"/>
                  </a:lnTo>
                  <a:lnTo>
                    <a:pt x="798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7"/>
                  </a:lnTo>
                  <a:lnTo>
                    <a:pt x="779" y="14"/>
                  </a:lnTo>
                  <a:lnTo>
                    <a:pt x="777" y="12"/>
                  </a:lnTo>
                  <a:lnTo>
                    <a:pt x="774" y="11"/>
                  </a:lnTo>
                  <a:lnTo>
                    <a:pt x="773" y="10"/>
                  </a:lnTo>
                  <a:lnTo>
                    <a:pt x="771" y="8"/>
                  </a:lnTo>
                  <a:lnTo>
                    <a:pt x="768" y="7"/>
                  </a:lnTo>
                  <a:lnTo>
                    <a:pt x="767" y="6"/>
                  </a:lnTo>
                  <a:lnTo>
                    <a:pt x="764" y="5"/>
                  </a:lnTo>
                  <a:lnTo>
                    <a:pt x="762" y="3"/>
                  </a:lnTo>
                  <a:lnTo>
                    <a:pt x="761" y="3"/>
                  </a:lnTo>
                  <a:lnTo>
                    <a:pt x="758" y="2"/>
                  </a:lnTo>
                  <a:lnTo>
                    <a:pt x="756" y="2"/>
                  </a:lnTo>
                  <a:lnTo>
                    <a:pt x="754" y="2"/>
                  </a:lnTo>
                  <a:lnTo>
                    <a:pt x="751" y="1"/>
                  </a:lnTo>
                  <a:lnTo>
                    <a:pt x="749" y="1"/>
                  </a:lnTo>
                  <a:lnTo>
                    <a:pt x="746" y="1"/>
                  </a:lnTo>
                  <a:lnTo>
                    <a:pt x="744" y="1"/>
                  </a:lnTo>
                  <a:lnTo>
                    <a:pt x="742" y="1"/>
                  </a:lnTo>
                  <a:lnTo>
                    <a:pt x="738" y="1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1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5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7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4" y="0"/>
                  </a:lnTo>
                  <a:lnTo>
                    <a:pt x="492" y="0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31" name="Freeform 214">
              <a:extLst>
                <a:ext uri="{FF2B5EF4-FFF2-40B4-BE49-F238E27FC236}">
                  <a16:creationId xmlns:a16="http://schemas.microsoft.com/office/drawing/2014/main" id="{3FE191D1-664F-4A61-B7EE-2A58FF2C7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924"/>
              <a:ext cx="426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5" y="0"/>
                  </a:lnTo>
                  <a:lnTo>
                    <a:pt x="462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6" y="0"/>
                  </a:lnTo>
                  <a:lnTo>
                    <a:pt x="442" y="0"/>
                  </a:lnTo>
                  <a:lnTo>
                    <a:pt x="440" y="0"/>
                  </a:lnTo>
                  <a:lnTo>
                    <a:pt x="436" y="0"/>
                  </a:lnTo>
                  <a:lnTo>
                    <a:pt x="434" y="0"/>
                  </a:lnTo>
                  <a:lnTo>
                    <a:pt x="430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6" y="0"/>
                  </a:lnTo>
                  <a:lnTo>
                    <a:pt x="412" y="0"/>
                  </a:lnTo>
                  <a:lnTo>
                    <a:pt x="408" y="0"/>
                  </a:lnTo>
                  <a:lnTo>
                    <a:pt x="403" y="0"/>
                  </a:lnTo>
                  <a:lnTo>
                    <a:pt x="398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4" y="0"/>
                  </a:lnTo>
                  <a:lnTo>
                    <a:pt x="367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1" y="0"/>
                  </a:lnTo>
                  <a:lnTo>
                    <a:pt x="332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7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8" y="0"/>
                  </a:lnTo>
                  <a:lnTo>
                    <a:pt x="239" y="0"/>
                  </a:lnTo>
                  <a:lnTo>
                    <a:pt x="232" y="0"/>
                  </a:lnTo>
                  <a:lnTo>
                    <a:pt x="225" y="0"/>
                  </a:lnTo>
                  <a:lnTo>
                    <a:pt x="218" y="0"/>
                  </a:lnTo>
                  <a:lnTo>
                    <a:pt x="212" y="0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6" y="0"/>
                  </a:lnTo>
                  <a:lnTo>
                    <a:pt x="182" y="0"/>
                  </a:lnTo>
                  <a:lnTo>
                    <a:pt x="178" y="0"/>
                  </a:lnTo>
                  <a:lnTo>
                    <a:pt x="174" y="0"/>
                  </a:lnTo>
                  <a:lnTo>
                    <a:pt x="171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9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99" y="1"/>
                  </a:lnTo>
                  <a:lnTo>
                    <a:pt x="96" y="1"/>
                  </a:lnTo>
                  <a:lnTo>
                    <a:pt x="94" y="2"/>
                  </a:lnTo>
                  <a:lnTo>
                    <a:pt x="93" y="2"/>
                  </a:lnTo>
                  <a:lnTo>
                    <a:pt x="90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4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8" y="9"/>
                  </a:lnTo>
                  <a:lnTo>
                    <a:pt x="76" y="12"/>
                  </a:lnTo>
                  <a:lnTo>
                    <a:pt x="73" y="13"/>
                  </a:lnTo>
                  <a:lnTo>
                    <a:pt x="71" y="15"/>
                  </a:lnTo>
                  <a:lnTo>
                    <a:pt x="69" y="18"/>
                  </a:lnTo>
                  <a:lnTo>
                    <a:pt x="66" y="20"/>
                  </a:lnTo>
                  <a:lnTo>
                    <a:pt x="64" y="23"/>
                  </a:lnTo>
                  <a:lnTo>
                    <a:pt x="60" y="25"/>
                  </a:lnTo>
                  <a:lnTo>
                    <a:pt x="58" y="29"/>
                  </a:lnTo>
                  <a:lnTo>
                    <a:pt x="54" y="31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3" y="42"/>
                  </a:lnTo>
                  <a:lnTo>
                    <a:pt x="40" y="46"/>
                  </a:lnTo>
                  <a:lnTo>
                    <a:pt x="36" y="49"/>
                  </a:lnTo>
                  <a:lnTo>
                    <a:pt x="32" y="53"/>
                  </a:lnTo>
                  <a:lnTo>
                    <a:pt x="29" y="56"/>
                  </a:lnTo>
                  <a:lnTo>
                    <a:pt x="26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7" y="70"/>
                  </a:lnTo>
                  <a:lnTo>
                    <a:pt x="14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10" y="79"/>
                  </a:lnTo>
                  <a:lnTo>
                    <a:pt x="8" y="80"/>
                  </a:lnTo>
                  <a:lnTo>
                    <a:pt x="7" y="83"/>
                  </a:lnTo>
                  <a:lnTo>
                    <a:pt x="6" y="85"/>
                  </a:lnTo>
                  <a:lnTo>
                    <a:pt x="5" y="86"/>
                  </a:lnTo>
                  <a:lnTo>
                    <a:pt x="4" y="89"/>
                  </a:lnTo>
                  <a:lnTo>
                    <a:pt x="4" y="91"/>
                  </a:lnTo>
                  <a:lnTo>
                    <a:pt x="2" y="92"/>
                  </a:lnTo>
                  <a:lnTo>
                    <a:pt x="2" y="95"/>
                  </a:lnTo>
                  <a:lnTo>
                    <a:pt x="2" y="97"/>
                  </a:lnTo>
                  <a:lnTo>
                    <a:pt x="1" y="100"/>
                  </a:lnTo>
                  <a:lnTo>
                    <a:pt x="1" y="102"/>
                  </a:lnTo>
                  <a:lnTo>
                    <a:pt x="1" y="104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3"/>
                  </a:lnTo>
                  <a:lnTo>
                    <a:pt x="1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1" y="734"/>
                  </a:lnTo>
                  <a:lnTo>
                    <a:pt x="1" y="738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6"/>
                  </a:lnTo>
                  <a:lnTo>
                    <a:pt x="1" y="749"/>
                  </a:lnTo>
                  <a:lnTo>
                    <a:pt x="1" y="751"/>
                  </a:lnTo>
                  <a:lnTo>
                    <a:pt x="2" y="754"/>
                  </a:lnTo>
                  <a:lnTo>
                    <a:pt x="2" y="756"/>
                  </a:lnTo>
                  <a:lnTo>
                    <a:pt x="2" y="758"/>
                  </a:lnTo>
                  <a:lnTo>
                    <a:pt x="4" y="761"/>
                  </a:lnTo>
                  <a:lnTo>
                    <a:pt x="4" y="762"/>
                  </a:lnTo>
                  <a:lnTo>
                    <a:pt x="5" y="764"/>
                  </a:lnTo>
                  <a:lnTo>
                    <a:pt x="6" y="767"/>
                  </a:lnTo>
                  <a:lnTo>
                    <a:pt x="7" y="768"/>
                  </a:lnTo>
                  <a:lnTo>
                    <a:pt x="8" y="770"/>
                  </a:lnTo>
                  <a:lnTo>
                    <a:pt x="10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4" y="779"/>
                  </a:lnTo>
                  <a:lnTo>
                    <a:pt x="17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6" y="792"/>
                  </a:lnTo>
                  <a:lnTo>
                    <a:pt x="29" y="794"/>
                  </a:lnTo>
                  <a:lnTo>
                    <a:pt x="32" y="798"/>
                  </a:lnTo>
                  <a:lnTo>
                    <a:pt x="36" y="802"/>
                  </a:lnTo>
                  <a:lnTo>
                    <a:pt x="40" y="805"/>
                  </a:lnTo>
                  <a:lnTo>
                    <a:pt x="43" y="809"/>
                  </a:lnTo>
                  <a:lnTo>
                    <a:pt x="47" y="812"/>
                  </a:lnTo>
                  <a:lnTo>
                    <a:pt x="51" y="816"/>
                  </a:lnTo>
                  <a:lnTo>
                    <a:pt x="54" y="820"/>
                  </a:lnTo>
                  <a:lnTo>
                    <a:pt x="58" y="823"/>
                  </a:lnTo>
                  <a:lnTo>
                    <a:pt x="60" y="826"/>
                  </a:lnTo>
                  <a:lnTo>
                    <a:pt x="64" y="829"/>
                  </a:lnTo>
                  <a:lnTo>
                    <a:pt x="66" y="832"/>
                  </a:lnTo>
                  <a:lnTo>
                    <a:pt x="69" y="834"/>
                  </a:lnTo>
                  <a:lnTo>
                    <a:pt x="71" y="835"/>
                  </a:lnTo>
                  <a:lnTo>
                    <a:pt x="73" y="838"/>
                  </a:lnTo>
                  <a:lnTo>
                    <a:pt x="76" y="840"/>
                  </a:lnTo>
                  <a:lnTo>
                    <a:pt x="78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4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90" y="848"/>
                  </a:lnTo>
                  <a:lnTo>
                    <a:pt x="93" y="848"/>
                  </a:lnTo>
                  <a:lnTo>
                    <a:pt x="94" y="850"/>
                  </a:lnTo>
                  <a:lnTo>
                    <a:pt x="96" y="850"/>
                  </a:lnTo>
                  <a:lnTo>
                    <a:pt x="99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6" y="851"/>
                  </a:lnTo>
                  <a:lnTo>
                    <a:pt x="108" y="851"/>
                  </a:lnTo>
                  <a:lnTo>
                    <a:pt x="112" y="852"/>
                  </a:lnTo>
                  <a:lnTo>
                    <a:pt x="114" y="852"/>
                  </a:lnTo>
                  <a:lnTo>
                    <a:pt x="118" y="852"/>
                  </a:lnTo>
                  <a:lnTo>
                    <a:pt x="121" y="852"/>
                  </a:lnTo>
                  <a:lnTo>
                    <a:pt x="125" y="852"/>
                  </a:lnTo>
                  <a:lnTo>
                    <a:pt x="129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3" y="852"/>
                  </a:lnTo>
                  <a:lnTo>
                    <a:pt x="155" y="852"/>
                  </a:lnTo>
                  <a:lnTo>
                    <a:pt x="159" y="852"/>
                  </a:lnTo>
                  <a:lnTo>
                    <a:pt x="161" y="852"/>
                  </a:lnTo>
                  <a:lnTo>
                    <a:pt x="165" y="852"/>
                  </a:lnTo>
                  <a:lnTo>
                    <a:pt x="167" y="852"/>
                  </a:lnTo>
                  <a:lnTo>
                    <a:pt x="171" y="852"/>
                  </a:lnTo>
                  <a:lnTo>
                    <a:pt x="174" y="852"/>
                  </a:lnTo>
                  <a:lnTo>
                    <a:pt x="178" y="852"/>
                  </a:lnTo>
                  <a:lnTo>
                    <a:pt x="182" y="852"/>
                  </a:lnTo>
                  <a:lnTo>
                    <a:pt x="186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6" y="852"/>
                  </a:lnTo>
                  <a:lnTo>
                    <a:pt x="212" y="852"/>
                  </a:lnTo>
                  <a:lnTo>
                    <a:pt x="218" y="852"/>
                  </a:lnTo>
                  <a:lnTo>
                    <a:pt x="225" y="852"/>
                  </a:lnTo>
                  <a:lnTo>
                    <a:pt x="232" y="852"/>
                  </a:lnTo>
                  <a:lnTo>
                    <a:pt x="239" y="852"/>
                  </a:lnTo>
                  <a:lnTo>
                    <a:pt x="248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7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2" y="852"/>
                  </a:lnTo>
                  <a:lnTo>
                    <a:pt x="341" y="852"/>
                  </a:lnTo>
                  <a:lnTo>
                    <a:pt x="350" y="852"/>
                  </a:lnTo>
                  <a:lnTo>
                    <a:pt x="359" y="852"/>
                  </a:lnTo>
                  <a:lnTo>
                    <a:pt x="367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90" y="852"/>
                  </a:lnTo>
                  <a:lnTo>
                    <a:pt x="396" y="852"/>
                  </a:lnTo>
                  <a:lnTo>
                    <a:pt x="403" y="852"/>
                  </a:lnTo>
                  <a:lnTo>
                    <a:pt x="409" y="852"/>
                  </a:lnTo>
                  <a:lnTo>
                    <a:pt x="415" y="852"/>
                  </a:lnTo>
                  <a:lnTo>
                    <a:pt x="421" y="852"/>
                  </a:lnTo>
                  <a:lnTo>
                    <a:pt x="427" y="852"/>
                  </a:lnTo>
                  <a:lnTo>
                    <a:pt x="433" y="852"/>
                  </a:lnTo>
                  <a:lnTo>
                    <a:pt x="439" y="852"/>
                  </a:lnTo>
                  <a:lnTo>
                    <a:pt x="445" y="852"/>
                  </a:lnTo>
                  <a:lnTo>
                    <a:pt x="451" y="852"/>
                  </a:lnTo>
                  <a:lnTo>
                    <a:pt x="458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2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6" y="852"/>
                  </a:lnTo>
                  <a:lnTo>
                    <a:pt x="614" y="852"/>
                  </a:lnTo>
                  <a:lnTo>
                    <a:pt x="622" y="852"/>
                  </a:lnTo>
                  <a:lnTo>
                    <a:pt x="629" y="852"/>
                  </a:lnTo>
                  <a:lnTo>
                    <a:pt x="636" y="852"/>
                  </a:lnTo>
                  <a:lnTo>
                    <a:pt x="642" y="852"/>
                  </a:lnTo>
                  <a:lnTo>
                    <a:pt x="648" y="852"/>
                  </a:lnTo>
                  <a:lnTo>
                    <a:pt x="653" y="852"/>
                  </a:lnTo>
                  <a:lnTo>
                    <a:pt x="659" y="852"/>
                  </a:lnTo>
                  <a:lnTo>
                    <a:pt x="664" y="852"/>
                  </a:lnTo>
                  <a:lnTo>
                    <a:pt x="667" y="852"/>
                  </a:lnTo>
                  <a:lnTo>
                    <a:pt x="672" y="852"/>
                  </a:lnTo>
                  <a:lnTo>
                    <a:pt x="676" y="852"/>
                  </a:lnTo>
                  <a:lnTo>
                    <a:pt x="679" y="852"/>
                  </a:lnTo>
                  <a:lnTo>
                    <a:pt x="683" y="852"/>
                  </a:lnTo>
                  <a:lnTo>
                    <a:pt x="686" y="852"/>
                  </a:lnTo>
                  <a:lnTo>
                    <a:pt x="689" y="852"/>
                  </a:lnTo>
                  <a:lnTo>
                    <a:pt x="692" y="852"/>
                  </a:lnTo>
                  <a:lnTo>
                    <a:pt x="695" y="852"/>
                  </a:lnTo>
                  <a:lnTo>
                    <a:pt x="698" y="852"/>
                  </a:lnTo>
                  <a:lnTo>
                    <a:pt x="701" y="852"/>
                  </a:lnTo>
                  <a:lnTo>
                    <a:pt x="704" y="852"/>
                  </a:lnTo>
                  <a:lnTo>
                    <a:pt x="707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8" y="852"/>
                  </a:lnTo>
                  <a:lnTo>
                    <a:pt x="721" y="852"/>
                  </a:lnTo>
                  <a:lnTo>
                    <a:pt x="725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6" y="852"/>
                  </a:lnTo>
                  <a:lnTo>
                    <a:pt x="739" y="852"/>
                  </a:lnTo>
                  <a:lnTo>
                    <a:pt x="742" y="852"/>
                  </a:lnTo>
                  <a:lnTo>
                    <a:pt x="745" y="851"/>
                  </a:lnTo>
                  <a:lnTo>
                    <a:pt x="748" y="851"/>
                  </a:lnTo>
                  <a:lnTo>
                    <a:pt x="750" y="851"/>
                  </a:lnTo>
                  <a:lnTo>
                    <a:pt x="753" y="851"/>
                  </a:lnTo>
                  <a:lnTo>
                    <a:pt x="755" y="851"/>
                  </a:lnTo>
                  <a:lnTo>
                    <a:pt x="757" y="850"/>
                  </a:lnTo>
                  <a:lnTo>
                    <a:pt x="760" y="850"/>
                  </a:lnTo>
                  <a:lnTo>
                    <a:pt x="761" y="848"/>
                  </a:lnTo>
                  <a:lnTo>
                    <a:pt x="763" y="848"/>
                  </a:lnTo>
                  <a:lnTo>
                    <a:pt x="766" y="847"/>
                  </a:lnTo>
                  <a:lnTo>
                    <a:pt x="767" y="846"/>
                  </a:lnTo>
                  <a:lnTo>
                    <a:pt x="769" y="845"/>
                  </a:lnTo>
                  <a:lnTo>
                    <a:pt x="772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8" y="840"/>
                  </a:lnTo>
                  <a:lnTo>
                    <a:pt x="780" y="838"/>
                  </a:lnTo>
                  <a:lnTo>
                    <a:pt x="783" y="835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90" y="829"/>
                  </a:lnTo>
                  <a:lnTo>
                    <a:pt x="793" y="826"/>
                  </a:lnTo>
                  <a:lnTo>
                    <a:pt x="796" y="823"/>
                  </a:lnTo>
                  <a:lnTo>
                    <a:pt x="799" y="820"/>
                  </a:lnTo>
                  <a:lnTo>
                    <a:pt x="803" y="816"/>
                  </a:lnTo>
                  <a:lnTo>
                    <a:pt x="807" y="812"/>
                  </a:lnTo>
                  <a:lnTo>
                    <a:pt x="810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1" y="798"/>
                  </a:lnTo>
                  <a:lnTo>
                    <a:pt x="825" y="794"/>
                  </a:lnTo>
                  <a:lnTo>
                    <a:pt x="827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7" y="781"/>
                  </a:lnTo>
                  <a:lnTo>
                    <a:pt x="839" y="779"/>
                  </a:lnTo>
                  <a:lnTo>
                    <a:pt x="840" y="776"/>
                  </a:lnTo>
                  <a:lnTo>
                    <a:pt x="843" y="774"/>
                  </a:lnTo>
                  <a:lnTo>
                    <a:pt x="844" y="773"/>
                  </a:lnTo>
                  <a:lnTo>
                    <a:pt x="845" y="770"/>
                  </a:lnTo>
                  <a:lnTo>
                    <a:pt x="846" y="768"/>
                  </a:lnTo>
                  <a:lnTo>
                    <a:pt x="847" y="767"/>
                  </a:lnTo>
                  <a:lnTo>
                    <a:pt x="849" y="764"/>
                  </a:lnTo>
                  <a:lnTo>
                    <a:pt x="849" y="762"/>
                  </a:lnTo>
                  <a:lnTo>
                    <a:pt x="850" y="761"/>
                  </a:lnTo>
                  <a:lnTo>
                    <a:pt x="850" y="758"/>
                  </a:lnTo>
                  <a:lnTo>
                    <a:pt x="851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2" y="749"/>
                  </a:lnTo>
                  <a:lnTo>
                    <a:pt x="852" y="746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4"/>
                  </a:lnTo>
                  <a:lnTo>
                    <a:pt x="852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1" y="95"/>
                  </a:lnTo>
                  <a:lnTo>
                    <a:pt x="850" y="92"/>
                  </a:lnTo>
                  <a:lnTo>
                    <a:pt x="850" y="91"/>
                  </a:lnTo>
                  <a:lnTo>
                    <a:pt x="849" y="89"/>
                  </a:lnTo>
                  <a:lnTo>
                    <a:pt x="849" y="86"/>
                  </a:lnTo>
                  <a:lnTo>
                    <a:pt x="847" y="85"/>
                  </a:lnTo>
                  <a:lnTo>
                    <a:pt x="846" y="83"/>
                  </a:lnTo>
                  <a:lnTo>
                    <a:pt x="845" y="80"/>
                  </a:lnTo>
                  <a:lnTo>
                    <a:pt x="844" y="79"/>
                  </a:lnTo>
                  <a:lnTo>
                    <a:pt x="843" y="77"/>
                  </a:lnTo>
                  <a:lnTo>
                    <a:pt x="840" y="74"/>
                  </a:lnTo>
                  <a:lnTo>
                    <a:pt x="839" y="72"/>
                  </a:lnTo>
                  <a:lnTo>
                    <a:pt x="837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5" y="56"/>
                  </a:lnTo>
                  <a:lnTo>
                    <a:pt x="821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10" y="42"/>
                  </a:lnTo>
                  <a:lnTo>
                    <a:pt x="807" y="38"/>
                  </a:lnTo>
                  <a:lnTo>
                    <a:pt x="803" y="35"/>
                  </a:lnTo>
                  <a:lnTo>
                    <a:pt x="799" y="31"/>
                  </a:lnTo>
                  <a:lnTo>
                    <a:pt x="796" y="29"/>
                  </a:lnTo>
                  <a:lnTo>
                    <a:pt x="793" y="25"/>
                  </a:lnTo>
                  <a:lnTo>
                    <a:pt x="790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3" y="15"/>
                  </a:lnTo>
                  <a:lnTo>
                    <a:pt x="780" y="13"/>
                  </a:lnTo>
                  <a:lnTo>
                    <a:pt x="778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2" y="7"/>
                  </a:lnTo>
                  <a:lnTo>
                    <a:pt x="769" y="6"/>
                  </a:lnTo>
                  <a:lnTo>
                    <a:pt x="767" y="5"/>
                  </a:lnTo>
                  <a:lnTo>
                    <a:pt x="766" y="3"/>
                  </a:lnTo>
                  <a:lnTo>
                    <a:pt x="763" y="3"/>
                  </a:lnTo>
                  <a:lnTo>
                    <a:pt x="761" y="2"/>
                  </a:lnTo>
                  <a:lnTo>
                    <a:pt x="760" y="2"/>
                  </a:lnTo>
                  <a:lnTo>
                    <a:pt x="757" y="1"/>
                  </a:lnTo>
                  <a:lnTo>
                    <a:pt x="755" y="1"/>
                  </a:lnTo>
                  <a:lnTo>
                    <a:pt x="753" y="1"/>
                  </a:lnTo>
                  <a:lnTo>
                    <a:pt x="750" y="0"/>
                  </a:lnTo>
                  <a:lnTo>
                    <a:pt x="748" y="0"/>
                  </a:lnTo>
                  <a:lnTo>
                    <a:pt x="745" y="0"/>
                  </a:lnTo>
                  <a:lnTo>
                    <a:pt x="742" y="0"/>
                  </a:lnTo>
                  <a:lnTo>
                    <a:pt x="739" y="0"/>
                  </a:lnTo>
                  <a:lnTo>
                    <a:pt x="736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5" y="0"/>
                  </a:lnTo>
                  <a:lnTo>
                    <a:pt x="721" y="0"/>
                  </a:lnTo>
                  <a:lnTo>
                    <a:pt x="718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7" y="0"/>
                  </a:lnTo>
                  <a:lnTo>
                    <a:pt x="704" y="0"/>
                  </a:lnTo>
                  <a:lnTo>
                    <a:pt x="702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4" y="0"/>
                  </a:lnTo>
                  <a:lnTo>
                    <a:pt x="691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3" y="0"/>
                  </a:lnTo>
                  <a:lnTo>
                    <a:pt x="680" y="0"/>
                  </a:lnTo>
                  <a:lnTo>
                    <a:pt x="677" y="0"/>
                  </a:lnTo>
                  <a:lnTo>
                    <a:pt x="674" y="0"/>
                  </a:lnTo>
                  <a:lnTo>
                    <a:pt x="671" y="0"/>
                  </a:lnTo>
                  <a:lnTo>
                    <a:pt x="667" y="0"/>
                  </a:lnTo>
                  <a:lnTo>
                    <a:pt x="664" y="0"/>
                  </a:lnTo>
                  <a:lnTo>
                    <a:pt x="660" y="0"/>
                  </a:lnTo>
                  <a:lnTo>
                    <a:pt x="656" y="0"/>
                  </a:lnTo>
                  <a:lnTo>
                    <a:pt x="652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7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6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8" y="0"/>
                  </a:lnTo>
                  <a:lnTo>
                    <a:pt x="552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9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7" y="0"/>
                  </a:lnTo>
                  <a:lnTo>
                    <a:pt x="523" y="0"/>
                  </a:lnTo>
                  <a:lnTo>
                    <a:pt x="521" y="0"/>
                  </a:lnTo>
                  <a:lnTo>
                    <a:pt x="517" y="0"/>
                  </a:lnTo>
                  <a:lnTo>
                    <a:pt x="515" y="0"/>
                  </a:lnTo>
                  <a:lnTo>
                    <a:pt x="511" y="0"/>
                  </a:lnTo>
                  <a:lnTo>
                    <a:pt x="509" y="0"/>
                  </a:lnTo>
                  <a:lnTo>
                    <a:pt x="506" y="0"/>
                  </a:lnTo>
                  <a:lnTo>
                    <a:pt x="504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5" y="0"/>
                  </a:lnTo>
                  <a:lnTo>
                    <a:pt x="493" y="0"/>
                  </a:lnTo>
                  <a:lnTo>
                    <a:pt x="489" y="0"/>
                  </a:lnTo>
                  <a:lnTo>
                    <a:pt x="487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7" y="0"/>
                  </a:lnTo>
                  <a:lnTo>
                    <a:pt x="474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32" name="Freeform 215">
              <a:extLst>
                <a:ext uri="{FF2B5EF4-FFF2-40B4-BE49-F238E27FC236}">
                  <a16:creationId xmlns:a16="http://schemas.microsoft.com/office/drawing/2014/main" id="{BCA3A648-BEFB-41B6-83EE-642E2C6B8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946"/>
              <a:ext cx="432" cy="132"/>
            </a:xfrm>
            <a:custGeom>
              <a:avLst/>
              <a:gdLst>
                <a:gd name="T0" fmla="*/ 0 w 865"/>
                <a:gd name="T1" fmla="*/ 0 h 265"/>
                <a:gd name="T2" fmla="*/ 0 w 865"/>
                <a:gd name="T3" fmla="*/ 0 h 265"/>
                <a:gd name="T4" fmla="*/ 0 w 865"/>
                <a:gd name="T5" fmla="*/ 0 h 265"/>
                <a:gd name="T6" fmla="*/ 0 w 865"/>
                <a:gd name="T7" fmla="*/ 0 h 265"/>
                <a:gd name="T8" fmla="*/ 0 w 865"/>
                <a:gd name="T9" fmla="*/ 0 h 265"/>
                <a:gd name="T10" fmla="*/ 0 w 865"/>
                <a:gd name="T11" fmla="*/ 0 h 265"/>
                <a:gd name="T12" fmla="*/ 0 w 865"/>
                <a:gd name="T13" fmla="*/ 0 h 265"/>
                <a:gd name="T14" fmla="*/ 0 w 865"/>
                <a:gd name="T15" fmla="*/ 0 h 265"/>
                <a:gd name="T16" fmla="*/ 0 w 865"/>
                <a:gd name="T17" fmla="*/ 0 h 265"/>
                <a:gd name="T18" fmla="*/ 0 w 865"/>
                <a:gd name="T19" fmla="*/ 0 h 265"/>
                <a:gd name="T20" fmla="*/ 0 w 865"/>
                <a:gd name="T21" fmla="*/ 0 h 265"/>
                <a:gd name="T22" fmla="*/ 0 w 865"/>
                <a:gd name="T23" fmla="*/ 0 h 265"/>
                <a:gd name="T24" fmla="*/ 0 w 865"/>
                <a:gd name="T25" fmla="*/ 0 h 265"/>
                <a:gd name="T26" fmla="*/ 0 w 865"/>
                <a:gd name="T27" fmla="*/ 0 h 265"/>
                <a:gd name="T28" fmla="*/ 0 w 865"/>
                <a:gd name="T29" fmla="*/ 0 h 265"/>
                <a:gd name="T30" fmla="*/ 0 w 865"/>
                <a:gd name="T31" fmla="*/ 0 h 265"/>
                <a:gd name="T32" fmla="*/ 0 w 865"/>
                <a:gd name="T33" fmla="*/ 0 h 265"/>
                <a:gd name="T34" fmla="*/ 0 w 865"/>
                <a:gd name="T35" fmla="*/ 0 h 265"/>
                <a:gd name="T36" fmla="*/ 0 w 865"/>
                <a:gd name="T37" fmla="*/ 0 h 265"/>
                <a:gd name="T38" fmla="*/ 0 w 865"/>
                <a:gd name="T39" fmla="*/ 0 h 265"/>
                <a:gd name="T40" fmla="*/ 0 w 865"/>
                <a:gd name="T41" fmla="*/ 0 h 265"/>
                <a:gd name="T42" fmla="*/ 0 w 865"/>
                <a:gd name="T43" fmla="*/ 0 h 265"/>
                <a:gd name="T44" fmla="*/ 0 w 865"/>
                <a:gd name="T45" fmla="*/ 0 h 265"/>
                <a:gd name="T46" fmla="*/ 0 w 865"/>
                <a:gd name="T47" fmla="*/ 0 h 265"/>
                <a:gd name="T48" fmla="*/ 0 w 865"/>
                <a:gd name="T49" fmla="*/ 0 h 265"/>
                <a:gd name="T50" fmla="*/ 0 w 865"/>
                <a:gd name="T51" fmla="*/ 0 h 265"/>
                <a:gd name="T52" fmla="*/ 0 w 865"/>
                <a:gd name="T53" fmla="*/ 0 h 265"/>
                <a:gd name="T54" fmla="*/ 0 w 865"/>
                <a:gd name="T55" fmla="*/ 0 h 265"/>
                <a:gd name="T56" fmla="*/ 0 w 865"/>
                <a:gd name="T57" fmla="*/ 0 h 265"/>
                <a:gd name="T58" fmla="*/ 0 w 865"/>
                <a:gd name="T59" fmla="*/ 0 h 265"/>
                <a:gd name="T60" fmla="*/ 0 w 865"/>
                <a:gd name="T61" fmla="*/ 0 h 265"/>
                <a:gd name="T62" fmla="*/ 0 w 865"/>
                <a:gd name="T63" fmla="*/ 0 h 265"/>
                <a:gd name="T64" fmla="*/ 0 w 865"/>
                <a:gd name="T65" fmla="*/ 0 h 265"/>
                <a:gd name="T66" fmla="*/ 0 w 865"/>
                <a:gd name="T67" fmla="*/ 0 h 265"/>
                <a:gd name="T68" fmla="*/ 0 w 865"/>
                <a:gd name="T69" fmla="*/ 0 h 265"/>
                <a:gd name="T70" fmla="*/ 0 w 865"/>
                <a:gd name="T71" fmla="*/ 0 h 265"/>
                <a:gd name="T72" fmla="*/ 0 w 865"/>
                <a:gd name="T73" fmla="*/ 0 h 265"/>
                <a:gd name="T74" fmla="*/ 0 w 865"/>
                <a:gd name="T75" fmla="*/ 0 h 265"/>
                <a:gd name="T76" fmla="*/ 0 w 865"/>
                <a:gd name="T77" fmla="*/ 0 h 265"/>
                <a:gd name="T78" fmla="*/ 0 w 865"/>
                <a:gd name="T79" fmla="*/ 0 h 265"/>
                <a:gd name="T80" fmla="*/ 0 w 865"/>
                <a:gd name="T81" fmla="*/ 0 h 265"/>
                <a:gd name="T82" fmla="*/ 0 w 865"/>
                <a:gd name="T83" fmla="*/ 0 h 265"/>
                <a:gd name="T84" fmla="*/ 0 w 865"/>
                <a:gd name="T85" fmla="*/ 0 h 265"/>
                <a:gd name="T86" fmla="*/ 0 w 865"/>
                <a:gd name="T87" fmla="*/ 0 h 265"/>
                <a:gd name="T88" fmla="*/ 0 w 865"/>
                <a:gd name="T89" fmla="*/ 0 h 26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865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2"/>
                  </a:lnTo>
                  <a:lnTo>
                    <a:pt x="3" y="96"/>
                  </a:lnTo>
                  <a:lnTo>
                    <a:pt x="6" y="90"/>
                  </a:lnTo>
                  <a:lnTo>
                    <a:pt x="8" y="84"/>
                  </a:lnTo>
                  <a:lnTo>
                    <a:pt x="9" y="78"/>
                  </a:lnTo>
                  <a:lnTo>
                    <a:pt x="13" y="72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38" y="0"/>
                  </a:lnTo>
                  <a:lnTo>
                    <a:pt x="744" y="0"/>
                  </a:lnTo>
                  <a:lnTo>
                    <a:pt x="751" y="2"/>
                  </a:lnTo>
                  <a:lnTo>
                    <a:pt x="757" y="2"/>
                  </a:lnTo>
                  <a:lnTo>
                    <a:pt x="763" y="3"/>
                  </a:lnTo>
                  <a:lnTo>
                    <a:pt x="769" y="4"/>
                  </a:lnTo>
                  <a:lnTo>
                    <a:pt x="775" y="6"/>
                  </a:lnTo>
                  <a:lnTo>
                    <a:pt x="781" y="8"/>
                  </a:lnTo>
                  <a:lnTo>
                    <a:pt x="787" y="10"/>
                  </a:lnTo>
                  <a:lnTo>
                    <a:pt x="793" y="14"/>
                  </a:lnTo>
                  <a:lnTo>
                    <a:pt x="798" y="16"/>
                  </a:lnTo>
                  <a:lnTo>
                    <a:pt x="804" y="18"/>
                  </a:lnTo>
                  <a:lnTo>
                    <a:pt x="808" y="22"/>
                  </a:lnTo>
                  <a:lnTo>
                    <a:pt x="813" y="26"/>
                  </a:lnTo>
                  <a:lnTo>
                    <a:pt x="818" y="29"/>
                  </a:lnTo>
                  <a:lnTo>
                    <a:pt x="823" y="34"/>
                  </a:lnTo>
                  <a:lnTo>
                    <a:pt x="828" y="38"/>
                  </a:lnTo>
                  <a:lnTo>
                    <a:pt x="831" y="42"/>
                  </a:lnTo>
                  <a:lnTo>
                    <a:pt x="836" y="47"/>
                  </a:lnTo>
                  <a:lnTo>
                    <a:pt x="840" y="52"/>
                  </a:lnTo>
                  <a:lnTo>
                    <a:pt x="843" y="57"/>
                  </a:lnTo>
                  <a:lnTo>
                    <a:pt x="847" y="62"/>
                  </a:lnTo>
                  <a:lnTo>
                    <a:pt x="849" y="68"/>
                  </a:lnTo>
                  <a:lnTo>
                    <a:pt x="853" y="72"/>
                  </a:lnTo>
                  <a:lnTo>
                    <a:pt x="855" y="78"/>
                  </a:lnTo>
                  <a:lnTo>
                    <a:pt x="858" y="84"/>
                  </a:lnTo>
                  <a:lnTo>
                    <a:pt x="859" y="90"/>
                  </a:lnTo>
                  <a:lnTo>
                    <a:pt x="861" y="96"/>
                  </a:lnTo>
                  <a:lnTo>
                    <a:pt x="863" y="102"/>
                  </a:lnTo>
                  <a:lnTo>
                    <a:pt x="864" y="109"/>
                  </a:lnTo>
                  <a:lnTo>
                    <a:pt x="865" y="116"/>
                  </a:lnTo>
                  <a:lnTo>
                    <a:pt x="865" y="122"/>
                  </a:lnTo>
                  <a:lnTo>
                    <a:pt x="865" y="128"/>
                  </a:lnTo>
                  <a:lnTo>
                    <a:pt x="865" y="137"/>
                  </a:lnTo>
                  <a:lnTo>
                    <a:pt x="865" y="143"/>
                  </a:lnTo>
                  <a:lnTo>
                    <a:pt x="865" y="151"/>
                  </a:lnTo>
                  <a:lnTo>
                    <a:pt x="864" y="157"/>
                  </a:lnTo>
                  <a:lnTo>
                    <a:pt x="863" y="163"/>
                  </a:lnTo>
                  <a:lnTo>
                    <a:pt x="861" y="169"/>
                  </a:lnTo>
                  <a:lnTo>
                    <a:pt x="859" y="175"/>
                  </a:lnTo>
                  <a:lnTo>
                    <a:pt x="858" y="181"/>
                  </a:lnTo>
                  <a:lnTo>
                    <a:pt x="855" y="187"/>
                  </a:lnTo>
                  <a:lnTo>
                    <a:pt x="853" y="193"/>
                  </a:lnTo>
                  <a:lnTo>
                    <a:pt x="849" y="197"/>
                  </a:lnTo>
                  <a:lnTo>
                    <a:pt x="847" y="203"/>
                  </a:lnTo>
                  <a:lnTo>
                    <a:pt x="843" y="208"/>
                  </a:lnTo>
                  <a:lnTo>
                    <a:pt x="840" y="213"/>
                  </a:lnTo>
                  <a:lnTo>
                    <a:pt x="836" y="218"/>
                  </a:lnTo>
                  <a:lnTo>
                    <a:pt x="831" y="223"/>
                  </a:lnTo>
                  <a:lnTo>
                    <a:pt x="828" y="228"/>
                  </a:lnTo>
                  <a:lnTo>
                    <a:pt x="823" y="231"/>
                  </a:lnTo>
                  <a:lnTo>
                    <a:pt x="818" y="236"/>
                  </a:lnTo>
                  <a:lnTo>
                    <a:pt x="813" y="240"/>
                  </a:lnTo>
                  <a:lnTo>
                    <a:pt x="808" y="243"/>
                  </a:lnTo>
                  <a:lnTo>
                    <a:pt x="804" y="247"/>
                  </a:lnTo>
                  <a:lnTo>
                    <a:pt x="798" y="249"/>
                  </a:lnTo>
                  <a:lnTo>
                    <a:pt x="793" y="253"/>
                  </a:lnTo>
                  <a:lnTo>
                    <a:pt x="787" y="255"/>
                  </a:lnTo>
                  <a:lnTo>
                    <a:pt x="781" y="258"/>
                  </a:lnTo>
                  <a:lnTo>
                    <a:pt x="775" y="259"/>
                  </a:lnTo>
                  <a:lnTo>
                    <a:pt x="769" y="261"/>
                  </a:lnTo>
                  <a:lnTo>
                    <a:pt x="763" y="262"/>
                  </a:lnTo>
                  <a:lnTo>
                    <a:pt x="757" y="264"/>
                  </a:lnTo>
                  <a:lnTo>
                    <a:pt x="751" y="264"/>
                  </a:lnTo>
                  <a:lnTo>
                    <a:pt x="744" y="265"/>
                  </a:lnTo>
                  <a:lnTo>
                    <a:pt x="738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3"/>
                  </a:lnTo>
                  <a:lnTo>
                    <a:pt x="15" y="197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33" name="Rectangle 219">
              <a:extLst>
                <a:ext uri="{FF2B5EF4-FFF2-40B4-BE49-F238E27FC236}">
                  <a16:creationId xmlns:a16="http://schemas.microsoft.com/office/drawing/2014/main" id="{D522AAC2-0F1F-464D-8CC7-D003F4E27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3535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7334" name="Rectangle 220">
              <a:extLst>
                <a:ext uri="{FF2B5EF4-FFF2-40B4-BE49-F238E27FC236}">
                  <a16:creationId xmlns:a16="http://schemas.microsoft.com/office/drawing/2014/main" id="{B64A71CD-EDCF-43E2-868A-849DBC0F1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7" y="359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cxnSp>
        <p:nvCxnSpPr>
          <p:cNvPr id="97283" name="Straight Connector 2">
            <a:extLst>
              <a:ext uri="{FF2B5EF4-FFF2-40B4-BE49-F238E27FC236}">
                <a16:creationId xmlns:a16="http://schemas.microsoft.com/office/drawing/2014/main" id="{C4975898-365C-446D-87C8-B288F790D520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57200" y="2209800"/>
            <a:ext cx="992188" cy="1017588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7284" name="Straight Connector 189">
            <a:extLst>
              <a:ext uri="{FF2B5EF4-FFF2-40B4-BE49-F238E27FC236}">
                <a16:creationId xmlns:a16="http://schemas.microsoft.com/office/drawing/2014/main" id="{8D486F1F-8538-4329-946D-B58FAF9C62B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543800" y="2133600"/>
            <a:ext cx="685800" cy="129540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97285" name="Group 16">
            <a:extLst>
              <a:ext uri="{FF2B5EF4-FFF2-40B4-BE49-F238E27FC236}">
                <a16:creationId xmlns:a16="http://schemas.microsoft.com/office/drawing/2014/main" id="{C1BFAE3B-01B9-439C-8872-FD158DBDCBDC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3048000"/>
            <a:ext cx="774700" cy="771525"/>
            <a:chOff x="282646" y="3410630"/>
            <a:chExt cx="774571" cy="771325"/>
          </a:xfrm>
        </p:grpSpPr>
        <p:sp>
          <p:nvSpPr>
            <p:cNvPr id="97289" name="TextBox 14">
              <a:extLst>
                <a:ext uri="{FF2B5EF4-FFF2-40B4-BE49-F238E27FC236}">
                  <a16:creationId xmlns:a16="http://schemas.microsoft.com/office/drawing/2014/main" id="{6BAA3AC9-3BCF-4127-87C8-F4043D43B3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97290" name="TextBox 15">
              <a:extLst>
                <a:ext uri="{FF2B5EF4-FFF2-40B4-BE49-F238E27FC236}">
                  <a16:creationId xmlns:a16="http://schemas.microsoft.com/office/drawing/2014/main" id="{E53A5877-5E85-4E40-8129-63E0291A96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571" y="341063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97286" name="Group 305">
            <a:extLst>
              <a:ext uri="{FF2B5EF4-FFF2-40B4-BE49-F238E27FC236}">
                <a16:creationId xmlns:a16="http://schemas.microsoft.com/office/drawing/2014/main" id="{B0605473-444D-41BD-B09A-7433150C0027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3200400"/>
            <a:ext cx="774700" cy="771525"/>
            <a:chOff x="282646" y="3410630"/>
            <a:chExt cx="774571" cy="771325"/>
          </a:xfrm>
        </p:grpSpPr>
        <p:sp>
          <p:nvSpPr>
            <p:cNvPr id="97287" name="TextBox 306">
              <a:extLst>
                <a:ext uri="{FF2B5EF4-FFF2-40B4-BE49-F238E27FC236}">
                  <a16:creationId xmlns:a16="http://schemas.microsoft.com/office/drawing/2014/main" id="{D4ADAAC6-51D5-4E40-8820-04892A3C0D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97288" name="TextBox 307">
              <a:extLst>
                <a:ext uri="{FF2B5EF4-FFF2-40B4-BE49-F238E27FC236}">
                  <a16:creationId xmlns:a16="http://schemas.microsoft.com/office/drawing/2014/main" id="{D3C3386C-F0DB-4259-9C85-C3D97ED7C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571" y="341063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</p:spTree>
  </p:cSld>
  <p:clrMapOvr>
    <a:masterClrMapping/>
  </p:clrMapOvr>
  <p:transition/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329" name="Group 317">
            <a:extLst>
              <a:ext uri="{FF2B5EF4-FFF2-40B4-BE49-F238E27FC236}">
                <a16:creationId xmlns:a16="http://schemas.microsoft.com/office/drawing/2014/main" id="{109A9656-B324-4130-B334-5A7F2AB5F21F}"/>
              </a:ext>
            </a:extLst>
          </p:cNvPr>
          <p:cNvGrpSpPr>
            <a:grpSpLocks/>
          </p:cNvGrpSpPr>
          <p:nvPr/>
        </p:nvGrpSpPr>
        <p:grpSpPr bwMode="auto">
          <a:xfrm>
            <a:off x="685800" y="198438"/>
            <a:ext cx="2270125" cy="2620962"/>
            <a:chOff x="427" y="273"/>
            <a:chExt cx="1430" cy="1651"/>
          </a:xfrm>
        </p:grpSpPr>
        <p:sp>
          <p:nvSpPr>
            <p:cNvPr id="99388" name="Rectangle 170">
              <a:extLst>
                <a:ext uri="{FF2B5EF4-FFF2-40B4-BE49-F238E27FC236}">
                  <a16:creationId xmlns:a16="http://schemas.microsoft.com/office/drawing/2014/main" id="{AFF2EE2D-7DA2-4BF6-8056-3A13C65E6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597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89" name="Line 171">
              <a:extLst>
                <a:ext uri="{FF2B5EF4-FFF2-40B4-BE49-F238E27FC236}">
                  <a16:creationId xmlns:a16="http://schemas.microsoft.com/office/drawing/2014/main" id="{F18F342B-9DEF-4DFB-B818-ACAD51AA6A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850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90" name="Line 172">
              <a:extLst>
                <a:ext uri="{FF2B5EF4-FFF2-40B4-BE49-F238E27FC236}">
                  <a16:creationId xmlns:a16="http://schemas.microsoft.com/office/drawing/2014/main" id="{889D60CC-145F-4E87-B46A-70E95BDBCB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91" name="Line 173">
              <a:extLst>
                <a:ext uri="{FF2B5EF4-FFF2-40B4-BE49-F238E27FC236}">
                  <a16:creationId xmlns:a16="http://schemas.microsoft.com/office/drawing/2014/main" id="{4D409E6F-BC2C-4BF9-852E-5E2F52BB9C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" y="345"/>
              <a:ext cx="253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92" name="Rectangle 175">
              <a:extLst>
                <a:ext uri="{FF2B5EF4-FFF2-40B4-BE49-F238E27FC236}">
                  <a16:creationId xmlns:a16="http://schemas.microsoft.com/office/drawing/2014/main" id="{654EB8D6-5400-4C37-93C7-C36C4620E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93" name="Rectangle 176">
              <a:extLst>
                <a:ext uri="{FF2B5EF4-FFF2-40B4-BE49-F238E27FC236}">
                  <a16:creationId xmlns:a16="http://schemas.microsoft.com/office/drawing/2014/main" id="{0DD0BEA8-B259-45F9-8630-27C89A6CB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94" name="Rectangle 177">
              <a:extLst>
                <a:ext uri="{FF2B5EF4-FFF2-40B4-BE49-F238E27FC236}">
                  <a16:creationId xmlns:a16="http://schemas.microsoft.com/office/drawing/2014/main" id="{B1BE498A-D545-48A5-A672-E89B82C19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95" name="Rectangle 178">
              <a:extLst>
                <a:ext uri="{FF2B5EF4-FFF2-40B4-BE49-F238E27FC236}">
                  <a16:creationId xmlns:a16="http://schemas.microsoft.com/office/drawing/2014/main" id="{903A491E-DC21-46CE-8712-13B7D7E5A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96" name="Rectangle 179">
              <a:extLst>
                <a:ext uri="{FF2B5EF4-FFF2-40B4-BE49-F238E27FC236}">
                  <a16:creationId xmlns:a16="http://schemas.microsoft.com/office/drawing/2014/main" id="{E6E1921D-16C5-4E17-AB9C-96C5F3F79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97" name="Rectangle 180">
              <a:extLst>
                <a:ext uri="{FF2B5EF4-FFF2-40B4-BE49-F238E27FC236}">
                  <a16:creationId xmlns:a16="http://schemas.microsoft.com/office/drawing/2014/main" id="{626A2D0D-C00A-4546-853F-1837419F3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98" name="Rectangle 181">
              <a:extLst>
                <a:ext uri="{FF2B5EF4-FFF2-40B4-BE49-F238E27FC236}">
                  <a16:creationId xmlns:a16="http://schemas.microsoft.com/office/drawing/2014/main" id="{9B2D74DB-91BA-4446-9E33-69CE7E858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99" name="Rectangle 182">
              <a:extLst>
                <a:ext uri="{FF2B5EF4-FFF2-40B4-BE49-F238E27FC236}">
                  <a16:creationId xmlns:a16="http://schemas.microsoft.com/office/drawing/2014/main" id="{7BA46F73-BA3A-413E-9581-F2D259FC7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597"/>
              <a:ext cx="504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00" name="Line 183">
              <a:extLst>
                <a:ext uri="{FF2B5EF4-FFF2-40B4-BE49-F238E27FC236}">
                  <a16:creationId xmlns:a16="http://schemas.microsoft.com/office/drawing/2014/main" id="{E398D8B2-17A7-43D0-8C7D-57E8FF15FC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850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01" name="Line 184">
              <a:extLst>
                <a:ext uri="{FF2B5EF4-FFF2-40B4-BE49-F238E27FC236}">
                  <a16:creationId xmlns:a16="http://schemas.microsoft.com/office/drawing/2014/main" id="{E703ADE5-DC8C-406A-AF14-ED01BE91B6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02" name="Rectangle 185">
              <a:extLst>
                <a:ext uri="{FF2B5EF4-FFF2-40B4-BE49-F238E27FC236}">
                  <a16:creationId xmlns:a16="http://schemas.microsoft.com/office/drawing/2014/main" id="{2C7C23AE-963D-479C-AAC0-70F1866F4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03" name="Rectangle 186">
              <a:extLst>
                <a:ext uri="{FF2B5EF4-FFF2-40B4-BE49-F238E27FC236}">
                  <a16:creationId xmlns:a16="http://schemas.microsoft.com/office/drawing/2014/main" id="{AF1C8748-7EC3-49F3-BE48-21C9993F1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04" name="Rectangle 187">
              <a:extLst>
                <a:ext uri="{FF2B5EF4-FFF2-40B4-BE49-F238E27FC236}">
                  <a16:creationId xmlns:a16="http://schemas.microsoft.com/office/drawing/2014/main" id="{0C357F21-AF45-428B-B934-E4BEA409E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8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05" name="Rectangle 188">
              <a:extLst>
                <a:ext uri="{FF2B5EF4-FFF2-40B4-BE49-F238E27FC236}">
                  <a16:creationId xmlns:a16="http://schemas.microsoft.com/office/drawing/2014/main" id="{DCC82B1A-9951-423C-99E8-1F51D266C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06" name="Rectangle 189">
              <a:extLst>
                <a:ext uri="{FF2B5EF4-FFF2-40B4-BE49-F238E27FC236}">
                  <a16:creationId xmlns:a16="http://schemas.microsoft.com/office/drawing/2014/main" id="{31180B17-B838-41C6-A1F2-66F772949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07" name="Rectangle 190">
              <a:extLst>
                <a:ext uri="{FF2B5EF4-FFF2-40B4-BE49-F238E27FC236}">
                  <a16:creationId xmlns:a16="http://schemas.microsoft.com/office/drawing/2014/main" id="{EE7C4C92-1A43-4CCB-9DD7-AB7EC00E4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08" name="Rectangle 191">
              <a:extLst>
                <a:ext uri="{FF2B5EF4-FFF2-40B4-BE49-F238E27FC236}">
                  <a16:creationId xmlns:a16="http://schemas.microsoft.com/office/drawing/2014/main" id="{18EDC2B1-0C13-4CC2-B054-53FA38550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09" name="Rectangle 192">
              <a:extLst>
                <a:ext uri="{FF2B5EF4-FFF2-40B4-BE49-F238E27FC236}">
                  <a16:creationId xmlns:a16="http://schemas.microsoft.com/office/drawing/2014/main" id="{044EC52B-1F07-4602-ACE3-4C7562F56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10" name="Rectangle 193">
              <a:extLst>
                <a:ext uri="{FF2B5EF4-FFF2-40B4-BE49-F238E27FC236}">
                  <a16:creationId xmlns:a16="http://schemas.microsoft.com/office/drawing/2014/main" id="{ADCFF5B7-6092-4319-8831-4F04D0003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1114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11" name="Line 194">
              <a:extLst>
                <a:ext uri="{FF2B5EF4-FFF2-40B4-BE49-F238E27FC236}">
                  <a16:creationId xmlns:a16="http://schemas.microsoft.com/office/drawing/2014/main" id="{3923F0FA-6F93-40DF-A6BC-B20AC4201E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1366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12" name="Line 195">
              <a:extLst>
                <a:ext uri="{FF2B5EF4-FFF2-40B4-BE49-F238E27FC236}">
                  <a16:creationId xmlns:a16="http://schemas.microsoft.com/office/drawing/2014/main" id="{2B1D60CE-B321-402A-B7F5-8A97C3263B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13" name="Rectangle 196">
              <a:extLst>
                <a:ext uri="{FF2B5EF4-FFF2-40B4-BE49-F238E27FC236}">
                  <a16:creationId xmlns:a16="http://schemas.microsoft.com/office/drawing/2014/main" id="{115FA434-C3BF-44DC-945C-DB382D020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14" name="Rectangle 197">
              <a:extLst>
                <a:ext uri="{FF2B5EF4-FFF2-40B4-BE49-F238E27FC236}">
                  <a16:creationId xmlns:a16="http://schemas.microsoft.com/office/drawing/2014/main" id="{64056A5F-8016-41F7-97FE-BBFDF8140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1114"/>
              <a:ext cx="504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15" name="Line 198">
              <a:extLst>
                <a:ext uri="{FF2B5EF4-FFF2-40B4-BE49-F238E27FC236}">
                  <a16:creationId xmlns:a16="http://schemas.microsoft.com/office/drawing/2014/main" id="{7AA6DAA7-5C74-4D00-B95D-CABB4EDF07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1366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16" name="Line 199">
              <a:extLst>
                <a:ext uri="{FF2B5EF4-FFF2-40B4-BE49-F238E27FC236}">
                  <a16:creationId xmlns:a16="http://schemas.microsoft.com/office/drawing/2014/main" id="{872CB1C4-2E55-4BB3-8920-F98E4CA41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17" name="Rectangle 200">
              <a:extLst>
                <a:ext uri="{FF2B5EF4-FFF2-40B4-BE49-F238E27FC236}">
                  <a16:creationId xmlns:a16="http://schemas.microsoft.com/office/drawing/2014/main" id="{B75E02C8-E905-4BE3-B76F-90D8D1892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18" name="Rectangle 201">
              <a:extLst>
                <a:ext uri="{FF2B5EF4-FFF2-40B4-BE49-F238E27FC236}">
                  <a16:creationId xmlns:a16="http://schemas.microsoft.com/office/drawing/2014/main" id="{89C39AB6-E79D-4D68-A56D-B983B65AE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19" name="Rectangle 202">
              <a:extLst>
                <a:ext uri="{FF2B5EF4-FFF2-40B4-BE49-F238E27FC236}">
                  <a16:creationId xmlns:a16="http://schemas.microsoft.com/office/drawing/2014/main" id="{CD5F55B0-DC48-4281-821F-E845D343A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20" name="Rectangle 203">
              <a:extLst>
                <a:ext uri="{FF2B5EF4-FFF2-40B4-BE49-F238E27FC236}">
                  <a16:creationId xmlns:a16="http://schemas.microsoft.com/office/drawing/2014/main" id="{E9FF8744-3626-421A-AC16-3B9DB4F4F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21" name="Rectangle 204">
              <a:extLst>
                <a:ext uri="{FF2B5EF4-FFF2-40B4-BE49-F238E27FC236}">
                  <a16:creationId xmlns:a16="http://schemas.microsoft.com/office/drawing/2014/main" id="{9D7DEE58-E26F-4906-B032-FD2FAC677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673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22" name="Rectangle 205">
              <a:extLst>
                <a:ext uri="{FF2B5EF4-FFF2-40B4-BE49-F238E27FC236}">
                  <a16:creationId xmlns:a16="http://schemas.microsoft.com/office/drawing/2014/main" id="{6BA06954-749B-4B22-8FB8-1CF896EC7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928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23" name="Rectangle 206">
              <a:extLst>
                <a:ext uri="{FF2B5EF4-FFF2-40B4-BE49-F238E27FC236}">
                  <a16:creationId xmlns:a16="http://schemas.microsoft.com/office/drawing/2014/main" id="{88392E02-7C12-49AF-B39A-CF459C371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184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24" name="Freeform 207">
              <a:extLst>
                <a:ext uri="{FF2B5EF4-FFF2-40B4-BE49-F238E27FC236}">
                  <a16:creationId xmlns:a16="http://schemas.microsoft.com/office/drawing/2014/main" id="{876A2DF5-32FE-4017-B5F0-0386FDFE7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640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8" y="0"/>
                  </a:moveTo>
                  <a:lnTo>
                    <a:pt x="465" y="0"/>
                  </a:lnTo>
                  <a:lnTo>
                    <a:pt x="461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4" y="0"/>
                  </a:lnTo>
                  <a:lnTo>
                    <a:pt x="442" y="0"/>
                  </a:lnTo>
                  <a:lnTo>
                    <a:pt x="438" y="0"/>
                  </a:lnTo>
                  <a:lnTo>
                    <a:pt x="436" y="0"/>
                  </a:lnTo>
                  <a:lnTo>
                    <a:pt x="432" y="0"/>
                  </a:lnTo>
                  <a:lnTo>
                    <a:pt x="430" y="0"/>
                  </a:lnTo>
                  <a:lnTo>
                    <a:pt x="426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7" y="0"/>
                  </a:lnTo>
                  <a:lnTo>
                    <a:pt x="402" y="0"/>
                  </a:lnTo>
                  <a:lnTo>
                    <a:pt x="397" y="0"/>
                  </a:lnTo>
                  <a:lnTo>
                    <a:pt x="391" y="0"/>
                  </a:lnTo>
                  <a:lnTo>
                    <a:pt x="385" y="0"/>
                  </a:lnTo>
                  <a:lnTo>
                    <a:pt x="379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49" y="0"/>
                  </a:lnTo>
                  <a:lnTo>
                    <a:pt x="341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6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7" y="0"/>
                  </a:lnTo>
                  <a:lnTo>
                    <a:pt x="239" y="0"/>
                  </a:lnTo>
                  <a:lnTo>
                    <a:pt x="230" y="0"/>
                  </a:lnTo>
                  <a:lnTo>
                    <a:pt x="223" y="0"/>
                  </a:lnTo>
                  <a:lnTo>
                    <a:pt x="217" y="0"/>
                  </a:lnTo>
                  <a:lnTo>
                    <a:pt x="211" y="0"/>
                  </a:lnTo>
                  <a:lnTo>
                    <a:pt x="205" y="0"/>
                  </a:lnTo>
                  <a:lnTo>
                    <a:pt x="199" y="0"/>
                  </a:lnTo>
                  <a:lnTo>
                    <a:pt x="194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4" y="0"/>
                  </a:lnTo>
                  <a:lnTo>
                    <a:pt x="170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1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5" y="0"/>
                  </a:lnTo>
                  <a:lnTo>
                    <a:pt x="132" y="0"/>
                  </a:lnTo>
                  <a:lnTo>
                    <a:pt x="128" y="0"/>
                  </a:lnTo>
                  <a:lnTo>
                    <a:pt x="123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0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3" y="1"/>
                  </a:lnTo>
                  <a:lnTo>
                    <a:pt x="101" y="1"/>
                  </a:lnTo>
                  <a:lnTo>
                    <a:pt x="98" y="2"/>
                  </a:lnTo>
                  <a:lnTo>
                    <a:pt x="96" y="2"/>
                  </a:lnTo>
                  <a:lnTo>
                    <a:pt x="93" y="2"/>
                  </a:lnTo>
                  <a:lnTo>
                    <a:pt x="91" y="3"/>
                  </a:lnTo>
                  <a:lnTo>
                    <a:pt x="90" y="3"/>
                  </a:lnTo>
                  <a:lnTo>
                    <a:pt x="87" y="5"/>
                  </a:lnTo>
                  <a:lnTo>
                    <a:pt x="85" y="6"/>
                  </a:lnTo>
                  <a:lnTo>
                    <a:pt x="84" y="7"/>
                  </a:lnTo>
                  <a:lnTo>
                    <a:pt x="81" y="8"/>
                  </a:lnTo>
                  <a:lnTo>
                    <a:pt x="79" y="10"/>
                  </a:lnTo>
                  <a:lnTo>
                    <a:pt x="78" y="11"/>
                  </a:lnTo>
                  <a:lnTo>
                    <a:pt x="75" y="12"/>
                  </a:lnTo>
                  <a:lnTo>
                    <a:pt x="73" y="14"/>
                  </a:lnTo>
                  <a:lnTo>
                    <a:pt x="71" y="17"/>
                  </a:lnTo>
                  <a:lnTo>
                    <a:pt x="68" y="18"/>
                  </a:lnTo>
                  <a:lnTo>
                    <a:pt x="66" y="20"/>
                  </a:lnTo>
                  <a:lnTo>
                    <a:pt x="63" y="23"/>
                  </a:lnTo>
                  <a:lnTo>
                    <a:pt x="60" y="26"/>
                  </a:lnTo>
                  <a:lnTo>
                    <a:pt x="57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6" y="40"/>
                  </a:lnTo>
                  <a:lnTo>
                    <a:pt x="43" y="43"/>
                  </a:lnTo>
                  <a:lnTo>
                    <a:pt x="39" y="47"/>
                  </a:lnTo>
                  <a:lnTo>
                    <a:pt x="36" y="50"/>
                  </a:lnTo>
                  <a:lnTo>
                    <a:pt x="32" y="54"/>
                  </a:lnTo>
                  <a:lnTo>
                    <a:pt x="28" y="58"/>
                  </a:lnTo>
                  <a:lnTo>
                    <a:pt x="26" y="60"/>
                  </a:lnTo>
                  <a:lnTo>
                    <a:pt x="22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0" y="77"/>
                  </a:lnTo>
                  <a:lnTo>
                    <a:pt x="9" y="79"/>
                  </a:lnTo>
                  <a:lnTo>
                    <a:pt x="8" y="82"/>
                  </a:lnTo>
                  <a:lnTo>
                    <a:pt x="7" y="84"/>
                  </a:lnTo>
                  <a:lnTo>
                    <a:pt x="6" y="85"/>
                  </a:lnTo>
                  <a:lnTo>
                    <a:pt x="4" y="88"/>
                  </a:lnTo>
                  <a:lnTo>
                    <a:pt x="3" y="90"/>
                  </a:lnTo>
                  <a:lnTo>
                    <a:pt x="3" y="91"/>
                  </a:lnTo>
                  <a:lnTo>
                    <a:pt x="2" y="94"/>
                  </a:lnTo>
                  <a:lnTo>
                    <a:pt x="2" y="96"/>
                  </a:lnTo>
                  <a:lnTo>
                    <a:pt x="2" y="98"/>
                  </a:lnTo>
                  <a:lnTo>
                    <a:pt x="1" y="101"/>
                  </a:lnTo>
                  <a:lnTo>
                    <a:pt x="1" y="103"/>
                  </a:lnTo>
                  <a:lnTo>
                    <a:pt x="1" y="106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4"/>
                  </a:lnTo>
                  <a:lnTo>
                    <a:pt x="1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1" y="736"/>
                  </a:lnTo>
                  <a:lnTo>
                    <a:pt x="1" y="739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8"/>
                  </a:lnTo>
                  <a:lnTo>
                    <a:pt x="1" y="750"/>
                  </a:lnTo>
                  <a:lnTo>
                    <a:pt x="1" y="752"/>
                  </a:lnTo>
                  <a:lnTo>
                    <a:pt x="2" y="755"/>
                  </a:lnTo>
                  <a:lnTo>
                    <a:pt x="2" y="757"/>
                  </a:lnTo>
                  <a:lnTo>
                    <a:pt x="2" y="758"/>
                  </a:lnTo>
                  <a:lnTo>
                    <a:pt x="3" y="761"/>
                  </a:lnTo>
                  <a:lnTo>
                    <a:pt x="3" y="763"/>
                  </a:lnTo>
                  <a:lnTo>
                    <a:pt x="4" y="766"/>
                  </a:lnTo>
                  <a:lnTo>
                    <a:pt x="6" y="767"/>
                  </a:lnTo>
                  <a:lnTo>
                    <a:pt x="7" y="769"/>
                  </a:lnTo>
                  <a:lnTo>
                    <a:pt x="8" y="772"/>
                  </a:lnTo>
                  <a:lnTo>
                    <a:pt x="9" y="773"/>
                  </a:lnTo>
                  <a:lnTo>
                    <a:pt x="10" y="775"/>
                  </a:lnTo>
                  <a:lnTo>
                    <a:pt x="12" y="778"/>
                  </a:lnTo>
                  <a:lnTo>
                    <a:pt x="14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2" y="790"/>
                  </a:lnTo>
                  <a:lnTo>
                    <a:pt x="26" y="792"/>
                  </a:lnTo>
                  <a:lnTo>
                    <a:pt x="28" y="796"/>
                  </a:lnTo>
                  <a:lnTo>
                    <a:pt x="32" y="799"/>
                  </a:lnTo>
                  <a:lnTo>
                    <a:pt x="36" y="802"/>
                  </a:lnTo>
                  <a:lnTo>
                    <a:pt x="39" y="805"/>
                  </a:lnTo>
                  <a:lnTo>
                    <a:pt x="43" y="810"/>
                  </a:lnTo>
                  <a:lnTo>
                    <a:pt x="46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7" y="823"/>
                  </a:lnTo>
                  <a:lnTo>
                    <a:pt x="60" y="827"/>
                  </a:lnTo>
                  <a:lnTo>
                    <a:pt x="63" y="829"/>
                  </a:lnTo>
                  <a:lnTo>
                    <a:pt x="66" y="832"/>
                  </a:lnTo>
                  <a:lnTo>
                    <a:pt x="68" y="834"/>
                  </a:lnTo>
                  <a:lnTo>
                    <a:pt x="71" y="837"/>
                  </a:lnTo>
                  <a:lnTo>
                    <a:pt x="73" y="839"/>
                  </a:lnTo>
                  <a:lnTo>
                    <a:pt x="75" y="840"/>
                  </a:lnTo>
                  <a:lnTo>
                    <a:pt x="78" y="841"/>
                  </a:lnTo>
                  <a:lnTo>
                    <a:pt x="79" y="844"/>
                  </a:lnTo>
                  <a:lnTo>
                    <a:pt x="81" y="845"/>
                  </a:lnTo>
                  <a:lnTo>
                    <a:pt x="84" y="846"/>
                  </a:lnTo>
                  <a:lnTo>
                    <a:pt x="85" y="847"/>
                  </a:lnTo>
                  <a:lnTo>
                    <a:pt x="87" y="847"/>
                  </a:lnTo>
                  <a:lnTo>
                    <a:pt x="90" y="849"/>
                  </a:lnTo>
                  <a:lnTo>
                    <a:pt x="91" y="850"/>
                  </a:lnTo>
                  <a:lnTo>
                    <a:pt x="93" y="850"/>
                  </a:lnTo>
                  <a:lnTo>
                    <a:pt x="96" y="851"/>
                  </a:lnTo>
                  <a:lnTo>
                    <a:pt x="98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3" y="852"/>
                  </a:lnTo>
                  <a:lnTo>
                    <a:pt x="128" y="852"/>
                  </a:lnTo>
                  <a:lnTo>
                    <a:pt x="132" y="852"/>
                  </a:lnTo>
                  <a:lnTo>
                    <a:pt x="135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1" y="852"/>
                  </a:lnTo>
                  <a:lnTo>
                    <a:pt x="155" y="852"/>
                  </a:lnTo>
                  <a:lnTo>
                    <a:pt x="157" y="852"/>
                  </a:lnTo>
                  <a:lnTo>
                    <a:pt x="161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70" y="852"/>
                  </a:lnTo>
                  <a:lnTo>
                    <a:pt x="174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4" y="852"/>
                  </a:lnTo>
                  <a:lnTo>
                    <a:pt x="199" y="852"/>
                  </a:lnTo>
                  <a:lnTo>
                    <a:pt x="205" y="852"/>
                  </a:lnTo>
                  <a:lnTo>
                    <a:pt x="211" y="852"/>
                  </a:lnTo>
                  <a:lnTo>
                    <a:pt x="217" y="852"/>
                  </a:lnTo>
                  <a:lnTo>
                    <a:pt x="223" y="852"/>
                  </a:lnTo>
                  <a:lnTo>
                    <a:pt x="230" y="852"/>
                  </a:lnTo>
                  <a:lnTo>
                    <a:pt x="239" y="852"/>
                  </a:lnTo>
                  <a:lnTo>
                    <a:pt x="247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6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1" y="852"/>
                  </a:lnTo>
                  <a:lnTo>
                    <a:pt x="349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8" y="852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0" y="852"/>
                  </a:lnTo>
                  <a:lnTo>
                    <a:pt x="456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1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4" y="852"/>
                  </a:lnTo>
                  <a:lnTo>
                    <a:pt x="621" y="852"/>
                  </a:lnTo>
                  <a:lnTo>
                    <a:pt x="628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2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0" y="852"/>
                  </a:lnTo>
                  <a:lnTo>
                    <a:pt x="675" y="852"/>
                  </a:lnTo>
                  <a:lnTo>
                    <a:pt x="679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8" y="852"/>
                  </a:lnTo>
                  <a:lnTo>
                    <a:pt x="692" y="852"/>
                  </a:lnTo>
                  <a:lnTo>
                    <a:pt x="694" y="852"/>
                  </a:lnTo>
                  <a:lnTo>
                    <a:pt x="698" y="852"/>
                  </a:lnTo>
                  <a:lnTo>
                    <a:pt x="700" y="852"/>
                  </a:lnTo>
                  <a:lnTo>
                    <a:pt x="704" y="852"/>
                  </a:lnTo>
                  <a:lnTo>
                    <a:pt x="706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5" y="852"/>
                  </a:lnTo>
                  <a:lnTo>
                    <a:pt x="738" y="852"/>
                  </a:lnTo>
                  <a:lnTo>
                    <a:pt x="741" y="852"/>
                  </a:lnTo>
                  <a:lnTo>
                    <a:pt x="744" y="852"/>
                  </a:lnTo>
                  <a:lnTo>
                    <a:pt x="747" y="852"/>
                  </a:lnTo>
                  <a:lnTo>
                    <a:pt x="750" y="851"/>
                  </a:lnTo>
                  <a:lnTo>
                    <a:pt x="752" y="851"/>
                  </a:lnTo>
                  <a:lnTo>
                    <a:pt x="754" y="851"/>
                  </a:lnTo>
                  <a:lnTo>
                    <a:pt x="757" y="851"/>
                  </a:lnTo>
                  <a:lnTo>
                    <a:pt x="758" y="850"/>
                  </a:lnTo>
                  <a:lnTo>
                    <a:pt x="760" y="850"/>
                  </a:lnTo>
                  <a:lnTo>
                    <a:pt x="763" y="849"/>
                  </a:lnTo>
                  <a:lnTo>
                    <a:pt x="764" y="847"/>
                  </a:lnTo>
                  <a:lnTo>
                    <a:pt x="766" y="847"/>
                  </a:lnTo>
                  <a:lnTo>
                    <a:pt x="769" y="846"/>
                  </a:lnTo>
                  <a:lnTo>
                    <a:pt x="770" y="845"/>
                  </a:lnTo>
                  <a:lnTo>
                    <a:pt x="773" y="844"/>
                  </a:lnTo>
                  <a:lnTo>
                    <a:pt x="775" y="841"/>
                  </a:lnTo>
                  <a:lnTo>
                    <a:pt x="777" y="840"/>
                  </a:lnTo>
                  <a:lnTo>
                    <a:pt x="780" y="839"/>
                  </a:lnTo>
                  <a:lnTo>
                    <a:pt x="782" y="837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9" y="821"/>
                  </a:lnTo>
                  <a:lnTo>
                    <a:pt x="801" y="817"/>
                  </a:lnTo>
                  <a:lnTo>
                    <a:pt x="805" y="814"/>
                  </a:lnTo>
                  <a:lnTo>
                    <a:pt x="810" y="810"/>
                  </a:lnTo>
                  <a:lnTo>
                    <a:pt x="813" y="805"/>
                  </a:lnTo>
                  <a:lnTo>
                    <a:pt x="817" y="802"/>
                  </a:lnTo>
                  <a:lnTo>
                    <a:pt x="821" y="799"/>
                  </a:lnTo>
                  <a:lnTo>
                    <a:pt x="823" y="796"/>
                  </a:lnTo>
                  <a:lnTo>
                    <a:pt x="827" y="792"/>
                  </a:lnTo>
                  <a:lnTo>
                    <a:pt x="829" y="790"/>
                  </a:lnTo>
                  <a:lnTo>
                    <a:pt x="831" y="787"/>
                  </a:lnTo>
                  <a:lnTo>
                    <a:pt x="834" y="785"/>
                  </a:lnTo>
                  <a:lnTo>
                    <a:pt x="836" y="782"/>
                  </a:lnTo>
                  <a:lnTo>
                    <a:pt x="839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5" y="772"/>
                  </a:lnTo>
                  <a:lnTo>
                    <a:pt x="846" y="769"/>
                  </a:lnTo>
                  <a:lnTo>
                    <a:pt x="847" y="767"/>
                  </a:lnTo>
                  <a:lnTo>
                    <a:pt x="847" y="766"/>
                  </a:lnTo>
                  <a:lnTo>
                    <a:pt x="848" y="763"/>
                  </a:lnTo>
                  <a:lnTo>
                    <a:pt x="849" y="761"/>
                  </a:lnTo>
                  <a:lnTo>
                    <a:pt x="849" y="758"/>
                  </a:lnTo>
                  <a:lnTo>
                    <a:pt x="851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2" y="750"/>
                  </a:lnTo>
                  <a:lnTo>
                    <a:pt x="852" y="748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6"/>
                  </a:lnTo>
                  <a:lnTo>
                    <a:pt x="852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1" y="96"/>
                  </a:lnTo>
                  <a:lnTo>
                    <a:pt x="849" y="94"/>
                  </a:lnTo>
                  <a:lnTo>
                    <a:pt x="849" y="91"/>
                  </a:lnTo>
                  <a:lnTo>
                    <a:pt x="848" y="90"/>
                  </a:lnTo>
                  <a:lnTo>
                    <a:pt x="847" y="88"/>
                  </a:lnTo>
                  <a:lnTo>
                    <a:pt x="847" y="85"/>
                  </a:lnTo>
                  <a:lnTo>
                    <a:pt x="846" y="84"/>
                  </a:lnTo>
                  <a:lnTo>
                    <a:pt x="845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9" y="73"/>
                  </a:lnTo>
                  <a:lnTo>
                    <a:pt x="836" y="71"/>
                  </a:lnTo>
                  <a:lnTo>
                    <a:pt x="834" y="68"/>
                  </a:lnTo>
                  <a:lnTo>
                    <a:pt x="831" y="66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3" y="58"/>
                  </a:lnTo>
                  <a:lnTo>
                    <a:pt x="821" y="54"/>
                  </a:lnTo>
                  <a:lnTo>
                    <a:pt x="817" y="50"/>
                  </a:lnTo>
                  <a:lnTo>
                    <a:pt x="813" y="47"/>
                  </a:lnTo>
                  <a:lnTo>
                    <a:pt x="810" y="43"/>
                  </a:lnTo>
                  <a:lnTo>
                    <a:pt x="805" y="40"/>
                  </a:lnTo>
                  <a:lnTo>
                    <a:pt x="801" y="36"/>
                  </a:lnTo>
                  <a:lnTo>
                    <a:pt x="799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2" y="17"/>
                  </a:lnTo>
                  <a:lnTo>
                    <a:pt x="780" y="14"/>
                  </a:lnTo>
                  <a:lnTo>
                    <a:pt x="777" y="12"/>
                  </a:lnTo>
                  <a:lnTo>
                    <a:pt x="775" y="11"/>
                  </a:lnTo>
                  <a:lnTo>
                    <a:pt x="773" y="10"/>
                  </a:lnTo>
                  <a:lnTo>
                    <a:pt x="770" y="8"/>
                  </a:lnTo>
                  <a:lnTo>
                    <a:pt x="769" y="7"/>
                  </a:lnTo>
                  <a:lnTo>
                    <a:pt x="766" y="6"/>
                  </a:lnTo>
                  <a:lnTo>
                    <a:pt x="764" y="5"/>
                  </a:lnTo>
                  <a:lnTo>
                    <a:pt x="763" y="3"/>
                  </a:lnTo>
                  <a:lnTo>
                    <a:pt x="760" y="3"/>
                  </a:lnTo>
                  <a:lnTo>
                    <a:pt x="758" y="2"/>
                  </a:lnTo>
                  <a:lnTo>
                    <a:pt x="757" y="2"/>
                  </a:lnTo>
                  <a:lnTo>
                    <a:pt x="754" y="2"/>
                  </a:lnTo>
                  <a:lnTo>
                    <a:pt x="752" y="1"/>
                  </a:lnTo>
                  <a:lnTo>
                    <a:pt x="750" y="1"/>
                  </a:lnTo>
                  <a:lnTo>
                    <a:pt x="747" y="1"/>
                  </a:lnTo>
                  <a:lnTo>
                    <a:pt x="744" y="1"/>
                  </a:lnTo>
                  <a:lnTo>
                    <a:pt x="741" y="1"/>
                  </a:lnTo>
                  <a:lnTo>
                    <a:pt x="738" y="1"/>
                  </a:lnTo>
                  <a:lnTo>
                    <a:pt x="735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6" y="0"/>
                  </a:lnTo>
                  <a:lnTo>
                    <a:pt x="704" y="0"/>
                  </a:lnTo>
                  <a:lnTo>
                    <a:pt x="700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3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7" y="0"/>
                  </a:lnTo>
                  <a:lnTo>
                    <a:pt x="663" y="0"/>
                  </a:lnTo>
                  <a:lnTo>
                    <a:pt x="660" y="0"/>
                  </a:lnTo>
                  <a:lnTo>
                    <a:pt x="655" y="0"/>
                  </a:lnTo>
                  <a:lnTo>
                    <a:pt x="651" y="0"/>
                  </a:lnTo>
                  <a:lnTo>
                    <a:pt x="646" y="0"/>
                  </a:lnTo>
                  <a:lnTo>
                    <a:pt x="641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1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1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1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3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2" y="0"/>
                  </a:lnTo>
                  <a:lnTo>
                    <a:pt x="519" y="0"/>
                  </a:lnTo>
                  <a:lnTo>
                    <a:pt x="516" y="0"/>
                  </a:lnTo>
                  <a:lnTo>
                    <a:pt x="513" y="0"/>
                  </a:lnTo>
                  <a:lnTo>
                    <a:pt x="510" y="0"/>
                  </a:lnTo>
                  <a:lnTo>
                    <a:pt x="508" y="0"/>
                  </a:lnTo>
                  <a:lnTo>
                    <a:pt x="506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5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8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25" name="Rectangle 208">
              <a:extLst>
                <a:ext uri="{FF2B5EF4-FFF2-40B4-BE49-F238E27FC236}">
                  <a16:creationId xmlns:a16="http://schemas.microsoft.com/office/drawing/2014/main" id="{0E081B60-398B-40F7-8DCD-79CEA9B12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439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26" name="Rectangle 209">
              <a:extLst>
                <a:ext uri="{FF2B5EF4-FFF2-40B4-BE49-F238E27FC236}">
                  <a16:creationId xmlns:a16="http://schemas.microsoft.com/office/drawing/2014/main" id="{6F2608DF-13E8-44A9-A565-D4C9EF26A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" y="1762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(a)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27" name="Freeform 210">
              <a:extLst>
                <a:ext uri="{FF2B5EF4-FFF2-40B4-BE49-F238E27FC236}">
                  <a16:creationId xmlns:a16="http://schemas.microsoft.com/office/drawing/2014/main" id="{2A52404D-02BE-497C-BE94-314363A91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152"/>
              <a:ext cx="427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0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3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199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0" y="1"/>
                  </a:lnTo>
                  <a:lnTo>
                    <a:pt x="97" y="1"/>
                  </a:lnTo>
                  <a:lnTo>
                    <a:pt x="95" y="1"/>
                  </a:lnTo>
                  <a:lnTo>
                    <a:pt x="94" y="2"/>
                  </a:lnTo>
                  <a:lnTo>
                    <a:pt x="91" y="2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3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7" y="9"/>
                  </a:lnTo>
                  <a:lnTo>
                    <a:pt x="74" y="12"/>
                  </a:lnTo>
                  <a:lnTo>
                    <a:pt x="72" y="13"/>
                  </a:lnTo>
                  <a:lnTo>
                    <a:pt x="71" y="15"/>
                  </a:lnTo>
                  <a:lnTo>
                    <a:pt x="68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5"/>
                  </a:lnTo>
                  <a:lnTo>
                    <a:pt x="56" y="29"/>
                  </a:lnTo>
                  <a:lnTo>
                    <a:pt x="54" y="31"/>
                  </a:lnTo>
                  <a:lnTo>
                    <a:pt x="50" y="35"/>
                  </a:lnTo>
                  <a:lnTo>
                    <a:pt x="47" y="38"/>
                  </a:lnTo>
                  <a:lnTo>
                    <a:pt x="42" y="42"/>
                  </a:lnTo>
                  <a:lnTo>
                    <a:pt x="38" y="46"/>
                  </a:lnTo>
                  <a:lnTo>
                    <a:pt x="35" y="49"/>
                  </a:lnTo>
                  <a:lnTo>
                    <a:pt x="31" y="53"/>
                  </a:lnTo>
                  <a:lnTo>
                    <a:pt x="29" y="56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5" y="70"/>
                  </a:lnTo>
                  <a:lnTo>
                    <a:pt x="13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0"/>
                  </a:lnTo>
                  <a:lnTo>
                    <a:pt x="6" y="83"/>
                  </a:lnTo>
                  <a:lnTo>
                    <a:pt x="5" y="85"/>
                  </a:lnTo>
                  <a:lnTo>
                    <a:pt x="5" y="86"/>
                  </a:lnTo>
                  <a:lnTo>
                    <a:pt x="3" y="89"/>
                  </a:lnTo>
                  <a:lnTo>
                    <a:pt x="2" y="91"/>
                  </a:lnTo>
                  <a:lnTo>
                    <a:pt x="2" y="92"/>
                  </a:lnTo>
                  <a:lnTo>
                    <a:pt x="1" y="95"/>
                  </a:lnTo>
                  <a:lnTo>
                    <a:pt x="1" y="97"/>
                  </a:lnTo>
                  <a:lnTo>
                    <a:pt x="1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3"/>
                  </a:lnTo>
                  <a:lnTo>
                    <a:pt x="0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0" y="734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6"/>
                  </a:lnTo>
                  <a:lnTo>
                    <a:pt x="0" y="749"/>
                  </a:lnTo>
                  <a:lnTo>
                    <a:pt x="1" y="751"/>
                  </a:lnTo>
                  <a:lnTo>
                    <a:pt x="1" y="754"/>
                  </a:lnTo>
                  <a:lnTo>
                    <a:pt x="1" y="756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3" y="762"/>
                  </a:lnTo>
                  <a:lnTo>
                    <a:pt x="5" y="764"/>
                  </a:lnTo>
                  <a:lnTo>
                    <a:pt x="5" y="767"/>
                  </a:lnTo>
                  <a:lnTo>
                    <a:pt x="6" y="768"/>
                  </a:lnTo>
                  <a:lnTo>
                    <a:pt x="7" y="770"/>
                  </a:lnTo>
                  <a:lnTo>
                    <a:pt x="8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3" y="779"/>
                  </a:lnTo>
                  <a:lnTo>
                    <a:pt x="15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5" y="792"/>
                  </a:lnTo>
                  <a:lnTo>
                    <a:pt x="29" y="794"/>
                  </a:lnTo>
                  <a:lnTo>
                    <a:pt x="31" y="798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09"/>
                  </a:lnTo>
                  <a:lnTo>
                    <a:pt x="47" y="812"/>
                  </a:lnTo>
                  <a:lnTo>
                    <a:pt x="50" y="816"/>
                  </a:lnTo>
                  <a:lnTo>
                    <a:pt x="54" y="820"/>
                  </a:lnTo>
                  <a:lnTo>
                    <a:pt x="56" y="823"/>
                  </a:lnTo>
                  <a:lnTo>
                    <a:pt x="60" y="826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8" y="834"/>
                  </a:lnTo>
                  <a:lnTo>
                    <a:pt x="71" y="835"/>
                  </a:lnTo>
                  <a:lnTo>
                    <a:pt x="72" y="838"/>
                  </a:lnTo>
                  <a:lnTo>
                    <a:pt x="74" y="840"/>
                  </a:lnTo>
                  <a:lnTo>
                    <a:pt x="77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3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89" y="848"/>
                  </a:lnTo>
                  <a:lnTo>
                    <a:pt x="91" y="848"/>
                  </a:lnTo>
                  <a:lnTo>
                    <a:pt x="94" y="850"/>
                  </a:lnTo>
                  <a:lnTo>
                    <a:pt x="95" y="850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4" y="851"/>
                  </a:lnTo>
                  <a:lnTo>
                    <a:pt x="108" y="851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6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199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3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0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19" y="852"/>
                  </a:lnTo>
                  <a:lnTo>
                    <a:pt x="425" y="852"/>
                  </a:lnTo>
                  <a:lnTo>
                    <a:pt x="431" y="852"/>
                  </a:lnTo>
                  <a:lnTo>
                    <a:pt x="437" y="852"/>
                  </a:lnTo>
                  <a:lnTo>
                    <a:pt x="443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4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1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3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1"/>
                  </a:lnTo>
                  <a:lnTo>
                    <a:pt x="746" y="851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0"/>
                  </a:lnTo>
                  <a:lnTo>
                    <a:pt x="758" y="850"/>
                  </a:lnTo>
                  <a:lnTo>
                    <a:pt x="761" y="848"/>
                  </a:lnTo>
                  <a:lnTo>
                    <a:pt x="762" y="848"/>
                  </a:lnTo>
                  <a:lnTo>
                    <a:pt x="764" y="847"/>
                  </a:lnTo>
                  <a:lnTo>
                    <a:pt x="767" y="846"/>
                  </a:lnTo>
                  <a:lnTo>
                    <a:pt x="768" y="845"/>
                  </a:lnTo>
                  <a:lnTo>
                    <a:pt x="770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6" y="840"/>
                  </a:lnTo>
                  <a:lnTo>
                    <a:pt x="779" y="838"/>
                  </a:lnTo>
                  <a:lnTo>
                    <a:pt x="781" y="835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90" y="829"/>
                  </a:lnTo>
                  <a:lnTo>
                    <a:pt x="792" y="826"/>
                  </a:lnTo>
                  <a:lnTo>
                    <a:pt x="794" y="823"/>
                  </a:lnTo>
                  <a:lnTo>
                    <a:pt x="798" y="820"/>
                  </a:lnTo>
                  <a:lnTo>
                    <a:pt x="802" y="816"/>
                  </a:lnTo>
                  <a:lnTo>
                    <a:pt x="805" y="812"/>
                  </a:lnTo>
                  <a:lnTo>
                    <a:pt x="809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0" y="798"/>
                  </a:lnTo>
                  <a:lnTo>
                    <a:pt x="823" y="794"/>
                  </a:lnTo>
                  <a:lnTo>
                    <a:pt x="826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6" y="781"/>
                  </a:lnTo>
                  <a:lnTo>
                    <a:pt x="838" y="779"/>
                  </a:lnTo>
                  <a:lnTo>
                    <a:pt x="840" y="776"/>
                  </a:lnTo>
                  <a:lnTo>
                    <a:pt x="841" y="774"/>
                  </a:lnTo>
                  <a:lnTo>
                    <a:pt x="842" y="773"/>
                  </a:lnTo>
                  <a:lnTo>
                    <a:pt x="844" y="770"/>
                  </a:lnTo>
                  <a:lnTo>
                    <a:pt x="845" y="768"/>
                  </a:lnTo>
                  <a:lnTo>
                    <a:pt x="846" y="767"/>
                  </a:lnTo>
                  <a:lnTo>
                    <a:pt x="847" y="764"/>
                  </a:lnTo>
                  <a:lnTo>
                    <a:pt x="848" y="762"/>
                  </a:lnTo>
                  <a:lnTo>
                    <a:pt x="848" y="761"/>
                  </a:lnTo>
                  <a:lnTo>
                    <a:pt x="850" y="758"/>
                  </a:lnTo>
                  <a:lnTo>
                    <a:pt x="850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1" y="749"/>
                  </a:lnTo>
                  <a:lnTo>
                    <a:pt x="851" y="746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4"/>
                  </a:lnTo>
                  <a:lnTo>
                    <a:pt x="851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0" y="95"/>
                  </a:lnTo>
                  <a:lnTo>
                    <a:pt x="850" y="92"/>
                  </a:lnTo>
                  <a:lnTo>
                    <a:pt x="848" y="91"/>
                  </a:lnTo>
                  <a:lnTo>
                    <a:pt x="848" y="89"/>
                  </a:lnTo>
                  <a:lnTo>
                    <a:pt x="847" y="86"/>
                  </a:lnTo>
                  <a:lnTo>
                    <a:pt x="846" y="85"/>
                  </a:lnTo>
                  <a:lnTo>
                    <a:pt x="845" y="83"/>
                  </a:lnTo>
                  <a:lnTo>
                    <a:pt x="844" y="80"/>
                  </a:lnTo>
                  <a:lnTo>
                    <a:pt x="842" y="79"/>
                  </a:lnTo>
                  <a:lnTo>
                    <a:pt x="841" y="77"/>
                  </a:lnTo>
                  <a:lnTo>
                    <a:pt x="840" y="74"/>
                  </a:lnTo>
                  <a:lnTo>
                    <a:pt x="838" y="72"/>
                  </a:lnTo>
                  <a:lnTo>
                    <a:pt x="836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6"/>
                  </a:lnTo>
                  <a:lnTo>
                    <a:pt x="820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09" y="42"/>
                  </a:lnTo>
                  <a:lnTo>
                    <a:pt x="805" y="38"/>
                  </a:lnTo>
                  <a:lnTo>
                    <a:pt x="802" y="35"/>
                  </a:lnTo>
                  <a:lnTo>
                    <a:pt x="798" y="31"/>
                  </a:lnTo>
                  <a:lnTo>
                    <a:pt x="794" y="29"/>
                  </a:lnTo>
                  <a:lnTo>
                    <a:pt x="792" y="25"/>
                  </a:lnTo>
                  <a:lnTo>
                    <a:pt x="790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5"/>
                  </a:lnTo>
                  <a:lnTo>
                    <a:pt x="779" y="13"/>
                  </a:lnTo>
                  <a:lnTo>
                    <a:pt x="776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0" y="7"/>
                  </a:lnTo>
                  <a:lnTo>
                    <a:pt x="768" y="6"/>
                  </a:lnTo>
                  <a:lnTo>
                    <a:pt x="767" y="5"/>
                  </a:lnTo>
                  <a:lnTo>
                    <a:pt x="764" y="3"/>
                  </a:lnTo>
                  <a:lnTo>
                    <a:pt x="762" y="3"/>
                  </a:lnTo>
                  <a:lnTo>
                    <a:pt x="761" y="2"/>
                  </a:lnTo>
                  <a:lnTo>
                    <a:pt x="758" y="2"/>
                  </a:lnTo>
                  <a:lnTo>
                    <a:pt x="756" y="1"/>
                  </a:lnTo>
                  <a:lnTo>
                    <a:pt x="754" y="1"/>
                  </a:lnTo>
                  <a:lnTo>
                    <a:pt x="751" y="1"/>
                  </a:lnTo>
                  <a:lnTo>
                    <a:pt x="749" y="0"/>
                  </a:lnTo>
                  <a:lnTo>
                    <a:pt x="746" y="0"/>
                  </a:lnTo>
                  <a:lnTo>
                    <a:pt x="744" y="0"/>
                  </a:lnTo>
                  <a:lnTo>
                    <a:pt x="742" y="0"/>
                  </a:lnTo>
                  <a:lnTo>
                    <a:pt x="738" y="0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3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1" y="0"/>
                  </a:lnTo>
                  <a:lnTo>
                    <a:pt x="679" y="0"/>
                  </a:lnTo>
                  <a:lnTo>
                    <a:pt x="675" y="0"/>
                  </a:lnTo>
                  <a:lnTo>
                    <a:pt x="673" y="0"/>
                  </a:lnTo>
                  <a:lnTo>
                    <a:pt x="669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4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28" name="Freeform 212">
              <a:extLst>
                <a:ext uri="{FF2B5EF4-FFF2-40B4-BE49-F238E27FC236}">
                  <a16:creationId xmlns:a16="http://schemas.microsoft.com/office/drawing/2014/main" id="{621642CA-F7E4-40C8-9AAF-65B6A8F0E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910"/>
              <a:ext cx="421" cy="132"/>
            </a:xfrm>
            <a:custGeom>
              <a:avLst/>
              <a:gdLst>
                <a:gd name="T0" fmla="*/ 0 w 841"/>
                <a:gd name="T1" fmla="*/ 0 h 265"/>
                <a:gd name="T2" fmla="*/ 1 w 841"/>
                <a:gd name="T3" fmla="*/ 0 h 265"/>
                <a:gd name="T4" fmla="*/ 1 w 841"/>
                <a:gd name="T5" fmla="*/ 0 h 265"/>
                <a:gd name="T6" fmla="*/ 1 w 841"/>
                <a:gd name="T7" fmla="*/ 0 h 265"/>
                <a:gd name="T8" fmla="*/ 1 w 841"/>
                <a:gd name="T9" fmla="*/ 0 h 265"/>
                <a:gd name="T10" fmla="*/ 1 w 841"/>
                <a:gd name="T11" fmla="*/ 0 h 265"/>
                <a:gd name="T12" fmla="*/ 1 w 841"/>
                <a:gd name="T13" fmla="*/ 0 h 265"/>
                <a:gd name="T14" fmla="*/ 1 w 841"/>
                <a:gd name="T15" fmla="*/ 0 h 265"/>
                <a:gd name="T16" fmla="*/ 1 w 841"/>
                <a:gd name="T17" fmla="*/ 0 h 265"/>
                <a:gd name="T18" fmla="*/ 1 w 841"/>
                <a:gd name="T19" fmla="*/ 0 h 265"/>
                <a:gd name="T20" fmla="*/ 1 w 841"/>
                <a:gd name="T21" fmla="*/ 0 h 265"/>
                <a:gd name="T22" fmla="*/ 1 w 841"/>
                <a:gd name="T23" fmla="*/ 0 h 265"/>
                <a:gd name="T24" fmla="*/ 1 w 841"/>
                <a:gd name="T25" fmla="*/ 0 h 265"/>
                <a:gd name="T26" fmla="*/ 1 w 841"/>
                <a:gd name="T27" fmla="*/ 0 h 265"/>
                <a:gd name="T28" fmla="*/ 1 w 841"/>
                <a:gd name="T29" fmla="*/ 0 h 265"/>
                <a:gd name="T30" fmla="*/ 1 w 841"/>
                <a:gd name="T31" fmla="*/ 0 h 265"/>
                <a:gd name="T32" fmla="*/ 1 w 841"/>
                <a:gd name="T33" fmla="*/ 0 h 265"/>
                <a:gd name="T34" fmla="*/ 1 w 841"/>
                <a:gd name="T35" fmla="*/ 0 h 265"/>
                <a:gd name="T36" fmla="*/ 1 w 841"/>
                <a:gd name="T37" fmla="*/ 0 h 265"/>
                <a:gd name="T38" fmla="*/ 1 w 841"/>
                <a:gd name="T39" fmla="*/ 0 h 265"/>
                <a:gd name="T40" fmla="*/ 1 w 841"/>
                <a:gd name="T41" fmla="*/ 0 h 265"/>
                <a:gd name="T42" fmla="*/ 1 w 841"/>
                <a:gd name="T43" fmla="*/ 0 h 265"/>
                <a:gd name="T44" fmla="*/ 1 w 841"/>
                <a:gd name="T45" fmla="*/ 0 h 265"/>
                <a:gd name="T46" fmla="*/ 1 w 841"/>
                <a:gd name="T47" fmla="*/ 0 h 265"/>
                <a:gd name="T48" fmla="*/ 1 w 841"/>
                <a:gd name="T49" fmla="*/ 0 h 265"/>
                <a:gd name="T50" fmla="*/ 1 w 841"/>
                <a:gd name="T51" fmla="*/ 0 h 265"/>
                <a:gd name="T52" fmla="*/ 1 w 841"/>
                <a:gd name="T53" fmla="*/ 0 h 265"/>
                <a:gd name="T54" fmla="*/ 1 w 841"/>
                <a:gd name="T55" fmla="*/ 0 h 265"/>
                <a:gd name="T56" fmla="*/ 1 w 841"/>
                <a:gd name="T57" fmla="*/ 0 h 265"/>
                <a:gd name="T58" fmla="*/ 1 w 841"/>
                <a:gd name="T59" fmla="*/ 0 h 265"/>
                <a:gd name="T60" fmla="*/ 1 w 841"/>
                <a:gd name="T61" fmla="*/ 0 h 265"/>
                <a:gd name="T62" fmla="*/ 1 w 841"/>
                <a:gd name="T63" fmla="*/ 0 h 265"/>
                <a:gd name="T64" fmla="*/ 1 w 841"/>
                <a:gd name="T65" fmla="*/ 0 h 265"/>
                <a:gd name="T66" fmla="*/ 1 w 841"/>
                <a:gd name="T67" fmla="*/ 0 h 265"/>
                <a:gd name="T68" fmla="*/ 1 w 841"/>
                <a:gd name="T69" fmla="*/ 0 h 265"/>
                <a:gd name="T70" fmla="*/ 1 w 841"/>
                <a:gd name="T71" fmla="*/ 0 h 265"/>
                <a:gd name="T72" fmla="*/ 1 w 841"/>
                <a:gd name="T73" fmla="*/ 0 h 265"/>
                <a:gd name="T74" fmla="*/ 1 w 841"/>
                <a:gd name="T75" fmla="*/ 0 h 265"/>
                <a:gd name="T76" fmla="*/ 1 w 841"/>
                <a:gd name="T77" fmla="*/ 0 h 265"/>
                <a:gd name="T78" fmla="*/ 1 w 841"/>
                <a:gd name="T79" fmla="*/ 0 h 265"/>
                <a:gd name="T80" fmla="*/ 1 w 841"/>
                <a:gd name="T81" fmla="*/ 0 h 265"/>
                <a:gd name="T82" fmla="*/ 1 w 841"/>
                <a:gd name="T83" fmla="*/ 0 h 265"/>
                <a:gd name="T84" fmla="*/ 1 w 841"/>
                <a:gd name="T85" fmla="*/ 0 h 265"/>
                <a:gd name="T86" fmla="*/ 1 w 841"/>
                <a:gd name="T87" fmla="*/ 0 h 265"/>
                <a:gd name="T88" fmla="*/ 1 w 841"/>
                <a:gd name="T89" fmla="*/ 0 h 265"/>
                <a:gd name="T90" fmla="*/ 1 w 841"/>
                <a:gd name="T91" fmla="*/ 0 h 265"/>
                <a:gd name="T92" fmla="*/ 1 w 841"/>
                <a:gd name="T93" fmla="*/ 0 h 265"/>
                <a:gd name="T94" fmla="*/ 1 w 841"/>
                <a:gd name="T95" fmla="*/ 0 h 265"/>
                <a:gd name="T96" fmla="*/ 1 w 841"/>
                <a:gd name="T97" fmla="*/ 0 h 265"/>
                <a:gd name="T98" fmla="*/ 1 w 841"/>
                <a:gd name="T99" fmla="*/ 0 h 265"/>
                <a:gd name="T100" fmla="*/ 1 w 841"/>
                <a:gd name="T101" fmla="*/ 0 h 265"/>
                <a:gd name="T102" fmla="*/ 1 w 841"/>
                <a:gd name="T103" fmla="*/ 0 h 265"/>
                <a:gd name="T104" fmla="*/ 1 w 841"/>
                <a:gd name="T105" fmla="*/ 0 h 265"/>
                <a:gd name="T106" fmla="*/ 1 w 841"/>
                <a:gd name="T107" fmla="*/ 0 h 265"/>
                <a:gd name="T108" fmla="*/ 1 w 841"/>
                <a:gd name="T109" fmla="*/ 0 h 265"/>
                <a:gd name="T110" fmla="*/ 0 w 841"/>
                <a:gd name="T111" fmla="*/ 0 h 26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841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3"/>
                  </a:lnTo>
                  <a:lnTo>
                    <a:pt x="3" y="97"/>
                  </a:lnTo>
                  <a:lnTo>
                    <a:pt x="6" y="91"/>
                  </a:lnTo>
                  <a:lnTo>
                    <a:pt x="8" y="85"/>
                  </a:lnTo>
                  <a:lnTo>
                    <a:pt x="9" y="79"/>
                  </a:lnTo>
                  <a:lnTo>
                    <a:pt x="13" y="73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14" y="0"/>
                  </a:lnTo>
                  <a:lnTo>
                    <a:pt x="720" y="0"/>
                  </a:lnTo>
                  <a:lnTo>
                    <a:pt x="727" y="2"/>
                  </a:lnTo>
                  <a:lnTo>
                    <a:pt x="733" y="2"/>
                  </a:lnTo>
                  <a:lnTo>
                    <a:pt x="739" y="3"/>
                  </a:lnTo>
                  <a:lnTo>
                    <a:pt x="745" y="4"/>
                  </a:lnTo>
                  <a:lnTo>
                    <a:pt x="751" y="6"/>
                  </a:lnTo>
                  <a:lnTo>
                    <a:pt x="757" y="8"/>
                  </a:lnTo>
                  <a:lnTo>
                    <a:pt x="763" y="10"/>
                  </a:lnTo>
                  <a:lnTo>
                    <a:pt x="769" y="14"/>
                  </a:lnTo>
                  <a:lnTo>
                    <a:pt x="774" y="16"/>
                  </a:lnTo>
                  <a:lnTo>
                    <a:pt x="780" y="18"/>
                  </a:lnTo>
                  <a:lnTo>
                    <a:pt x="784" y="22"/>
                  </a:lnTo>
                  <a:lnTo>
                    <a:pt x="789" y="26"/>
                  </a:lnTo>
                  <a:lnTo>
                    <a:pt x="794" y="29"/>
                  </a:lnTo>
                  <a:lnTo>
                    <a:pt x="799" y="34"/>
                  </a:lnTo>
                  <a:lnTo>
                    <a:pt x="804" y="38"/>
                  </a:lnTo>
                  <a:lnTo>
                    <a:pt x="807" y="42"/>
                  </a:lnTo>
                  <a:lnTo>
                    <a:pt x="812" y="47"/>
                  </a:lnTo>
                  <a:lnTo>
                    <a:pt x="816" y="52"/>
                  </a:lnTo>
                  <a:lnTo>
                    <a:pt x="819" y="57"/>
                  </a:lnTo>
                  <a:lnTo>
                    <a:pt x="823" y="62"/>
                  </a:lnTo>
                  <a:lnTo>
                    <a:pt x="825" y="68"/>
                  </a:lnTo>
                  <a:lnTo>
                    <a:pt x="829" y="73"/>
                  </a:lnTo>
                  <a:lnTo>
                    <a:pt x="831" y="79"/>
                  </a:lnTo>
                  <a:lnTo>
                    <a:pt x="834" y="85"/>
                  </a:lnTo>
                  <a:lnTo>
                    <a:pt x="835" y="91"/>
                  </a:lnTo>
                  <a:lnTo>
                    <a:pt x="837" y="97"/>
                  </a:lnTo>
                  <a:lnTo>
                    <a:pt x="839" y="103"/>
                  </a:lnTo>
                  <a:lnTo>
                    <a:pt x="840" y="109"/>
                  </a:lnTo>
                  <a:lnTo>
                    <a:pt x="841" y="116"/>
                  </a:lnTo>
                  <a:lnTo>
                    <a:pt x="841" y="122"/>
                  </a:lnTo>
                  <a:lnTo>
                    <a:pt x="841" y="128"/>
                  </a:lnTo>
                  <a:lnTo>
                    <a:pt x="841" y="137"/>
                  </a:lnTo>
                  <a:lnTo>
                    <a:pt x="841" y="143"/>
                  </a:lnTo>
                  <a:lnTo>
                    <a:pt x="841" y="151"/>
                  </a:lnTo>
                  <a:lnTo>
                    <a:pt x="840" y="157"/>
                  </a:lnTo>
                  <a:lnTo>
                    <a:pt x="839" y="163"/>
                  </a:lnTo>
                  <a:lnTo>
                    <a:pt x="837" y="169"/>
                  </a:lnTo>
                  <a:lnTo>
                    <a:pt x="835" y="175"/>
                  </a:lnTo>
                  <a:lnTo>
                    <a:pt x="834" y="181"/>
                  </a:lnTo>
                  <a:lnTo>
                    <a:pt x="831" y="187"/>
                  </a:lnTo>
                  <a:lnTo>
                    <a:pt x="829" y="193"/>
                  </a:lnTo>
                  <a:lnTo>
                    <a:pt x="825" y="198"/>
                  </a:lnTo>
                  <a:lnTo>
                    <a:pt x="823" y="204"/>
                  </a:lnTo>
                  <a:lnTo>
                    <a:pt x="819" y="208"/>
                  </a:lnTo>
                  <a:lnTo>
                    <a:pt x="816" y="213"/>
                  </a:lnTo>
                  <a:lnTo>
                    <a:pt x="812" y="218"/>
                  </a:lnTo>
                  <a:lnTo>
                    <a:pt x="807" y="223"/>
                  </a:lnTo>
                  <a:lnTo>
                    <a:pt x="804" y="228"/>
                  </a:lnTo>
                  <a:lnTo>
                    <a:pt x="799" y="231"/>
                  </a:lnTo>
                  <a:lnTo>
                    <a:pt x="794" y="236"/>
                  </a:lnTo>
                  <a:lnTo>
                    <a:pt x="789" y="240"/>
                  </a:lnTo>
                  <a:lnTo>
                    <a:pt x="784" y="243"/>
                  </a:lnTo>
                  <a:lnTo>
                    <a:pt x="780" y="247"/>
                  </a:lnTo>
                  <a:lnTo>
                    <a:pt x="774" y="249"/>
                  </a:lnTo>
                  <a:lnTo>
                    <a:pt x="769" y="253"/>
                  </a:lnTo>
                  <a:lnTo>
                    <a:pt x="763" y="255"/>
                  </a:lnTo>
                  <a:lnTo>
                    <a:pt x="757" y="258"/>
                  </a:lnTo>
                  <a:lnTo>
                    <a:pt x="751" y="259"/>
                  </a:lnTo>
                  <a:lnTo>
                    <a:pt x="745" y="261"/>
                  </a:lnTo>
                  <a:lnTo>
                    <a:pt x="739" y="262"/>
                  </a:lnTo>
                  <a:lnTo>
                    <a:pt x="733" y="264"/>
                  </a:lnTo>
                  <a:lnTo>
                    <a:pt x="727" y="264"/>
                  </a:lnTo>
                  <a:lnTo>
                    <a:pt x="720" y="265"/>
                  </a:lnTo>
                  <a:lnTo>
                    <a:pt x="714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4"/>
                  </a:lnTo>
                  <a:lnTo>
                    <a:pt x="15" y="198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29" name="Rectangle 216">
              <a:extLst>
                <a:ext uri="{FF2B5EF4-FFF2-40B4-BE49-F238E27FC236}">
                  <a16:creationId xmlns:a16="http://schemas.microsoft.com/office/drawing/2014/main" id="{4CC5CFD3-4AEA-409D-96C0-BB76E59B7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30" name="Rectangle 217">
              <a:extLst>
                <a:ext uri="{FF2B5EF4-FFF2-40B4-BE49-F238E27FC236}">
                  <a16:creationId xmlns:a16="http://schemas.microsoft.com/office/drawing/2014/main" id="{CC8739BE-852E-4B5A-985B-F02108A30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0" y="1763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431" name="Rectangle 218">
              <a:extLst>
                <a:ext uri="{FF2B5EF4-FFF2-40B4-BE49-F238E27FC236}">
                  <a16:creationId xmlns:a16="http://schemas.microsoft.com/office/drawing/2014/main" id="{5D012B52-E67A-484D-A341-EAB3D1715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" y="1818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99330" name="Group 316">
            <a:extLst>
              <a:ext uri="{FF2B5EF4-FFF2-40B4-BE49-F238E27FC236}">
                <a16:creationId xmlns:a16="http://schemas.microsoft.com/office/drawing/2014/main" id="{42E8B25B-FA6F-4B08-AEFA-941FA75C4709}"/>
              </a:ext>
            </a:extLst>
          </p:cNvPr>
          <p:cNvGrpSpPr>
            <a:grpSpLocks/>
          </p:cNvGrpSpPr>
          <p:nvPr/>
        </p:nvGrpSpPr>
        <p:grpSpPr bwMode="auto">
          <a:xfrm>
            <a:off x="6189663" y="152400"/>
            <a:ext cx="2268537" cy="2620963"/>
            <a:chOff x="429" y="2045"/>
            <a:chExt cx="1429" cy="1651"/>
          </a:xfrm>
        </p:grpSpPr>
        <p:sp>
          <p:nvSpPr>
            <p:cNvPr id="99344" name="Rectangle 133">
              <a:extLst>
                <a:ext uri="{FF2B5EF4-FFF2-40B4-BE49-F238E27FC236}">
                  <a16:creationId xmlns:a16="http://schemas.microsoft.com/office/drawing/2014/main" id="{717556F4-5DDA-4F51-B435-CA8FE6758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369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5" name="Line 134">
              <a:extLst>
                <a:ext uri="{FF2B5EF4-FFF2-40B4-BE49-F238E27FC236}">
                  <a16:creationId xmlns:a16="http://schemas.microsoft.com/office/drawing/2014/main" id="{90894CA3-93E1-4E47-A3E2-5CA277E149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2622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6" name="Line 135">
              <a:extLst>
                <a:ext uri="{FF2B5EF4-FFF2-40B4-BE49-F238E27FC236}">
                  <a16:creationId xmlns:a16="http://schemas.microsoft.com/office/drawing/2014/main" id="{7DB45CF3-9251-482B-B15D-8CDCF68B40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7" name="Line 136">
              <a:extLst>
                <a:ext uri="{FF2B5EF4-FFF2-40B4-BE49-F238E27FC236}">
                  <a16:creationId xmlns:a16="http://schemas.microsoft.com/office/drawing/2014/main" id="{C9D6899C-7715-46CC-B5A0-E2D9F67E5F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" y="2117"/>
              <a:ext cx="252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8" name="Rectangle 137">
              <a:extLst>
                <a:ext uri="{FF2B5EF4-FFF2-40B4-BE49-F238E27FC236}">
                  <a16:creationId xmlns:a16="http://schemas.microsoft.com/office/drawing/2014/main" id="{70871F48-6B36-49C7-9411-F99117587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49" name="Rectangle 138">
              <a:extLst>
                <a:ext uri="{FF2B5EF4-FFF2-40B4-BE49-F238E27FC236}">
                  <a16:creationId xmlns:a16="http://schemas.microsoft.com/office/drawing/2014/main" id="{9E7A632D-6514-49F4-9FB1-F9D74F297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0" name="Rectangle 139">
              <a:extLst>
                <a:ext uri="{FF2B5EF4-FFF2-40B4-BE49-F238E27FC236}">
                  <a16:creationId xmlns:a16="http://schemas.microsoft.com/office/drawing/2014/main" id="{67747F5C-0956-46CF-9C6B-B7257E5A9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1" name="Rectangle 140">
              <a:extLst>
                <a:ext uri="{FF2B5EF4-FFF2-40B4-BE49-F238E27FC236}">
                  <a16:creationId xmlns:a16="http://schemas.microsoft.com/office/drawing/2014/main" id="{B45FD528-3294-4CA4-A9C5-38A704820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2" name="Rectangle 141">
              <a:extLst>
                <a:ext uri="{FF2B5EF4-FFF2-40B4-BE49-F238E27FC236}">
                  <a16:creationId xmlns:a16="http://schemas.microsoft.com/office/drawing/2014/main" id="{3622E240-D9BD-410A-9E5C-AD03B6293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3" name="Rectangle 142">
              <a:extLst>
                <a:ext uri="{FF2B5EF4-FFF2-40B4-BE49-F238E27FC236}">
                  <a16:creationId xmlns:a16="http://schemas.microsoft.com/office/drawing/2014/main" id="{98E9990C-2108-4891-9759-16F136AC7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4" name="Rectangle 143">
              <a:extLst>
                <a:ext uri="{FF2B5EF4-FFF2-40B4-BE49-F238E27FC236}">
                  <a16:creationId xmlns:a16="http://schemas.microsoft.com/office/drawing/2014/main" id="{DD413FAA-A939-4D33-B01B-7B56E1BD6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5" name="Rectangle 144">
              <a:extLst>
                <a:ext uri="{FF2B5EF4-FFF2-40B4-BE49-F238E27FC236}">
                  <a16:creationId xmlns:a16="http://schemas.microsoft.com/office/drawing/2014/main" id="{0EE6E3E3-EBED-4B82-B687-2EAAC8087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369"/>
              <a:ext cx="505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6" name="Line 145">
              <a:extLst>
                <a:ext uri="{FF2B5EF4-FFF2-40B4-BE49-F238E27FC236}">
                  <a16:creationId xmlns:a16="http://schemas.microsoft.com/office/drawing/2014/main" id="{57BE5C40-CB32-4408-92DD-D751741083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2622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7" name="Line 146">
              <a:extLst>
                <a:ext uri="{FF2B5EF4-FFF2-40B4-BE49-F238E27FC236}">
                  <a16:creationId xmlns:a16="http://schemas.microsoft.com/office/drawing/2014/main" id="{847796DE-8D25-4A0B-926C-A2BD2AFA5D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8" name="Rectangle 147">
              <a:extLst>
                <a:ext uri="{FF2B5EF4-FFF2-40B4-BE49-F238E27FC236}">
                  <a16:creationId xmlns:a16="http://schemas.microsoft.com/office/drawing/2014/main" id="{47849128-D736-46F7-96EB-9507591DB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59" name="Rectangle 148">
              <a:extLst>
                <a:ext uri="{FF2B5EF4-FFF2-40B4-BE49-F238E27FC236}">
                  <a16:creationId xmlns:a16="http://schemas.microsoft.com/office/drawing/2014/main" id="{08B85C9E-DBC5-4454-A146-40575A811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0" name="Rectangle 149">
              <a:extLst>
                <a:ext uri="{FF2B5EF4-FFF2-40B4-BE49-F238E27FC236}">
                  <a16:creationId xmlns:a16="http://schemas.microsoft.com/office/drawing/2014/main" id="{15CB80AF-56C8-4F2E-A28D-1CB80E2D1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1" name="Rectangle 150">
              <a:extLst>
                <a:ext uri="{FF2B5EF4-FFF2-40B4-BE49-F238E27FC236}">
                  <a16:creationId xmlns:a16="http://schemas.microsoft.com/office/drawing/2014/main" id="{017C9FFA-DAD3-433C-A222-106F640B48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2" name="Rectangle 151">
              <a:extLst>
                <a:ext uri="{FF2B5EF4-FFF2-40B4-BE49-F238E27FC236}">
                  <a16:creationId xmlns:a16="http://schemas.microsoft.com/office/drawing/2014/main" id="{14A73B44-868D-4AD3-A13F-B545306AB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3" name="Rectangle 152">
              <a:extLst>
                <a:ext uri="{FF2B5EF4-FFF2-40B4-BE49-F238E27FC236}">
                  <a16:creationId xmlns:a16="http://schemas.microsoft.com/office/drawing/2014/main" id="{59D86151-3AA3-49D9-A869-85C0C79D5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4" name="Rectangle 153">
              <a:extLst>
                <a:ext uri="{FF2B5EF4-FFF2-40B4-BE49-F238E27FC236}">
                  <a16:creationId xmlns:a16="http://schemas.microsoft.com/office/drawing/2014/main" id="{209D307C-9FD1-4853-8D28-2D3017D98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5" name="Rectangle 154">
              <a:extLst>
                <a:ext uri="{FF2B5EF4-FFF2-40B4-BE49-F238E27FC236}">
                  <a16:creationId xmlns:a16="http://schemas.microsoft.com/office/drawing/2014/main" id="{0BB738F4-20BB-4485-9470-757EC74EC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6" name="Rectangle 155">
              <a:extLst>
                <a:ext uri="{FF2B5EF4-FFF2-40B4-BE49-F238E27FC236}">
                  <a16:creationId xmlns:a16="http://schemas.microsoft.com/office/drawing/2014/main" id="{AD3E0037-D97E-4701-B431-F2AA69AC0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886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7" name="Line 156">
              <a:extLst>
                <a:ext uri="{FF2B5EF4-FFF2-40B4-BE49-F238E27FC236}">
                  <a16:creationId xmlns:a16="http://schemas.microsoft.com/office/drawing/2014/main" id="{BCC715D5-5E84-4D86-9E92-3B96E62E61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3138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8" name="Line 157">
              <a:extLst>
                <a:ext uri="{FF2B5EF4-FFF2-40B4-BE49-F238E27FC236}">
                  <a16:creationId xmlns:a16="http://schemas.microsoft.com/office/drawing/2014/main" id="{AA9EAA89-6FE7-4F2B-915E-F2A210377F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69" name="Rectangle 158">
              <a:extLst>
                <a:ext uri="{FF2B5EF4-FFF2-40B4-BE49-F238E27FC236}">
                  <a16:creationId xmlns:a16="http://schemas.microsoft.com/office/drawing/2014/main" id="{48560062-66A8-4C44-8309-A81365397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70" name="Rectangle 159">
              <a:extLst>
                <a:ext uri="{FF2B5EF4-FFF2-40B4-BE49-F238E27FC236}">
                  <a16:creationId xmlns:a16="http://schemas.microsoft.com/office/drawing/2014/main" id="{A76354E2-BEDC-44B6-9247-3A1CFC36A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886"/>
              <a:ext cx="505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71" name="Line 160">
              <a:extLst>
                <a:ext uri="{FF2B5EF4-FFF2-40B4-BE49-F238E27FC236}">
                  <a16:creationId xmlns:a16="http://schemas.microsoft.com/office/drawing/2014/main" id="{09240AF2-1C46-4072-AF28-7C7F65CF4F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3138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72" name="Line 161">
              <a:extLst>
                <a:ext uri="{FF2B5EF4-FFF2-40B4-BE49-F238E27FC236}">
                  <a16:creationId xmlns:a16="http://schemas.microsoft.com/office/drawing/2014/main" id="{359D4563-AE40-4188-99B4-84CD8F1625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73" name="Rectangle 162">
              <a:extLst>
                <a:ext uri="{FF2B5EF4-FFF2-40B4-BE49-F238E27FC236}">
                  <a16:creationId xmlns:a16="http://schemas.microsoft.com/office/drawing/2014/main" id="{1EF31702-34DA-4DE6-BCC8-EB42F69A8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74" name="Rectangle 163">
              <a:extLst>
                <a:ext uri="{FF2B5EF4-FFF2-40B4-BE49-F238E27FC236}">
                  <a16:creationId xmlns:a16="http://schemas.microsoft.com/office/drawing/2014/main" id="{608FD8B6-F895-431E-988F-57174D930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75" name="Rectangle 164">
              <a:extLst>
                <a:ext uri="{FF2B5EF4-FFF2-40B4-BE49-F238E27FC236}">
                  <a16:creationId xmlns:a16="http://schemas.microsoft.com/office/drawing/2014/main" id="{517F9DF6-29DD-43F0-BF02-44F73A10E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76" name="Rectangle 165">
              <a:extLst>
                <a:ext uri="{FF2B5EF4-FFF2-40B4-BE49-F238E27FC236}">
                  <a16:creationId xmlns:a16="http://schemas.microsoft.com/office/drawing/2014/main" id="{068D5D30-97CE-4916-9A8D-6431B3F64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77" name="Rectangle 166">
              <a:extLst>
                <a:ext uri="{FF2B5EF4-FFF2-40B4-BE49-F238E27FC236}">
                  <a16:creationId xmlns:a16="http://schemas.microsoft.com/office/drawing/2014/main" id="{DA774ACD-2347-4B25-97A4-D630F50D6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78" name="Rectangle 167">
              <a:extLst>
                <a:ext uri="{FF2B5EF4-FFF2-40B4-BE49-F238E27FC236}">
                  <a16:creationId xmlns:a16="http://schemas.microsoft.com/office/drawing/2014/main" id="{594D8302-C43D-4086-9287-AC78C43B3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44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79" name="Rectangle 168">
              <a:extLst>
                <a:ext uri="{FF2B5EF4-FFF2-40B4-BE49-F238E27FC236}">
                  <a16:creationId xmlns:a16="http://schemas.microsoft.com/office/drawing/2014/main" id="{B73FC53D-CF48-47F9-96DC-B5EFF72FA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700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80" name="Rectangle 169">
              <a:extLst>
                <a:ext uri="{FF2B5EF4-FFF2-40B4-BE49-F238E27FC236}">
                  <a16:creationId xmlns:a16="http://schemas.microsoft.com/office/drawing/2014/main" id="{B099B160-8D60-44AF-BEEE-FC8B12A52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956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81" name="Rectangle 174">
              <a:extLst>
                <a:ext uri="{FF2B5EF4-FFF2-40B4-BE49-F238E27FC236}">
                  <a16:creationId xmlns:a16="http://schemas.microsoft.com/office/drawing/2014/main" id="{4543FFC1-A94E-4167-96CE-CAEE40B98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3211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82" name="Rectangle 211">
              <a:extLst>
                <a:ext uri="{FF2B5EF4-FFF2-40B4-BE49-F238E27FC236}">
                  <a16:creationId xmlns:a16="http://schemas.microsoft.com/office/drawing/2014/main" id="{D161EEC9-8FE6-4F60-844C-630FB603D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8" y="3534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(b)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83" name="Freeform 213">
              <a:extLst>
                <a:ext uri="{FF2B5EF4-FFF2-40B4-BE49-F238E27FC236}">
                  <a16:creationId xmlns:a16="http://schemas.microsoft.com/office/drawing/2014/main" id="{B4213D83-06A7-4148-83AC-BEC85DDB6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412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3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4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2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1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2" y="1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2"/>
                  </a:lnTo>
                  <a:lnTo>
                    <a:pt x="94" y="2"/>
                  </a:lnTo>
                  <a:lnTo>
                    <a:pt x="91" y="3"/>
                  </a:lnTo>
                  <a:lnTo>
                    <a:pt x="89" y="3"/>
                  </a:lnTo>
                  <a:lnTo>
                    <a:pt x="88" y="5"/>
                  </a:lnTo>
                  <a:lnTo>
                    <a:pt x="85" y="6"/>
                  </a:lnTo>
                  <a:lnTo>
                    <a:pt x="83" y="7"/>
                  </a:lnTo>
                  <a:lnTo>
                    <a:pt x="82" y="8"/>
                  </a:lnTo>
                  <a:lnTo>
                    <a:pt x="79" y="10"/>
                  </a:lnTo>
                  <a:lnTo>
                    <a:pt x="77" y="11"/>
                  </a:lnTo>
                  <a:lnTo>
                    <a:pt x="75" y="12"/>
                  </a:lnTo>
                  <a:lnTo>
                    <a:pt x="72" y="14"/>
                  </a:lnTo>
                  <a:lnTo>
                    <a:pt x="71" y="17"/>
                  </a:lnTo>
                  <a:lnTo>
                    <a:pt x="69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6"/>
                  </a:lnTo>
                  <a:lnTo>
                    <a:pt x="56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7" y="40"/>
                  </a:lnTo>
                  <a:lnTo>
                    <a:pt x="42" y="43"/>
                  </a:lnTo>
                  <a:lnTo>
                    <a:pt x="38" y="47"/>
                  </a:lnTo>
                  <a:lnTo>
                    <a:pt x="35" y="50"/>
                  </a:lnTo>
                  <a:lnTo>
                    <a:pt x="31" y="54"/>
                  </a:lnTo>
                  <a:lnTo>
                    <a:pt x="29" y="58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3" y="73"/>
                  </a:lnTo>
                  <a:lnTo>
                    <a:pt x="12" y="76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2"/>
                  </a:lnTo>
                  <a:lnTo>
                    <a:pt x="6" y="84"/>
                  </a:lnTo>
                  <a:lnTo>
                    <a:pt x="5" y="85"/>
                  </a:lnTo>
                  <a:lnTo>
                    <a:pt x="5" y="88"/>
                  </a:lnTo>
                  <a:lnTo>
                    <a:pt x="4" y="90"/>
                  </a:lnTo>
                  <a:lnTo>
                    <a:pt x="2" y="91"/>
                  </a:lnTo>
                  <a:lnTo>
                    <a:pt x="2" y="94"/>
                  </a:lnTo>
                  <a:lnTo>
                    <a:pt x="1" y="96"/>
                  </a:lnTo>
                  <a:lnTo>
                    <a:pt x="1" y="98"/>
                  </a:lnTo>
                  <a:lnTo>
                    <a:pt x="1" y="101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0" y="736"/>
                  </a:lnTo>
                  <a:lnTo>
                    <a:pt x="0" y="739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8"/>
                  </a:lnTo>
                  <a:lnTo>
                    <a:pt x="0" y="750"/>
                  </a:lnTo>
                  <a:lnTo>
                    <a:pt x="1" y="752"/>
                  </a:lnTo>
                  <a:lnTo>
                    <a:pt x="1" y="755"/>
                  </a:lnTo>
                  <a:lnTo>
                    <a:pt x="1" y="757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4" y="763"/>
                  </a:lnTo>
                  <a:lnTo>
                    <a:pt x="5" y="766"/>
                  </a:lnTo>
                  <a:lnTo>
                    <a:pt x="5" y="767"/>
                  </a:lnTo>
                  <a:lnTo>
                    <a:pt x="6" y="769"/>
                  </a:lnTo>
                  <a:lnTo>
                    <a:pt x="7" y="772"/>
                  </a:lnTo>
                  <a:lnTo>
                    <a:pt x="8" y="773"/>
                  </a:lnTo>
                  <a:lnTo>
                    <a:pt x="11" y="775"/>
                  </a:lnTo>
                  <a:lnTo>
                    <a:pt x="12" y="778"/>
                  </a:lnTo>
                  <a:lnTo>
                    <a:pt x="13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3" y="790"/>
                  </a:lnTo>
                  <a:lnTo>
                    <a:pt x="25" y="792"/>
                  </a:lnTo>
                  <a:lnTo>
                    <a:pt x="29" y="796"/>
                  </a:lnTo>
                  <a:lnTo>
                    <a:pt x="31" y="799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10"/>
                  </a:lnTo>
                  <a:lnTo>
                    <a:pt x="47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6" y="823"/>
                  </a:lnTo>
                  <a:lnTo>
                    <a:pt x="60" y="827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9" y="834"/>
                  </a:lnTo>
                  <a:lnTo>
                    <a:pt x="71" y="837"/>
                  </a:lnTo>
                  <a:lnTo>
                    <a:pt x="72" y="839"/>
                  </a:lnTo>
                  <a:lnTo>
                    <a:pt x="75" y="840"/>
                  </a:lnTo>
                  <a:lnTo>
                    <a:pt x="77" y="841"/>
                  </a:lnTo>
                  <a:lnTo>
                    <a:pt x="79" y="844"/>
                  </a:lnTo>
                  <a:lnTo>
                    <a:pt x="82" y="845"/>
                  </a:lnTo>
                  <a:lnTo>
                    <a:pt x="83" y="846"/>
                  </a:lnTo>
                  <a:lnTo>
                    <a:pt x="85" y="847"/>
                  </a:lnTo>
                  <a:lnTo>
                    <a:pt x="88" y="847"/>
                  </a:lnTo>
                  <a:lnTo>
                    <a:pt x="89" y="849"/>
                  </a:lnTo>
                  <a:lnTo>
                    <a:pt x="91" y="850"/>
                  </a:lnTo>
                  <a:lnTo>
                    <a:pt x="94" y="850"/>
                  </a:lnTo>
                  <a:lnTo>
                    <a:pt x="95" y="851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1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2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4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7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7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3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8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2"/>
                  </a:lnTo>
                  <a:lnTo>
                    <a:pt x="746" y="852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1"/>
                  </a:lnTo>
                  <a:lnTo>
                    <a:pt x="758" y="850"/>
                  </a:lnTo>
                  <a:lnTo>
                    <a:pt x="761" y="850"/>
                  </a:lnTo>
                  <a:lnTo>
                    <a:pt x="762" y="849"/>
                  </a:lnTo>
                  <a:lnTo>
                    <a:pt x="764" y="847"/>
                  </a:lnTo>
                  <a:lnTo>
                    <a:pt x="767" y="847"/>
                  </a:lnTo>
                  <a:lnTo>
                    <a:pt x="768" y="846"/>
                  </a:lnTo>
                  <a:lnTo>
                    <a:pt x="771" y="845"/>
                  </a:lnTo>
                  <a:lnTo>
                    <a:pt x="773" y="844"/>
                  </a:lnTo>
                  <a:lnTo>
                    <a:pt x="774" y="841"/>
                  </a:lnTo>
                  <a:lnTo>
                    <a:pt x="777" y="840"/>
                  </a:lnTo>
                  <a:lnTo>
                    <a:pt x="779" y="839"/>
                  </a:lnTo>
                  <a:lnTo>
                    <a:pt x="781" y="837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8" y="821"/>
                  </a:lnTo>
                  <a:lnTo>
                    <a:pt x="802" y="817"/>
                  </a:lnTo>
                  <a:lnTo>
                    <a:pt x="805" y="814"/>
                  </a:lnTo>
                  <a:lnTo>
                    <a:pt x="809" y="810"/>
                  </a:lnTo>
                  <a:lnTo>
                    <a:pt x="813" y="805"/>
                  </a:lnTo>
                  <a:lnTo>
                    <a:pt x="816" y="802"/>
                  </a:lnTo>
                  <a:lnTo>
                    <a:pt x="820" y="799"/>
                  </a:lnTo>
                  <a:lnTo>
                    <a:pt x="823" y="796"/>
                  </a:lnTo>
                  <a:lnTo>
                    <a:pt x="826" y="792"/>
                  </a:lnTo>
                  <a:lnTo>
                    <a:pt x="829" y="790"/>
                  </a:lnTo>
                  <a:lnTo>
                    <a:pt x="832" y="787"/>
                  </a:lnTo>
                  <a:lnTo>
                    <a:pt x="834" y="785"/>
                  </a:lnTo>
                  <a:lnTo>
                    <a:pt x="835" y="782"/>
                  </a:lnTo>
                  <a:lnTo>
                    <a:pt x="838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4" y="772"/>
                  </a:lnTo>
                  <a:lnTo>
                    <a:pt x="845" y="769"/>
                  </a:lnTo>
                  <a:lnTo>
                    <a:pt x="846" y="767"/>
                  </a:lnTo>
                  <a:lnTo>
                    <a:pt x="847" y="766"/>
                  </a:lnTo>
                  <a:lnTo>
                    <a:pt x="849" y="763"/>
                  </a:lnTo>
                  <a:lnTo>
                    <a:pt x="849" y="761"/>
                  </a:lnTo>
                  <a:lnTo>
                    <a:pt x="850" y="758"/>
                  </a:lnTo>
                  <a:lnTo>
                    <a:pt x="850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1" y="750"/>
                  </a:lnTo>
                  <a:lnTo>
                    <a:pt x="851" y="748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6"/>
                  </a:lnTo>
                  <a:lnTo>
                    <a:pt x="851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0" y="96"/>
                  </a:lnTo>
                  <a:lnTo>
                    <a:pt x="850" y="94"/>
                  </a:lnTo>
                  <a:lnTo>
                    <a:pt x="849" y="91"/>
                  </a:lnTo>
                  <a:lnTo>
                    <a:pt x="849" y="90"/>
                  </a:lnTo>
                  <a:lnTo>
                    <a:pt x="847" y="88"/>
                  </a:lnTo>
                  <a:lnTo>
                    <a:pt x="846" y="85"/>
                  </a:lnTo>
                  <a:lnTo>
                    <a:pt x="845" y="84"/>
                  </a:lnTo>
                  <a:lnTo>
                    <a:pt x="844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8" y="73"/>
                  </a:lnTo>
                  <a:lnTo>
                    <a:pt x="835" y="71"/>
                  </a:lnTo>
                  <a:lnTo>
                    <a:pt x="834" y="68"/>
                  </a:lnTo>
                  <a:lnTo>
                    <a:pt x="832" y="66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8"/>
                  </a:lnTo>
                  <a:lnTo>
                    <a:pt x="820" y="54"/>
                  </a:lnTo>
                  <a:lnTo>
                    <a:pt x="816" y="50"/>
                  </a:lnTo>
                  <a:lnTo>
                    <a:pt x="813" y="47"/>
                  </a:lnTo>
                  <a:lnTo>
                    <a:pt x="809" y="43"/>
                  </a:lnTo>
                  <a:lnTo>
                    <a:pt x="805" y="40"/>
                  </a:lnTo>
                  <a:lnTo>
                    <a:pt x="802" y="36"/>
                  </a:lnTo>
                  <a:lnTo>
                    <a:pt x="798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7"/>
                  </a:lnTo>
                  <a:lnTo>
                    <a:pt x="779" y="14"/>
                  </a:lnTo>
                  <a:lnTo>
                    <a:pt x="777" y="12"/>
                  </a:lnTo>
                  <a:lnTo>
                    <a:pt x="774" y="11"/>
                  </a:lnTo>
                  <a:lnTo>
                    <a:pt x="773" y="10"/>
                  </a:lnTo>
                  <a:lnTo>
                    <a:pt x="771" y="8"/>
                  </a:lnTo>
                  <a:lnTo>
                    <a:pt x="768" y="7"/>
                  </a:lnTo>
                  <a:lnTo>
                    <a:pt x="767" y="6"/>
                  </a:lnTo>
                  <a:lnTo>
                    <a:pt x="764" y="5"/>
                  </a:lnTo>
                  <a:lnTo>
                    <a:pt x="762" y="3"/>
                  </a:lnTo>
                  <a:lnTo>
                    <a:pt x="761" y="3"/>
                  </a:lnTo>
                  <a:lnTo>
                    <a:pt x="758" y="2"/>
                  </a:lnTo>
                  <a:lnTo>
                    <a:pt x="756" y="2"/>
                  </a:lnTo>
                  <a:lnTo>
                    <a:pt x="754" y="2"/>
                  </a:lnTo>
                  <a:lnTo>
                    <a:pt x="751" y="1"/>
                  </a:lnTo>
                  <a:lnTo>
                    <a:pt x="749" y="1"/>
                  </a:lnTo>
                  <a:lnTo>
                    <a:pt x="746" y="1"/>
                  </a:lnTo>
                  <a:lnTo>
                    <a:pt x="744" y="1"/>
                  </a:lnTo>
                  <a:lnTo>
                    <a:pt x="742" y="1"/>
                  </a:lnTo>
                  <a:lnTo>
                    <a:pt x="738" y="1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1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5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7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4" y="0"/>
                  </a:lnTo>
                  <a:lnTo>
                    <a:pt x="492" y="0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84" name="Freeform 214">
              <a:extLst>
                <a:ext uri="{FF2B5EF4-FFF2-40B4-BE49-F238E27FC236}">
                  <a16:creationId xmlns:a16="http://schemas.microsoft.com/office/drawing/2014/main" id="{9CADFDF5-A7C4-4735-BA36-A15491987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924"/>
              <a:ext cx="426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5" y="0"/>
                  </a:lnTo>
                  <a:lnTo>
                    <a:pt x="462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6" y="0"/>
                  </a:lnTo>
                  <a:lnTo>
                    <a:pt x="442" y="0"/>
                  </a:lnTo>
                  <a:lnTo>
                    <a:pt x="440" y="0"/>
                  </a:lnTo>
                  <a:lnTo>
                    <a:pt x="436" y="0"/>
                  </a:lnTo>
                  <a:lnTo>
                    <a:pt x="434" y="0"/>
                  </a:lnTo>
                  <a:lnTo>
                    <a:pt x="430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6" y="0"/>
                  </a:lnTo>
                  <a:lnTo>
                    <a:pt x="412" y="0"/>
                  </a:lnTo>
                  <a:lnTo>
                    <a:pt x="408" y="0"/>
                  </a:lnTo>
                  <a:lnTo>
                    <a:pt x="403" y="0"/>
                  </a:lnTo>
                  <a:lnTo>
                    <a:pt x="398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4" y="0"/>
                  </a:lnTo>
                  <a:lnTo>
                    <a:pt x="367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1" y="0"/>
                  </a:lnTo>
                  <a:lnTo>
                    <a:pt x="332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7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8" y="0"/>
                  </a:lnTo>
                  <a:lnTo>
                    <a:pt x="239" y="0"/>
                  </a:lnTo>
                  <a:lnTo>
                    <a:pt x="232" y="0"/>
                  </a:lnTo>
                  <a:lnTo>
                    <a:pt x="225" y="0"/>
                  </a:lnTo>
                  <a:lnTo>
                    <a:pt x="218" y="0"/>
                  </a:lnTo>
                  <a:lnTo>
                    <a:pt x="212" y="0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6" y="0"/>
                  </a:lnTo>
                  <a:lnTo>
                    <a:pt x="182" y="0"/>
                  </a:lnTo>
                  <a:lnTo>
                    <a:pt x="178" y="0"/>
                  </a:lnTo>
                  <a:lnTo>
                    <a:pt x="174" y="0"/>
                  </a:lnTo>
                  <a:lnTo>
                    <a:pt x="171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9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99" y="1"/>
                  </a:lnTo>
                  <a:lnTo>
                    <a:pt x="96" y="1"/>
                  </a:lnTo>
                  <a:lnTo>
                    <a:pt x="94" y="2"/>
                  </a:lnTo>
                  <a:lnTo>
                    <a:pt x="93" y="2"/>
                  </a:lnTo>
                  <a:lnTo>
                    <a:pt x="90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4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8" y="9"/>
                  </a:lnTo>
                  <a:lnTo>
                    <a:pt x="76" y="12"/>
                  </a:lnTo>
                  <a:lnTo>
                    <a:pt x="73" y="13"/>
                  </a:lnTo>
                  <a:lnTo>
                    <a:pt x="71" y="15"/>
                  </a:lnTo>
                  <a:lnTo>
                    <a:pt x="69" y="18"/>
                  </a:lnTo>
                  <a:lnTo>
                    <a:pt x="66" y="20"/>
                  </a:lnTo>
                  <a:lnTo>
                    <a:pt x="64" y="23"/>
                  </a:lnTo>
                  <a:lnTo>
                    <a:pt x="60" y="25"/>
                  </a:lnTo>
                  <a:lnTo>
                    <a:pt x="58" y="29"/>
                  </a:lnTo>
                  <a:lnTo>
                    <a:pt x="54" y="31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3" y="42"/>
                  </a:lnTo>
                  <a:lnTo>
                    <a:pt x="40" y="46"/>
                  </a:lnTo>
                  <a:lnTo>
                    <a:pt x="36" y="49"/>
                  </a:lnTo>
                  <a:lnTo>
                    <a:pt x="32" y="53"/>
                  </a:lnTo>
                  <a:lnTo>
                    <a:pt x="29" y="56"/>
                  </a:lnTo>
                  <a:lnTo>
                    <a:pt x="26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7" y="70"/>
                  </a:lnTo>
                  <a:lnTo>
                    <a:pt x="14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10" y="79"/>
                  </a:lnTo>
                  <a:lnTo>
                    <a:pt x="8" y="80"/>
                  </a:lnTo>
                  <a:lnTo>
                    <a:pt x="7" y="83"/>
                  </a:lnTo>
                  <a:lnTo>
                    <a:pt x="6" y="85"/>
                  </a:lnTo>
                  <a:lnTo>
                    <a:pt x="5" y="86"/>
                  </a:lnTo>
                  <a:lnTo>
                    <a:pt x="4" y="89"/>
                  </a:lnTo>
                  <a:lnTo>
                    <a:pt x="4" y="91"/>
                  </a:lnTo>
                  <a:lnTo>
                    <a:pt x="2" y="92"/>
                  </a:lnTo>
                  <a:lnTo>
                    <a:pt x="2" y="95"/>
                  </a:lnTo>
                  <a:lnTo>
                    <a:pt x="2" y="97"/>
                  </a:lnTo>
                  <a:lnTo>
                    <a:pt x="1" y="100"/>
                  </a:lnTo>
                  <a:lnTo>
                    <a:pt x="1" y="102"/>
                  </a:lnTo>
                  <a:lnTo>
                    <a:pt x="1" y="104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3"/>
                  </a:lnTo>
                  <a:lnTo>
                    <a:pt x="1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1" y="734"/>
                  </a:lnTo>
                  <a:lnTo>
                    <a:pt x="1" y="738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6"/>
                  </a:lnTo>
                  <a:lnTo>
                    <a:pt x="1" y="749"/>
                  </a:lnTo>
                  <a:lnTo>
                    <a:pt x="1" y="751"/>
                  </a:lnTo>
                  <a:lnTo>
                    <a:pt x="2" y="754"/>
                  </a:lnTo>
                  <a:lnTo>
                    <a:pt x="2" y="756"/>
                  </a:lnTo>
                  <a:lnTo>
                    <a:pt x="2" y="758"/>
                  </a:lnTo>
                  <a:lnTo>
                    <a:pt x="4" y="761"/>
                  </a:lnTo>
                  <a:lnTo>
                    <a:pt x="4" y="762"/>
                  </a:lnTo>
                  <a:lnTo>
                    <a:pt x="5" y="764"/>
                  </a:lnTo>
                  <a:lnTo>
                    <a:pt x="6" y="767"/>
                  </a:lnTo>
                  <a:lnTo>
                    <a:pt x="7" y="768"/>
                  </a:lnTo>
                  <a:lnTo>
                    <a:pt x="8" y="770"/>
                  </a:lnTo>
                  <a:lnTo>
                    <a:pt x="10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4" y="779"/>
                  </a:lnTo>
                  <a:lnTo>
                    <a:pt x="17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6" y="792"/>
                  </a:lnTo>
                  <a:lnTo>
                    <a:pt x="29" y="794"/>
                  </a:lnTo>
                  <a:lnTo>
                    <a:pt x="32" y="798"/>
                  </a:lnTo>
                  <a:lnTo>
                    <a:pt x="36" y="802"/>
                  </a:lnTo>
                  <a:lnTo>
                    <a:pt x="40" y="805"/>
                  </a:lnTo>
                  <a:lnTo>
                    <a:pt x="43" y="809"/>
                  </a:lnTo>
                  <a:lnTo>
                    <a:pt x="47" y="812"/>
                  </a:lnTo>
                  <a:lnTo>
                    <a:pt x="51" y="816"/>
                  </a:lnTo>
                  <a:lnTo>
                    <a:pt x="54" y="820"/>
                  </a:lnTo>
                  <a:lnTo>
                    <a:pt x="58" y="823"/>
                  </a:lnTo>
                  <a:lnTo>
                    <a:pt x="60" y="826"/>
                  </a:lnTo>
                  <a:lnTo>
                    <a:pt x="64" y="829"/>
                  </a:lnTo>
                  <a:lnTo>
                    <a:pt x="66" y="832"/>
                  </a:lnTo>
                  <a:lnTo>
                    <a:pt x="69" y="834"/>
                  </a:lnTo>
                  <a:lnTo>
                    <a:pt x="71" y="835"/>
                  </a:lnTo>
                  <a:lnTo>
                    <a:pt x="73" y="838"/>
                  </a:lnTo>
                  <a:lnTo>
                    <a:pt x="76" y="840"/>
                  </a:lnTo>
                  <a:lnTo>
                    <a:pt x="78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4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90" y="848"/>
                  </a:lnTo>
                  <a:lnTo>
                    <a:pt x="93" y="848"/>
                  </a:lnTo>
                  <a:lnTo>
                    <a:pt x="94" y="850"/>
                  </a:lnTo>
                  <a:lnTo>
                    <a:pt x="96" y="850"/>
                  </a:lnTo>
                  <a:lnTo>
                    <a:pt x="99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6" y="851"/>
                  </a:lnTo>
                  <a:lnTo>
                    <a:pt x="108" y="851"/>
                  </a:lnTo>
                  <a:lnTo>
                    <a:pt x="112" y="852"/>
                  </a:lnTo>
                  <a:lnTo>
                    <a:pt x="114" y="852"/>
                  </a:lnTo>
                  <a:lnTo>
                    <a:pt x="118" y="852"/>
                  </a:lnTo>
                  <a:lnTo>
                    <a:pt x="121" y="852"/>
                  </a:lnTo>
                  <a:lnTo>
                    <a:pt x="125" y="852"/>
                  </a:lnTo>
                  <a:lnTo>
                    <a:pt x="129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3" y="852"/>
                  </a:lnTo>
                  <a:lnTo>
                    <a:pt x="155" y="852"/>
                  </a:lnTo>
                  <a:lnTo>
                    <a:pt x="159" y="852"/>
                  </a:lnTo>
                  <a:lnTo>
                    <a:pt x="161" y="852"/>
                  </a:lnTo>
                  <a:lnTo>
                    <a:pt x="165" y="852"/>
                  </a:lnTo>
                  <a:lnTo>
                    <a:pt x="167" y="852"/>
                  </a:lnTo>
                  <a:lnTo>
                    <a:pt x="171" y="852"/>
                  </a:lnTo>
                  <a:lnTo>
                    <a:pt x="174" y="852"/>
                  </a:lnTo>
                  <a:lnTo>
                    <a:pt x="178" y="852"/>
                  </a:lnTo>
                  <a:lnTo>
                    <a:pt x="182" y="852"/>
                  </a:lnTo>
                  <a:lnTo>
                    <a:pt x="186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6" y="852"/>
                  </a:lnTo>
                  <a:lnTo>
                    <a:pt x="212" y="852"/>
                  </a:lnTo>
                  <a:lnTo>
                    <a:pt x="218" y="852"/>
                  </a:lnTo>
                  <a:lnTo>
                    <a:pt x="225" y="852"/>
                  </a:lnTo>
                  <a:lnTo>
                    <a:pt x="232" y="852"/>
                  </a:lnTo>
                  <a:lnTo>
                    <a:pt x="239" y="852"/>
                  </a:lnTo>
                  <a:lnTo>
                    <a:pt x="248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7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2" y="852"/>
                  </a:lnTo>
                  <a:lnTo>
                    <a:pt x="341" y="852"/>
                  </a:lnTo>
                  <a:lnTo>
                    <a:pt x="350" y="852"/>
                  </a:lnTo>
                  <a:lnTo>
                    <a:pt x="359" y="852"/>
                  </a:lnTo>
                  <a:lnTo>
                    <a:pt x="367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90" y="852"/>
                  </a:lnTo>
                  <a:lnTo>
                    <a:pt x="396" y="852"/>
                  </a:lnTo>
                  <a:lnTo>
                    <a:pt x="403" y="852"/>
                  </a:lnTo>
                  <a:lnTo>
                    <a:pt x="409" y="852"/>
                  </a:lnTo>
                  <a:lnTo>
                    <a:pt x="415" y="852"/>
                  </a:lnTo>
                  <a:lnTo>
                    <a:pt x="421" y="852"/>
                  </a:lnTo>
                  <a:lnTo>
                    <a:pt x="427" y="852"/>
                  </a:lnTo>
                  <a:lnTo>
                    <a:pt x="433" y="852"/>
                  </a:lnTo>
                  <a:lnTo>
                    <a:pt x="439" y="852"/>
                  </a:lnTo>
                  <a:lnTo>
                    <a:pt x="445" y="852"/>
                  </a:lnTo>
                  <a:lnTo>
                    <a:pt x="451" y="852"/>
                  </a:lnTo>
                  <a:lnTo>
                    <a:pt x="458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2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6" y="852"/>
                  </a:lnTo>
                  <a:lnTo>
                    <a:pt x="614" y="852"/>
                  </a:lnTo>
                  <a:lnTo>
                    <a:pt x="622" y="852"/>
                  </a:lnTo>
                  <a:lnTo>
                    <a:pt x="629" y="852"/>
                  </a:lnTo>
                  <a:lnTo>
                    <a:pt x="636" y="852"/>
                  </a:lnTo>
                  <a:lnTo>
                    <a:pt x="642" y="852"/>
                  </a:lnTo>
                  <a:lnTo>
                    <a:pt x="648" y="852"/>
                  </a:lnTo>
                  <a:lnTo>
                    <a:pt x="653" y="852"/>
                  </a:lnTo>
                  <a:lnTo>
                    <a:pt x="659" y="852"/>
                  </a:lnTo>
                  <a:lnTo>
                    <a:pt x="664" y="852"/>
                  </a:lnTo>
                  <a:lnTo>
                    <a:pt x="667" y="852"/>
                  </a:lnTo>
                  <a:lnTo>
                    <a:pt x="672" y="852"/>
                  </a:lnTo>
                  <a:lnTo>
                    <a:pt x="676" y="852"/>
                  </a:lnTo>
                  <a:lnTo>
                    <a:pt x="679" y="852"/>
                  </a:lnTo>
                  <a:lnTo>
                    <a:pt x="683" y="852"/>
                  </a:lnTo>
                  <a:lnTo>
                    <a:pt x="686" y="852"/>
                  </a:lnTo>
                  <a:lnTo>
                    <a:pt x="689" y="852"/>
                  </a:lnTo>
                  <a:lnTo>
                    <a:pt x="692" y="852"/>
                  </a:lnTo>
                  <a:lnTo>
                    <a:pt x="695" y="852"/>
                  </a:lnTo>
                  <a:lnTo>
                    <a:pt x="698" y="852"/>
                  </a:lnTo>
                  <a:lnTo>
                    <a:pt x="701" y="852"/>
                  </a:lnTo>
                  <a:lnTo>
                    <a:pt x="704" y="852"/>
                  </a:lnTo>
                  <a:lnTo>
                    <a:pt x="707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8" y="852"/>
                  </a:lnTo>
                  <a:lnTo>
                    <a:pt x="721" y="852"/>
                  </a:lnTo>
                  <a:lnTo>
                    <a:pt x="725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6" y="852"/>
                  </a:lnTo>
                  <a:lnTo>
                    <a:pt x="739" y="852"/>
                  </a:lnTo>
                  <a:lnTo>
                    <a:pt x="742" y="852"/>
                  </a:lnTo>
                  <a:lnTo>
                    <a:pt x="745" y="851"/>
                  </a:lnTo>
                  <a:lnTo>
                    <a:pt x="748" y="851"/>
                  </a:lnTo>
                  <a:lnTo>
                    <a:pt x="750" y="851"/>
                  </a:lnTo>
                  <a:lnTo>
                    <a:pt x="753" y="851"/>
                  </a:lnTo>
                  <a:lnTo>
                    <a:pt x="755" y="851"/>
                  </a:lnTo>
                  <a:lnTo>
                    <a:pt x="757" y="850"/>
                  </a:lnTo>
                  <a:lnTo>
                    <a:pt x="760" y="850"/>
                  </a:lnTo>
                  <a:lnTo>
                    <a:pt x="761" y="848"/>
                  </a:lnTo>
                  <a:lnTo>
                    <a:pt x="763" y="848"/>
                  </a:lnTo>
                  <a:lnTo>
                    <a:pt x="766" y="847"/>
                  </a:lnTo>
                  <a:lnTo>
                    <a:pt x="767" y="846"/>
                  </a:lnTo>
                  <a:lnTo>
                    <a:pt x="769" y="845"/>
                  </a:lnTo>
                  <a:lnTo>
                    <a:pt x="772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8" y="840"/>
                  </a:lnTo>
                  <a:lnTo>
                    <a:pt x="780" y="838"/>
                  </a:lnTo>
                  <a:lnTo>
                    <a:pt x="783" y="835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90" y="829"/>
                  </a:lnTo>
                  <a:lnTo>
                    <a:pt x="793" y="826"/>
                  </a:lnTo>
                  <a:lnTo>
                    <a:pt x="796" y="823"/>
                  </a:lnTo>
                  <a:lnTo>
                    <a:pt x="799" y="820"/>
                  </a:lnTo>
                  <a:lnTo>
                    <a:pt x="803" y="816"/>
                  </a:lnTo>
                  <a:lnTo>
                    <a:pt x="807" y="812"/>
                  </a:lnTo>
                  <a:lnTo>
                    <a:pt x="810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1" y="798"/>
                  </a:lnTo>
                  <a:lnTo>
                    <a:pt x="825" y="794"/>
                  </a:lnTo>
                  <a:lnTo>
                    <a:pt x="827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7" y="781"/>
                  </a:lnTo>
                  <a:lnTo>
                    <a:pt x="839" y="779"/>
                  </a:lnTo>
                  <a:lnTo>
                    <a:pt x="840" y="776"/>
                  </a:lnTo>
                  <a:lnTo>
                    <a:pt x="843" y="774"/>
                  </a:lnTo>
                  <a:lnTo>
                    <a:pt x="844" y="773"/>
                  </a:lnTo>
                  <a:lnTo>
                    <a:pt x="845" y="770"/>
                  </a:lnTo>
                  <a:lnTo>
                    <a:pt x="846" y="768"/>
                  </a:lnTo>
                  <a:lnTo>
                    <a:pt x="847" y="767"/>
                  </a:lnTo>
                  <a:lnTo>
                    <a:pt x="849" y="764"/>
                  </a:lnTo>
                  <a:lnTo>
                    <a:pt x="849" y="762"/>
                  </a:lnTo>
                  <a:lnTo>
                    <a:pt x="850" y="761"/>
                  </a:lnTo>
                  <a:lnTo>
                    <a:pt x="850" y="758"/>
                  </a:lnTo>
                  <a:lnTo>
                    <a:pt x="851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2" y="749"/>
                  </a:lnTo>
                  <a:lnTo>
                    <a:pt x="852" y="746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4"/>
                  </a:lnTo>
                  <a:lnTo>
                    <a:pt x="852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1" y="95"/>
                  </a:lnTo>
                  <a:lnTo>
                    <a:pt x="850" y="92"/>
                  </a:lnTo>
                  <a:lnTo>
                    <a:pt x="850" y="91"/>
                  </a:lnTo>
                  <a:lnTo>
                    <a:pt x="849" y="89"/>
                  </a:lnTo>
                  <a:lnTo>
                    <a:pt x="849" y="86"/>
                  </a:lnTo>
                  <a:lnTo>
                    <a:pt x="847" y="85"/>
                  </a:lnTo>
                  <a:lnTo>
                    <a:pt x="846" y="83"/>
                  </a:lnTo>
                  <a:lnTo>
                    <a:pt x="845" y="80"/>
                  </a:lnTo>
                  <a:lnTo>
                    <a:pt x="844" y="79"/>
                  </a:lnTo>
                  <a:lnTo>
                    <a:pt x="843" y="77"/>
                  </a:lnTo>
                  <a:lnTo>
                    <a:pt x="840" y="74"/>
                  </a:lnTo>
                  <a:lnTo>
                    <a:pt x="839" y="72"/>
                  </a:lnTo>
                  <a:lnTo>
                    <a:pt x="837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5" y="56"/>
                  </a:lnTo>
                  <a:lnTo>
                    <a:pt x="821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10" y="42"/>
                  </a:lnTo>
                  <a:lnTo>
                    <a:pt x="807" y="38"/>
                  </a:lnTo>
                  <a:lnTo>
                    <a:pt x="803" y="35"/>
                  </a:lnTo>
                  <a:lnTo>
                    <a:pt x="799" y="31"/>
                  </a:lnTo>
                  <a:lnTo>
                    <a:pt x="796" y="29"/>
                  </a:lnTo>
                  <a:lnTo>
                    <a:pt x="793" y="25"/>
                  </a:lnTo>
                  <a:lnTo>
                    <a:pt x="790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3" y="15"/>
                  </a:lnTo>
                  <a:lnTo>
                    <a:pt x="780" y="13"/>
                  </a:lnTo>
                  <a:lnTo>
                    <a:pt x="778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2" y="7"/>
                  </a:lnTo>
                  <a:lnTo>
                    <a:pt x="769" y="6"/>
                  </a:lnTo>
                  <a:lnTo>
                    <a:pt x="767" y="5"/>
                  </a:lnTo>
                  <a:lnTo>
                    <a:pt x="766" y="3"/>
                  </a:lnTo>
                  <a:lnTo>
                    <a:pt x="763" y="3"/>
                  </a:lnTo>
                  <a:lnTo>
                    <a:pt x="761" y="2"/>
                  </a:lnTo>
                  <a:lnTo>
                    <a:pt x="760" y="2"/>
                  </a:lnTo>
                  <a:lnTo>
                    <a:pt x="757" y="1"/>
                  </a:lnTo>
                  <a:lnTo>
                    <a:pt x="755" y="1"/>
                  </a:lnTo>
                  <a:lnTo>
                    <a:pt x="753" y="1"/>
                  </a:lnTo>
                  <a:lnTo>
                    <a:pt x="750" y="0"/>
                  </a:lnTo>
                  <a:lnTo>
                    <a:pt x="748" y="0"/>
                  </a:lnTo>
                  <a:lnTo>
                    <a:pt x="745" y="0"/>
                  </a:lnTo>
                  <a:lnTo>
                    <a:pt x="742" y="0"/>
                  </a:lnTo>
                  <a:lnTo>
                    <a:pt x="739" y="0"/>
                  </a:lnTo>
                  <a:lnTo>
                    <a:pt x="736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5" y="0"/>
                  </a:lnTo>
                  <a:lnTo>
                    <a:pt x="721" y="0"/>
                  </a:lnTo>
                  <a:lnTo>
                    <a:pt x="718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7" y="0"/>
                  </a:lnTo>
                  <a:lnTo>
                    <a:pt x="704" y="0"/>
                  </a:lnTo>
                  <a:lnTo>
                    <a:pt x="702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4" y="0"/>
                  </a:lnTo>
                  <a:lnTo>
                    <a:pt x="691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3" y="0"/>
                  </a:lnTo>
                  <a:lnTo>
                    <a:pt x="680" y="0"/>
                  </a:lnTo>
                  <a:lnTo>
                    <a:pt x="677" y="0"/>
                  </a:lnTo>
                  <a:lnTo>
                    <a:pt x="674" y="0"/>
                  </a:lnTo>
                  <a:lnTo>
                    <a:pt x="671" y="0"/>
                  </a:lnTo>
                  <a:lnTo>
                    <a:pt x="667" y="0"/>
                  </a:lnTo>
                  <a:lnTo>
                    <a:pt x="664" y="0"/>
                  </a:lnTo>
                  <a:lnTo>
                    <a:pt x="660" y="0"/>
                  </a:lnTo>
                  <a:lnTo>
                    <a:pt x="656" y="0"/>
                  </a:lnTo>
                  <a:lnTo>
                    <a:pt x="652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7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6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8" y="0"/>
                  </a:lnTo>
                  <a:lnTo>
                    <a:pt x="552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9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7" y="0"/>
                  </a:lnTo>
                  <a:lnTo>
                    <a:pt x="523" y="0"/>
                  </a:lnTo>
                  <a:lnTo>
                    <a:pt x="521" y="0"/>
                  </a:lnTo>
                  <a:lnTo>
                    <a:pt x="517" y="0"/>
                  </a:lnTo>
                  <a:lnTo>
                    <a:pt x="515" y="0"/>
                  </a:lnTo>
                  <a:lnTo>
                    <a:pt x="511" y="0"/>
                  </a:lnTo>
                  <a:lnTo>
                    <a:pt x="509" y="0"/>
                  </a:lnTo>
                  <a:lnTo>
                    <a:pt x="506" y="0"/>
                  </a:lnTo>
                  <a:lnTo>
                    <a:pt x="504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5" y="0"/>
                  </a:lnTo>
                  <a:lnTo>
                    <a:pt x="493" y="0"/>
                  </a:lnTo>
                  <a:lnTo>
                    <a:pt x="489" y="0"/>
                  </a:lnTo>
                  <a:lnTo>
                    <a:pt x="487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7" y="0"/>
                  </a:lnTo>
                  <a:lnTo>
                    <a:pt x="474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85" name="Freeform 215">
              <a:extLst>
                <a:ext uri="{FF2B5EF4-FFF2-40B4-BE49-F238E27FC236}">
                  <a16:creationId xmlns:a16="http://schemas.microsoft.com/office/drawing/2014/main" id="{D30BCB92-4A42-489E-A47B-C45FC6276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946"/>
              <a:ext cx="432" cy="132"/>
            </a:xfrm>
            <a:custGeom>
              <a:avLst/>
              <a:gdLst>
                <a:gd name="T0" fmla="*/ 0 w 865"/>
                <a:gd name="T1" fmla="*/ 0 h 265"/>
                <a:gd name="T2" fmla="*/ 0 w 865"/>
                <a:gd name="T3" fmla="*/ 0 h 265"/>
                <a:gd name="T4" fmla="*/ 0 w 865"/>
                <a:gd name="T5" fmla="*/ 0 h 265"/>
                <a:gd name="T6" fmla="*/ 0 w 865"/>
                <a:gd name="T7" fmla="*/ 0 h 265"/>
                <a:gd name="T8" fmla="*/ 0 w 865"/>
                <a:gd name="T9" fmla="*/ 0 h 265"/>
                <a:gd name="T10" fmla="*/ 0 w 865"/>
                <a:gd name="T11" fmla="*/ 0 h 265"/>
                <a:gd name="T12" fmla="*/ 0 w 865"/>
                <a:gd name="T13" fmla="*/ 0 h 265"/>
                <a:gd name="T14" fmla="*/ 0 w 865"/>
                <a:gd name="T15" fmla="*/ 0 h 265"/>
                <a:gd name="T16" fmla="*/ 0 w 865"/>
                <a:gd name="T17" fmla="*/ 0 h 265"/>
                <a:gd name="T18" fmla="*/ 0 w 865"/>
                <a:gd name="T19" fmla="*/ 0 h 265"/>
                <a:gd name="T20" fmla="*/ 0 w 865"/>
                <a:gd name="T21" fmla="*/ 0 h 265"/>
                <a:gd name="T22" fmla="*/ 0 w 865"/>
                <a:gd name="T23" fmla="*/ 0 h 265"/>
                <a:gd name="T24" fmla="*/ 0 w 865"/>
                <a:gd name="T25" fmla="*/ 0 h 265"/>
                <a:gd name="T26" fmla="*/ 0 w 865"/>
                <a:gd name="T27" fmla="*/ 0 h 265"/>
                <a:gd name="T28" fmla="*/ 0 w 865"/>
                <a:gd name="T29" fmla="*/ 0 h 265"/>
                <a:gd name="T30" fmla="*/ 0 w 865"/>
                <a:gd name="T31" fmla="*/ 0 h 265"/>
                <a:gd name="T32" fmla="*/ 0 w 865"/>
                <a:gd name="T33" fmla="*/ 0 h 265"/>
                <a:gd name="T34" fmla="*/ 0 w 865"/>
                <a:gd name="T35" fmla="*/ 0 h 265"/>
                <a:gd name="T36" fmla="*/ 0 w 865"/>
                <a:gd name="T37" fmla="*/ 0 h 265"/>
                <a:gd name="T38" fmla="*/ 0 w 865"/>
                <a:gd name="T39" fmla="*/ 0 h 265"/>
                <a:gd name="T40" fmla="*/ 0 w 865"/>
                <a:gd name="T41" fmla="*/ 0 h 265"/>
                <a:gd name="T42" fmla="*/ 0 w 865"/>
                <a:gd name="T43" fmla="*/ 0 h 265"/>
                <a:gd name="T44" fmla="*/ 0 w 865"/>
                <a:gd name="T45" fmla="*/ 0 h 265"/>
                <a:gd name="T46" fmla="*/ 0 w 865"/>
                <a:gd name="T47" fmla="*/ 0 h 265"/>
                <a:gd name="T48" fmla="*/ 0 w 865"/>
                <a:gd name="T49" fmla="*/ 0 h 265"/>
                <a:gd name="T50" fmla="*/ 0 w 865"/>
                <a:gd name="T51" fmla="*/ 0 h 265"/>
                <a:gd name="T52" fmla="*/ 0 w 865"/>
                <a:gd name="T53" fmla="*/ 0 h 265"/>
                <a:gd name="T54" fmla="*/ 0 w 865"/>
                <a:gd name="T55" fmla="*/ 0 h 265"/>
                <a:gd name="T56" fmla="*/ 0 w 865"/>
                <a:gd name="T57" fmla="*/ 0 h 265"/>
                <a:gd name="T58" fmla="*/ 0 w 865"/>
                <a:gd name="T59" fmla="*/ 0 h 265"/>
                <a:gd name="T60" fmla="*/ 0 w 865"/>
                <a:gd name="T61" fmla="*/ 0 h 265"/>
                <a:gd name="T62" fmla="*/ 0 w 865"/>
                <a:gd name="T63" fmla="*/ 0 h 265"/>
                <a:gd name="T64" fmla="*/ 0 w 865"/>
                <a:gd name="T65" fmla="*/ 0 h 265"/>
                <a:gd name="T66" fmla="*/ 0 w 865"/>
                <a:gd name="T67" fmla="*/ 0 h 265"/>
                <a:gd name="T68" fmla="*/ 0 w 865"/>
                <a:gd name="T69" fmla="*/ 0 h 265"/>
                <a:gd name="T70" fmla="*/ 0 w 865"/>
                <a:gd name="T71" fmla="*/ 0 h 265"/>
                <a:gd name="T72" fmla="*/ 0 w 865"/>
                <a:gd name="T73" fmla="*/ 0 h 265"/>
                <a:gd name="T74" fmla="*/ 0 w 865"/>
                <a:gd name="T75" fmla="*/ 0 h 265"/>
                <a:gd name="T76" fmla="*/ 0 w 865"/>
                <a:gd name="T77" fmla="*/ 0 h 265"/>
                <a:gd name="T78" fmla="*/ 0 w 865"/>
                <a:gd name="T79" fmla="*/ 0 h 265"/>
                <a:gd name="T80" fmla="*/ 0 w 865"/>
                <a:gd name="T81" fmla="*/ 0 h 265"/>
                <a:gd name="T82" fmla="*/ 0 w 865"/>
                <a:gd name="T83" fmla="*/ 0 h 265"/>
                <a:gd name="T84" fmla="*/ 0 w 865"/>
                <a:gd name="T85" fmla="*/ 0 h 265"/>
                <a:gd name="T86" fmla="*/ 0 w 865"/>
                <a:gd name="T87" fmla="*/ 0 h 265"/>
                <a:gd name="T88" fmla="*/ 0 w 865"/>
                <a:gd name="T89" fmla="*/ 0 h 26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865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2"/>
                  </a:lnTo>
                  <a:lnTo>
                    <a:pt x="3" y="96"/>
                  </a:lnTo>
                  <a:lnTo>
                    <a:pt x="6" y="90"/>
                  </a:lnTo>
                  <a:lnTo>
                    <a:pt x="8" y="84"/>
                  </a:lnTo>
                  <a:lnTo>
                    <a:pt x="9" y="78"/>
                  </a:lnTo>
                  <a:lnTo>
                    <a:pt x="13" y="72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38" y="0"/>
                  </a:lnTo>
                  <a:lnTo>
                    <a:pt x="744" y="0"/>
                  </a:lnTo>
                  <a:lnTo>
                    <a:pt x="751" y="2"/>
                  </a:lnTo>
                  <a:lnTo>
                    <a:pt x="757" y="2"/>
                  </a:lnTo>
                  <a:lnTo>
                    <a:pt x="763" y="3"/>
                  </a:lnTo>
                  <a:lnTo>
                    <a:pt x="769" y="4"/>
                  </a:lnTo>
                  <a:lnTo>
                    <a:pt x="775" y="6"/>
                  </a:lnTo>
                  <a:lnTo>
                    <a:pt x="781" y="8"/>
                  </a:lnTo>
                  <a:lnTo>
                    <a:pt x="787" y="10"/>
                  </a:lnTo>
                  <a:lnTo>
                    <a:pt x="793" y="14"/>
                  </a:lnTo>
                  <a:lnTo>
                    <a:pt x="798" y="16"/>
                  </a:lnTo>
                  <a:lnTo>
                    <a:pt x="804" y="18"/>
                  </a:lnTo>
                  <a:lnTo>
                    <a:pt x="808" y="22"/>
                  </a:lnTo>
                  <a:lnTo>
                    <a:pt x="813" y="26"/>
                  </a:lnTo>
                  <a:lnTo>
                    <a:pt x="818" y="29"/>
                  </a:lnTo>
                  <a:lnTo>
                    <a:pt x="823" y="34"/>
                  </a:lnTo>
                  <a:lnTo>
                    <a:pt x="828" y="38"/>
                  </a:lnTo>
                  <a:lnTo>
                    <a:pt x="831" y="42"/>
                  </a:lnTo>
                  <a:lnTo>
                    <a:pt x="836" y="47"/>
                  </a:lnTo>
                  <a:lnTo>
                    <a:pt x="840" y="52"/>
                  </a:lnTo>
                  <a:lnTo>
                    <a:pt x="843" y="57"/>
                  </a:lnTo>
                  <a:lnTo>
                    <a:pt x="847" y="62"/>
                  </a:lnTo>
                  <a:lnTo>
                    <a:pt x="849" y="68"/>
                  </a:lnTo>
                  <a:lnTo>
                    <a:pt x="853" y="72"/>
                  </a:lnTo>
                  <a:lnTo>
                    <a:pt x="855" y="78"/>
                  </a:lnTo>
                  <a:lnTo>
                    <a:pt x="858" y="84"/>
                  </a:lnTo>
                  <a:lnTo>
                    <a:pt x="859" y="90"/>
                  </a:lnTo>
                  <a:lnTo>
                    <a:pt x="861" y="96"/>
                  </a:lnTo>
                  <a:lnTo>
                    <a:pt x="863" y="102"/>
                  </a:lnTo>
                  <a:lnTo>
                    <a:pt x="864" y="109"/>
                  </a:lnTo>
                  <a:lnTo>
                    <a:pt x="865" y="116"/>
                  </a:lnTo>
                  <a:lnTo>
                    <a:pt x="865" y="122"/>
                  </a:lnTo>
                  <a:lnTo>
                    <a:pt x="865" y="128"/>
                  </a:lnTo>
                  <a:lnTo>
                    <a:pt x="865" y="137"/>
                  </a:lnTo>
                  <a:lnTo>
                    <a:pt x="865" y="143"/>
                  </a:lnTo>
                  <a:lnTo>
                    <a:pt x="865" y="151"/>
                  </a:lnTo>
                  <a:lnTo>
                    <a:pt x="864" y="157"/>
                  </a:lnTo>
                  <a:lnTo>
                    <a:pt x="863" y="163"/>
                  </a:lnTo>
                  <a:lnTo>
                    <a:pt x="861" y="169"/>
                  </a:lnTo>
                  <a:lnTo>
                    <a:pt x="859" y="175"/>
                  </a:lnTo>
                  <a:lnTo>
                    <a:pt x="858" y="181"/>
                  </a:lnTo>
                  <a:lnTo>
                    <a:pt x="855" y="187"/>
                  </a:lnTo>
                  <a:lnTo>
                    <a:pt x="853" y="193"/>
                  </a:lnTo>
                  <a:lnTo>
                    <a:pt x="849" y="197"/>
                  </a:lnTo>
                  <a:lnTo>
                    <a:pt x="847" y="203"/>
                  </a:lnTo>
                  <a:lnTo>
                    <a:pt x="843" y="208"/>
                  </a:lnTo>
                  <a:lnTo>
                    <a:pt x="840" y="213"/>
                  </a:lnTo>
                  <a:lnTo>
                    <a:pt x="836" y="218"/>
                  </a:lnTo>
                  <a:lnTo>
                    <a:pt x="831" y="223"/>
                  </a:lnTo>
                  <a:lnTo>
                    <a:pt x="828" y="228"/>
                  </a:lnTo>
                  <a:lnTo>
                    <a:pt x="823" y="231"/>
                  </a:lnTo>
                  <a:lnTo>
                    <a:pt x="818" y="236"/>
                  </a:lnTo>
                  <a:lnTo>
                    <a:pt x="813" y="240"/>
                  </a:lnTo>
                  <a:lnTo>
                    <a:pt x="808" y="243"/>
                  </a:lnTo>
                  <a:lnTo>
                    <a:pt x="804" y="247"/>
                  </a:lnTo>
                  <a:lnTo>
                    <a:pt x="798" y="249"/>
                  </a:lnTo>
                  <a:lnTo>
                    <a:pt x="793" y="253"/>
                  </a:lnTo>
                  <a:lnTo>
                    <a:pt x="787" y="255"/>
                  </a:lnTo>
                  <a:lnTo>
                    <a:pt x="781" y="258"/>
                  </a:lnTo>
                  <a:lnTo>
                    <a:pt x="775" y="259"/>
                  </a:lnTo>
                  <a:lnTo>
                    <a:pt x="769" y="261"/>
                  </a:lnTo>
                  <a:lnTo>
                    <a:pt x="763" y="262"/>
                  </a:lnTo>
                  <a:lnTo>
                    <a:pt x="757" y="264"/>
                  </a:lnTo>
                  <a:lnTo>
                    <a:pt x="751" y="264"/>
                  </a:lnTo>
                  <a:lnTo>
                    <a:pt x="744" y="265"/>
                  </a:lnTo>
                  <a:lnTo>
                    <a:pt x="738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3"/>
                  </a:lnTo>
                  <a:lnTo>
                    <a:pt x="15" y="197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86" name="Rectangle 219">
              <a:extLst>
                <a:ext uri="{FF2B5EF4-FFF2-40B4-BE49-F238E27FC236}">
                  <a16:creationId xmlns:a16="http://schemas.microsoft.com/office/drawing/2014/main" id="{9E8B0862-A90F-47A2-8AA3-86AE8594E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3535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387" name="Rectangle 220">
              <a:extLst>
                <a:ext uri="{FF2B5EF4-FFF2-40B4-BE49-F238E27FC236}">
                  <a16:creationId xmlns:a16="http://schemas.microsoft.com/office/drawing/2014/main" id="{A29E4760-0049-45B3-8C17-20EEB777D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7" y="359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cxnSp>
        <p:nvCxnSpPr>
          <p:cNvPr id="99331" name="Straight Connector 2">
            <a:extLst>
              <a:ext uri="{FF2B5EF4-FFF2-40B4-BE49-F238E27FC236}">
                <a16:creationId xmlns:a16="http://schemas.microsoft.com/office/drawing/2014/main" id="{9F8579BD-9C90-4B7A-BD79-B5CE7807655F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57200" y="2209800"/>
            <a:ext cx="992188" cy="1017588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9332" name="Straight Connector 189">
            <a:extLst>
              <a:ext uri="{FF2B5EF4-FFF2-40B4-BE49-F238E27FC236}">
                <a16:creationId xmlns:a16="http://schemas.microsoft.com/office/drawing/2014/main" id="{1C6D6587-3AD9-4C1A-834E-0BAB13FBADD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543800" y="2133600"/>
            <a:ext cx="685800" cy="129540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9333" name="Straight Connector 190">
            <a:extLst>
              <a:ext uri="{FF2B5EF4-FFF2-40B4-BE49-F238E27FC236}">
                <a16:creationId xmlns:a16="http://schemas.microsoft.com/office/drawing/2014/main" id="{DE90C302-416A-4C1A-910B-BD221BD9584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2897188" y="685800"/>
            <a:ext cx="1293812" cy="428625"/>
          </a:xfrm>
          <a:prstGeom prst="lin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9334" name="Straight Connector 192">
            <a:extLst>
              <a:ext uri="{FF2B5EF4-FFF2-40B4-BE49-F238E27FC236}">
                <a16:creationId xmlns:a16="http://schemas.microsoft.com/office/drawing/2014/main" id="{BA973166-22E2-4E43-AFAF-9CE606D660C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7800" y="685800"/>
            <a:ext cx="2468563" cy="395288"/>
          </a:xfrm>
          <a:prstGeom prst="lin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99335" name="Group 16">
            <a:extLst>
              <a:ext uri="{FF2B5EF4-FFF2-40B4-BE49-F238E27FC236}">
                <a16:creationId xmlns:a16="http://schemas.microsoft.com/office/drawing/2014/main" id="{51A3F353-F636-4A2F-9BDC-39C2193AA4A6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3048000"/>
            <a:ext cx="774700" cy="771525"/>
            <a:chOff x="282646" y="3410630"/>
            <a:chExt cx="774571" cy="771325"/>
          </a:xfrm>
        </p:grpSpPr>
        <p:sp>
          <p:nvSpPr>
            <p:cNvPr id="99342" name="TextBox 14">
              <a:extLst>
                <a:ext uri="{FF2B5EF4-FFF2-40B4-BE49-F238E27FC236}">
                  <a16:creationId xmlns:a16="http://schemas.microsoft.com/office/drawing/2014/main" id="{8B4B08B4-1999-4E5C-B6E5-35D0AC8F39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99343" name="TextBox 15">
              <a:extLst>
                <a:ext uri="{FF2B5EF4-FFF2-40B4-BE49-F238E27FC236}">
                  <a16:creationId xmlns:a16="http://schemas.microsoft.com/office/drawing/2014/main" id="{9471B7C6-E380-4812-A638-BA0271E94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571" y="341063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99336" name="Group 305">
            <a:extLst>
              <a:ext uri="{FF2B5EF4-FFF2-40B4-BE49-F238E27FC236}">
                <a16:creationId xmlns:a16="http://schemas.microsoft.com/office/drawing/2014/main" id="{97F13F33-FBD0-4479-A82B-662511DF6FF4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3200400"/>
            <a:ext cx="774700" cy="771525"/>
            <a:chOff x="282646" y="3410630"/>
            <a:chExt cx="774571" cy="771325"/>
          </a:xfrm>
        </p:grpSpPr>
        <p:sp>
          <p:nvSpPr>
            <p:cNvPr id="99340" name="TextBox 306">
              <a:extLst>
                <a:ext uri="{FF2B5EF4-FFF2-40B4-BE49-F238E27FC236}">
                  <a16:creationId xmlns:a16="http://schemas.microsoft.com/office/drawing/2014/main" id="{0E5F9A16-F57F-4250-A75C-23EFE2AF0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99341" name="TextBox 307">
              <a:extLst>
                <a:ext uri="{FF2B5EF4-FFF2-40B4-BE49-F238E27FC236}">
                  <a16:creationId xmlns:a16="http://schemas.microsoft.com/office/drawing/2014/main" id="{F52FCD3C-F216-46A4-82CD-E6528B0093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571" y="341063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99337" name="Group 309">
            <a:extLst>
              <a:ext uri="{FF2B5EF4-FFF2-40B4-BE49-F238E27FC236}">
                <a16:creationId xmlns:a16="http://schemas.microsoft.com/office/drawing/2014/main" id="{E8A51C21-E923-45BF-AED6-D031DE9C9FBE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23813"/>
            <a:ext cx="774700" cy="766762"/>
            <a:chOff x="282646" y="3415490"/>
            <a:chExt cx="774571" cy="766465"/>
          </a:xfrm>
        </p:grpSpPr>
        <p:sp>
          <p:nvSpPr>
            <p:cNvPr id="99338" name="TextBox 310">
              <a:extLst>
                <a:ext uri="{FF2B5EF4-FFF2-40B4-BE49-F238E27FC236}">
                  <a16:creationId xmlns:a16="http://schemas.microsoft.com/office/drawing/2014/main" id="{3CA34A4C-016A-4B05-81DE-631D92A3BA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99339" name="TextBox 312">
              <a:extLst>
                <a:ext uri="{FF2B5EF4-FFF2-40B4-BE49-F238E27FC236}">
                  <a16:creationId xmlns:a16="http://schemas.microsoft.com/office/drawing/2014/main" id="{3F09275C-AD25-4470-A015-2149EBE88A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41549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</p:spTree>
  </p:cSld>
  <p:clrMapOvr>
    <a:masterClrMapping/>
  </p:clrMapOvr>
  <p:transition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353" name="Group 317">
            <a:extLst>
              <a:ext uri="{FF2B5EF4-FFF2-40B4-BE49-F238E27FC236}">
                <a16:creationId xmlns:a16="http://schemas.microsoft.com/office/drawing/2014/main" id="{5CFBE08A-1009-4D65-8CC8-44F29143C1A1}"/>
              </a:ext>
            </a:extLst>
          </p:cNvPr>
          <p:cNvGrpSpPr>
            <a:grpSpLocks/>
          </p:cNvGrpSpPr>
          <p:nvPr/>
        </p:nvGrpSpPr>
        <p:grpSpPr bwMode="auto">
          <a:xfrm>
            <a:off x="685800" y="198438"/>
            <a:ext cx="2270125" cy="2620962"/>
            <a:chOff x="427" y="273"/>
            <a:chExt cx="1430" cy="1651"/>
          </a:xfrm>
        </p:grpSpPr>
        <p:sp>
          <p:nvSpPr>
            <p:cNvPr id="100418" name="Rectangle 170">
              <a:extLst>
                <a:ext uri="{FF2B5EF4-FFF2-40B4-BE49-F238E27FC236}">
                  <a16:creationId xmlns:a16="http://schemas.microsoft.com/office/drawing/2014/main" id="{7EE08C03-C9EA-4483-871F-73E7E4148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597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19" name="Line 171">
              <a:extLst>
                <a:ext uri="{FF2B5EF4-FFF2-40B4-BE49-F238E27FC236}">
                  <a16:creationId xmlns:a16="http://schemas.microsoft.com/office/drawing/2014/main" id="{42E8285C-14CB-4FC0-BFD4-8348245E4F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850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20" name="Line 172">
              <a:extLst>
                <a:ext uri="{FF2B5EF4-FFF2-40B4-BE49-F238E27FC236}">
                  <a16:creationId xmlns:a16="http://schemas.microsoft.com/office/drawing/2014/main" id="{0895623E-BFFF-4288-91E5-745B27D70A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21" name="Line 173">
              <a:extLst>
                <a:ext uri="{FF2B5EF4-FFF2-40B4-BE49-F238E27FC236}">
                  <a16:creationId xmlns:a16="http://schemas.microsoft.com/office/drawing/2014/main" id="{788FE13E-61AF-4EA9-B1DC-F546698749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" y="345"/>
              <a:ext cx="253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22" name="Rectangle 175">
              <a:extLst>
                <a:ext uri="{FF2B5EF4-FFF2-40B4-BE49-F238E27FC236}">
                  <a16:creationId xmlns:a16="http://schemas.microsoft.com/office/drawing/2014/main" id="{A51A4E7E-9CD7-41BC-BDB9-C75AE2B9C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23" name="Rectangle 176">
              <a:extLst>
                <a:ext uri="{FF2B5EF4-FFF2-40B4-BE49-F238E27FC236}">
                  <a16:creationId xmlns:a16="http://schemas.microsoft.com/office/drawing/2014/main" id="{F65D7DDD-186E-4685-A01D-65249092E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24" name="Rectangle 177">
              <a:extLst>
                <a:ext uri="{FF2B5EF4-FFF2-40B4-BE49-F238E27FC236}">
                  <a16:creationId xmlns:a16="http://schemas.microsoft.com/office/drawing/2014/main" id="{D0EB6F6B-EA90-4CAA-A2C5-CD9D925A3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25" name="Rectangle 178">
              <a:extLst>
                <a:ext uri="{FF2B5EF4-FFF2-40B4-BE49-F238E27FC236}">
                  <a16:creationId xmlns:a16="http://schemas.microsoft.com/office/drawing/2014/main" id="{A022586D-328E-45C3-83D9-148E0CE6A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26" name="Rectangle 179">
              <a:extLst>
                <a:ext uri="{FF2B5EF4-FFF2-40B4-BE49-F238E27FC236}">
                  <a16:creationId xmlns:a16="http://schemas.microsoft.com/office/drawing/2014/main" id="{F1821951-8320-4D75-911D-216E22CC1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27" name="Rectangle 180">
              <a:extLst>
                <a:ext uri="{FF2B5EF4-FFF2-40B4-BE49-F238E27FC236}">
                  <a16:creationId xmlns:a16="http://schemas.microsoft.com/office/drawing/2014/main" id="{605DB743-0958-4F2B-A0D6-BB436EBF2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28" name="Rectangle 181">
              <a:extLst>
                <a:ext uri="{FF2B5EF4-FFF2-40B4-BE49-F238E27FC236}">
                  <a16:creationId xmlns:a16="http://schemas.microsoft.com/office/drawing/2014/main" id="{97B395D2-F8DE-40C1-8AB5-45EA9CEFC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29" name="Rectangle 182">
              <a:extLst>
                <a:ext uri="{FF2B5EF4-FFF2-40B4-BE49-F238E27FC236}">
                  <a16:creationId xmlns:a16="http://schemas.microsoft.com/office/drawing/2014/main" id="{0E55D878-FD89-4BB3-92AC-44592FF94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597"/>
              <a:ext cx="504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30" name="Line 183">
              <a:extLst>
                <a:ext uri="{FF2B5EF4-FFF2-40B4-BE49-F238E27FC236}">
                  <a16:creationId xmlns:a16="http://schemas.microsoft.com/office/drawing/2014/main" id="{A59A04E7-8451-4679-9FA4-560FFBC22A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850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31" name="Line 184">
              <a:extLst>
                <a:ext uri="{FF2B5EF4-FFF2-40B4-BE49-F238E27FC236}">
                  <a16:creationId xmlns:a16="http://schemas.microsoft.com/office/drawing/2014/main" id="{6541504E-11B0-4D9F-B308-37A3780553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32" name="Rectangle 185">
              <a:extLst>
                <a:ext uri="{FF2B5EF4-FFF2-40B4-BE49-F238E27FC236}">
                  <a16:creationId xmlns:a16="http://schemas.microsoft.com/office/drawing/2014/main" id="{550FEAFA-D5B2-4679-AAFD-AEE6447C7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33" name="Rectangle 186">
              <a:extLst>
                <a:ext uri="{FF2B5EF4-FFF2-40B4-BE49-F238E27FC236}">
                  <a16:creationId xmlns:a16="http://schemas.microsoft.com/office/drawing/2014/main" id="{92DCE746-B2A7-4195-B297-D94C9D303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34" name="Rectangle 187">
              <a:extLst>
                <a:ext uri="{FF2B5EF4-FFF2-40B4-BE49-F238E27FC236}">
                  <a16:creationId xmlns:a16="http://schemas.microsoft.com/office/drawing/2014/main" id="{41FF92DE-287F-4F32-AFA4-142C5B591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8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35" name="Rectangle 188">
              <a:extLst>
                <a:ext uri="{FF2B5EF4-FFF2-40B4-BE49-F238E27FC236}">
                  <a16:creationId xmlns:a16="http://schemas.microsoft.com/office/drawing/2014/main" id="{8B9BE02F-9629-411D-842E-283ED253C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36" name="Rectangle 189">
              <a:extLst>
                <a:ext uri="{FF2B5EF4-FFF2-40B4-BE49-F238E27FC236}">
                  <a16:creationId xmlns:a16="http://schemas.microsoft.com/office/drawing/2014/main" id="{3B8B1FD8-5F62-4798-8420-67F92EFAF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37" name="Rectangle 190">
              <a:extLst>
                <a:ext uri="{FF2B5EF4-FFF2-40B4-BE49-F238E27FC236}">
                  <a16:creationId xmlns:a16="http://schemas.microsoft.com/office/drawing/2014/main" id="{137E1206-3F09-4556-AD81-28DCC50E2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38" name="Rectangle 191">
              <a:extLst>
                <a:ext uri="{FF2B5EF4-FFF2-40B4-BE49-F238E27FC236}">
                  <a16:creationId xmlns:a16="http://schemas.microsoft.com/office/drawing/2014/main" id="{4DDB1B31-9B4E-4502-A011-45EC4B00C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39" name="Rectangle 192">
              <a:extLst>
                <a:ext uri="{FF2B5EF4-FFF2-40B4-BE49-F238E27FC236}">
                  <a16:creationId xmlns:a16="http://schemas.microsoft.com/office/drawing/2014/main" id="{5720BEE3-94A2-4722-B2C7-8C16935D4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40" name="Rectangle 193">
              <a:extLst>
                <a:ext uri="{FF2B5EF4-FFF2-40B4-BE49-F238E27FC236}">
                  <a16:creationId xmlns:a16="http://schemas.microsoft.com/office/drawing/2014/main" id="{06FF8AD9-B784-44CF-8214-9FEE5D109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1114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41" name="Line 194">
              <a:extLst>
                <a:ext uri="{FF2B5EF4-FFF2-40B4-BE49-F238E27FC236}">
                  <a16:creationId xmlns:a16="http://schemas.microsoft.com/office/drawing/2014/main" id="{915369F1-948D-4182-A5AF-BCBBF18B08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1366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42" name="Line 195">
              <a:extLst>
                <a:ext uri="{FF2B5EF4-FFF2-40B4-BE49-F238E27FC236}">
                  <a16:creationId xmlns:a16="http://schemas.microsoft.com/office/drawing/2014/main" id="{35D1E61F-44BF-4A27-8243-6027C9E44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43" name="Rectangle 196">
              <a:extLst>
                <a:ext uri="{FF2B5EF4-FFF2-40B4-BE49-F238E27FC236}">
                  <a16:creationId xmlns:a16="http://schemas.microsoft.com/office/drawing/2014/main" id="{50737384-B78B-4A3D-A629-511651CB3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44" name="Rectangle 197">
              <a:extLst>
                <a:ext uri="{FF2B5EF4-FFF2-40B4-BE49-F238E27FC236}">
                  <a16:creationId xmlns:a16="http://schemas.microsoft.com/office/drawing/2014/main" id="{E1AA9622-3794-4525-ACD7-E61814C46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1114"/>
              <a:ext cx="504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45" name="Line 198">
              <a:extLst>
                <a:ext uri="{FF2B5EF4-FFF2-40B4-BE49-F238E27FC236}">
                  <a16:creationId xmlns:a16="http://schemas.microsoft.com/office/drawing/2014/main" id="{514F89A6-1154-40F7-A8BE-26C72B9881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1366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46" name="Line 199">
              <a:extLst>
                <a:ext uri="{FF2B5EF4-FFF2-40B4-BE49-F238E27FC236}">
                  <a16:creationId xmlns:a16="http://schemas.microsoft.com/office/drawing/2014/main" id="{C7EFC8A0-AF97-4F2B-BB51-74F24E17F9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47" name="Rectangle 200">
              <a:extLst>
                <a:ext uri="{FF2B5EF4-FFF2-40B4-BE49-F238E27FC236}">
                  <a16:creationId xmlns:a16="http://schemas.microsoft.com/office/drawing/2014/main" id="{D5672056-4B0B-4E43-93E8-0E56CD249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48" name="Rectangle 201">
              <a:extLst>
                <a:ext uri="{FF2B5EF4-FFF2-40B4-BE49-F238E27FC236}">
                  <a16:creationId xmlns:a16="http://schemas.microsoft.com/office/drawing/2014/main" id="{978E4E7B-3BC4-4D2D-BA65-1B6CB80EC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49" name="Rectangle 202">
              <a:extLst>
                <a:ext uri="{FF2B5EF4-FFF2-40B4-BE49-F238E27FC236}">
                  <a16:creationId xmlns:a16="http://schemas.microsoft.com/office/drawing/2014/main" id="{F5D5FDA3-00EE-4384-BC73-D418C0581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50" name="Rectangle 203">
              <a:extLst>
                <a:ext uri="{FF2B5EF4-FFF2-40B4-BE49-F238E27FC236}">
                  <a16:creationId xmlns:a16="http://schemas.microsoft.com/office/drawing/2014/main" id="{8CAB15FE-4C95-4D2C-BA6B-7BE22D61F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51" name="Rectangle 204">
              <a:extLst>
                <a:ext uri="{FF2B5EF4-FFF2-40B4-BE49-F238E27FC236}">
                  <a16:creationId xmlns:a16="http://schemas.microsoft.com/office/drawing/2014/main" id="{E705F57D-B381-45B8-8E2B-9BDA748D1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673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52" name="Rectangle 205">
              <a:extLst>
                <a:ext uri="{FF2B5EF4-FFF2-40B4-BE49-F238E27FC236}">
                  <a16:creationId xmlns:a16="http://schemas.microsoft.com/office/drawing/2014/main" id="{EF155FC5-455F-4DD3-9DC1-F0CC71679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928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53" name="Rectangle 206">
              <a:extLst>
                <a:ext uri="{FF2B5EF4-FFF2-40B4-BE49-F238E27FC236}">
                  <a16:creationId xmlns:a16="http://schemas.microsoft.com/office/drawing/2014/main" id="{EB79D20E-B2B4-44BD-9311-39C91952D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184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54" name="Freeform 207">
              <a:extLst>
                <a:ext uri="{FF2B5EF4-FFF2-40B4-BE49-F238E27FC236}">
                  <a16:creationId xmlns:a16="http://schemas.microsoft.com/office/drawing/2014/main" id="{1F03C6AB-8A60-4E9D-A8D0-1D6FEACC1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640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8" y="0"/>
                  </a:moveTo>
                  <a:lnTo>
                    <a:pt x="465" y="0"/>
                  </a:lnTo>
                  <a:lnTo>
                    <a:pt x="461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4" y="0"/>
                  </a:lnTo>
                  <a:lnTo>
                    <a:pt x="442" y="0"/>
                  </a:lnTo>
                  <a:lnTo>
                    <a:pt x="438" y="0"/>
                  </a:lnTo>
                  <a:lnTo>
                    <a:pt x="436" y="0"/>
                  </a:lnTo>
                  <a:lnTo>
                    <a:pt x="432" y="0"/>
                  </a:lnTo>
                  <a:lnTo>
                    <a:pt x="430" y="0"/>
                  </a:lnTo>
                  <a:lnTo>
                    <a:pt x="426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7" y="0"/>
                  </a:lnTo>
                  <a:lnTo>
                    <a:pt x="402" y="0"/>
                  </a:lnTo>
                  <a:lnTo>
                    <a:pt x="397" y="0"/>
                  </a:lnTo>
                  <a:lnTo>
                    <a:pt x="391" y="0"/>
                  </a:lnTo>
                  <a:lnTo>
                    <a:pt x="385" y="0"/>
                  </a:lnTo>
                  <a:lnTo>
                    <a:pt x="379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49" y="0"/>
                  </a:lnTo>
                  <a:lnTo>
                    <a:pt x="341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6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7" y="0"/>
                  </a:lnTo>
                  <a:lnTo>
                    <a:pt x="239" y="0"/>
                  </a:lnTo>
                  <a:lnTo>
                    <a:pt x="230" y="0"/>
                  </a:lnTo>
                  <a:lnTo>
                    <a:pt x="223" y="0"/>
                  </a:lnTo>
                  <a:lnTo>
                    <a:pt x="217" y="0"/>
                  </a:lnTo>
                  <a:lnTo>
                    <a:pt x="211" y="0"/>
                  </a:lnTo>
                  <a:lnTo>
                    <a:pt x="205" y="0"/>
                  </a:lnTo>
                  <a:lnTo>
                    <a:pt x="199" y="0"/>
                  </a:lnTo>
                  <a:lnTo>
                    <a:pt x="194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4" y="0"/>
                  </a:lnTo>
                  <a:lnTo>
                    <a:pt x="170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1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5" y="0"/>
                  </a:lnTo>
                  <a:lnTo>
                    <a:pt x="132" y="0"/>
                  </a:lnTo>
                  <a:lnTo>
                    <a:pt x="128" y="0"/>
                  </a:lnTo>
                  <a:lnTo>
                    <a:pt x="123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0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3" y="1"/>
                  </a:lnTo>
                  <a:lnTo>
                    <a:pt x="101" y="1"/>
                  </a:lnTo>
                  <a:lnTo>
                    <a:pt x="98" y="2"/>
                  </a:lnTo>
                  <a:lnTo>
                    <a:pt x="96" y="2"/>
                  </a:lnTo>
                  <a:lnTo>
                    <a:pt x="93" y="2"/>
                  </a:lnTo>
                  <a:lnTo>
                    <a:pt x="91" y="3"/>
                  </a:lnTo>
                  <a:lnTo>
                    <a:pt x="90" y="3"/>
                  </a:lnTo>
                  <a:lnTo>
                    <a:pt x="87" y="5"/>
                  </a:lnTo>
                  <a:lnTo>
                    <a:pt x="85" y="6"/>
                  </a:lnTo>
                  <a:lnTo>
                    <a:pt x="84" y="7"/>
                  </a:lnTo>
                  <a:lnTo>
                    <a:pt x="81" y="8"/>
                  </a:lnTo>
                  <a:lnTo>
                    <a:pt x="79" y="10"/>
                  </a:lnTo>
                  <a:lnTo>
                    <a:pt x="78" y="11"/>
                  </a:lnTo>
                  <a:lnTo>
                    <a:pt x="75" y="12"/>
                  </a:lnTo>
                  <a:lnTo>
                    <a:pt x="73" y="14"/>
                  </a:lnTo>
                  <a:lnTo>
                    <a:pt x="71" y="17"/>
                  </a:lnTo>
                  <a:lnTo>
                    <a:pt x="68" y="18"/>
                  </a:lnTo>
                  <a:lnTo>
                    <a:pt x="66" y="20"/>
                  </a:lnTo>
                  <a:lnTo>
                    <a:pt x="63" y="23"/>
                  </a:lnTo>
                  <a:lnTo>
                    <a:pt x="60" y="26"/>
                  </a:lnTo>
                  <a:lnTo>
                    <a:pt x="57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6" y="40"/>
                  </a:lnTo>
                  <a:lnTo>
                    <a:pt x="43" y="43"/>
                  </a:lnTo>
                  <a:lnTo>
                    <a:pt x="39" y="47"/>
                  </a:lnTo>
                  <a:lnTo>
                    <a:pt x="36" y="50"/>
                  </a:lnTo>
                  <a:lnTo>
                    <a:pt x="32" y="54"/>
                  </a:lnTo>
                  <a:lnTo>
                    <a:pt x="28" y="58"/>
                  </a:lnTo>
                  <a:lnTo>
                    <a:pt x="26" y="60"/>
                  </a:lnTo>
                  <a:lnTo>
                    <a:pt x="22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0" y="77"/>
                  </a:lnTo>
                  <a:lnTo>
                    <a:pt x="9" y="79"/>
                  </a:lnTo>
                  <a:lnTo>
                    <a:pt x="8" y="82"/>
                  </a:lnTo>
                  <a:lnTo>
                    <a:pt x="7" y="84"/>
                  </a:lnTo>
                  <a:lnTo>
                    <a:pt x="6" y="85"/>
                  </a:lnTo>
                  <a:lnTo>
                    <a:pt x="4" y="88"/>
                  </a:lnTo>
                  <a:lnTo>
                    <a:pt x="3" y="90"/>
                  </a:lnTo>
                  <a:lnTo>
                    <a:pt x="3" y="91"/>
                  </a:lnTo>
                  <a:lnTo>
                    <a:pt x="2" y="94"/>
                  </a:lnTo>
                  <a:lnTo>
                    <a:pt x="2" y="96"/>
                  </a:lnTo>
                  <a:lnTo>
                    <a:pt x="2" y="98"/>
                  </a:lnTo>
                  <a:lnTo>
                    <a:pt x="1" y="101"/>
                  </a:lnTo>
                  <a:lnTo>
                    <a:pt x="1" y="103"/>
                  </a:lnTo>
                  <a:lnTo>
                    <a:pt x="1" y="106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4"/>
                  </a:lnTo>
                  <a:lnTo>
                    <a:pt x="1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1" y="736"/>
                  </a:lnTo>
                  <a:lnTo>
                    <a:pt x="1" y="739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8"/>
                  </a:lnTo>
                  <a:lnTo>
                    <a:pt x="1" y="750"/>
                  </a:lnTo>
                  <a:lnTo>
                    <a:pt x="1" y="752"/>
                  </a:lnTo>
                  <a:lnTo>
                    <a:pt x="2" y="755"/>
                  </a:lnTo>
                  <a:lnTo>
                    <a:pt x="2" y="757"/>
                  </a:lnTo>
                  <a:lnTo>
                    <a:pt x="2" y="758"/>
                  </a:lnTo>
                  <a:lnTo>
                    <a:pt x="3" y="761"/>
                  </a:lnTo>
                  <a:lnTo>
                    <a:pt x="3" y="763"/>
                  </a:lnTo>
                  <a:lnTo>
                    <a:pt x="4" y="766"/>
                  </a:lnTo>
                  <a:lnTo>
                    <a:pt x="6" y="767"/>
                  </a:lnTo>
                  <a:lnTo>
                    <a:pt x="7" y="769"/>
                  </a:lnTo>
                  <a:lnTo>
                    <a:pt x="8" y="772"/>
                  </a:lnTo>
                  <a:lnTo>
                    <a:pt x="9" y="773"/>
                  </a:lnTo>
                  <a:lnTo>
                    <a:pt x="10" y="775"/>
                  </a:lnTo>
                  <a:lnTo>
                    <a:pt x="12" y="778"/>
                  </a:lnTo>
                  <a:lnTo>
                    <a:pt x="14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2" y="790"/>
                  </a:lnTo>
                  <a:lnTo>
                    <a:pt x="26" y="792"/>
                  </a:lnTo>
                  <a:lnTo>
                    <a:pt x="28" y="796"/>
                  </a:lnTo>
                  <a:lnTo>
                    <a:pt x="32" y="799"/>
                  </a:lnTo>
                  <a:lnTo>
                    <a:pt x="36" y="802"/>
                  </a:lnTo>
                  <a:lnTo>
                    <a:pt x="39" y="805"/>
                  </a:lnTo>
                  <a:lnTo>
                    <a:pt x="43" y="810"/>
                  </a:lnTo>
                  <a:lnTo>
                    <a:pt x="46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7" y="823"/>
                  </a:lnTo>
                  <a:lnTo>
                    <a:pt x="60" y="827"/>
                  </a:lnTo>
                  <a:lnTo>
                    <a:pt x="63" y="829"/>
                  </a:lnTo>
                  <a:lnTo>
                    <a:pt x="66" y="832"/>
                  </a:lnTo>
                  <a:lnTo>
                    <a:pt x="68" y="834"/>
                  </a:lnTo>
                  <a:lnTo>
                    <a:pt x="71" y="837"/>
                  </a:lnTo>
                  <a:lnTo>
                    <a:pt x="73" y="839"/>
                  </a:lnTo>
                  <a:lnTo>
                    <a:pt x="75" y="840"/>
                  </a:lnTo>
                  <a:lnTo>
                    <a:pt x="78" y="841"/>
                  </a:lnTo>
                  <a:lnTo>
                    <a:pt x="79" y="844"/>
                  </a:lnTo>
                  <a:lnTo>
                    <a:pt x="81" y="845"/>
                  </a:lnTo>
                  <a:lnTo>
                    <a:pt x="84" y="846"/>
                  </a:lnTo>
                  <a:lnTo>
                    <a:pt x="85" y="847"/>
                  </a:lnTo>
                  <a:lnTo>
                    <a:pt x="87" y="847"/>
                  </a:lnTo>
                  <a:lnTo>
                    <a:pt x="90" y="849"/>
                  </a:lnTo>
                  <a:lnTo>
                    <a:pt x="91" y="850"/>
                  </a:lnTo>
                  <a:lnTo>
                    <a:pt x="93" y="850"/>
                  </a:lnTo>
                  <a:lnTo>
                    <a:pt x="96" y="851"/>
                  </a:lnTo>
                  <a:lnTo>
                    <a:pt x="98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3" y="852"/>
                  </a:lnTo>
                  <a:lnTo>
                    <a:pt x="128" y="852"/>
                  </a:lnTo>
                  <a:lnTo>
                    <a:pt x="132" y="852"/>
                  </a:lnTo>
                  <a:lnTo>
                    <a:pt x="135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1" y="852"/>
                  </a:lnTo>
                  <a:lnTo>
                    <a:pt x="155" y="852"/>
                  </a:lnTo>
                  <a:lnTo>
                    <a:pt x="157" y="852"/>
                  </a:lnTo>
                  <a:lnTo>
                    <a:pt x="161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70" y="852"/>
                  </a:lnTo>
                  <a:lnTo>
                    <a:pt x="174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4" y="852"/>
                  </a:lnTo>
                  <a:lnTo>
                    <a:pt x="199" y="852"/>
                  </a:lnTo>
                  <a:lnTo>
                    <a:pt x="205" y="852"/>
                  </a:lnTo>
                  <a:lnTo>
                    <a:pt x="211" y="852"/>
                  </a:lnTo>
                  <a:lnTo>
                    <a:pt x="217" y="852"/>
                  </a:lnTo>
                  <a:lnTo>
                    <a:pt x="223" y="852"/>
                  </a:lnTo>
                  <a:lnTo>
                    <a:pt x="230" y="852"/>
                  </a:lnTo>
                  <a:lnTo>
                    <a:pt x="239" y="852"/>
                  </a:lnTo>
                  <a:lnTo>
                    <a:pt x="247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6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1" y="852"/>
                  </a:lnTo>
                  <a:lnTo>
                    <a:pt x="349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8" y="852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0" y="852"/>
                  </a:lnTo>
                  <a:lnTo>
                    <a:pt x="456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1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4" y="852"/>
                  </a:lnTo>
                  <a:lnTo>
                    <a:pt x="621" y="852"/>
                  </a:lnTo>
                  <a:lnTo>
                    <a:pt x="628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2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0" y="852"/>
                  </a:lnTo>
                  <a:lnTo>
                    <a:pt x="675" y="852"/>
                  </a:lnTo>
                  <a:lnTo>
                    <a:pt x="679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8" y="852"/>
                  </a:lnTo>
                  <a:lnTo>
                    <a:pt x="692" y="852"/>
                  </a:lnTo>
                  <a:lnTo>
                    <a:pt x="694" y="852"/>
                  </a:lnTo>
                  <a:lnTo>
                    <a:pt x="698" y="852"/>
                  </a:lnTo>
                  <a:lnTo>
                    <a:pt x="700" y="852"/>
                  </a:lnTo>
                  <a:lnTo>
                    <a:pt x="704" y="852"/>
                  </a:lnTo>
                  <a:lnTo>
                    <a:pt x="706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5" y="852"/>
                  </a:lnTo>
                  <a:lnTo>
                    <a:pt x="738" y="852"/>
                  </a:lnTo>
                  <a:lnTo>
                    <a:pt x="741" y="852"/>
                  </a:lnTo>
                  <a:lnTo>
                    <a:pt x="744" y="852"/>
                  </a:lnTo>
                  <a:lnTo>
                    <a:pt x="747" y="852"/>
                  </a:lnTo>
                  <a:lnTo>
                    <a:pt x="750" y="851"/>
                  </a:lnTo>
                  <a:lnTo>
                    <a:pt x="752" y="851"/>
                  </a:lnTo>
                  <a:lnTo>
                    <a:pt x="754" y="851"/>
                  </a:lnTo>
                  <a:lnTo>
                    <a:pt x="757" y="851"/>
                  </a:lnTo>
                  <a:lnTo>
                    <a:pt x="758" y="850"/>
                  </a:lnTo>
                  <a:lnTo>
                    <a:pt x="760" y="850"/>
                  </a:lnTo>
                  <a:lnTo>
                    <a:pt x="763" y="849"/>
                  </a:lnTo>
                  <a:lnTo>
                    <a:pt x="764" y="847"/>
                  </a:lnTo>
                  <a:lnTo>
                    <a:pt x="766" y="847"/>
                  </a:lnTo>
                  <a:lnTo>
                    <a:pt x="769" y="846"/>
                  </a:lnTo>
                  <a:lnTo>
                    <a:pt x="770" y="845"/>
                  </a:lnTo>
                  <a:lnTo>
                    <a:pt x="773" y="844"/>
                  </a:lnTo>
                  <a:lnTo>
                    <a:pt x="775" y="841"/>
                  </a:lnTo>
                  <a:lnTo>
                    <a:pt x="777" y="840"/>
                  </a:lnTo>
                  <a:lnTo>
                    <a:pt x="780" y="839"/>
                  </a:lnTo>
                  <a:lnTo>
                    <a:pt x="782" y="837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9" y="821"/>
                  </a:lnTo>
                  <a:lnTo>
                    <a:pt x="801" y="817"/>
                  </a:lnTo>
                  <a:lnTo>
                    <a:pt x="805" y="814"/>
                  </a:lnTo>
                  <a:lnTo>
                    <a:pt x="810" y="810"/>
                  </a:lnTo>
                  <a:lnTo>
                    <a:pt x="813" y="805"/>
                  </a:lnTo>
                  <a:lnTo>
                    <a:pt x="817" y="802"/>
                  </a:lnTo>
                  <a:lnTo>
                    <a:pt x="821" y="799"/>
                  </a:lnTo>
                  <a:lnTo>
                    <a:pt x="823" y="796"/>
                  </a:lnTo>
                  <a:lnTo>
                    <a:pt x="827" y="792"/>
                  </a:lnTo>
                  <a:lnTo>
                    <a:pt x="829" y="790"/>
                  </a:lnTo>
                  <a:lnTo>
                    <a:pt x="831" y="787"/>
                  </a:lnTo>
                  <a:lnTo>
                    <a:pt x="834" y="785"/>
                  </a:lnTo>
                  <a:lnTo>
                    <a:pt x="836" y="782"/>
                  </a:lnTo>
                  <a:lnTo>
                    <a:pt x="839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5" y="772"/>
                  </a:lnTo>
                  <a:lnTo>
                    <a:pt x="846" y="769"/>
                  </a:lnTo>
                  <a:lnTo>
                    <a:pt x="847" y="767"/>
                  </a:lnTo>
                  <a:lnTo>
                    <a:pt x="847" y="766"/>
                  </a:lnTo>
                  <a:lnTo>
                    <a:pt x="848" y="763"/>
                  </a:lnTo>
                  <a:lnTo>
                    <a:pt x="849" y="761"/>
                  </a:lnTo>
                  <a:lnTo>
                    <a:pt x="849" y="758"/>
                  </a:lnTo>
                  <a:lnTo>
                    <a:pt x="851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2" y="750"/>
                  </a:lnTo>
                  <a:lnTo>
                    <a:pt x="852" y="748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6"/>
                  </a:lnTo>
                  <a:lnTo>
                    <a:pt x="852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1" y="96"/>
                  </a:lnTo>
                  <a:lnTo>
                    <a:pt x="849" y="94"/>
                  </a:lnTo>
                  <a:lnTo>
                    <a:pt x="849" y="91"/>
                  </a:lnTo>
                  <a:lnTo>
                    <a:pt x="848" y="90"/>
                  </a:lnTo>
                  <a:lnTo>
                    <a:pt x="847" y="88"/>
                  </a:lnTo>
                  <a:lnTo>
                    <a:pt x="847" y="85"/>
                  </a:lnTo>
                  <a:lnTo>
                    <a:pt x="846" y="84"/>
                  </a:lnTo>
                  <a:lnTo>
                    <a:pt x="845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9" y="73"/>
                  </a:lnTo>
                  <a:lnTo>
                    <a:pt x="836" y="71"/>
                  </a:lnTo>
                  <a:lnTo>
                    <a:pt x="834" y="68"/>
                  </a:lnTo>
                  <a:lnTo>
                    <a:pt x="831" y="66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3" y="58"/>
                  </a:lnTo>
                  <a:lnTo>
                    <a:pt x="821" y="54"/>
                  </a:lnTo>
                  <a:lnTo>
                    <a:pt x="817" y="50"/>
                  </a:lnTo>
                  <a:lnTo>
                    <a:pt x="813" y="47"/>
                  </a:lnTo>
                  <a:lnTo>
                    <a:pt x="810" y="43"/>
                  </a:lnTo>
                  <a:lnTo>
                    <a:pt x="805" y="40"/>
                  </a:lnTo>
                  <a:lnTo>
                    <a:pt x="801" y="36"/>
                  </a:lnTo>
                  <a:lnTo>
                    <a:pt x="799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2" y="17"/>
                  </a:lnTo>
                  <a:lnTo>
                    <a:pt x="780" y="14"/>
                  </a:lnTo>
                  <a:lnTo>
                    <a:pt x="777" y="12"/>
                  </a:lnTo>
                  <a:lnTo>
                    <a:pt x="775" y="11"/>
                  </a:lnTo>
                  <a:lnTo>
                    <a:pt x="773" y="10"/>
                  </a:lnTo>
                  <a:lnTo>
                    <a:pt x="770" y="8"/>
                  </a:lnTo>
                  <a:lnTo>
                    <a:pt x="769" y="7"/>
                  </a:lnTo>
                  <a:lnTo>
                    <a:pt x="766" y="6"/>
                  </a:lnTo>
                  <a:lnTo>
                    <a:pt x="764" y="5"/>
                  </a:lnTo>
                  <a:lnTo>
                    <a:pt x="763" y="3"/>
                  </a:lnTo>
                  <a:lnTo>
                    <a:pt x="760" y="3"/>
                  </a:lnTo>
                  <a:lnTo>
                    <a:pt x="758" y="2"/>
                  </a:lnTo>
                  <a:lnTo>
                    <a:pt x="757" y="2"/>
                  </a:lnTo>
                  <a:lnTo>
                    <a:pt x="754" y="2"/>
                  </a:lnTo>
                  <a:lnTo>
                    <a:pt x="752" y="1"/>
                  </a:lnTo>
                  <a:lnTo>
                    <a:pt x="750" y="1"/>
                  </a:lnTo>
                  <a:lnTo>
                    <a:pt x="747" y="1"/>
                  </a:lnTo>
                  <a:lnTo>
                    <a:pt x="744" y="1"/>
                  </a:lnTo>
                  <a:lnTo>
                    <a:pt x="741" y="1"/>
                  </a:lnTo>
                  <a:lnTo>
                    <a:pt x="738" y="1"/>
                  </a:lnTo>
                  <a:lnTo>
                    <a:pt x="735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6" y="0"/>
                  </a:lnTo>
                  <a:lnTo>
                    <a:pt x="704" y="0"/>
                  </a:lnTo>
                  <a:lnTo>
                    <a:pt x="700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3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7" y="0"/>
                  </a:lnTo>
                  <a:lnTo>
                    <a:pt x="663" y="0"/>
                  </a:lnTo>
                  <a:lnTo>
                    <a:pt x="660" y="0"/>
                  </a:lnTo>
                  <a:lnTo>
                    <a:pt x="655" y="0"/>
                  </a:lnTo>
                  <a:lnTo>
                    <a:pt x="651" y="0"/>
                  </a:lnTo>
                  <a:lnTo>
                    <a:pt x="646" y="0"/>
                  </a:lnTo>
                  <a:lnTo>
                    <a:pt x="641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1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1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1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3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2" y="0"/>
                  </a:lnTo>
                  <a:lnTo>
                    <a:pt x="519" y="0"/>
                  </a:lnTo>
                  <a:lnTo>
                    <a:pt x="516" y="0"/>
                  </a:lnTo>
                  <a:lnTo>
                    <a:pt x="513" y="0"/>
                  </a:lnTo>
                  <a:lnTo>
                    <a:pt x="510" y="0"/>
                  </a:lnTo>
                  <a:lnTo>
                    <a:pt x="508" y="0"/>
                  </a:lnTo>
                  <a:lnTo>
                    <a:pt x="506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5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8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55" name="Rectangle 208">
              <a:extLst>
                <a:ext uri="{FF2B5EF4-FFF2-40B4-BE49-F238E27FC236}">
                  <a16:creationId xmlns:a16="http://schemas.microsoft.com/office/drawing/2014/main" id="{5EE4C815-CAAF-4DAA-8374-A0AED7894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439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56" name="Rectangle 209">
              <a:extLst>
                <a:ext uri="{FF2B5EF4-FFF2-40B4-BE49-F238E27FC236}">
                  <a16:creationId xmlns:a16="http://schemas.microsoft.com/office/drawing/2014/main" id="{EDDD914A-CFB9-451D-B5F3-F23D4F612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" y="1762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(a)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57" name="Freeform 210">
              <a:extLst>
                <a:ext uri="{FF2B5EF4-FFF2-40B4-BE49-F238E27FC236}">
                  <a16:creationId xmlns:a16="http://schemas.microsoft.com/office/drawing/2014/main" id="{82224AB7-339D-4BA7-A015-C49DD33A1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152"/>
              <a:ext cx="427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0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3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199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0" y="1"/>
                  </a:lnTo>
                  <a:lnTo>
                    <a:pt x="97" y="1"/>
                  </a:lnTo>
                  <a:lnTo>
                    <a:pt x="95" y="1"/>
                  </a:lnTo>
                  <a:lnTo>
                    <a:pt x="94" y="2"/>
                  </a:lnTo>
                  <a:lnTo>
                    <a:pt x="91" y="2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3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7" y="9"/>
                  </a:lnTo>
                  <a:lnTo>
                    <a:pt x="74" y="12"/>
                  </a:lnTo>
                  <a:lnTo>
                    <a:pt x="72" y="13"/>
                  </a:lnTo>
                  <a:lnTo>
                    <a:pt x="71" y="15"/>
                  </a:lnTo>
                  <a:lnTo>
                    <a:pt x="68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5"/>
                  </a:lnTo>
                  <a:lnTo>
                    <a:pt x="56" y="29"/>
                  </a:lnTo>
                  <a:lnTo>
                    <a:pt x="54" y="31"/>
                  </a:lnTo>
                  <a:lnTo>
                    <a:pt x="50" y="35"/>
                  </a:lnTo>
                  <a:lnTo>
                    <a:pt x="47" y="38"/>
                  </a:lnTo>
                  <a:lnTo>
                    <a:pt x="42" y="42"/>
                  </a:lnTo>
                  <a:lnTo>
                    <a:pt x="38" y="46"/>
                  </a:lnTo>
                  <a:lnTo>
                    <a:pt x="35" y="49"/>
                  </a:lnTo>
                  <a:lnTo>
                    <a:pt x="31" y="53"/>
                  </a:lnTo>
                  <a:lnTo>
                    <a:pt x="29" y="56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5" y="70"/>
                  </a:lnTo>
                  <a:lnTo>
                    <a:pt x="13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0"/>
                  </a:lnTo>
                  <a:lnTo>
                    <a:pt x="6" y="83"/>
                  </a:lnTo>
                  <a:lnTo>
                    <a:pt x="5" y="85"/>
                  </a:lnTo>
                  <a:lnTo>
                    <a:pt x="5" y="86"/>
                  </a:lnTo>
                  <a:lnTo>
                    <a:pt x="3" y="89"/>
                  </a:lnTo>
                  <a:lnTo>
                    <a:pt x="2" y="91"/>
                  </a:lnTo>
                  <a:lnTo>
                    <a:pt x="2" y="92"/>
                  </a:lnTo>
                  <a:lnTo>
                    <a:pt x="1" y="95"/>
                  </a:lnTo>
                  <a:lnTo>
                    <a:pt x="1" y="97"/>
                  </a:lnTo>
                  <a:lnTo>
                    <a:pt x="1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3"/>
                  </a:lnTo>
                  <a:lnTo>
                    <a:pt x="0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0" y="734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6"/>
                  </a:lnTo>
                  <a:lnTo>
                    <a:pt x="0" y="749"/>
                  </a:lnTo>
                  <a:lnTo>
                    <a:pt x="1" y="751"/>
                  </a:lnTo>
                  <a:lnTo>
                    <a:pt x="1" y="754"/>
                  </a:lnTo>
                  <a:lnTo>
                    <a:pt x="1" y="756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3" y="762"/>
                  </a:lnTo>
                  <a:lnTo>
                    <a:pt x="5" y="764"/>
                  </a:lnTo>
                  <a:lnTo>
                    <a:pt x="5" y="767"/>
                  </a:lnTo>
                  <a:lnTo>
                    <a:pt x="6" y="768"/>
                  </a:lnTo>
                  <a:lnTo>
                    <a:pt x="7" y="770"/>
                  </a:lnTo>
                  <a:lnTo>
                    <a:pt x="8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3" y="779"/>
                  </a:lnTo>
                  <a:lnTo>
                    <a:pt x="15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5" y="792"/>
                  </a:lnTo>
                  <a:lnTo>
                    <a:pt x="29" y="794"/>
                  </a:lnTo>
                  <a:lnTo>
                    <a:pt x="31" y="798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09"/>
                  </a:lnTo>
                  <a:lnTo>
                    <a:pt x="47" y="812"/>
                  </a:lnTo>
                  <a:lnTo>
                    <a:pt x="50" y="816"/>
                  </a:lnTo>
                  <a:lnTo>
                    <a:pt x="54" y="820"/>
                  </a:lnTo>
                  <a:lnTo>
                    <a:pt x="56" y="823"/>
                  </a:lnTo>
                  <a:lnTo>
                    <a:pt x="60" y="826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8" y="834"/>
                  </a:lnTo>
                  <a:lnTo>
                    <a:pt x="71" y="835"/>
                  </a:lnTo>
                  <a:lnTo>
                    <a:pt x="72" y="838"/>
                  </a:lnTo>
                  <a:lnTo>
                    <a:pt x="74" y="840"/>
                  </a:lnTo>
                  <a:lnTo>
                    <a:pt x="77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3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89" y="848"/>
                  </a:lnTo>
                  <a:lnTo>
                    <a:pt x="91" y="848"/>
                  </a:lnTo>
                  <a:lnTo>
                    <a:pt x="94" y="850"/>
                  </a:lnTo>
                  <a:lnTo>
                    <a:pt x="95" y="850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4" y="851"/>
                  </a:lnTo>
                  <a:lnTo>
                    <a:pt x="108" y="851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6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199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3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0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19" y="852"/>
                  </a:lnTo>
                  <a:lnTo>
                    <a:pt x="425" y="852"/>
                  </a:lnTo>
                  <a:lnTo>
                    <a:pt x="431" y="852"/>
                  </a:lnTo>
                  <a:lnTo>
                    <a:pt x="437" y="852"/>
                  </a:lnTo>
                  <a:lnTo>
                    <a:pt x="443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4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1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3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1"/>
                  </a:lnTo>
                  <a:lnTo>
                    <a:pt x="746" y="851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0"/>
                  </a:lnTo>
                  <a:lnTo>
                    <a:pt x="758" y="850"/>
                  </a:lnTo>
                  <a:lnTo>
                    <a:pt x="761" y="848"/>
                  </a:lnTo>
                  <a:lnTo>
                    <a:pt x="762" y="848"/>
                  </a:lnTo>
                  <a:lnTo>
                    <a:pt x="764" y="847"/>
                  </a:lnTo>
                  <a:lnTo>
                    <a:pt x="767" y="846"/>
                  </a:lnTo>
                  <a:lnTo>
                    <a:pt x="768" y="845"/>
                  </a:lnTo>
                  <a:lnTo>
                    <a:pt x="770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6" y="840"/>
                  </a:lnTo>
                  <a:lnTo>
                    <a:pt x="779" y="838"/>
                  </a:lnTo>
                  <a:lnTo>
                    <a:pt x="781" y="835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90" y="829"/>
                  </a:lnTo>
                  <a:lnTo>
                    <a:pt x="792" y="826"/>
                  </a:lnTo>
                  <a:lnTo>
                    <a:pt x="794" y="823"/>
                  </a:lnTo>
                  <a:lnTo>
                    <a:pt x="798" y="820"/>
                  </a:lnTo>
                  <a:lnTo>
                    <a:pt x="802" y="816"/>
                  </a:lnTo>
                  <a:lnTo>
                    <a:pt x="805" y="812"/>
                  </a:lnTo>
                  <a:lnTo>
                    <a:pt x="809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0" y="798"/>
                  </a:lnTo>
                  <a:lnTo>
                    <a:pt x="823" y="794"/>
                  </a:lnTo>
                  <a:lnTo>
                    <a:pt x="826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6" y="781"/>
                  </a:lnTo>
                  <a:lnTo>
                    <a:pt x="838" y="779"/>
                  </a:lnTo>
                  <a:lnTo>
                    <a:pt x="840" y="776"/>
                  </a:lnTo>
                  <a:lnTo>
                    <a:pt x="841" y="774"/>
                  </a:lnTo>
                  <a:lnTo>
                    <a:pt x="842" y="773"/>
                  </a:lnTo>
                  <a:lnTo>
                    <a:pt x="844" y="770"/>
                  </a:lnTo>
                  <a:lnTo>
                    <a:pt x="845" y="768"/>
                  </a:lnTo>
                  <a:lnTo>
                    <a:pt x="846" y="767"/>
                  </a:lnTo>
                  <a:lnTo>
                    <a:pt x="847" y="764"/>
                  </a:lnTo>
                  <a:lnTo>
                    <a:pt x="848" y="762"/>
                  </a:lnTo>
                  <a:lnTo>
                    <a:pt x="848" y="761"/>
                  </a:lnTo>
                  <a:lnTo>
                    <a:pt x="850" y="758"/>
                  </a:lnTo>
                  <a:lnTo>
                    <a:pt x="850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1" y="749"/>
                  </a:lnTo>
                  <a:lnTo>
                    <a:pt x="851" y="746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4"/>
                  </a:lnTo>
                  <a:lnTo>
                    <a:pt x="851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0" y="95"/>
                  </a:lnTo>
                  <a:lnTo>
                    <a:pt x="850" y="92"/>
                  </a:lnTo>
                  <a:lnTo>
                    <a:pt x="848" y="91"/>
                  </a:lnTo>
                  <a:lnTo>
                    <a:pt x="848" y="89"/>
                  </a:lnTo>
                  <a:lnTo>
                    <a:pt x="847" y="86"/>
                  </a:lnTo>
                  <a:lnTo>
                    <a:pt x="846" y="85"/>
                  </a:lnTo>
                  <a:lnTo>
                    <a:pt x="845" y="83"/>
                  </a:lnTo>
                  <a:lnTo>
                    <a:pt x="844" y="80"/>
                  </a:lnTo>
                  <a:lnTo>
                    <a:pt x="842" y="79"/>
                  </a:lnTo>
                  <a:lnTo>
                    <a:pt x="841" y="77"/>
                  </a:lnTo>
                  <a:lnTo>
                    <a:pt x="840" y="74"/>
                  </a:lnTo>
                  <a:lnTo>
                    <a:pt x="838" y="72"/>
                  </a:lnTo>
                  <a:lnTo>
                    <a:pt x="836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6"/>
                  </a:lnTo>
                  <a:lnTo>
                    <a:pt x="820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09" y="42"/>
                  </a:lnTo>
                  <a:lnTo>
                    <a:pt x="805" y="38"/>
                  </a:lnTo>
                  <a:lnTo>
                    <a:pt x="802" y="35"/>
                  </a:lnTo>
                  <a:lnTo>
                    <a:pt x="798" y="31"/>
                  </a:lnTo>
                  <a:lnTo>
                    <a:pt x="794" y="29"/>
                  </a:lnTo>
                  <a:lnTo>
                    <a:pt x="792" y="25"/>
                  </a:lnTo>
                  <a:lnTo>
                    <a:pt x="790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5"/>
                  </a:lnTo>
                  <a:lnTo>
                    <a:pt x="779" y="13"/>
                  </a:lnTo>
                  <a:lnTo>
                    <a:pt x="776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0" y="7"/>
                  </a:lnTo>
                  <a:lnTo>
                    <a:pt x="768" y="6"/>
                  </a:lnTo>
                  <a:lnTo>
                    <a:pt x="767" y="5"/>
                  </a:lnTo>
                  <a:lnTo>
                    <a:pt x="764" y="3"/>
                  </a:lnTo>
                  <a:lnTo>
                    <a:pt x="762" y="3"/>
                  </a:lnTo>
                  <a:lnTo>
                    <a:pt x="761" y="2"/>
                  </a:lnTo>
                  <a:lnTo>
                    <a:pt x="758" y="2"/>
                  </a:lnTo>
                  <a:lnTo>
                    <a:pt x="756" y="1"/>
                  </a:lnTo>
                  <a:lnTo>
                    <a:pt x="754" y="1"/>
                  </a:lnTo>
                  <a:lnTo>
                    <a:pt x="751" y="1"/>
                  </a:lnTo>
                  <a:lnTo>
                    <a:pt x="749" y="0"/>
                  </a:lnTo>
                  <a:lnTo>
                    <a:pt x="746" y="0"/>
                  </a:lnTo>
                  <a:lnTo>
                    <a:pt x="744" y="0"/>
                  </a:lnTo>
                  <a:lnTo>
                    <a:pt x="742" y="0"/>
                  </a:lnTo>
                  <a:lnTo>
                    <a:pt x="738" y="0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3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1" y="0"/>
                  </a:lnTo>
                  <a:lnTo>
                    <a:pt x="679" y="0"/>
                  </a:lnTo>
                  <a:lnTo>
                    <a:pt x="675" y="0"/>
                  </a:lnTo>
                  <a:lnTo>
                    <a:pt x="673" y="0"/>
                  </a:lnTo>
                  <a:lnTo>
                    <a:pt x="669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4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58" name="Freeform 212">
              <a:extLst>
                <a:ext uri="{FF2B5EF4-FFF2-40B4-BE49-F238E27FC236}">
                  <a16:creationId xmlns:a16="http://schemas.microsoft.com/office/drawing/2014/main" id="{38A42D08-2210-44D8-B53C-EAD6A5C45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910"/>
              <a:ext cx="421" cy="132"/>
            </a:xfrm>
            <a:custGeom>
              <a:avLst/>
              <a:gdLst>
                <a:gd name="T0" fmla="*/ 0 w 841"/>
                <a:gd name="T1" fmla="*/ 0 h 265"/>
                <a:gd name="T2" fmla="*/ 1 w 841"/>
                <a:gd name="T3" fmla="*/ 0 h 265"/>
                <a:gd name="T4" fmla="*/ 1 w 841"/>
                <a:gd name="T5" fmla="*/ 0 h 265"/>
                <a:gd name="T6" fmla="*/ 1 w 841"/>
                <a:gd name="T7" fmla="*/ 0 h 265"/>
                <a:gd name="T8" fmla="*/ 1 w 841"/>
                <a:gd name="T9" fmla="*/ 0 h 265"/>
                <a:gd name="T10" fmla="*/ 1 w 841"/>
                <a:gd name="T11" fmla="*/ 0 h 265"/>
                <a:gd name="T12" fmla="*/ 1 w 841"/>
                <a:gd name="T13" fmla="*/ 0 h 265"/>
                <a:gd name="T14" fmla="*/ 1 w 841"/>
                <a:gd name="T15" fmla="*/ 0 h 265"/>
                <a:gd name="T16" fmla="*/ 1 w 841"/>
                <a:gd name="T17" fmla="*/ 0 h 265"/>
                <a:gd name="T18" fmla="*/ 1 w 841"/>
                <a:gd name="T19" fmla="*/ 0 h 265"/>
                <a:gd name="T20" fmla="*/ 1 w 841"/>
                <a:gd name="T21" fmla="*/ 0 h 265"/>
                <a:gd name="T22" fmla="*/ 1 w 841"/>
                <a:gd name="T23" fmla="*/ 0 h 265"/>
                <a:gd name="T24" fmla="*/ 1 w 841"/>
                <a:gd name="T25" fmla="*/ 0 h 265"/>
                <a:gd name="T26" fmla="*/ 1 w 841"/>
                <a:gd name="T27" fmla="*/ 0 h 265"/>
                <a:gd name="T28" fmla="*/ 1 w 841"/>
                <a:gd name="T29" fmla="*/ 0 h 265"/>
                <a:gd name="T30" fmla="*/ 1 w 841"/>
                <a:gd name="T31" fmla="*/ 0 h 265"/>
                <a:gd name="T32" fmla="*/ 1 w 841"/>
                <a:gd name="T33" fmla="*/ 0 h 265"/>
                <a:gd name="T34" fmla="*/ 1 w 841"/>
                <a:gd name="T35" fmla="*/ 0 h 265"/>
                <a:gd name="T36" fmla="*/ 1 w 841"/>
                <a:gd name="T37" fmla="*/ 0 h 265"/>
                <a:gd name="T38" fmla="*/ 1 w 841"/>
                <a:gd name="T39" fmla="*/ 0 h 265"/>
                <a:gd name="T40" fmla="*/ 1 w 841"/>
                <a:gd name="T41" fmla="*/ 0 h 265"/>
                <a:gd name="T42" fmla="*/ 1 w 841"/>
                <a:gd name="T43" fmla="*/ 0 h 265"/>
                <a:gd name="T44" fmla="*/ 1 w 841"/>
                <a:gd name="T45" fmla="*/ 0 h 265"/>
                <a:gd name="T46" fmla="*/ 1 w 841"/>
                <a:gd name="T47" fmla="*/ 0 h 265"/>
                <a:gd name="T48" fmla="*/ 1 w 841"/>
                <a:gd name="T49" fmla="*/ 0 h 265"/>
                <a:gd name="T50" fmla="*/ 1 w 841"/>
                <a:gd name="T51" fmla="*/ 0 h 265"/>
                <a:gd name="T52" fmla="*/ 1 w 841"/>
                <a:gd name="T53" fmla="*/ 0 h 265"/>
                <a:gd name="T54" fmla="*/ 1 w 841"/>
                <a:gd name="T55" fmla="*/ 0 h 265"/>
                <a:gd name="T56" fmla="*/ 1 w 841"/>
                <a:gd name="T57" fmla="*/ 0 h 265"/>
                <a:gd name="T58" fmla="*/ 1 w 841"/>
                <a:gd name="T59" fmla="*/ 0 h 265"/>
                <a:gd name="T60" fmla="*/ 1 w 841"/>
                <a:gd name="T61" fmla="*/ 0 h 265"/>
                <a:gd name="T62" fmla="*/ 1 w 841"/>
                <a:gd name="T63" fmla="*/ 0 h 265"/>
                <a:gd name="T64" fmla="*/ 1 w 841"/>
                <a:gd name="T65" fmla="*/ 0 h 265"/>
                <a:gd name="T66" fmla="*/ 1 w 841"/>
                <a:gd name="T67" fmla="*/ 0 h 265"/>
                <a:gd name="T68" fmla="*/ 1 w 841"/>
                <a:gd name="T69" fmla="*/ 0 h 265"/>
                <a:gd name="T70" fmla="*/ 1 w 841"/>
                <a:gd name="T71" fmla="*/ 0 h 265"/>
                <a:gd name="T72" fmla="*/ 1 w 841"/>
                <a:gd name="T73" fmla="*/ 0 h 265"/>
                <a:gd name="T74" fmla="*/ 1 w 841"/>
                <a:gd name="T75" fmla="*/ 0 h 265"/>
                <a:gd name="T76" fmla="*/ 1 w 841"/>
                <a:gd name="T77" fmla="*/ 0 h 265"/>
                <a:gd name="T78" fmla="*/ 1 w 841"/>
                <a:gd name="T79" fmla="*/ 0 h 265"/>
                <a:gd name="T80" fmla="*/ 1 w 841"/>
                <a:gd name="T81" fmla="*/ 0 h 265"/>
                <a:gd name="T82" fmla="*/ 1 w 841"/>
                <a:gd name="T83" fmla="*/ 0 h 265"/>
                <a:gd name="T84" fmla="*/ 1 w 841"/>
                <a:gd name="T85" fmla="*/ 0 h 265"/>
                <a:gd name="T86" fmla="*/ 1 w 841"/>
                <a:gd name="T87" fmla="*/ 0 h 265"/>
                <a:gd name="T88" fmla="*/ 1 w 841"/>
                <a:gd name="T89" fmla="*/ 0 h 265"/>
                <a:gd name="T90" fmla="*/ 1 w 841"/>
                <a:gd name="T91" fmla="*/ 0 h 265"/>
                <a:gd name="T92" fmla="*/ 1 w 841"/>
                <a:gd name="T93" fmla="*/ 0 h 265"/>
                <a:gd name="T94" fmla="*/ 1 w 841"/>
                <a:gd name="T95" fmla="*/ 0 h 265"/>
                <a:gd name="T96" fmla="*/ 1 w 841"/>
                <a:gd name="T97" fmla="*/ 0 h 265"/>
                <a:gd name="T98" fmla="*/ 1 w 841"/>
                <a:gd name="T99" fmla="*/ 0 h 265"/>
                <a:gd name="T100" fmla="*/ 1 w 841"/>
                <a:gd name="T101" fmla="*/ 0 h 265"/>
                <a:gd name="T102" fmla="*/ 1 w 841"/>
                <a:gd name="T103" fmla="*/ 0 h 265"/>
                <a:gd name="T104" fmla="*/ 1 w 841"/>
                <a:gd name="T105" fmla="*/ 0 h 265"/>
                <a:gd name="T106" fmla="*/ 1 w 841"/>
                <a:gd name="T107" fmla="*/ 0 h 265"/>
                <a:gd name="T108" fmla="*/ 1 w 841"/>
                <a:gd name="T109" fmla="*/ 0 h 265"/>
                <a:gd name="T110" fmla="*/ 0 w 841"/>
                <a:gd name="T111" fmla="*/ 0 h 26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841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3"/>
                  </a:lnTo>
                  <a:lnTo>
                    <a:pt x="3" y="97"/>
                  </a:lnTo>
                  <a:lnTo>
                    <a:pt x="6" y="91"/>
                  </a:lnTo>
                  <a:lnTo>
                    <a:pt x="8" y="85"/>
                  </a:lnTo>
                  <a:lnTo>
                    <a:pt x="9" y="79"/>
                  </a:lnTo>
                  <a:lnTo>
                    <a:pt x="13" y="73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14" y="0"/>
                  </a:lnTo>
                  <a:lnTo>
                    <a:pt x="720" y="0"/>
                  </a:lnTo>
                  <a:lnTo>
                    <a:pt x="727" y="2"/>
                  </a:lnTo>
                  <a:lnTo>
                    <a:pt x="733" y="2"/>
                  </a:lnTo>
                  <a:lnTo>
                    <a:pt x="739" y="3"/>
                  </a:lnTo>
                  <a:lnTo>
                    <a:pt x="745" y="4"/>
                  </a:lnTo>
                  <a:lnTo>
                    <a:pt x="751" y="6"/>
                  </a:lnTo>
                  <a:lnTo>
                    <a:pt x="757" y="8"/>
                  </a:lnTo>
                  <a:lnTo>
                    <a:pt x="763" y="10"/>
                  </a:lnTo>
                  <a:lnTo>
                    <a:pt x="769" y="14"/>
                  </a:lnTo>
                  <a:lnTo>
                    <a:pt x="774" y="16"/>
                  </a:lnTo>
                  <a:lnTo>
                    <a:pt x="780" y="18"/>
                  </a:lnTo>
                  <a:lnTo>
                    <a:pt x="784" y="22"/>
                  </a:lnTo>
                  <a:lnTo>
                    <a:pt x="789" y="26"/>
                  </a:lnTo>
                  <a:lnTo>
                    <a:pt x="794" y="29"/>
                  </a:lnTo>
                  <a:lnTo>
                    <a:pt x="799" y="34"/>
                  </a:lnTo>
                  <a:lnTo>
                    <a:pt x="804" y="38"/>
                  </a:lnTo>
                  <a:lnTo>
                    <a:pt x="807" y="42"/>
                  </a:lnTo>
                  <a:lnTo>
                    <a:pt x="812" y="47"/>
                  </a:lnTo>
                  <a:lnTo>
                    <a:pt x="816" y="52"/>
                  </a:lnTo>
                  <a:lnTo>
                    <a:pt x="819" y="57"/>
                  </a:lnTo>
                  <a:lnTo>
                    <a:pt x="823" y="62"/>
                  </a:lnTo>
                  <a:lnTo>
                    <a:pt x="825" y="68"/>
                  </a:lnTo>
                  <a:lnTo>
                    <a:pt x="829" y="73"/>
                  </a:lnTo>
                  <a:lnTo>
                    <a:pt x="831" y="79"/>
                  </a:lnTo>
                  <a:lnTo>
                    <a:pt x="834" y="85"/>
                  </a:lnTo>
                  <a:lnTo>
                    <a:pt x="835" y="91"/>
                  </a:lnTo>
                  <a:lnTo>
                    <a:pt x="837" y="97"/>
                  </a:lnTo>
                  <a:lnTo>
                    <a:pt x="839" y="103"/>
                  </a:lnTo>
                  <a:lnTo>
                    <a:pt x="840" y="109"/>
                  </a:lnTo>
                  <a:lnTo>
                    <a:pt x="841" y="116"/>
                  </a:lnTo>
                  <a:lnTo>
                    <a:pt x="841" y="122"/>
                  </a:lnTo>
                  <a:lnTo>
                    <a:pt x="841" y="128"/>
                  </a:lnTo>
                  <a:lnTo>
                    <a:pt x="841" y="137"/>
                  </a:lnTo>
                  <a:lnTo>
                    <a:pt x="841" y="143"/>
                  </a:lnTo>
                  <a:lnTo>
                    <a:pt x="841" y="151"/>
                  </a:lnTo>
                  <a:lnTo>
                    <a:pt x="840" y="157"/>
                  </a:lnTo>
                  <a:lnTo>
                    <a:pt x="839" y="163"/>
                  </a:lnTo>
                  <a:lnTo>
                    <a:pt x="837" y="169"/>
                  </a:lnTo>
                  <a:lnTo>
                    <a:pt x="835" y="175"/>
                  </a:lnTo>
                  <a:lnTo>
                    <a:pt x="834" y="181"/>
                  </a:lnTo>
                  <a:lnTo>
                    <a:pt x="831" y="187"/>
                  </a:lnTo>
                  <a:lnTo>
                    <a:pt x="829" y="193"/>
                  </a:lnTo>
                  <a:lnTo>
                    <a:pt x="825" y="198"/>
                  </a:lnTo>
                  <a:lnTo>
                    <a:pt x="823" y="204"/>
                  </a:lnTo>
                  <a:lnTo>
                    <a:pt x="819" y="208"/>
                  </a:lnTo>
                  <a:lnTo>
                    <a:pt x="816" y="213"/>
                  </a:lnTo>
                  <a:lnTo>
                    <a:pt x="812" y="218"/>
                  </a:lnTo>
                  <a:lnTo>
                    <a:pt x="807" y="223"/>
                  </a:lnTo>
                  <a:lnTo>
                    <a:pt x="804" y="228"/>
                  </a:lnTo>
                  <a:lnTo>
                    <a:pt x="799" y="231"/>
                  </a:lnTo>
                  <a:lnTo>
                    <a:pt x="794" y="236"/>
                  </a:lnTo>
                  <a:lnTo>
                    <a:pt x="789" y="240"/>
                  </a:lnTo>
                  <a:lnTo>
                    <a:pt x="784" y="243"/>
                  </a:lnTo>
                  <a:lnTo>
                    <a:pt x="780" y="247"/>
                  </a:lnTo>
                  <a:lnTo>
                    <a:pt x="774" y="249"/>
                  </a:lnTo>
                  <a:lnTo>
                    <a:pt x="769" y="253"/>
                  </a:lnTo>
                  <a:lnTo>
                    <a:pt x="763" y="255"/>
                  </a:lnTo>
                  <a:lnTo>
                    <a:pt x="757" y="258"/>
                  </a:lnTo>
                  <a:lnTo>
                    <a:pt x="751" y="259"/>
                  </a:lnTo>
                  <a:lnTo>
                    <a:pt x="745" y="261"/>
                  </a:lnTo>
                  <a:lnTo>
                    <a:pt x="739" y="262"/>
                  </a:lnTo>
                  <a:lnTo>
                    <a:pt x="733" y="264"/>
                  </a:lnTo>
                  <a:lnTo>
                    <a:pt x="727" y="264"/>
                  </a:lnTo>
                  <a:lnTo>
                    <a:pt x="720" y="265"/>
                  </a:lnTo>
                  <a:lnTo>
                    <a:pt x="714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4"/>
                  </a:lnTo>
                  <a:lnTo>
                    <a:pt x="15" y="198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59" name="Rectangle 216">
              <a:extLst>
                <a:ext uri="{FF2B5EF4-FFF2-40B4-BE49-F238E27FC236}">
                  <a16:creationId xmlns:a16="http://schemas.microsoft.com/office/drawing/2014/main" id="{17BCB6CA-3454-41A5-8047-9BF6FD00C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60" name="Rectangle 217">
              <a:extLst>
                <a:ext uri="{FF2B5EF4-FFF2-40B4-BE49-F238E27FC236}">
                  <a16:creationId xmlns:a16="http://schemas.microsoft.com/office/drawing/2014/main" id="{FBCE779A-25E7-4153-8D17-1AB3FD0CF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0" y="1763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61" name="Rectangle 218">
              <a:extLst>
                <a:ext uri="{FF2B5EF4-FFF2-40B4-BE49-F238E27FC236}">
                  <a16:creationId xmlns:a16="http://schemas.microsoft.com/office/drawing/2014/main" id="{622CE04B-F98D-41CE-8638-105A553DE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" y="1818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0354" name="Group 316">
            <a:extLst>
              <a:ext uri="{FF2B5EF4-FFF2-40B4-BE49-F238E27FC236}">
                <a16:creationId xmlns:a16="http://schemas.microsoft.com/office/drawing/2014/main" id="{219A809A-48DC-4F89-80E3-685315F6C9A4}"/>
              </a:ext>
            </a:extLst>
          </p:cNvPr>
          <p:cNvGrpSpPr>
            <a:grpSpLocks/>
          </p:cNvGrpSpPr>
          <p:nvPr/>
        </p:nvGrpSpPr>
        <p:grpSpPr bwMode="auto">
          <a:xfrm>
            <a:off x="6189663" y="152400"/>
            <a:ext cx="2268537" cy="2620963"/>
            <a:chOff x="429" y="2045"/>
            <a:chExt cx="1429" cy="1651"/>
          </a:xfrm>
        </p:grpSpPr>
        <p:sp>
          <p:nvSpPr>
            <p:cNvPr id="100374" name="Rectangle 133">
              <a:extLst>
                <a:ext uri="{FF2B5EF4-FFF2-40B4-BE49-F238E27FC236}">
                  <a16:creationId xmlns:a16="http://schemas.microsoft.com/office/drawing/2014/main" id="{9A475D28-0AA8-4813-AACB-CFBD4E3C4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369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5" name="Line 134">
              <a:extLst>
                <a:ext uri="{FF2B5EF4-FFF2-40B4-BE49-F238E27FC236}">
                  <a16:creationId xmlns:a16="http://schemas.microsoft.com/office/drawing/2014/main" id="{393184BA-42A9-4D44-8010-FB6DED0870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2622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6" name="Line 135">
              <a:extLst>
                <a:ext uri="{FF2B5EF4-FFF2-40B4-BE49-F238E27FC236}">
                  <a16:creationId xmlns:a16="http://schemas.microsoft.com/office/drawing/2014/main" id="{42639C85-E8E6-485B-B357-F075C405FA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7" name="Line 136">
              <a:extLst>
                <a:ext uri="{FF2B5EF4-FFF2-40B4-BE49-F238E27FC236}">
                  <a16:creationId xmlns:a16="http://schemas.microsoft.com/office/drawing/2014/main" id="{63C35C5C-EB08-41EF-A9D3-526A14A69D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" y="2117"/>
              <a:ext cx="252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8" name="Rectangle 137">
              <a:extLst>
                <a:ext uri="{FF2B5EF4-FFF2-40B4-BE49-F238E27FC236}">
                  <a16:creationId xmlns:a16="http://schemas.microsoft.com/office/drawing/2014/main" id="{CF2E8197-56CF-4B4C-9C1F-932886688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9" name="Rectangle 138">
              <a:extLst>
                <a:ext uri="{FF2B5EF4-FFF2-40B4-BE49-F238E27FC236}">
                  <a16:creationId xmlns:a16="http://schemas.microsoft.com/office/drawing/2014/main" id="{1D0E97E3-F0DE-4969-874E-9FA5E6E7D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0" name="Rectangle 139">
              <a:extLst>
                <a:ext uri="{FF2B5EF4-FFF2-40B4-BE49-F238E27FC236}">
                  <a16:creationId xmlns:a16="http://schemas.microsoft.com/office/drawing/2014/main" id="{DF054EE5-DC47-41A8-B8C3-0BCA48570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1" name="Rectangle 140">
              <a:extLst>
                <a:ext uri="{FF2B5EF4-FFF2-40B4-BE49-F238E27FC236}">
                  <a16:creationId xmlns:a16="http://schemas.microsoft.com/office/drawing/2014/main" id="{97E84DE1-F2C8-4CF2-964D-0DA014259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2" name="Rectangle 141">
              <a:extLst>
                <a:ext uri="{FF2B5EF4-FFF2-40B4-BE49-F238E27FC236}">
                  <a16:creationId xmlns:a16="http://schemas.microsoft.com/office/drawing/2014/main" id="{030033D7-753E-4B17-9990-416DB2E27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3" name="Rectangle 142">
              <a:extLst>
                <a:ext uri="{FF2B5EF4-FFF2-40B4-BE49-F238E27FC236}">
                  <a16:creationId xmlns:a16="http://schemas.microsoft.com/office/drawing/2014/main" id="{2A650E81-7D3B-4CA9-805A-B07E39F26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4" name="Rectangle 143">
              <a:extLst>
                <a:ext uri="{FF2B5EF4-FFF2-40B4-BE49-F238E27FC236}">
                  <a16:creationId xmlns:a16="http://schemas.microsoft.com/office/drawing/2014/main" id="{7274133A-8F0A-496C-9667-F06AFC15B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5" name="Rectangle 144">
              <a:extLst>
                <a:ext uri="{FF2B5EF4-FFF2-40B4-BE49-F238E27FC236}">
                  <a16:creationId xmlns:a16="http://schemas.microsoft.com/office/drawing/2014/main" id="{F1C3E738-25A1-4AD6-A422-1D11810FC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369"/>
              <a:ext cx="505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6" name="Line 145">
              <a:extLst>
                <a:ext uri="{FF2B5EF4-FFF2-40B4-BE49-F238E27FC236}">
                  <a16:creationId xmlns:a16="http://schemas.microsoft.com/office/drawing/2014/main" id="{BFC17E79-DE1E-4E0E-8371-1EE1997FD2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2622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7" name="Line 146">
              <a:extLst>
                <a:ext uri="{FF2B5EF4-FFF2-40B4-BE49-F238E27FC236}">
                  <a16:creationId xmlns:a16="http://schemas.microsoft.com/office/drawing/2014/main" id="{192B9FBA-A71B-4C55-A175-D876DE7F8B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8" name="Rectangle 147">
              <a:extLst>
                <a:ext uri="{FF2B5EF4-FFF2-40B4-BE49-F238E27FC236}">
                  <a16:creationId xmlns:a16="http://schemas.microsoft.com/office/drawing/2014/main" id="{43E589A8-4E7B-43F4-9AB3-94E1930F2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89" name="Rectangle 148">
              <a:extLst>
                <a:ext uri="{FF2B5EF4-FFF2-40B4-BE49-F238E27FC236}">
                  <a16:creationId xmlns:a16="http://schemas.microsoft.com/office/drawing/2014/main" id="{E3B6ABD8-B0C5-4205-B8CE-9072AF81A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0" name="Rectangle 149">
              <a:extLst>
                <a:ext uri="{FF2B5EF4-FFF2-40B4-BE49-F238E27FC236}">
                  <a16:creationId xmlns:a16="http://schemas.microsoft.com/office/drawing/2014/main" id="{64D8BAB8-7B1D-4C07-AF69-7A1CA5042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1" name="Rectangle 150">
              <a:extLst>
                <a:ext uri="{FF2B5EF4-FFF2-40B4-BE49-F238E27FC236}">
                  <a16:creationId xmlns:a16="http://schemas.microsoft.com/office/drawing/2014/main" id="{13FCC70A-2AE2-4624-87DA-D60F70045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2" name="Rectangle 151">
              <a:extLst>
                <a:ext uri="{FF2B5EF4-FFF2-40B4-BE49-F238E27FC236}">
                  <a16:creationId xmlns:a16="http://schemas.microsoft.com/office/drawing/2014/main" id="{A5C2B6BC-C801-4FE4-846F-E01A33041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3" name="Rectangle 152">
              <a:extLst>
                <a:ext uri="{FF2B5EF4-FFF2-40B4-BE49-F238E27FC236}">
                  <a16:creationId xmlns:a16="http://schemas.microsoft.com/office/drawing/2014/main" id="{4DFD72BC-E769-4243-8215-20F939C10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4" name="Rectangle 153">
              <a:extLst>
                <a:ext uri="{FF2B5EF4-FFF2-40B4-BE49-F238E27FC236}">
                  <a16:creationId xmlns:a16="http://schemas.microsoft.com/office/drawing/2014/main" id="{D1D4CBFD-BAE4-47C4-89D7-A03C38C43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5" name="Rectangle 154">
              <a:extLst>
                <a:ext uri="{FF2B5EF4-FFF2-40B4-BE49-F238E27FC236}">
                  <a16:creationId xmlns:a16="http://schemas.microsoft.com/office/drawing/2014/main" id="{D64CDCAA-0815-451E-B536-09B7BFCD9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6" name="Rectangle 155">
              <a:extLst>
                <a:ext uri="{FF2B5EF4-FFF2-40B4-BE49-F238E27FC236}">
                  <a16:creationId xmlns:a16="http://schemas.microsoft.com/office/drawing/2014/main" id="{61BFBD86-1136-4032-B4FA-956AEB6F2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886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7" name="Line 156">
              <a:extLst>
                <a:ext uri="{FF2B5EF4-FFF2-40B4-BE49-F238E27FC236}">
                  <a16:creationId xmlns:a16="http://schemas.microsoft.com/office/drawing/2014/main" id="{915AA739-9082-46BB-A420-F993FDC368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3138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8" name="Line 157">
              <a:extLst>
                <a:ext uri="{FF2B5EF4-FFF2-40B4-BE49-F238E27FC236}">
                  <a16:creationId xmlns:a16="http://schemas.microsoft.com/office/drawing/2014/main" id="{CD42D288-6180-4D45-9242-3478B72ED8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9" name="Rectangle 158">
              <a:extLst>
                <a:ext uri="{FF2B5EF4-FFF2-40B4-BE49-F238E27FC236}">
                  <a16:creationId xmlns:a16="http://schemas.microsoft.com/office/drawing/2014/main" id="{583A53AF-79F9-49D7-8C45-6864128D5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00" name="Rectangle 159">
              <a:extLst>
                <a:ext uri="{FF2B5EF4-FFF2-40B4-BE49-F238E27FC236}">
                  <a16:creationId xmlns:a16="http://schemas.microsoft.com/office/drawing/2014/main" id="{90169563-ED4B-435F-8BB6-6B904E14A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886"/>
              <a:ext cx="505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01" name="Line 160">
              <a:extLst>
                <a:ext uri="{FF2B5EF4-FFF2-40B4-BE49-F238E27FC236}">
                  <a16:creationId xmlns:a16="http://schemas.microsoft.com/office/drawing/2014/main" id="{1ABA87CA-2ECF-426A-9E1D-09541E315C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3138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02" name="Line 161">
              <a:extLst>
                <a:ext uri="{FF2B5EF4-FFF2-40B4-BE49-F238E27FC236}">
                  <a16:creationId xmlns:a16="http://schemas.microsoft.com/office/drawing/2014/main" id="{DD4BA53A-7860-4D48-A0DB-56F2D48422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03" name="Rectangle 162">
              <a:extLst>
                <a:ext uri="{FF2B5EF4-FFF2-40B4-BE49-F238E27FC236}">
                  <a16:creationId xmlns:a16="http://schemas.microsoft.com/office/drawing/2014/main" id="{3AE883ED-4E80-4ACA-B5D2-D36AACE4D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04" name="Rectangle 163">
              <a:extLst>
                <a:ext uri="{FF2B5EF4-FFF2-40B4-BE49-F238E27FC236}">
                  <a16:creationId xmlns:a16="http://schemas.microsoft.com/office/drawing/2014/main" id="{DF33B39E-4EB8-4372-9CEC-0C32963BA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05" name="Rectangle 164">
              <a:extLst>
                <a:ext uri="{FF2B5EF4-FFF2-40B4-BE49-F238E27FC236}">
                  <a16:creationId xmlns:a16="http://schemas.microsoft.com/office/drawing/2014/main" id="{0DA4BF83-4EAB-4E23-90E7-66542879B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06" name="Rectangle 165">
              <a:extLst>
                <a:ext uri="{FF2B5EF4-FFF2-40B4-BE49-F238E27FC236}">
                  <a16:creationId xmlns:a16="http://schemas.microsoft.com/office/drawing/2014/main" id="{1B778902-FAFD-46DF-AC85-6FD2AD88C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07" name="Rectangle 166">
              <a:extLst>
                <a:ext uri="{FF2B5EF4-FFF2-40B4-BE49-F238E27FC236}">
                  <a16:creationId xmlns:a16="http://schemas.microsoft.com/office/drawing/2014/main" id="{56F7F832-98B5-4848-B00D-FA5F11EF1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08" name="Rectangle 167">
              <a:extLst>
                <a:ext uri="{FF2B5EF4-FFF2-40B4-BE49-F238E27FC236}">
                  <a16:creationId xmlns:a16="http://schemas.microsoft.com/office/drawing/2014/main" id="{975B0B6A-FC72-4005-A635-D8F2B2224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44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09" name="Rectangle 168">
              <a:extLst>
                <a:ext uri="{FF2B5EF4-FFF2-40B4-BE49-F238E27FC236}">
                  <a16:creationId xmlns:a16="http://schemas.microsoft.com/office/drawing/2014/main" id="{0063C494-B99C-4577-8E1D-920877178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700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10" name="Rectangle 169">
              <a:extLst>
                <a:ext uri="{FF2B5EF4-FFF2-40B4-BE49-F238E27FC236}">
                  <a16:creationId xmlns:a16="http://schemas.microsoft.com/office/drawing/2014/main" id="{7EEC1F12-4FE8-474F-BFE0-2622B0495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956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11" name="Rectangle 174">
              <a:extLst>
                <a:ext uri="{FF2B5EF4-FFF2-40B4-BE49-F238E27FC236}">
                  <a16:creationId xmlns:a16="http://schemas.microsoft.com/office/drawing/2014/main" id="{697D7213-A593-4C56-A867-D7F768CAC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3211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12" name="Rectangle 211">
              <a:extLst>
                <a:ext uri="{FF2B5EF4-FFF2-40B4-BE49-F238E27FC236}">
                  <a16:creationId xmlns:a16="http://schemas.microsoft.com/office/drawing/2014/main" id="{7BD317D0-E84A-42D5-A8C7-74EC0B210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8" y="3534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(b)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13" name="Freeform 213">
              <a:extLst>
                <a:ext uri="{FF2B5EF4-FFF2-40B4-BE49-F238E27FC236}">
                  <a16:creationId xmlns:a16="http://schemas.microsoft.com/office/drawing/2014/main" id="{6DA9E779-5483-4F70-B9E5-71A0C8913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412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3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4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2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1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2" y="1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2"/>
                  </a:lnTo>
                  <a:lnTo>
                    <a:pt x="94" y="2"/>
                  </a:lnTo>
                  <a:lnTo>
                    <a:pt x="91" y="3"/>
                  </a:lnTo>
                  <a:lnTo>
                    <a:pt x="89" y="3"/>
                  </a:lnTo>
                  <a:lnTo>
                    <a:pt x="88" y="5"/>
                  </a:lnTo>
                  <a:lnTo>
                    <a:pt x="85" y="6"/>
                  </a:lnTo>
                  <a:lnTo>
                    <a:pt x="83" y="7"/>
                  </a:lnTo>
                  <a:lnTo>
                    <a:pt x="82" y="8"/>
                  </a:lnTo>
                  <a:lnTo>
                    <a:pt x="79" y="10"/>
                  </a:lnTo>
                  <a:lnTo>
                    <a:pt x="77" y="11"/>
                  </a:lnTo>
                  <a:lnTo>
                    <a:pt x="75" y="12"/>
                  </a:lnTo>
                  <a:lnTo>
                    <a:pt x="72" y="14"/>
                  </a:lnTo>
                  <a:lnTo>
                    <a:pt x="71" y="17"/>
                  </a:lnTo>
                  <a:lnTo>
                    <a:pt x="69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6"/>
                  </a:lnTo>
                  <a:lnTo>
                    <a:pt x="56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7" y="40"/>
                  </a:lnTo>
                  <a:lnTo>
                    <a:pt x="42" y="43"/>
                  </a:lnTo>
                  <a:lnTo>
                    <a:pt x="38" y="47"/>
                  </a:lnTo>
                  <a:lnTo>
                    <a:pt x="35" y="50"/>
                  </a:lnTo>
                  <a:lnTo>
                    <a:pt x="31" y="54"/>
                  </a:lnTo>
                  <a:lnTo>
                    <a:pt x="29" y="58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3" y="73"/>
                  </a:lnTo>
                  <a:lnTo>
                    <a:pt x="12" y="76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2"/>
                  </a:lnTo>
                  <a:lnTo>
                    <a:pt x="6" y="84"/>
                  </a:lnTo>
                  <a:lnTo>
                    <a:pt x="5" y="85"/>
                  </a:lnTo>
                  <a:lnTo>
                    <a:pt x="5" y="88"/>
                  </a:lnTo>
                  <a:lnTo>
                    <a:pt x="4" y="90"/>
                  </a:lnTo>
                  <a:lnTo>
                    <a:pt x="2" y="91"/>
                  </a:lnTo>
                  <a:lnTo>
                    <a:pt x="2" y="94"/>
                  </a:lnTo>
                  <a:lnTo>
                    <a:pt x="1" y="96"/>
                  </a:lnTo>
                  <a:lnTo>
                    <a:pt x="1" y="98"/>
                  </a:lnTo>
                  <a:lnTo>
                    <a:pt x="1" y="101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0" y="736"/>
                  </a:lnTo>
                  <a:lnTo>
                    <a:pt x="0" y="739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8"/>
                  </a:lnTo>
                  <a:lnTo>
                    <a:pt x="0" y="750"/>
                  </a:lnTo>
                  <a:lnTo>
                    <a:pt x="1" y="752"/>
                  </a:lnTo>
                  <a:lnTo>
                    <a:pt x="1" y="755"/>
                  </a:lnTo>
                  <a:lnTo>
                    <a:pt x="1" y="757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4" y="763"/>
                  </a:lnTo>
                  <a:lnTo>
                    <a:pt x="5" y="766"/>
                  </a:lnTo>
                  <a:lnTo>
                    <a:pt x="5" y="767"/>
                  </a:lnTo>
                  <a:lnTo>
                    <a:pt x="6" y="769"/>
                  </a:lnTo>
                  <a:lnTo>
                    <a:pt x="7" y="772"/>
                  </a:lnTo>
                  <a:lnTo>
                    <a:pt x="8" y="773"/>
                  </a:lnTo>
                  <a:lnTo>
                    <a:pt x="11" y="775"/>
                  </a:lnTo>
                  <a:lnTo>
                    <a:pt x="12" y="778"/>
                  </a:lnTo>
                  <a:lnTo>
                    <a:pt x="13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3" y="790"/>
                  </a:lnTo>
                  <a:lnTo>
                    <a:pt x="25" y="792"/>
                  </a:lnTo>
                  <a:lnTo>
                    <a:pt x="29" y="796"/>
                  </a:lnTo>
                  <a:lnTo>
                    <a:pt x="31" y="799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10"/>
                  </a:lnTo>
                  <a:lnTo>
                    <a:pt x="47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6" y="823"/>
                  </a:lnTo>
                  <a:lnTo>
                    <a:pt x="60" y="827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9" y="834"/>
                  </a:lnTo>
                  <a:lnTo>
                    <a:pt x="71" y="837"/>
                  </a:lnTo>
                  <a:lnTo>
                    <a:pt x="72" y="839"/>
                  </a:lnTo>
                  <a:lnTo>
                    <a:pt x="75" y="840"/>
                  </a:lnTo>
                  <a:lnTo>
                    <a:pt x="77" y="841"/>
                  </a:lnTo>
                  <a:lnTo>
                    <a:pt x="79" y="844"/>
                  </a:lnTo>
                  <a:lnTo>
                    <a:pt x="82" y="845"/>
                  </a:lnTo>
                  <a:lnTo>
                    <a:pt x="83" y="846"/>
                  </a:lnTo>
                  <a:lnTo>
                    <a:pt x="85" y="847"/>
                  </a:lnTo>
                  <a:lnTo>
                    <a:pt x="88" y="847"/>
                  </a:lnTo>
                  <a:lnTo>
                    <a:pt x="89" y="849"/>
                  </a:lnTo>
                  <a:lnTo>
                    <a:pt x="91" y="850"/>
                  </a:lnTo>
                  <a:lnTo>
                    <a:pt x="94" y="850"/>
                  </a:lnTo>
                  <a:lnTo>
                    <a:pt x="95" y="851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1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2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4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7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7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3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8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2"/>
                  </a:lnTo>
                  <a:lnTo>
                    <a:pt x="746" y="852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1"/>
                  </a:lnTo>
                  <a:lnTo>
                    <a:pt x="758" y="850"/>
                  </a:lnTo>
                  <a:lnTo>
                    <a:pt x="761" y="850"/>
                  </a:lnTo>
                  <a:lnTo>
                    <a:pt x="762" y="849"/>
                  </a:lnTo>
                  <a:lnTo>
                    <a:pt x="764" y="847"/>
                  </a:lnTo>
                  <a:lnTo>
                    <a:pt x="767" y="847"/>
                  </a:lnTo>
                  <a:lnTo>
                    <a:pt x="768" y="846"/>
                  </a:lnTo>
                  <a:lnTo>
                    <a:pt x="771" y="845"/>
                  </a:lnTo>
                  <a:lnTo>
                    <a:pt x="773" y="844"/>
                  </a:lnTo>
                  <a:lnTo>
                    <a:pt x="774" y="841"/>
                  </a:lnTo>
                  <a:lnTo>
                    <a:pt x="777" y="840"/>
                  </a:lnTo>
                  <a:lnTo>
                    <a:pt x="779" y="839"/>
                  </a:lnTo>
                  <a:lnTo>
                    <a:pt x="781" y="837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8" y="821"/>
                  </a:lnTo>
                  <a:lnTo>
                    <a:pt x="802" y="817"/>
                  </a:lnTo>
                  <a:lnTo>
                    <a:pt x="805" y="814"/>
                  </a:lnTo>
                  <a:lnTo>
                    <a:pt x="809" y="810"/>
                  </a:lnTo>
                  <a:lnTo>
                    <a:pt x="813" y="805"/>
                  </a:lnTo>
                  <a:lnTo>
                    <a:pt x="816" y="802"/>
                  </a:lnTo>
                  <a:lnTo>
                    <a:pt x="820" y="799"/>
                  </a:lnTo>
                  <a:lnTo>
                    <a:pt x="823" y="796"/>
                  </a:lnTo>
                  <a:lnTo>
                    <a:pt x="826" y="792"/>
                  </a:lnTo>
                  <a:lnTo>
                    <a:pt x="829" y="790"/>
                  </a:lnTo>
                  <a:lnTo>
                    <a:pt x="832" y="787"/>
                  </a:lnTo>
                  <a:lnTo>
                    <a:pt x="834" y="785"/>
                  </a:lnTo>
                  <a:lnTo>
                    <a:pt x="835" y="782"/>
                  </a:lnTo>
                  <a:lnTo>
                    <a:pt x="838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4" y="772"/>
                  </a:lnTo>
                  <a:lnTo>
                    <a:pt x="845" y="769"/>
                  </a:lnTo>
                  <a:lnTo>
                    <a:pt x="846" y="767"/>
                  </a:lnTo>
                  <a:lnTo>
                    <a:pt x="847" y="766"/>
                  </a:lnTo>
                  <a:lnTo>
                    <a:pt x="849" y="763"/>
                  </a:lnTo>
                  <a:lnTo>
                    <a:pt x="849" y="761"/>
                  </a:lnTo>
                  <a:lnTo>
                    <a:pt x="850" y="758"/>
                  </a:lnTo>
                  <a:lnTo>
                    <a:pt x="850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1" y="750"/>
                  </a:lnTo>
                  <a:lnTo>
                    <a:pt x="851" y="748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6"/>
                  </a:lnTo>
                  <a:lnTo>
                    <a:pt x="851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0" y="96"/>
                  </a:lnTo>
                  <a:lnTo>
                    <a:pt x="850" y="94"/>
                  </a:lnTo>
                  <a:lnTo>
                    <a:pt x="849" y="91"/>
                  </a:lnTo>
                  <a:lnTo>
                    <a:pt x="849" y="90"/>
                  </a:lnTo>
                  <a:lnTo>
                    <a:pt x="847" y="88"/>
                  </a:lnTo>
                  <a:lnTo>
                    <a:pt x="846" y="85"/>
                  </a:lnTo>
                  <a:lnTo>
                    <a:pt x="845" y="84"/>
                  </a:lnTo>
                  <a:lnTo>
                    <a:pt x="844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8" y="73"/>
                  </a:lnTo>
                  <a:lnTo>
                    <a:pt x="835" y="71"/>
                  </a:lnTo>
                  <a:lnTo>
                    <a:pt x="834" y="68"/>
                  </a:lnTo>
                  <a:lnTo>
                    <a:pt x="832" y="66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8"/>
                  </a:lnTo>
                  <a:lnTo>
                    <a:pt x="820" y="54"/>
                  </a:lnTo>
                  <a:lnTo>
                    <a:pt x="816" y="50"/>
                  </a:lnTo>
                  <a:lnTo>
                    <a:pt x="813" y="47"/>
                  </a:lnTo>
                  <a:lnTo>
                    <a:pt x="809" y="43"/>
                  </a:lnTo>
                  <a:lnTo>
                    <a:pt x="805" y="40"/>
                  </a:lnTo>
                  <a:lnTo>
                    <a:pt x="802" y="36"/>
                  </a:lnTo>
                  <a:lnTo>
                    <a:pt x="798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7"/>
                  </a:lnTo>
                  <a:lnTo>
                    <a:pt x="779" y="14"/>
                  </a:lnTo>
                  <a:lnTo>
                    <a:pt x="777" y="12"/>
                  </a:lnTo>
                  <a:lnTo>
                    <a:pt x="774" y="11"/>
                  </a:lnTo>
                  <a:lnTo>
                    <a:pt x="773" y="10"/>
                  </a:lnTo>
                  <a:lnTo>
                    <a:pt x="771" y="8"/>
                  </a:lnTo>
                  <a:lnTo>
                    <a:pt x="768" y="7"/>
                  </a:lnTo>
                  <a:lnTo>
                    <a:pt x="767" y="6"/>
                  </a:lnTo>
                  <a:lnTo>
                    <a:pt x="764" y="5"/>
                  </a:lnTo>
                  <a:lnTo>
                    <a:pt x="762" y="3"/>
                  </a:lnTo>
                  <a:lnTo>
                    <a:pt x="761" y="3"/>
                  </a:lnTo>
                  <a:lnTo>
                    <a:pt x="758" y="2"/>
                  </a:lnTo>
                  <a:lnTo>
                    <a:pt x="756" y="2"/>
                  </a:lnTo>
                  <a:lnTo>
                    <a:pt x="754" y="2"/>
                  </a:lnTo>
                  <a:lnTo>
                    <a:pt x="751" y="1"/>
                  </a:lnTo>
                  <a:lnTo>
                    <a:pt x="749" y="1"/>
                  </a:lnTo>
                  <a:lnTo>
                    <a:pt x="746" y="1"/>
                  </a:lnTo>
                  <a:lnTo>
                    <a:pt x="744" y="1"/>
                  </a:lnTo>
                  <a:lnTo>
                    <a:pt x="742" y="1"/>
                  </a:lnTo>
                  <a:lnTo>
                    <a:pt x="738" y="1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1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5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7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4" y="0"/>
                  </a:lnTo>
                  <a:lnTo>
                    <a:pt x="492" y="0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14" name="Freeform 214">
              <a:extLst>
                <a:ext uri="{FF2B5EF4-FFF2-40B4-BE49-F238E27FC236}">
                  <a16:creationId xmlns:a16="http://schemas.microsoft.com/office/drawing/2014/main" id="{DE00CEC3-3DDA-4C18-A2F5-74492C610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924"/>
              <a:ext cx="426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5" y="0"/>
                  </a:lnTo>
                  <a:lnTo>
                    <a:pt x="462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6" y="0"/>
                  </a:lnTo>
                  <a:lnTo>
                    <a:pt x="442" y="0"/>
                  </a:lnTo>
                  <a:lnTo>
                    <a:pt x="440" y="0"/>
                  </a:lnTo>
                  <a:lnTo>
                    <a:pt x="436" y="0"/>
                  </a:lnTo>
                  <a:lnTo>
                    <a:pt x="434" y="0"/>
                  </a:lnTo>
                  <a:lnTo>
                    <a:pt x="430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6" y="0"/>
                  </a:lnTo>
                  <a:lnTo>
                    <a:pt x="412" y="0"/>
                  </a:lnTo>
                  <a:lnTo>
                    <a:pt x="408" y="0"/>
                  </a:lnTo>
                  <a:lnTo>
                    <a:pt x="403" y="0"/>
                  </a:lnTo>
                  <a:lnTo>
                    <a:pt x="398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4" y="0"/>
                  </a:lnTo>
                  <a:lnTo>
                    <a:pt x="367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1" y="0"/>
                  </a:lnTo>
                  <a:lnTo>
                    <a:pt x="332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7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8" y="0"/>
                  </a:lnTo>
                  <a:lnTo>
                    <a:pt x="239" y="0"/>
                  </a:lnTo>
                  <a:lnTo>
                    <a:pt x="232" y="0"/>
                  </a:lnTo>
                  <a:lnTo>
                    <a:pt x="225" y="0"/>
                  </a:lnTo>
                  <a:lnTo>
                    <a:pt x="218" y="0"/>
                  </a:lnTo>
                  <a:lnTo>
                    <a:pt x="212" y="0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6" y="0"/>
                  </a:lnTo>
                  <a:lnTo>
                    <a:pt x="182" y="0"/>
                  </a:lnTo>
                  <a:lnTo>
                    <a:pt x="178" y="0"/>
                  </a:lnTo>
                  <a:lnTo>
                    <a:pt x="174" y="0"/>
                  </a:lnTo>
                  <a:lnTo>
                    <a:pt x="171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9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99" y="1"/>
                  </a:lnTo>
                  <a:lnTo>
                    <a:pt x="96" y="1"/>
                  </a:lnTo>
                  <a:lnTo>
                    <a:pt x="94" y="2"/>
                  </a:lnTo>
                  <a:lnTo>
                    <a:pt x="93" y="2"/>
                  </a:lnTo>
                  <a:lnTo>
                    <a:pt x="90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4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8" y="9"/>
                  </a:lnTo>
                  <a:lnTo>
                    <a:pt x="76" y="12"/>
                  </a:lnTo>
                  <a:lnTo>
                    <a:pt x="73" y="13"/>
                  </a:lnTo>
                  <a:lnTo>
                    <a:pt x="71" y="15"/>
                  </a:lnTo>
                  <a:lnTo>
                    <a:pt x="69" y="18"/>
                  </a:lnTo>
                  <a:lnTo>
                    <a:pt x="66" y="20"/>
                  </a:lnTo>
                  <a:lnTo>
                    <a:pt x="64" y="23"/>
                  </a:lnTo>
                  <a:lnTo>
                    <a:pt x="60" y="25"/>
                  </a:lnTo>
                  <a:lnTo>
                    <a:pt x="58" y="29"/>
                  </a:lnTo>
                  <a:lnTo>
                    <a:pt x="54" y="31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3" y="42"/>
                  </a:lnTo>
                  <a:lnTo>
                    <a:pt x="40" y="46"/>
                  </a:lnTo>
                  <a:lnTo>
                    <a:pt x="36" y="49"/>
                  </a:lnTo>
                  <a:lnTo>
                    <a:pt x="32" y="53"/>
                  </a:lnTo>
                  <a:lnTo>
                    <a:pt x="29" y="56"/>
                  </a:lnTo>
                  <a:lnTo>
                    <a:pt x="26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7" y="70"/>
                  </a:lnTo>
                  <a:lnTo>
                    <a:pt x="14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10" y="79"/>
                  </a:lnTo>
                  <a:lnTo>
                    <a:pt x="8" y="80"/>
                  </a:lnTo>
                  <a:lnTo>
                    <a:pt x="7" y="83"/>
                  </a:lnTo>
                  <a:lnTo>
                    <a:pt x="6" y="85"/>
                  </a:lnTo>
                  <a:lnTo>
                    <a:pt x="5" y="86"/>
                  </a:lnTo>
                  <a:lnTo>
                    <a:pt x="4" y="89"/>
                  </a:lnTo>
                  <a:lnTo>
                    <a:pt x="4" y="91"/>
                  </a:lnTo>
                  <a:lnTo>
                    <a:pt x="2" y="92"/>
                  </a:lnTo>
                  <a:lnTo>
                    <a:pt x="2" y="95"/>
                  </a:lnTo>
                  <a:lnTo>
                    <a:pt x="2" y="97"/>
                  </a:lnTo>
                  <a:lnTo>
                    <a:pt x="1" y="100"/>
                  </a:lnTo>
                  <a:lnTo>
                    <a:pt x="1" y="102"/>
                  </a:lnTo>
                  <a:lnTo>
                    <a:pt x="1" y="104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3"/>
                  </a:lnTo>
                  <a:lnTo>
                    <a:pt x="1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1" y="734"/>
                  </a:lnTo>
                  <a:lnTo>
                    <a:pt x="1" y="738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6"/>
                  </a:lnTo>
                  <a:lnTo>
                    <a:pt x="1" y="749"/>
                  </a:lnTo>
                  <a:lnTo>
                    <a:pt x="1" y="751"/>
                  </a:lnTo>
                  <a:lnTo>
                    <a:pt x="2" y="754"/>
                  </a:lnTo>
                  <a:lnTo>
                    <a:pt x="2" y="756"/>
                  </a:lnTo>
                  <a:lnTo>
                    <a:pt x="2" y="758"/>
                  </a:lnTo>
                  <a:lnTo>
                    <a:pt x="4" y="761"/>
                  </a:lnTo>
                  <a:lnTo>
                    <a:pt x="4" y="762"/>
                  </a:lnTo>
                  <a:lnTo>
                    <a:pt x="5" y="764"/>
                  </a:lnTo>
                  <a:lnTo>
                    <a:pt x="6" y="767"/>
                  </a:lnTo>
                  <a:lnTo>
                    <a:pt x="7" y="768"/>
                  </a:lnTo>
                  <a:lnTo>
                    <a:pt x="8" y="770"/>
                  </a:lnTo>
                  <a:lnTo>
                    <a:pt x="10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4" y="779"/>
                  </a:lnTo>
                  <a:lnTo>
                    <a:pt x="17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6" y="792"/>
                  </a:lnTo>
                  <a:lnTo>
                    <a:pt x="29" y="794"/>
                  </a:lnTo>
                  <a:lnTo>
                    <a:pt x="32" y="798"/>
                  </a:lnTo>
                  <a:lnTo>
                    <a:pt x="36" y="802"/>
                  </a:lnTo>
                  <a:lnTo>
                    <a:pt x="40" y="805"/>
                  </a:lnTo>
                  <a:lnTo>
                    <a:pt x="43" y="809"/>
                  </a:lnTo>
                  <a:lnTo>
                    <a:pt x="47" y="812"/>
                  </a:lnTo>
                  <a:lnTo>
                    <a:pt x="51" y="816"/>
                  </a:lnTo>
                  <a:lnTo>
                    <a:pt x="54" y="820"/>
                  </a:lnTo>
                  <a:lnTo>
                    <a:pt x="58" y="823"/>
                  </a:lnTo>
                  <a:lnTo>
                    <a:pt x="60" y="826"/>
                  </a:lnTo>
                  <a:lnTo>
                    <a:pt x="64" y="829"/>
                  </a:lnTo>
                  <a:lnTo>
                    <a:pt x="66" y="832"/>
                  </a:lnTo>
                  <a:lnTo>
                    <a:pt x="69" y="834"/>
                  </a:lnTo>
                  <a:lnTo>
                    <a:pt x="71" y="835"/>
                  </a:lnTo>
                  <a:lnTo>
                    <a:pt x="73" y="838"/>
                  </a:lnTo>
                  <a:lnTo>
                    <a:pt x="76" y="840"/>
                  </a:lnTo>
                  <a:lnTo>
                    <a:pt x="78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4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90" y="848"/>
                  </a:lnTo>
                  <a:lnTo>
                    <a:pt x="93" y="848"/>
                  </a:lnTo>
                  <a:lnTo>
                    <a:pt x="94" y="850"/>
                  </a:lnTo>
                  <a:lnTo>
                    <a:pt x="96" y="850"/>
                  </a:lnTo>
                  <a:lnTo>
                    <a:pt x="99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6" y="851"/>
                  </a:lnTo>
                  <a:lnTo>
                    <a:pt x="108" y="851"/>
                  </a:lnTo>
                  <a:lnTo>
                    <a:pt x="112" y="852"/>
                  </a:lnTo>
                  <a:lnTo>
                    <a:pt x="114" y="852"/>
                  </a:lnTo>
                  <a:lnTo>
                    <a:pt x="118" y="852"/>
                  </a:lnTo>
                  <a:lnTo>
                    <a:pt x="121" y="852"/>
                  </a:lnTo>
                  <a:lnTo>
                    <a:pt x="125" y="852"/>
                  </a:lnTo>
                  <a:lnTo>
                    <a:pt x="129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3" y="852"/>
                  </a:lnTo>
                  <a:lnTo>
                    <a:pt x="155" y="852"/>
                  </a:lnTo>
                  <a:lnTo>
                    <a:pt x="159" y="852"/>
                  </a:lnTo>
                  <a:lnTo>
                    <a:pt x="161" y="852"/>
                  </a:lnTo>
                  <a:lnTo>
                    <a:pt x="165" y="852"/>
                  </a:lnTo>
                  <a:lnTo>
                    <a:pt x="167" y="852"/>
                  </a:lnTo>
                  <a:lnTo>
                    <a:pt x="171" y="852"/>
                  </a:lnTo>
                  <a:lnTo>
                    <a:pt x="174" y="852"/>
                  </a:lnTo>
                  <a:lnTo>
                    <a:pt x="178" y="852"/>
                  </a:lnTo>
                  <a:lnTo>
                    <a:pt x="182" y="852"/>
                  </a:lnTo>
                  <a:lnTo>
                    <a:pt x="186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6" y="852"/>
                  </a:lnTo>
                  <a:lnTo>
                    <a:pt x="212" y="852"/>
                  </a:lnTo>
                  <a:lnTo>
                    <a:pt x="218" y="852"/>
                  </a:lnTo>
                  <a:lnTo>
                    <a:pt x="225" y="852"/>
                  </a:lnTo>
                  <a:lnTo>
                    <a:pt x="232" y="852"/>
                  </a:lnTo>
                  <a:lnTo>
                    <a:pt x="239" y="852"/>
                  </a:lnTo>
                  <a:lnTo>
                    <a:pt x="248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7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2" y="852"/>
                  </a:lnTo>
                  <a:lnTo>
                    <a:pt x="341" y="852"/>
                  </a:lnTo>
                  <a:lnTo>
                    <a:pt x="350" y="852"/>
                  </a:lnTo>
                  <a:lnTo>
                    <a:pt x="359" y="852"/>
                  </a:lnTo>
                  <a:lnTo>
                    <a:pt x="367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90" y="852"/>
                  </a:lnTo>
                  <a:lnTo>
                    <a:pt x="396" y="852"/>
                  </a:lnTo>
                  <a:lnTo>
                    <a:pt x="403" y="852"/>
                  </a:lnTo>
                  <a:lnTo>
                    <a:pt x="409" y="852"/>
                  </a:lnTo>
                  <a:lnTo>
                    <a:pt x="415" y="852"/>
                  </a:lnTo>
                  <a:lnTo>
                    <a:pt x="421" y="852"/>
                  </a:lnTo>
                  <a:lnTo>
                    <a:pt x="427" y="852"/>
                  </a:lnTo>
                  <a:lnTo>
                    <a:pt x="433" y="852"/>
                  </a:lnTo>
                  <a:lnTo>
                    <a:pt x="439" y="852"/>
                  </a:lnTo>
                  <a:lnTo>
                    <a:pt x="445" y="852"/>
                  </a:lnTo>
                  <a:lnTo>
                    <a:pt x="451" y="852"/>
                  </a:lnTo>
                  <a:lnTo>
                    <a:pt x="458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2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6" y="852"/>
                  </a:lnTo>
                  <a:lnTo>
                    <a:pt x="614" y="852"/>
                  </a:lnTo>
                  <a:lnTo>
                    <a:pt x="622" y="852"/>
                  </a:lnTo>
                  <a:lnTo>
                    <a:pt x="629" y="852"/>
                  </a:lnTo>
                  <a:lnTo>
                    <a:pt x="636" y="852"/>
                  </a:lnTo>
                  <a:lnTo>
                    <a:pt x="642" y="852"/>
                  </a:lnTo>
                  <a:lnTo>
                    <a:pt x="648" y="852"/>
                  </a:lnTo>
                  <a:lnTo>
                    <a:pt x="653" y="852"/>
                  </a:lnTo>
                  <a:lnTo>
                    <a:pt x="659" y="852"/>
                  </a:lnTo>
                  <a:lnTo>
                    <a:pt x="664" y="852"/>
                  </a:lnTo>
                  <a:lnTo>
                    <a:pt x="667" y="852"/>
                  </a:lnTo>
                  <a:lnTo>
                    <a:pt x="672" y="852"/>
                  </a:lnTo>
                  <a:lnTo>
                    <a:pt x="676" y="852"/>
                  </a:lnTo>
                  <a:lnTo>
                    <a:pt x="679" y="852"/>
                  </a:lnTo>
                  <a:lnTo>
                    <a:pt x="683" y="852"/>
                  </a:lnTo>
                  <a:lnTo>
                    <a:pt x="686" y="852"/>
                  </a:lnTo>
                  <a:lnTo>
                    <a:pt x="689" y="852"/>
                  </a:lnTo>
                  <a:lnTo>
                    <a:pt x="692" y="852"/>
                  </a:lnTo>
                  <a:lnTo>
                    <a:pt x="695" y="852"/>
                  </a:lnTo>
                  <a:lnTo>
                    <a:pt x="698" y="852"/>
                  </a:lnTo>
                  <a:lnTo>
                    <a:pt x="701" y="852"/>
                  </a:lnTo>
                  <a:lnTo>
                    <a:pt x="704" y="852"/>
                  </a:lnTo>
                  <a:lnTo>
                    <a:pt x="707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8" y="852"/>
                  </a:lnTo>
                  <a:lnTo>
                    <a:pt x="721" y="852"/>
                  </a:lnTo>
                  <a:lnTo>
                    <a:pt x="725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6" y="852"/>
                  </a:lnTo>
                  <a:lnTo>
                    <a:pt x="739" y="852"/>
                  </a:lnTo>
                  <a:lnTo>
                    <a:pt x="742" y="852"/>
                  </a:lnTo>
                  <a:lnTo>
                    <a:pt x="745" y="851"/>
                  </a:lnTo>
                  <a:lnTo>
                    <a:pt x="748" y="851"/>
                  </a:lnTo>
                  <a:lnTo>
                    <a:pt x="750" y="851"/>
                  </a:lnTo>
                  <a:lnTo>
                    <a:pt x="753" y="851"/>
                  </a:lnTo>
                  <a:lnTo>
                    <a:pt x="755" y="851"/>
                  </a:lnTo>
                  <a:lnTo>
                    <a:pt x="757" y="850"/>
                  </a:lnTo>
                  <a:lnTo>
                    <a:pt x="760" y="850"/>
                  </a:lnTo>
                  <a:lnTo>
                    <a:pt x="761" y="848"/>
                  </a:lnTo>
                  <a:lnTo>
                    <a:pt x="763" y="848"/>
                  </a:lnTo>
                  <a:lnTo>
                    <a:pt x="766" y="847"/>
                  </a:lnTo>
                  <a:lnTo>
                    <a:pt x="767" y="846"/>
                  </a:lnTo>
                  <a:lnTo>
                    <a:pt x="769" y="845"/>
                  </a:lnTo>
                  <a:lnTo>
                    <a:pt x="772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8" y="840"/>
                  </a:lnTo>
                  <a:lnTo>
                    <a:pt x="780" y="838"/>
                  </a:lnTo>
                  <a:lnTo>
                    <a:pt x="783" y="835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90" y="829"/>
                  </a:lnTo>
                  <a:lnTo>
                    <a:pt x="793" y="826"/>
                  </a:lnTo>
                  <a:lnTo>
                    <a:pt x="796" y="823"/>
                  </a:lnTo>
                  <a:lnTo>
                    <a:pt x="799" y="820"/>
                  </a:lnTo>
                  <a:lnTo>
                    <a:pt x="803" y="816"/>
                  </a:lnTo>
                  <a:lnTo>
                    <a:pt x="807" y="812"/>
                  </a:lnTo>
                  <a:lnTo>
                    <a:pt x="810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1" y="798"/>
                  </a:lnTo>
                  <a:lnTo>
                    <a:pt x="825" y="794"/>
                  </a:lnTo>
                  <a:lnTo>
                    <a:pt x="827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7" y="781"/>
                  </a:lnTo>
                  <a:lnTo>
                    <a:pt x="839" y="779"/>
                  </a:lnTo>
                  <a:lnTo>
                    <a:pt x="840" y="776"/>
                  </a:lnTo>
                  <a:lnTo>
                    <a:pt x="843" y="774"/>
                  </a:lnTo>
                  <a:lnTo>
                    <a:pt x="844" y="773"/>
                  </a:lnTo>
                  <a:lnTo>
                    <a:pt x="845" y="770"/>
                  </a:lnTo>
                  <a:lnTo>
                    <a:pt x="846" y="768"/>
                  </a:lnTo>
                  <a:lnTo>
                    <a:pt x="847" y="767"/>
                  </a:lnTo>
                  <a:lnTo>
                    <a:pt x="849" y="764"/>
                  </a:lnTo>
                  <a:lnTo>
                    <a:pt x="849" y="762"/>
                  </a:lnTo>
                  <a:lnTo>
                    <a:pt x="850" y="761"/>
                  </a:lnTo>
                  <a:lnTo>
                    <a:pt x="850" y="758"/>
                  </a:lnTo>
                  <a:lnTo>
                    <a:pt x="851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2" y="749"/>
                  </a:lnTo>
                  <a:lnTo>
                    <a:pt x="852" y="746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4"/>
                  </a:lnTo>
                  <a:lnTo>
                    <a:pt x="852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1" y="95"/>
                  </a:lnTo>
                  <a:lnTo>
                    <a:pt x="850" y="92"/>
                  </a:lnTo>
                  <a:lnTo>
                    <a:pt x="850" y="91"/>
                  </a:lnTo>
                  <a:lnTo>
                    <a:pt x="849" y="89"/>
                  </a:lnTo>
                  <a:lnTo>
                    <a:pt x="849" y="86"/>
                  </a:lnTo>
                  <a:lnTo>
                    <a:pt x="847" y="85"/>
                  </a:lnTo>
                  <a:lnTo>
                    <a:pt x="846" y="83"/>
                  </a:lnTo>
                  <a:lnTo>
                    <a:pt x="845" y="80"/>
                  </a:lnTo>
                  <a:lnTo>
                    <a:pt x="844" y="79"/>
                  </a:lnTo>
                  <a:lnTo>
                    <a:pt x="843" y="77"/>
                  </a:lnTo>
                  <a:lnTo>
                    <a:pt x="840" y="74"/>
                  </a:lnTo>
                  <a:lnTo>
                    <a:pt x="839" y="72"/>
                  </a:lnTo>
                  <a:lnTo>
                    <a:pt x="837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5" y="56"/>
                  </a:lnTo>
                  <a:lnTo>
                    <a:pt x="821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10" y="42"/>
                  </a:lnTo>
                  <a:lnTo>
                    <a:pt x="807" y="38"/>
                  </a:lnTo>
                  <a:lnTo>
                    <a:pt x="803" y="35"/>
                  </a:lnTo>
                  <a:lnTo>
                    <a:pt x="799" y="31"/>
                  </a:lnTo>
                  <a:lnTo>
                    <a:pt x="796" y="29"/>
                  </a:lnTo>
                  <a:lnTo>
                    <a:pt x="793" y="25"/>
                  </a:lnTo>
                  <a:lnTo>
                    <a:pt x="790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3" y="15"/>
                  </a:lnTo>
                  <a:lnTo>
                    <a:pt x="780" y="13"/>
                  </a:lnTo>
                  <a:lnTo>
                    <a:pt x="778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2" y="7"/>
                  </a:lnTo>
                  <a:lnTo>
                    <a:pt x="769" y="6"/>
                  </a:lnTo>
                  <a:lnTo>
                    <a:pt x="767" y="5"/>
                  </a:lnTo>
                  <a:lnTo>
                    <a:pt x="766" y="3"/>
                  </a:lnTo>
                  <a:lnTo>
                    <a:pt x="763" y="3"/>
                  </a:lnTo>
                  <a:lnTo>
                    <a:pt x="761" y="2"/>
                  </a:lnTo>
                  <a:lnTo>
                    <a:pt x="760" y="2"/>
                  </a:lnTo>
                  <a:lnTo>
                    <a:pt x="757" y="1"/>
                  </a:lnTo>
                  <a:lnTo>
                    <a:pt x="755" y="1"/>
                  </a:lnTo>
                  <a:lnTo>
                    <a:pt x="753" y="1"/>
                  </a:lnTo>
                  <a:lnTo>
                    <a:pt x="750" y="0"/>
                  </a:lnTo>
                  <a:lnTo>
                    <a:pt x="748" y="0"/>
                  </a:lnTo>
                  <a:lnTo>
                    <a:pt x="745" y="0"/>
                  </a:lnTo>
                  <a:lnTo>
                    <a:pt x="742" y="0"/>
                  </a:lnTo>
                  <a:lnTo>
                    <a:pt x="739" y="0"/>
                  </a:lnTo>
                  <a:lnTo>
                    <a:pt x="736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5" y="0"/>
                  </a:lnTo>
                  <a:lnTo>
                    <a:pt x="721" y="0"/>
                  </a:lnTo>
                  <a:lnTo>
                    <a:pt x="718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7" y="0"/>
                  </a:lnTo>
                  <a:lnTo>
                    <a:pt x="704" y="0"/>
                  </a:lnTo>
                  <a:lnTo>
                    <a:pt x="702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4" y="0"/>
                  </a:lnTo>
                  <a:lnTo>
                    <a:pt x="691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3" y="0"/>
                  </a:lnTo>
                  <a:lnTo>
                    <a:pt x="680" y="0"/>
                  </a:lnTo>
                  <a:lnTo>
                    <a:pt x="677" y="0"/>
                  </a:lnTo>
                  <a:lnTo>
                    <a:pt x="674" y="0"/>
                  </a:lnTo>
                  <a:lnTo>
                    <a:pt x="671" y="0"/>
                  </a:lnTo>
                  <a:lnTo>
                    <a:pt x="667" y="0"/>
                  </a:lnTo>
                  <a:lnTo>
                    <a:pt x="664" y="0"/>
                  </a:lnTo>
                  <a:lnTo>
                    <a:pt x="660" y="0"/>
                  </a:lnTo>
                  <a:lnTo>
                    <a:pt x="656" y="0"/>
                  </a:lnTo>
                  <a:lnTo>
                    <a:pt x="652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7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6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8" y="0"/>
                  </a:lnTo>
                  <a:lnTo>
                    <a:pt x="552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9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7" y="0"/>
                  </a:lnTo>
                  <a:lnTo>
                    <a:pt x="523" y="0"/>
                  </a:lnTo>
                  <a:lnTo>
                    <a:pt x="521" y="0"/>
                  </a:lnTo>
                  <a:lnTo>
                    <a:pt x="517" y="0"/>
                  </a:lnTo>
                  <a:lnTo>
                    <a:pt x="515" y="0"/>
                  </a:lnTo>
                  <a:lnTo>
                    <a:pt x="511" y="0"/>
                  </a:lnTo>
                  <a:lnTo>
                    <a:pt x="509" y="0"/>
                  </a:lnTo>
                  <a:lnTo>
                    <a:pt x="506" y="0"/>
                  </a:lnTo>
                  <a:lnTo>
                    <a:pt x="504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5" y="0"/>
                  </a:lnTo>
                  <a:lnTo>
                    <a:pt x="493" y="0"/>
                  </a:lnTo>
                  <a:lnTo>
                    <a:pt x="489" y="0"/>
                  </a:lnTo>
                  <a:lnTo>
                    <a:pt x="487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7" y="0"/>
                  </a:lnTo>
                  <a:lnTo>
                    <a:pt x="474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15" name="Freeform 215">
              <a:extLst>
                <a:ext uri="{FF2B5EF4-FFF2-40B4-BE49-F238E27FC236}">
                  <a16:creationId xmlns:a16="http://schemas.microsoft.com/office/drawing/2014/main" id="{87836401-10E0-48C2-995B-4C7412A10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946"/>
              <a:ext cx="432" cy="132"/>
            </a:xfrm>
            <a:custGeom>
              <a:avLst/>
              <a:gdLst>
                <a:gd name="T0" fmla="*/ 0 w 865"/>
                <a:gd name="T1" fmla="*/ 0 h 265"/>
                <a:gd name="T2" fmla="*/ 0 w 865"/>
                <a:gd name="T3" fmla="*/ 0 h 265"/>
                <a:gd name="T4" fmla="*/ 0 w 865"/>
                <a:gd name="T5" fmla="*/ 0 h 265"/>
                <a:gd name="T6" fmla="*/ 0 w 865"/>
                <a:gd name="T7" fmla="*/ 0 h 265"/>
                <a:gd name="T8" fmla="*/ 0 w 865"/>
                <a:gd name="T9" fmla="*/ 0 h 265"/>
                <a:gd name="T10" fmla="*/ 0 w 865"/>
                <a:gd name="T11" fmla="*/ 0 h 265"/>
                <a:gd name="T12" fmla="*/ 0 w 865"/>
                <a:gd name="T13" fmla="*/ 0 h 265"/>
                <a:gd name="T14" fmla="*/ 0 w 865"/>
                <a:gd name="T15" fmla="*/ 0 h 265"/>
                <a:gd name="T16" fmla="*/ 0 w 865"/>
                <a:gd name="T17" fmla="*/ 0 h 265"/>
                <a:gd name="T18" fmla="*/ 0 w 865"/>
                <a:gd name="T19" fmla="*/ 0 h 265"/>
                <a:gd name="T20" fmla="*/ 0 w 865"/>
                <a:gd name="T21" fmla="*/ 0 h 265"/>
                <a:gd name="T22" fmla="*/ 0 w 865"/>
                <a:gd name="T23" fmla="*/ 0 h 265"/>
                <a:gd name="T24" fmla="*/ 0 w 865"/>
                <a:gd name="T25" fmla="*/ 0 h 265"/>
                <a:gd name="T26" fmla="*/ 0 w 865"/>
                <a:gd name="T27" fmla="*/ 0 h 265"/>
                <a:gd name="T28" fmla="*/ 0 w 865"/>
                <a:gd name="T29" fmla="*/ 0 h 265"/>
                <a:gd name="T30" fmla="*/ 0 w 865"/>
                <a:gd name="T31" fmla="*/ 0 h 265"/>
                <a:gd name="T32" fmla="*/ 0 w 865"/>
                <a:gd name="T33" fmla="*/ 0 h 265"/>
                <a:gd name="T34" fmla="*/ 0 w 865"/>
                <a:gd name="T35" fmla="*/ 0 h 265"/>
                <a:gd name="T36" fmla="*/ 0 w 865"/>
                <a:gd name="T37" fmla="*/ 0 h 265"/>
                <a:gd name="T38" fmla="*/ 0 w 865"/>
                <a:gd name="T39" fmla="*/ 0 h 265"/>
                <a:gd name="T40" fmla="*/ 0 w 865"/>
                <a:gd name="T41" fmla="*/ 0 h 265"/>
                <a:gd name="T42" fmla="*/ 0 w 865"/>
                <a:gd name="T43" fmla="*/ 0 h 265"/>
                <a:gd name="T44" fmla="*/ 0 w 865"/>
                <a:gd name="T45" fmla="*/ 0 h 265"/>
                <a:gd name="T46" fmla="*/ 0 w 865"/>
                <a:gd name="T47" fmla="*/ 0 h 265"/>
                <a:gd name="T48" fmla="*/ 0 w 865"/>
                <a:gd name="T49" fmla="*/ 0 h 265"/>
                <a:gd name="T50" fmla="*/ 0 w 865"/>
                <a:gd name="T51" fmla="*/ 0 h 265"/>
                <a:gd name="T52" fmla="*/ 0 w 865"/>
                <a:gd name="T53" fmla="*/ 0 h 265"/>
                <a:gd name="T54" fmla="*/ 0 w 865"/>
                <a:gd name="T55" fmla="*/ 0 h 265"/>
                <a:gd name="T56" fmla="*/ 0 w 865"/>
                <a:gd name="T57" fmla="*/ 0 h 265"/>
                <a:gd name="T58" fmla="*/ 0 w 865"/>
                <a:gd name="T59" fmla="*/ 0 h 265"/>
                <a:gd name="T60" fmla="*/ 0 w 865"/>
                <a:gd name="T61" fmla="*/ 0 h 265"/>
                <a:gd name="T62" fmla="*/ 0 w 865"/>
                <a:gd name="T63" fmla="*/ 0 h 265"/>
                <a:gd name="T64" fmla="*/ 0 w 865"/>
                <a:gd name="T65" fmla="*/ 0 h 265"/>
                <a:gd name="T66" fmla="*/ 0 w 865"/>
                <a:gd name="T67" fmla="*/ 0 h 265"/>
                <a:gd name="T68" fmla="*/ 0 w 865"/>
                <a:gd name="T69" fmla="*/ 0 h 265"/>
                <a:gd name="T70" fmla="*/ 0 w 865"/>
                <a:gd name="T71" fmla="*/ 0 h 265"/>
                <a:gd name="T72" fmla="*/ 0 w 865"/>
                <a:gd name="T73" fmla="*/ 0 h 265"/>
                <a:gd name="T74" fmla="*/ 0 w 865"/>
                <a:gd name="T75" fmla="*/ 0 h 265"/>
                <a:gd name="T76" fmla="*/ 0 w 865"/>
                <a:gd name="T77" fmla="*/ 0 h 265"/>
                <a:gd name="T78" fmla="*/ 0 w 865"/>
                <a:gd name="T79" fmla="*/ 0 h 265"/>
                <a:gd name="T80" fmla="*/ 0 w 865"/>
                <a:gd name="T81" fmla="*/ 0 h 265"/>
                <a:gd name="T82" fmla="*/ 0 w 865"/>
                <a:gd name="T83" fmla="*/ 0 h 265"/>
                <a:gd name="T84" fmla="*/ 0 w 865"/>
                <a:gd name="T85" fmla="*/ 0 h 265"/>
                <a:gd name="T86" fmla="*/ 0 w 865"/>
                <a:gd name="T87" fmla="*/ 0 h 265"/>
                <a:gd name="T88" fmla="*/ 0 w 865"/>
                <a:gd name="T89" fmla="*/ 0 h 26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865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2"/>
                  </a:lnTo>
                  <a:lnTo>
                    <a:pt x="3" y="96"/>
                  </a:lnTo>
                  <a:lnTo>
                    <a:pt x="6" y="90"/>
                  </a:lnTo>
                  <a:lnTo>
                    <a:pt x="8" y="84"/>
                  </a:lnTo>
                  <a:lnTo>
                    <a:pt x="9" y="78"/>
                  </a:lnTo>
                  <a:lnTo>
                    <a:pt x="13" y="72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38" y="0"/>
                  </a:lnTo>
                  <a:lnTo>
                    <a:pt x="744" y="0"/>
                  </a:lnTo>
                  <a:lnTo>
                    <a:pt x="751" y="2"/>
                  </a:lnTo>
                  <a:lnTo>
                    <a:pt x="757" y="2"/>
                  </a:lnTo>
                  <a:lnTo>
                    <a:pt x="763" y="3"/>
                  </a:lnTo>
                  <a:lnTo>
                    <a:pt x="769" y="4"/>
                  </a:lnTo>
                  <a:lnTo>
                    <a:pt x="775" y="6"/>
                  </a:lnTo>
                  <a:lnTo>
                    <a:pt x="781" y="8"/>
                  </a:lnTo>
                  <a:lnTo>
                    <a:pt x="787" y="10"/>
                  </a:lnTo>
                  <a:lnTo>
                    <a:pt x="793" y="14"/>
                  </a:lnTo>
                  <a:lnTo>
                    <a:pt x="798" y="16"/>
                  </a:lnTo>
                  <a:lnTo>
                    <a:pt x="804" y="18"/>
                  </a:lnTo>
                  <a:lnTo>
                    <a:pt x="808" y="22"/>
                  </a:lnTo>
                  <a:lnTo>
                    <a:pt x="813" y="26"/>
                  </a:lnTo>
                  <a:lnTo>
                    <a:pt x="818" y="29"/>
                  </a:lnTo>
                  <a:lnTo>
                    <a:pt x="823" y="34"/>
                  </a:lnTo>
                  <a:lnTo>
                    <a:pt x="828" y="38"/>
                  </a:lnTo>
                  <a:lnTo>
                    <a:pt x="831" y="42"/>
                  </a:lnTo>
                  <a:lnTo>
                    <a:pt x="836" y="47"/>
                  </a:lnTo>
                  <a:lnTo>
                    <a:pt x="840" y="52"/>
                  </a:lnTo>
                  <a:lnTo>
                    <a:pt x="843" y="57"/>
                  </a:lnTo>
                  <a:lnTo>
                    <a:pt x="847" y="62"/>
                  </a:lnTo>
                  <a:lnTo>
                    <a:pt x="849" y="68"/>
                  </a:lnTo>
                  <a:lnTo>
                    <a:pt x="853" y="72"/>
                  </a:lnTo>
                  <a:lnTo>
                    <a:pt x="855" y="78"/>
                  </a:lnTo>
                  <a:lnTo>
                    <a:pt x="858" y="84"/>
                  </a:lnTo>
                  <a:lnTo>
                    <a:pt x="859" y="90"/>
                  </a:lnTo>
                  <a:lnTo>
                    <a:pt x="861" y="96"/>
                  </a:lnTo>
                  <a:lnTo>
                    <a:pt x="863" y="102"/>
                  </a:lnTo>
                  <a:lnTo>
                    <a:pt x="864" y="109"/>
                  </a:lnTo>
                  <a:lnTo>
                    <a:pt x="865" y="116"/>
                  </a:lnTo>
                  <a:lnTo>
                    <a:pt x="865" y="122"/>
                  </a:lnTo>
                  <a:lnTo>
                    <a:pt x="865" y="128"/>
                  </a:lnTo>
                  <a:lnTo>
                    <a:pt x="865" y="137"/>
                  </a:lnTo>
                  <a:lnTo>
                    <a:pt x="865" y="143"/>
                  </a:lnTo>
                  <a:lnTo>
                    <a:pt x="865" y="151"/>
                  </a:lnTo>
                  <a:lnTo>
                    <a:pt x="864" y="157"/>
                  </a:lnTo>
                  <a:lnTo>
                    <a:pt x="863" y="163"/>
                  </a:lnTo>
                  <a:lnTo>
                    <a:pt x="861" y="169"/>
                  </a:lnTo>
                  <a:lnTo>
                    <a:pt x="859" y="175"/>
                  </a:lnTo>
                  <a:lnTo>
                    <a:pt x="858" y="181"/>
                  </a:lnTo>
                  <a:lnTo>
                    <a:pt x="855" y="187"/>
                  </a:lnTo>
                  <a:lnTo>
                    <a:pt x="853" y="193"/>
                  </a:lnTo>
                  <a:lnTo>
                    <a:pt x="849" y="197"/>
                  </a:lnTo>
                  <a:lnTo>
                    <a:pt x="847" y="203"/>
                  </a:lnTo>
                  <a:lnTo>
                    <a:pt x="843" y="208"/>
                  </a:lnTo>
                  <a:lnTo>
                    <a:pt x="840" y="213"/>
                  </a:lnTo>
                  <a:lnTo>
                    <a:pt x="836" y="218"/>
                  </a:lnTo>
                  <a:lnTo>
                    <a:pt x="831" y="223"/>
                  </a:lnTo>
                  <a:lnTo>
                    <a:pt x="828" y="228"/>
                  </a:lnTo>
                  <a:lnTo>
                    <a:pt x="823" y="231"/>
                  </a:lnTo>
                  <a:lnTo>
                    <a:pt x="818" y="236"/>
                  </a:lnTo>
                  <a:lnTo>
                    <a:pt x="813" y="240"/>
                  </a:lnTo>
                  <a:lnTo>
                    <a:pt x="808" y="243"/>
                  </a:lnTo>
                  <a:lnTo>
                    <a:pt x="804" y="247"/>
                  </a:lnTo>
                  <a:lnTo>
                    <a:pt x="798" y="249"/>
                  </a:lnTo>
                  <a:lnTo>
                    <a:pt x="793" y="253"/>
                  </a:lnTo>
                  <a:lnTo>
                    <a:pt x="787" y="255"/>
                  </a:lnTo>
                  <a:lnTo>
                    <a:pt x="781" y="258"/>
                  </a:lnTo>
                  <a:lnTo>
                    <a:pt x="775" y="259"/>
                  </a:lnTo>
                  <a:lnTo>
                    <a:pt x="769" y="261"/>
                  </a:lnTo>
                  <a:lnTo>
                    <a:pt x="763" y="262"/>
                  </a:lnTo>
                  <a:lnTo>
                    <a:pt x="757" y="264"/>
                  </a:lnTo>
                  <a:lnTo>
                    <a:pt x="751" y="264"/>
                  </a:lnTo>
                  <a:lnTo>
                    <a:pt x="744" y="265"/>
                  </a:lnTo>
                  <a:lnTo>
                    <a:pt x="738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3"/>
                  </a:lnTo>
                  <a:lnTo>
                    <a:pt x="15" y="197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16" name="Rectangle 219">
              <a:extLst>
                <a:ext uri="{FF2B5EF4-FFF2-40B4-BE49-F238E27FC236}">
                  <a16:creationId xmlns:a16="http://schemas.microsoft.com/office/drawing/2014/main" id="{18671ADC-C678-4907-8191-33BF73056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3535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417" name="Rectangle 220">
              <a:extLst>
                <a:ext uri="{FF2B5EF4-FFF2-40B4-BE49-F238E27FC236}">
                  <a16:creationId xmlns:a16="http://schemas.microsoft.com/office/drawing/2014/main" id="{C3CD9BFB-EAC4-42C9-B570-3F8B62D3C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7" y="359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cxnSp>
        <p:nvCxnSpPr>
          <p:cNvPr id="100355" name="Straight Connector 2">
            <a:extLst>
              <a:ext uri="{FF2B5EF4-FFF2-40B4-BE49-F238E27FC236}">
                <a16:creationId xmlns:a16="http://schemas.microsoft.com/office/drawing/2014/main" id="{B3E44F3A-0FDD-43FF-80CE-86688D6BA96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57200" y="2209800"/>
            <a:ext cx="992188" cy="1017588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0356" name="Straight Connector 189">
            <a:extLst>
              <a:ext uri="{FF2B5EF4-FFF2-40B4-BE49-F238E27FC236}">
                <a16:creationId xmlns:a16="http://schemas.microsoft.com/office/drawing/2014/main" id="{FEEBE945-0FAB-4F0C-A9C1-CA67C9740FF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543800" y="2133600"/>
            <a:ext cx="685800" cy="129540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0357" name="Straight Connector 190">
            <a:extLst>
              <a:ext uri="{FF2B5EF4-FFF2-40B4-BE49-F238E27FC236}">
                <a16:creationId xmlns:a16="http://schemas.microsoft.com/office/drawing/2014/main" id="{2C48029F-7774-4947-811C-136CD6DC085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2897188" y="685800"/>
            <a:ext cx="1293812" cy="428625"/>
          </a:xfrm>
          <a:prstGeom prst="lin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0358" name="Straight Connector 192">
            <a:extLst>
              <a:ext uri="{FF2B5EF4-FFF2-40B4-BE49-F238E27FC236}">
                <a16:creationId xmlns:a16="http://schemas.microsoft.com/office/drawing/2014/main" id="{1785A1C2-4CC4-4266-8707-E3D85986AB9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7800" y="685800"/>
            <a:ext cx="2468563" cy="395288"/>
          </a:xfrm>
          <a:prstGeom prst="lin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0359" name="Straight Connector 197">
            <a:extLst>
              <a:ext uri="{FF2B5EF4-FFF2-40B4-BE49-F238E27FC236}">
                <a16:creationId xmlns:a16="http://schemas.microsoft.com/office/drawing/2014/main" id="{DB98DC93-4543-40EF-A8AE-694FC2F2DC3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2130425" y="1428750"/>
            <a:ext cx="1298575" cy="247650"/>
          </a:xfrm>
          <a:prstGeom prst="line">
            <a:avLst/>
          </a:prstGeom>
          <a:noFill/>
          <a:ln w="254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0360" name="Straight Connector 199">
            <a:extLst>
              <a:ext uri="{FF2B5EF4-FFF2-40B4-BE49-F238E27FC236}">
                <a16:creationId xmlns:a16="http://schemas.microsoft.com/office/drawing/2014/main" id="{34AB6B9E-A3A0-4749-9BFD-0F161C3A7794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019800" y="1706563"/>
            <a:ext cx="1306513" cy="655637"/>
          </a:xfrm>
          <a:prstGeom prst="line">
            <a:avLst/>
          </a:prstGeom>
          <a:noFill/>
          <a:ln w="25400">
            <a:solidFill>
              <a:srgbClr val="8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00361" name="Group 16">
            <a:extLst>
              <a:ext uri="{FF2B5EF4-FFF2-40B4-BE49-F238E27FC236}">
                <a16:creationId xmlns:a16="http://schemas.microsoft.com/office/drawing/2014/main" id="{ED497BA3-3EB4-4F94-A100-9FA66BCB267D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3048000"/>
            <a:ext cx="774700" cy="771525"/>
            <a:chOff x="282646" y="3410630"/>
            <a:chExt cx="774571" cy="771325"/>
          </a:xfrm>
        </p:grpSpPr>
        <p:sp>
          <p:nvSpPr>
            <p:cNvPr id="100372" name="TextBox 14">
              <a:extLst>
                <a:ext uri="{FF2B5EF4-FFF2-40B4-BE49-F238E27FC236}">
                  <a16:creationId xmlns:a16="http://schemas.microsoft.com/office/drawing/2014/main" id="{0D20ED2D-560D-4583-B8E1-34305B8392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00373" name="TextBox 15">
              <a:extLst>
                <a:ext uri="{FF2B5EF4-FFF2-40B4-BE49-F238E27FC236}">
                  <a16:creationId xmlns:a16="http://schemas.microsoft.com/office/drawing/2014/main" id="{C4A7F815-3A85-478C-AF82-393D1A456C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571" y="341063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100362" name="Group 305">
            <a:extLst>
              <a:ext uri="{FF2B5EF4-FFF2-40B4-BE49-F238E27FC236}">
                <a16:creationId xmlns:a16="http://schemas.microsoft.com/office/drawing/2014/main" id="{2953153B-4ADB-4650-AC66-B76FD73316B5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3200400"/>
            <a:ext cx="774700" cy="771525"/>
            <a:chOff x="282646" y="3410630"/>
            <a:chExt cx="774571" cy="771325"/>
          </a:xfrm>
        </p:grpSpPr>
        <p:sp>
          <p:nvSpPr>
            <p:cNvPr id="100370" name="TextBox 306">
              <a:extLst>
                <a:ext uri="{FF2B5EF4-FFF2-40B4-BE49-F238E27FC236}">
                  <a16:creationId xmlns:a16="http://schemas.microsoft.com/office/drawing/2014/main" id="{E41FF4A0-4919-4A6E-8315-E084FA1A4D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00371" name="TextBox 307">
              <a:extLst>
                <a:ext uri="{FF2B5EF4-FFF2-40B4-BE49-F238E27FC236}">
                  <a16:creationId xmlns:a16="http://schemas.microsoft.com/office/drawing/2014/main" id="{4EEC9973-04C0-4340-A6BC-06EF5227AB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571" y="341063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100363" name="Group 309">
            <a:extLst>
              <a:ext uri="{FF2B5EF4-FFF2-40B4-BE49-F238E27FC236}">
                <a16:creationId xmlns:a16="http://schemas.microsoft.com/office/drawing/2014/main" id="{56D3243F-BD5B-4467-96FD-FA6352D7D358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23813"/>
            <a:ext cx="774700" cy="766762"/>
            <a:chOff x="282646" y="3415490"/>
            <a:chExt cx="774571" cy="766465"/>
          </a:xfrm>
        </p:grpSpPr>
        <p:sp>
          <p:nvSpPr>
            <p:cNvPr id="100368" name="TextBox 310">
              <a:extLst>
                <a:ext uri="{FF2B5EF4-FFF2-40B4-BE49-F238E27FC236}">
                  <a16:creationId xmlns:a16="http://schemas.microsoft.com/office/drawing/2014/main" id="{6778F328-8F9F-4C01-9358-2C2F590613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00369" name="TextBox 312">
              <a:extLst>
                <a:ext uri="{FF2B5EF4-FFF2-40B4-BE49-F238E27FC236}">
                  <a16:creationId xmlns:a16="http://schemas.microsoft.com/office/drawing/2014/main" id="{0BC1DCCC-FB3F-4E9C-A41C-70E51588DF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41549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100364" name="Group 313">
            <a:extLst>
              <a:ext uri="{FF2B5EF4-FFF2-40B4-BE49-F238E27FC236}">
                <a16:creationId xmlns:a16="http://schemas.microsoft.com/office/drawing/2014/main" id="{87EA6F43-DEEE-4A7F-B042-EBDCA53B5840}"/>
              </a:ext>
            </a:extLst>
          </p:cNvPr>
          <p:cNvGrpSpPr>
            <a:grpSpLocks/>
          </p:cNvGrpSpPr>
          <p:nvPr/>
        </p:nvGrpSpPr>
        <p:grpSpPr bwMode="auto">
          <a:xfrm>
            <a:off x="3151188" y="1420813"/>
            <a:ext cx="1219200" cy="766762"/>
            <a:chOff x="282646" y="3415490"/>
            <a:chExt cx="1082348" cy="766465"/>
          </a:xfrm>
        </p:grpSpPr>
        <p:sp>
          <p:nvSpPr>
            <p:cNvPr id="100366" name="TextBox 314">
              <a:extLst>
                <a:ext uri="{FF2B5EF4-FFF2-40B4-BE49-F238E27FC236}">
                  <a16:creationId xmlns:a16="http://schemas.microsoft.com/office/drawing/2014/main" id="{00FB2F14-17C4-4C08-82BF-9027F8AA9B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108234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100367" name="TextBox 316">
              <a:extLst>
                <a:ext uri="{FF2B5EF4-FFF2-40B4-BE49-F238E27FC236}">
                  <a16:creationId xmlns:a16="http://schemas.microsoft.com/office/drawing/2014/main" id="{531729ED-1107-4239-B984-612F45DD5C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41549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sp>
        <p:nvSpPr>
          <p:cNvPr id="100365" name="TextBox 325">
            <a:extLst>
              <a:ext uri="{FF2B5EF4-FFF2-40B4-BE49-F238E27FC236}">
                <a16:creationId xmlns:a16="http://schemas.microsoft.com/office/drawing/2014/main" id="{1CC9DAFB-CD03-42EE-AD44-0990B31672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000" y="2138363"/>
            <a:ext cx="10826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</a:p>
        </p:txBody>
      </p:sp>
    </p:spTree>
  </p:cSld>
  <p:clrMapOvr>
    <a:masterClrMapping/>
  </p:clrMapOvr>
  <p:transition/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377" name="Group 317">
            <a:extLst>
              <a:ext uri="{FF2B5EF4-FFF2-40B4-BE49-F238E27FC236}">
                <a16:creationId xmlns:a16="http://schemas.microsoft.com/office/drawing/2014/main" id="{FF7B9148-2F4F-4F72-9A8C-BE05A8A9A55F}"/>
              </a:ext>
            </a:extLst>
          </p:cNvPr>
          <p:cNvGrpSpPr>
            <a:grpSpLocks/>
          </p:cNvGrpSpPr>
          <p:nvPr/>
        </p:nvGrpSpPr>
        <p:grpSpPr bwMode="auto">
          <a:xfrm>
            <a:off x="685800" y="198438"/>
            <a:ext cx="2270125" cy="2620962"/>
            <a:chOff x="427" y="273"/>
            <a:chExt cx="1430" cy="1651"/>
          </a:xfrm>
        </p:grpSpPr>
        <p:sp>
          <p:nvSpPr>
            <p:cNvPr id="101537" name="Rectangle 170">
              <a:extLst>
                <a:ext uri="{FF2B5EF4-FFF2-40B4-BE49-F238E27FC236}">
                  <a16:creationId xmlns:a16="http://schemas.microsoft.com/office/drawing/2014/main" id="{A762AE2D-2C62-4BC7-AD46-DADB8BA23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597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38" name="Line 171">
              <a:extLst>
                <a:ext uri="{FF2B5EF4-FFF2-40B4-BE49-F238E27FC236}">
                  <a16:creationId xmlns:a16="http://schemas.microsoft.com/office/drawing/2014/main" id="{F2340D59-1353-484B-A8C4-A8D9CD518A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850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39" name="Line 172">
              <a:extLst>
                <a:ext uri="{FF2B5EF4-FFF2-40B4-BE49-F238E27FC236}">
                  <a16:creationId xmlns:a16="http://schemas.microsoft.com/office/drawing/2014/main" id="{50BDDD39-25B3-4C9D-8271-33789DEBDB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40" name="Line 173">
              <a:extLst>
                <a:ext uri="{FF2B5EF4-FFF2-40B4-BE49-F238E27FC236}">
                  <a16:creationId xmlns:a16="http://schemas.microsoft.com/office/drawing/2014/main" id="{5B8C9E85-5A0C-478E-8E65-CBB056D084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" y="345"/>
              <a:ext cx="253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41" name="Rectangle 175">
              <a:extLst>
                <a:ext uri="{FF2B5EF4-FFF2-40B4-BE49-F238E27FC236}">
                  <a16:creationId xmlns:a16="http://schemas.microsoft.com/office/drawing/2014/main" id="{4417387F-23DA-48CB-9B81-D2DF4560B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42" name="Rectangle 176">
              <a:extLst>
                <a:ext uri="{FF2B5EF4-FFF2-40B4-BE49-F238E27FC236}">
                  <a16:creationId xmlns:a16="http://schemas.microsoft.com/office/drawing/2014/main" id="{39E8BF31-4ADA-45C0-B75B-6A7207DD8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43" name="Rectangle 177">
              <a:extLst>
                <a:ext uri="{FF2B5EF4-FFF2-40B4-BE49-F238E27FC236}">
                  <a16:creationId xmlns:a16="http://schemas.microsoft.com/office/drawing/2014/main" id="{844BF158-A8CA-430A-9AE0-669D586D4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44" name="Rectangle 178">
              <a:extLst>
                <a:ext uri="{FF2B5EF4-FFF2-40B4-BE49-F238E27FC236}">
                  <a16:creationId xmlns:a16="http://schemas.microsoft.com/office/drawing/2014/main" id="{D7CAC676-CE55-4F57-A782-7D409D49A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45" name="Rectangle 179">
              <a:extLst>
                <a:ext uri="{FF2B5EF4-FFF2-40B4-BE49-F238E27FC236}">
                  <a16:creationId xmlns:a16="http://schemas.microsoft.com/office/drawing/2014/main" id="{3EC19068-500C-4A54-851D-E41906C36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46" name="Rectangle 180">
              <a:extLst>
                <a:ext uri="{FF2B5EF4-FFF2-40B4-BE49-F238E27FC236}">
                  <a16:creationId xmlns:a16="http://schemas.microsoft.com/office/drawing/2014/main" id="{7C08425D-BCF4-40C9-B157-DAADBBA4D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47" name="Rectangle 181">
              <a:extLst>
                <a:ext uri="{FF2B5EF4-FFF2-40B4-BE49-F238E27FC236}">
                  <a16:creationId xmlns:a16="http://schemas.microsoft.com/office/drawing/2014/main" id="{3F1F1CA2-3528-4A75-9D1E-AA0BB59E9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48" name="Rectangle 182">
              <a:extLst>
                <a:ext uri="{FF2B5EF4-FFF2-40B4-BE49-F238E27FC236}">
                  <a16:creationId xmlns:a16="http://schemas.microsoft.com/office/drawing/2014/main" id="{E25E9ACF-8541-4A42-AB22-65387584B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597"/>
              <a:ext cx="504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49" name="Line 183">
              <a:extLst>
                <a:ext uri="{FF2B5EF4-FFF2-40B4-BE49-F238E27FC236}">
                  <a16:creationId xmlns:a16="http://schemas.microsoft.com/office/drawing/2014/main" id="{C611119D-43D6-4E0D-A0EE-4DDE6D8C5E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850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50" name="Line 184">
              <a:extLst>
                <a:ext uri="{FF2B5EF4-FFF2-40B4-BE49-F238E27FC236}">
                  <a16:creationId xmlns:a16="http://schemas.microsoft.com/office/drawing/2014/main" id="{70FFF966-C59C-4485-8249-0E3DC65983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51" name="Rectangle 185">
              <a:extLst>
                <a:ext uri="{FF2B5EF4-FFF2-40B4-BE49-F238E27FC236}">
                  <a16:creationId xmlns:a16="http://schemas.microsoft.com/office/drawing/2014/main" id="{BAEA1CCA-29D4-4CFC-B7E2-C35ACE420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52" name="Rectangle 186">
              <a:extLst>
                <a:ext uri="{FF2B5EF4-FFF2-40B4-BE49-F238E27FC236}">
                  <a16:creationId xmlns:a16="http://schemas.microsoft.com/office/drawing/2014/main" id="{4F435CCD-EB91-4BCB-90F6-EC154B6C0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53" name="Rectangle 187">
              <a:extLst>
                <a:ext uri="{FF2B5EF4-FFF2-40B4-BE49-F238E27FC236}">
                  <a16:creationId xmlns:a16="http://schemas.microsoft.com/office/drawing/2014/main" id="{81BDC594-8DD3-40C6-92D4-5B1697013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8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54" name="Rectangle 188">
              <a:extLst>
                <a:ext uri="{FF2B5EF4-FFF2-40B4-BE49-F238E27FC236}">
                  <a16:creationId xmlns:a16="http://schemas.microsoft.com/office/drawing/2014/main" id="{EFC905CC-1378-4563-9869-D4BE29CCC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55" name="Rectangle 189">
              <a:extLst>
                <a:ext uri="{FF2B5EF4-FFF2-40B4-BE49-F238E27FC236}">
                  <a16:creationId xmlns:a16="http://schemas.microsoft.com/office/drawing/2014/main" id="{664752C8-229E-4D35-8F7E-B0C8DC0F7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56" name="Rectangle 190">
              <a:extLst>
                <a:ext uri="{FF2B5EF4-FFF2-40B4-BE49-F238E27FC236}">
                  <a16:creationId xmlns:a16="http://schemas.microsoft.com/office/drawing/2014/main" id="{DD40104F-7920-491E-A5AB-B3BE17816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57" name="Rectangle 191">
              <a:extLst>
                <a:ext uri="{FF2B5EF4-FFF2-40B4-BE49-F238E27FC236}">
                  <a16:creationId xmlns:a16="http://schemas.microsoft.com/office/drawing/2014/main" id="{CB9BE691-1C4A-4B3F-AD83-90E24AD4C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58" name="Rectangle 192">
              <a:extLst>
                <a:ext uri="{FF2B5EF4-FFF2-40B4-BE49-F238E27FC236}">
                  <a16:creationId xmlns:a16="http://schemas.microsoft.com/office/drawing/2014/main" id="{314B7051-22FC-49BF-8ACE-9401D3560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59" name="Rectangle 193">
              <a:extLst>
                <a:ext uri="{FF2B5EF4-FFF2-40B4-BE49-F238E27FC236}">
                  <a16:creationId xmlns:a16="http://schemas.microsoft.com/office/drawing/2014/main" id="{84BF0A1A-2DC7-4E50-88A3-C764769AA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1114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60" name="Line 194">
              <a:extLst>
                <a:ext uri="{FF2B5EF4-FFF2-40B4-BE49-F238E27FC236}">
                  <a16:creationId xmlns:a16="http://schemas.microsoft.com/office/drawing/2014/main" id="{8A7F2263-98EC-4BD6-B2DB-269B66A9C7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1366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61" name="Line 195">
              <a:extLst>
                <a:ext uri="{FF2B5EF4-FFF2-40B4-BE49-F238E27FC236}">
                  <a16:creationId xmlns:a16="http://schemas.microsoft.com/office/drawing/2014/main" id="{50A04749-5DE1-431A-9ACA-CC8FBC040B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62" name="Rectangle 196">
              <a:extLst>
                <a:ext uri="{FF2B5EF4-FFF2-40B4-BE49-F238E27FC236}">
                  <a16:creationId xmlns:a16="http://schemas.microsoft.com/office/drawing/2014/main" id="{D443DA4A-F756-411C-91CC-32744F773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63" name="Rectangle 197">
              <a:extLst>
                <a:ext uri="{FF2B5EF4-FFF2-40B4-BE49-F238E27FC236}">
                  <a16:creationId xmlns:a16="http://schemas.microsoft.com/office/drawing/2014/main" id="{A03C2F1D-FDD8-42C3-8101-AB10FE9BB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1114"/>
              <a:ext cx="504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64" name="Line 198">
              <a:extLst>
                <a:ext uri="{FF2B5EF4-FFF2-40B4-BE49-F238E27FC236}">
                  <a16:creationId xmlns:a16="http://schemas.microsoft.com/office/drawing/2014/main" id="{CE7E1A8C-0220-4E15-B71C-BD1DA74315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1366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65" name="Line 199">
              <a:extLst>
                <a:ext uri="{FF2B5EF4-FFF2-40B4-BE49-F238E27FC236}">
                  <a16:creationId xmlns:a16="http://schemas.microsoft.com/office/drawing/2014/main" id="{10D4A718-7D1B-412C-9ADA-D4DFB9CF3E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66" name="Rectangle 200">
              <a:extLst>
                <a:ext uri="{FF2B5EF4-FFF2-40B4-BE49-F238E27FC236}">
                  <a16:creationId xmlns:a16="http://schemas.microsoft.com/office/drawing/2014/main" id="{D8393ECF-20AA-40F2-A8E1-A97F2FBD1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67" name="Rectangle 201">
              <a:extLst>
                <a:ext uri="{FF2B5EF4-FFF2-40B4-BE49-F238E27FC236}">
                  <a16:creationId xmlns:a16="http://schemas.microsoft.com/office/drawing/2014/main" id="{69D9185E-9890-42DE-B7D6-53AF6C3239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68" name="Rectangle 202">
              <a:extLst>
                <a:ext uri="{FF2B5EF4-FFF2-40B4-BE49-F238E27FC236}">
                  <a16:creationId xmlns:a16="http://schemas.microsoft.com/office/drawing/2014/main" id="{C7BD254C-7460-421E-AFB6-191ABF471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69" name="Rectangle 203">
              <a:extLst>
                <a:ext uri="{FF2B5EF4-FFF2-40B4-BE49-F238E27FC236}">
                  <a16:creationId xmlns:a16="http://schemas.microsoft.com/office/drawing/2014/main" id="{11F27CBC-61E4-4609-ADD3-A489870F9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70" name="Rectangle 204">
              <a:extLst>
                <a:ext uri="{FF2B5EF4-FFF2-40B4-BE49-F238E27FC236}">
                  <a16:creationId xmlns:a16="http://schemas.microsoft.com/office/drawing/2014/main" id="{DDA14DA1-0A2A-4F39-AF61-C8C57E38D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673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71" name="Rectangle 205">
              <a:extLst>
                <a:ext uri="{FF2B5EF4-FFF2-40B4-BE49-F238E27FC236}">
                  <a16:creationId xmlns:a16="http://schemas.microsoft.com/office/drawing/2014/main" id="{A53E8613-19E0-4A06-A3BF-E4E629DA7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928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72" name="Rectangle 206">
              <a:extLst>
                <a:ext uri="{FF2B5EF4-FFF2-40B4-BE49-F238E27FC236}">
                  <a16:creationId xmlns:a16="http://schemas.microsoft.com/office/drawing/2014/main" id="{0778C30C-5748-40D5-8568-A592963AC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184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73" name="Freeform 207">
              <a:extLst>
                <a:ext uri="{FF2B5EF4-FFF2-40B4-BE49-F238E27FC236}">
                  <a16:creationId xmlns:a16="http://schemas.microsoft.com/office/drawing/2014/main" id="{10A3BEB6-B7D1-4246-AB4B-5D75B2BD6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640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8" y="0"/>
                  </a:moveTo>
                  <a:lnTo>
                    <a:pt x="465" y="0"/>
                  </a:lnTo>
                  <a:lnTo>
                    <a:pt x="461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4" y="0"/>
                  </a:lnTo>
                  <a:lnTo>
                    <a:pt x="442" y="0"/>
                  </a:lnTo>
                  <a:lnTo>
                    <a:pt x="438" y="0"/>
                  </a:lnTo>
                  <a:lnTo>
                    <a:pt x="436" y="0"/>
                  </a:lnTo>
                  <a:lnTo>
                    <a:pt x="432" y="0"/>
                  </a:lnTo>
                  <a:lnTo>
                    <a:pt x="430" y="0"/>
                  </a:lnTo>
                  <a:lnTo>
                    <a:pt x="426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7" y="0"/>
                  </a:lnTo>
                  <a:lnTo>
                    <a:pt x="402" y="0"/>
                  </a:lnTo>
                  <a:lnTo>
                    <a:pt x="397" y="0"/>
                  </a:lnTo>
                  <a:lnTo>
                    <a:pt x="391" y="0"/>
                  </a:lnTo>
                  <a:lnTo>
                    <a:pt x="385" y="0"/>
                  </a:lnTo>
                  <a:lnTo>
                    <a:pt x="379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49" y="0"/>
                  </a:lnTo>
                  <a:lnTo>
                    <a:pt x="341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6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7" y="0"/>
                  </a:lnTo>
                  <a:lnTo>
                    <a:pt x="239" y="0"/>
                  </a:lnTo>
                  <a:lnTo>
                    <a:pt x="230" y="0"/>
                  </a:lnTo>
                  <a:lnTo>
                    <a:pt x="223" y="0"/>
                  </a:lnTo>
                  <a:lnTo>
                    <a:pt x="217" y="0"/>
                  </a:lnTo>
                  <a:lnTo>
                    <a:pt x="211" y="0"/>
                  </a:lnTo>
                  <a:lnTo>
                    <a:pt x="205" y="0"/>
                  </a:lnTo>
                  <a:lnTo>
                    <a:pt x="199" y="0"/>
                  </a:lnTo>
                  <a:lnTo>
                    <a:pt x="194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4" y="0"/>
                  </a:lnTo>
                  <a:lnTo>
                    <a:pt x="170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1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5" y="0"/>
                  </a:lnTo>
                  <a:lnTo>
                    <a:pt x="132" y="0"/>
                  </a:lnTo>
                  <a:lnTo>
                    <a:pt x="128" y="0"/>
                  </a:lnTo>
                  <a:lnTo>
                    <a:pt x="123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0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3" y="1"/>
                  </a:lnTo>
                  <a:lnTo>
                    <a:pt x="101" y="1"/>
                  </a:lnTo>
                  <a:lnTo>
                    <a:pt x="98" y="2"/>
                  </a:lnTo>
                  <a:lnTo>
                    <a:pt x="96" y="2"/>
                  </a:lnTo>
                  <a:lnTo>
                    <a:pt x="93" y="2"/>
                  </a:lnTo>
                  <a:lnTo>
                    <a:pt x="91" y="3"/>
                  </a:lnTo>
                  <a:lnTo>
                    <a:pt x="90" y="3"/>
                  </a:lnTo>
                  <a:lnTo>
                    <a:pt x="87" y="5"/>
                  </a:lnTo>
                  <a:lnTo>
                    <a:pt x="85" y="6"/>
                  </a:lnTo>
                  <a:lnTo>
                    <a:pt x="84" y="7"/>
                  </a:lnTo>
                  <a:lnTo>
                    <a:pt x="81" y="8"/>
                  </a:lnTo>
                  <a:lnTo>
                    <a:pt x="79" y="10"/>
                  </a:lnTo>
                  <a:lnTo>
                    <a:pt x="78" y="11"/>
                  </a:lnTo>
                  <a:lnTo>
                    <a:pt x="75" y="12"/>
                  </a:lnTo>
                  <a:lnTo>
                    <a:pt x="73" y="14"/>
                  </a:lnTo>
                  <a:lnTo>
                    <a:pt x="71" y="17"/>
                  </a:lnTo>
                  <a:lnTo>
                    <a:pt x="68" y="18"/>
                  </a:lnTo>
                  <a:lnTo>
                    <a:pt x="66" y="20"/>
                  </a:lnTo>
                  <a:lnTo>
                    <a:pt x="63" y="23"/>
                  </a:lnTo>
                  <a:lnTo>
                    <a:pt x="60" y="26"/>
                  </a:lnTo>
                  <a:lnTo>
                    <a:pt x="57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6" y="40"/>
                  </a:lnTo>
                  <a:lnTo>
                    <a:pt x="43" y="43"/>
                  </a:lnTo>
                  <a:lnTo>
                    <a:pt x="39" y="47"/>
                  </a:lnTo>
                  <a:lnTo>
                    <a:pt x="36" y="50"/>
                  </a:lnTo>
                  <a:lnTo>
                    <a:pt x="32" y="54"/>
                  </a:lnTo>
                  <a:lnTo>
                    <a:pt x="28" y="58"/>
                  </a:lnTo>
                  <a:lnTo>
                    <a:pt x="26" y="60"/>
                  </a:lnTo>
                  <a:lnTo>
                    <a:pt x="22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0" y="77"/>
                  </a:lnTo>
                  <a:lnTo>
                    <a:pt x="9" y="79"/>
                  </a:lnTo>
                  <a:lnTo>
                    <a:pt x="8" y="82"/>
                  </a:lnTo>
                  <a:lnTo>
                    <a:pt x="7" y="84"/>
                  </a:lnTo>
                  <a:lnTo>
                    <a:pt x="6" y="85"/>
                  </a:lnTo>
                  <a:lnTo>
                    <a:pt x="4" y="88"/>
                  </a:lnTo>
                  <a:lnTo>
                    <a:pt x="3" y="90"/>
                  </a:lnTo>
                  <a:lnTo>
                    <a:pt x="3" y="91"/>
                  </a:lnTo>
                  <a:lnTo>
                    <a:pt x="2" y="94"/>
                  </a:lnTo>
                  <a:lnTo>
                    <a:pt x="2" y="96"/>
                  </a:lnTo>
                  <a:lnTo>
                    <a:pt x="2" y="98"/>
                  </a:lnTo>
                  <a:lnTo>
                    <a:pt x="1" y="101"/>
                  </a:lnTo>
                  <a:lnTo>
                    <a:pt x="1" y="103"/>
                  </a:lnTo>
                  <a:lnTo>
                    <a:pt x="1" y="106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4"/>
                  </a:lnTo>
                  <a:lnTo>
                    <a:pt x="1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1" y="736"/>
                  </a:lnTo>
                  <a:lnTo>
                    <a:pt x="1" y="739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8"/>
                  </a:lnTo>
                  <a:lnTo>
                    <a:pt x="1" y="750"/>
                  </a:lnTo>
                  <a:lnTo>
                    <a:pt x="1" y="752"/>
                  </a:lnTo>
                  <a:lnTo>
                    <a:pt x="2" y="755"/>
                  </a:lnTo>
                  <a:lnTo>
                    <a:pt x="2" y="757"/>
                  </a:lnTo>
                  <a:lnTo>
                    <a:pt x="2" y="758"/>
                  </a:lnTo>
                  <a:lnTo>
                    <a:pt x="3" y="761"/>
                  </a:lnTo>
                  <a:lnTo>
                    <a:pt x="3" y="763"/>
                  </a:lnTo>
                  <a:lnTo>
                    <a:pt x="4" y="766"/>
                  </a:lnTo>
                  <a:lnTo>
                    <a:pt x="6" y="767"/>
                  </a:lnTo>
                  <a:lnTo>
                    <a:pt x="7" y="769"/>
                  </a:lnTo>
                  <a:lnTo>
                    <a:pt x="8" y="772"/>
                  </a:lnTo>
                  <a:lnTo>
                    <a:pt x="9" y="773"/>
                  </a:lnTo>
                  <a:lnTo>
                    <a:pt x="10" y="775"/>
                  </a:lnTo>
                  <a:lnTo>
                    <a:pt x="12" y="778"/>
                  </a:lnTo>
                  <a:lnTo>
                    <a:pt x="14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2" y="790"/>
                  </a:lnTo>
                  <a:lnTo>
                    <a:pt x="26" y="792"/>
                  </a:lnTo>
                  <a:lnTo>
                    <a:pt x="28" y="796"/>
                  </a:lnTo>
                  <a:lnTo>
                    <a:pt x="32" y="799"/>
                  </a:lnTo>
                  <a:lnTo>
                    <a:pt x="36" y="802"/>
                  </a:lnTo>
                  <a:lnTo>
                    <a:pt x="39" y="805"/>
                  </a:lnTo>
                  <a:lnTo>
                    <a:pt x="43" y="810"/>
                  </a:lnTo>
                  <a:lnTo>
                    <a:pt x="46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7" y="823"/>
                  </a:lnTo>
                  <a:lnTo>
                    <a:pt x="60" y="827"/>
                  </a:lnTo>
                  <a:lnTo>
                    <a:pt x="63" y="829"/>
                  </a:lnTo>
                  <a:lnTo>
                    <a:pt x="66" y="832"/>
                  </a:lnTo>
                  <a:lnTo>
                    <a:pt x="68" y="834"/>
                  </a:lnTo>
                  <a:lnTo>
                    <a:pt x="71" y="837"/>
                  </a:lnTo>
                  <a:lnTo>
                    <a:pt x="73" y="839"/>
                  </a:lnTo>
                  <a:lnTo>
                    <a:pt x="75" y="840"/>
                  </a:lnTo>
                  <a:lnTo>
                    <a:pt x="78" y="841"/>
                  </a:lnTo>
                  <a:lnTo>
                    <a:pt x="79" y="844"/>
                  </a:lnTo>
                  <a:lnTo>
                    <a:pt x="81" y="845"/>
                  </a:lnTo>
                  <a:lnTo>
                    <a:pt x="84" y="846"/>
                  </a:lnTo>
                  <a:lnTo>
                    <a:pt x="85" y="847"/>
                  </a:lnTo>
                  <a:lnTo>
                    <a:pt x="87" y="847"/>
                  </a:lnTo>
                  <a:lnTo>
                    <a:pt x="90" y="849"/>
                  </a:lnTo>
                  <a:lnTo>
                    <a:pt x="91" y="850"/>
                  </a:lnTo>
                  <a:lnTo>
                    <a:pt x="93" y="850"/>
                  </a:lnTo>
                  <a:lnTo>
                    <a:pt x="96" y="851"/>
                  </a:lnTo>
                  <a:lnTo>
                    <a:pt x="98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3" y="852"/>
                  </a:lnTo>
                  <a:lnTo>
                    <a:pt x="128" y="852"/>
                  </a:lnTo>
                  <a:lnTo>
                    <a:pt x="132" y="852"/>
                  </a:lnTo>
                  <a:lnTo>
                    <a:pt x="135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1" y="852"/>
                  </a:lnTo>
                  <a:lnTo>
                    <a:pt x="155" y="852"/>
                  </a:lnTo>
                  <a:lnTo>
                    <a:pt x="157" y="852"/>
                  </a:lnTo>
                  <a:lnTo>
                    <a:pt x="161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70" y="852"/>
                  </a:lnTo>
                  <a:lnTo>
                    <a:pt x="174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4" y="852"/>
                  </a:lnTo>
                  <a:lnTo>
                    <a:pt x="199" y="852"/>
                  </a:lnTo>
                  <a:lnTo>
                    <a:pt x="205" y="852"/>
                  </a:lnTo>
                  <a:lnTo>
                    <a:pt x="211" y="852"/>
                  </a:lnTo>
                  <a:lnTo>
                    <a:pt x="217" y="852"/>
                  </a:lnTo>
                  <a:lnTo>
                    <a:pt x="223" y="852"/>
                  </a:lnTo>
                  <a:lnTo>
                    <a:pt x="230" y="852"/>
                  </a:lnTo>
                  <a:lnTo>
                    <a:pt x="239" y="852"/>
                  </a:lnTo>
                  <a:lnTo>
                    <a:pt x="247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6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1" y="852"/>
                  </a:lnTo>
                  <a:lnTo>
                    <a:pt x="349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8" y="852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0" y="852"/>
                  </a:lnTo>
                  <a:lnTo>
                    <a:pt x="456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1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4" y="852"/>
                  </a:lnTo>
                  <a:lnTo>
                    <a:pt x="621" y="852"/>
                  </a:lnTo>
                  <a:lnTo>
                    <a:pt x="628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2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0" y="852"/>
                  </a:lnTo>
                  <a:lnTo>
                    <a:pt x="675" y="852"/>
                  </a:lnTo>
                  <a:lnTo>
                    <a:pt x="679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8" y="852"/>
                  </a:lnTo>
                  <a:lnTo>
                    <a:pt x="692" y="852"/>
                  </a:lnTo>
                  <a:lnTo>
                    <a:pt x="694" y="852"/>
                  </a:lnTo>
                  <a:lnTo>
                    <a:pt x="698" y="852"/>
                  </a:lnTo>
                  <a:lnTo>
                    <a:pt x="700" y="852"/>
                  </a:lnTo>
                  <a:lnTo>
                    <a:pt x="704" y="852"/>
                  </a:lnTo>
                  <a:lnTo>
                    <a:pt x="706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5" y="852"/>
                  </a:lnTo>
                  <a:lnTo>
                    <a:pt x="738" y="852"/>
                  </a:lnTo>
                  <a:lnTo>
                    <a:pt x="741" y="852"/>
                  </a:lnTo>
                  <a:lnTo>
                    <a:pt x="744" y="852"/>
                  </a:lnTo>
                  <a:lnTo>
                    <a:pt x="747" y="852"/>
                  </a:lnTo>
                  <a:lnTo>
                    <a:pt x="750" y="851"/>
                  </a:lnTo>
                  <a:lnTo>
                    <a:pt x="752" y="851"/>
                  </a:lnTo>
                  <a:lnTo>
                    <a:pt x="754" y="851"/>
                  </a:lnTo>
                  <a:lnTo>
                    <a:pt x="757" y="851"/>
                  </a:lnTo>
                  <a:lnTo>
                    <a:pt x="758" y="850"/>
                  </a:lnTo>
                  <a:lnTo>
                    <a:pt x="760" y="850"/>
                  </a:lnTo>
                  <a:lnTo>
                    <a:pt x="763" y="849"/>
                  </a:lnTo>
                  <a:lnTo>
                    <a:pt x="764" y="847"/>
                  </a:lnTo>
                  <a:lnTo>
                    <a:pt x="766" y="847"/>
                  </a:lnTo>
                  <a:lnTo>
                    <a:pt x="769" y="846"/>
                  </a:lnTo>
                  <a:lnTo>
                    <a:pt x="770" y="845"/>
                  </a:lnTo>
                  <a:lnTo>
                    <a:pt x="773" y="844"/>
                  </a:lnTo>
                  <a:lnTo>
                    <a:pt x="775" y="841"/>
                  </a:lnTo>
                  <a:lnTo>
                    <a:pt x="777" y="840"/>
                  </a:lnTo>
                  <a:lnTo>
                    <a:pt x="780" y="839"/>
                  </a:lnTo>
                  <a:lnTo>
                    <a:pt x="782" y="837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9" y="821"/>
                  </a:lnTo>
                  <a:lnTo>
                    <a:pt x="801" y="817"/>
                  </a:lnTo>
                  <a:lnTo>
                    <a:pt x="805" y="814"/>
                  </a:lnTo>
                  <a:lnTo>
                    <a:pt x="810" y="810"/>
                  </a:lnTo>
                  <a:lnTo>
                    <a:pt x="813" y="805"/>
                  </a:lnTo>
                  <a:lnTo>
                    <a:pt x="817" y="802"/>
                  </a:lnTo>
                  <a:lnTo>
                    <a:pt x="821" y="799"/>
                  </a:lnTo>
                  <a:lnTo>
                    <a:pt x="823" y="796"/>
                  </a:lnTo>
                  <a:lnTo>
                    <a:pt x="827" y="792"/>
                  </a:lnTo>
                  <a:lnTo>
                    <a:pt x="829" y="790"/>
                  </a:lnTo>
                  <a:lnTo>
                    <a:pt x="831" y="787"/>
                  </a:lnTo>
                  <a:lnTo>
                    <a:pt x="834" y="785"/>
                  </a:lnTo>
                  <a:lnTo>
                    <a:pt x="836" y="782"/>
                  </a:lnTo>
                  <a:lnTo>
                    <a:pt x="839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5" y="772"/>
                  </a:lnTo>
                  <a:lnTo>
                    <a:pt x="846" y="769"/>
                  </a:lnTo>
                  <a:lnTo>
                    <a:pt x="847" y="767"/>
                  </a:lnTo>
                  <a:lnTo>
                    <a:pt x="847" y="766"/>
                  </a:lnTo>
                  <a:lnTo>
                    <a:pt x="848" y="763"/>
                  </a:lnTo>
                  <a:lnTo>
                    <a:pt x="849" y="761"/>
                  </a:lnTo>
                  <a:lnTo>
                    <a:pt x="849" y="758"/>
                  </a:lnTo>
                  <a:lnTo>
                    <a:pt x="851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2" y="750"/>
                  </a:lnTo>
                  <a:lnTo>
                    <a:pt x="852" y="748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6"/>
                  </a:lnTo>
                  <a:lnTo>
                    <a:pt x="852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1" y="96"/>
                  </a:lnTo>
                  <a:lnTo>
                    <a:pt x="849" y="94"/>
                  </a:lnTo>
                  <a:lnTo>
                    <a:pt x="849" y="91"/>
                  </a:lnTo>
                  <a:lnTo>
                    <a:pt x="848" y="90"/>
                  </a:lnTo>
                  <a:lnTo>
                    <a:pt x="847" y="88"/>
                  </a:lnTo>
                  <a:lnTo>
                    <a:pt x="847" y="85"/>
                  </a:lnTo>
                  <a:lnTo>
                    <a:pt x="846" y="84"/>
                  </a:lnTo>
                  <a:lnTo>
                    <a:pt x="845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9" y="73"/>
                  </a:lnTo>
                  <a:lnTo>
                    <a:pt x="836" y="71"/>
                  </a:lnTo>
                  <a:lnTo>
                    <a:pt x="834" y="68"/>
                  </a:lnTo>
                  <a:lnTo>
                    <a:pt x="831" y="66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3" y="58"/>
                  </a:lnTo>
                  <a:lnTo>
                    <a:pt x="821" y="54"/>
                  </a:lnTo>
                  <a:lnTo>
                    <a:pt x="817" y="50"/>
                  </a:lnTo>
                  <a:lnTo>
                    <a:pt x="813" y="47"/>
                  </a:lnTo>
                  <a:lnTo>
                    <a:pt x="810" y="43"/>
                  </a:lnTo>
                  <a:lnTo>
                    <a:pt x="805" y="40"/>
                  </a:lnTo>
                  <a:lnTo>
                    <a:pt x="801" y="36"/>
                  </a:lnTo>
                  <a:lnTo>
                    <a:pt x="799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2" y="17"/>
                  </a:lnTo>
                  <a:lnTo>
                    <a:pt x="780" y="14"/>
                  </a:lnTo>
                  <a:lnTo>
                    <a:pt x="777" y="12"/>
                  </a:lnTo>
                  <a:lnTo>
                    <a:pt x="775" y="11"/>
                  </a:lnTo>
                  <a:lnTo>
                    <a:pt x="773" y="10"/>
                  </a:lnTo>
                  <a:lnTo>
                    <a:pt x="770" y="8"/>
                  </a:lnTo>
                  <a:lnTo>
                    <a:pt x="769" y="7"/>
                  </a:lnTo>
                  <a:lnTo>
                    <a:pt x="766" y="6"/>
                  </a:lnTo>
                  <a:lnTo>
                    <a:pt x="764" y="5"/>
                  </a:lnTo>
                  <a:lnTo>
                    <a:pt x="763" y="3"/>
                  </a:lnTo>
                  <a:lnTo>
                    <a:pt x="760" y="3"/>
                  </a:lnTo>
                  <a:lnTo>
                    <a:pt x="758" y="2"/>
                  </a:lnTo>
                  <a:lnTo>
                    <a:pt x="757" y="2"/>
                  </a:lnTo>
                  <a:lnTo>
                    <a:pt x="754" y="2"/>
                  </a:lnTo>
                  <a:lnTo>
                    <a:pt x="752" y="1"/>
                  </a:lnTo>
                  <a:lnTo>
                    <a:pt x="750" y="1"/>
                  </a:lnTo>
                  <a:lnTo>
                    <a:pt x="747" y="1"/>
                  </a:lnTo>
                  <a:lnTo>
                    <a:pt x="744" y="1"/>
                  </a:lnTo>
                  <a:lnTo>
                    <a:pt x="741" y="1"/>
                  </a:lnTo>
                  <a:lnTo>
                    <a:pt x="738" y="1"/>
                  </a:lnTo>
                  <a:lnTo>
                    <a:pt x="735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6" y="0"/>
                  </a:lnTo>
                  <a:lnTo>
                    <a:pt x="704" y="0"/>
                  </a:lnTo>
                  <a:lnTo>
                    <a:pt x="700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3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7" y="0"/>
                  </a:lnTo>
                  <a:lnTo>
                    <a:pt x="663" y="0"/>
                  </a:lnTo>
                  <a:lnTo>
                    <a:pt x="660" y="0"/>
                  </a:lnTo>
                  <a:lnTo>
                    <a:pt x="655" y="0"/>
                  </a:lnTo>
                  <a:lnTo>
                    <a:pt x="651" y="0"/>
                  </a:lnTo>
                  <a:lnTo>
                    <a:pt x="646" y="0"/>
                  </a:lnTo>
                  <a:lnTo>
                    <a:pt x="641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1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1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1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3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2" y="0"/>
                  </a:lnTo>
                  <a:lnTo>
                    <a:pt x="519" y="0"/>
                  </a:lnTo>
                  <a:lnTo>
                    <a:pt x="516" y="0"/>
                  </a:lnTo>
                  <a:lnTo>
                    <a:pt x="513" y="0"/>
                  </a:lnTo>
                  <a:lnTo>
                    <a:pt x="510" y="0"/>
                  </a:lnTo>
                  <a:lnTo>
                    <a:pt x="508" y="0"/>
                  </a:lnTo>
                  <a:lnTo>
                    <a:pt x="506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5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8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74" name="Rectangle 208">
              <a:extLst>
                <a:ext uri="{FF2B5EF4-FFF2-40B4-BE49-F238E27FC236}">
                  <a16:creationId xmlns:a16="http://schemas.microsoft.com/office/drawing/2014/main" id="{B04F75AF-9067-4AAE-81DB-9FEE0B5CB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439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75" name="Rectangle 209">
              <a:extLst>
                <a:ext uri="{FF2B5EF4-FFF2-40B4-BE49-F238E27FC236}">
                  <a16:creationId xmlns:a16="http://schemas.microsoft.com/office/drawing/2014/main" id="{F06559E6-D722-44DB-9D97-53122322E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" y="1762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(a)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76" name="Freeform 210">
              <a:extLst>
                <a:ext uri="{FF2B5EF4-FFF2-40B4-BE49-F238E27FC236}">
                  <a16:creationId xmlns:a16="http://schemas.microsoft.com/office/drawing/2014/main" id="{E7B49E76-DB65-49B7-9DC2-3788E491E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152"/>
              <a:ext cx="427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0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3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199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0" y="1"/>
                  </a:lnTo>
                  <a:lnTo>
                    <a:pt x="97" y="1"/>
                  </a:lnTo>
                  <a:lnTo>
                    <a:pt x="95" y="1"/>
                  </a:lnTo>
                  <a:lnTo>
                    <a:pt x="94" y="2"/>
                  </a:lnTo>
                  <a:lnTo>
                    <a:pt x="91" y="2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3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7" y="9"/>
                  </a:lnTo>
                  <a:lnTo>
                    <a:pt x="74" y="12"/>
                  </a:lnTo>
                  <a:lnTo>
                    <a:pt x="72" y="13"/>
                  </a:lnTo>
                  <a:lnTo>
                    <a:pt x="71" y="15"/>
                  </a:lnTo>
                  <a:lnTo>
                    <a:pt x="68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5"/>
                  </a:lnTo>
                  <a:lnTo>
                    <a:pt x="56" y="29"/>
                  </a:lnTo>
                  <a:lnTo>
                    <a:pt x="54" y="31"/>
                  </a:lnTo>
                  <a:lnTo>
                    <a:pt x="50" y="35"/>
                  </a:lnTo>
                  <a:lnTo>
                    <a:pt x="47" y="38"/>
                  </a:lnTo>
                  <a:lnTo>
                    <a:pt x="42" y="42"/>
                  </a:lnTo>
                  <a:lnTo>
                    <a:pt x="38" y="46"/>
                  </a:lnTo>
                  <a:lnTo>
                    <a:pt x="35" y="49"/>
                  </a:lnTo>
                  <a:lnTo>
                    <a:pt x="31" y="53"/>
                  </a:lnTo>
                  <a:lnTo>
                    <a:pt x="29" y="56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5" y="70"/>
                  </a:lnTo>
                  <a:lnTo>
                    <a:pt x="13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0"/>
                  </a:lnTo>
                  <a:lnTo>
                    <a:pt x="6" y="83"/>
                  </a:lnTo>
                  <a:lnTo>
                    <a:pt x="5" y="85"/>
                  </a:lnTo>
                  <a:lnTo>
                    <a:pt x="5" y="86"/>
                  </a:lnTo>
                  <a:lnTo>
                    <a:pt x="3" y="89"/>
                  </a:lnTo>
                  <a:lnTo>
                    <a:pt x="2" y="91"/>
                  </a:lnTo>
                  <a:lnTo>
                    <a:pt x="2" y="92"/>
                  </a:lnTo>
                  <a:lnTo>
                    <a:pt x="1" y="95"/>
                  </a:lnTo>
                  <a:lnTo>
                    <a:pt x="1" y="97"/>
                  </a:lnTo>
                  <a:lnTo>
                    <a:pt x="1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3"/>
                  </a:lnTo>
                  <a:lnTo>
                    <a:pt x="0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0" y="734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6"/>
                  </a:lnTo>
                  <a:lnTo>
                    <a:pt x="0" y="749"/>
                  </a:lnTo>
                  <a:lnTo>
                    <a:pt x="1" y="751"/>
                  </a:lnTo>
                  <a:lnTo>
                    <a:pt x="1" y="754"/>
                  </a:lnTo>
                  <a:lnTo>
                    <a:pt x="1" y="756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3" y="762"/>
                  </a:lnTo>
                  <a:lnTo>
                    <a:pt x="5" y="764"/>
                  </a:lnTo>
                  <a:lnTo>
                    <a:pt x="5" y="767"/>
                  </a:lnTo>
                  <a:lnTo>
                    <a:pt x="6" y="768"/>
                  </a:lnTo>
                  <a:lnTo>
                    <a:pt x="7" y="770"/>
                  </a:lnTo>
                  <a:lnTo>
                    <a:pt x="8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3" y="779"/>
                  </a:lnTo>
                  <a:lnTo>
                    <a:pt x="15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5" y="792"/>
                  </a:lnTo>
                  <a:lnTo>
                    <a:pt x="29" y="794"/>
                  </a:lnTo>
                  <a:lnTo>
                    <a:pt x="31" y="798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09"/>
                  </a:lnTo>
                  <a:lnTo>
                    <a:pt x="47" y="812"/>
                  </a:lnTo>
                  <a:lnTo>
                    <a:pt x="50" y="816"/>
                  </a:lnTo>
                  <a:lnTo>
                    <a:pt x="54" y="820"/>
                  </a:lnTo>
                  <a:lnTo>
                    <a:pt x="56" y="823"/>
                  </a:lnTo>
                  <a:lnTo>
                    <a:pt x="60" y="826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8" y="834"/>
                  </a:lnTo>
                  <a:lnTo>
                    <a:pt x="71" y="835"/>
                  </a:lnTo>
                  <a:lnTo>
                    <a:pt x="72" y="838"/>
                  </a:lnTo>
                  <a:lnTo>
                    <a:pt x="74" y="840"/>
                  </a:lnTo>
                  <a:lnTo>
                    <a:pt x="77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3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89" y="848"/>
                  </a:lnTo>
                  <a:lnTo>
                    <a:pt x="91" y="848"/>
                  </a:lnTo>
                  <a:lnTo>
                    <a:pt x="94" y="850"/>
                  </a:lnTo>
                  <a:lnTo>
                    <a:pt x="95" y="850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4" y="851"/>
                  </a:lnTo>
                  <a:lnTo>
                    <a:pt x="108" y="851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6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199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3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0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19" y="852"/>
                  </a:lnTo>
                  <a:lnTo>
                    <a:pt x="425" y="852"/>
                  </a:lnTo>
                  <a:lnTo>
                    <a:pt x="431" y="852"/>
                  </a:lnTo>
                  <a:lnTo>
                    <a:pt x="437" y="852"/>
                  </a:lnTo>
                  <a:lnTo>
                    <a:pt x="443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4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1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3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1"/>
                  </a:lnTo>
                  <a:lnTo>
                    <a:pt x="746" y="851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0"/>
                  </a:lnTo>
                  <a:lnTo>
                    <a:pt x="758" y="850"/>
                  </a:lnTo>
                  <a:lnTo>
                    <a:pt x="761" y="848"/>
                  </a:lnTo>
                  <a:lnTo>
                    <a:pt x="762" y="848"/>
                  </a:lnTo>
                  <a:lnTo>
                    <a:pt x="764" y="847"/>
                  </a:lnTo>
                  <a:lnTo>
                    <a:pt x="767" y="846"/>
                  </a:lnTo>
                  <a:lnTo>
                    <a:pt x="768" y="845"/>
                  </a:lnTo>
                  <a:lnTo>
                    <a:pt x="770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6" y="840"/>
                  </a:lnTo>
                  <a:lnTo>
                    <a:pt x="779" y="838"/>
                  </a:lnTo>
                  <a:lnTo>
                    <a:pt x="781" y="835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90" y="829"/>
                  </a:lnTo>
                  <a:lnTo>
                    <a:pt x="792" y="826"/>
                  </a:lnTo>
                  <a:lnTo>
                    <a:pt x="794" y="823"/>
                  </a:lnTo>
                  <a:lnTo>
                    <a:pt x="798" y="820"/>
                  </a:lnTo>
                  <a:lnTo>
                    <a:pt x="802" y="816"/>
                  </a:lnTo>
                  <a:lnTo>
                    <a:pt x="805" y="812"/>
                  </a:lnTo>
                  <a:lnTo>
                    <a:pt x="809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0" y="798"/>
                  </a:lnTo>
                  <a:lnTo>
                    <a:pt x="823" y="794"/>
                  </a:lnTo>
                  <a:lnTo>
                    <a:pt x="826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6" y="781"/>
                  </a:lnTo>
                  <a:lnTo>
                    <a:pt x="838" y="779"/>
                  </a:lnTo>
                  <a:lnTo>
                    <a:pt x="840" y="776"/>
                  </a:lnTo>
                  <a:lnTo>
                    <a:pt x="841" y="774"/>
                  </a:lnTo>
                  <a:lnTo>
                    <a:pt x="842" y="773"/>
                  </a:lnTo>
                  <a:lnTo>
                    <a:pt x="844" y="770"/>
                  </a:lnTo>
                  <a:lnTo>
                    <a:pt x="845" y="768"/>
                  </a:lnTo>
                  <a:lnTo>
                    <a:pt x="846" y="767"/>
                  </a:lnTo>
                  <a:lnTo>
                    <a:pt x="847" y="764"/>
                  </a:lnTo>
                  <a:lnTo>
                    <a:pt x="848" y="762"/>
                  </a:lnTo>
                  <a:lnTo>
                    <a:pt x="848" y="761"/>
                  </a:lnTo>
                  <a:lnTo>
                    <a:pt x="850" y="758"/>
                  </a:lnTo>
                  <a:lnTo>
                    <a:pt x="850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1" y="749"/>
                  </a:lnTo>
                  <a:lnTo>
                    <a:pt x="851" y="746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4"/>
                  </a:lnTo>
                  <a:lnTo>
                    <a:pt x="851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0" y="95"/>
                  </a:lnTo>
                  <a:lnTo>
                    <a:pt x="850" y="92"/>
                  </a:lnTo>
                  <a:lnTo>
                    <a:pt x="848" y="91"/>
                  </a:lnTo>
                  <a:lnTo>
                    <a:pt x="848" y="89"/>
                  </a:lnTo>
                  <a:lnTo>
                    <a:pt x="847" y="86"/>
                  </a:lnTo>
                  <a:lnTo>
                    <a:pt x="846" y="85"/>
                  </a:lnTo>
                  <a:lnTo>
                    <a:pt x="845" y="83"/>
                  </a:lnTo>
                  <a:lnTo>
                    <a:pt x="844" y="80"/>
                  </a:lnTo>
                  <a:lnTo>
                    <a:pt x="842" y="79"/>
                  </a:lnTo>
                  <a:lnTo>
                    <a:pt x="841" y="77"/>
                  </a:lnTo>
                  <a:lnTo>
                    <a:pt x="840" y="74"/>
                  </a:lnTo>
                  <a:lnTo>
                    <a:pt x="838" y="72"/>
                  </a:lnTo>
                  <a:lnTo>
                    <a:pt x="836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6"/>
                  </a:lnTo>
                  <a:lnTo>
                    <a:pt x="820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09" y="42"/>
                  </a:lnTo>
                  <a:lnTo>
                    <a:pt x="805" y="38"/>
                  </a:lnTo>
                  <a:lnTo>
                    <a:pt x="802" y="35"/>
                  </a:lnTo>
                  <a:lnTo>
                    <a:pt x="798" y="31"/>
                  </a:lnTo>
                  <a:lnTo>
                    <a:pt x="794" y="29"/>
                  </a:lnTo>
                  <a:lnTo>
                    <a:pt x="792" y="25"/>
                  </a:lnTo>
                  <a:lnTo>
                    <a:pt x="790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5"/>
                  </a:lnTo>
                  <a:lnTo>
                    <a:pt x="779" y="13"/>
                  </a:lnTo>
                  <a:lnTo>
                    <a:pt x="776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0" y="7"/>
                  </a:lnTo>
                  <a:lnTo>
                    <a:pt x="768" y="6"/>
                  </a:lnTo>
                  <a:lnTo>
                    <a:pt x="767" y="5"/>
                  </a:lnTo>
                  <a:lnTo>
                    <a:pt x="764" y="3"/>
                  </a:lnTo>
                  <a:lnTo>
                    <a:pt x="762" y="3"/>
                  </a:lnTo>
                  <a:lnTo>
                    <a:pt x="761" y="2"/>
                  </a:lnTo>
                  <a:lnTo>
                    <a:pt x="758" y="2"/>
                  </a:lnTo>
                  <a:lnTo>
                    <a:pt x="756" y="1"/>
                  </a:lnTo>
                  <a:lnTo>
                    <a:pt x="754" y="1"/>
                  </a:lnTo>
                  <a:lnTo>
                    <a:pt x="751" y="1"/>
                  </a:lnTo>
                  <a:lnTo>
                    <a:pt x="749" y="0"/>
                  </a:lnTo>
                  <a:lnTo>
                    <a:pt x="746" y="0"/>
                  </a:lnTo>
                  <a:lnTo>
                    <a:pt x="744" y="0"/>
                  </a:lnTo>
                  <a:lnTo>
                    <a:pt x="742" y="0"/>
                  </a:lnTo>
                  <a:lnTo>
                    <a:pt x="738" y="0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3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1" y="0"/>
                  </a:lnTo>
                  <a:lnTo>
                    <a:pt x="679" y="0"/>
                  </a:lnTo>
                  <a:lnTo>
                    <a:pt x="675" y="0"/>
                  </a:lnTo>
                  <a:lnTo>
                    <a:pt x="673" y="0"/>
                  </a:lnTo>
                  <a:lnTo>
                    <a:pt x="669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4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77" name="Freeform 212">
              <a:extLst>
                <a:ext uri="{FF2B5EF4-FFF2-40B4-BE49-F238E27FC236}">
                  <a16:creationId xmlns:a16="http://schemas.microsoft.com/office/drawing/2014/main" id="{32DEA53D-4177-4046-B5C1-29155370E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910"/>
              <a:ext cx="421" cy="132"/>
            </a:xfrm>
            <a:custGeom>
              <a:avLst/>
              <a:gdLst>
                <a:gd name="T0" fmla="*/ 0 w 841"/>
                <a:gd name="T1" fmla="*/ 0 h 265"/>
                <a:gd name="T2" fmla="*/ 1 w 841"/>
                <a:gd name="T3" fmla="*/ 0 h 265"/>
                <a:gd name="T4" fmla="*/ 1 w 841"/>
                <a:gd name="T5" fmla="*/ 0 h 265"/>
                <a:gd name="T6" fmla="*/ 1 w 841"/>
                <a:gd name="T7" fmla="*/ 0 h 265"/>
                <a:gd name="T8" fmla="*/ 1 w 841"/>
                <a:gd name="T9" fmla="*/ 0 h 265"/>
                <a:gd name="T10" fmla="*/ 1 w 841"/>
                <a:gd name="T11" fmla="*/ 0 h 265"/>
                <a:gd name="T12" fmla="*/ 1 w 841"/>
                <a:gd name="T13" fmla="*/ 0 h 265"/>
                <a:gd name="T14" fmla="*/ 1 w 841"/>
                <a:gd name="T15" fmla="*/ 0 h 265"/>
                <a:gd name="T16" fmla="*/ 1 w 841"/>
                <a:gd name="T17" fmla="*/ 0 h 265"/>
                <a:gd name="T18" fmla="*/ 1 w 841"/>
                <a:gd name="T19" fmla="*/ 0 h 265"/>
                <a:gd name="T20" fmla="*/ 1 w 841"/>
                <a:gd name="T21" fmla="*/ 0 h 265"/>
                <a:gd name="T22" fmla="*/ 1 w 841"/>
                <a:gd name="T23" fmla="*/ 0 h 265"/>
                <a:gd name="T24" fmla="*/ 1 w 841"/>
                <a:gd name="T25" fmla="*/ 0 h 265"/>
                <a:gd name="T26" fmla="*/ 1 w 841"/>
                <a:gd name="T27" fmla="*/ 0 h 265"/>
                <a:gd name="T28" fmla="*/ 1 w 841"/>
                <a:gd name="T29" fmla="*/ 0 h 265"/>
                <a:gd name="T30" fmla="*/ 1 w 841"/>
                <a:gd name="T31" fmla="*/ 0 h 265"/>
                <a:gd name="T32" fmla="*/ 1 w 841"/>
                <a:gd name="T33" fmla="*/ 0 h 265"/>
                <a:gd name="T34" fmla="*/ 1 w 841"/>
                <a:gd name="T35" fmla="*/ 0 h 265"/>
                <a:gd name="T36" fmla="*/ 1 w 841"/>
                <a:gd name="T37" fmla="*/ 0 h 265"/>
                <a:gd name="T38" fmla="*/ 1 w 841"/>
                <a:gd name="T39" fmla="*/ 0 h 265"/>
                <a:gd name="T40" fmla="*/ 1 w 841"/>
                <a:gd name="T41" fmla="*/ 0 h 265"/>
                <a:gd name="T42" fmla="*/ 1 w 841"/>
                <a:gd name="T43" fmla="*/ 0 h 265"/>
                <a:gd name="T44" fmla="*/ 1 w 841"/>
                <a:gd name="T45" fmla="*/ 0 h 265"/>
                <a:gd name="T46" fmla="*/ 1 w 841"/>
                <a:gd name="T47" fmla="*/ 0 h 265"/>
                <a:gd name="T48" fmla="*/ 1 w 841"/>
                <a:gd name="T49" fmla="*/ 0 h 265"/>
                <a:gd name="T50" fmla="*/ 1 w 841"/>
                <a:gd name="T51" fmla="*/ 0 h 265"/>
                <a:gd name="T52" fmla="*/ 1 w 841"/>
                <a:gd name="T53" fmla="*/ 0 h 265"/>
                <a:gd name="T54" fmla="*/ 1 w 841"/>
                <a:gd name="T55" fmla="*/ 0 h 265"/>
                <a:gd name="T56" fmla="*/ 1 w 841"/>
                <a:gd name="T57" fmla="*/ 0 h 265"/>
                <a:gd name="T58" fmla="*/ 1 w 841"/>
                <a:gd name="T59" fmla="*/ 0 h 265"/>
                <a:gd name="T60" fmla="*/ 1 w 841"/>
                <a:gd name="T61" fmla="*/ 0 h 265"/>
                <a:gd name="T62" fmla="*/ 1 w 841"/>
                <a:gd name="T63" fmla="*/ 0 h 265"/>
                <a:gd name="T64" fmla="*/ 1 w 841"/>
                <a:gd name="T65" fmla="*/ 0 h 265"/>
                <a:gd name="T66" fmla="*/ 1 w 841"/>
                <a:gd name="T67" fmla="*/ 0 h 265"/>
                <a:gd name="T68" fmla="*/ 1 w 841"/>
                <a:gd name="T69" fmla="*/ 0 h 265"/>
                <a:gd name="T70" fmla="*/ 1 w 841"/>
                <a:gd name="T71" fmla="*/ 0 h 265"/>
                <a:gd name="T72" fmla="*/ 1 w 841"/>
                <a:gd name="T73" fmla="*/ 0 h 265"/>
                <a:gd name="T74" fmla="*/ 1 w 841"/>
                <a:gd name="T75" fmla="*/ 0 h 265"/>
                <a:gd name="T76" fmla="*/ 1 w 841"/>
                <a:gd name="T77" fmla="*/ 0 h 265"/>
                <a:gd name="T78" fmla="*/ 1 w 841"/>
                <a:gd name="T79" fmla="*/ 0 h 265"/>
                <a:gd name="T80" fmla="*/ 1 w 841"/>
                <a:gd name="T81" fmla="*/ 0 h 265"/>
                <a:gd name="T82" fmla="*/ 1 w 841"/>
                <a:gd name="T83" fmla="*/ 0 h 265"/>
                <a:gd name="T84" fmla="*/ 1 w 841"/>
                <a:gd name="T85" fmla="*/ 0 h 265"/>
                <a:gd name="T86" fmla="*/ 1 w 841"/>
                <a:gd name="T87" fmla="*/ 0 h 265"/>
                <a:gd name="T88" fmla="*/ 1 w 841"/>
                <a:gd name="T89" fmla="*/ 0 h 265"/>
                <a:gd name="T90" fmla="*/ 1 w 841"/>
                <a:gd name="T91" fmla="*/ 0 h 265"/>
                <a:gd name="T92" fmla="*/ 1 w 841"/>
                <a:gd name="T93" fmla="*/ 0 h 265"/>
                <a:gd name="T94" fmla="*/ 1 w 841"/>
                <a:gd name="T95" fmla="*/ 0 h 265"/>
                <a:gd name="T96" fmla="*/ 1 w 841"/>
                <a:gd name="T97" fmla="*/ 0 h 265"/>
                <a:gd name="T98" fmla="*/ 1 w 841"/>
                <a:gd name="T99" fmla="*/ 0 h 265"/>
                <a:gd name="T100" fmla="*/ 1 w 841"/>
                <a:gd name="T101" fmla="*/ 0 h 265"/>
                <a:gd name="T102" fmla="*/ 1 w 841"/>
                <a:gd name="T103" fmla="*/ 0 h 265"/>
                <a:gd name="T104" fmla="*/ 1 w 841"/>
                <a:gd name="T105" fmla="*/ 0 h 265"/>
                <a:gd name="T106" fmla="*/ 1 w 841"/>
                <a:gd name="T107" fmla="*/ 0 h 265"/>
                <a:gd name="T108" fmla="*/ 1 w 841"/>
                <a:gd name="T109" fmla="*/ 0 h 265"/>
                <a:gd name="T110" fmla="*/ 0 w 841"/>
                <a:gd name="T111" fmla="*/ 0 h 26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841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3"/>
                  </a:lnTo>
                  <a:lnTo>
                    <a:pt x="3" y="97"/>
                  </a:lnTo>
                  <a:lnTo>
                    <a:pt x="6" y="91"/>
                  </a:lnTo>
                  <a:lnTo>
                    <a:pt x="8" y="85"/>
                  </a:lnTo>
                  <a:lnTo>
                    <a:pt x="9" y="79"/>
                  </a:lnTo>
                  <a:lnTo>
                    <a:pt x="13" y="73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14" y="0"/>
                  </a:lnTo>
                  <a:lnTo>
                    <a:pt x="720" y="0"/>
                  </a:lnTo>
                  <a:lnTo>
                    <a:pt x="727" y="2"/>
                  </a:lnTo>
                  <a:lnTo>
                    <a:pt x="733" y="2"/>
                  </a:lnTo>
                  <a:lnTo>
                    <a:pt x="739" y="3"/>
                  </a:lnTo>
                  <a:lnTo>
                    <a:pt x="745" y="4"/>
                  </a:lnTo>
                  <a:lnTo>
                    <a:pt x="751" y="6"/>
                  </a:lnTo>
                  <a:lnTo>
                    <a:pt x="757" y="8"/>
                  </a:lnTo>
                  <a:lnTo>
                    <a:pt x="763" y="10"/>
                  </a:lnTo>
                  <a:lnTo>
                    <a:pt x="769" y="14"/>
                  </a:lnTo>
                  <a:lnTo>
                    <a:pt x="774" y="16"/>
                  </a:lnTo>
                  <a:lnTo>
                    <a:pt x="780" y="18"/>
                  </a:lnTo>
                  <a:lnTo>
                    <a:pt x="784" y="22"/>
                  </a:lnTo>
                  <a:lnTo>
                    <a:pt x="789" y="26"/>
                  </a:lnTo>
                  <a:lnTo>
                    <a:pt x="794" y="29"/>
                  </a:lnTo>
                  <a:lnTo>
                    <a:pt x="799" y="34"/>
                  </a:lnTo>
                  <a:lnTo>
                    <a:pt x="804" y="38"/>
                  </a:lnTo>
                  <a:lnTo>
                    <a:pt x="807" y="42"/>
                  </a:lnTo>
                  <a:lnTo>
                    <a:pt x="812" y="47"/>
                  </a:lnTo>
                  <a:lnTo>
                    <a:pt x="816" y="52"/>
                  </a:lnTo>
                  <a:lnTo>
                    <a:pt x="819" y="57"/>
                  </a:lnTo>
                  <a:lnTo>
                    <a:pt x="823" y="62"/>
                  </a:lnTo>
                  <a:lnTo>
                    <a:pt x="825" y="68"/>
                  </a:lnTo>
                  <a:lnTo>
                    <a:pt x="829" y="73"/>
                  </a:lnTo>
                  <a:lnTo>
                    <a:pt x="831" y="79"/>
                  </a:lnTo>
                  <a:lnTo>
                    <a:pt x="834" y="85"/>
                  </a:lnTo>
                  <a:lnTo>
                    <a:pt x="835" y="91"/>
                  </a:lnTo>
                  <a:lnTo>
                    <a:pt x="837" y="97"/>
                  </a:lnTo>
                  <a:lnTo>
                    <a:pt x="839" y="103"/>
                  </a:lnTo>
                  <a:lnTo>
                    <a:pt x="840" y="109"/>
                  </a:lnTo>
                  <a:lnTo>
                    <a:pt x="841" y="116"/>
                  </a:lnTo>
                  <a:lnTo>
                    <a:pt x="841" y="122"/>
                  </a:lnTo>
                  <a:lnTo>
                    <a:pt x="841" y="128"/>
                  </a:lnTo>
                  <a:lnTo>
                    <a:pt x="841" y="137"/>
                  </a:lnTo>
                  <a:lnTo>
                    <a:pt x="841" y="143"/>
                  </a:lnTo>
                  <a:lnTo>
                    <a:pt x="841" y="151"/>
                  </a:lnTo>
                  <a:lnTo>
                    <a:pt x="840" y="157"/>
                  </a:lnTo>
                  <a:lnTo>
                    <a:pt x="839" y="163"/>
                  </a:lnTo>
                  <a:lnTo>
                    <a:pt x="837" y="169"/>
                  </a:lnTo>
                  <a:lnTo>
                    <a:pt x="835" y="175"/>
                  </a:lnTo>
                  <a:lnTo>
                    <a:pt x="834" y="181"/>
                  </a:lnTo>
                  <a:lnTo>
                    <a:pt x="831" y="187"/>
                  </a:lnTo>
                  <a:lnTo>
                    <a:pt x="829" y="193"/>
                  </a:lnTo>
                  <a:lnTo>
                    <a:pt x="825" y="198"/>
                  </a:lnTo>
                  <a:lnTo>
                    <a:pt x="823" y="204"/>
                  </a:lnTo>
                  <a:lnTo>
                    <a:pt x="819" y="208"/>
                  </a:lnTo>
                  <a:lnTo>
                    <a:pt x="816" y="213"/>
                  </a:lnTo>
                  <a:lnTo>
                    <a:pt x="812" y="218"/>
                  </a:lnTo>
                  <a:lnTo>
                    <a:pt x="807" y="223"/>
                  </a:lnTo>
                  <a:lnTo>
                    <a:pt x="804" y="228"/>
                  </a:lnTo>
                  <a:lnTo>
                    <a:pt x="799" y="231"/>
                  </a:lnTo>
                  <a:lnTo>
                    <a:pt x="794" y="236"/>
                  </a:lnTo>
                  <a:lnTo>
                    <a:pt x="789" y="240"/>
                  </a:lnTo>
                  <a:lnTo>
                    <a:pt x="784" y="243"/>
                  </a:lnTo>
                  <a:lnTo>
                    <a:pt x="780" y="247"/>
                  </a:lnTo>
                  <a:lnTo>
                    <a:pt x="774" y="249"/>
                  </a:lnTo>
                  <a:lnTo>
                    <a:pt x="769" y="253"/>
                  </a:lnTo>
                  <a:lnTo>
                    <a:pt x="763" y="255"/>
                  </a:lnTo>
                  <a:lnTo>
                    <a:pt x="757" y="258"/>
                  </a:lnTo>
                  <a:lnTo>
                    <a:pt x="751" y="259"/>
                  </a:lnTo>
                  <a:lnTo>
                    <a:pt x="745" y="261"/>
                  </a:lnTo>
                  <a:lnTo>
                    <a:pt x="739" y="262"/>
                  </a:lnTo>
                  <a:lnTo>
                    <a:pt x="733" y="264"/>
                  </a:lnTo>
                  <a:lnTo>
                    <a:pt x="727" y="264"/>
                  </a:lnTo>
                  <a:lnTo>
                    <a:pt x="720" y="265"/>
                  </a:lnTo>
                  <a:lnTo>
                    <a:pt x="714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4"/>
                  </a:lnTo>
                  <a:lnTo>
                    <a:pt x="15" y="198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78" name="Rectangle 216">
              <a:extLst>
                <a:ext uri="{FF2B5EF4-FFF2-40B4-BE49-F238E27FC236}">
                  <a16:creationId xmlns:a16="http://schemas.microsoft.com/office/drawing/2014/main" id="{A20E8479-5047-4A02-B26D-0212B3472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79" name="Rectangle 217">
              <a:extLst>
                <a:ext uri="{FF2B5EF4-FFF2-40B4-BE49-F238E27FC236}">
                  <a16:creationId xmlns:a16="http://schemas.microsoft.com/office/drawing/2014/main" id="{AEB4F0F5-F6EF-43B6-843C-D785FD14A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0" y="1763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80" name="Rectangle 218">
              <a:extLst>
                <a:ext uri="{FF2B5EF4-FFF2-40B4-BE49-F238E27FC236}">
                  <a16:creationId xmlns:a16="http://schemas.microsoft.com/office/drawing/2014/main" id="{B860C8C1-3819-4F1C-AB95-9B012D201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" y="1818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1378" name="Group 316">
            <a:extLst>
              <a:ext uri="{FF2B5EF4-FFF2-40B4-BE49-F238E27FC236}">
                <a16:creationId xmlns:a16="http://schemas.microsoft.com/office/drawing/2014/main" id="{A07CDCE0-E217-4FBC-B91F-CD7330714306}"/>
              </a:ext>
            </a:extLst>
          </p:cNvPr>
          <p:cNvGrpSpPr>
            <a:grpSpLocks/>
          </p:cNvGrpSpPr>
          <p:nvPr/>
        </p:nvGrpSpPr>
        <p:grpSpPr bwMode="auto">
          <a:xfrm>
            <a:off x="6189663" y="152400"/>
            <a:ext cx="2268537" cy="2620963"/>
            <a:chOff x="429" y="2045"/>
            <a:chExt cx="1429" cy="1651"/>
          </a:xfrm>
        </p:grpSpPr>
        <p:sp>
          <p:nvSpPr>
            <p:cNvPr id="101493" name="Rectangle 133">
              <a:extLst>
                <a:ext uri="{FF2B5EF4-FFF2-40B4-BE49-F238E27FC236}">
                  <a16:creationId xmlns:a16="http://schemas.microsoft.com/office/drawing/2014/main" id="{F34FE4B8-62A7-48AC-9117-082792A9A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369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94" name="Line 134">
              <a:extLst>
                <a:ext uri="{FF2B5EF4-FFF2-40B4-BE49-F238E27FC236}">
                  <a16:creationId xmlns:a16="http://schemas.microsoft.com/office/drawing/2014/main" id="{1ABE422A-88BC-4D22-B8FB-B832A375FE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2622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95" name="Line 135">
              <a:extLst>
                <a:ext uri="{FF2B5EF4-FFF2-40B4-BE49-F238E27FC236}">
                  <a16:creationId xmlns:a16="http://schemas.microsoft.com/office/drawing/2014/main" id="{5DD12A3B-C2B9-4CAF-BE2D-8358122EFB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96" name="Line 136">
              <a:extLst>
                <a:ext uri="{FF2B5EF4-FFF2-40B4-BE49-F238E27FC236}">
                  <a16:creationId xmlns:a16="http://schemas.microsoft.com/office/drawing/2014/main" id="{DD7C7460-6DB5-4095-A456-243104882F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" y="2117"/>
              <a:ext cx="252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97" name="Rectangle 137">
              <a:extLst>
                <a:ext uri="{FF2B5EF4-FFF2-40B4-BE49-F238E27FC236}">
                  <a16:creationId xmlns:a16="http://schemas.microsoft.com/office/drawing/2014/main" id="{0BFBBDCB-9FBB-411B-9B39-B2406D865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98" name="Rectangle 138">
              <a:extLst>
                <a:ext uri="{FF2B5EF4-FFF2-40B4-BE49-F238E27FC236}">
                  <a16:creationId xmlns:a16="http://schemas.microsoft.com/office/drawing/2014/main" id="{BA88E273-C754-4C58-96C2-5D4757BE8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99" name="Rectangle 139">
              <a:extLst>
                <a:ext uri="{FF2B5EF4-FFF2-40B4-BE49-F238E27FC236}">
                  <a16:creationId xmlns:a16="http://schemas.microsoft.com/office/drawing/2014/main" id="{4FEB0BF3-39C8-43AE-8BF5-850BC5D08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00" name="Rectangle 140">
              <a:extLst>
                <a:ext uri="{FF2B5EF4-FFF2-40B4-BE49-F238E27FC236}">
                  <a16:creationId xmlns:a16="http://schemas.microsoft.com/office/drawing/2014/main" id="{2EFCFD63-433A-43E2-8421-5ACB7F849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01" name="Rectangle 141">
              <a:extLst>
                <a:ext uri="{FF2B5EF4-FFF2-40B4-BE49-F238E27FC236}">
                  <a16:creationId xmlns:a16="http://schemas.microsoft.com/office/drawing/2014/main" id="{73585D89-FA79-4601-BCC1-EB75A4056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02" name="Rectangle 142">
              <a:extLst>
                <a:ext uri="{FF2B5EF4-FFF2-40B4-BE49-F238E27FC236}">
                  <a16:creationId xmlns:a16="http://schemas.microsoft.com/office/drawing/2014/main" id="{7F8C1B2F-917B-4959-90DC-B945953FD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03" name="Rectangle 143">
              <a:extLst>
                <a:ext uri="{FF2B5EF4-FFF2-40B4-BE49-F238E27FC236}">
                  <a16:creationId xmlns:a16="http://schemas.microsoft.com/office/drawing/2014/main" id="{8D68B64F-BC81-4FB4-9141-E060B71AA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04" name="Rectangle 144">
              <a:extLst>
                <a:ext uri="{FF2B5EF4-FFF2-40B4-BE49-F238E27FC236}">
                  <a16:creationId xmlns:a16="http://schemas.microsoft.com/office/drawing/2014/main" id="{1A1F6246-E346-4ABB-A6D9-CEA60EE95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369"/>
              <a:ext cx="505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05" name="Line 145">
              <a:extLst>
                <a:ext uri="{FF2B5EF4-FFF2-40B4-BE49-F238E27FC236}">
                  <a16:creationId xmlns:a16="http://schemas.microsoft.com/office/drawing/2014/main" id="{585C26DE-6FF5-4ED8-BA97-38F7479AD3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2622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06" name="Line 146">
              <a:extLst>
                <a:ext uri="{FF2B5EF4-FFF2-40B4-BE49-F238E27FC236}">
                  <a16:creationId xmlns:a16="http://schemas.microsoft.com/office/drawing/2014/main" id="{ACBCF51F-5019-4CC2-A3B8-EA79C1F08C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07" name="Rectangle 147">
              <a:extLst>
                <a:ext uri="{FF2B5EF4-FFF2-40B4-BE49-F238E27FC236}">
                  <a16:creationId xmlns:a16="http://schemas.microsoft.com/office/drawing/2014/main" id="{8D5D7261-EE49-4D2C-8300-A467B2757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08" name="Rectangle 148">
              <a:extLst>
                <a:ext uri="{FF2B5EF4-FFF2-40B4-BE49-F238E27FC236}">
                  <a16:creationId xmlns:a16="http://schemas.microsoft.com/office/drawing/2014/main" id="{27A712D4-3A15-4AB6-B737-3C4EADC90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09" name="Rectangle 149">
              <a:extLst>
                <a:ext uri="{FF2B5EF4-FFF2-40B4-BE49-F238E27FC236}">
                  <a16:creationId xmlns:a16="http://schemas.microsoft.com/office/drawing/2014/main" id="{A09CDC84-861E-482A-8DAE-279085C9F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10" name="Rectangle 150">
              <a:extLst>
                <a:ext uri="{FF2B5EF4-FFF2-40B4-BE49-F238E27FC236}">
                  <a16:creationId xmlns:a16="http://schemas.microsoft.com/office/drawing/2014/main" id="{695E419E-7EFC-432C-A98A-BFDFA0D3D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11" name="Rectangle 151">
              <a:extLst>
                <a:ext uri="{FF2B5EF4-FFF2-40B4-BE49-F238E27FC236}">
                  <a16:creationId xmlns:a16="http://schemas.microsoft.com/office/drawing/2014/main" id="{1B44BB30-4E36-434B-B824-71B3C0B4B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12" name="Rectangle 152">
              <a:extLst>
                <a:ext uri="{FF2B5EF4-FFF2-40B4-BE49-F238E27FC236}">
                  <a16:creationId xmlns:a16="http://schemas.microsoft.com/office/drawing/2014/main" id="{378CA6C6-6193-491B-9123-A994F61D4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13" name="Rectangle 153">
              <a:extLst>
                <a:ext uri="{FF2B5EF4-FFF2-40B4-BE49-F238E27FC236}">
                  <a16:creationId xmlns:a16="http://schemas.microsoft.com/office/drawing/2014/main" id="{B8D5C259-4CD1-4E8B-9B0D-6ED58218C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14" name="Rectangle 154">
              <a:extLst>
                <a:ext uri="{FF2B5EF4-FFF2-40B4-BE49-F238E27FC236}">
                  <a16:creationId xmlns:a16="http://schemas.microsoft.com/office/drawing/2014/main" id="{993C8B41-903F-4580-B316-EFC8ACADC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15" name="Rectangle 155">
              <a:extLst>
                <a:ext uri="{FF2B5EF4-FFF2-40B4-BE49-F238E27FC236}">
                  <a16:creationId xmlns:a16="http://schemas.microsoft.com/office/drawing/2014/main" id="{FE4DE8EF-2779-42B0-84BA-EE5E22250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886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16" name="Line 156">
              <a:extLst>
                <a:ext uri="{FF2B5EF4-FFF2-40B4-BE49-F238E27FC236}">
                  <a16:creationId xmlns:a16="http://schemas.microsoft.com/office/drawing/2014/main" id="{F312601A-3B29-4234-BAC7-318248F9E6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3138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17" name="Line 157">
              <a:extLst>
                <a:ext uri="{FF2B5EF4-FFF2-40B4-BE49-F238E27FC236}">
                  <a16:creationId xmlns:a16="http://schemas.microsoft.com/office/drawing/2014/main" id="{65B67D5E-A613-4AA5-A7CA-0799C36937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18" name="Rectangle 158">
              <a:extLst>
                <a:ext uri="{FF2B5EF4-FFF2-40B4-BE49-F238E27FC236}">
                  <a16:creationId xmlns:a16="http://schemas.microsoft.com/office/drawing/2014/main" id="{2FE4FF9D-98A1-4DF9-B475-6191E036F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19" name="Rectangle 159">
              <a:extLst>
                <a:ext uri="{FF2B5EF4-FFF2-40B4-BE49-F238E27FC236}">
                  <a16:creationId xmlns:a16="http://schemas.microsoft.com/office/drawing/2014/main" id="{D5021EAE-7CD0-41E6-A8B3-D5D6B35CE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886"/>
              <a:ext cx="505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20" name="Line 160">
              <a:extLst>
                <a:ext uri="{FF2B5EF4-FFF2-40B4-BE49-F238E27FC236}">
                  <a16:creationId xmlns:a16="http://schemas.microsoft.com/office/drawing/2014/main" id="{FD05BA28-1ADF-4475-A127-2B26B2FCDC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3138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21" name="Line 161">
              <a:extLst>
                <a:ext uri="{FF2B5EF4-FFF2-40B4-BE49-F238E27FC236}">
                  <a16:creationId xmlns:a16="http://schemas.microsoft.com/office/drawing/2014/main" id="{6B61A1BD-0D88-4634-B2F8-DEE490D09D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22" name="Rectangle 162">
              <a:extLst>
                <a:ext uri="{FF2B5EF4-FFF2-40B4-BE49-F238E27FC236}">
                  <a16:creationId xmlns:a16="http://schemas.microsoft.com/office/drawing/2014/main" id="{D4ED062F-B6C1-4C1B-BC69-F8280DC8A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23" name="Rectangle 163">
              <a:extLst>
                <a:ext uri="{FF2B5EF4-FFF2-40B4-BE49-F238E27FC236}">
                  <a16:creationId xmlns:a16="http://schemas.microsoft.com/office/drawing/2014/main" id="{AD167084-7122-43C1-9FC7-CA8F29118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24" name="Rectangle 164">
              <a:extLst>
                <a:ext uri="{FF2B5EF4-FFF2-40B4-BE49-F238E27FC236}">
                  <a16:creationId xmlns:a16="http://schemas.microsoft.com/office/drawing/2014/main" id="{AC4781AD-775F-4B99-9773-0C963BDE5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25" name="Rectangle 165">
              <a:extLst>
                <a:ext uri="{FF2B5EF4-FFF2-40B4-BE49-F238E27FC236}">
                  <a16:creationId xmlns:a16="http://schemas.microsoft.com/office/drawing/2014/main" id="{A1133629-CAE0-438B-8879-73E1C8199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26" name="Rectangle 166">
              <a:extLst>
                <a:ext uri="{FF2B5EF4-FFF2-40B4-BE49-F238E27FC236}">
                  <a16:creationId xmlns:a16="http://schemas.microsoft.com/office/drawing/2014/main" id="{96FF1194-38F0-411C-90B7-84050CE8F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27" name="Rectangle 167">
              <a:extLst>
                <a:ext uri="{FF2B5EF4-FFF2-40B4-BE49-F238E27FC236}">
                  <a16:creationId xmlns:a16="http://schemas.microsoft.com/office/drawing/2014/main" id="{53D4F048-225D-4954-84F1-E8F6D0110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44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28" name="Rectangle 168">
              <a:extLst>
                <a:ext uri="{FF2B5EF4-FFF2-40B4-BE49-F238E27FC236}">
                  <a16:creationId xmlns:a16="http://schemas.microsoft.com/office/drawing/2014/main" id="{CF6EACEF-C6EB-4731-9A6D-D881606B8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700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29" name="Rectangle 169">
              <a:extLst>
                <a:ext uri="{FF2B5EF4-FFF2-40B4-BE49-F238E27FC236}">
                  <a16:creationId xmlns:a16="http://schemas.microsoft.com/office/drawing/2014/main" id="{BF53ED50-9CD3-42A2-A726-C1D2B9CFB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956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30" name="Rectangle 174">
              <a:extLst>
                <a:ext uri="{FF2B5EF4-FFF2-40B4-BE49-F238E27FC236}">
                  <a16:creationId xmlns:a16="http://schemas.microsoft.com/office/drawing/2014/main" id="{22EA67DE-B38B-4361-B9D3-895DFCF03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3211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31" name="Rectangle 211">
              <a:extLst>
                <a:ext uri="{FF2B5EF4-FFF2-40B4-BE49-F238E27FC236}">
                  <a16:creationId xmlns:a16="http://schemas.microsoft.com/office/drawing/2014/main" id="{4E74AA76-EAC1-4806-B7BB-12C37BF92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8" y="3534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(b)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32" name="Freeform 213">
              <a:extLst>
                <a:ext uri="{FF2B5EF4-FFF2-40B4-BE49-F238E27FC236}">
                  <a16:creationId xmlns:a16="http://schemas.microsoft.com/office/drawing/2014/main" id="{070A3457-B927-42C9-A6AA-3EBE10555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412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3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4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2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1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2" y="1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2"/>
                  </a:lnTo>
                  <a:lnTo>
                    <a:pt x="94" y="2"/>
                  </a:lnTo>
                  <a:lnTo>
                    <a:pt x="91" y="3"/>
                  </a:lnTo>
                  <a:lnTo>
                    <a:pt x="89" y="3"/>
                  </a:lnTo>
                  <a:lnTo>
                    <a:pt x="88" y="5"/>
                  </a:lnTo>
                  <a:lnTo>
                    <a:pt x="85" y="6"/>
                  </a:lnTo>
                  <a:lnTo>
                    <a:pt x="83" y="7"/>
                  </a:lnTo>
                  <a:lnTo>
                    <a:pt x="82" y="8"/>
                  </a:lnTo>
                  <a:lnTo>
                    <a:pt x="79" y="10"/>
                  </a:lnTo>
                  <a:lnTo>
                    <a:pt x="77" y="11"/>
                  </a:lnTo>
                  <a:lnTo>
                    <a:pt x="75" y="12"/>
                  </a:lnTo>
                  <a:lnTo>
                    <a:pt x="72" y="14"/>
                  </a:lnTo>
                  <a:lnTo>
                    <a:pt x="71" y="17"/>
                  </a:lnTo>
                  <a:lnTo>
                    <a:pt x="69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6"/>
                  </a:lnTo>
                  <a:lnTo>
                    <a:pt x="56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7" y="40"/>
                  </a:lnTo>
                  <a:lnTo>
                    <a:pt x="42" y="43"/>
                  </a:lnTo>
                  <a:lnTo>
                    <a:pt x="38" y="47"/>
                  </a:lnTo>
                  <a:lnTo>
                    <a:pt x="35" y="50"/>
                  </a:lnTo>
                  <a:lnTo>
                    <a:pt x="31" y="54"/>
                  </a:lnTo>
                  <a:lnTo>
                    <a:pt x="29" y="58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3" y="73"/>
                  </a:lnTo>
                  <a:lnTo>
                    <a:pt x="12" y="76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2"/>
                  </a:lnTo>
                  <a:lnTo>
                    <a:pt x="6" y="84"/>
                  </a:lnTo>
                  <a:lnTo>
                    <a:pt x="5" y="85"/>
                  </a:lnTo>
                  <a:lnTo>
                    <a:pt x="5" y="88"/>
                  </a:lnTo>
                  <a:lnTo>
                    <a:pt x="4" y="90"/>
                  </a:lnTo>
                  <a:lnTo>
                    <a:pt x="2" y="91"/>
                  </a:lnTo>
                  <a:lnTo>
                    <a:pt x="2" y="94"/>
                  </a:lnTo>
                  <a:lnTo>
                    <a:pt x="1" y="96"/>
                  </a:lnTo>
                  <a:lnTo>
                    <a:pt x="1" y="98"/>
                  </a:lnTo>
                  <a:lnTo>
                    <a:pt x="1" y="101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0" y="736"/>
                  </a:lnTo>
                  <a:lnTo>
                    <a:pt x="0" y="739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8"/>
                  </a:lnTo>
                  <a:lnTo>
                    <a:pt x="0" y="750"/>
                  </a:lnTo>
                  <a:lnTo>
                    <a:pt x="1" y="752"/>
                  </a:lnTo>
                  <a:lnTo>
                    <a:pt x="1" y="755"/>
                  </a:lnTo>
                  <a:lnTo>
                    <a:pt x="1" y="757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4" y="763"/>
                  </a:lnTo>
                  <a:lnTo>
                    <a:pt x="5" y="766"/>
                  </a:lnTo>
                  <a:lnTo>
                    <a:pt x="5" y="767"/>
                  </a:lnTo>
                  <a:lnTo>
                    <a:pt x="6" y="769"/>
                  </a:lnTo>
                  <a:lnTo>
                    <a:pt x="7" y="772"/>
                  </a:lnTo>
                  <a:lnTo>
                    <a:pt x="8" y="773"/>
                  </a:lnTo>
                  <a:lnTo>
                    <a:pt x="11" y="775"/>
                  </a:lnTo>
                  <a:lnTo>
                    <a:pt x="12" y="778"/>
                  </a:lnTo>
                  <a:lnTo>
                    <a:pt x="13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3" y="790"/>
                  </a:lnTo>
                  <a:lnTo>
                    <a:pt x="25" y="792"/>
                  </a:lnTo>
                  <a:lnTo>
                    <a:pt x="29" y="796"/>
                  </a:lnTo>
                  <a:lnTo>
                    <a:pt x="31" y="799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10"/>
                  </a:lnTo>
                  <a:lnTo>
                    <a:pt x="47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6" y="823"/>
                  </a:lnTo>
                  <a:lnTo>
                    <a:pt x="60" y="827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9" y="834"/>
                  </a:lnTo>
                  <a:lnTo>
                    <a:pt x="71" y="837"/>
                  </a:lnTo>
                  <a:lnTo>
                    <a:pt x="72" y="839"/>
                  </a:lnTo>
                  <a:lnTo>
                    <a:pt x="75" y="840"/>
                  </a:lnTo>
                  <a:lnTo>
                    <a:pt x="77" y="841"/>
                  </a:lnTo>
                  <a:lnTo>
                    <a:pt x="79" y="844"/>
                  </a:lnTo>
                  <a:lnTo>
                    <a:pt x="82" y="845"/>
                  </a:lnTo>
                  <a:lnTo>
                    <a:pt x="83" y="846"/>
                  </a:lnTo>
                  <a:lnTo>
                    <a:pt x="85" y="847"/>
                  </a:lnTo>
                  <a:lnTo>
                    <a:pt x="88" y="847"/>
                  </a:lnTo>
                  <a:lnTo>
                    <a:pt x="89" y="849"/>
                  </a:lnTo>
                  <a:lnTo>
                    <a:pt x="91" y="850"/>
                  </a:lnTo>
                  <a:lnTo>
                    <a:pt x="94" y="850"/>
                  </a:lnTo>
                  <a:lnTo>
                    <a:pt x="95" y="851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1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2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4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7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7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3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8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2"/>
                  </a:lnTo>
                  <a:lnTo>
                    <a:pt x="746" y="852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1"/>
                  </a:lnTo>
                  <a:lnTo>
                    <a:pt x="758" y="850"/>
                  </a:lnTo>
                  <a:lnTo>
                    <a:pt x="761" y="850"/>
                  </a:lnTo>
                  <a:lnTo>
                    <a:pt x="762" y="849"/>
                  </a:lnTo>
                  <a:lnTo>
                    <a:pt x="764" y="847"/>
                  </a:lnTo>
                  <a:lnTo>
                    <a:pt x="767" y="847"/>
                  </a:lnTo>
                  <a:lnTo>
                    <a:pt x="768" y="846"/>
                  </a:lnTo>
                  <a:lnTo>
                    <a:pt x="771" y="845"/>
                  </a:lnTo>
                  <a:lnTo>
                    <a:pt x="773" y="844"/>
                  </a:lnTo>
                  <a:lnTo>
                    <a:pt x="774" y="841"/>
                  </a:lnTo>
                  <a:lnTo>
                    <a:pt x="777" y="840"/>
                  </a:lnTo>
                  <a:lnTo>
                    <a:pt x="779" y="839"/>
                  </a:lnTo>
                  <a:lnTo>
                    <a:pt x="781" y="837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8" y="821"/>
                  </a:lnTo>
                  <a:lnTo>
                    <a:pt x="802" y="817"/>
                  </a:lnTo>
                  <a:lnTo>
                    <a:pt x="805" y="814"/>
                  </a:lnTo>
                  <a:lnTo>
                    <a:pt x="809" y="810"/>
                  </a:lnTo>
                  <a:lnTo>
                    <a:pt x="813" y="805"/>
                  </a:lnTo>
                  <a:lnTo>
                    <a:pt x="816" y="802"/>
                  </a:lnTo>
                  <a:lnTo>
                    <a:pt x="820" y="799"/>
                  </a:lnTo>
                  <a:lnTo>
                    <a:pt x="823" y="796"/>
                  </a:lnTo>
                  <a:lnTo>
                    <a:pt x="826" y="792"/>
                  </a:lnTo>
                  <a:lnTo>
                    <a:pt x="829" y="790"/>
                  </a:lnTo>
                  <a:lnTo>
                    <a:pt x="832" y="787"/>
                  </a:lnTo>
                  <a:lnTo>
                    <a:pt x="834" y="785"/>
                  </a:lnTo>
                  <a:lnTo>
                    <a:pt x="835" y="782"/>
                  </a:lnTo>
                  <a:lnTo>
                    <a:pt x="838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4" y="772"/>
                  </a:lnTo>
                  <a:lnTo>
                    <a:pt x="845" y="769"/>
                  </a:lnTo>
                  <a:lnTo>
                    <a:pt x="846" y="767"/>
                  </a:lnTo>
                  <a:lnTo>
                    <a:pt x="847" y="766"/>
                  </a:lnTo>
                  <a:lnTo>
                    <a:pt x="849" y="763"/>
                  </a:lnTo>
                  <a:lnTo>
                    <a:pt x="849" y="761"/>
                  </a:lnTo>
                  <a:lnTo>
                    <a:pt x="850" y="758"/>
                  </a:lnTo>
                  <a:lnTo>
                    <a:pt x="850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1" y="750"/>
                  </a:lnTo>
                  <a:lnTo>
                    <a:pt x="851" y="748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6"/>
                  </a:lnTo>
                  <a:lnTo>
                    <a:pt x="851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0" y="96"/>
                  </a:lnTo>
                  <a:lnTo>
                    <a:pt x="850" y="94"/>
                  </a:lnTo>
                  <a:lnTo>
                    <a:pt x="849" y="91"/>
                  </a:lnTo>
                  <a:lnTo>
                    <a:pt x="849" y="90"/>
                  </a:lnTo>
                  <a:lnTo>
                    <a:pt x="847" y="88"/>
                  </a:lnTo>
                  <a:lnTo>
                    <a:pt x="846" y="85"/>
                  </a:lnTo>
                  <a:lnTo>
                    <a:pt x="845" y="84"/>
                  </a:lnTo>
                  <a:lnTo>
                    <a:pt x="844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8" y="73"/>
                  </a:lnTo>
                  <a:lnTo>
                    <a:pt x="835" y="71"/>
                  </a:lnTo>
                  <a:lnTo>
                    <a:pt x="834" y="68"/>
                  </a:lnTo>
                  <a:lnTo>
                    <a:pt x="832" y="66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8"/>
                  </a:lnTo>
                  <a:lnTo>
                    <a:pt x="820" y="54"/>
                  </a:lnTo>
                  <a:lnTo>
                    <a:pt x="816" y="50"/>
                  </a:lnTo>
                  <a:lnTo>
                    <a:pt x="813" y="47"/>
                  </a:lnTo>
                  <a:lnTo>
                    <a:pt x="809" y="43"/>
                  </a:lnTo>
                  <a:lnTo>
                    <a:pt x="805" y="40"/>
                  </a:lnTo>
                  <a:lnTo>
                    <a:pt x="802" y="36"/>
                  </a:lnTo>
                  <a:lnTo>
                    <a:pt x="798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7"/>
                  </a:lnTo>
                  <a:lnTo>
                    <a:pt x="779" y="14"/>
                  </a:lnTo>
                  <a:lnTo>
                    <a:pt x="777" y="12"/>
                  </a:lnTo>
                  <a:lnTo>
                    <a:pt x="774" y="11"/>
                  </a:lnTo>
                  <a:lnTo>
                    <a:pt x="773" y="10"/>
                  </a:lnTo>
                  <a:lnTo>
                    <a:pt x="771" y="8"/>
                  </a:lnTo>
                  <a:lnTo>
                    <a:pt x="768" y="7"/>
                  </a:lnTo>
                  <a:lnTo>
                    <a:pt x="767" y="6"/>
                  </a:lnTo>
                  <a:lnTo>
                    <a:pt x="764" y="5"/>
                  </a:lnTo>
                  <a:lnTo>
                    <a:pt x="762" y="3"/>
                  </a:lnTo>
                  <a:lnTo>
                    <a:pt x="761" y="3"/>
                  </a:lnTo>
                  <a:lnTo>
                    <a:pt x="758" y="2"/>
                  </a:lnTo>
                  <a:lnTo>
                    <a:pt x="756" y="2"/>
                  </a:lnTo>
                  <a:lnTo>
                    <a:pt x="754" y="2"/>
                  </a:lnTo>
                  <a:lnTo>
                    <a:pt x="751" y="1"/>
                  </a:lnTo>
                  <a:lnTo>
                    <a:pt x="749" y="1"/>
                  </a:lnTo>
                  <a:lnTo>
                    <a:pt x="746" y="1"/>
                  </a:lnTo>
                  <a:lnTo>
                    <a:pt x="744" y="1"/>
                  </a:lnTo>
                  <a:lnTo>
                    <a:pt x="742" y="1"/>
                  </a:lnTo>
                  <a:lnTo>
                    <a:pt x="738" y="1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1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5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7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4" y="0"/>
                  </a:lnTo>
                  <a:lnTo>
                    <a:pt x="492" y="0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33" name="Freeform 214">
              <a:extLst>
                <a:ext uri="{FF2B5EF4-FFF2-40B4-BE49-F238E27FC236}">
                  <a16:creationId xmlns:a16="http://schemas.microsoft.com/office/drawing/2014/main" id="{A44A04E0-E277-45AB-B553-C2317CB48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924"/>
              <a:ext cx="426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5" y="0"/>
                  </a:lnTo>
                  <a:lnTo>
                    <a:pt x="462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6" y="0"/>
                  </a:lnTo>
                  <a:lnTo>
                    <a:pt x="442" y="0"/>
                  </a:lnTo>
                  <a:lnTo>
                    <a:pt x="440" y="0"/>
                  </a:lnTo>
                  <a:lnTo>
                    <a:pt x="436" y="0"/>
                  </a:lnTo>
                  <a:lnTo>
                    <a:pt x="434" y="0"/>
                  </a:lnTo>
                  <a:lnTo>
                    <a:pt x="430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6" y="0"/>
                  </a:lnTo>
                  <a:lnTo>
                    <a:pt x="412" y="0"/>
                  </a:lnTo>
                  <a:lnTo>
                    <a:pt x="408" y="0"/>
                  </a:lnTo>
                  <a:lnTo>
                    <a:pt x="403" y="0"/>
                  </a:lnTo>
                  <a:lnTo>
                    <a:pt x="398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4" y="0"/>
                  </a:lnTo>
                  <a:lnTo>
                    <a:pt x="367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1" y="0"/>
                  </a:lnTo>
                  <a:lnTo>
                    <a:pt x="332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7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8" y="0"/>
                  </a:lnTo>
                  <a:lnTo>
                    <a:pt x="239" y="0"/>
                  </a:lnTo>
                  <a:lnTo>
                    <a:pt x="232" y="0"/>
                  </a:lnTo>
                  <a:lnTo>
                    <a:pt x="225" y="0"/>
                  </a:lnTo>
                  <a:lnTo>
                    <a:pt x="218" y="0"/>
                  </a:lnTo>
                  <a:lnTo>
                    <a:pt x="212" y="0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6" y="0"/>
                  </a:lnTo>
                  <a:lnTo>
                    <a:pt x="182" y="0"/>
                  </a:lnTo>
                  <a:lnTo>
                    <a:pt x="178" y="0"/>
                  </a:lnTo>
                  <a:lnTo>
                    <a:pt x="174" y="0"/>
                  </a:lnTo>
                  <a:lnTo>
                    <a:pt x="171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9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99" y="1"/>
                  </a:lnTo>
                  <a:lnTo>
                    <a:pt x="96" y="1"/>
                  </a:lnTo>
                  <a:lnTo>
                    <a:pt x="94" y="2"/>
                  </a:lnTo>
                  <a:lnTo>
                    <a:pt x="93" y="2"/>
                  </a:lnTo>
                  <a:lnTo>
                    <a:pt x="90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4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8" y="9"/>
                  </a:lnTo>
                  <a:lnTo>
                    <a:pt x="76" y="12"/>
                  </a:lnTo>
                  <a:lnTo>
                    <a:pt x="73" y="13"/>
                  </a:lnTo>
                  <a:lnTo>
                    <a:pt x="71" y="15"/>
                  </a:lnTo>
                  <a:lnTo>
                    <a:pt x="69" y="18"/>
                  </a:lnTo>
                  <a:lnTo>
                    <a:pt x="66" y="20"/>
                  </a:lnTo>
                  <a:lnTo>
                    <a:pt x="64" y="23"/>
                  </a:lnTo>
                  <a:lnTo>
                    <a:pt x="60" y="25"/>
                  </a:lnTo>
                  <a:lnTo>
                    <a:pt x="58" y="29"/>
                  </a:lnTo>
                  <a:lnTo>
                    <a:pt x="54" y="31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3" y="42"/>
                  </a:lnTo>
                  <a:lnTo>
                    <a:pt x="40" y="46"/>
                  </a:lnTo>
                  <a:lnTo>
                    <a:pt x="36" y="49"/>
                  </a:lnTo>
                  <a:lnTo>
                    <a:pt x="32" y="53"/>
                  </a:lnTo>
                  <a:lnTo>
                    <a:pt x="29" y="56"/>
                  </a:lnTo>
                  <a:lnTo>
                    <a:pt x="26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7" y="70"/>
                  </a:lnTo>
                  <a:lnTo>
                    <a:pt x="14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10" y="79"/>
                  </a:lnTo>
                  <a:lnTo>
                    <a:pt x="8" y="80"/>
                  </a:lnTo>
                  <a:lnTo>
                    <a:pt x="7" y="83"/>
                  </a:lnTo>
                  <a:lnTo>
                    <a:pt x="6" y="85"/>
                  </a:lnTo>
                  <a:lnTo>
                    <a:pt x="5" y="86"/>
                  </a:lnTo>
                  <a:lnTo>
                    <a:pt x="4" y="89"/>
                  </a:lnTo>
                  <a:lnTo>
                    <a:pt x="4" y="91"/>
                  </a:lnTo>
                  <a:lnTo>
                    <a:pt x="2" y="92"/>
                  </a:lnTo>
                  <a:lnTo>
                    <a:pt x="2" y="95"/>
                  </a:lnTo>
                  <a:lnTo>
                    <a:pt x="2" y="97"/>
                  </a:lnTo>
                  <a:lnTo>
                    <a:pt x="1" y="100"/>
                  </a:lnTo>
                  <a:lnTo>
                    <a:pt x="1" y="102"/>
                  </a:lnTo>
                  <a:lnTo>
                    <a:pt x="1" y="104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3"/>
                  </a:lnTo>
                  <a:lnTo>
                    <a:pt x="1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1" y="734"/>
                  </a:lnTo>
                  <a:lnTo>
                    <a:pt x="1" y="738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6"/>
                  </a:lnTo>
                  <a:lnTo>
                    <a:pt x="1" y="749"/>
                  </a:lnTo>
                  <a:lnTo>
                    <a:pt x="1" y="751"/>
                  </a:lnTo>
                  <a:lnTo>
                    <a:pt x="2" y="754"/>
                  </a:lnTo>
                  <a:lnTo>
                    <a:pt x="2" y="756"/>
                  </a:lnTo>
                  <a:lnTo>
                    <a:pt x="2" y="758"/>
                  </a:lnTo>
                  <a:lnTo>
                    <a:pt x="4" y="761"/>
                  </a:lnTo>
                  <a:lnTo>
                    <a:pt x="4" y="762"/>
                  </a:lnTo>
                  <a:lnTo>
                    <a:pt x="5" y="764"/>
                  </a:lnTo>
                  <a:lnTo>
                    <a:pt x="6" y="767"/>
                  </a:lnTo>
                  <a:lnTo>
                    <a:pt x="7" y="768"/>
                  </a:lnTo>
                  <a:lnTo>
                    <a:pt x="8" y="770"/>
                  </a:lnTo>
                  <a:lnTo>
                    <a:pt x="10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4" y="779"/>
                  </a:lnTo>
                  <a:lnTo>
                    <a:pt x="17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6" y="792"/>
                  </a:lnTo>
                  <a:lnTo>
                    <a:pt x="29" y="794"/>
                  </a:lnTo>
                  <a:lnTo>
                    <a:pt x="32" y="798"/>
                  </a:lnTo>
                  <a:lnTo>
                    <a:pt x="36" y="802"/>
                  </a:lnTo>
                  <a:lnTo>
                    <a:pt x="40" y="805"/>
                  </a:lnTo>
                  <a:lnTo>
                    <a:pt x="43" y="809"/>
                  </a:lnTo>
                  <a:lnTo>
                    <a:pt x="47" y="812"/>
                  </a:lnTo>
                  <a:lnTo>
                    <a:pt x="51" y="816"/>
                  </a:lnTo>
                  <a:lnTo>
                    <a:pt x="54" y="820"/>
                  </a:lnTo>
                  <a:lnTo>
                    <a:pt x="58" y="823"/>
                  </a:lnTo>
                  <a:lnTo>
                    <a:pt x="60" y="826"/>
                  </a:lnTo>
                  <a:lnTo>
                    <a:pt x="64" y="829"/>
                  </a:lnTo>
                  <a:lnTo>
                    <a:pt x="66" y="832"/>
                  </a:lnTo>
                  <a:lnTo>
                    <a:pt x="69" y="834"/>
                  </a:lnTo>
                  <a:lnTo>
                    <a:pt x="71" y="835"/>
                  </a:lnTo>
                  <a:lnTo>
                    <a:pt x="73" y="838"/>
                  </a:lnTo>
                  <a:lnTo>
                    <a:pt x="76" y="840"/>
                  </a:lnTo>
                  <a:lnTo>
                    <a:pt x="78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4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90" y="848"/>
                  </a:lnTo>
                  <a:lnTo>
                    <a:pt x="93" y="848"/>
                  </a:lnTo>
                  <a:lnTo>
                    <a:pt x="94" y="850"/>
                  </a:lnTo>
                  <a:lnTo>
                    <a:pt x="96" y="850"/>
                  </a:lnTo>
                  <a:lnTo>
                    <a:pt x="99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6" y="851"/>
                  </a:lnTo>
                  <a:lnTo>
                    <a:pt x="108" y="851"/>
                  </a:lnTo>
                  <a:lnTo>
                    <a:pt x="112" y="852"/>
                  </a:lnTo>
                  <a:lnTo>
                    <a:pt x="114" y="852"/>
                  </a:lnTo>
                  <a:lnTo>
                    <a:pt x="118" y="852"/>
                  </a:lnTo>
                  <a:lnTo>
                    <a:pt x="121" y="852"/>
                  </a:lnTo>
                  <a:lnTo>
                    <a:pt x="125" y="852"/>
                  </a:lnTo>
                  <a:lnTo>
                    <a:pt x="129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3" y="852"/>
                  </a:lnTo>
                  <a:lnTo>
                    <a:pt x="155" y="852"/>
                  </a:lnTo>
                  <a:lnTo>
                    <a:pt x="159" y="852"/>
                  </a:lnTo>
                  <a:lnTo>
                    <a:pt x="161" y="852"/>
                  </a:lnTo>
                  <a:lnTo>
                    <a:pt x="165" y="852"/>
                  </a:lnTo>
                  <a:lnTo>
                    <a:pt x="167" y="852"/>
                  </a:lnTo>
                  <a:lnTo>
                    <a:pt x="171" y="852"/>
                  </a:lnTo>
                  <a:lnTo>
                    <a:pt x="174" y="852"/>
                  </a:lnTo>
                  <a:lnTo>
                    <a:pt x="178" y="852"/>
                  </a:lnTo>
                  <a:lnTo>
                    <a:pt x="182" y="852"/>
                  </a:lnTo>
                  <a:lnTo>
                    <a:pt x="186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6" y="852"/>
                  </a:lnTo>
                  <a:lnTo>
                    <a:pt x="212" y="852"/>
                  </a:lnTo>
                  <a:lnTo>
                    <a:pt x="218" y="852"/>
                  </a:lnTo>
                  <a:lnTo>
                    <a:pt x="225" y="852"/>
                  </a:lnTo>
                  <a:lnTo>
                    <a:pt x="232" y="852"/>
                  </a:lnTo>
                  <a:lnTo>
                    <a:pt x="239" y="852"/>
                  </a:lnTo>
                  <a:lnTo>
                    <a:pt x="248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7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2" y="852"/>
                  </a:lnTo>
                  <a:lnTo>
                    <a:pt x="341" y="852"/>
                  </a:lnTo>
                  <a:lnTo>
                    <a:pt x="350" y="852"/>
                  </a:lnTo>
                  <a:lnTo>
                    <a:pt x="359" y="852"/>
                  </a:lnTo>
                  <a:lnTo>
                    <a:pt x="367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90" y="852"/>
                  </a:lnTo>
                  <a:lnTo>
                    <a:pt x="396" y="852"/>
                  </a:lnTo>
                  <a:lnTo>
                    <a:pt x="403" y="852"/>
                  </a:lnTo>
                  <a:lnTo>
                    <a:pt x="409" y="852"/>
                  </a:lnTo>
                  <a:lnTo>
                    <a:pt x="415" y="852"/>
                  </a:lnTo>
                  <a:lnTo>
                    <a:pt x="421" y="852"/>
                  </a:lnTo>
                  <a:lnTo>
                    <a:pt x="427" y="852"/>
                  </a:lnTo>
                  <a:lnTo>
                    <a:pt x="433" y="852"/>
                  </a:lnTo>
                  <a:lnTo>
                    <a:pt x="439" y="852"/>
                  </a:lnTo>
                  <a:lnTo>
                    <a:pt x="445" y="852"/>
                  </a:lnTo>
                  <a:lnTo>
                    <a:pt x="451" y="852"/>
                  </a:lnTo>
                  <a:lnTo>
                    <a:pt x="458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2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6" y="852"/>
                  </a:lnTo>
                  <a:lnTo>
                    <a:pt x="614" y="852"/>
                  </a:lnTo>
                  <a:lnTo>
                    <a:pt x="622" y="852"/>
                  </a:lnTo>
                  <a:lnTo>
                    <a:pt x="629" y="852"/>
                  </a:lnTo>
                  <a:lnTo>
                    <a:pt x="636" y="852"/>
                  </a:lnTo>
                  <a:lnTo>
                    <a:pt x="642" y="852"/>
                  </a:lnTo>
                  <a:lnTo>
                    <a:pt x="648" y="852"/>
                  </a:lnTo>
                  <a:lnTo>
                    <a:pt x="653" y="852"/>
                  </a:lnTo>
                  <a:lnTo>
                    <a:pt x="659" y="852"/>
                  </a:lnTo>
                  <a:lnTo>
                    <a:pt x="664" y="852"/>
                  </a:lnTo>
                  <a:lnTo>
                    <a:pt x="667" y="852"/>
                  </a:lnTo>
                  <a:lnTo>
                    <a:pt x="672" y="852"/>
                  </a:lnTo>
                  <a:lnTo>
                    <a:pt x="676" y="852"/>
                  </a:lnTo>
                  <a:lnTo>
                    <a:pt x="679" y="852"/>
                  </a:lnTo>
                  <a:lnTo>
                    <a:pt x="683" y="852"/>
                  </a:lnTo>
                  <a:lnTo>
                    <a:pt x="686" y="852"/>
                  </a:lnTo>
                  <a:lnTo>
                    <a:pt x="689" y="852"/>
                  </a:lnTo>
                  <a:lnTo>
                    <a:pt x="692" y="852"/>
                  </a:lnTo>
                  <a:lnTo>
                    <a:pt x="695" y="852"/>
                  </a:lnTo>
                  <a:lnTo>
                    <a:pt x="698" y="852"/>
                  </a:lnTo>
                  <a:lnTo>
                    <a:pt x="701" y="852"/>
                  </a:lnTo>
                  <a:lnTo>
                    <a:pt x="704" y="852"/>
                  </a:lnTo>
                  <a:lnTo>
                    <a:pt x="707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8" y="852"/>
                  </a:lnTo>
                  <a:lnTo>
                    <a:pt x="721" y="852"/>
                  </a:lnTo>
                  <a:lnTo>
                    <a:pt x="725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6" y="852"/>
                  </a:lnTo>
                  <a:lnTo>
                    <a:pt x="739" y="852"/>
                  </a:lnTo>
                  <a:lnTo>
                    <a:pt x="742" y="852"/>
                  </a:lnTo>
                  <a:lnTo>
                    <a:pt x="745" y="851"/>
                  </a:lnTo>
                  <a:lnTo>
                    <a:pt x="748" y="851"/>
                  </a:lnTo>
                  <a:lnTo>
                    <a:pt x="750" y="851"/>
                  </a:lnTo>
                  <a:lnTo>
                    <a:pt x="753" y="851"/>
                  </a:lnTo>
                  <a:lnTo>
                    <a:pt x="755" y="851"/>
                  </a:lnTo>
                  <a:lnTo>
                    <a:pt x="757" y="850"/>
                  </a:lnTo>
                  <a:lnTo>
                    <a:pt x="760" y="850"/>
                  </a:lnTo>
                  <a:lnTo>
                    <a:pt x="761" y="848"/>
                  </a:lnTo>
                  <a:lnTo>
                    <a:pt x="763" y="848"/>
                  </a:lnTo>
                  <a:lnTo>
                    <a:pt x="766" y="847"/>
                  </a:lnTo>
                  <a:lnTo>
                    <a:pt x="767" y="846"/>
                  </a:lnTo>
                  <a:lnTo>
                    <a:pt x="769" y="845"/>
                  </a:lnTo>
                  <a:lnTo>
                    <a:pt x="772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8" y="840"/>
                  </a:lnTo>
                  <a:lnTo>
                    <a:pt x="780" y="838"/>
                  </a:lnTo>
                  <a:lnTo>
                    <a:pt x="783" y="835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90" y="829"/>
                  </a:lnTo>
                  <a:lnTo>
                    <a:pt x="793" y="826"/>
                  </a:lnTo>
                  <a:lnTo>
                    <a:pt x="796" y="823"/>
                  </a:lnTo>
                  <a:lnTo>
                    <a:pt x="799" y="820"/>
                  </a:lnTo>
                  <a:lnTo>
                    <a:pt x="803" y="816"/>
                  </a:lnTo>
                  <a:lnTo>
                    <a:pt x="807" y="812"/>
                  </a:lnTo>
                  <a:lnTo>
                    <a:pt x="810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1" y="798"/>
                  </a:lnTo>
                  <a:lnTo>
                    <a:pt x="825" y="794"/>
                  </a:lnTo>
                  <a:lnTo>
                    <a:pt x="827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7" y="781"/>
                  </a:lnTo>
                  <a:lnTo>
                    <a:pt x="839" y="779"/>
                  </a:lnTo>
                  <a:lnTo>
                    <a:pt x="840" y="776"/>
                  </a:lnTo>
                  <a:lnTo>
                    <a:pt x="843" y="774"/>
                  </a:lnTo>
                  <a:lnTo>
                    <a:pt x="844" y="773"/>
                  </a:lnTo>
                  <a:lnTo>
                    <a:pt x="845" y="770"/>
                  </a:lnTo>
                  <a:lnTo>
                    <a:pt x="846" y="768"/>
                  </a:lnTo>
                  <a:lnTo>
                    <a:pt x="847" y="767"/>
                  </a:lnTo>
                  <a:lnTo>
                    <a:pt x="849" y="764"/>
                  </a:lnTo>
                  <a:lnTo>
                    <a:pt x="849" y="762"/>
                  </a:lnTo>
                  <a:lnTo>
                    <a:pt x="850" y="761"/>
                  </a:lnTo>
                  <a:lnTo>
                    <a:pt x="850" y="758"/>
                  </a:lnTo>
                  <a:lnTo>
                    <a:pt x="851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2" y="749"/>
                  </a:lnTo>
                  <a:lnTo>
                    <a:pt x="852" y="746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4"/>
                  </a:lnTo>
                  <a:lnTo>
                    <a:pt x="852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1" y="95"/>
                  </a:lnTo>
                  <a:lnTo>
                    <a:pt x="850" y="92"/>
                  </a:lnTo>
                  <a:lnTo>
                    <a:pt x="850" y="91"/>
                  </a:lnTo>
                  <a:lnTo>
                    <a:pt x="849" y="89"/>
                  </a:lnTo>
                  <a:lnTo>
                    <a:pt x="849" y="86"/>
                  </a:lnTo>
                  <a:lnTo>
                    <a:pt x="847" y="85"/>
                  </a:lnTo>
                  <a:lnTo>
                    <a:pt x="846" y="83"/>
                  </a:lnTo>
                  <a:lnTo>
                    <a:pt x="845" y="80"/>
                  </a:lnTo>
                  <a:lnTo>
                    <a:pt x="844" y="79"/>
                  </a:lnTo>
                  <a:lnTo>
                    <a:pt x="843" y="77"/>
                  </a:lnTo>
                  <a:lnTo>
                    <a:pt x="840" y="74"/>
                  </a:lnTo>
                  <a:lnTo>
                    <a:pt x="839" y="72"/>
                  </a:lnTo>
                  <a:lnTo>
                    <a:pt x="837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5" y="56"/>
                  </a:lnTo>
                  <a:lnTo>
                    <a:pt x="821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10" y="42"/>
                  </a:lnTo>
                  <a:lnTo>
                    <a:pt x="807" y="38"/>
                  </a:lnTo>
                  <a:lnTo>
                    <a:pt x="803" y="35"/>
                  </a:lnTo>
                  <a:lnTo>
                    <a:pt x="799" y="31"/>
                  </a:lnTo>
                  <a:lnTo>
                    <a:pt x="796" y="29"/>
                  </a:lnTo>
                  <a:lnTo>
                    <a:pt x="793" y="25"/>
                  </a:lnTo>
                  <a:lnTo>
                    <a:pt x="790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3" y="15"/>
                  </a:lnTo>
                  <a:lnTo>
                    <a:pt x="780" y="13"/>
                  </a:lnTo>
                  <a:lnTo>
                    <a:pt x="778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2" y="7"/>
                  </a:lnTo>
                  <a:lnTo>
                    <a:pt x="769" y="6"/>
                  </a:lnTo>
                  <a:lnTo>
                    <a:pt x="767" y="5"/>
                  </a:lnTo>
                  <a:lnTo>
                    <a:pt x="766" y="3"/>
                  </a:lnTo>
                  <a:lnTo>
                    <a:pt x="763" y="3"/>
                  </a:lnTo>
                  <a:lnTo>
                    <a:pt x="761" y="2"/>
                  </a:lnTo>
                  <a:lnTo>
                    <a:pt x="760" y="2"/>
                  </a:lnTo>
                  <a:lnTo>
                    <a:pt x="757" y="1"/>
                  </a:lnTo>
                  <a:lnTo>
                    <a:pt x="755" y="1"/>
                  </a:lnTo>
                  <a:lnTo>
                    <a:pt x="753" y="1"/>
                  </a:lnTo>
                  <a:lnTo>
                    <a:pt x="750" y="0"/>
                  </a:lnTo>
                  <a:lnTo>
                    <a:pt x="748" y="0"/>
                  </a:lnTo>
                  <a:lnTo>
                    <a:pt x="745" y="0"/>
                  </a:lnTo>
                  <a:lnTo>
                    <a:pt x="742" y="0"/>
                  </a:lnTo>
                  <a:lnTo>
                    <a:pt x="739" y="0"/>
                  </a:lnTo>
                  <a:lnTo>
                    <a:pt x="736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5" y="0"/>
                  </a:lnTo>
                  <a:lnTo>
                    <a:pt x="721" y="0"/>
                  </a:lnTo>
                  <a:lnTo>
                    <a:pt x="718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7" y="0"/>
                  </a:lnTo>
                  <a:lnTo>
                    <a:pt x="704" y="0"/>
                  </a:lnTo>
                  <a:lnTo>
                    <a:pt x="702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4" y="0"/>
                  </a:lnTo>
                  <a:lnTo>
                    <a:pt x="691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3" y="0"/>
                  </a:lnTo>
                  <a:lnTo>
                    <a:pt x="680" y="0"/>
                  </a:lnTo>
                  <a:lnTo>
                    <a:pt x="677" y="0"/>
                  </a:lnTo>
                  <a:lnTo>
                    <a:pt x="674" y="0"/>
                  </a:lnTo>
                  <a:lnTo>
                    <a:pt x="671" y="0"/>
                  </a:lnTo>
                  <a:lnTo>
                    <a:pt x="667" y="0"/>
                  </a:lnTo>
                  <a:lnTo>
                    <a:pt x="664" y="0"/>
                  </a:lnTo>
                  <a:lnTo>
                    <a:pt x="660" y="0"/>
                  </a:lnTo>
                  <a:lnTo>
                    <a:pt x="656" y="0"/>
                  </a:lnTo>
                  <a:lnTo>
                    <a:pt x="652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7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6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8" y="0"/>
                  </a:lnTo>
                  <a:lnTo>
                    <a:pt x="552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9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7" y="0"/>
                  </a:lnTo>
                  <a:lnTo>
                    <a:pt x="523" y="0"/>
                  </a:lnTo>
                  <a:lnTo>
                    <a:pt x="521" y="0"/>
                  </a:lnTo>
                  <a:lnTo>
                    <a:pt x="517" y="0"/>
                  </a:lnTo>
                  <a:lnTo>
                    <a:pt x="515" y="0"/>
                  </a:lnTo>
                  <a:lnTo>
                    <a:pt x="511" y="0"/>
                  </a:lnTo>
                  <a:lnTo>
                    <a:pt x="509" y="0"/>
                  </a:lnTo>
                  <a:lnTo>
                    <a:pt x="506" y="0"/>
                  </a:lnTo>
                  <a:lnTo>
                    <a:pt x="504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5" y="0"/>
                  </a:lnTo>
                  <a:lnTo>
                    <a:pt x="493" y="0"/>
                  </a:lnTo>
                  <a:lnTo>
                    <a:pt x="489" y="0"/>
                  </a:lnTo>
                  <a:lnTo>
                    <a:pt x="487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7" y="0"/>
                  </a:lnTo>
                  <a:lnTo>
                    <a:pt x="474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34" name="Freeform 215">
              <a:extLst>
                <a:ext uri="{FF2B5EF4-FFF2-40B4-BE49-F238E27FC236}">
                  <a16:creationId xmlns:a16="http://schemas.microsoft.com/office/drawing/2014/main" id="{87260BF7-5408-4BA4-B1FF-375AAE527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946"/>
              <a:ext cx="432" cy="132"/>
            </a:xfrm>
            <a:custGeom>
              <a:avLst/>
              <a:gdLst>
                <a:gd name="T0" fmla="*/ 0 w 865"/>
                <a:gd name="T1" fmla="*/ 0 h 265"/>
                <a:gd name="T2" fmla="*/ 0 w 865"/>
                <a:gd name="T3" fmla="*/ 0 h 265"/>
                <a:gd name="T4" fmla="*/ 0 w 865"/>
                <a:gd name="T5" fmla="*/ 0 h 265"/>
                <a:gd name="T6" fmla="*/ 0 w 865"/>
                <a:gd name="T7" fmla="*/ 0 h 265"/>
                <a:gd name="T8" fmla="*/ 0 w 865"/>
                <a:gd name="T9" fmla="*/ 0 h 265"/>
                <a:gd name="T10" fmla="*/ 0 w 865"/>
                <a:gd name="T11" fmla="*/ 0 h 265"/>
                <a:gd name="T12" fmla="*/ 0 w 865"/>
                <a:gd name="T13" fmla="*/ 0 h 265"/>
                <a:gd name="T14" fmla="*/ 0 w 865"/>
                <a:gd name="T15" fmla="*/ 0 h 265"/>
                <a:gd name="T16" fmla="*/ 0 w 865"/>
                <a:gd name="T17" fmla="*/ 0 h 265"/>
                <a:gd name="T18" fmla="*/ 0 w 865"/>
                <a:gd name="T19" fmla="*/ 0 h 265"/>
                <a:gd name="T20" fmla="*/ 0 w 865"/>
                <a:gd name="T21" fmla="*/ 0 h 265"/>
                <a:gd name="T22" fmla="*/ 0 w 865"/>
                <a:gd name="T23" fmla="*/ 0 h 265"/>
                <a:gd name="T24" fmla="*/ 0 w 865"/>
                <a:gd name="T25" fmla="*/ 0 h 265"/>
                <a:gd name="T26" fmla="*/ 0 w 865"/>
                <a:gd name="T27" fmla="*/ 0 h 265"/>
                <a:gd name="T28" fmla="*/ 0 w 865"/>
                <a:gd name="T29" fmla="*/ 0 h 265"/>
                <a:gd name="T30" fmla="*/ 0 w 865"/>
                <a:gd name="T31" fmla="*/ 0 h 265"/>
                <a:gd name="T32" fmla="*/ 0 w 865"/>
                <a:gd name="T33" fmla="*/ 0 h 265"/>
                <a:gd name="T34" fmla="*/ 0 w 865"/>
                <a:gd name="T35" fmla="*/ 0 h 265"/>
                <a:gd name="T36" fmla="*/ 0 w 865"/>
                <a:gd name="T37" fmla="*/ 0 h 265"/>
                <a:gd name="T38" fmla="*/ 0 w 865"/>
                <a:gd name="T39" fmla="*/ 0 h 265"/>
                <a:gd name="T40" fmla="*/ 0 w 865"/>
                <a:gd name="T41" fmla="*/ 0 h 265"/>
                <a:gd name="T42" fmla="*/ 0 w 865"/>
                <a:gd name="T43" fmla="*/ 0 h 265"/>
                <a:gd name="T44" fmla="*/ 0 w 865"/>
                <a:gd name="T45" fmla="*/ 0 h 265"/>
                <a:gd name="T46" fmla="*/ 0 w 865"/>
                <a:gd name="T47" fmla="*/ 0 h 265"/>
                <a:gd name="T48" fmla="*/ 0 w 865"/>
                <a:gd name="T49" fmla="*/ 0 h 265"/>
                <a:gd name="T50" fmla="*/ 0 w 865"/>
                <a:gd name="T51" fmla="*/ 0 h 265"/>
                <a:gd name="T52" fmla="*/ 0 w 865"/>
                <a:gd name="T53" fmla="*/ 0 h 265"/>
                <a:gd name="T54" fmla="*/ 0 w 865"/>
                <a:gd name="T55" fmla="*/ 0 h 265"/>
                <a:gd name="T56" fmla="*/ 0 w 865"/>
                <a:gd name="T57" fmla="*/ 0 h 265"/>
                <a:gd name="T58" fmla="*/ 0 w 865"/>
                <a:gd name="T59" fmla="*/ 0 h 265"/>
                <a:gd name="T60" fmla="*/ 0 w 865"/>
                <a:gd name="T61" fmla="*/ 0 h 265"/>
                <a:gd name="T62" fmla="*/ 0 w 865"/>
                <a:gd name="T63" fmla="*/ 0 h 265"/>
                <a:gd name="T64" fmla="*/ 0 w 865"/>
                <a:gd name="T65" fmla="*/ 0 h 265"/>
                <a:gd name="T66" fmla="*/ 0 w 865"/>
                <a:gd name="T67" fmla="*/ 0 h 265"/>
                <a:gd name="T68" fmla="*/ 0 w 865"/>
                <a:gd name="T69" fmla="*/ 0 h 265"/>
                <a:gd name="T70" fmla="*/ 0 w 865"/>
                <a:gd name="T71" fmla="*/ 0 h 265"/>
                <a:gd name="T72" fmla="*/ 0 w 865"/>
                <a:gd name="T73" fmla="*/ 0 h 265"/>
                <a:gd name="T74" fmla="*/ 0 w 865"/>
                <a:gd name="T75" fmla="*/ 0 h 265"/>
                <a:gd name="T76" fmla="*/ 0 w 865"/>
                <a:gd name="T77" fmla="*/ 0 h 265"/>
                <a:gd name="T78" fmla="*/ 0 w 865"/>
                <a:gd name="T79" fmla="*/ 0 h 265"/>
                <a:gd name="T80" fmla="*/ 0 w 865"/>
                <a:gd name="T81" fmla="*/ 0 h 265"/>
                <a:gd name="T82" fmla="*/ 0 w 865"/>
                <a:gd name="T83" fmla="*/ 0 h 265"/>
                <a:gd name="T84" fmla="*/ 0 w 865"/>
                <a:gd name="T85" fmla="*/ 0 h 265"/>
                <a:gd name="T86" fmla="*/ 0 w 865"/>
                <a:gd name="T87" fmla="*/ 0 h 265"/>
                <a:gd name="T88" fmla="*/ 0 w 865"/>
                <a:gd name="T89" fmla="*/ 0 h 26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865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2"/>
                  </a:lnTo>
                  <a:lnTo>
                    <a:pt x="3" y="96"/>
                  </a:lnTo>
                  <a:lnTo>
                    <a:pt x="6" y="90"/>
                  </a:lnTo>
                  <a:lnTo>
                    <a:pt x="8" y="84"/>
                  </a:lnTo>
                  <a:lnTo>
                    <a:pt x="9" y="78"/>
                  </a:lnTo>
                  <a:lnTo>
                    <a:pt x="13" y="72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38" y="0"/>
                  </a:lnTo>
                  <a:lnTo>
                    <a:pt x="744" y="0"/>
                  </a:lnTo>
                  <a:lnTo>
                    <a:pt x="751" y="2"/>
                  </a:lnTo>
                  <a:lnTo>
                    <a:pt x="757" y="2"/>
                  </a:lnTo>
                  <a:lnTo>
                    <a:pt x="763" y="3"/>
                  </a:lnTo>
                  <a:lnTo>
                    <a:pt x="769" y="4"/>
                  </a:lnTo>
                  <a:lnTo>
                    <a:pt x="775" y="6"/>
                  </a:lnTo>
                  <a:lnTo>
                    <a:pt x="781" y="8"/>
                  </a:lnTo>
                  <a:lnTo>
                    <a:pt x="787" y="10"/>
                  </a:lnTo>
                  <a:lnTo>
                    <a:pt x="793" y="14"/>
                  </a:lnTo>
                  <a:lnTo>
                    <a:pt x="798" y="16"/>
                  </a:lnTo>
                  <a:lnTo>
                    <a:pt x="804" y="18"/>
                  </a:lnTo>
                  <a:lnTo>
                    <a:pt x="808" y="22"/>
                  </a:lnTo>
                  <a:lnTo>
                    <a:pt x="813" y="26"/>
                  </a:lnTo>
                  <a:lnTo>
                    <a:pt x="818" y="29"/>
                  </a:lnTo>
                  <a:lnTo>
                    <a:pt x="823" y="34"/>
                  </a:lnTo>
                  <a:lnTo>
                    <a:pt x="828" y="38"/>
                  </a:lnTo>
                  <a:lnTo>
                    <a:pt x="831" y="42"/>
                  </a:lnTo>
                  <a:lnTo>
                    <a:pt x="836" y="47"/>
                  </a:lnTo>
                  <a:lnTo>
                    <a:pt x="840" y="52"/>
                  </a:lnTo>
                  <a:lnTo>
                    <a:pt x="843" y="57"/>
                  </a:lnTo>
                  <a:lnTo>
                    <a:pt x="847" y="62"/>
                  </a:lnTo>
                  <a:lnTo>
                    <a:pt x="849" y="68"/>
                  </a:lnTo>
                  <a:lnTo>
                    <a:pt x="853" y="72"/>
                  </a:lnTo>
                  <a:lnTo>
                    <a:pt x="855" y="78"/>
                  </a:lnTo>
                  <a:lnTo>
                    <a:pt x="858" y="84"/>
                  </a:lnTo>
                  <a:lnTo>
                    <a:pt x="859" y="90"/>
                  </a:lnTo>
                  <a:lnTo>
                    <a:pt x="861" y="96"/>
                  </a:lnTo>
                  <a:lnTo>
                    <a:pt x="863" y="102"/>
                  </a:lnTo>
                  <a:lnTo>
                    <a:pt x="864" y="109"/>
                  </a:lnTo>
                  <a:lnTo>
                    <a:pt x="865" y="116"/>
                  </a:lnTo>
                  <a:lnTo>
                    <a:pt x="865" y="122"/>
                  </a:lnTo>
                  <a:lnTo>
                    <a:pt x="865" y="128"/>
                  </a:lnTo>
                  <a:lnTo>
                    <a:pt x="865" y="137"/>
                  </a:lnTo>
                  <a:lnTo>
                    <a:pt x="865" y="143"/>
                  </a:lnTo>
                  <a:lnTo>
                    <a:pt x="865" y="151"/>
                  </a:lnTo>
                  <a:lnTo>
                    <a:pt x="864" y="157"/>
                  </a:lnTo>
                  <a:lnTo>
                    <a:pt x="863" y="163"/>
                  </a:lnTo>
                  <a:lnTo>
                    <a:pt x="861" y="169"/>
                  </a:lnTo>
                  <a:lnTo>
                    <a:pt x="859" y="175"/>
                  </a:lnTo>
                  <a:lnTo>
                    <a:pt x="858" y="181"/>
                  </a:lnTo>
                  <a:lnTo>
                    <a:pt x="855" y="187"/>
                  </a:lnTo>
                  <a:lnTo>
                    <a:pt x="853" y="193"/>
                  </a:lnTo>
                  <a:lnTo>
                    <a:pt x="849" y="197"/>
                  </a:lnTo>
                  <a:lnTo>
                    <a:pt x="847" y="203"/>
                  </a:lnTo>
                  <a:lnTo>
                    <a:pt x="843" y="208"/>
                  </a:lnTo>
                  <a:lnTo>
                    <a:pt x="840" y="213"/>
                  </a:lnTo>
                  <a:lnTo>
                    <a:pt x="836" y="218"/>
                  </a:lnTo>
                  <a:lnTo>
                    <a:pt x="831" y="223"/>
                  </a:lnTo>
                  <a:lnTo>
                    <a:pt x="828" y="228"/>
                  </a:lnTo>
                  <a:lnTo>
                    <a:pt x="823" y="231"/>
                  </a:lnTo>
                  <a:lnTo>
                    <a:pt x="818" y="236"/>
                  </a:lnTo>
                  <a:lnTo>
                    <a:pt x="813" y="240"/>
                  </a:lnTo>
                  <a:lnTo>
                    <a:pt x="808" y="243"/>
                  </a:lnTo>
                  <a:lnTo>
                    <a:pt x="804" y="247"/>
                  </a:lnTo>
                  <a:lnTo>
                    <a:pt x="798" y="249"/>
                  </a:lnTo>
                  <a:lnTo>
                    <a:pt x="793" y="253"/>
                  </a:lnTo>
                  <a:lnTo>
                    <a:pt x="787" y="255"/>
                  </a:lnTo>
                  <a:lnTo>
                    <a:pt x="781" y="258"/>
                  </a:lnTo>
                  <a:lnTo>
                    <a:pt x="775" y="259"/>
                  </a:lnTo>
                  <a:lnTo>
                    <a:pt x="769" y="261"/>
                  </a:lnTo>
                  <a:lnTo>
                    <a:pt x="763" y="262"/>
                  </a:lnTo>
                  <a:lnTo>
                    <a:pt x="757" y="264"/>
                  </a:lnTo>
                  <a:lnTo>
                    <a:pt x="751" y="264"/>
                  </a:lnTo>
                  <a:lnTo>
                    <a:pt x="744" y="265"/>
                  </a:lnTo>
                  <a:lnTo>
                    <a:pt x="738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3"/>
                  </a:lnTo>
                  <a:lnTo>
                    <a:pt x="15" y="197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35" name="Rectangle 219">
              <a:extLst>
                <a:ext uri="{FF2B5EF4-FFF2-40B4-BE49-F238E27FC236}">
                  <a16:creationId xmlns:a16="http://schemas.microsoft.com/office/drawing/2014/main" id="{7925A5A8-DDBF-44CC-86DA-5198E74CE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3535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536" name="Rectangle 220">
              <a:extLst>
                <a:ext uri="{FF2B5EF4-FFF2-40B4-BE49-F238E27FC236}">
                  <a16:creationId xmlns:a16="http://schemas.microsoft.com/office/drawing/2014/main" id="{C9F9BED7-B665-4FCF-965D-00A580544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7" y="359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cxnSp>
        <p:nvCxnSpPr>
          <p:cNvPr id="101379" name="Straight Connector 2">
            <a:extLst>
              <a:ext uri="{FF2B5EF4-FFF2-40B4-BE49-F238E27FC236}">
                <a16:creationId xmlns:a16="http://schemas.microsoft.com/office/drawing/2014/main" id="{4F7971D3-3149-4158-9B61-FC90D0A02902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57200" y="2209800"/>
            <a:ext cx="992188" cy="1017588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1380" name="Straight Connector 189">
            <a:extLst>
              <a:ext uri="{FF2B5EF4-FFF2-40B4-BE49-F238E27FC236}">
                <a16:creationId xmlns:a16="http://schemas.microsoft.com/office/drawing/2014/main" id="{AF4B50A0-4C07-4975-90F9-82480378573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543800" y="2133600"/>
            <a:ext cx="685800" cy="129540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1381" name="Straight Connector 190">
            <a:extLst>
              <a:ext uri="{FF2B5EF4-FFF2-40B4-BE49-F238E27FC236}">
                <a16:creationId xmlns:a16="http://schemas.microsoft.com/office/drawing/2014/main" id="{8CE5FC12-CE27-4EBA-9E24-7DA4A0F1CE09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2897188" y="685800"/>
            <a:ext cx="1293812" cy="428625"/>
          </a:xfrm>
          <a:prstGeom prst="lin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1382" name="Straight Connector 192">
            <a:extLst>
              <a:ext uri="{FF2B5EF4-FFF2-40B4-BE49-F238E27FC236}">
                <a16:creationId xmlns:a16="http://schemas.microsoft.com/office/drawing/2014/main" id="{C2816388-7ABF-44A4-A2EA-0B0B4A0805E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7800" y="685800"/>
            <a:ext cx="2468563" cy="395288"/>
          </a:xfrm>
          <a:prstGeom prst="lin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1383" name="Straight Connector 197">
            <a:extLst>
              <a:ext uri="{FF2B5EF4-FFF2-40B4-BE49-F238E27FC236}">
                <a16:creationId xmlns:a16="http://schemas.microsoft.com/office/drawing/2014/main" id="{2FAD0813-FE22-4F48-A527-198EC18DE7D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2130425" y="1428750"/>
            <a:ext cx="1298575" cy="247650"/>
          </a:xfrm>
          <a:prstGeom prst="line">
            <a:avLst/>
          </a:prstGeom>
          <a:noFill/>
          <a:ln w="254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1384" name="Straight Connector 199">
            <a:extLst>
              <a:ext uri="{FF2B5EF4-FFF2-40B4-BE49-F238E27FC236}">
                <a16:creationId xmlns:a16="http://schemas.microsoft.com/office/drawing/2014/main" id="{CF868FAE-4534-466E-B32F-58BC0502734D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019800" y="1706563"/>
            <a:ext cx="1306513" cy="655637"/>
          </a:xfrm>
          <a:prstGeom prst="line">
            <a:avLst/>
          </a:prstGeom>
          <a:noFill/>
          <a:ln w="25400">
            <a:solidFill>
              <a:srgbClr val="8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01385" name="Group 221">
            <a:extLst>
              <a:ext uri="{FF2B5EF4-FFF2-40B4-BE49-F238E27FC236}">
                <a16:creationId xmlns:a16="http://schemas.microsoft.com/office/drawing/2014/main" id="{8D3A092D-2D89-4075-B44D-47EEE9929590}"/>
              </a:ext>
            </a:extLst>
          </p:cNvPr>
          <p:cNvGrpSpPr>
            <a:grpSpLocks/>
          </p:cNvGrpSpPr>
          <p:nvPr/>
        </p:nvGrpSpPr>
        <p:grpSpPr bwMode="auto">
          <a:xfrm>
            <a:off x="3381375" y="2971800"/>
            <a:ext cx="3095625" cy="3676650"/>
            <a:chOff x="3196" y="846"/>
            <a:chExt cx="1950" cy="2316"/>
          </a:xfrm>
        </p:grpSpPr>
        <p:sp>
          <p:nvSpPr>
            <p:cNvPr id="101399" name="Line 222">
              <a:extLst>
                <a:ext uri="{FF2B5EF4-FFF2-40B4-BE49-F238E27FC236}">
                  <a16:creationId xmlns:a16="http://schemas.microsoft.com/office/drawing/2014/main" id="{DA89A35D-545E-45EB-BEF9-1292EC553C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1096"/>
              <a:ext cx="16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0" name="Freeform 223">
              <a:extLst>
                <a:ext uri="{FF2B5EF4-FFF2-40B4-BE49-F238E27FC236}">
                  <a16:creationId xmlns:a16="http://schemas.microsoft.com/office/drawing/2014/main" id="{BD341788-5912-41A4-AE3A-10FCCD688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601"/>
              <a:ext cx="96" cy="1"/>
            </a:xfrm>
            <a:custGeom>
              <a:avLst/>
              <a:gdLst>
                <a:gd name="T0" fmla="*/ 1 w 192"/>
                <a:gd name="T1" fmla="*/ 0 h 1"/>
                <a:gd name="T2" fmla="*/ 0 w 192"/>
                <a:gd name="T3" fmla="*/ 0 h 1"/>
                <a:gd name="T4" fmla="*/ 1 w 19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">
                  <a:moveTo>
                    <a:pt x="192" y="0"/>
                  </a:moveTo>
                  <a:lnTo>
                    <a:pt x="0" y="0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1" name="Line 224">
              <a:extLst>
                <a:ext uri="{FF2B5EF4-FFF2-40B4-BE49-F238E27FC236}">
                  <a16:creationId xmlns:a16="http://schemas.microsoft.com/office/drawing/2014/main" id="{B5353B84-1910-47FD-A3BD-7BA4941F22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09" y="1601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2" name="Freeform 225">
              <a:extLst>
                <a:ext uri="{FF2B5EF4-FFF2-40B4-BE49-F238E27FC236}">
                  <a16:creationId xmlns:a16="http://schemas.microsoft.com/office/drawing/2014/main" id="{52956EF8-4A28-4191-88EB-178D745CB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685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3" name="Line 226">
              <a:extLst>
                <a:ext uri="{FF2B5EF4-FFF2-40B4-BE49-F238E27FC236}">
                  <a16:creationId xmlns:a16="http://schemas.microsoft.com/office/drawing/2014/main" id="{EEE5F232-511E-4056-930C-D73D5ECFB6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1685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4" name="Freeform 227">
              <a:extLst>
                <a:ext uri="{FF2B5EF4-FFF2-40B4-BE49-F238E27FC236}">
                  <a16:creationId xmlns:a16="http://schemas.microsoft.com/office/drawing/2014/main" id="{986B519F-B70E-4BFC-A64F-6D8A8F61C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517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5" name="Line 228">
              <a:extLst>
                <a:ext uri="{FF2B5EF4-FFF2-40B4-BE49-F238E27FC236}">
                  <a16:creationId xmlns:a16="http://schemas.microsoft.com/office/drawing/2014/main" id="{10322A9F-5D24-4B5E-B6D7-6DB745FEA9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1517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6" name="Line 229">
              <a:extLst>
                <a:ext uri="{FF2B5EF4-FFF2-40B4-BE49-F238E27FC236}">
                  <a16:creationId xmlns:a16="http://schemas.microsoft.com/office/drawing/2014/main" id="{2F0596ED-30EA-4C26-8153-384A4D7B8B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1349"/>
              <a:ext cx="192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7" name="Line 230">
              <a:extLst>
                <a:ext uri="{FF2B5EF4-FFF2-40B4-BE49-F238E27FC236}">
                  <a16:creationId xmlns:a16="http://schemas.microsoft.com/office/drawing/2014/main" id="{1B1964C1-9F81-4522-8995-D920945F8D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1264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8" name="Line 231">
              <a:extLst>
                <a:ext uri="{FF2B5EF4-FFF2-40B4-BE49-F238E27FC236}">
                  <a16:creationId xmlns:a16="http://schemas.microsoft.com/office/drawing/2014/main" id="{A3949569-F41A-4E8A-B1A4-6045CD40D8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1433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09" name="Line 232">
              <a:extLst>
                <a:ext uri="{FF2B5EF4-FFF2-40B4-BE49-F238E27FC236}">
                  <a16:creationId xmlns:a16="http://schemas.microsoft.com/office/drawing/2014/main" id="{55234814-0936-472C-BDBE-6B19BC7536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63" y="1349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0" name="Freeform 233">
              <a:extLst>
                <a:ext uri="{FF2B5EF4-FFF2-40B4-BE49-F238E27FC236}">
                  <a16:creationId xmlns:a16="http://schemas.microsoft.com/office/drawing/2014/main" id="{B6E1BA9C-7941-41BA-A6C8-26691FCC2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206"/>
              <a:ext cx="359" cy="143"/>
            </a:xfrm>
            <a:custGeom>
              <a:avLst/>
              <a:gdLst>
                <a:gd name="T0" fmla="*/ 1 w 717"/>
                <a:gd name="T1" fmla="*/ 0 h 286"/>
                <a:gd name="T2" fmla="*/ 1 w 717"/>
                <a:gd name="T3" fmla="*/ 0 h 286"/>
                <a:gd name="T4" fmla="*/ 1 w 717"/>
                <a:gd name="T5" fmla="*/ 1 h 286"/>
                <a:gd name="T6" fmla="*/ 1 w 717"/>
                <a:gd name="T7" fmla="*/ 1 h 286"/>
                <a:gd name="T8" fmla="*/ 1 w 717"/>
                <a:gd name="T9" fmla="*/ 1 h 286"/>
                <a:gd name="T10" fmla="*/ 1 w 717"/>
                <a:gd name="T11" fmla="*/ 1 h 286"/>
                <a:gd name="T12" fmla="*/ 1 w 717"/>
                <a:gd name="T13" fmla="*/ 1 h 286"/>
                <a:gd name="T14" fmla="*/ 1 w 717"/>
                <a:gd name="T15" fmla="*/ 1 h 286"/>
                <a:gd name="T16" fmla="*/ 1 w 717"/>
                <a:gd name="T17" fmla="*/ 1 h 286"/>
                <a:gd name="T18" fmla="*/ 1 w 717"/>
                <a:gd name="T19" fmla="*/ 1 h 286"/>
                <a:gd name="T20" fmla="*/ 1 w 717"/>
                <a:gd name="T21" fmla="*/ 1 h 286"/>
                <a:gd name="T22" fmla="*/ 1 w 717"/>
                <a:gd name="T23" fmla="*/ 1 h 286"/>
                <a:gd name="T24" fmla="*/ 1 w 717"/>
                <a:gd name="T25" fmla="*/ 1 h 286"/>
                <a:gd name="T26" fmla="*/ 1 w 717"/>
                <a:gd name="T27" fmla="*/ 1 h 286"/>
                <a:gd name="T28" fmla="*/ 1 w 717"/>
                <a:gd name="T29" fmla="*/ 1 h 286"/>
                <a:gd name="T30" fmla="*/ 1 w 717"/>
                <a:gd name="T31" fmla="*/ 1 h 286"/>
                <a:gd name="T32" fmla="*/ 1 w 717"/>
                <a:gd name="T33" fmla="*/ 1 h 286"/>
                <a:gd name="T34" fmla="*/ 1 w 717"/>
                <a:gd name="T35" fmla="*/ 1 h 286"/>
                <a:gd name="T36" fmla="*/ 1 w 717"/>
                <a:gd name="T37" fmla="*/ 1 h 286"/>
                <a:gd name="T38" fmla="*/ 1 w 717"/>
                <a:gd name="T39" fmla="*/ 1 h 286"/>
                <a:gd name="T40" fmla="*/ 1 w 717"/>
                <a:gd name="T41" fmla="*/ 1 h 286"/>
                <a:gd name="T42" fmla="*/ 1 w 717"/>
                <a:gd name="T43" fmla="*/ 1 h 286"/>
                <a:gd name="T44" fmla="*/ 1 w 717"/>
                <a:gd name="T45" fmla="*/ 1 h 286"/>
                <a:gd name="T46" fmla="*/ 1 w 717"/>
                <a:gd name="T47" fmla="*/ 1 h 286"/>
                <a:gd name="T48" fmla="*/ 1 w 717"/>
                <a:gd name="T49" fmla="*/ 1 h 286"/>
                <a:gd name="T50" fmla="*/ 1 w 717"/>
                <a:gd name="T51" fmla="*/ 1 h 286"/>
                <a:gd name="T52" fmla="*/ 1 w 717"/>
                <a:gd name="T53" fmla="*/ 1 h 286"/>
                <a:gd name="T54" fmla="*/ 1 w 717"/>
                <a:gd name="T55" fmla="*/ 1 h 286"/>
                <a:gd name="T56" fmla="*/ 1 w 717"/>
                <a:gd name="T57" fmla="*/ 1 h 286"/>
                <a:gd name="T58" fmla="*/ 1 w 717"/>
                <a:gd name="T59" fmla="*/ 1 h 286"/>
                <a:gd name="T60" fmla="*/ 1 w 717"/>
                <a:gd name="T61" fmla="*/ 1 h 286"/>
                <a:gd name="T62" fmla="*/ 1 w 717"/>
                <a:gd name="T63" fmla="*/ 1 h 286"/>
                <a:gd name="T64" fmla="*/ 1 w 717"/>
                <a:gd name="T65" fmla="*/ 1 h 286"/>
                <a:gd name="T66" fmla="*/ 1 w 717"/>
                <a:gd name="T67" fmla="*/ 1 h 286"/>
                <a:gd name="T68" fmla="*/ 1 w 717"/>
                <a:gd name="T69" fmla="*/ 1 h 286"/>
                <a:gd name="T70" fmla="*/ 1 w 717"/>
                <a:gd name="T71" fmla="*/ 1 h 286"/>
                <a:gd name="T72" fmla="*/ 1 w 717"/>
                <a:gd name="T73" fmla="*/ 1 h 286"/>
                <a:gd name="T74" fmla="*/ 1 w 717"/>
                <a:gd name="T75" fmla="*/ 1 h 286"/>
                <a:gd name="T76" fmla="*/ 1 w 717"/>
                <a:gd name="T77" fmla="*/ 1 h 286"/>
                <a:gd name="T78" fmla="*/ 1 w 717"/>
                <a:gd name="T79" fmla="*/ 1 h 286"/>
                <a:gd name="T80" fmla="*/ 1 w 717"/>
                <a:gd name="T81" fmla="*/ 1 h 286"/>
                <a:gd name="T82" fmla="*/ 1 w 717"/>
                <a:gd name="T83" fmla="*/ 1 h 286"/>
                <a:gd name="T84" fmla="*/ 1 w 717"/>
                <a:gd name="T85" fmla="*/ 1 h 286"/>
                <a:gd name="T86" fmla="*/ 1 w 717"/>
                <a:gd name="T87" fmla="*/ 1 h 286"/>
                <a:gd name="T88" fmla="*/ 1 w 717"/>
                <a:gd name="T89" fmla="*/ 1 h 286"/>
                <a:gd name="T90" fmla="*/ 1 w 717"/>
                <a:gd name="T91" fmla="*/ 1 h 286"/>
                <a:gd name="T92" fmla="*/ 1 w 717"/>
                <a:gd name="T93" fmla="*/ 1 h 286"/>
                <a:gd name="T94" fmla="*/ 1 w 717"/>
                <a:gd name="T95" fmla="*/ 1 h 286"/>
                <a:gd name="T96" fmla="*/ 1 w 717"/>
                <a:gd name="T97" fmla="*/ 1 h 286"/>
                <a:gd name="T98" fmla="*/ 1 w 717"/>
                <a:gd name="T99" fmla="*/ 1 h 286"/>
                <a:gd name="T100" fmla="*/ 1 w 717"/>
                <a:gd name="T101" fmla="*/ 1 h 286"/>
                <a:gd name="T102" fmla="*/ 1 w 717"/>
                <a:gd name="T103" fmla="*/ 1 h 286"/>
                <a:gd name="T104" fmla="*/ 1 w 717"/>
                <a:gd name="T105" fmla="*/ 1 h 286"/>
                <a:gd name="T106" fmla="*/ 1 w 717"/>
                <a:gd name="T107" fmla="*/ 1 h 286"/>
                <a:gd name="T108" fmla="*/ 1 w 717"/>
                <a:gd name="T109" fmla="*/ 1 h 286"/>
                <a:gd name="T110" fmla="*/ 1 w 717"/>
                <a:gd name="T111" fmla="*/ 1 h 286"/>
                <a:gd name="T112" fmla="*/ 1 w 717"/>
                <a:gd name="T113" fmla="*/ 1 h 286"/>
                <a:gd name="T114" fmla="*/ 1 w 717"/>
                <a:gd name="T115" fmla="*/ 1 h 286"/>
                <a:gd name="T116" fmla="*/ 1 w 717"/>
                <a:gd name="T117" fmla="*/ 1 h 286"/>
                <a:gd name="T118" fmla="*/ 1 w 717"/>
                <a:gd name="T119" fmla="*/ 1 h 286"/>
                <a:gd name="T120" fmla="*/ 1 w 717"/>
                <a:gd name="T121" fmla="*/ 1 h 2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6">
                  <a:moveTo>
                    <a:pt x="0" y="0"/>
                  </a:moveTo>
                  <a:lnTo>
                    <a:pt x="28" y="0"/>
                  </a:lnTo>
                  <a:lnTo>
                    <a:pt x="53" y="0"/>
                  </a:lnTo>
                  <a:lnTo>
                    <a:pt x="77" y="0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39" y="0"/>
                  </a:lnTo>
                  <a:lnTo>
                    <a:pt x="157" y="0"/>
                  </a:lnTo>
                  <a:lnTo>
                    <a:pt x="174" y="0"/>
                  </a:lnTo>
                  <a:lnTo>
                    <a:pt x="190" y="0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0" y="0"/>
                  </a:lnTo>
                  <a:lnTo>
                    <a:pt x="250" y="0"/>
                  </a:lnTo>
                  <a:lnTo>
                    <a:pt x="258" y="0"/>
                  </a:lnTo>
                  <a:lnTo>
                    <a:pt x="267" y="0"/>
                  </a:lnTo>
                  <a:lnTo>
                    <a:pt x="274" y="0"/>
                  </a:lnTo>
                  <a:lnTo>
                    <a:pt x="280" y="0"/>
                  </a:lnTo>
                  <a:lnTo>
                    <a:pt x="286" y="1"/>
                  </a:lnTo>
                  <a:lnTo>
                    <a:pt x="291" y="1"/>
                  </a:lnTo>
                  <a:lnTo>
                    <a:pt x="296" y="1"/>
                  </a:lnTo>
                  <a:lnTo>
                    <a:pt x="299" y="1"/>
                  </a:lnTo>
                  <a:lnTo>
                    <a:pt x="303" y="1"/>
                  </a:lnTo>
                  <a:lnTo>
                    <a:pt x="306" y="1"/>
                  </a:lnTo>
                  <a:lnTo>
                    <a:pt x="309" y="1"/>
                  </a:lnTo>
                  <a:lnTo>
                    <a:pt x="311" y="1"/>
                  </a:lnTo>
                  <a:lnTo>
                    <a:pt x="314" y="1"/>
                  </a:lnTo>
                  <a:lnTo>
                    <a:pt x="316" y="1"/>
                  </a:lnTo>
                  <a:lnTo>
                    <a:pt x="317" y="1"/>
                  </a:lnTo>
                  <a:lnTo>
                    <a:pt x="320" y="1"/>
                  </a:lnTo>
                  <a:lnTo>
                    <a:pt x="321" y="3"/>
                  </a:lnTo>
                  <a:lnTo>
                    <a:pt x="323" y="3"/>
                  </a:lnTo>
                  <a:lnTo>
                    <a:pt x="326" y="3"/>
                  </a:lnTo>
                  <a:lnTo>
                    <a:pt x="327" y="3"/>
                  </a:lnTo>
                  <a:lnTo>
                    <a:pt x="329" y="3"/>
                  </a:lnTo>
                  <a:lnTo>
                    <a:pt x="330" y="3"/>
                  </a:lnTo>
                  <a:lnTo>
                    <a:pt x="332" y="3"/>
                  </a:lnTo>
                  <a:lnTo>
                    <a:pt x="334" y="3"/>
                  </a:lnTo>
                  <a:lnTo>
                    <a:pt x="335" y="3"/>
                  </a:lnTo>
                  <a:lnTo>
                    <a:pt x="336" y="3"/>
                  </a:lnTo>
                  <a:lnTo>
                    <a:pt x="338" y="3"/>
                  </a:lnTo>
                  <a:lnTo>
                    <a:pt x="339" y="4"/>
                  </a:lnTo>
                  <a:lnTo>
                    <a:pt x="340" y="4"/>
                  </a:lnTo>
                  <a:lnTo>
                    <a:pt x="341" y="4"/>
                  </a:lnTo>
                  <a:lnTo>
                    <a:pt x="342" y="4"/>
                  </a:lnTo>
                  <a:lnTo>
                    <a:pt x="344" y="4"/>
                  </a:lnTo>
                  <a:lnTo>
                    <a:pt x="345" y="4"/>
                  </a:lnTo>
                  <a:lnTo>
                    <a:pt x="346" y="4"/>
                  </a:lnTo>
                  <a:lnTo>
                    <a:pt x="347" y="4"/>
                  </a:lnTo>
                  <a:lnTo>
                    <a:pt x="348" y="4"/>
                  </a:lnTo>
                  <a:lnTo>
                    <a:pt x="350" y="4"/>
                  </a:lnTo>
                  <a:lnTo>
                    <a:pt x="351" y="5"/>
                  </a:lnTo>
                  <a:lnTo>
                    <a:pt x="352" y="5"/>
                  </a:lnTo>
                  <a:lnTo>
                    <a:pt x="353" y="5"/>
                  </a:lnTo>
                  <a:lnTo>
                    <a:pt x="354" y="5"/>
                  </a:lnTo>
                  <a:lnTo>
                    <a:pt x="356" y="5"/>
                  </a:lnTo>
                  <a:lnTo>
                    <a:pt x="358" y="5"/>
                  </a:lnTo>
                  <a:lnTo>
                    <a:pt x="359" y="5"/>
                  </a:lnTo>
                  <a:lnTo>
                    <a:pt x="360" y="6"/>
                  </a:lnTo>
                  <a:lnTo>
                    <a:pt x="363" y="6"/>
                  </a:lnTo>
                  <a:lnTo>
                    <a:pt x="364" y="6"/>
                  </a:lnTo>
                  <a:lnTo>
                    <a:pt x="366" y="6"/>
                  </a:lnTo>
                  <a:lnTo>
                    <a:pt x="368" y="6"/>
                  </a:lnTo>
                  <a:lnTo>
                    <a:pt x="370" y="7"/>
                  </a:lnTo>
                  <a:lnTo>
                    <a:pt x="371" y="7"/>
                  </a:lnTo>
                  <a:lnTo>
                    <a:pt x="374" y="7"/>
                  </a:lnTo>
                  <a:lnTo>
                    <a:pt x="375" y="7"/>
                  </a:lnTo>
                  <a:lnTo>
                    <a:pt x="376" y="7"/>
                  </a:lnTo>
                  <a:lnTo>
                    <a:pt x="377" y="9"/>
                  </a:lnTo>
                  <a:lnTo>
                    <a:pt x="379" y="9"/>
                  </a:lnTo>
                  <a:lnTo>
                    <a:pt x="380" y="9"/>
                  </a:lnTo>
                  <a:lnTo>
                    <a:pt x="381" y="9"/>
                  </a:lnTo>
                  <a:lnTo>
                    <a:pt x="382" y="9"/>
                  </a:lnTo>
                  <a:lnTo>
                    <a:pt x="383" y="10"/>
                  </a:lnTo>
                  <a:lnTo>
                    <a:pt x="385" y="10"/>
                  </a:lnTo>
                  <a:lnTo>
                    <a:pt x="386" y="10"/>
                  </a:lnTo>
                  <a:lnTo>
                    <a:pt x="387" y="10"/>
                  </a:lnTo>
                  <a:lnTo>
                    <a:pt x="388" y="10"/>
                  </a:lnTo>
                  <a:lnTo>
                    <a:pt x="389" y="11"/>
                  </a:lnTo>
                  <a:lnTo>
                    <a:pt x="391" y="11"/>
                  </a:lnTo>
                  <a:lnTo>
                    <a:pt x="392" y="11"/>
                  </a:lnTo>
                  <a:lnTo>
                    <a:pt x="393" y="11"/>
                  </a:lnTo>
                  <a:lnTo>
                    <a:pt x="394" y="12"/>
                  </a:lnTo>
                  <a:lnTo>
                    <a:pt x="395" y="12"/>
                  </a:lnTo>
                  <a:lnTo>
                    <a:pt x="397" y="12"/>
                  </a:lnTo>
                  <a:lnTo>
                    <a:pt x="399" y="13"/>
                  </a:lnTo>
                  <a:lnTo>
                    <a:pt x="400" y="13"/>
                  </a:lnTo>
                  <a:lnTo>
                    <a:pt x="401" y="15"/>
                  </a:lnTo>
                  <a:lnTo>
                    <a:pt x="404" y="15"/>
                  </a:lnTo>
                  <a:lnTo>
                    <a:pt x="405" y="15"/>
                  </a:lnTo>
                  <a:lnTo>
                    <a:pt x="407" y="16"/>
                  </a:lnTo>
                  <a:lnTo>
                    <a:pt x="409" y="16"/>
                  </a:lnTo>
                  <a:lnTo>
                    <a:pt x="411" y="17"/>
                  </a:lnTo>
                  <a:lnTo>
                    <a:pt x="413" y="18"/>
                  </a:lnTo>
                  <a:lnTo>
                    <a:pt x="416" y="18"/>
                  </a:lnTo>
                  <a:lnTo>
                    <a:pt x="417" y="19"/>
                  </a:lnTo>
                  <a:lnTo>
                    <a:pt x="419" y="19"/>
                  </a:lnTo>
                  <a:lnTo>
                    <a:pt x="421" y="21"/>
                  </a:lnTo>
                  <a:lnTo>
                    <a:pt x="423" y="21"/>
                  </a:lnTo>
                  <a:lnTo>
                    <a:pt x="424" y="21"/>
                  </a:lnTo>
                  <a:lnTo>
                    <a:pt x="425" y="22"/>
                  </a:lnTo>
                  <a:lnTo>
                    <a:pt x="427" y="22"/>
                  </a:lnTo>
                  <a:lnTo>
                    <a:pt x="428" y="22"/>
                  </a:lnTo>
                  <a:lnTo>
                    <a:pt x="429" y="23"/>
                  </a:lnTo>
                  <a:lnTo>
                    <a:pt x="430" y="23"/>
                  </a:lnTo>
                  <a:lnTo>
                    <a:pt x="431" y="24"/>
                  </a:lnTo>
                  <a:lnTo>
                    <a:pt x="433" y="24"/>
                  </a:lnTo>
                  <a:lnTo>
                    <a:pt x="434" y="24"/>
                  </a:lnTo>
                  <a:lnTo>
                    <a:pt x="435" y="25"/>
                  </a:lnTo>
                  <a:lnTo>
                    <a:pt x="436" y="25"/>
                  </a:lnTo>
                  <a:lnTo>
                    <a:pt x="437" y="25"/>
                  </a:lnTo>
                  <a:lnTo>
                    <a:pt x="439" y="27"/>
                  </a:lnTo>
                  <a:lnTo>
                    <a:pt x="440" y="27"/>
                  </a:lnTo>
                  <a:lnTo>
                    <a:pt x="441" y="28"/>
                  </a:lnTo>
                  <a:lnTo>
                    <a:pt x="442" y="28"/>
                  </a:lnTo>
                  <a:lnTo>
                    <a:pt x="443" y="29"/>
                  </a:lnTo>
                  <a:lnTo>
                    <a:pt x="445" y="29"/>
                  </a:lnTo>
                  <a:lnTo>
                    <a:pt x="446" y="30"/>
                  </a:lnTo>
                  <a:lnTo>
                    <a:pt x="448" y="30"/>
                  </a:lnTo>
                  <a:lnTo>
                    <a:pt x="449" y="31"/>
                  </a:lnTo>
                  <a:lnTo>
                    <a:pt x="451" y="33"/>
                  </a:lnTo>
                  <a:lnTo>
                    <a:pt x="453" y="33"/>
                  </a:lnTo>
                  <a:lnTo>
                    <a:pt x="454" y="34"/>
                  </a:lnTo>
                  <a:lnTo>
                    <a:pt x="457" y="35"/>
                  </a:lnTo>
                  <a:lnTo>
                    <a:pt x="458" y="36"/>
                  </a:lnTo>
                  <a:lnTo>
                    <a:pt x="460" y="37"/>
                  </a:lnTo>
                  <a:lnTo>
                    <a:pt x="461" y="37"/>
                  </a:lnTo>
                  <a:lnTo>
                    <a:pt x="464" y="39"/>
                  </a:lnTo>
                  <a:lnTo>
                    <a:pt x="465" y="40"/>
                  </a:lnTo>
                  <a:lnTo>
                    <a:pt x="466" y="40"/>
                  </a:lnTo>
                  <a:lnTo>
                    <a:pt x="467" y="41"/>
                  </a:lnTo>
                  <a:lnTo>
                    <a:pt x="469" y="41"/>
                  </a:lnTo>
                  <a:lnTo>
                    <a:pt x="470" y="42"/>
                  </a:lnTo>
                  <a:lnTo>
                    <a:pt x="471" y="42"/>
                  </a:lnTo>
                  <a:lnTo>
                    <a:pt x="472" y="43"/>
                  </a:lnTo>
                  <a:lnTo>
                    <a:pt x="473" y="43"/>
                  </a:lnTo>
                  <a:lnTo>
                    <a:pt x="475" y="45"/>
                  </a:lnTo>
                  <a:lnTo>
                    <a:pt x="476" y="45"/>
                  </a:lnTo>
                  <a:lnTo>
                    <a:pt x="477" y="46"/>
                  </a:lnTo>
                  <a:lnTo>
                    <a:pt x="478" y="46"/>
                  </a:lnTo>
                  <a:lnTo>
                    <a:pt x="479" y="47"/>
                  </a:lnTo>
                  <a:lnTo>
                    <a:pt x="481" y="48"/>
                  </a:lnTo>
                  <a:lnTo>
                    <a:pt x="482" y="48"/>
                  </a:lnTo>
                  <a:lnTo>
                    <a:pt x="483" y="48"/>
                  </a:lnTo>
                  <a:lnTo>
                    <a:pt x="484" y="49"/>
                  </a:lnTo>
                  <a:lnTo>
                    <a:pt x="485" y="49"/>
                  </a:lnTo>
                  <a:lnTo>
                    <a:pt x="487" y="51"/>
                  </a:lnTo>
                  <a:lnTo>
                    <a:pt x="488" y="51"/>
                  </a:lnTo>
                  <a:lnTo>
                    <a:pt x="489" y="52"/>
                  </a:lnTo>
                  <a:lnTo>
                    <a:pt x="490" y="53"/>
                  </a:lnTo>
                  <a:lnTo>
                    <a:pt x="492" y="53"/>
                  </a:lnTo>
                  <a:lnTo>
                    <a:pt x="493" y="54"/>
                  </a:lnTo>
                  <a:lnTo>
                    <a:pt x="494" y="55"/>
                  </a:lnTo>
                  <a:lnTo>
                    <a:pt x="496" y="57"/>
                  </a:lnTo>
                  <a:lnTo>
                    <a:pt x="498" y="57"/>
                  </a:lnTo>
                  <a:lnTo>
                    <a:pt x="500" y="58"/>
                  </a:lnTo>
                  <a:lnTo>
                    <a:pt x="501" y="59"/>
                  </a:lnTo>
                  <a:lnTo>
                    <a:pt x="502" y="59"/>
                  </a:lnTo>
                  <a:lnTo>
                    <a:pt x="504" y="60"/>
                  </a:lnTo>
                  <a:lnTo>
                    <a:pt x="505" y="61"/>
                  </a:lnTo>
                  <a:lnTo>
                    <a:pt x="506" y="61"/>
                  </a:lnTo>
                  <a:lnTo>
                    <a:pt x="507" y="63"/>
                  </a:lnTo>
                  <a:lnTo>
                    <a:pt x="508" y="63"/>
                  </a:lnTo>
                  <a:lnTo>
                    <a:pt x="510" y="64"/>
                  </a:lnTo>
                  <a:lnTo>
                    <a:pt x="511" y="64"/>
                  </a:lnTo>
                  <a:lnTo>
                    <a:pt x="511" y="65"/>
                  </a:lnTo>
                  <a:lnTo>
                    <a:pt x="512" y="65"/>
                  </a:lnTo>
                  <a:lnTo>
                    <a:pt x="513" y="65"/>
                  </a:lnTo>
                  <a:lnTo>
                    <a:pt x="513" y="66"/>
                  </a:lnTo>
                  <a:lnTo>
                    <a:pt x="514" y="66"/>
                  </a:lnTo>
                  <a:lnTo>
                    <a:pt x="516" y="67"/>
                  </a:lnTo>
                  <a:lnTo>
                    <a:pt x="517" y="67"/>
                  </a:lnTo>
                  <a:lnTo>
                    <a:pt x="518" y="69"/>
                  </a:lnTo>
                  <a:lnTo>
                    <a:pt x="519" y="70"/>
                  </a:lnTo>
                  <a:lnTo>
                    <a:pt x="520" y="70"/>
                  </a:lnTo>
                  <a:lnTo>
                    <a:pt x="520" y="71"/>
                  </a:lnTo>
                  <a:lnTo>
                    <a:pt x="522" y="71"/>
                  </a:lnTo>
                  <a:lnTo>
                    <a:pt x="523" y="72"/>
                  </a:lnTo>
                  <a:lnTo>
                    <a:pt x="524" y="72"/>
                  </a:lnTo>
                  <a:lnTo>
                    <a:pt x="525" y="73"/>
                  </a:lnTo>
                  <a:lnTo>
                    <a:pt x="526" y="73"/>
                  </a:lnTo>
                  <a:lnTo>
                    <a:pt x="528" y="75"/>
                  </a:lnTo>
                  <a:lnTo>
                    <a:pt x="529" y="76"/>
                  </a:lnTo>
                  <a:lnTo>
                    <a:pt x="530" y="76"/>
                  </a:lnTo>
                  <a:lnTo>
                    <a:pt x="531" y="77"/>
                  </a:lnTo>
                  <a:lnTo>
                    <a:pt x="532" y="78"/>
                  </a:lnTo>
                  <a:lnTo>
                    <a:pt x="534" y="79"/>
                  </a:lnTo>
                  <a:lnTo>
                    <a:pt x="535" y="79"/>
                  </a:lnTo>
                  <a:lnTo>
                    <a:pt x="536" y="81"/>
                  </a:lnTo>
                  <a:lnTo>
                    <a:pt x="537" y="81"/>
                  </a:lnTo>
                  <a:lnTo>
                    <a:pt x="538" y="82"/>
                  </a:lnTo>
                  <a:lnTo>
                    <a:pt x="540" y="83"/>
                  </a:lnTo>
                  <a:lnTo>
                    <a:pt x="541" y="83"/>
                  </a:lnTo>
                  <a:lnTo>
                    <a:pt x="541" y="84"/>
                  </a:lnTo>
                  <a:lnTo>
                    <a:pt x="542" y="84"/>
                  </a:lnTo>
                  <a:lnTo>
                    <a:pt x="543" y="86"/>
                  </a:lnTo>
                  <a:lnTo>
                    <a:pt x="544" y="86"/>
                  </a:lnTo>
                  <a:lnTo>
                    <a:pt x="546" y="87"/>
                  </a:lnTo>
                  <a:lnTo>
                    <a:pt x="546" y="88"/>
                  </a:lnTo>
                  <a:lnTo>
                    <a:pt x="547" y="88"/>
                  </a:lnTo>
                  <a:lnTo>
                    <a:pt x="548" y="89"/>
                  </a:lnTo>
                  <a:lnTo>
                    <a:pt x="549" y="89"/>
                  </a:lnTo>
                  <a:lnTo>
                    <a:pt x="550" y="90"/>
                  </a:lnTo>
                  <a:lnTo>
                    <a:pt x="552" y="92"/>
                  </a:lnTo>
                  <a:lnTo>
                    <a:pt x="553" y="93"/>
                  </a:lnTo>
                  <a:lnTo>
                    <a:pt x="554" y="93"/>
                  </a:lnTo>
                  <a:lnTo>
                    <a:pt x="554" y="94"/>
                  </a:lnTo>
                  <a:lnTo>
                    <a:pt x="555" y="94"/>
                  </a:lnTo>
                  <a:lnTo>
                    <a:pt x="556" y="95"/>
                  </a:lnTo>
                  <a:lnTo>
                    <a:pt x="558" y="96"/>
                  </a:lnTo>
                  <a:lnTo>
                    <a:pt x="559" y="98"/>
                  </a:lnTo>
                  <a:lnTo>
                    <a:pt x="560" y="98"/>
                  </a:lnTo>
                  <a:lnTo>
                    <a:pt x="560" y="99"/>
                  </a:lnTo>
                  <a:lnTo>
                    <a:pt x="561" y="99"/>
                  </a:lnTo>
                  <a:lnTo>
                    <a:pt x="562" y="100"/>
                  </a:lnTo>
                  <a:lnTo>
                    <a:pt x="564" y="101"/>
                  </a:lnTo>
                  <a:lnTo>
                    <a:pt x="565" y="101"/>
                  </a:lnTo>
                  <a:lnTo>
                    <a:pt x="565" y="102"/>
                  </a:lnTo>
                  <a:lnTo>
                    <a:pt x="566" y="102"/>
                  </a:lnTo>
                  <a:lnTo>
                    <a:pt x="566" y="104"/>
                  </a:lnTo>
                  <a:lnTo>
                    <a:pt x="567" y="104"/>
                  </a:lnTo>
                  <a:lnTo>
                    <a:pt x="568" y="105"/>
                  </a:lnTo>
                  <a:lnTo>
                    <a:pt x="570" y="105"/>
                  </a:lnTo>
                  <a:lnTo>
                    <a:pt x="570" y="106"/>
                  </a:lnTo>
                  <a:lnTo>
                    <a:pt x="571" y="106"/>
                  </a:lnTo>
                  <a:lnTo>
                    <a:pt x="572" y="107"/>
                  </a:lnTo>
                  <a:lnTo>
                    <a:pt x="573" y="107"/>
                  </a:lnTo>
                  <a:lnTo>
                    <a:pt x="574" y="108"/>
                  </a:lnTo>
                  <a:lnTo>
                    <a:pt x="576" y="110"/>
                  </a:lnTo>
                  <a:lnTo>
                    <a:pt x="577" y="111"/>
                  </a:lnTo>
                  <a:lnTo>
                    <a:pt x="578" y="111"/>
                  </a:lnTo>
                  <a:lnTo>
                    <a:pt x="579" y="112"/>
                  </a:lnTo>
                  <a:lnTo>
                    <a:pt x="580" y="112"/>
                  </a:lnTo>
                  <a:lnTo>
                    <a:pt x="580" y="113"/>
                  </a:lnTo>
                  <a:lnTo>
                    <a:pt x="582" y="114"/>
                  </a:lnTo>
                  <a:lnTo>
                    <a:pt x="583" y="114"/>
                  </a:lnTo>
                  <a:lnTo>
                    <a:pt x="584" y="114"/>
                  </a:lnTo>
                  <a:lnTo>
                    <a:pt x="584" y="116"/>
                  </a:lnTo>
                  <a:lnTo>
                    <a:pt x="585" y="116"/>
                  </a:lnTo>
                  <a:lnTo>
                    <a:pt x="585" y="117"/>
                  </a:lnTo>
                  <a:lnTo>
                    <a:pt x="586" y="117"/>
                  </a:lnTo>
                  <a:lnTo>
                    <a:pt x="586" y="118"/>
                  </a:lnTo>
                  <a:lnTo>
                    <a:pt x="588" y="118"/>
                  </a:lnTo>
                  <a:lnTo>
                    <a:pt x="589" y="118"/>
                  </a:lnTo>
                  <a:lnTo>
                    <a:pt x="589" y="119"/>
                  </a:lnTo>
                  <a:lnTo>
                    <a:pt x="590" y="120"/>
                  </a:lnTo>
                  <a:lnTo>
                    <a:pt x="591" y="120"/>
                  </a:lnTo>
                  <a:lnTo>
                    <a:pt x="591" y="122"/>
                  </a:lnTo>
                  <a:lnTo>
                    <a:pt x="592" y="122"/>
                  </a:lnTo>
                  <a:lnTo>
                    <a:pt x="592" y="123"/>
                  </a:lnTo>
                  <a:lnTo>
                    <a:pt x="594" y="123"/>
                  </a:lnTo>
                  <a:lnTo>
                    <a:pt x="595" y="124"/>
                  </a:lnTo>
                  <a:lnTo>
                    <a:pt x="595" y="125"/>
                  </a:lnTo>
                  <a:lnTo>
                    <a:pt x="596" y="125"/>
                  </a:lnTo>
                  <a:lnTo>
                    <a:pt x="597" y="126"/>
                  </a:lnTo>
                  <a:lnTo>
                    <a:pt x="597" y="128"/>
                  </a:lnTo>
                  <a:lnTo>
                    <a:pt x="598" y="129"/>
                  </a:lnTo>
                  <a:lnTo>
                    <a:pt x="600" y="129"/>
                  </a:lnTo>
                  <a:lnTo>
                    <a:pt x="601" y="130"/>
                  </a:lnTo>
                  <a:lnTo>
                    <a:pt x="602" y="131"/>
                  </a:lnTo>
                  <a:lnTo>
                    <a:pt x="602" y="132"/>
                  </a:lnTo>
                  <a:lnTo>
                    <a:pt x="603" y="134"/>
                  </a:lnTo>
                  <a:lnTo>
                    <a:pt x="604" y="135"/>
                  </a:lnTo>
                  <a:lnTo>
                    <a:pt x="606" y="136"/>
                  </a:lnTo>
                  <a:lnTo>
                    <a:pt x="607" y="137"/>
                  </a:lnTo>
                  <a:lnTo>
                    <a:pt x="608" y="138"/>
                  </a:lnTo>
                  <a:lnTo>
                    <a:pt x="609" y="140"/>
                  </a:lnTo>
                  <a:lnTo>
                    <a:pt x="611" y="141"/>
                  </a:lnTo>
                  <a:lnTo>
                    <a:pt x="612" y="142"/>
                  </a:lnTo>
                  <a:lnTo>
                    <a:pt x="613" y="143"/>
                  </a:lnTo>
                  <a:lnTo>
                    <a:pt x="613" y="144"/>
                  </a:lnTo>
                  <a:lnTo>
                    <a:pt x="614" y="144"/>
                  </a:lnTo>
                  <a:lnTo>
                    <a:pt x="614" y="146"/>
                  </a:lnTo>
                  <a:lnTo>
                    <a:pt x="615" y="146"/>
                  </a:lnTo>
                  <a:lnTo>
                    <a:pt x="615" y="147"/>
                  </a:lnTo>
                  <a:lnTo>
                    <a:pt x="617" y="148"/>
                  </a:lnTo>
                  <a:lnTo>
                    <a:pt x="618" y="148"/>
                  </a:lnTo>
                  <a:lnTo>
                    <a:pt x="618" y="149"/>
                  </a:lnTo>
                  <a:lnTo>
                    <a:pt x="619" y="150"/>
                  </a:lnTo>
                  <a:lnTo>
                    <a:pt x="620" y="152"/>
                  </a:lnTo>
                  <a:lnTo>
                    <a:pt x="621" y="153"/>
                  </a:lnTo>
                  <a:lnTo>
                    <a:pt x="621" y="154"/>
                  </a:lnTo>
                  <a:lnTo>
                    <a:pt x="623" y="155"/>
                  </a:lnTo>
                  <a:lnTo>
                    <a:pt x="624" y="156"/>
                  </a:lnTo>
                  <a:lnTo>
                    <a:pt x="625" y="158"/>
                  </a:lnTo>
                  <a:lnTo>
                    <a:pt x="626" y="159"/>
                  </a:lnTo>
                  <a:lnTo>
                    <a:pt x="627" y="160"/>
                  </a:lnTo>
                  <a:lnTo>
                    <a:pt x="629" y="161"/>
                  </a:lnTo>
                  <a:lnTo>
                    <a:pt x="630" y="162"/>
                  </a:lnTo>
                  <a:lnTo>
                    <a:pt x="631" y="165"/>
                  </a:lnTo>
                  <a:lnTo>
                    <a:pt x="632" y="166"/>
                  </a:lnTo>
                  <a:lnTo>
                    <a:pt x="633" y="167"/>
                  </a:lnTo>
                  <a:lnTo>
                    <a:pt x="635" y="168"/>
                  </a:lnTo>
                  <a:lnTo>
                    <a:pt x="636" y="171"/>
                  </a:lnTo>
                  <a:lnTo>
                    <a:pt x="637" y="172"/>
                  </a:lnTo>
                  <a:lnTo>
                    <a:pt x="638" y="173"/>
                  </a:lnTo>
                  <a:lnTo>
                    <a:pt x="638" y="174"/>
                  </a:lnTo>
                  <a:lnTo>
                    <a:pt x="639" y="176"/>
                  </a:lnTo>
                  <a:lnTo>
                    <a:pt x="641" y="176"/>
                  </a:lnTo>
                  <a:lnTo>
                    <a:pt x="642" y="177"/>
                  </a:lnTo>
                  <a:lnTo>
                    <a:pt x="642" y="178"/>
                  </a:lnTo>
                  <a:lnTo>
                    <a:pt x="643" y="179"/>
                  </a:lnTo>
                  <a:lnTo>
                    <a:pt x="643" y="180"/>
                  </a:lnTo>
                  <a:lnTo>
                    <a:pt x="644" y="180"/>
                  </a:lnTo>
                  <a:lnTo>
                    <a:pt x="645" y="182"/>
                  </a:lnTo>
                  <a:lnTo>
                    <a:pt x="645" y="183"/>
                  </a:lnTo>
                  <a:lnTo>
                    <a:pt x="647" y="184"/>
                  </a:lnTo>
                  <a:lnTo>
                    <a:pt x="648" y="185"/>
                  </a:lnTo>
                  <a:lnTo>
                    <a:pt x="649" y="186"/>
                  </a:lnTo>
                  <a:lnTo>
                    <a:pt x="649" y="188"/>
                  </a:lnTo>
                  <a:lnTo>
                    <a:pt x="650" y="189"/>
                  </a:lnTo>
                  <a:lnTo>
                    <a:pt x="651" y="190"/>
                  </a:lnTo>
                  <a:lnTo>
                    <a:pt x="651" y="191"/>
                  </a:lnTo>
                  <a:lnTo>
                    <a:pt x="653" y="192"/>
                  </a:lnTo>
                  <a:lnTo>
                    <a:pt x="654" y="194"/>
                  </a:lnTo>
                  <a:lnTo>
                    <a:pt x="655" y="195"/>
                  </a:lnTo>
                  <a:lnTo>
                    <a:pt x="656" y="196"/>
                  </a:lnTo>
                  <a:lnTo>
                    <a:pt x="657" y="199"/>
                  </a:lnTo>
                  <a:lnTo>
                    <a:pt x="657" y="200"/>
                  </a:lnTo>
                  <a:lnTo>
                    <a:pt x="660" y="201"/>
                  </a:lnTo>
                  <a:lnTo>
                    <a:pt x="661" y="203"/>
                  </a:lnTo>
                  <a:lnTo>
                    <a:pt x="662" y="206"/>
                  </a:lnTo>
                  <a:lnTo>
                    <a:pt x="663" y="207"/>
                  </a:lnTo>
                  <a:lnTo>
                    <a:pt x="665" y="209"/>
                  </a:lnTo>
                  <a:lnTo>
                    <a:pt x="666" y="211"/>
                  </a:lnTo>
                  <a:lnTo>
                    <a:pt x="667" y="212"/>
                  </a:lnTo>
                  <a:lnTo>
                    <a:pt x="668" y="213"/>
                  </a:lnTo>
                  <a:lnTo>
                    <a:pt x="668" y="214"/>
                  </a:lnTo>
                  <a:lnTo>
                    <a:pt x="669" y="215"/>
                  </a:lnTo>
                  <a:lnTo>
                    <a:pt x="671" y="218"/>
                  </a:lnTo>
                  <a:lnTo>
                    <a:pt x="672" y="218"/>
                  </a:lnTo>
                  <a:lnTo>
                    <a:pt x="672" y="219"/>
                  </a:lnTo>
                  <a:lnTo>
                    <a:pt x="673" y="220"/>
                  </a:lnTo>
                  <a:lnTo>
                    <a:pt x="674" y="221"/>
                  </a:lnTo>
                  <a:lnTo>
                    <a:pt x="674" y="223"/>
                  </a:lnTo>
                  <a:lnTo>
                    <a:pt x="675" y="224"/>
                  </a:lnTo>
                  <a:lnTo>
                    <a:pt x="675" y="225"/>
                  </a:lnTo>
                  <a:lnTo>
                    <a:pt x="677" y="226"/>
                  </a:lnTo>
                  <a:lnTo>
                    <a:pt x="678" y="226"/>
                  </a:lnTo>
                  <a:lnTo>
                    <a:pt x="678" y="227"/>
                  </a:lnTo>
                  <a:lnTo>
                    <a:pt x="679" y="229"/>
                  </a:lnTo>
                  <a:lnTo>
                    <a:pt x="679" y="230"/>
                  </a:lnTo>
                  <a:lnTo>
                    <a:pt x="680" y="231"/>
                  </a:lnTo>
                  <a:lnTo>
                    <a:pt x="681" y="232"/>
                  </a:lnTo>
                  <a:lnTo>
                    <a:pt x="683" y="233"/>
                  </a:lnTo>
                  <a:lnTo>
                    <a:pt x="683" y="235"/>
                  </a:lnTo>
                  <a:lnTo>
                    <a:pt x="684" y="236"/>
                  </a:lnTo>
                  <a:lnTo>
                    <a:pt x="685" y="237"/>
                  </a:lnTo>
                  <a:lnTo>
                    <a:pt x="686" y="239"/>
                  </a:lnTo>
                  <a:lnTo>
                    <a:pt x="687" y="241"/>
                  </a:lnTo>
                  <a:lnTo>
                    <a:pt x="689" y="242"/>
                  </a:lnTo>
                  <a:lnTo>
                    <a:pt x="690" y="244"/>
                  </a:lnTo>
                  <a:lnTo>
                    <a:pt x="691" y="247"/>
                  </a:lnTo>
                  <a:lnTo>
                    <a:pt x="692" y="248"/>
                  </a:lnTo>
                  <a:lnTo>
                    <a:pt x="695" y="250"/>
                  </a:lnTo>
                  <a:lnTo>
                    <a:pt x="696" y="251"/>
                  </a:lnTo>
                  <a:lnTo>
                    <a:pt x="697" y="254"/>
                  </a:lnTo>
                  <a:lnTo>
                    <a:pt x="698" y="255"/>
                  </a:lnTo>
                  <a:lnTo>
                    <a:pt x="698" y="256"/>
                  </a:lnTo>
                  <a:lnTo>
                    <a:pt x="699" y="257"/>
                  </a:lnTo>
                  <a:lnTo>
                    <a:pt x="701" y="259"/>
                  </a:lnTo>
                  <a:lnTo>
                    <a:pt x="702" y="260"/>
                  </a:lnTo>
                  <a:lnTo>
                    <a:pt x="702" y="261"/>
                  </a:lnTo>
                  <a:lnTo>
                    <a:pt x="703" y="262"/>
                  </a:lnTo>
                  <a:lnTo>
                    <a:pt x="704" y="263"/>
                  </a:lnTo>
                  <a:lnTo>
                    <a:pt x="704" y="265"/>
                  </a:lnTo>
                  <a:lnTo>
                    <a:pt x="705" y="266"/>
                  </a:lnTo>
                  <a:lnTo>
                    <a:pt x="705" y="267"/>
                  </a:lnTo>
                  <a:lnTo>
                    <a:pt x="707" y="267"/>
                  </a:lnTo>
                  <a:lnTo>
                    <a:pt x="707" y="268"/>
                  </a:lnTo>
                  <a:lnTo>
                    <a:pt x="708" y="269"/>
                  </a:lnTo>
                  <a:lnTo>
                    <a:pt x="708" y="271"/>
                  </a:lnTo>
                  <a:lnTo>
                    <a:pt x="709" y="272"/>
                  </a:lnTo>
                  <a:lnTo>
                    <a:pt x="710" y="273"/>
                  </a:lnTo>
                  <a:lnTo>
                    <a:pt x="710" y="274"/>
                  </a:lnTo>
                  <a:lnTo>
                    <a:pt x="711" y="275"/>
                  </a:lnTo>
                  <a:lnTo>
                    <a:pt x="713" y="277"/>
                  </a:lnTo>
                  <a:lnTo>
                    <a:pt x="713" y="278"/>
                  </a:lnTo>
                  <a:lnTo>
                    <a:pt x="714" y="279"/>
                  </a:lnTo>
                  <a:lnTo>
                    <a:pt x="714" y="280"/>
                  </a:lnTo>
                  <a:lnTo>
                    <a:pt x="715" y="281"/>
                  </a:lnTo>
                  <a:lnTo>
                    <a:pt x="716" y="283"/>
                  </a:lnTo>
                  <a:lnTo>
                    <a:pt x="716" y="284"/>
                  </a:lnTo>
                  <a:lnTo>
                    <a:pt x="717" y="28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1" name="Freeform 234">
              <a:extLst>
                <a:ext uri="{FF2B5EF4-FFF2-40B4-BE49-F238E27FC236}">
                  <a16:creationId xmlns:a16="http://schemas.microsoft.com/office/drawing/2014/main" id="{4553C1A1-C952-462C-A423-DC36FC20B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350"/>
              <a:ext cx="359" cy="143"/>
            </a:xfrm>
            <a:custGeom>
              <a:avLst/>
              <a:gdLst>
                <a:gd name="T0" fmla="*/ 1 w 717"/>
                <a:gd name="T1" fmla="*/ 0 h 287"/>
                <a:gd name="T2" fmla="*/ 1 w 717"/>
                <a:gd name="T3" fmla="*/ 0 h 287"/>
                <a:gd name="T4" fmla="*/ 1 w 717"/>
                <a:gd name="T5" fmla="*/ 0 h 287"/>
                <a:gd name="T6" fmla="*/ 1 w 717"/>
                <a:gd name="T7" fmla="*/ 0 h 287"/>
                <a:gd name="T8" fmla="*/ 1 w 717"/>
                <a:gd name="T9" fmla="*/ 0 h 287"/>
                <a:gd name="T10" fmla="*/ 1 w 717"/>
                <a:gd name="T11" fmla="*/ 0 h 287"/>
                <a:gd name="T12" fmla="*/ 1 w 717"/>
                <a:gd name="T13" fmla="*/ 0 h 287"/>
                <a:gd name="T14" fmla="*/ 1 w 717"/>
                <a:gd name="T15" fmla="*/ 0 h 287"/>
                <a:gd name="T16" fmla="*/ 1 w 717"/>
                <a:gd name="T17" fmla="*/ 0 h 287"/>
                <a:gd name="T18" fmla="*/ 1 w 717"/>
                <a:gd name="T19" fmla="*/ 0 h 287"/>
                <a:gd name="T20" fmla="*/ 1 w 717"/>
                <a:gd name="T21" fmla="*/ 0 h 287"/>
                <a:gd name="T22" fmla="*/ 1 w 717"/>
                <a:gd name="T23" fmla="*/ 0 h 287"/>
                <a:gd name="T24" fmla="*/ 1 w 717"/>
                <a:gd name="T25" fmla="*/ 0 h 287"/>
                <a:gd name="T26" fmla="*/ 1 w 717"/>
                <a:gd name="T27" fmla="*/ 0 h 287"/>
                <a:gd name="T28" fmla="*/ 1 w 717"/>
                <a:gd name="T29" fmla="*/ 0 h 287"/>
                <a:gd name="T30" fmla="*/ 1 w 717"/>
                <a:gd name="T31" fmla="*/ 0 h 287"/>
                <a:gd name="T32" fmla="*/ 1 w 717"/>
                <a:gd name="T33" fmla="*/ 0 h 287"/>
                <a:gd name="T34" fmla="*/ 1 w 717"/>
                <a:gd name="T35" fmla="*/ 0 h 287"/>
                <a:gd name="T36" fmla="*/ 1 w 717"/>
                <a:gd name="T37" fmla="*/ 0 h 287"/>
                <a:gd name="T38" fmla="*/ 1 w 717"/>
                <a:gd name="T39" fmla="*/ 0 h 287"/>
                <a:gd name="T40" fmla="*/ 1 w 717"/>
                <a:gd name="T41" fmla="*/ 0 h 287"/>
                <a:gd name="T42" fmla="*/ 1 w 717"/>
                <a:gd name="T43" fmla="*/ 0 h 287"/>
                <a:gd name="T44" fmla="*/ 1 w 717"/>
                <a:gd name="T45" fmla="*/ 0 h 287"/>
                <a:gd name="T46" fmla="*/ 1 w 717"/>
                <a:gd name="T47" fmla="*/ 0 h 287"/>
                <a:gd name="T48" fmla="*/ 1 w 717"/>
                <a:gd name="T49" fmla="*/ 0 h 287"/>
                <a:gd name="T50" fmla="*/ 1 w 717"/>
                <a:gd name="T51" fmla="*/ 0 h 287"/>
                <a:gd name="T52" fmla="*/ 1 w 717"/>
                <a:gd name="T53" fmla="*/ 0 h 287"/>
                <a:gd name="T54" fmla="*/ 1 w 717"/>
                <a:gd name="T55" fmla="*/ 0 h 287"/>
                <a:gd name="T56" fmla="*/ 1 w 717"/>
                <a:gd name="T57" fmla="*/ 0 h 287"/>
                <a:gd name="T58" fmla="*/ 1 w 717"/>
                <a:gd name="T59" fmla="*/ 0 h 287"/>
                <a:gd name="T60" fmla="*/ 1 w 717"/>
                <a:gd name="T61" fmla="*/ 0 h 287"/>
                <a:gd name="T62" fmla="*/ 1 w 717"/>
                <a:gd name="T63" fmla="*/ 0 h 287"/>
                <a:gd name="T64" fmla="*/ 1 w 717"/>
                <a:gd name="T65" fmla="*/ 0 h 287"/>
                <a:gd name="T66" fmla="*/ 1 w 717"/>
                <a:gd name="T67" fmla="*/ 0 h 287"/>
                <a:gd name="T68" fmla="*/ 1 w 717"/>
                <a:gd name="T69" fmla="*/ 0 h 287"/>
                <a:gd name="T70" fmla="*/ 1 w 717"/>
                <a:gd name="T71" fmla="*/ 0 h 287"/>
                <a:gd name="T72" fmla="*/ 1 w 717"/>
                <a:gd name="T73" fmla="*/ 0 h 287"/>
                <a:gd name="T74" fmla="*/ 1 w 717"/>
                <a:gd name="T75" fmla="*/ 0 h 287"/>
                <a:gd name="T76" fmla="*/ 1 w 717"/>
                <a:gd name="T77" fmla="*/ 0 h 287"/>
                <a:gd name="T78" fmla="*/ 1 w 717"/>
                <a:gd name="T79" fmla="*/ 0 h 287"/>
                <a:gd name="T80" fmla="*/ 1 w 717"/>
                <a:gd name="T81" fmla="*/ 0 h 287"/>
                <a:gd name="T82" fmla="*/ 1 w 717"/>
                <a:gd name="T83" fmla="*/ 0 h 287"/>
                <a:gd name="T84" fmla="*/ 1 w 717"/>
                <a:gd name="T85" fmla="*/ 0 h 287"/>
                <a:gd name="T86" fmla="*/ 1 w 717"/>
                <a:gd name="T87" fmla="*/ 0 h 287"/>
                <a:gd name="T88" fmla="*/ 1 w 717"/>
                <a:gd name="T89" fmla="*/ 0 h 287"/>
                <a:gd name="T90" fmla="*/ 1 w 717"/>
                <a:gd name="T91" fmla="*/ 0 h 287"/>
                <a:gd name="T92" fmla="*/ 1 w 717"/>
                <a:gd name="T93" fmla="*/ 0 h 287"/>
                <a:gd name="T94" fmla="*/ 1 w 717"/>
                <a:gd name="T95" fmla="*/ 0 h 287"/>
                <a:gd name="T96" fmla="*/ 1 w 717"/>
                <a:gd name="T97" fmla="*/ 0 h 287"/>
                <a:gd name="T98" fmla="*/ 1 w 717"/>
                <a:gd name="T99" fmla="*/ 0 h 287"/>
                <a:gd name="T100" fmla="*/ 1 w 717"/>
                <a:gd name="T101" fmla="*/ 0 h 287"/>
                <a:gd name="T102" fmla="*/ 1 w 717"/>
                <a:gd name="T103" fmla="*/ 0 h 287"/>
                <a:gd name="T104" fmla="*/ 1 w 717"/>
                <a:gd name="T105" fmla="*/ 0 h 287"/>
                <a:gd name="T106" fmla="*/ 1 w 717"/>
                <a:gd name="T107" fmla="*/ 0 h 287"/>
                <a:gd name="T108" fmla="*/ 1 w 717"/>
                <a:gd name="T109" fmla="*/ 0 h 287"/>
                <a:gd name="T110" fmla="*/ 1 w 717"/>
                <a:gd name="T111" fmla="*/ 0 h 287"/>
                <a:gd name="T112" fmla="*/ 1 w 717"/>
                <a:gd name="T113" fmla="*/ 0 h 287"/>
                <a:gd name="T114" fmla="*/ 1 w 717"/>
                <a:gd name="T115" fmla="*/ 0 h 287"/>
                <a:gd name="T116" fmla="*/ 1 w 717"/>
                <a:gd name="T117" fmla="*/ 0 h 287"/>
                <a:gd name="T118" fmla="*/ 1 w 717"/>
                <a:gd name="T119" fmla="*/ 0 h 287"/>
                <a:gd name="T120" fmla="*/ 1 w 717"/>
                <a:gd name="T121" fmla="*/ 0 h 2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7">
                  <a:moveTo>
                    <a:pt x="0" y="287"/>
                  </a:moveTo>
                  <a:lnTo>
                    <a:pt x="28" y="287"/>
                  </a:lnTo>
                  <a:lnTo>
                    <a:pt x="53" y="287"/>
                  </a:lnTo>
                  <a:lnTo>
                    <a:pt x="77" y="287"/>
                  </a:lnTo>
                  <a:lnTo>
                    <a:pt x="100" y="287"/>
                  </a:lnTo>
                  <a:lnTo>
                    <a:pt x="120" y="287"/>
                  </a:lnTo>
                  <a:lnTo>
                    <a:pt x="139" y="287"/>
                  </a:lnTo>
                  <a:lnTo>
                    <a:pt x="157" y="287"/>
                  </a:lnTo>
                  <a:lnTo>
                    <a:pt x="174" y="287"/>
                  </a:lnTo>
                  <a:lnTo>
                    <a:pt x="190" y="287"/>
                  </a:lnTo>
                  <a:lnTo>
                    <a:pt x="204" y="287"/>
                  </a:lnTo>
                  <a:lnTo>
                    <a:pt x="217" y="287"/>
                  </a:lnTo>
                  <a:lnTo>
                    <a:pt x="229" y="287"/>
                  </a:lnTo>
                  <a:lnTo>
                    <a:pt x="240" y="287"/>
                  </a:lnTo>
                  <a:lnTo>
                    <a:pt x="250" y="287"/>
                  </a:lnTo>
                  <a:lnTo>
                    <a:pt x="258" y="285"/>
                  </a:lnTo>
                  <a:lnTo>
                    <a:pt x="267" y="285"/>
                  </a:lnTo>
                  <a:lnTo>
                    <a:pt x="274" y="285"/>
                  </a:lnTo>
                  <a:lnTo>
                    <a:pt x="280" y="285"/>
                  </a:lnTo>
                  <a:lnTo>
                    <a:pt x="286" y="285"/>
                  </a:lnTo>
                  <a:lnTo>
                    <a:pt x="291" y="285"/>
                  </a:lnTo>
                  <a:lnTo>
                    <a:pt x="296" y="285"/>
                  </a:lnTo>
                  <a:lnTo>
                    <a:pt x="299" y="285"/>
                  </a:lnTo>
                  <a:lnTo>
                    <a:pt x="303" y="285"/>
                  </a:lnTo>
                  <a:lnTo>
                    <a:pt x="306" y="285"/>
                  </a:lnTo>
                  <a:lnTo>
                    <a:pt x="309" y="285"/>
                  </a:lnTo>
                  <a:lnTo>
                    <a:pt x="311" y="285"/>
                  </a:lnTo>
                  <a:lnTo>
                    <a:pt x="314" y="285"/>
                  </a:lnTo>
                  <a:lnTo>
                    <a:pt x="316" y="285"/>
                  </a:lnTo>
                  <a:lnTo>
                    <a:pt x="317" y="285"/>
                  </a:lnTo>
                  <a:lnTo>
                    <a:pt x="320" y="284"/>
                  </a:lnTo>
                  <a:lnTo>
                    <a:pt x="321" y="284"/>
                  </a:lnTo>
                  <a:lnTo>
                    <a:pt x="323" y="284"/>
                  </a:lnTo>
                  <a:lnTo>
                    <a:pt x="326" y="284"/>
                  </a:lnTo>
                  <a:lnTo>
                    <a:pt x="327" y="284"/>
                  </a:lnTo>
                  <a:lnTo>
                    <a:pt x="329" y="284"/>
                  </a:lnTo>
                  <a:lnTo>
                    <a:pt x="330" y="284"/>
                  </a:lnTo>
                  <a:lnTo>
                    <a:pt x="332" y="284"/>
                  </a:lnTo>
                  <a:lnTo>
                    <a:pt x="334" y="284"/>
                  </a:lnTo>
                  <a:lnTo>
                    <a:pt x="335" y="284"/>
                  </a:lnTo>
                  <a:lnTo>
                    <a:pt x="336" y="284"/>
                  </a:lnTo>
                  <a:lnTo>
                    <a:pt x="338" y="283"/>
                  </a:lnTo>
                  <a:lnTo>
                    <a:pt x="339" y="283"/>
                  </a:lnTo>
                  <a:lnTo>
                    <a:pt x="340" y="283"/>
                  </a:lnTo>
                  <a:lnTo>
                    <a:pt x="341" y="283"/>
                  </a:lnTo>
                  <a:lnTo>
                    <a:pt x="342" y="283"/>
                  </a:lnTo>
                  <a:lnTo>
                    <a:pt x="344" y="283"/>
                  </a:lnTo>
                  <a:lnTo>
                    <a:pt x="345" y="283"/>
                  </a:lnTo>
                  <a:lnTo>
                    <a:pt x="346" y="283"/>
                  </a:lnTo>
                  <a:lnTo>
                    <a:pt x="347" y="283"/>
                  </a:lnTo>
                  <a:lnTo>
                    <a:pt x="348" y="283"/>
                  </a:lnTo>
                  <a:lnTo>
                    <a:pt x="350" y="283"/>
                  </a:lnTo>
                  <a:lnTo>
                    <a:pt x="350" y="282"/>
                  </a:lnTo>
                  <a:lnTo>
                    <a:pt x="351" y="282"/>
                  </a:lnTo>
                  <a:lnTo>
                    <a:pt x="352" y="282"/>
                  </a:lnTo>
                  <a:lnTo>
                    <a:pt x="353" y="282"/>
                  </a:lnTo>
                  <a:lnTo>
                    <a:pt x="354" y="282"/>
                  </a:lnTo>
                  <a:lnTo>
                    <a:pt x="356" y="282"/>
                  </a:lnTo>
                  <a:lnTo>
                    <a:pt x="358" y="282"/>
                  </a:lnTo>
                  <a:lnTo>
                    <a:pt x="359" y="281"/>
                  </a:lnTo>
                  <a:lnTo>
                    <a:pt x="360" y="281"/>
                  </a:lnTo>
                  <a:lnTo>
                    <a:pt x="363" y="281"/>
                  </a:lnTo>
                  <a:lnTo>
                    <a:pt x="364" y="281"/>
                  </a:lnTo>
                  <a:lnTo>
                    <a:pt x="366" y="281"/>
                  </a:lnTo>
                  <a:lnTo>
                    <a:pt x="368" y="279"/>
                  </a:lnTo>
                  <a:lnTo>
                    <a:pt x="370" y="279"/>
                  </a:lnTo>
                  <a:lnTo>
                    <a:pt x="371" y="279"/>
                  </a:lnTo>
                  <a:lnTo>
                    <a:pt x="374" y="279"/>
                  </a:lnTo>
                  <a:lnTo>
                    <a:pt x="375" y="279"/>
                  </a:lnTo>
                  <a:lnTo>
                    <a:pt x="376" y="278"/>
                  </a:lnTo>
                  <a:lnTo>
                    <a:pt x="377" y="278"/>
                  </a:lnTo>
                  <a:lnTo>
                    <a:pt x="379" y="278"/>
                  </a:lnTo>
                  <a:lnTo>
                    <a:pt x="380" y="278"/>
                  </a:lnTo>
                  <a:lnTo>
                    <a:pt x="381" y="278"/>
                  </a:lnTo>
                  <a:lnTo>
                    <a:pt x="382" y="278"/>
                  </a:lnTo>
                  <a:lnTo>
                    <a:pt x="383" y="277"/>
                  </a:lnTo>
                  <a:lnTo>
                    <a:pt x="385" y="277"/>
                  </a:lnTo>
                  <a:lnTo>
                    <a:pt x="386" y="277"/>
                  </a:lnTo>
                  <a:lnTo>
                    <a:pt x="387" y="277"/>
                  </a:lnTo>
                  <a:lnTo>
                    <a:pt x="388" y="277"/>
                  </a:lnTo>
                  <a:lnTo>
                    <a:pt x="388" y="276"/>
                  </a:lnTo>
                  <a:lnTo>
                    <a:pt x="389" y="276"/>
                  </a:lnTo>
                  <a:lnTo>
                    <a:pt x="391" y="276"/>
                  </a:lnTo>
                  <a:lnTo>
                    <a:pt x="392" y="276"/>
                  </a:lnTo>
                  <a:lnTo>
                    <a:pt x="393" y="275"/>
                  </a:lnTo>
                  <a:lnTo>
                    <a:pt x="394" y="275"/>
                  </a:lnTo>
                  <a:lnTo>
                    <a:pt x="395" y="275"/>
                  </a:lnTo>
                  <a:lnTo>
                    <a:pt x="397" y="273"/>
                  </a:lnTo>
                  <a:lnTo>
                    <a:pt x="399" y="273"/>
                  </a:lnTo>
                  <a:lnTo>
                    <a:pt x="400" y="273"/>
                  </a:lnTo>
                  <a:lnTo>
                    <a:pt x="401" y="272"/>
                  </a:lnTo>
                  <a:lnTo>
                    <a:pt x="404" y="272"/>
                  </a:lnTo>
                  <a:lnTo>
                    <a:pt x="405" y="271"/>
                  </a:lnTo>
                  <a:lnTo>
                    <a:pt x="407" y="271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3" y="269"/>
                  </a:lnTo>
                  <a:lnTo>
                    <a:pt x="416" y="269"/>
                  </a:lnTo>
                  <a:lnTo>
                    <a:pt x="417" y="267"/>
                  </a:lnTo>
                  <a:lnTo>
                    <a:pt x="419" y="267"/>
                  </a:lnTo>
                  <a:lnTo>
                    <a:pt x="421" y="266"/>
                  </a:lnTo>
                  <a:lnTo>
                    <a:pt x="423" y="266"/>
                  </a:lnTo>
                  <a:lnTo>
                    <a:pt x="424" y="265"/>
                  </a:lnTo>
                  <a:lnTo>
                    <a:pt x="425" y="265"/>
                  </a:lnTo>
                  <a:lnTo>
                    <a:pt x="427" y="265"/>
                  </a:lnTo>
                  <a:lnTo>
                    <a:pt x="428" y="264"/>
                  </a:lnTo>
                  <a:lnTo>
                    <a:pt x="429" y="264"/>
                  </a:lnTo>
                  <a:lnTo>
                    <a:pt x="430" y="264"/>
                  </a:lnTo>
                  <a:lnTo>
                    <a:pt x="431" y="263"/>
                  </a:lnTo>
                  <a:lnTo>
                    <a:pt x="433" y="263"/>
                  </a:lnTo>
                  <a:lnTo>
                    <a:pt x="434" y="263"/>
                  </a:lnTo>
                  <a:lnTo>
                    <a:pt x="435" y="261"/>
                  </a:lnTo>
                  <a:lnTo>
                    <a:pt x="436" y="261"/>
                  </a:lnTo>
                  <a:lnTo>
                    <a:pt x="437" y="261"/>
                  </a:lnTo>
                  <a:lnTo>
                    <a:pt x="439" y="260"/>
                  </a:lnTo>
                  <a:lnTo>
                    <a:pt x="440" y="259"/>
                  </a:lnTo>
                  <a:lnTo>
                    <a:pt x="441" y="259"/>
                  </a:lnTo>
                  <a:lnTo>
                    <a:pt x="442" y="259"/>
                  </a:lnTo>
                  <a:lnTo>
                    <a:pt x="443" y="258"/>
                  </a:lnTo>
                  <a:lnTo>
                    <a:pt x="445" y="258"/>
                  </a:lnTo>
                  <a:lnTo>
                    <a:pt x="446" y="256"/>
                  </a:lnTo>
                  <a:lnTo>
                    <a:pt x="448" y="255"/>
                  </a:lnTo>
                  <a:lnTo>
                    <a:pt x="449" y="255"/>
                  </a:lnTo>
                  <a:lnTo>
                    <a:pt x="451" y="254"/>
                  </a:lnTo>
                  <a:lnTo>
                    <a:pt x="453" y="253"/>
                  </a:lnTo>
                  <a:lnTo>
                    <a:pt x="454" y="253"/>
                  </a:lnTo>
                  <a:lnTo>
                    <a:pt x="457" y="252"/>
                  </a:lnTo>
                  <a:lnTo>
                    <a:pt x="458" y="250"/>
                  </a:lnTo>
                  <a:lnTo>
                    <a:pt x="460" y="249"/>
                  </a:lnTo>
                  <a:lnTo>
                    <a:pt x="461" y="249"/>
                  </a:lnTo>
                  <a:lnTo>
                    <a:pt x="464" y="248"/>
                  </a:lnTo>
                  <a:lnTo>
                    <a:pt x="465" y="247"/>
                  </a:lnTo>
                  <a:lnTo>
                    <a:pt x="466" y="247"/>
                  </a:lnTo>
                  <a:lnTo>
                    <a:pt x="467" y="246"/>
                  </a:lnTo>
                  <a:lnTo>
                    <a:pt x="469" y="246"/>
                  </a:lnTo>
                  <a:lnTo>
                    <a:pt x="470" y="244"/>
                  </a:lnTo>
                  <a:lnTo>
                    <a:pt x="471" y="244"/>
                  </a:lnTo>
                  <a:lnTo>
                    <a:pt x="472" y="243"/>
                  </a:lnTo>
                  <a:lnTo>
                    <a:pt x="473" y="243"/>
                  </a:lnTo>
                  <a:lnTo>
                    <a:pt x="475" y="242"/>
                  </a:lnTo>
                  <a:lnTo>
                    <a:pt x="476" y="241"/>
                  </a:lnTo>
                  <a:lnTo>
                    <a:pt x="477" y="241"/>
                  </a:lnTo>
                  <a:lnTo>
                    <a:pt x="478" y="241"/>
                  </a:lnTo>
                  <a:lnTo>
                    <a:pt x="479" y="240"/>
                  </a:lnTo>
                  <a:lnTo>
                    <a:pt x="481" y="238"/>
                  </a:lnTo>
                  <a:lnTo>
                    <a:pt x="482" y="238"/>
                  </a:lnTo>
                  <a:lnTo>
                    <a:pt x="483" y="237"/>
                  </a:lnTo>
                  <a:lnTo>
                    <a:pt x="484" y="237"/>
                  </a:lnTo>
                  <a:lnTo>
                    <a:pt x="485" y="236"/>
                  </a:lnTo>
                  <a:lnTo>
                    <a:pt x="487" y="236"/>
                  </a:lnTo>
                  <a:lnTo>
                    <a:pt x="488" y="235"/>
                  </a:lnTo>
                  <a:lnTo>
                    <a:pt x="489" y="235"/>
                  </a:lnTo>
                  <a:lnTo>
                    <a:pt x="490" y="234"/>
                  </a:lnTo>
                  <a:lnTo>
                    <a:pt x="492" y="232"/>
                  </a:lnTo>
                  <a:lnTo>
                    <a:pt x="493" y="232"/>
                  </a:lnTo>
                  <a:lnTo>
                    <a:pt x="494" y="231"/>
                  </a:lnTo>
                  <a:lnTo>
                    <a:pt x="496" y="230"/>
                  </a:lnTo>
                  <a:lnTo>
                    <a:pt x="498" y="229"/>
                  </a:lnTo>
                  <a:lnTo>
                    <a:pt x="500" y="229"/>
                  </a:lnTo>
                  <a:lnTo>
                    <a:pt x="501" y="228"/>
                  </a:lnTo>
                  <a:lnTo>
                    <a:pt x="502" y="226"/>
                  </a:lnTo>
                  <a:lnTo>
                    <a:pt x="504" y="226"/>
                  </a:lnTo>
                  <a:lnTo>
                    <a:pt x="505" y="225"/>
                  </a:lnTo>
                  <a:lnTo>
                    <a:pt x="506" y="225"/>
                  </a:lnTo>
                  <a:lnTo>
                    <a:pt x="507" y="224"/>
                  </a:lnTo>
                  <a:lnTo>
                    <a:pt x="508" y="224"/>
                  </a:lnTo>
                  <a:lnTo>
                    <a:pt x="510" y="223"/>
                  </a:lnTo>
                  <a:lnTo>
                    <a:pt x="511" y="223"/>
                  </a:lnTo>
                  <a:lnTo>
                    <a:pt x="511" y="222"/>
                  </a:lnTo>
                  <a:lnTo>
                    <a:pt x="512" y="222"/>
                  </a:lnTo>
                  <a:lnTo>
                    <a:pt x="513" y="220"/>
                  </a:lnTo>
                  <a:lnTo>
                    <a:pt x="514" y="220"/>
                  </a:lnTo>
                  <a:lnTo>
                    <a:pt x="516" y="219"/>
                  </a:lnTo>
                  <a:lnTo>
                    <a:pt x="517" y="218"/>
                  </a:lnTo>
                  <a:lnTo>
                    <a:pt x="518" y="218"/>
                  </a:lnTo>
                  <a:lnTo>
                    <a:pt x="519" y="217"/>
                  </a:lnTo>
                  <a:lnTo>
                    <a:pt x="520" y="217"/>
                  </a:lnTo>
                  <a:lnTo>
                    <a:pt x="520" y="216"/>
                  </a:lnTo>
                  <a:lnTo>
                    <a:pt x="522" y="216"/>
                  </a:lnTo>
                  <a:lnTo>
                    <a:pt x="523" y="214"/>
                  </a:lnTo>
                  <a:lnTo>
                    <a:pt x="524" y="214"/>
                  </a:lnTo>
                  <a:lnTo>
                    <a:pt x="525" y="213"/>
                  </a:lnTo>
                  <a:lnTo>
                    <a:pt x="526" y="213"/>
                  </a:lnTo>
                  <a:lnTo>
                    <a:pt x="528" y="212"/>
                  </a:lnTo>
                  <a:lnTo>
                    <a:pt x="529" y="211"/>
                  </a:lnTo>
                  <a:lnTo>
                    <a:pt x="530" y="210"/>
                  </a:lnTo>
                  <a:lnTo>
                    <a:pt x="531" y="210"/>
                  </a:lnTo>
                  <a:lnTo>
                    <a:pt x="532" y="208"/>
                  </a:lnTo>
                  <a:lnTo>
                    <a:pt x="534" y="207"/>
                  </a:lnTo>
                  <a:lnTo>
                    <a:pt x="535" y="207"/>
                  </a:lnTo>
                  <a:lnTo>
                    <a:pt x="536" y="206"/>
                  </a:lnTo>
                  <a:lnTo>
                    <a:pt x="537" y="206"/>
                  </a:lnTo>
                  <a:lnTo>
                    <a:pt x="538" y="205"/>
                  </a:lnTo>
                  <a:lnTo>
                    <a:pt x="540" y="204"/>
                  </a:lnTo>
                  <a:lnTo>
                    <a:pt x="541" y="204"/>
                  </a:lnTo>
                  <a:lnTo>
                    <a:pt x="541" y="202"/>
                  </a:lnTo>
                  <a:lnTo>
                    <a:pt x="542" y="202"/>
                  </a:lnTo>
                  <a:lnTo>
                    <a:pt x="542" y="201"/>
                  </a:lnTo>
                  <a:lnTo>
                    <a:pt x="543" y="201"/>
                  </a:lnTo>
                  <a:lnTo>
                    <a:pt x="544" y="201"/>
                  </a:lnTo>
                  <a:lnTo>
                    <a:pt x="544" y="200"/>
                  </a:lnTo>
                  <a:lnTo>
                    <a:pt x="546" y="200"/>
                  </a:lnTo>
                  <a:lnTo>
                    <a:pt x="546" y="199"/>
                  </a:lnTo>
                  <a:lnTo>
                    <a:pt x="547" y="199"/>
                  </a:lnTo>
                  <a:lnTo>
                    <a:pt x="548" y="198"/>
                  </a:lnTo>
                  <a:lnTo>
                    <a:pt x="549" y="196"/>
                  </a:lnTo>
                  <a:lnTo>
                    <a:pt x="550" y="196"/>
                  </a:lnTo>
                  <a:lnTo>
                    <a:pt x="552" y="195"/>
                  </a:lnTo>
                  <a:lnTo>
                    <a:pt x="553" y="194"/>
                  </a:lnTo>
                  <a:lnTo>
                    <a:pt x="554" y="194"/>
                  </a:lnTo>
                  <a:lnTo>
                    <a:pt x="554" y="193"/>
                  </a:lnTo>
                  <a:lnTo>
                    <a:pt x="555" y="192"/>
                  </a:lnTo>
                  <a:lnTo>
                    <a:pt x="556" y="192"/>
                  </a:lnTo>
                  <a:lnTo>
                    <a:pt x="558" y="190"/>
                  </a:lnTo>
                  <a:lnTo>
                    <a:pt x="559" y="189"/>
                  </a:lnTo>
                  <a:lnTo>
                    <a:pt x="560" y="189"/>
                  </a:lnTo>
                  <a:lnTo>
                    <a:pt x="560" y="188"/>
                  </a:lnTo>
                  <a:lnTo>
                    <a:pt x="561" y="188"/>
                  </a:lnTo>
                  <a:lnTo>
                    <a:pt x="561" y="187"/>
                  </a:lnTo>
                  <a:lnTo>
                    <a:pt x="562" y="187"/>
                  </a:lnTo>
                  <a:lnTo>
                    <a:pt x="564" y="186"/>
                  </a:lnTo>
                  <a:lnTo>
                    <a:pt x="565" y="186"/>
                  </a:lnTo>
                  <a:lnTo>
                    <a:pt x="565" y="184"/>
                  </a:lnTo>
                  <a:lnTo>
                    <a:pt x="566" y="184"/>
                  </a:lnTo>
                  <a:lnTo>
                    <a:pt x="566" y="183"/>
                  </a:lnTo>
                  <a:lnTo>
                    <a:pt x="567" y="183"/>
                  </a:lnTo>
                  <a:lnTo>
                    <a:pt x="568" y="182"/>
                  </a:lnTo>
                  <a:lnTo>
                    <a:pt x="570" y="182"/>
                  </a:lnTo>
                  <a:lnTo>
                    <a:pt x="570" y="181"/>
                  </a:lnTo>
                  <a:lnTo>
                    <a:pt x="571" y="181"/>
                  </a:lnTo>
                  <a:lnTo>
                    <a:pt x="572" y="180"/>
                  </a:lnTo>
                  <a:lnTo>
                    <a:pt x="573" y="178"/>
                  </a:lnTo>
                  <a:lnTo>
                    <a:pt x="574" y="178"/>
                  </a:lnTo>
                  <a:lnTo>
                    <a:pt x="574" y="177"/>
                  </a:lnTo>
                  <a:lnTo>
                    <a:pt x="576" y="177"/>
                  </a:lnTo>
                  <a:lnTo>
                    <a:pt x="577" y="176"/>
                  </a:lnTo>
                  <a:lnTo>
                    <a:pt x="578" y="176"/>
                  </a:lnTo>
                  <a:lnTo>
                    <a:pt x="579" y="175"/>
                  </a:lnTo>
                  <a:lnTo>
                    <a:pt x="580" y="174"/>
                  </a:lnTo>
                  <a:lnTo>
                    <a:pt x="582" y="172"/>
                  </a:lnTo>
                  <a:lnTo>
                    <a:pt x="583" y="172"/>
                  </a:lnTo>
                  <a:lnTo>
                    <a:pt x="584" y="171"/>
                  </a:lnTo>
                  <a:lnTo>
                    <a:pt x="585" y="171"/>
                  </a:lnTo>
                  <a:lnTo>
                    <a:pt x="585" y="170"/>
                  </a:lnTo>
                  <a:lnTo>
                    <a:pt x="586" y="170"/>
                  </a:lnTo>
                  <a:lnTo>
                    <a:pt x="586" y="169"/>
                  </a:lnTo>
                  <a:lnTo>
                    <a:pt x="588" y="169"/>
                  </a:lnTo>
                  <a:lnTo>
                    <a:pt x="589" y="169"/>
                  </a:lnTo>
                  <a:lnTo>
                    <a:pt x="589" y="168"/>
                  </a:lnTo>
                  <a:lnTo>
                    <a:pt x="590" y="166"/>
                  </a:lnTo>
                  <a:lnTo>
                    <a:pt x="591" y="165"/>
                  </a:lnTo>
                  <a:lnTo>
                    <a:pt x="592" y="164"/>
                  </a:lnTo>
                  <a:lnTo>
                    <a:pt x="594" y="163"/>
                  </a:lnTo>
                  <a:lnTo>
                    <a:pt x="595" y="163"/>
                  </a:lnTo>
                  <a:lnTo>
                    <a:pt x="595" y="162"/>
                  </a:lnTo>
                  <a:lnTo>
                    <a:pt x="596" y="162"/>
                  </a:lnTo>
                  <a:lnTo>
                    <a:pt x="597" y="160"/>
                  </a:lnTo>
                  <a:lnTo>
                    <a:pt x="597" y="159"/>
                  </a:lnTo>
                  <a:lnTo>
                    <a:pt x="598" y="158"/>
                  </a:lnTo>
                  <a:lnTo>
                    <a:pt x="600" y="158"/>
                  </a:lnTo>
                  <a:lnTo>
                    <a:pt x="601" y="157"/>
                  </a:lnTo>
                  <a:lnTo>
                    <a:pt x="602" y="156"/>
                  </a:lnTo>
                  <a:lnTo>
                    <a:pt x="602" y="154"/>
                  </a:lnTo>
                  <a:lnTo>
                    <a:pt x="603" y="153"/>
                  </a:lnTo>
                  <a:lnTo>
                    <a:pt x="604" y="152"/>
                  </a:lnTo>
                  <a:lnTo>
                    <a:pt x="606" y="151"/>
                  </a:lnTo>
                  <a:lnTo>
                    <a:pt x="607" y="150"/>
                  </a:lnTo>
                  <a:lnTo>
                    <a:pt x="608" y="148"/>
                  </a:lnTo>
                  <a:lnTo>
                    <a:pt x="609" y="147"/>
                  </a:lnTo>
                  <a:lnTo>
                    <a:pt x="611" y="146"/>
                  </a:lnTo>
                  <a:lnTo>
                    <a:pt x="612" y="145"/>
                  </a:lnTo>
                  <a:lnTo>
                    <a:pt x="612" y="143"/>
                  </a:lnTo>
                  <a:lnTo>
                    <a:pt x="613" y="143"/>
                  </a:lnTo>
                  <a:lnTo>
                    <a:pt x="613" y="142"/>
                  </a:lnTo>
                  <a:lnTo>
                    <a:pt x="614" y="142"/>
                  </a:lnTo>
                  <a:lnTo>
                    <a:pt x="614" y="141"/>
                  </a:lnTo>
                  <a:lnTo>
                    <a:pt x="615" y="140"/>
                  </a:lnTo>
                  <a:lnTo>
                    <a:pt x="617" y="139"/>
                  </a:lnTo>
                  <a:lnTo>
                    <a:pt x="618" y="139"/>
                  </a:lnTo>
                  <a:lnTo>
                    <a:pt x="618" y="137"/>
                  </a:lnTo>
                  <a:lnTo>
                    <a:pt x="619" y="136"/>
                  </a:lnTo>
                  <a:lnTo>
                    <a:pt x="619" y="135"/>
                  </a:lnTo>
                  <a:lnTo>
                    <a:pt x="620" y="135"/>
                  </a:lnTo>
                  <a:lnTo>
                    <a:pt x="621" y="134"/>
                  </a:lnTo>
                  <a:lnTo>
                    <a:pt x="621" y="133"/>
                  </a:lnTo>
                  <a:lnTo>
                    <a:pt x="623" y="131"/>
                  </a:lnTo>
                  <a:lnTo>
                    <a:pt x="624" y="130"/>
                  </a:lnTo>
                  <a:lnTo>
                    <a:pt x="625" y="129"/>
                  </a:lnTo>
                  <a:lnTo>
                    <a:pt x="626" y="128"/>
                  </a:lnTo>
                  <a:lnTo>
                    <a:pt x="627" y="127"/>
                  </a:lnTo>
                  <a:lnTo>
                    <a:pt x="629" y="125"/>
                  </a:lnTo>
                  <a:lnTo>
                    <a:pt x="630" y="124"/>
                  </a:lnTo>
                  <a:lnTo>
                    <a:pt x="631" y="122"/>
                  </a:lnTo>
                  <a:lnTo>
                    <a:pt x="632" y="121"/>
                  </a:lnTo>
                  <a:lnTo>
                    <a:pt x="633" y="119"/>
                  </a:lnTo>
                  <a:lnTo>
                    <a:pt x="635" y="117"/>
                  </a:lnTo>
                  <a:lnTo>
                    <a:pt x="636" y="116"/>
                  </a:lnTo>
                  <a:lnTo>
                    <a:pt x="637" y="115"/>
                  </a:lnTo>
                  <a:lnTo>
                    <a:pt x="638" y="113"/>
                  </a:lnTo>
                  <a:lnTo>
                    <a:pt x="638" y="112"/>
                  </a:lnTo>
                  <a:lnTo>
                    <a:pt x="639" y="111"/>
                  </a:lnTo>
                  <a:lnTo>
                    <a:pt x="641" y="110"/>
                  </a:lnTo>
                  <a:lnTo>
                    <a:pt x="642" y="110"/>
                  </a:lnTo>
                  <a:lnTo>
                    <a:pt x="642" y="109"/>
                  </a:lnTo>
                  <a:lnTo>
                    <a:pt x="643" y="107"/>
                  </a:lnTo>
                  <a:lnTo>
                    <a:pt x="643" y="106"/>
                  </a:lnTo>
                  <a:lnTo>
                    <a:pt x="644" y="105"/>
                  </a:lnTo>
                  <a:lnTo>
                    <a:pt x="645" y="105"/>
                  </a:lnTo>
                  <a:lnTo>
                    <a:pt x="645" y="104"/>
                  </a:lnTo>
                  <a:lnTo>
                    <a:pt x="647" y="103"/>
                  </a:lnTo>
                  <a:lnTo>
                    <a:pt x="647" y="101"/>
                  </a:lnTo>
                  <a:lnTo>
                    <a:pt x="648" y="101"/>
                  </a:lnTo>
                  <a:lnTo>
                    <a:pt x="649" y="100"/>
                  </a:lnTo>
                  <a:lnTo>
                    <a:pt x="649" y="99"/>
                  </a:lnTo>
                  <a:lnTo>
                    <a:pt x="650" y="98"/>
                  </a:lnTo>
                  <a:lnTo>
                    <a:pt x="651" y="97"/>
                  </a:lnTo>
                  <a:lnTo>
                    <a:pt x="651" y="95"/>
                  </a:lnTo>
                  <a:lnTo>
                    <a:pt x="653" y="94"/>
                  </a:lnTo>
                  <a:lnTo>
                    <a:pt x="654" y="93"/>
                  </a:lnTo>
                  <a:lnTo>
                    <a:pt x="655" y="92"/>
                  </a:lnTo>
                  <a:lnTo>
                    <a:pt x="656" y="91"/>
                  </a:lnTo>
                  <a:lnTo>
                    <a:pt x="657" y="88"/>
                  </a:lnTo>
                  <a:lnTo>
                    <a:pt x="657" y="87"/>
                  </a:lnTo>
                  <a:lnTo>
                    <a:pt x="660" y="85"/>
                  </a:lnTo>
                  <a:lnTo>
                    <a:pt x="661" y="83"/>
                  </a:lnTo>
                  <a:lnTo>
                    <a:pt x="662" y="81"/>
                  </a:lnTo>
                  <a:lnTo>
                    <a:pt x="663" y="80"/>
                  </a:lnTo>
                  <a:lnTo>
                    <a:pt x="665" y="77"/>
                  </a:lnTo>
                  <a:lnTo>
                    <a:pt x="666" y="76"/>
                  </a:lnTo>
                  <a:lnTo>
                    <a:pt x="667" y="75"/>
                  </a:lnTo>
                  <a:lnTo>
                    <a:pt x="668" y="74"/>
                  </a:lnTo>
                  <a:lnTo>
                    <a:pt x="668" y="71"/>
                  </a:lnTo>
                  <a:lnTo>
                    <a:pt x="669" y="70"/>
                  </a:lnTo>
                  <a:lnTo>
                    <a:pt x="671" y="69"/>
                  </a:lnTo>
                  <a:lnTo>
                    <a:pt x="672" y="68"/>
                  </a:lnTo>
                  <a:lnTo>
                    <a:pt x="672" y="67"/>
                  </a:lnTo>
                  <a:lnTo>
                    <a:pt x="673" y="67"/>
                  </a:lnTo>
                  <a:lnTo>
                    <a:pt x="674" y="65"/>
                  </a:lnTo>
                  <a:lnTo>
                    <a:pt x="674" y="64"/>
                  </a:lnTo>
                  <a:lnTo>
                    <a:pt x="675" y="63"/>
                  </a:lnTo>
                  <a:lnTo>
                    <a:pt x="675" y="62"/>
                  </a:lnTo>
                  <a:lnTo>
                    <a:pt x="677" y="61"/>
                  </a:lnTo>
                  <a:lnTo>
                    <a:pt x="678" y="61"/>
                  </a:lnTo>
                  <a:lnTo>
                    <a:pt x="678" y="59"/>
                  </a:lnTo>
                  <a:lnTo>
                    <a:pt x="679" y="58"/>
                  </a:lnTo>
                  <a:lnTo>
                    <a:pt x="679" y="57"/>
                  </a:lnTo>
                  <a:lnTo>
                    <a:pt x="680" y="56"/>
                  </a:lnTo>
                  <a:lnTo>
                    <a:pt x="681" y="55"/>
                  </a:lnTo>
                  <a:lnTo>
                    <a:pt x="683" y="53"/>
                  </a:lnTo>
                  <a:lnTo>
                    <a:pt x="683" y="52"/>
                  </a:lnTo>
                  <a:lnTo>
                    <a:pt x="684" y="51"/>
                  </a:lnTo>
                  <a:lnTo>
                    <a:pt x="685" y="49"/>
                  </a:lnTo>
                  <a:lnTo>
                    <a:pt x="686" y="47"/>
                  </a:lnTo>
                  <a:lnTo>
                    <a:pt x="687" y="46"/>
                  </a:lnTo>
                  <a:lnTo>
                    <a:pt x="689" y="44"/>
                  </a:lnTo>
                  <a:lnTo>
                    <a:pt x="690" y="43"/>
                  </a:lnTo>
                  <a:lnTo>
                    <a:pt x="691" y="40"/>
                  </a:lnTo>
                  <a:lnTo>
                    <a:pt x="692" y="39"/>
                  </a:lnTo>
                  <a:lnTo>
                    <a:pt x="695" y="37"/>
                  </a:lnTo>
                  <a:lnTo>
                    <a:pt x="696" y="35"/>
                  </a:lnTo>
                  <a:lnTo>
                    <a:pt x="697" y="33"/>
                  </a:lnTo>
                  <a:lnTo>
                    <a:pt x="698" y="32"/>
                  </a:lnTo>
                  <a:lnTo>
                    <a:pt x="698" y="31"/>
                  </a:lnTo>
                  <a:lnTo>
                    <a:pt x="699" y="29"/>
                  </a:lnTo>
                  <a:lnTo>
                    <a:pt x="701" y="27"/>
                  </a:lnTo>
                  <a:lnTo>
                    <a:pt x="702" y="26"/>
                  </a:lnTo>
                  <a:lnTo>
                    <a:pt x="702" y="24"/>
                  </a:lnTo>
                  <a:lnTo>
                    <a:pt x="703" y="24"/>
                  </a:lnTo>
                  <a:lnTo>
                    <a:pt x="704" y="23"/>
                  </a:lnTo>
                  <a:lnTo>
                    <a:pt x="704" y="22"/>
                  </a:lnTo>
                  <a:lnTo>
                    <a:pt x="705" y="21"/>
                  </a:lnTo>
                  <a:lnTo>
                    <a:pt x="705" y="20"/>
                  </a:lnTo>
                  <a:lnTo>
                    <a:pt x="707" y="18"/>
                  </a:lnTo>
                  <a:lnTo>
                    <a:pt x="708" y="17"/>
                  </a:lnTo>
                  <a:lnTo>
                    <a:pt x="708" y="16"/>
                  </a:lnTo>
                  <a:lnTo>
                    <a:pt x="709" y="15"/>
                  </a:lnTo>
                  <a:lnTo>
                    <a:pt x="710" y="14"/>
                  </a:lnTo>
                  <a:lnTo>
                    <a:pt x="710" y="12"/>
                  </a:lnTo>
                  <a:lnTo>
                    <a:pt x="711" y="11"/>
                  </a:lnTo>
                  <a:lnTo>
                    <a:pt x="713" y="10"/>
                  </a:lnTo>
                  <a:lnTo>
                    <a:pt x="713" y="9"/>
                  </a:lnTo>
                  <a:lnTo>
                    <a:pt x="714" y="8"/>
                  </a:lnTo>
                  <a:lnTo>
                    <a:pt x="714" y="6"/>
                  </a:lnTo>
                  <a:lnTo>
                    <a:pt x="715" y="5"/>
                  </a:lnTo>
                  <a:lnTo>
                    <a:pt x="716" y="4"/>
                  </a:lnTo>
                  <a:lnTo>
                    <a:pt x="716" y="2"/>
                  </a:lnTo>
                  <a:lnTo>
                    <a:pt x="717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2" name="Freeform 235">
              <a:extLst>
                <a:ext uri="{FF2B5EF4-FFF2-40B4-BE49-F238E27FC236}">
                  <a16:creationId xmlns:a16="http://schemas.microsoft.com/office/drawing/2014/main" id="{FDD1C491-79E0-4FF2-94DD-23820074B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206"/>
              <a:ext cx="42" cy="144"/>
            </a:xfrm>
            <a:custGeom>
              <a:avLst/>
              <a:gdLst>
                <a:gd name="T0" fmla="*/ 0 w 86"/>
                <a:gd name="T1" fmla="*/ 1 h 287"/>
                <a:gd name="T2" fmla="*/ 0 w 86"/>
                <a:gd name="T3" fmla="*/ 1 h 287"/>
                <a:gd name="T4" fmla="*/ 0 w 86"/>
                <a:gd name="T5" fmla="*/ 1 h 287"/>
                <a:gd name="T6" fmla="*/ 0 w 86"/>
                <a:gd name="T7" fmla="*/ 1 h 287"/>
                <a:gd name="T8" fmla="*/ 0 w 86"/>
                <a:gd name="T9" fmla="*/ 1 h 287"/>
                <a:gd name="T10" fmla="*/ 0 w 86"/>
                <a:gd name="T11" fmla="*/ 1 h 287"/>
                <a:gd name="T12" fmla="*/ 0 w 86"/>
                <a:gd name="T13" fmla="*/ 1 h 287"/>
                <a:gd name="T14" fmla="*/ 0 w 86"/>
                <a:gd name="T15" fmla="*/ 1 h 287"/>
                <a:gd name="T16" fmla="*/ 0 w 86"/>
                <a:gd name="T17" fmla="*/ 1 h 287"/>
                <a:gd name="T18" fmla="*/ 0 w 86"/>
                <a:gd name="T19" fmla="*/ 1 h 287"/>
                <a:gd name="T20" fmla="*/ 0 w 86"/>
                <a:gd name="T21" fmla="*/ 1 h 287"/>
                <a:gd name="T22" fmla="*/ 0 w 86"/>
                <a:gd name="T23" fmla="*/ 1 h 287"/>
                <a:gd name="T24" fmla="*/ 0 w 86"/>
                <a:gd name="T25" fmla="*/ 1 h 287"/>
                <a:gd name="T26" fmla="*/ 0 w 86"/>
                <a:gd name="T27" fmla="*/ 1 h 287"/>
                <a:gd name="T28" fmla="*/ 0 w 86"/>
                <a:gd name="T29" fmla="*/ 1 h 287"/>
                <a:gd name="T30" fmla="*/ 0 w 86"/>
                <a:gd name="T31" fmla="*/ 1 h 287"/>
                <a:gd name="T32" fmla="*/ 0 w 86"/>
                <a:gd name="T33" fmla="*/ 1 h 287"/>
                <a:gd name="T34" fmla="*/ 0 w 86"/>
                <a:gd name="T35" fmla="*/ 1 h 287"/>
                <a:gd name="T36" fmla="*/ 0 w 86"/>
                <a:gd name="T37" fmla="*/ 1 h 287"/>
                <a:gd name="T38" fmla="*/ 0 w 86"/>
                <a:gd name="T39" fmla="*/ 1 h 287"/>
                <a:gd name="T40" fmla="*/ 0 w 86"/>
                <a:gd name="T41" fmla="*/ 1 h 287"/>
                <a:gd name="T42" fmla="*/ 0 w 86"/>
                <a:gd name="T43" fmla="*/ 1 h 287"/>
                <a:gd name="T44" fmla="*/ 0 w 86"/>
                <a:gd name="T45" fmla="*/ 1 h 287"/>
                <a:gd name="T46" fmla="*/ 0 w 86"/>
                <a:gd name="T47" fmla="*/ 1 h 287"/>
                <a:gd name="T48" fmla="*/ 0 w 86"/>
                <a:gd name="T49" fmla="*/ 1 h 287"/>
                <a:gd name="T50" fmla="*/ 0 w 86"/>
                <a:gd name="T51" fmla="*/ 1 h 287"/>
                <a:gd name="T52" fmla="*/ 0 w 86"/>
                <a:gd name="T53" fmla="*/ 1 h 287"/>
                <a:gd name="T54" fmla="*/ 0 w 86"/>
                <a:gd name="T55" fmla="*/ 1 h 287"/>
                <a:gd name="T56" fmla="*/ 0 w 86"/>
                <a:gd name="T57" fmla="*/ 1 h 287"/>
                <a:gd name="T58" fmla="*/ 0 w 86"/>
                <a:gd name="T59" fmla="*/ 1 h 287"/>
                <a:gd name="T60" fmla="*/ 0 w 86"/>
                <a:gd name="T61" fmla="*/ 1 h 287"/>
                <a:gd name="T62" fmla="*/ 0 w 86"/>
                <a:gd name="T63" fmla="*/ 1 h 287"/>
                <a:gd name="T64" fmla="*/ 0 w 86"/>
                <a:gd name="T65" fmla="*/ 1 h 287"/>
                <a:gd name="T66" fmla="*/ 0 w 86"/>
                <a:gd name="T67" fmla="*/ 1 h 287"/>
                <a:gd name="T68" fmla="*/ 0 w 86"/>
                <a:gd name="T69" fmla="*/ 1 h 287"/>
                <a:gd name="T70" fmla="*/ 0 w 86"/>
                <a:gd name="T71" fmla="*/ 1 h 287"/>
                <a:gd name="T72" fmla="*/ 0 w 86"/>
                <a:gd name="T73" fmla="*/ 1 h 287"/>
                <a:gd name="T74" fmla="*/ 0 w 86"/>
                <a:gd name="T75" fmla="*/ 1 h 287"/>
                <a:gd name="T76" fmla="*/ 0 w 86"/>
                <a:gd name="T77" fmla="*/ 1 h 287"/>
                <a:gd name="T78" fmla="*/ 0 w 86"/>
                <a:gd name="T79" fmla="*/ 1 h 287"/>
                <a:gd name="T80" fmla="*/ 0 w 86"/>
                <a:gd name="T81" fmla="*/ 1 h 287"/>
                <a:gd name="T82" fmla="*/ 0 w 86"/>
                <a:gd name="T83" fmla="*/ 1 h 287"/>
                <a:gd name="T84" fmla="*/ 0 w 86"/>
                <a:gd name="T85" fmla="*/ 1 h 287"/>
                <a:gd name="T86" fmla="*/ 0 w 86"/>
                <a:gd name="T87" fmla="*/ 1 h 287"/>
                <a:gd name="T88" fmla="*/ 0 w 86"/>
                <a:gd name="T89" fmla="*/ 1 h 287"/>
                <a:gd name="T90" fmla="*/ 0 w 86"/>
                <a:gd name="T91" fmla="*/ 1 h 287"/>
                <a:gd name="T92" fmla="*/ 0 w 86"/>
                <a:gd name="T93" fmla="*/ 1 h 287"/>
                <a:gd name="T94" fmla="*/ 0 w 86"/>
                <a:gd name="T95" fmla="*/ 1 h 287"/>
                <a:gd name="T96" fmla="*/ 0 w 86"/>
                <a:gd name="T97" fmla="*/ 1 h 287"/>
                <a:gd name="T98" fmla="*/ 0 w 86"/>
                <a:gd name="T99" fmla="*/ 1 h 287"/>
                <a:gd name="T100" fmla="*/ 0 w 86"/>
                <a:gd name="T101" fmla="*/ 1 h 287"/>
                <a:gd name="T102" fmla="*/ 0 w 86"/>
                <a:gd name="T103" fmla="*/ 1 h 287"/>
                <a:gd name="T104" fmla="*/ 0 w 86"/>
                <a:gd name="T105" fmla="*/ 1 h 287"/>
                <a:gd name="T106" fmla="*/ 0 w 86"/>
                <a:gd name="T107" fmla="*/ 1 h 287"/>
                <a:gd name="T108" fmla="*/ 0 w 86"/>
                <a:gd name="T109" fmla="*/ 1 h 287"/>
                <a:gd name="T110" fmla="*/ 0 w 86"/>
                <a:gd name="T111" fmla="*/ 1 h 287"/>
                <a:gd name="T112" fmla="*/ 0 w 86"/>
                <a:gd name="T113" fmla="*/ 1 h 2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7">
                  <a:moveTo>
                    <a:pt x="0" y="0"/>
                  </a:moveTo>
                  <a:lnTo>
                    <a:pt x="3" y="4"/>
                  </a:lnTo>
                  <a:lnTo>
                    <a:pt x="4" y="6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9" y="15"/>
                  </a:lnTo>
                  <a:lnTo>
                    <a:pt x="10" y="17"/>
                  </a:lnTo>
                  <a:lnTo>
                    <a:pt x="11" y="18"/>
                  </a:lnTo>
                  <a:lnTo>
                    <a:pt x="12" y="21"/>
                  </a:lnTo>
                  <a:lnTo>
                    <a:pt x="14" y="23"/>
                  </a:lnTo>
                  <a:lnTo>
                    <a:pt x="15" y="24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0"/>
                  </a:lnTo>
                  <a:lnTo>
                    <a:pt x="18" y="31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5"/>
                  </a:lnTo>
                  <a:lnTo>
                    <a:pt x="21" y="36"/>
                  </a:lnTo>
                  <a:lnTo>
                    <a:pt x="21" y="37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3" y="43"/>
                  </a:lnTo>
                  <a:lnTo>
                    <a:pt x="24" y="45"/>
                  </a:lnTo>
                  <a:lnTo>
                    <a:pt x="24" y="46"/>
                  </a:lnTo>
                  <a:lnTo>
                    <a:pt x="26" y="47"/>
                  </a:lnTo>
                  <a:lnTo>
                    <a:pt x="26" y="48"/>
                  </a:lnTo>
                  <a:lnTo>
                    <a:pt x="27" y="49"/>
                  </a:lnTo>
                  <a:lnTo>
                    <a:pt x="27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7"/>
                  </a:lnTo>
                  <a:lnTo>
                    <a:pt x="30" y="58"/>
                  </a:lnTo>
                  <a:lnTo>
                    <a:pt x="30" y="59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3"/>
                  </a:lnTo>
                  <a:lnTo>
                    <a:pt x="33" y="64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7"/>
                  </a:lnTo>
                  <a:lnTo>
                    <a:pt x="34" y="69"/>
                  </a:lnTo>
                  <a:lnTo>
                    <a:pt x="35" y="70"/>
                  </a:lnTo>
                  <a:lnTo>
                    <a:pt x="35" y="71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9" y="78"/>
                  </a:lnTo>
                  <a:lnTo>
                    <a:pt x="39" y="79"/>
                  </a:lnTo>
                  <a:lnTo>
                    <a:pt x="39" y="82"/>
                  </a:lnTo>
                  <a:lnTo>
                    <a:pt x="40" y="83"/>
                  </a:lnTo>
                  <a:lnTo>
                    <a:pt x="40" y="84"/>
                  </a:lnTo>
                  <a:lnTo>
                    <a:pt x="41" y="86"/>
                  </a:lnTo>
                  <a:lnTo>
                    <a:pt x="41" y="88"/>
                  </a:lnTo>
                  <a:lnTo>
                    <a:pt x="43" y="89"/>
                  </a:lnTo>
                  <a:lnTo>
                    <a:pt x="43" y="92"/>
                  </a:lnTo>
                  <a:lnTo>
                    <a:pt x="44" y="93"/>
                  </a:lnTo>
                  <a:lnTo>
                    <a:pt x="45" y="95"/>
                  </a:lnTo>
                  <a:lnTo>
                    <a:pt x="45" y="96"/>
                  </a:lnTo>
                  <a:lnTo>
                    <a:pt x="46" y="99"/>
                  </a:lnTo>
                  <a:lnTo>
                    <a:pt x="46" y="100"/>
                  </a:lnTo>
                  <a:lnTo>
                    <a:pt x="47" y="101"/>
                  </a:lnTo>
                  <a:lnTo>
                    <a:pt x="47" y="104"/>
                  </a:lnTo>
                  <a:lnTo>
                    <a:pt x="49" y="105"/>
                  </a:lnTo>
                  <a:lnTo>
                    <a:pt x="49" y="106"/>
                  </a:lnTo>
                  <a:lnTo>
                    <a:pt x="49" y="107"/>
                  </a:lnTo>
                  <a:lnTo>
                    <a:pt x="50" y="108"/>
                  </a:lnTo>
                  <a:lnTo>
                    <a:pt x="50" y="110"/>
                  </a:lnTo>
                  <a:lnTo>
                    <a:pt x="51" y="111"/>
                  </a:lnTo>
                  <a:lnTo>
                    <a:pt x="51" y="112"/>
                  </a:lnTo>
                  <a:lnTo>
                    <a:pt x="51" y="113"/>
                  </a:lnTo>
                  <a:lnTo>
                    <a:pt x="52" y="114"/>
                  </a:lnTo>
                  <a:lnTo>
                    <a:pt x="52" y="116"/>
                  </a:lnTo>
                  <a:lnTo>
                    <a:pt x="52" y="117"/>
                  </a:lnTo>
                  <a:lnTo>
                    <a:pt x="53" y="118"/>
                  </a:lnTo>
                  <a:lnTo>
                    <a:pt x="53" y="119"/>
                  </a:lnTo>
                  <a:lnTo>
                    <a:pt x="53" y="120"/>
                  </a:lnTo>
                  <a:lnTo>
                    <a:pt x="53" y="122"/>
                  </a:lnTo>
                  <a:lnTo>
                    <a:pt x="55" y="123"/>
                  </a:lnTo>
                  <a:lnTo>
                    <a:pt x="55" y="124"/>
                  </a:lnTo>
                  <a:lnTo>
                    <a:pt x="55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7" y="129"/>
                  </a:lnTo>
                  <a:lnTo>
                    <a:pt x="57" y="131"/>
                  </a:lnTo>
                  <a:lnTo>
                    <a:pt x="57" y="132"/>
                  </a:lnTo>
                  <a:lnTo>
                    <a:pt x="58" y="135"/>
                  </a:lnTo>
                  <a:lnTo>
                    <a:pt x="58" y="136"/>
                  </a:lnTo>
                  <a:lnTo>
                    <a:pt x="59" y="138"/>
                  </a:lnTo>
                  <a:lnTo>
                    <a:pt x="61" y="141"/>
                  </a:lnTo>
                  <a:lnTo>
                    <a:pt x="61" y="142"/>
                  </a:lnTo>
                  <a:lnTo>
                    <a:pt x="61" y="143"/>
                  </a:lnTo>
                  <a:lnTo>
                    <a:pt x="62" y="146"/>
                  </a:lnTo>
                  <a:lnTo>
                    <a:pt x="62" y="147"/>
                  </a:lnTo>
                  <a:lnTo>
                    <a:pt x="63" y="148"/>
                  </a:lnTo>
                  <a:lnTo>
                    <a:pt x="63" y="149"/>
                  </a:lnTo>
                  <a:lnTo>
                    <a:pt x="63" y="150"/>
                  </a:lnTo>
                  <a:lnTo>
                    <a:pt x="64" y="152"/>
                  </a:lnTo>
                  <a:lnTo>
                    <a:pt x="64" y="153"/>
                  </a:lnTo>
                  <a:lnTo>
                    <a:pt x="64" y="154"/>
                  </a:lnTo>
                  <a:lnTo>
                    <a:pt x="64" y="155"/>
                  </a:lnTo>
                  <a:lnTo>
                    <a:pt x="65" y="156"/>
                  </a:lnTo>
                  <a:lnTo>
                    <a:pt x="65" y="158"/>
                  </a:lnTo>
                  <a:lnTo>
                    <a:pt x="65" y="159"/>
                  </a:lnTo>
                  <a:lnTo>
                    <a:pt x="67" y="159"/>
                  </a:lnTo>
                  <a:lnTo>
                    <a:pt x="67" y="160"/>
                  </a:lnTo>
                  <a:lnTo>
                    <a:pt x="67" y="161"/>
                  </a:lnTo>
                  <a:lnTo>
                    <a:pt x="67" y="162"/>
                  </a:lnTo>
                  <a:lnTo>
                    <a:pt x="68" y="164"/>
                  </a:lnTo>
                  <a:lnTo>
                    <a:pt x="68" y="165"/>
                  </a:lnTo>
                  <a:lnTo>
                    <a:pt x="68" y="166"/>
                  </a:lnTo>
                  <a:lnTo>
                    <a:pt x="69" y="167"/>
                  </a:lnTo>
                  <a:lnTo>
                    <a:pt x="69" y="168"/>
                  </a:lnTo>
                  <a:lnTo>
                    <a:pt x="69" y="170"/>
                  </a:lnTo>
                  <a:lnTo>
                    <a:pt x="70" y="171"/>
                  </a:lnTo>
                  <a:lnTo>
                    <a:pt x="70" y="173"/>
                  </a:lnTo>
                  <a:lnTo>
                    <a:pt x="70" y="174"/>
                  </a:lnTo>
                  <a:lnTo>
                    <a:pt x="71" y="176"/>
                  </a:lnTo>
                  <a:lnTo>
                    <a:pt x="71" y="178"/>
                  </a:lnTo>
                  <a:lnTo>
                    <a:pt x="73" y="180"/>
                  </a:lnTo>
                  <a:lnTo>
                    <a:pt x="73" y="182"/>
                  </a:lnTo>
                  <a:lnTo>
                    <a:pt x="74" y="184"/>
                  </a:lnTo>
                  <a:lnTo>
                    <a:pt x="74" y="185"/>
                  </a:lnTo>
                  <a:lnTo>
                    <a:pt x="75" y="188"/>
                  </a:lnTo>
                  <a:lnTo>
                    <a:pt x="75" y="189"/>
                  </a:lnTo>
                  <a:lnTo>
                    <a:pt x="75" y="190"/>
                  </a:lnTo>
                  <a:lnTo>
                    <a:pt x="76" y="191"/>
                  </a:lnTo>
                  <a:lnTo>
                    <a:pt x="76" y="192"/>
                  </a:lnTo>
                  <a:lnTo>
                    <a:pt x="76" y="194"/>
                  </a:lnTo>
                  <a:lnTo>
                    <a:pt x="77" y="195"/>
                  </a:lnTo>
                  <a:lnTo>
                    <a:pt x="77" y="196"/>
                  </a:lnTo>
                  <a:lnTo>
                    <a:pt x="77" y="197"/>
                  </a:lnTo>
                  <a:lnTo>
                    <a:pt x="77" y="199"/>
                  </a:lnTo>
                  <a:lnTo>
                    <a:pt x="79" y="200"/>
                  </a:lnTo>
                  <a:lnTo>
                    <a:pt x="79" y="201"/>
                  </a:lnTo>
                  <a:lnTo>
                    <a:pt x="79" y="202"/>
                  </a:lnTo>
                  <a:lnTo>
                    <a:pt x="79" y="203"/>
                  </a:lnTo>
                  <a:lnTo>
                    <a:pt x="79" y="205"/>
                  </a:lnTo>
                  <a:lnTo>
                    <a:pt x="79" y="206"/>
                  </a:lnTo>
                  <a:lnTo>
                    <a:pt x="80" y="207"/>
                  </a:lnTo>
                  <a:lnTo>
                    <a:pt x="80" y="208"/>
                  </a:lnTo>
                  <a:lnTo>
                    <a:pt x="80" y="209"/>
                  </a:lnTo>
                  <a:lnTo>
                    <a:pt x="80" y="211"/>
                  </a:lnTo>
                  <a:lnTo>
                    <a:pt x="80" y="212"/>
                  </a:lnTo>
                  <a:lnTo>
                    <a:pt x="80" y="213"/>
                  </a:lnTo>
                  <a:lnTo>
                    <a:pt x="80" y="214"/>
                  </a:lnTo>
                  <a:lnTo>
                    <a:pt x="80" y="215"/>
                  </a:lnTo>
                  <a:lnTo>
                    <a:pt x="80" y="218"/>
                  </a:lnTo>
                  <a:lnTo>
                    <a:pt x="81" y="219"/>
                  </a:lnTo>
                  <a:lnTo>
                    <a:pt x="81" y="220"/>
                  </a:lnTo>
                  <a:lnTo>
                    <a:pt x="81" y="223"/>
                  </a:lnTo>
                  <a:lnTo>
                    <a:pt x="81" y="224"/>
                  </a:lnTo>
                  <a:lnTo>
                    <a:pt x="81" y="225"/>
                  </a:lnTo>
                  <a:lnTo>
                    <a:pt x="81" y="227"/>
                  </a:lnTo>
                  <a:lnTo>
                    <a:pt x="81" y="229"/>
                  </a:lnTo>
                  <a:lnTo>
                    <a:pt x="81" y="230"/>
                  </a:lnTo>
                  <a:lnTo>
                    <a:pt x="81" y="231"/>
                  </a:lnTo>
                  <a:lnTo>
                    <a:pt x="81" y="232"/>
                  </a:lnTo>
                  <a:lnTo>
                    <a:pt x="82" y="233"/>
                  </a:lnTo>
                  <a:lnTo>
                    <a:pt x="82" y="235"/>
                  </a:lnTo>
                  <a:lnTo>
                    <a:pt x="82" y="236"/>
                  </a:lnTo>
                  <a:lnTo>
                    <a:pt x="82" y="237"/>
                  </a:lnTo>
                  <a:lnTo>
                    <a:pt x="82" y="238"/>
                  </a:lnTo>
                  <a:lnTo>
                    <a:pt x="82" y="239"/>
                  </a:lnTo>
                  <a:lnTo>
                    <a:pt x="82" y="241"/>
                  </a:lnTo>
                  <a:lnTo>
                    <a:pt x="82" y="242"/>
                  </a:lnTo>
                  <a:lnTo>
                    <a:pt x="82" y="243"/>
                  </a:lnTo>
                  <a:lnTo>
                    <a:pt x="83" y="243"/>
                  </a:lnTo>
                  <a:lnTo>
                    <a:pt x="83" y="244"/>
                  </a:lnTo>
                  <a:lnTo>
                    <a:pt x="83" y="245"/>
                  </a:lnTo>
                  <a:lnTo>
                    <a:pt x="83" y="247"/>
                  </a:lnTo>
                  <a:lnTo>
                    <a:pt x="83" y="248"/>
                  </a:lnTo>
                  <a:lnTo>
                    <a:pt x="85" y="249"/>
                  </a:lnTo>
                  <a:lnTo>
                    <a:pt x="85" y="250"/>
                  </a:lnTo>
                  <a:lnTo>
                    <a:pt x="85" y="251"/>
                  </a:lnTo>
                  <a:lnTo>
                    <a:pt x="85" y="253"/>
                  </a:lnTo>
                  <a:lnTo>
                    <a:pt x="85" y="254"/>
                  </a:lnTo>
                  <a:lnTo>
                    <a:pt x="85" y="255"/>
                  </a:lnTo>
                  <a:lnTo>
                    <a:pt x="86" y="255"/>
                  </a:lnTo>
                  <a:lnTo>
                    <a:pt x="86" y="256"/>
                  </a:lnTo>
                  <a:lnTo>
                    <a:pt x="86" y="257"/>
                  </a:lnTo>
                  <a:lnTo>
                    <a:pt x="86" y="259"/>
                  </a:lnTo>
                  <a:lnTo>
                    <a:pt x="86" y="260"/>
                  </a:lnTo>
                  <a:lnTo>
                    <a:pt x="86" y="261"/>
                  </a:lnTo>
                  <a:lnTo>
                    <a:pt x="86" y="262"/>
                  </a:lnTo>
                  <a:lnTo>
                    <a:pt x="86" y="263"/>
                  </a:lnTo>
                  <a:lnTo>
                    <a:pt x="86" y="265"/>
                  </a:lnTo>
                  <a:lnTo>
                    <a:pt x="86" y="266"/>
                  </a:lnTo>
                  <a:lnTo>
                    <a:pt x="86" y="267"/>
                  </a:lnTo>
                  <a:lnTo>
                    <a:pt x="86" y="268"/>
                  </a:lnTo>
                  <a:lnTo>
                    <a:pt x="86" y="269"/>
                  </a:lnTo>
                  <a:lnTo>
                    <a:pt x="86" y="271"/>
                  </a:lnTo>
                  <a:lnTo>
                    <a:pt x="86" y="273"/>
                  </a:lnTo>
                  <a:lnTo>
                    <a:pt x="86" y="274"/>
                  </a:lnTo>
                  <a:lnTo>
                    <a:pt x="86" y="275"/>
                  </a:lnTo>
                  <a:lnTo>
                    <a:pt x="86" y="278"/>
                  </a:lnTo>
                  <a:lnTo>
                    <a:pt x="86" y="279"/>
                  </a:lnTo>
                  <a:lnTo>
                    <a:pt x="86" y="281"/>
                  </a:lnTo>
                  <a:lnTo>
                    <a:pt x="86" y="283"/>
                  </a:lnTo>
                  <a:lnTo>
                    <a:pt x="86" y="285"/>
                  </a:lnTo>
                  <a:lnTo>
                    <a:pt x="85" y="287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3" name="Freeform 236">
              <a:extLst>
                <a:ext uri="{FF2B5EF4-FFF2-40B4-BE49-F238E27FC236}">
                  <a16:creationId xmlns:a16="http://schemas.microsoft.com/office/drawing/2014/main" id="{EE3B4013-F014-4145-94B0-CF06C5DC4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349"/>
              <a:ext cx="42" cy="144"/>
            </a:xfrm>
            <a:custGeom>
              <a:avLst/>
              <a:gdLst>
                <a:gd name="T0" fmla="*/ 0 w 86"/>
                <a:gd name="T1" fmla="*/ 1 h 288"/>
                <a:gd name="T2" fmla="*/ 0 w 86"/>
                <a:gd name="T3" fmla="*/ 1 h 288"/>
                <a:gd name="T4" fmla="*/ 0 w 86"/>
                <a:gd name="T5" fmla="*/ 1 h 288"/>
                <a:gd name="T6" fmla="*/ 0 w 86"/>
                <a:gd name="T7" fmla="*/ 1 h 288"/>
                <a:gd name="T8" fmla="*/ 0 w 86"/>
                <a:gd name="T9" fmla="*/ 1 h 288"/>
                <a:gd name="T10" fmla="*/ 0 w 86"/>
                <a:gd name="T11" fmla="*/ 1 h 288"/>
                <a:gd name="T12" fmla="*/ 0 w 86"/>
                <a:gd name="T13" fmla="*/ 1 h 288"/>
                <a:gd name="T14" fmla="*/ 0 w 86"/>
                <a:gd name="T15" fmla="*/ 1 h 288"/>
                <a:gd name="T16" fmla="*/ 0 w 86"/>
                <a:gd name="T17" fmla="*/ 1 h 288"/>
                <a:gd name="T18" fmla="*/ 0 w 86"/>
                <a:gd name="T19" fmla="*/ 1 h 288"/>
                <a:gd name="T20" fmla="*/ 0 w 86"/>
                <a:gd name="T21" fmla="*/ 1 h 288"/>
                <a:gd name="T22" fmla="*/ 0 w 86"/>
                <a:gd name="T23" fmla="*/ 1 h 288"/>
                <a:gd name="T24" fmla="*/ 0 w 86"/>
                <a:gd name="T25" fmla="*/ 1 h 288"/>
                <a:gd name="T26" fmla="*/ 0 w 86"/>
                <a:gd name="T27" fmla="*/ 1 h 288"/>
                <a:gd name="T28" fmla="*/ 0 w 86"/>
                <a:gd name="T29" fmla="*/ 1 h 288"/>
                <a:gd name="T30" fmla="*/ 0 w 86"/>
                <a:gd name="T31" fmla="*/ 1 h 288"/>
                <a:gd name="T32" fmla="*/ 0 w 86"/>
                <a:gd name="T33" fmla="*/ 1 h 288"/>
                <a:gd name="T34" fmla="*/ 0 w 86"/>
                <a:gd name="T35" fmla="*/ 1 h 288"/>
                <a:gd name="T36" fmla="*/ 0 w 86"/>
                <a:gd name="T37" fmla="*/ 1 h 288"/>
                <a:gd name="T38" fmla="*/ 0 w 86"/>
                <a:gd name="T39" fmla="*/ 1 h 288"/>
                <a:gd name="T40" fmla="*/ 0 w 86"/>
                <a:gd name="T41" fmla="*/ 1 h 288"/>
                <a:gd name="T42" fmla="*/ 0 w 86"/>
                <a:gd name="T43" fmla="*/ 1 h 288"/>
                <a:gd name="T44" fmla="*/ 0 w 86"/>
                <a:gd name="T45" fmla="*/ 1 h 288"/>
                <a:gd name="T46" fmla="*/ 0 w 86"/>
                <a:gd name="T47" fmla="*/ 1 h 288"/>
                <a:gd name="T48" fmla="*/ 0 w 86"/>
                <a:gd name="T49" fmla="*/ 1 h 288"/>
                <a:gd name="T50" fmla="*/ 0 w 86"/>
                <a:gd name="T51" fmla="*/ 1 h 288"/>
                <a:gd name="T52" fmla="*/ 0 w 86"/>
                <a:gd name="T53" fmla="*/ 1 h 288"/>
                <a:gd name="T54" fmla="*/ 0 w 86"/>
                <a:gd name="T55" fmla="*/ 1 h 288"/>
                <a:gd name="T56" fmla="*/ 0 w 86"/>
                <a:gd name="T57" fmla="*/ 1 h 288"/>
                <a:gd name="T58" fmla="*/ 0 w 86"/>
                <a:gd name="T59" fmla="*/ 1 h 288"/>
                <a:gd name="T60" fmla="*/ 0 w 86"/>
                <a:gd name="T61" fmla="*/ 1 h 288"/>
                <a:gd name="T62" fmla="*/ 0 w 86"/>
                <a:gd name="T63" fmla="*/ 1 h 288"/>
                <a:gd name="T64" fmla="*/ 0 w 86"/>
                <a:gd name="T65" fmla="*/ 1 h 288"/>
                <a:gd name="T66" fmla="*/ 0 w 86"/>
                <a:gd name="T67" fmla="*/ 1 h 288"/>
                <a:gd name="T68" fmla="*/ 0 w 86"/>
                <a:gd name="T69" fmla="*/ 1 h 288"/>
                <a:gd name="T70" fmla="*/ 0 w 86"/>
                <a:gd name="T71" fmla="*/ 1 h 288"/>
                <a:gd name="T72" fmla="*/ 0 w 86"/>
                <a:gd name="T73" fmla="*/ 1 h 288"/>
                <a:gd name="T74" fmla="*/ 0 w 86"/>
                <a:gd name="T75" fmla="*/ 1 h 288"/>
                <a:gd name="T76" fmla="*/ 0 w 86"/>
                <a:gd name="T77" fmla="*/ 1 h 288"/>
                <a:gd name="T78" fmla="*/ 0 w 86"/>
                <a:gd name="T79" fmla="*/ 1 h 288"/>
                <a:gd name="T80" fmla="*/ 0 w 86"/>
                <a:gd name="T81" fmla="*/ 1 h 288"/>
                <a:gd name="T82" fmla="*/ 0 w 86"/>
                <a:gd name="T83" fmla="*/ 1 h 288"/>
                <a:gd name="T84" fmla="*/ 0 w 86"/>
                <a:gd name="T85" fmla="*/ 1 h 288"/>
                <a:gd name="T86" fmla="*/ 0 w 86"/>
                <a:gd name="T87" fmla="*/ 1 h 288"/>
                <a:gd name="T88" fmla="*/ 0 w 86"/>
                <a:gd name="T89" fmla="*/ 1 h 288"/>
                <a:gd name="T90" fmla="*/ 0 w 86"/>
                <a:gd name="T91" fmla="*/ 1 h 288"/>
                <a:gd name="T92" fmla="*/ 0 w 86"/>
                <a:gd name="T93" fmla="*/ 1 h 288"/>
                <a:gd name="T94" fmla="*/ 0 w 86"/>
                <a:gd name="T95" fmla="*/ 1 h 288"/>
                <a:gd name="T96" fmla="*/ 0 w 86"/>
                <a:gd name="T97" fmla="*/ 1 h 288"/>
                <a:gd name="T98" fmla="*/ 0 w 86"/>
                <a:gd name="T99" fmla="*/ 1 h 288"/>
                <a:gd name="T100" fmla="*/ 0 w 86"/>
                <a:gd name="T101" fmla="*/ 1 h 288"/>
                <a:gd name="T102" fmla="*/ 0 w 86"/>
                <a:gd name="T103" fmla="*/ 1 h 288"/>
                <a:gd name="T104" fmla="*/ 0 w 86"/>
                <a:gd name="T105" fmla="*/ 1 h 288"/>
                <a:gd name="T106" fmla="*/ 0 w 86"/>
                <a:gd name="T107" fmla="*/ 1 h 288"/>
                <a:gd name="T108" fmla="*/ 0 w 86"/>
                <a:gd name="T109" fmla="*/ 1 h 288"/>
                <a:gd name="T110" fmla="*/ 0 w 86"/>
                <a:gd name="T111" fmla="*/ 1 h 288"/>
                <a:gd name="T112" fmla="*/ 0 w 86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8">
                  <a:moveTo>
                    <a:pt x="0" y="288"/>
                  </a:moveTo>
                  <a:lnTo>
                    <a:pt x="3" y="284"/>
                  </a:lnTo>
                  <a:lnTo>
                    <a:pt x="4" y="282"/>
                  </a:lnTo>
                  <a:lnTo>
                    <a:pt x="6" y="278"/>
                  </a:lnTo>
                  <a:lnTo>
                    <a:pt x="8" y="276"/>
                  </a:lnTo>
                  <a:lnTo>
                    <a:pt x="9" y="273"/>
                  </a:lnTo>
                  <a:lnTo>
                    <a:pt x="10" y="271"/>
                  </a:lnTo>
                  <a:lnTo>
                    <a:pt x="11" y="268"/>
                  </a:lnTo>
                  <a:lnTo>
                    <a:pt x="12" y="267"/>
                  </a:lnTo>
                  <a:lnTo>
                    <a:pt x="14" y="265"/>
                  </a:lnTo>
                  <a:lnTo>
                    <a:pt x="15" y="264"/>
                  </a:lnTo>
                  <a:lnTo>
                    <a:pt x="15" y="261"/>
                  </a:lnTo>
                  <a:lnTo>
                    <a:pt x="16" y="260"/>
                  </a:lnTo>
                  <a:lnTo>
                    <a:pt x="17" y="259"/>
                  </a:lnTo>
                  <a:lnTo>
                    <a:pt x="17" y="257"/>
                  </a:lnTo>
                  <a:lnTo>
                    <a:pt x="18" y="256"/>
                  </a:lnTo>
                  <a:lnTo>
                    <a:pt x="18" y="255"/>
                  </a:lnTo>
                  <a:lnTo>
                    <a:pt x="20" y="254"/>
                  </a:lnTo>
                  <a:lnTo>
                    <a:pt x="20" y="253"/>
                  </a:lnTo>
                  <a:lnTo>
                    <a:pt x="21" y="251"/>
                  </a:lnTo>
                  <a:lnTo>
                    <a:pt x="21" y="250"/>
                  </a:lnTo>
                  <a:lnTo>
                    <a:pt x="22" y="249"/>
                  </a:lnTo>
                  <a:lnTo>
                    <a:pt x="22" y="248"/>
                  </a:lnTo>
                  <a:lnTo>
                    <a:pt x="23" y="247"/>
                  </a:lnTo>
                  <a:lnTo>
                    <a:pt x="23" y="245"/>
                  </a:lnTo>
                  <a:lnTo>
                    <a:pt x="23" y="244"/>
                  </a:lnTo>
                  <a:lnTo>
                    <a:pt x="24" y="243"/>
                  </a:lnTo>
                  <a:lnTo>
                    <a:pt x="24" y="242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7" y="237"/>
                  </a:lnTo>
                  <a:lnTo>
                    <a:pt x="27" y="236"/>
                  </a:lnTo>
                  <a:lnTo>
                    <a:pt x="28" y="235"/>
                  </a:lnTo>
                  <a:lnTo>
                    <a:pt x="28" y="232"/>
                  </a:lnTo>
                  <a:lnTo>
                    <a:pt x="29" y="231"/>
                  </a:lnTo>
                  <a:lnTo>
                    <a:pt x="30" y="230"/>
                  </a:lnTo>
                  <a:lnTo>
                    <a:pt x="30" y="229"/>
                  </a:lnTo>
                  <a:lnTo>
                    <a:pt x="30" y="227"/>
                  </a:lnTo>
                  <a:lnTo>
                    <a:pt x="32" y="226"/>
                  </a:lnTo>
                  <a:lnTo>
                    <a:pt x="32" y="225"/>
                  </a:lnTo>
                  <a:lnTo>
                    <a:pt x="33" y="224"/>
                  </a:lnTo>
                  <a:lnTo>
                    <a:pt x="33" y="223"/>
                  </a:lnTo>
                  <a:lnTo>
                    <a:pt x="33" y="221"/>
                  </a:lnTo>
                  <a:lnTo>
                    <a:pt x="34" y="220"/>
                  </a:lnTo>
                  <a:lnTo>
                    <a:pt x="34" y="219"/>
                  </a:lnTo>
                  <a:lnTo>
                    <a:pt x="35" y="218"/>
                  </a:lnTo>
                  <a:lnTo>
                    <a:pt x="35" y="217"/>
                  </a:lnTo>
                  <a:lnTo>
                    <a:pt x="35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3"/>
                  </a:lnTo>
                  <a:lnTo>
                    <a:pt x="38" y="212"/>
                  </a:lnTo>
                  <a:lnTo>
                    <a:pt x="38" y="211"/>
                  </a:lnTo>
                  <a:lnTo>
                    <a:pt x="38" y="209"/>
                  </a:lnTo>
                  <a:lnTo>
                    <a:pt x="39" y="208"/>
                  </a:lnTo>
                  <a:lnTo>
                    <a:pt x="39" y="207"/>
                  </a:lnTo>
                  <a:lnTo>
                    <a:pt x="39" y="206"/>
                  </a:lnTo>
                  <a:lnTo>
                    <a:pt x="40" y="205"/>
                  </a:lnTo>
                  <a:lnTo>
                    <a:pt x="40" y="203"/>
                  </a:lnTo>
                  <a:lnTo>
                    <a:pt x="41" y="202"/>
                  </a:lnTo>
                  <a:lnTo>
                    <a:pt x="41" y="200"/>
                  </a:lnTo>
                  <a:lnTo>
                    <a:pt x="43" y="199"/>
                  </a:lnTo>
                  <a:lnTo>
                    <a:pt x="43" y="196"/>
                  </a:lnTo>
                  <a:lnTo>
                    <a:pt x="44" y="195"/>
                  </a:lnTo>
                  <a:lnTo>
                    <a:pt x="45" y="193"/>
                  </a:lnTo>
                  <a:lnTo>
                    <a:pt x="45" y="190"/>
                  </a:lnTo>
                  <a:lnTo>
                    <a:pt x="46" y="189"/>
                  </a:lnTo>
                  <a:lnTo>
                    <a:pt x="46" y="188"/>
                  </a:lnTo>
                  <a:lnTo>
                    <a:pt x="47" y="185"/>
                  </a:lnTo>
                  <a:lnTo>
                    <a:pt x="47" y="184"/>
                  </a:lnTo>
                  <a:lnTo>
                    <a:pt x="49" y="183"/>
                  </a:lnTo>
                  <a:lnTo>
                    <a:pt x="49" y="182"/>
                  </a:lnTo>
                  <a:lnTo>
                    <a:pt x="49" y="181"/>
                  </a:lnTo>
                  <a:lnTo>
                    <a:pt x="50" y="179"/>
                  </a:lnTo>
                  <a:lnTo>
                    <a:pt x="50" y="178"/>
                  </a:lnTo>
                  <a:lnTo>
                    <a:pt x="51" y="177"/>
                  </a:lnTo>
                  <a:lnTo>
                    <a:pt x="51" y="176"/>
                  </a:lnTo>
                  <a:lnTo>
                    <a:pt x="51" y="175"/>
                  </a:lnTo>
                  <a:lnTo>
                    <a:pt x="51" y="173"/>
                  </a:lnTo>
                  <a:lnTo>
                    <a:pt x="52" y="173"/>
                  </a:lnTo>
                  <a:lnTo>
                    <a:pt x="52" y="172"/>
                  </a:lnTo>
                  <a:lnTo>
                    <a:pt x="52" y="171"/>
                  </a:lnTo>
                  <a:lnTo>
                    <a:pt x="53" y="170"/>
                  </a:lnTo>
                  <a:lnTo>
                    <a:pt x="53" y="169"/>
                  </a:lnTo>
                  <a:lnTo>
                    <a:pt x="53" y="167"/>
                  </a:lnTo>
                  <a:lnTo>
                    <a:pt x="53" y="166"/>
                  </a:lnTo>
                  <a:lnTo>
                    <a:pt x="55" y="165"/>
                  </a:lnTo>
                  <a:lnTo>
                    <a:pt x="55" y="164"/>
                  </a:lnTo>
                  <a:lnTo>
                    <a:pt x="55" y="163"/>
                  </a:lnTo>
                  <a:lnTo>
                    <a:pt x="56" y="161"/>
                  </a:lnTo>
                  <a:lnTo>
                    <a:pt x="56" y="160"/>
                  </a:lnTo>
                  <a:lnTo>
                    <a:pt x="57" y="158"/>
                  </a:lnTo>
                  <a:lnTo>
                    <a:pt x="57" y="157"/>
                  </a:lnTo>
                  <a:lnTo>
                    <a:pt x="57" y="155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9" y="149"/>
                  </a:lnTo>
                  <a:lnTo>
                    <a:pt x="61" y="147"/>
                  </a:lnTo>
                  <a:lnTo>
                    <a:pt x="61" y="146"/>
                  </a:lnTo>
                  <a:lnTo>
                    <a:pt x="61" y="143"/>
                  </a:lnTo>
                  <a:lnTo>
                    <a:pt x="62" y="142"/>
                  </a:lnTo>
                  <a:lnTo>
                    <a:pt x="62" y="141"/>
                  </a:lnTo>
                  <a:lnTo>
                    <a:pt x="63" y="140"/>
                  </a:lnTo>
                  <a:lnTo>
                    <a:pt x="63" y="138"/>
                  </a:lnTo>
                  <a:lnTo>
                    <a:pt x="63" y="137"/>
                  </a:lnTo>
                  <a:lnTo>
                    <a:pt x="64" y="136"/>
                  </a:lnTo>
                  <a:lnTo>
                    <a:pt x="64" y="135"/>
                  </a:lnTo>
                  <a:lnTo>
                    <a:pt x="64" y="134"/>
                  </a:lnTo>
                  <a:lnTo>
                    <a:pt x="64" y="132"/>
                  </a:lnTo>
                  <a:lnTo>
                    <a:pt x="65" y="131"/>
                  </a:lnTo>
                  <a:lnTo>
                    <a:pt x="65" y="130"/>
                  </a:lnTo>
                  <a:lnTo>
                    <a:pt x="65" y="129"/>
                  </a:lnTo>
                  <a:lnTo>
                    <a:pt x="67" y="128"/>
                  </a:lnTo>
                  <a:lnTo>
                    <a:pt x="67" y="126"/>
                  </a:lnTo>
                  <a:lnTo>
                    <a:pt x="67" y="125"/>
                  </a:lnTo>
                  <a:lnTo>
                    <a:pt x="68" y="124"/>
                  </a:lnTo>
                  <a:lnTo>
                    <a:pt x="68" y="123"/>
                  </a:lnTo>
                  <a:lnTo>
                    <a:pt x="68" y="122"/>
                  </a:lnTo>
                  <a:lnTo>
                    <a:pt x="69" y="120"/>
                  </a:lnTo>
                  <a:lnTo>
                    <a:pt x="69" y="119"/>
                  </a:lnTo>
                  <a:lnTo>
                    <a:pt x="69" y="118"/>
                  </a:lnTo>
                  <a:lnTo>
                    <a:pt x="70" y="116"/>
                  </a:lnTo>
                  <a:lnTo>
                    <a:pt x="70" y="114"/>
                  </a:lnTo>
                  <a:lnTo>
                    <a:pt x="70" y="113"/>
                  </a:lnTo>
                  <a:lnTo>
                    <a:pt x="71" y="111"/>
                  </a:lnTo>
                  <a:lnTo>
                    <a:pt x="71" y="110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4" y="104"/>
                  </a:lnTo>
                  <a:lnTo>
                    <a:pt x="74" y="102"/>
                  </a:lnTo>
                  <a:lnTo>
                    <a:pt x="75" y="100"/>
                  </a:lnTo>
                  <a:lnTo>
                    <a:pt x="75" y="99"/>
                  </a:lnTo>
                  <a:lnTo>
                    <a:pt x="75" y="98"/>
                  </a:lnTo>
                  <a:lnTo>
                    <a:pt x="76" y="96"/>
                  </a:lnTo>
                  <a:lnTo>
                    <a:pt x="76" y="94"/>
                  </a:lnTo>
                  <a:lnTo>
                    <a:pt x="76" y="93"/>
                  </a:lnTo>
                  <a:lnTo>
                    <a:pt x="77" y="92"/>
                  </a:lnTo>
                  <a:lnTo>
                    <a:pt x="77" y="90"/>
                  </a:lnTo>
                  <a:lnTo>
                    <a:pt x="77" y="89"/>
                  </a:lnTo>
                  <a:lnTo>
                    <a:pt x="79" y="88"/>
                  </a:lnTo>
                  <a:lnTo>
                    <a:pt x="79" y="87"/>
                  </a:lnTo>
                  <a:lnTo>
                    <a:pt x="79" y="86"/>
                  </a:lnTo>
                  <a:lnTo>
                    <a:pt x="79" y="84"/>
                  </a:lnTo>
                  <a:lnTo>
                    <a:pt x="79" y="83"/>
                  </a:lnTo>
                  <a:lnTo>
                    <a:pt x="79" y="82"/>
                  </a:lnTo>
                  <a:lnTo>
                    <a:pt x="80" y="81"/>
                  </a:lnTo>
                  <a:lnTo>
                    <a:pt x="80" y="80"/>
                  </a:lnTo>
                  <a:lnTo>
                    <a:pt x="80" y="78"/>
                  </a:lnTo>
                  <a:lnTo>
                    <a:pt x="80" y="77"/>
                  </a:lnTo>
                  <a:lnTo>
                    <a:pt x="80" y="76"/>
                  </a:lnTo>
                  <a:lnTo>
                    <a:pt x="80" y="75"/>
                  </a:lnTo>
                  <a:lnTo>
                    <a:pt x="80" y="74"/>
                  </a:lnTo>
                  <a:lnTo>
                    <a:pt x="80" y="71"/>
                  </a:lnTo>
                  <a:lnTo>
                    <a:pt x="80" y="70"/>
                  </a:lnTo>
                  <a:lnTo>
                    <a:pt x="81" y="69"/>
                  </a:lnTo>
                  <a:lnTo>
                    <a:pt x="81" y="66"/>
                  </a:lnTo>
                  <a:lnTo>
                    <a:pt x="81" y="65"/>
                  </a:lnTo>
                  <a:lnTo>
                    <a:pt x="81" y="64"/>
                  </a:lnTo>
                  <a:lnTo>
                    <a:pt x="81" y="62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1" y="58"/>
                  </a:lnTo>
                  <a:lnTo>
                    <a:pt x="81" y="57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2" y="54"/>
                  </a:lnTo>
                  <a:lnTo>
                    <a:pt x="82" y="53"/>
                  </a:lnTo>
                  <a:lnTo>
                    <a:pt x="82" y="52"/>
                  </a:lnTo>
                  <a:lnTo>
                    <a:pt x="82" y="51"/>
                  </a:lnTo>
                  <a:lnTo>
                    <a:pt x="82" y="50"/>
                  </a:lnTo>
                  <a:lnTo>
                    <a:pt x="82" y="48"/>
                  </a:lnTo>
                  <a:lnTo>
                    <a:pt x="82" y="47"/>
                  </a:lnTo>
                  <a:lnTo>
                    <a:pt x="82" y="46"/>
                  </a:lnTo>
                  <a:lnTo>
                    <a:pt x="82" y="45"/>
                  </a:lnTo>
                  <a:lnTo>
                    <a:pt x="83" y="45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1"/>
                  </a:lnTo>
                  <a:lnTo>
                    <a:pt x="83" y="40"/>
                  </a:lnTo>
                  <a:lnTo>
                    <a:pt x="85" y="39"/>
                  </a:lnTo>
                  <a:lnTo>
                    <a:pt x="85" y="38"/>
                  </a:lnTo>
                  <a:lnTo>
                    <a:pt x="85" y="36"/>
                  </a:lnTo>
                  <a:lnTo>
                    <a:pt x="85" y="35"/>
                  </a:lnTo>
                  <a:lnTo>
                    <a:pt x="85" y="34"/>
                  </a:lnTo>
                  <a:lnTo>
                    <a:pt x="85" y="33"/>
                  </a:lnTo>
                  <a:lnTo>
                    <a:pt x="86" y="33"/>
                  </a:lnTo>
                  <a:lnTo>
                    <a:pt x="86" y="32"/>
                  </a:lnTo>
                  <a:lnTo>
                    <a:pt x="86" y="30"/>
                  </a:lnTo>
                  <a:lnTo>
                    <a:pt x="86" y="29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6" y="24"/>
                  </a:lnTo>
                  <a:lnTo>
                    <a:pt x="86" y="23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8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6" y="15"/>
                  </a:lnTo>
                  <a:lnTo>
                    <a:pt x="86" y="13"/>
                  </a:lnTo>
                  <a:lnTo>
                    <a:pt x="86" y="12"/>
                  </a:lnTo>
                  <a:lnTo>
                    <a:pt x="86" y="10"/>
                  </a:lnTo>
                  <a:lnTo>
                    <a:pt x="86" y="9"/>
                  </a:lnTo>
                  <a:lnTo>
                    <a:pt x="86" y="6"/>
                  </a:lnTo>
                  <a:lnTo>
                    <a:pt x="86" y="5"/>
                  </a:lnTo>
                  <a:lnTo>
                    <a:pt x="86" y="3"/>
                  </a:lnTo>
                  <a:lnTo>
                    <a:pt x="85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4" name="Freeform 237">
              <a:extLst>
                <a:ext uri="{FF2B5EF4-FFF2-40B4-BE49-F238E27FC236}">
                  <a16:creationId xmlns:a16="http://schemas.microsoft.com/office/drawing/2014/main" id="{FE4DAE7F-BB27-4698-9EFB-56923803A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180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5" name="Line 238">
              <a:extLst>
                <a:ext uri="{FF2B5EF4-FFF2-40B4-BE49-F238E27FC236}">
                  <a16:creationId xmlns:a16="http://schemas.microsoft.com/office/drawing/2014/main" id="{558AFF00-2736-4B26-A221-128843CB0C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1180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6" name="Freeform 239">
              <a:extLst>
                <a:ext uri="{FF2B5EF4-FFF2-40B4-BE49-F238E27FC236}">
                  <a16:creationId xmlns:a16="http://schemas.microsoft.com/office/drawing/2014/main" id="{3B3AF7CB-EDD5-434F-A03D-261D89FDC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012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7" name="Line 240">
              <a:extLst>
                <a:ext uri="{FF2B5EF4-FFF2-40B4-BE49-F238E27FC236}">
                  <a16:creationId xmlns:a16="http://schemas.microsoft.com/office/drawing/2014/main" id="{3943B2D2-0275-44C2-952F-0E7EAAB548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1012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8" name="Freeform 241">
              <a:extLst>
                <a:ext uri="{FF2B5EF4-FFF2-40B4-BE49-F238E27FC236}">
                  <a16:creationId xmlns:a16="http://schemas.microsoft.com/office/drawing/2014/main" id="{01EA5F4F-AD20-4BA5-9453-BC870A428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118"/>
              <a:ext cx="96" cy="1"/>
            </a:xfrm>
            <a:custGeom>
              <a:avLst/>
              <a:gdLst>
                <a:gd name="T0" fmla="*/ 1 w 192"/>
                <a:gd name="T1" fmla="*/ 0 h 1"/>
                <a:gd name="T2" fmla="*/ 0 w 192"/>
                <a:gd name="T3" fmla="*/ 0 h 1"/>
                <a:gd name="T4" fmla="*/ 1 w 19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">
                  <a:moveTo>
                    <a:pt x="192" y="0"/>
                  </a:moveTo>
                  <a:lnTo>
                    <a:pt x="0" y="0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19" name="Line 242">
              <a:extLst>
                <a:ext uri="{FF2B5EF4-FFF2-40B4-BE49-F238E27FC236}">
                  <a16:creationId xmlns:a16="http://schemas.microsoft.com/office/drawing/2014/main" id="{EFD163DB-E8F9-493B-9E22-9275D4E2B6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09" y="2118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0" name="Freeform 243">
              <a:extLst>
                <a:ext uri="{FF2B5EF4-FFF2-40B4-BE49-F238E27FC236}">
                  <a16:creationId xmlns:a16="http://schemas.microsoft.com/office/drawing/2014/main" id="{792AECF4-6050-478B-8288-31BF0BB3C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202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1" name="Line 244">
              <a:extLst>
                <a:ext uri="{FF2B5EF4-FFF2-40B4-BE49-F238E27FC236}">
                  <a16:creationId xmlns:a16="http://schemas.microsoft.com/office/drawing/2014/main" id="{D24A1ABE-8A3E-4E0B-8D7A-5A041BBDCA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2202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2" name="Freeform 245">
              <a:extLst>
                <a:ext uri="{FF2B5EF4-FFF2-40B4-BE49-F238E27FC236}">
                  <a16:creationId xmlns:a16="http://schemas.microsoft.com/office/drawing/2014/main" id="{FC91C00D-165F-4E83-9EE4-B2CA4ACB5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034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3" name="Line 246">
              <a:extLst>
                <a:ext uri="{FF2B5EF4-FFF2-40B4-BE49-F238E27FC236}">
                  <a16:creationId xmlns:a16="http://schemas.microsoft.com/office/drawing/2014/main" id="{DDD38179-AD4F-4D05-A3B7-A7C7C9AD0A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2034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4" name="Line 247">
              <a:extLst>
                <a:ext uri="{FF2B5EF4-FFF2-40B4-BE49-F238E27FC236}">
                  <a16:creationId xmlns:a16="http://schemas.microsoft.com/office/drawing/2014/main" id="{154CAF57-30D4-4525-92EB-182869CF03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2370"/>
              <a:ext cx="192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5" name="Line 248">
              <a:extLst>
                <a:ext uri="{FF2B5EF4-FFF2-40B4-BE49-F238E27FC236}">
                  <a16:creationId xmlns:a16="http://schemas.microsoft.com/office/drawing/2014/main" id="{D56FA871-A6E7-40FE-96FB-810EC1F165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2286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6" name="Line 249">
              <a:extLst>
                <a:ext uri="{FF2B5EF4-FFF2-40B4-BE49-F238E27FC236}">
                  <a16:creationId xmlns:a16="http://schemas.microsoft.com/office/drawing/2014/main" id="{22245437-A3DE-431A-B44E-3B1E2CE146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2454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7" name="Line 250">
              <a:extLst>
                <a:ext uri="{FF2B5EF4-FFF2-40B4-BE49-F238E27FC236}">
                  <a16:creationId xmlns:a16="http://schemas.microsoft.com/office/drawing/2014/main" id="{37D1B4AD-C4BF-45A8-A57B-C506AEDEA4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63" y="2370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8" name="Freeform 251">
              <a:extLst>
                <a:ext uri="{FF2B5EF4-FFF2-40B4-BE49-F238E27FC236}">
                  <a16:creationId xmlns:a16="http://schemas.microsoft.com/office/drawing/2014/main" id="{6152FB9F-C994-41B4-8DD8-8F1FDFDE9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228"/>
              <a:ext cx="359" cy="143"/>
            </a:xfrm>
            <a:custGeom>
              <a:avLst/>
              <a:gdLst>
                <a:gd name="T0" fmla="*/ 1 w 717"/>
                <a:gd name="T1" fmla="*/ 0 h 286"/>
                <a:gd name="T2" fmla="*/ 1 w 717"/>
                <a:gd name="T3" fmla="*/ 0 h 286"/>
                <a:gd name="T4" fmla="*/ 1 w 717"/>
                <a:gd name="T5" fmla="*/ 0 h 286"/>
                <a:gd name="T6" fmla="*/ 1 w 717"/>
                <a:gd name="T7" fmla="*/ 1 h 286"/>
                <a:gd name="T8" fmla="*/ 1 w 717"/>
                <a:gd name="T9" fmla="*/ 1 h 286"/>
                <a:gd name="T10" fmla="*/ 1 w 717"/>
                <a:gd name="T11" fmla="*/ 1 h 286"/>
                <a:gd name="T12" fmla="*/ 1 w 717"/>
                <a:gd name="T13" fmla="*/ 1 h 286"/>
                <a:gd name="T14" fmla="*/ 1 w 717"/>
                <a:gd name="T15" fmla="*/ 1 h 286"/>
                <a:gd name="T16" fmla="*/ 1 w 717"/>
                <a:gd name="T17" fmla="*/ 1 h 286"/>
                <a:gd name="T18" fmla="*/ 1 w 717"/>
                <a:gd name="T19" fmla="*/ 1 h 286"/>
                <a:gd name="T20" fmla="*/ 1 w 717"/>
                <a:gd name="T21" fmla="*/ 1 h 286"/>
                <a:gd name="T22" fmla="*/ 1 w 717"/>
                <a:gd name="T23" fmla="*/ 1 h 286"/>
                <a:gd name="T24" fmla="*/ 1 w 717"/>
                <a:gd name="T25" fmla="*/ 1 h 286"/>
                <a:gd name="T26" fmla="*/ 1 w 717"/>
                <a:gd name="T27" fmla="*/ 1 h 286"/>
                <a:gd name="T28" fmla="*/ 1 w 717"/>
                <a:gd name="T29" fmla="*/ 1 h 286"/>
                <a:gd name="T30" fmla="*/ 1 w 717"/>
                <a:gd name="T31" fmla="*/ 1 h 286"/>
                <a:gd name="T32" fmla="*/ 1 w 717"/>
                <a:gd name="T33" fmla="*/ 1 h 286"/>
                <a:gd name="T34" fmla="*/ 1 w 717"/>
                <a:gd name="T35" fmla="*/ 1 h 286"/>
                <a:gd name="T36" fmla="*/ 1 w 717"/>
                <a:gd name="T37" fmla="*/ 1 h 286"/>
                <a:gd name="T38" fmla="*/ 1 w 717"/>
                <a:gd name="T39" fmla="*/ 1 h 286"/>
                <a:gd name="T40" fmla="*/ 1 w 717"/>
                <a:gd name="T41" fmla="*/ 1 h 286"/>
                <a:gd name="T42" fmla="*/ 1 w 717"/>
                <a:gd name="T43" fmla="*/ 1 h 286"/>
                <a:gd name="T44" fmla="*/ 1 w 717"/>
                <a:gd name="T45" fmla="*/ 1 h 286"/>
                <a:gd name="T46" fmla="*/ 1 w 717"/>
                <a:gd name="T47" fmla="*/ 1 h 286"/>
                <a:gd name="T48" fmla="*/ 1 w 717"/>
                <a:gd name="T49" fmla="*/ 1 h 286"/>
                <a:gd name="T50" fmla="*/ 1 w 717"/>
                <a:gd name="T51" fmla="*/ 1 h 286"/>
                <a:gd name="T52" fmla="*/ 1 w 717"/>
                <a:gd name="T53" fmla="*/ 1 h 286"/>
                <a:gd name="T54" fmla="*/ 1 w 717"/>
                <a:gd name="T55" fmla="*/ 1 h 286"/>
                <a:gd name="T56" fmla="*/ 1 w 717"/>
                <a:gd name="T57" fmla="*/ 1 h 286"/>
                <a:gd name="T58" fmla="*/ 1 w 717"/>
                <a:gd name="T59" fmla="*/ 1 h 286"/>
                <a:gd name="T60" fmla="*/ 1 w 717"/>
                <a:gd name="T61" fmla="*/ 1 h 286"/>
                <a:gd name="T62" fmla="*/ 1 w 717"/>
                <a:gd name="T63" fmla="*/ 1 h 286"/>
                <a:gd name="T64" fmla="*/ 1 w 717"/>
                <a:gd name="T65" fmla="*/ 1 h 286"/>
                <a:gd name="T66" fmla="*/ 1 w 717"/>
                <a:gd name="T67" fmla="*/ 1 h 286"/>
                <a:gd name="T68" fmla="*/ 1 w 717"/>
                <a:gd name="T69" fmla="*/ 1 h 286"/>
                <a:gd name="T70" fmla="*/ 1 w 717"/>
                <a:gd name="T71" fmla="*/ 1 h 286"/>
                <a:gd name="T72" fmla="*/ 1 w 717"/>
                <a:gd name="T73" fmla="*/ 1 h 286"/>
                <a:gd name="T74" fmla="*/ 1 w 717"/>
                <a:gd name="T75" fmla="*/ 1 h 286"/>
                <a:gd name="T76" fmla="*/ 1 w 717"/>
                <a:gd name="T77" fmla="*/ 1 h 286"/>
                <a:gd name="T78" fmla="*/ 1 w 717"/>
                <a:gd name="T79" fmla="*/ 1 h 286"/>
                <a:gd name="T80" fmla="*/ 1 w 717"/>
                <a:gd name="T81" fmla="*/ 1 h 286"/>
                <a:gd name="T82" fmla="*/ 1 w 717"/>
                <a:gd name="T83" fmla="*/ 1 h 286"/>
                <a:gd name="T84" fmla="*/ 1 w 717"/>
                <a:gd name="T85" fmla="*/ 1 h 286"/>
                <a:gd name="T86" fmla="*/ 1 w 717"/>
                <a:gd name="T87" fmla="*/ 1 h 286"/>
                <a:gd name="T88" fmla="*/ 1 w 717"/>
                <a:gd name="T89" fmla="*/ 1 h 286"/>
                <a:gd name="T90" fmla="*/ 1 w 717"/>
                <a:gd name="T91" fmla="*/ 1 h 286"/>
                <a:gd name="T92" fmla="*/ 1 w 717"/>
                <a:gd name="T93" fmla="*/ 1 h 286"/>
                <a:gd name="T94" fmla="*/ 1 w 717"/>
                <a:gd name="T95" fmla="*/ 1 h 286"/>
                <a:gd name="T96" fmla="*/ 1 w 717"/>
                <a:gd name="T97" fmla="*/ 1 h 286"/>
                <a:gd name="T98" fmla="*/ 1 w 717"/>
                <a:gd name="T99" fmla="*/ 1 h 286"/>
                <a:gd name="T100" fmla="*/ 1 w 717"/>
                <a:gd name="T101" fmla="*/ 1 h 286"/>
                <a:gd name="T102" fmla="*/ 1 w 717"/>
                <a:gd name="T103" fmla="*/ 1 h 286"/>
                <a:gd name="T104" fmla="*/ 1 w 717"/>
                <a:gd name="T105" fmla="*/ 1 h 286"/>
                <a:gd name="T106" fmla="*/ 1 w 717"/>
                <a:gd name="T107" fmla="*/ 1 h 286"/>
                <a:gd name="T108" fmla="*/ 1 w 717"/>
                <a:gd name="T109" fmla="*/ 1 h 286"/>
                <a:gd name="T110" fmla="*/ 1 w 717"/>
                <a:gd name="T111" fmla="*/ 1 h 286"/>
                <a:gd name="T112" fmla="*/ 1 w 717"/>
                <a:gd name="T113" fmla="*/ 1 h 286"/>
                <a:gd name="T114" fmla="*/ 1 w 717"/>
                <a:gd name="T115" fmla="*/ 1 h 286"/>
                <a:gd name="T116" fmla="*/ 1 w 717"/>
                <a:gd name="T117" fmla="*/ 1 h 286"/>
                <a:gd name="T118" fmla="*/ 1 w 717"/>
                <a:gd name="T119" fmla="*/ 1 h 286"/>
                <a:gd name="T120" fmla="*/ 1 w 717"/>
                <a:gd name="T121" fmla="*/ 1 h 2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6">
                  <a:moveTo>
                    <a:pt x="0" y="0"/>
                  </a:moveTo>
                  <a:lnTo>
                    <a:pt x="28" y="0"/>
                  </a:lnTo>
                  <a:lnTo>
                    <a:pt x="53" y="0"/>
                  </a:lnTo>
                  <a:lnTo>
                    <a:pt x="77" y="0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39" y="0"/>
                  </a:lnTo>
                  <a:lnTo>
                    <a:pt x="157" y="0"/>
                  </a:lnTo>
                  <a:lnTo>
                    <a:pt x="174" y="0"/>
                  </a:lnTo>
                  <a:lnTo>
                    <a:pt x="190" y="0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0" y="0"/>
                  </a:lnTo>
                  <a:lnTo>
                    <a:pt x="250" y="0"/>
                  </a:lnTo>
                  <a:lnTo>
                    <a:pt x="258" y="0"/>
                  </a:lnTo>
                  <a:lnTo>
                    <a:pt x="267" y="0"/>
                  </a:lnTo>
                  <a:lnTo>
                    <a:pt x="274" y="0"/>
                  </a:lnTo>
                  <a:lnTo>
                    <a:pt x="280" y="0"/>
                  </a:lnTo>
                  <a:lnTo>
                    <a:pt x="286" y="0"/>
                  </a:lnTo>
                  <a:lnTo>
                    <a:pt x="291" y="0"/>
                  </a:lnTo>
                  <a:lnTo>
                    <a:pt x="296" y="0"/>
                  </a:lnTo>
                  <a:lnTo>
                    <a:pt x="299" y="0"/>
                  </a:lnTo>
                  <a:lnTo>
                    <a:pt x="303" y="1"/>
                  </a:lnTo>
                  <a:lnTo>
                    <a:pt x="306" y="1"/>
                  </a:lnTo>
                  <a:lnTo>
                    <a:pt x="309" y="1"/>
                  </a:lnTo>
                  <a:lnTo>
                    <a:pt x="311" y="1"/>
                  </a:lnTo>
                  <a:lnTo>
                    <a:pt x="314" y="1"/>
                  </a:lnTo>
                  <a:lnTo>
                    <a:pt x="316" y="1"/>
                  </a:lnTo>
                  <a:lnTo>
                    <a:pt x="317" y="1"/>
                  </a:lnTo>
                  <a:lnTo>
                    <a:pt x="320" y="1"/>
                  </a:lnTo>
                  <a:lnTo>
                    <a:pt x="321" y="1"/>
                  </a:lnTo>
                  <a:lnTo>
                    <a:pt x="323" y="1"/>
                  </a:lnTo>
                  <a:lnTo>
                    <a:pt x="326" y="2"/>
                  </a:lnTo>
                  <a:lnTo>
                    <a:pt x="327" y="2"/>
                  </a:lnTo>
                  <a:lnTo>
                    <a:pt x="329" y="2"/>
                  </a:lnTo>
                  <a:lnTo>
                    <a:pt x="330" y="2"/>
                  </a:lnTo>
                  <a:lnTo>
                    <a:pt x="332" y="2"/>
                  </a:lnTo>
                  <a:lnTo>
                    <a:pt x="334" y="2"/>
                  </a:lnTo>
                  <a:lnTo>
                    <a:pt x="335" y="2"/>
                  </a:lnTo>
                  <a:lnTo>
                    <a:pt x="336" y="2"/>
                  </a:lnTo>
                  <a:lnTo>
                    <a:pt x="338" y="2"/>
                  </a:lnTo>
                  <a:lnTo>
                    <a:pt x="339" y="2"/>
                  </a:lnTo>
                  <a:lnTo>
                    <a:pt x="340" y="2"/>
                  </a:lnTo>
                  <a:lnTo>
                    <a:pt x="341" y="2"/>
                  </a:lnTo>
                  <a:lnTo>
                    <a:pt x="342" y="3"/>
                  </a:lnTo>
                  <a:lnTo>
                    <a:pt x="344" y="3"/>
                  </a:lnTo>
                  <a:lnTo>
                    <a:pt x="345" y="3"/>
                  </a:lnTo>
                  <a:lnTo>
                    <a:pt x="346" y="3"/>
                  </a:lnTo>
                  <a:lnTo>
                    <a:pt x="347" y="3"/>
                  </a:lnTo>
                  <a:lnTo>
                    <a:pt x="348" y="3"/>
                  </a:lnTo>
                  <a:lnTo>
                    <a:pt x="350" y="3"/>
                  </a:lnTo>
                  <a:lnTo>
                    <a:pt x="351" y="3"/>
                  </a:lnTo>
                  <a:lnTo>
                    <a:pt x="352" y="3"/>
                  </a:lnTo>
                  <a:lnTo>
                    <a:pt x="353" y="5"/>
                  </a:lnTo>
                  <a:lnTo>
                    <a:pt x="354" y="5"/>
                  </a:lnTo>
                  <a:lnTo>
                    <a:pt x="356" y="5"/>
                  </a:lnTo>
                  <a:lnTo>
                    <a:pt x="358" y="5"/>
                  </a:lnTo>
                  <a:lnTo>
                    <a:pt x="359" y="5"/>
                  </a:lnTo>
                  <a:lnTo>
                    <a:pt x="360" y="5"/>
                  </a:lnTo>
                  <a:lnTo>
                    <a:pt x="363" y="6"/>
                  </a:lnTo>
                  <a:lnTo>
                    <a:pt x="364" y="6"/>
                  </a:lnTo>
                  <a:lnTo>
                    <a:pt x="366" y="6"/>
                  </a:lnTo>
                  <a:lnTo>
                    <a:pt x="368" y="6"/>
                  </a:lnTo>
                  <a:lnTo>
                    <a:pt x="370" y="6"/>
                  </a:lnTo>
                  <a:lnTo>
                    <a:pt x="371" y="7"/>
                  </a:lnTo>
                  <a:lnTo>
                    <a:pt x="374" y="7"/>
                  </a:lnTo>
                  <a:lnTo>
                    <a:pt x="375" y="7"/>
                  </a:lnTo>
                  <a:lnTo>
                    <a:pt x="376" y="7"/>
                  </a:lnTo>
                  <a:lnTo>
                    <a:pt x="377" y="7"/>
                  </a:lnTo>
                  <a:lnTo>
                    <a:pt x="379" y="8"/>
                  </a:lnTo>
                  <a:lnTo>
                    <a:pt x="380" y="8"/>
                  </a:lnTo>
                  <a:lnTo>
                    <a:pt x="381" y="8"/>
                  </a:lnTo>
                  <a:lnTo>
                    <a:pt x="382" y="8"/>
                  </a:lnTo>
                  <a:lnTo>
                    <a:pt x="383" y="8"/>
                  </a:lnTo>
                  <a:lnTo>
                    <a:pt x="385" y="9"/>
                  </a:lnTo>
                  <a:lnTo>
                    <a:pt x="386" y="9"/>
                  </a:lnTo>
                  <a:lnTo>
                    <a:pt x="387" y="9"/>
                  </a:lnTo>
                  <a:lnTo>
                    <a:pt x="388" y="9"/>
                  </a:lnTo>
                  <a:lnTo>
                    <a:pt x="389" y="11"/>
                  </a:lnTo>
                  <a:lnTo>
                    <a:pt x="391" y="11"/>
                  </a:lnTo>
                  <a:lnTo>
                    <a:pt x="392" y="11"/>
                  </a:lnTo>
                  <a:lnTo>
                    <a:pt x="393" y="11"/>
                  </a:lnTo>
                  <a:lnTo>
                    <a:pt x="394" y="12"/>
                  </a:lnTo>
                  <a:lnTo>
                    <a:pt x="395" y="12"/>
                  </a:lnTo>
                  <a:lnTo>
                    <a:pt x="397" y="12"/>
                  </a:lnTo>
                  <a:lnTo>
                    <a:pt x="399" y="13"/>
                  </a:lnTo>
                  <a:lnTo>
                    <a:pt x="400" y="13"/>
                  </a:lnTo>
                  <a:lnTo>
                    <a:pt x="401" y="13"/>
                  </a:lnTo>
                  <a:lnTo>
                    <a:pt x="404" y="14"/>
                  </a:lnTo>
                  <a:lnTo>
                    <a:pt x="405" y="14"/>
                  </a:lnTo>
                  <a:lnTo>
                    <a:pt x="407" y="15"/>
                  </a:lnTo>
                  <a:lnTo>
                    <a:pt x="409" y="15"/>
                  </a:lnTo>
                  <a:lnTo>
                    <a:pt x="411" y="17"/>
                  </a:lnTo>
                  <a:lnTo>
                    <a:pt x="413" y="17"/>
                  </a:lnTo>
                  <a:lnTo>
                    <a:pt x="416" y="18"/>
                  </a:lnTo>
                  <a:lnTo>
                    <a:pt x="417" y="18"/>
                  </a:lnTo>
                  <a:lnTo>
                    <a:pt x="419" y="19"/>
                  </a:lnTo>
                  <a:lnTo>
                    <a:pt x="421" y="19"/>
                  </a:lnTo>
                  <a:lnTo>
                    <a:pt x="423" y="20"/>
                  </a:lnTo>
                  <a:lnTo>
                    <a:pt x="424" y="20"/>
                  </a:lnTo>
                  <a:lnTo>
                    <a:pt x="425" y="21"/>
                  </a:lnTo>
                  <a:lnTo>
                    <a:pt x="427" y="21"/>
                  </a:lnTo>
                  <a:lnTo>
                    <a:pt x="428" y="21"/>
                  </a:lnTo>
                  <a:lnTo>
                    <a:pt x="429" y="23"/>
                  </a:lnTo>
                  <a:lnTo>
                    <a:pt x="430" y="23"/>
                  </a:lnTo>
                  <a:lnTo>
                    <a:pt x="431" y="23"/>
                  </a:lnTo>
                  <a:lnTo>
                    <a:pt x="433" y="24"/>
                  </a:lnTo>
                  <a:lnTo>
                    <a:pt x="434" y="24"/>
                  </a:lnTo>
                  <a:lnTo>
                    <a:pt x="435" y="24"/>
                  </a:lnTo>
                  <a:lnTo>
                    <a:pt x="436" y="25"/>
                  </a:lnTo>
                  <a:lnTo>
                    <a:pt x="437" y="25"/>
                  </a:lnTo>
                  <a:lnTo>
                    <a:pt x="439" y="25"/>
                  </a:lnTo>
                  <a:lnTo>
                    <a:pt x="439" y="26"/>
                  </a:lnTo>
                  <a:lnTo>
                    <a:pt x="440" y="26"/>
                  </a:lnTo>
                  <a:lnTo>
                    <a:pt x="441" y="28"/>
                  </a:lnTo>
                  <a:lnTo>
                    <a:pt x="442" y="28"/>
                  </a:lnTo>
                  <a:lnTo>
                    <a:pt x="443" y="29"/>
                  </a:lnTo>
                  <a:lnTo>
                    <a:pt x="445" y="29"/>
                  </a:lnTo>
                  <a:lnTo>
                    <a:pt x="446" y="30"/>
                  </a:lnTo>
                  <a:lnTo>
                    <a:pt x="448" y="30"/>
                  </a:lnTo>
                  <a:lnTo>
                    <a:pt x="449" y="31"/>
                  </a:lnTo>
                  <a:lnTo>
                    <a:pt x="451" y="32"/>
                  </a:lnTo>
                  <a:lnTo>
                    <a:pt x="453" y="32"/>
                  </a:lnTo>
                  <a:lnTo>
                    <a:pt x="454" y="34"/>
                  </a:lnTo>
                  <a:lnTo>
                    <a:pt x="457" y="35"/>
                  </a:lnTo>
                  <a:lnTo>
                    <a:pt x="458" y="36"/>
                  </a:lnTo>
                  <a:lnTo>
                    <a:pt x="460" y="36"/>
                  </a:lnTo>
                  <a:lnTo>
                    <a:pt x="461" y="37"/>
                  </a:lnTo>
                  <a:lnTo>
                    <a:pt x="464" y="38"/>
                  </a:lnTo>
                  <a:lnTo>
                    <a:pt x="465" y="38"/>
                  </a:lnTo>
                  <a:lnTo>
                    <a:pt x="466" y="40"/>
                  </a:lnTo>
                  <a:lnTo>
                    <a:pt x="467" y="41"/>
                  </a:lnTo>
                  <a:lnTo>
                    <a:pt x="469" y="41"/>
                  </a:lnTo>
                  <a:lnTo>
                    <a:pt x="470" y="42"/>
                  </a:lnTo>
                  <a:lnTo>
                    <a:pt x="471" y="42"/>
                  </a:lnTo>
                  <a:lnTo>
                    <a:pt x="472" y="43"/>
                  </a:lnTo>
                  <a:lnTo>
                    <a:pt x="473" y="43"/>
                  </a:lnTo>
                  <a:lnTo>
                    <a:pt x="475" y="43"/>
                  </a:lnTo>
                  <a:lnTo>
                    <a:pt x="475" y="44"/>
                  </a:lnTo>
                  <a:lnTo>
                    <a:pt x="476" y="44"/>
                  </a:lnTo>
                  <a:lnTo>
                    <a:pt x="477" y="46"/>
                  </a:lnTo>
                  <a:lnTo>
                    <a:pt x="478" y="46"/>
                  </a:lnTo>
                  <a:lnTo>
                    <a:pt x="479" y="46"/>
                  </a:lnTo>
                  <a:lnTo>
                    <a:pt x="479" y="47"/>
                  </a:lnTo>
                  <a:lnTo>
                    <a:pt x="481" y="47"/>
                  </a:lnTo>
                  <a:lnTo>
                    <a:pt x="482" y="48"/>
                  </a:lnTo>
                  <a:lnTo>
                    <a:pt x="483" y="48"/>
                  </a:lnTo>
                  <a:lnTo>
                    <a:pt x="484" y="49"/>
                  </a:lnTo>
                  <a:lnTo>
                    <a:pt x="485" y="49"/>
                  </a:lnTo>
                  <a:lnTo>
                    <a:pt x="487" y="50"/>
                  </a:lnTo>
                  <a:lnTo>
                    <a:pt x="488" y="50"/>
                  </a:lnTo>
                  <a:lnTo>
                    <a:pt x="489" y="52"/>
                  </a:lnTo>
                  <a:lnTo>
                    <a:pt x="490" y="53"/>
                  </a:lnTo>
                  <a:lnTo>
                    <a:pt x="492" y="53"/>
                  </a:lnTo>
                  <a:lnTo>
                    <a:pt x="493" y="54"/>
                  </a:lnTo>
                  <a:lnTo>
                    <a:pt x="494" y="55"/>
                  </a:lnTo>
                  <a:lnTo>
                    <a:pt x="496" y="55"/>
                  </a:lnTo>
                  <a:lnTo>
                    <a:pt x="498" y="56"/>
                  </a:lnTo>
                  <a:lnTo>
                    <a:pt x="500" y="58"/>
                  </a:lnTo>
                  <a:lnTo>
                    <a:pt x="501" y="59"/>
                  </a:lnTo>
                  <a:lnTo>
                    <a:pt x="502" y="59"/>
                  </a:lnTo>
                  <a:lnTo>
                    <a:pt x="504" y="60"/>
                  </a:lnTo>
                  <a:lnTo>
                    <a:pt x="505" y="60"/>
                  </a:lnTo>
                  <a:lnTo>
                    <a:pt x="506" y="61"/>
                  </a:lnTo>
                  <a:lnTo>
                    <a:pt x="507" y="62"/>
                  </a:lnTo>
                  <a:lnTo>
                    <a:pt x="508" y="62"/>
                  </a:lnTo>
                  <a:lnTo>
                    <a:pt x="510" y="62"/>
                  </a:lnTo>
                  <a:lnTo>
                    <a:pt x="511" y="64"/>
                  </a:lnTo>
                  <a:lnTo>
                    <a:pt x="512" y="65"/>
                  </a:lnTo>
                  <a:lnTo>
                    <a:pt x="513" y="65"/>
                  </a:lnTo>
                  <a:lnTo>
                    <a:pt x="513" y="66"/>
                  </a:lnTo>
                  <a:lnTo>
                    <a:pt x="514" y="66"/>
                  </a:lnTo>
                  <a:lnTo>
                    <a:pt x="516" y="66"/>
                  </a:lnTo>
                  <a:lnTo>
                    <a:pt x="516" y="67"/>
                  </a:lnTo>
                  <a:lnTo>
                    <a:pt x="517" y="67"/>
                  </a:lnTo>
                  <a:lnTo>
                    <a:pt x="518" y="68"/>
                  </a:lnTo>
                  <a:lnTo>
                    <a:pt x="519" y="68"/>
                  </a:lnTo>
                  <a:lnTo>
                    <a:pt x="520" y="70"/>
                  </a:lnTo>
                  <a:lnTo>
                    <a:pt x="522" y="71"/>
                  </a:lnTo>
                  <a:lnTo>
                    <a:pt x="523" y="71"/>
                  </a:lnTo>
                  <a:lnTo>
                    <a:pt x="524" y="72"/>
                  </a:lnTo>
                  <a:lnTo>
                    <a:pt x="525" y="73"/>
                  </a:lnTo>
                  <a:lnTo>
                    <a:pt x="526" y="73"/>
                  </a:lnTo>
                  <a:lnTo>
                    <a:pt x="528" y="74"/>
                  </a:lnTo>
                  <a:lnTo>
                    <a:pt x="529" y="74"/>
                  </a:lnTo>
                  <a:lnTo>
                    <a:pt x="530" y="76"/>
                  </a:lnTo>
                  <a:lnTo>
                    <a:pt x="531" y="77"/>
                  </a:lnTo>
                  <a:lnTo>
                    <a:pt x="532" y="78"/>
                  </a:lnTo>
                  <a:lnTo>
                    <a:pt x="534" y="78"/>
                  </a:lnTo>
                  <a:lnTo>
                    <a:pt x="535" y="79"/>
                  </a:lnTo>
                  <a:lnTo>
                    <a:pt x="536" y="80"/>
                  </a:lnTo>
                  <a:lnTo>
                    <a:pt x="537" y="80"/>
                  </a:lnTo>
                  <a:lnTo>
                    <a:pt x="538" y="82"/>
                  </a:lnTo>
                  <a:lnTo>
                    <a:pt x="540" y="83"/>
                  </a:lnTo>
                  <a:lnTo>
                    <a:pt x="541" y="83"/>
                  </a:lnTo>
                  <a:lnTo>
                    <a:pt x="542" y="84"/>
                  </a:lnTo>
                  <a:lnTo>
                    <a:pt x="543" y="85"/>
                  </a:lnTo>
                  <a:lnTo>
                    <a:pt x="544" y="85"/>
                  </a:lnTo>
                  <a:lnTo>
                    <a:pt x="546" y="86"/>
                  </a:lnTo>
                  <a:lnTo>
                    <a:pt x="547" y="88"/>
                  </a:lnTo>
                  <a:lnTo>
                    <a:pt x="548" y="88"/>
                  </a:lnTo>
                  <a:lnTo>
                    <a:pt x="548" y="89"/>
                  </a:lnTo>
                  <a:lnTo>
                    <a:pt x="549" y="89"/>
                  </a:lnTo>
                  <a:lnTo>
                    <a:pt x="550" y="90"/>
                  </a:lnTo>
                  <a:lnTo>
                    <a:pt x="552" y="90"/>
                  </a:lnTo>
                  <a:lnTo>
                    <a:pt x="552" y="91"/>
                  </a:lnTo>
                  <a:lnTo>
                    <a:pt x="553" y="91"/>
                  </a:lnTo>
                  <a:lnTo>
                    <a:pt x="554" y="92"/>
                  </a:lnTo>
                  <a:lnTo>
                    <a:pt x="554" y="94"/>
                  </a:lnTo>
                  <a:lnTo>
                    <a:pt x="555" y="94"/>
                  </a:lnTo>
                  <a:lnTo>
                    <a:pt x="556" y="95"/>
                  </a:lnTo>
                  <a:lnTo>
                    <a:pt x="558" y="95"/>
                  </a:lnTo>
                  <a:lnTo>
                    <a:pt x="558" y="96"/>
                  </a:lnTo>
                  <a:lnTo>
                    <a:pt x="559" y="96"/>
                  </a:lnTo>
                  <a:lnTo>
                    <a:pt x="560" y="97"/>
                  </a:lnTo>
                  <a:lnTo>
                    <a:pt x="561" y="98"/>
                  </a:lnTo>
                  <a:lnTo>
                    <a:pt x="562" y="100"/>
                  </a:lnTo>
                  <a:lnTo>
                    <a:pt x="564" y="100"/>
                  </a:lnTo>
                  <a:lnTo>
                    <a:pt x="564" y="101"/>
                  </a:lnTo>
                  <a:lnTo>
                    <a:pt x="565" y="101"/>
                  </a:lnTo>
                  <a:lnTo>
                    <a:pt x="566" y="102"/>
                  </a:lnTo>
                  <a:lnTo>
                    <a:pt x="567" y="103"/>
                  </a:lnTo>
                  <a:lnTo>
                    <a:pt x="568" y="103"/>
                  </a:lnTo>
                  <a:lnTo>
                    <a:pt x="568" y="104"/>
                  </a:lnTo>
                  <a:lnTo>
                    <a:pt x="570" y="104"/>
                  </a:lnTo>
                  <a:lnTo>
                    <a:pt x="571" y="106"/>
                  </a:lnTo>
                  <a:lnTo>
                    <a:pt x="572" y="106"/>
                  </a:lnTo>
                  <a:lnTo>
                    <a:pt x="572" y="107"/>
                  </a:lnTo>
                  <a:lnTo>
                    <a:pt x="573" y="107"/>
                  </a:lnTo>
                  <a:lnTo>
                    <a:pt x="574" y="108"/>
                  </a:lnTo>
                  <a:lnTo>
                    <a:pt x="576" y="109"/>
                  </a:lnTo>
                  <a:lnTo>
                    <a:pt x="577" y="109"/>
                  </a:lnTo>
                  <a:lnTo>
                    <a:pt x="578" y="110"/>
                  </a:lnTo>
                  <a:lnTo>
                    <a:pt x="579" y="112"/>
                  </a:lnTo>
                  <a:lnTo>
                    <a:pt x="580" y="112"/>
                  </a:lnTo>
                  <a:lnTo>
                    <a:pt x="580" y="113"/>
                  </a:lnTo>
                  <a:lnTo>
                    <a:pt x="582" y="113"/>
                  </a:lnTo>
                  <a:lnTo>
                    <a:pt x="583" y="114"/>
                  </a:lnTo>
                  <a:lnTo>
                    <a:pt x="584" y="114"/>
                  </a:lnTo>
                  <a:lnTo>
                    <a:pt x="584" y="115"/>
                  </a:lnTo>
                  <a:lnTo>
                    <a:pt x="585" y="115"/>
                  </a:lnTo>
                  <a:lnTo>
                    <a:pt x="585" y="116"/>
                  </a:lnTo>
                  <a:lnTo>
                    <a:pt x="586" y="116"/>
                  </a:lnTo>
                  <a:lnTo>
                    <a:pt x="588" y="118"/>
                  </a:lnTo>
                  <a:lnTo>
                    <a:pt x="589" y="118"/>
                  </a:lnTo>
                  <a:lnTo>
                    <a:pt x="589" y="119"/>
                  </a:lnTo>
                  <a:lnTo>
                    <a:pt x="590" y="119"/>
                  </a:lnTo>
                  <a:lnTo>
                    <a:pt x="590" y="120"/>
                  </a:lnTo>
                  <a:lnTo>
                    <a:pt x="591" y="120"/>
                  </a:lnTo>
                  <a:lnTo>
                    <a:pt x="591" y="121"/>
                  </a:lnTo>
                  <a:lnTo>
                    <a:pt x="592" y="121"/>
                  </a:lnTo>
                  <a:lnTo>
                    <a:pt x="592" y="122"/>
                  </a:lnTo>
                  <a:lnTo>
                    <a:pt x="594" y="122"/>
                  </a:lnTo>
                  <a:lnTo>
                    <a:pt x="595" y="124"/>
                  </a:lnTo>
                  <a:lnTo>
                    <a:pt x="596" y="125"/>
                  </a:lnTo>
                  <a:lnTo>
                    <a:pt x="597" y="126"/>
                  </a:lnTo>
                  <a:lnTo>
                    <a:pt x="597" y="127"/>
                  </a:lnTo>
                  <a:lnTo>
                    <a:pt x="598" y="127"/>
                  </a:lnTo>
                  <a:lnTo>
                    <a:pt x="600" y="128"/>
                  </a:lnTo>
                  <a:lnTo>
                    <a:pt x="601" y="130"/>
                  </a:lnTo>
                  <a:lnTo>
                    <a:pt x="602" y="131"/>
                  </a:lnTo>
                  <a:lnTo>
                    <a:pt x="602" y="132"/>
                  </a:lnTo>
                  <a:lnTo>
                    <a:pt x="603" y="133"/>
                  </a:lnTo>
                  <a:lnTo>
                    <a:pt x="604" y="134"/>
                  </a:lnTo>
                  <a:lnTo>
                    <a:pt x="606" y="136"/>
                  </a:lnTo>
                  <a:lnTo>
                    <a:pt x="607" y="137"/>
                  </a:lnTo>
                  <a:lnTo>
                    <a:pt x="608" y="138"/>
                  </a:lnTo>
                  <a:lnTo>
                    <a:pt x="609" y="138"/>
                  </a:lnTo>
                  <a:lnTo>
                    <a:pt x="609" y="139"/>
                  </a:lnTo>
                  <a:lnTo>
                    <a:pt x="611" y="141"/>
                  </a:lnTo>
                  <a:lnTo>
                    <a:pt x="612" y="142"/>
                  </a:lnTo>
                  <a:lnTo>
                    <a:pt x="613" y="143"/>
                  </a:lnTo>
                  <a:lnTo>
                    <a:pt x="614" y="144"/>
                  </a:lnTo>
                  <a:lnTo>
                    <a:pt x="614" y="145"/>
                  </a:lnTo>
                  <a:lnTo>
                    <a:pt x="615" y="145"/>
                  </a:lnTo>
                  <a:lnTo>
                    <a:pt x="615" y="147"/>
                  </a:lnTo>
                  <a:lnTo>
                    <a:pt x="617" y="148"/>
                  </a:lnTo>
                  <a:lnTo>
                    <a:pt x="618" y="148"/>
                  </a:lnTo>
                  <a:lnTo>
                    <a:pt x="618" y="149"/>
                  </a:lnTo>
                  <a:lnTo>
                    <a:pt x="619" y="149"/>
                  </a:lnTo>
                  <a:lnTo>
                    <a:pt x="619" y="150"/>
                  </a:lnTo>
                  <a:lnTo>
                    <a:pt x="620" y="151"/>
                  </a:lnTo>
                  <a:lnTo>
                    <a:pt x="621" y="153"/>
                  </a:lnTo>
                  <a:lnTo>
                    <a:pt x="621" y="154"/>
                  </a:lnTo>
                  <a:lnTo>
                    <a:pt x="623" y="154"/>
                  </a:lnTo>
                  <a:lnTo>
                    <a:pt x="624" y="155"/>
                  </a:lnTo>
                  <a:lnTo>
                    <a:pt x="625" y="156"/>
                  </a:lnTo>
                  <a:lnTo>
                    <a:pt x="626" y="157"/>
                  </a:lnTo>
                  <a:lnTo>
                    <a:pt x="627" y="160"/>
                  </a:lnTo>
                  <a:lnTo>
                    <a:pt x="629" y="161"/>
                  </a:lnTo>
                  <a:lnTo>
                    <a:pt x="630" y="162"/>
                  </a:lnTo>
                  <a:lnTo>
                    <a:pt x="631" y="163"/>
                  </a:lnTo>
                  <a:lnTo>
                    <a:pt x="632" y="166"/>
                  </a:lnTo>
                  <a:lnTo>
                    <a:pt x="633" y="167"/>
                  </a:lnTo>
                  <a:lnTo>
                    <a:pt x="635" y="168"/>
                  </a:lnTo>
                  <a:lnTo>
                    <a:pt x="636" y="169"/>
                  </a:lnTo>
                  <a:lnTo>
                    <a:pt x="637" y="171"/>
                  </a:lnTo>
                  <a:lnTo>
                    <a:pt x="638" y="173"/>
                  </a:lnTo>
                  <a:lnTo>
                    <a:pt x="639" y="174"/>
                  </a:lnTo>
                  <a:lnTo>
                    <a:pt x="641" y="175"/>
                  </a:lnTo>
                  <a:lnTo>
                    <a:pt x="642" y="177"/>
                  </a:lnTo>
                  <a:lnTo>
                    <a:pt x="642" y="178"/>
                  </a:lnTo>
                  <a:lnTo>
                    <a:pt x="643" y="179"/>
                  </a:lnTo>
                  <a:lnTo>
                    <a:pt x="644" y="180"/>
                  </a:lnTo>
                  <a:lnTo>
                    <a:pt x="645" y="181"/>
                  </a:lnTo>
                  <a:lnTo>
                    <a:pt x="645" y="183"/>
                  </a:lnTo>
                  <a:lnTo>
                    <a:pt x="647" y="183"/>
                  </a:lnTo>
                  <a:lnTo>
                    <a:pt x="647" y="184"/>
                  </a:lnTo>
                  <a:lnTo>
                    <a:pt x="648" y="185"/>
                  </a:lnTo>
                  <a:lnTo>
                    <a:pt x="649" y="186"/>
                  </a:lnTo>
                  <a:lnTo>
                    <a:pt x="649" y="187"/>
                  </a:lnTo>
                  <a:lnTo>
                    <a:pt x="650" y="189"/>
                  </a:lnTo>
                  <a:lnTo>
                    <a:pt x="651" y="190"/>
                  </a:lnTo>
                  <a:lnTo>
                    <a:pt x="651" y="191"/>
                  </a:lnTo>
                  <a:lnTo>
                    <a:pt x="653" y="192"/>
                  </a:lnTo>
                  <a:lnTo>
                    <a:pt x="654" y="193"/>
                  </a:lnTo>
                  <a:lnTo>
                    <a:pt x="655" y="195"/>
                  </a:lnTo>
                  <a:lnTo>
                    <a:pt x="656" y="196"/>
                  </a:lnTo>
                  <a:lnTo>
                    <a:pt x="657" y="197"/>
                  </a:lnTo>
                  <a:lnTo>
                    <a:pt x="657" y="199"/>
                  </a:lnTo>
                  <a:lnTo>
                    <a:pt x="660" y="201"/>
                  </a:lnTo>
                  <a:lnTo>
                    <a:pt x="661" y="203"/>
                  </a:lnTo>
                  <a:lnTo>
                    <a:pt x="662" y="204"/>
                  </a:lnTo>
                  <a:lnTo>
                    <a:pt x="663" y="207"/>
                  </a:lnTo>
                  <a:lnTo>
                    <a:pt x="665" y="208"/>
                  </a:lnTo>
                  <a:lnTo>
                    <a:pt x="666" y="210"/>
                  </a:lnTo>
                  <a:lnTo>
                    <a:pt x="667" y="211"/>
                  </a:lnTo>
                  <a:lnTo>
                    <a:pt x="668" y="213"/>
                  </a:lnTo>
                  <a:lnTo>
                    <a:pt x="668" y="214"/>
                  </a:lnTo>
                  <a:lnTo>
                    <a:pt x="669" y="215"/>
                  </a:lnTo>
                  <a:lnTo>
                    <a:pt x="671" y="216"/>
                  </a:lnTo>
                  <a:lnTo>
                    <a:pt x="672" y="217"/>
                  </a:lnTo>
                  <a:lnTo>
                    <a:pt x="672" y="219"/>
                  </a:lnTo>
                  <a:lnTo>
                    <a:pt x="673" y="220"/>
                  </a:lnTo>
                  <a:lnTo>
                    <a:pt x="674" y="221"/>
                  </a:lnTo>
                  <a:lnTo>
                    <a:pt x="674" y="222"/>
                  </a:lnTo>
                  <a:lnTo>
                    <a:pt x="675" y="223"/>
                  </a:lnTo>
                  <a:lnTo>
                    <a:pt x="677" y="225"/>
                  </a:lnTo>
                  <a:lnTo>
                    <a:pt x="678" y="226"/>
                  </a:lnTo>
                  <a:lnTo>
                    <a:pt x="678" y="227"/>
                  </a:lnTo>
                  <a:lnTo>
                    <a:pt x="679" y="228"/>
                  </a:lnTo>
                  <a:lnTo>
                    <a:pt x="679" y="229"/>
                  </a:lnTo>
                  <a:lnTo>
                    <a:pt x="680" y="231"/>
                  </a:lnTo>
                  <a:lnTo>
                    <a:pt x="681" y="232"/>
                  </a:lnTo>
                  <a:lnTo>
                    <a:pt x="683" y="233"/>
                  </a:lnTo>
                  <a:lnTo>
                    <a:pt x="683" y="234"/>
                  </a:lnTo>
                  <a:lnTo>
                    <a:pt x="684" y="235"/>
                  </a:lnTo>
                  <a:lnTo>
                    <a:pt x="685" y="237"/>
                  </a:lnTo>
                  <a:lnTo>
                    <a:pt x="686" y="238"/>
                  </a:lnTo>
                  <a:lnTo>
                    <a:pt x="687" y="240"/>
                  </a:lnTo>
                  <a:lnTo>
                    <a:pt x="689" y="241"/>
                  </a:lnTo>
                  <a:lnTo>
                    <a:pt x="690" y="244"/>
                  </a:lnTo>
                  <a:lnTo>
                    <a:pt x="691" y="245"/>
                  </a:lnTo>
                  <a:lnTo>
                    <a:pt x="692" y="247"/>
                  </a:lnTo>
                  <a:lnTo>
                    <a:pt x="695" y="250"/>
                  </a:lnTo>
                  <a:lnTo>
                    <a:pt x="696" y="251"/>
                  </a:lnTo>
                  <a:lnTo>
                    <a:pt x="697" y="252"/>
                  </a:lnTo>
                  <a:lnTo>
                    <a:pt x="698" y="255"/>
                  </a:lnTo>
                  <a:lnTo>
                    <a:pt x="698" y="256"/>
                  </a:lnTo>
                  <a:lnTo>
                    <a:pt x="699" y="257"/>
                  </a:lnTo>
                  <a:lnTo>
                    <a:pt x="701" y="258"/>
                  </a:lnTo>
                  <a:lnTo>
                    <a:pt x="702" y="260"/>
                  </a:lnTo>
                  <a:lnTo>
                    <a:pt x="702" y="261"/>
                  </a:lnTo>
                  <a:lnTo>
                    <a:pt x="703" y="262"/>
                  </a:lnTo>
                  <a:lnTo>
                    <a:pt x="704" y="263"/>
                  </a:lnTo>
                  <a:lnTo>
                    <a:pt x="704" y="264"/>
                  </a:lnTo>
                  <a:lnTo>
                    <a:pt x="705" y="266"/>
                  </a:lnTo>
                  <a:lnTo>
                    <a:pt x="707" y="267"/>
                  </a:lnTo>
                  <a:lnTo>
                    <a:pt x="707" y="268"/>
                  </a:lnTo>
                  <a:lnTo>
                    <a:pt x="708" y="269"/>
                  </a:lnTo>
                  <a:lnTo>
                    <a:pt x="708" y="270"/>
                  </a:lnTo>
                  <a:lnTo>
                    <a:pt x="709" y="270"/>
                  </a:lnTo>
                  <a:lnTo>
                    <a:pt x="709" y="272"/>
                  </a:lnTo>
                  <a:lnTo>
                    <a:pt x="710" y="273"/>
                  </a:lnTo>
                  <a:lnTo>
                    <a:pt x="710" y="274"/>
                  </a:lnTo>
                  <a:lnTo>
                    <a:pt x="711" y="275"/>
                  </a:lnTo>
                  <a:lnTo>
                    <a:pt x="713" y="276"/>
                  </a:lnTo>
                  <a:lnTo>
                    <a:pt x="713" y="278"/>
                  </a:lnTo>
                  <a:lnTo>
                    <a:pt x="714" y="279"/>
                  </a:lnTo>
                  <a:lnTo>
                    <a:pt x="714" y="280"/>
                  </a:lnTo>
                  <a:lnTo>
                    <a:pt x="715" y="281"/>
                  </a:lnTo>
                  <a:lnTo>
                    <a:pt x="716" y="282"/>
                  </a:lnTo>
                  <a:lnTo>
                    <a:pt x="716" y="284"/>
                  </a:lnTo>
                  <a:lnTo>
                    <a:pt x="717" y="28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29" name="Freeform 252">
              <a:extLst>
                <a:ext uri="{FF2B5EF4-FFF2-40B4-BE49-F238E27FC236}">
                  <a16:creationId xmlns:a16="http://schemas.microsoft.com/office/drawing/2014/main" id="{34137F52-6460-4AAA-B85C-350A19FA7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372"/>
              <a:ext cx="359" cy="143"/>
            </a:xfrm>
            <a:custGeom>
              <a:avLst/>
              <a:gdLst>
                <a:gd name="T0" fmla="*/ 1 w 717"/>
                <a:gd name="T1" fmla="*/ 1 h 285"/>
                <a:gd name="T2" fmla="*/ 1 w 717"/>
                <a:gd name="T3" fmla="*/ 1 h 285"/>
                <a:gd name="T4" fmla="*/ 1 w 717"/>
                <a:gd name="T5" fmla="*/ 1 h 285"/>
                <a:gd name="T6" fmla="*/ 1 w 717"/>
                <a:gd name="T7" fmla="*/ 1 h 285"/>
                <a:gd name="T8" fmla="*/ 1 w 717"/>
                <a:gd name="T9" fmla="*/ 1 h 285"/>
                <a:gd name="T10" fmla="*/ 1 w 717"/>
                <a:gd name="T11" fmla="*/ 1 h 285"/>
                <a:gd name="T12" fmla="*/ 1 w 717"/>
                <a:gd name="T13" fmla="*/ 1 h 285"/>
                <a:gd name="T14" fmla="*/ 1 w 717"/>
                <a:gd name="T15" fmla="*/ 1 h 285"/>
                <a:gd name="T16" fmla="*/ 1 w 717"/>
                <a:gd name="T17" fmla="*/ 1 h 285"/>
                <a:gd name="T18" fmla="*/ 1 w 717"/>
                <a:gd name="T19" fmla="*/ 1 h 285"/>
                <a:gd name="T20" fmla="*/ 1 w 717"/>
                <a:gd name="T21" fmla="*/ 1 h 285"/>
                <a:gd name="T22" fmla="*/ 1 w 717"/>
                <a:gd name="T23" fmla="*/ 1 h 285"/>
                <a:gd name="T24" fmla="*/ 1 w 717"/>
                <a:gd name="T25" fmla="*/ 1 h 285"/>
                <a:gd name="T26" fmla="*/ 1 w 717"/>
                <a:gd name="T27" fmla="*/ 1 h 285"/>
                <a:gd name="T28" fmla="*/ 1 w 717"/>
                <a:gd name="T29" fmla="*/ 1 h 285"/>
                <a:gd name="T30" fmla="*/ 1 w 717"/>
                <a:gd name="T31" fmla="*/ 1 h 285"/>
                <a:gd name="T32" fmla="*/ 1 w 717"/>
                <a:gd name="T33" fmla="*/ 1 h 285"/>
                <a:gd name="T34" fmla="*/ 1 w 717"/>
                <a:gd name="T35" fmla="*/ 1 h 285"/>
                <a:gd name="T36" fmla="*/ 1 w 717"/>
                <a:gd name="T37" fmla="*/ 1 h 285"/>
                <a:gd name="T38" fmla="*/ 1 w 717"/>
                <a:gd name="T39" fmla="*/ 1 h 285"/>
                <a:gd name="T40" fmla="*/ 1 w 717"/>
                <a:gd name="T41" fmla="*/ 1 h 285"/>
                <a:gd name="T42" fmla="*/ 1 w 717"/>
                <a:gd name="T43" fmla="*/ 1 h 285"/>
                <a:gd name="T44" fmla="*/ 1 w 717"/>
                <a:gd name="T45" fmla="*/ 1 h 285"/>
                <a:gd name="T46" fmla="*/ 1 w 717"/>
                <a:gd name="T47" fmla="*/ 1 h 285"/>
                <a:gd name="T48" fmla="*/ 1 w 717"/>
                <a:gd name="T49" fmla="*/ 1 h 285"/>
                <a:gd name="T50" fmla="*/ 1 w 717"/>
                <a:gd name="T51" fmla="*/ 1 h 285"/>
                <a:gd name="T52" fmla="*/ 1 w 717"/>
                <a:gd name="T53" fmla="*/ 1 h 285"/>
                <a:gd name="T54" fmla="*/ 1 w 717"/>
                <a:gd name="T55" fmla="*/ 1 h 285"/>
                <a:gd name="T56" fmla="*/ 1 w 717"/>
                <a:gd name="T57" fmla="*/ 1 h 285"/>
                <a:gd name="T58" fmla="*/ 1 w 717"/>
                <a:gd name="T59" fmla="*/ 1 h 285"/>
                <a:gd name="T60" fmla="*/ 1 w 717"/>
                <a:gd name="T61" fmla="*/ 1 h 285"/>
                <a:gd name="T62" fmla="*/ 1 w 717"/>
                <a:gd name="T63" fmla="*/ 1 h 285"/>
                <a:gd name="T64" fmla="*/ 1 w 717"/>
                <a:gd name="T65" fmla="*/ 1 h 285"/>
                <a:gd name="T66" fmla="*/ 1 w 717"/>
                <a:gd name="T67" fmla="*/ 1 h 285"/>
                <a:gd name="T68" fmla="*/ 1 w 717"/>
                <a:gd name="T69" fmla="*/ 1 h 285"/>
                <a:gd name="T70" fmla="*/ 1 w 717"/>
                <a:gd name="T71" fmla="*/ 1 h 285"/>
                <a:gd name="T72" fmla="*/ 1 w 717"/>
                <a:gd name="T73" fmla="*/ 1 h 285"/>
                <a:gd name="T74" fmla="*/ 1 w 717"/>
                <a:gd name="T75" fmla="*/ 1 h 285"/>
                <a:gd name="T76" fmla="*/ 1 w 717"/>
                <a:gd name="T77" fmla="*/ 1 h 285"/>
                <a:gd name="T78" fmla="*/ 1 w 717"/>
                <a:gd name="T79" fmla="*/ 1 h 285"/>
                <a:gd name="T80" fmla="*/ 1 w 717"/>
                <a:gd name="T81" fmla="*/ 1 h 285"/>
                <a:gd name="T82" fmla="*/ 1 w 717"/>
                <a:gd name="T83" fmla="*/ 1 h 285"/>
                <a:gd name="T84" fmla="*/ 1 w 717"/>
                <a:gd name="T85" fmla="*/ 1 h 285"/>
                <a:gd name="T86" fmla="*/ 1 w 717"/>
                <a:gd name="T87" fmla="*/ 1 h 285"/>
                <a:gd name="T88" fmla="*/ 1 w 717"/>
                <a:gd name="T89" fmla="*/ 1 h 285"/>
                <a:gd name="T90" fmla="*/ 1 w 717"/>
                <a:gd name="T91" fmla="*/ 1 h 285"/>
                <a:gd name="T92" fmla="*/ 1 w 717"/>
                <a:gd name="T93" fmla="*/ 1 h 285"/>
                <a:gd name="T94" fmla="*/ 1 w 717"/>
                <a:gd name="T95" fmla="*/ 1 h 285"/>
                <a:gd name="T96" fmla="*/ 1 w 717"/>
                <a:gd name="T97" fmla="*/ 1 h 285"/>
                <a:gd name="T98" fmla="*/ 1 w 717"/>
                <a:gd name="T99" fmla="*/ 1 h 285"/>
                <a:gd name="T100" fmla="*/ 1 w 717"/>
                <a:gd name="T101" fmla="*/ 1 h 285"/>
                <a:gd name="T102" fmla="*/ 1 w 717"/>
                <a:gd name="T103" fmla="*/ 1 h 285"/>
                <a:gd name="T104" fmla="*/ 1 w 717"/>
                <a:gd name="T105" fmla="*/ 1 h 285"/>
                <a:gd name="T106" fmla="*/ 1 w 717"/>
                <a:gd name="T107" fmla="*/ 1 h 285"/>
                <a:gd name="T108" fmla="*/ 1 w 717"/>
                <a:gd name="T109" fmla="*/ 1 h 285"/>
                <a:gd name="T110" fmla="*/ 1 w 717"/>
                <a:gd name="T111" fmla="*/ 1 h 285"/>
                <a:gd name="T112" fmla="*/ 1 w 717"/>
                <a:gd name="T113" fmla="*/ 1 h 285"/>
                <a:gd name="T114" fmla="*/ 1 w 717"/>
                <a:gd name="T115" fmla="*/ 1 h 285"/>
                <a:gd name="T116" fmla="*/ 1 w 717"/>
                <a:gd name="T117" fmla="*/ 1 h 285"/>
                <a:gd name="T118" fmla="*/ 1 w 717"/>
                <a:gd name="T119" fmla="*/ 1 h 285"/>
                <a:gd name="T120" fmla="*/ 1 w 717"/>
                <a:gd name="T121" fmla="*/ 1 h 28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5">
                  <a:moveTo>
                    <a:pt x="0" y="285"/>
                  </a:moveTo>
                  <a:lnTo>
                    <a:pt x="28" y="285"/>
                  </a:lnTo>
                  <a:lnTo>
                    <a:pt x="53" y="285"/>
                  </a:lnTo>
                  <a:lnTo>
                    <a:pt x="77" y="285"/>
                  </a:lnTo>
                  <a:lnTo>
                    <a:pt x="100" y="285"/>
                  </a:lnTo>
                  <a:lnTo>
                    <a:pt x="120" y="285"/>
                  </a:lnTo>
                  <a:lnTo>
                    <a:pt x="139" y="285"/>
                  </a:lnTo>
                  <a:lnTo>
                    <a:pt x="157" y="285"/>
                  </a:lnTo>
                  <a:lnTo>
                    <a:pt x="174" y="285"/>
                  </a:lnTo>
                  <a:lnTo>
                    <a:pt x="190" y="285"/>
                  </a:lnTo>
                  <a:lnTo>
                    <a:pt x="204" y="285"/>
                  </a:lnTo>
                  <a:lnTo>
                    <a:pt x="217" y="285"/>
                  </a:lnTo>
                  <a:lnTo>
                    <a:pt x="229" y="285"/>
                  </a:lnTo>
                  <a:lnTo>
                    <a:pt x="240" y="285"/>
                  </a:lnTo>
                  <a:lnTo>
                    <a:pt x="250" y="285"/>
                  </a:lnTo>
                  <a:lnTo>
                    <a:pt x="258" y="285"/>
                  </a:lnTo>
                  <a:lnTo>
                    <a:pt x="267" y="285"/>
                  </a:lnTo>
                  <a:lnTo>
                    <a:pt x="274" y="285"/>
                  </a:lnTo>
                  <a:lnTo>
                    <a:pt x="280" y="285"/>
                  </a:lnTo>
                  <a:lnTo>
                    <a:pt x="286" y="285"/>
                  </a:lnTo>
                  <a:lnTo>
                    <a:pt x="291" y="285"/>
                  </a:lnTo>
                  <a:lnTo>
                    <a:pt x="296" y="285"/>
                  </a:lnTo>
                  <a:lnTo>
                    <a:pt x="299" y="285"/>
                  </a:lnTo>
                  <a:lnTo>
                    <a:pt x="303" y="285"/>
                  </a:lnTo>
                  <a:lnTo>
                    <a:pt x="306" y="285"/>
                  </a:lnTo>
                  <a:lnTo>
                    <a:pt x="309" y="285"/>
                  </a:lnTo>
                  <a:lnTo>
                    <a:pt x="311" y="285"/>
                  </a:lnTo>
                  <a:lnTo>
                    <a:pt x="314" y="285"/>
                  </a:lnTo>
                  <a:lnTo>
                    <a:pt x="316" y="284"/>
                  </a:lnTo>
                  <a:lnTo>
                    <a:pt x="317" y="284"/>
                  </a:lnTo>
                  <a:lnTo>
                    <a:pt x="320" y="284"/>
                  </a:lnTo>
                  <a:lnTo>
                    <a:pt x="321" y="284"/>
                  </a:lnTo>
                  <a:lnTo>
                    <a:pt x="323" y="284"/>
                  </a:lnTo>
                  <a:lnTo>
                    <a:pt x="326" y="284"/>
                  </a:lnTo>
                  <a:lnTo>
                    <a:pt x="327" y="284"/>
                  </a:lnTo>
                  <a:lnTo>
                    <a:pt x="329" y="284"/>
                  </a:lnTo>
                  <a:lnTo>
                    <a:pt x="330" y="284"/>
                  </a:lnTo>
                  <a:lnTo>
                    <a:pt x="332" y="284"/>
                  </a:lnTo>
                  <a:lnTo>
                    <a:pt x="334" y="283"/>
                  </a:lnTo>
                  <a:lnTo>
                    <a:pt x="335" y="283"/>
                  </a:lnTo>
                  <a:lnTo>
                    <a:pt x="336" y="283"/>
                  </a:lnTo>
                  <a:lnTo>
                    <a:pt x="338" y="283"/>
                  </a:lnTo>
                  <a:lnTo>
                    <a:pt x="339" y="283"/>
                  </a:lnTo>
                  <a:lnTo>
                    <a:pt x="340" y="283"/>
                  </a:lnTo>
                  <a:lnTo>
                    <a:pt x="341" y="283"/>
                  </a:lnTo>
                  <a:lnTo>
                    <a:pt x="342" y="283"/>
                  </a:lnTo>
                  <a:lnTo>
                    <a:pt x="344" y="283"/>
                  </a:lnTo>
                  <a:lnTo>
                    <a:pt x="345" y="283"/>
                  </a:lnTo>
                  <a:lnTo>
                    <a:pt x="346" y="283"/>
                  </a:lnTo>
                  <a:lnTo>
                    <a:pt x="347" y="283"/>
                  </a:lnTo>
                  <a:lnTo>
                    <a:pt x="348" y="281"/>
                  </a:lnTo>
                  <a:lnTo>
                    <a:pt x="350" y="281"/>
                  </a:lnTo>
                  <a:lnTo>
                    <a:pt x="351" y="281"/>
                  </a:lnTo>
                  <a:lnTo>
                    <a:pt x="352" y="281"/>
                  </a:lnTo>
                  <a:lnTo>
                    <a:pt x="353" y="281"/>
                  </a:lnTo>
                  <a:lnTo>
                    <a:pt x="354" y="281"/>
                  </a:lnTo>
                  <a:lnTo>
                    <a:pt x="356" y="281"/>
                  </a:lnTo>
                  <a:lnTo>
                    <a:pt x="358" y="280"/>
                  </a:lnTo>
                  <a:lnTo>
                    <a:pt x="359" y="280"/>
                  </a:lnTo>
                  <a:lnTo>
                    <a:pt x="360" y="280"/>
                  </a:lnTo>
                  <a:lnTo>
                    <a:pt x="363" y="280"/>
                  </a:lnTo>
                  <a:lnTo>
                    <a:pt x="364" y="280"/>
                  </a:lnTo>
                  <a:lnTo>
                    <a:pt x="366" y="279"/>
                  </a:lnTo>
                  <a:lnTo>
                    <a:pt x="368" y="279"/>
                  </a:lnTo>
                  <a:lnTo>
                    <a:pt x="370" y="279"/>
                  </a:lnTo>
                  <a:lnTo>
                    <a:pt x="371" y="279"/>
                  </a:lnTo>
                  <a:lnTo>
                    <a:pt x="374" y="279"/>
                  </a:lnTo>
                  <a:lnTo>
                    <a:pt x="375" y="278"/>
                  </a:lnTo>
                  <a:lnTo>
                    <a:pt x="376" y="278"/>
                  </a:lnTo>
                  <a:lnTo>
                    <a:pt x="377" y="278"/>
                  </a:lnTo>
                  <a:lnTo>
                    <a:pt x="379" y="278"/>
                  </a:lnTo>
                  <a:lnTo>
                    <a:pt x="380" y="278"/>
                  </a:lnTo>
                  <a:lnTo>
                    <a:pt x="381" y="277"/>
                  </a:lnTo>
                  <a:lnTo>
                    <a:pt x="382" y="277"/>
                  </a:lnTo>
                  <a:lnTo>
                    <a:pt x="383" y="277"/>
                  </a:lnTo>
                  <a:lnTo>
                    <a:pt x="385" y="277"/>
                  </a:lnTo>
                  <a:lnTo>
                    <a:pt x="386" y="277"/>
                  </a:lnTo>
                  <a:lnTo>
                    <a:pt x="387" y="277"/>
                  </a:lnTo>
                  <a:lnTo>
                    <a:pt x="388" y="275"/>
                  </a:lnTo>
                  <a:lnTo>
                    <a:pt x="389" y="275"/>
                  </a:lnTo>
                  <a:lnTo>
                    <a:pt x="391" y="275"/>
                  </a:lnTo>
                  <a:lnTo>
                    <a:pt x="392" y="274"/>
                  </a:lnTo>
                  <a:lnTo>
                    <a:pt x="393" y="274"/>
                  </a:lnTo>
                  <a:lnTo>
                    <a:pt x="394" y="274"/>
                  </a:lnTo>
                  <a:lnTo>
                    <a:pt x="395" y="274"/>
                  </a:lnTo>
                  <a:lnTo>
                    <a:pt x="397" y="273"/>
                  </a:lnTo>
                  <a:lnTo>
                    <a:pt x="399" y="273"/>
                  </a:lnTo>
                  <a:lnTo>
                    <a:pt x="400" y="273"/>
                  </a:lnTo>
                  <a:lnTo>
                    <a:pt x="401" y="272"/>
                  </a:lnTo>
                  <a:lnTo>
                    <a:pt x="404" y="272"/>
                  </a:lnTo>
                  <a:lnTo>
                    <a:pt x="405" y="271"/>
                  </a:lnTo>
                  <a:lnTo>
                    <a:pt x="407" y="271"/>
                  </a:lnTo>
                  <a:lnTo>
                    <a:pt x="409" y="269"/>
                  </a:lnTo>
                  <a:lnTo>
                    <a:pt x="411" y="269"/>
                  </a:lnTo>
                  <a:lnTo>
                    <a:pt x="413" y="268"/>
                  </a:lnTo>
                  <a:lnTo>
                    <a:pt x="416" y="268"/>
                  </a:lnTo>
                  <a:lnTo>
                    <a:pt x="417" y="267"/>
                  </a:lnTo>
                  <a:lnTo>
                    <a:pt x="419" y="267"/>
                  </a:lnTo>
                  <a:lnTo>
                    <a:pt x="421" y="266"/>
                  </a:lnTo>
                  <a:lnTo>
                    <a:pt x="423" y="266"/>
                  </a:lnTo>
                  <a:lnTo>
                    <a:pt x="424" y="265"/>
                  </a:lnTo>
                  <a:lnTo>
                    <a:pt x="425" y="265"/>
                  </a:lnTo>
                  <a:lnTo>
                    <a:pt x="427" y="265"/>
                  </a:lnTo>
                  <a:lnTo>
                    <a:pt x="428" y="263"/>
                  </a:lnTo>
                  <a:lnTo>
                    <a:pt x="429" y="263"/>
                  </a:lnTo>
                  <a:lnTo>
                    <a:pt x="430" y="262"/>
                  </a:lnTo>
                  <a:lnTo>
                    <a:pt x="431" y="262"/>
                  </a:lnTo>
                  <a:lnTo>
                    <a:pt x="433" y="262"/>
                  </a:lnTo>
                  <a:lnTo>
                    <a:pt x="434" y="261"/>
                  </a:lnTo>
                  <a:lnTo>
                    <a:pt x="435" y="261"/>
                  </a:lnTo>
                  <a:lnTo>
                    <a:pt x="436" y="261"/>
                  </a:lnTo>
                  <a:lnTo>
                    <a:pt x="437" y="260"/>
                  </a:lnTo>
                  <a:lnTo>
                    <a:pt x="439" y="260"/>
                  </a:lnTo>
                  <a:lnTo>
                    <a:pt x="440" y="259"/>
                  </a:lnTo>
                  <a:lnTo>
                    <a:pt x="441" y="259"/>
                  </a:lnTo>
                  <a:lnTo>
                    <a:pt x="442" y="257"/>
                  </a:lnTo>
                  <a:lnTo>
                    <a:pt x="443" y="257"/>
                  </a:lnTo>
                  <a:lnTo>
                    <a:pt x="445" y="256"/>
                  </a:lnTo>
                  <a:lnTo>
                    <a:pt x="446" y="256"/>
                  </a:lnTo>
                  <a:lnTo>
                    <a:pt x="448" y="255"/>
                  </a:lnTo>
                  <a:lnTo>
                    <a:pt x="449" y="255"/>
                  </a:lnTo>
                  <a:lnTo>
                    <a:pt x="451" y="254"/>
                  </a:lnTo>
                  <a:lnTo>
                    <a:pt x="453" y="253"/>
                  </a:lnTo>
                  <a:lnTo>
                    <a:pt x="454" y="251"/>
                  </a:lnTo>
                  <a:lnTo>
                    <a:pt x="457" y="251"/>
                  </a:lnTo>
                  <a:lnTo>
                    <a:pt x="458" y="250"/>
                  </a:lnTo>
                  <a:lnTo>
                    <a:pt x="460" y="249"/>
                  </a:lnTo>
                  <a:lnTo>
                    <a:pt x="461" y="248"/>
                  </a:lnTo>
                  <a:lnTo>
                    <a:pt x="464" y="248"/>
                  </a:lnTo>
                  <a:lnTo>
                    <a:pt x="465" y="247"/>
                  </a:lnTo>
                  <a:lnTo>
                    <a:pt x="466" y="245"/>
                  </a:lnTo>
                  <a:lnTo>
                    <a:pt x="467" y="245"/>
                  </a:lnTo>
                  <a:lnTo>
                    <a:pt x="469" y="244"/>
                  </a:lnTo>
                  <a:lnTo>
                    <a:pt x="470" y="244"/>
                  </a:lnTo>
                  <a:lnTo>
                    <a:pt x="471" y="243"/>
                  </a:lnTo>
                  <a:lnTo>
                    <a:pt x="472" y="243"/>
                  </a:lnTo>
                  <a:lnTo>
                    <a:pt x="473" y="243"/>
                  </a:lnTo>
                  <a:lnTo>
                    <a:pt x="475" y="242"/>
                  </a:lnTo>
                  <a:lnTo>
                    <a:pt x="476" y="241"/>
                  </a:lnTo>
                  <a:lnTo>
                    <a:pt x="477" y="241"/>
                  </a:lnTo>
                  <a:lnTo>
                    <a:pt x="478" y="239"/>
                  </a:lnTo>
                  <a:lnTo>
                    <a:pt x="479" y="239"/>
                  </a:lnTo>
                  <a:lnTo>
                    <a:pt x="481" y="238"/>
                  </a:lnTo>
                  <a:lnTo>
                    <a:pt x="482" y="238"/>
                  </a:lnTo>
                  <a:lnTo>
                    <a:pt x="483" y="237"/>
                  </a:lnTo>
                  <a:lnTo>
                    <a:pt x="484" y="237"/>
                  </a:lnTo>
                  <a:lnTo>
                    <a:pt x="485" y="236"/>
                  </a:lnTo>
                  <a:lnTo>
                    <a:pt x="487" y="236"/>
                  </a:lnTo>
                  <a:lnTo>
                    <a:pt x="488" y="235"/>
                  </a:lnTo>
                  <a:lnTo>
                    <a:pt x="489" y="235"/>
                  </a:lnTo>
                  <a:lnTo>
                    <a:pt x="490" y="233"/>
                  </a:lnTo>
                  <a:lnTo>
                    <a:pt x="492" y="232"/>
                  </a:lnTo>
                  <a:lnTo>
                    <a:pt x="493" y="232"/>
                  </a:lnTo>
                  <a:lnTo>
                    <a:pt x="494" y="231"/>
                  </a:lnTo>
                  <a:lnTo>
                    <a:pt x="496" y="230"/>
                  </a:lnTo>
                  <a:lnTo>
                    <a:pt x="498" y="229"/>
                  </a:lnTo>
                  <a:lnTo>
                    <a:pt x="500" y="229"/>
                  </a:lnTo>
                  <a:lnTo>
                    <a:pt x="501" y="227"/>
                  </a:lnTo>
                  <a:lnTo>
                    <a:pt x="502" y="226"/>
                  </a:lnTo>
                  <a:lnTo>
                    <a:pt x="504" y="226"/>
                  </a:lnTo>
                  <a:lnTo>
                    <a:pt x="505" y="225"/>
                  </a:lnTo>
                  <a:lnTo>
                    <a:pt x="506" y="224"/>
                  </a:lnTo>
                  <a:lnTo>
                    <a:pt x="507" y="224"/>
                  </a:lnTo>
                  <a:lnTo>
                    <a:pt x="508" y="223"/>
                  </a:lnTo>
                  <a:lnTo>
                    <a:pt x="510" y="223"/>
                  </a:lnTo>
                  <a:lnTo>
                    <a:pt x="511" y="223"/>
                  </a:lnTo>
                  <a:lnTo>
                    <a:pt x="511" y="221"/>
                  </a:lnTo>
                  <a:lnTo>
                    <a:pt x="512" y="221"/>
                  </a:lnTo>
                  <a:lnTo>
                    <a:pt x="513" y="220"/>
                  </a:lnTo>
                  <a:lnTo>
                    <a:pt x="514" y="219"/>
                  </a:lnTo>
                  <a:lnTo>
                    <a:pt x="516" y="219"/>
                  </a:lnTo>
                  <a:lnTo>
                    <a:pt x="517" y="218"/>
                  </a:lnTo>
                  <a:lnTo>
                    <a:pt x="518" y="218"/>
                  </a:lnTo>
                  <a:lnTo>
                    <a:pt x="518" y="217"/>
                  </a:lnTo>
                  <a:lnTo>
                    <a:pt x="519" y="217"/>
                  </a:lnTo>
                  <a:lnTo>
                    <a:pt x="520" y="217"/>
                  </a:lnTo>
                  <a:lnTo>
                    <a:pt x="520" y="215"/>
                  </a:lnTo>
                  <a:lnTo>
                    <a:pt x="522" y="215"/>
                  </a:lnTo>
                  <a:lnTo>
                    <a:pt x="523" y="214"/>
                  </a:lnTo>
                  <a:lnTo>
                    <a:pt x="524" y="214"/>
                  </a:lnTo>
                  <a:lnTo>
                    <a:pt x="525" y="213"/>
                  </a:lnTo>
                  <a:lnTo>
                    <a:pt x="526" y="212"/>
                  </a:lnTo>
                  <a:lnTo>
                    <a:pt x="528" y="212"/>
                  </a:lnTo>
                  <a:lnTo>
                    <a:pt x="529" y="211"/>
                  </a:lnTo>
                  <a:lnTo>
                    <a:pt x="530" y="209"/>
                  </a:lnTo>
                  <a:lnTo>
                    <a:pt x="531" y="208"/>
                  </a:lnTo>
                  <a:lnTo>
                    <a:pt x="532" y="208"/>
                  </a:lnTo>
                  <a:lnTo>
                    <a:pt x="534" y="207"/>
                  </a:lnTo>
                  <a:lnTo>
                    <a:pt x="535" y="207"/>
                  </a:lnTo>
                  <a:lnTo>
                    <a:pt x="536" y="206"/>
                  </a:lnTo>
                  <a:lnTo>
                    <a:pt x="537" y="205"/>
                  </a:lnTo>
                  <a:lnTo>
                    <a:pt x="538" y="205"/>
                  </a:lnTo>
                  <a:lnTo>
                    <a:pt x="538" y="203"/>
                  </a:lnTo>
                  <a:lnTo>
                    <a:pt x="540" y="203"/>
                  </a:lnTo>
                  <a:lnTo>
                    <a:pt x="541" y="202"/>
                  </a:lnTo>
                  <a:lnTo>
                    <a:pt x="542" y="202"/>
                  </a:lnTo>
                  <a:lnTo>
                    <a:pt x="542" y="201"/>
                  </a:lnTo>
                  <a:lnTo>
                    <a:pt x="543" y="201"/>
                  </a:lnTo>
                  <a:lnTo>
                    <a:pt x="544" y="201"/>
                  </a:lnTo>
                  <a:lnTo>
                    <a:pt x="544" y="200"/>
                  </a:lnTo>
                  <a:lnTo>
                    <a:pt x="546" y="200"/>
                  </a:lnTo>
                  <a:lnTo>
                    <a:pt x="546" y="198"/>
                  </a:lnTo>
                  <a:lnTo>
                    <a:pt x="547" y="198"/>
                  </a:lnTo>
                  <a:lnTo>
                    <a:pt x="547" y="197"/>
                  </a:lnTo>
                  <a:lnTo>
                    <a:pt x="548" y="197"/>
                  </a:lnTo>
                  <a:lnTo>
                    <a:pt x="549" y="196"/>
                  </a:lnTo>
                  <a:lnTo>
                    <a:pt x="550" y="196"/>
                  </a:lnTo>
                  <a:lnTo>
                    <a:pt x="550" y="195"/>
                  </a:lnTo>
                  <a:lnTo>
                    <a:pt x="552" y="195"/>
                  </a:lnTo>
                  <a:lnTo>
                    <a:pt x="552" y="194"/>
                  </a:lnTo>
                  <a:lnTo>
                    <a:pt x="553" y="194"/>
                  </a:lnTo>
                  <a:lnTo>
                    <a:pt x="554" y="192"/>
                  </a:lnTo>
                  <a:lnTo>
                    <a:pt x="555" y="191"/>
                  </a:lnTo>
                  <a:lnTo>
                    <a:pt x="556" y="191"/>
                  </a:lnTo>
                  <a:lnTo>
                    <a:pt x="558" y="190"/>
                  </a:lnTo>
                  <a:lnTo>
                    <a:pt x="558" y="189"/>
                  </a:lnTo>
                  <a:lnTo>
                    <a:pt x="559" y="189"/>
                  </a:lnTo>
                  <a:lnTo>
                    <a:pt x="560" y="188"/>
                  </a:lnTo>
                  <a:lnTo>
                    <a:pt x="561" y="188"/>
                  </a:lnTo>
                  <a:lnTo>
                    <a:pt x="561" y="186"/>
                  </a:lnTo>
                  <a:lnTo>
                    <a:pt x="562" y="186"/>
                  </a:lnTo>
                  <a:lnTo>
                    <a:pt x="562" y="185"/>
                  </a:lnTo>
                  <a:lnTo>
                    <a:pt x="564" y="185"/>
                  </a:lnTo>
                  <a:lnTo>
                    <a:pt x="565" y="184"/>
                  </a:lnTo>
                  <a:lnTo>
                    <a:pt x="566" y="184"/>
                  </a:lnTo>
                  <a:lnTo>
                    <a:pt x="566" y="183"/>
                  </a:lnTo>
                  <a:lnTo>
                    <a:pt x="567" y="183"/>
                  </a:lnTo>
                  <a:lnTo>
                    <a:pt x="567" y="182"/>
                  </a:lnTo>
                  <a:lnTo>
                    <a:pt x="568" y="182"/>
                  </a:lnTo>
                  <a:lnTo>
                    <a:pt x="570" y="180"/>
                  </a:lnTo>
                  <a:lnTo>
                    <a:pt x="571" y="180"/>
                  </a:lnTo>
                  <a:lnTo>
                    <a:pt x="572" y="179"/>
                  </a:lnTo>
                  <a:lnTo>
                    <a:pt x="573" y="178"/>
                  </a:lnTo>
                  <a:lnTo>
                    <a:pt x="574" y="178"/>
                  </a:lnTo>
                  <a:lnTo>
                    <a:pt x="574" y="177"/>
                  </a:lnTo>
                  <a:lnTo>
                    <a:pt x="576" y="177"/>
                  </a:lnTo>
                  <a:lnTo>
                    <a:pt x="577" y="176"/>
                  </a:lnTo>
                  <a:lnTo>
                    <a:pt x="578" y="174"/>
                  </a:lnTo>
                  <a:lnTo>
                    <a:pt x="579" y="174"/>
                  </a:lnTo>
                  <a:lnTo>
                    <a:pt x="580" y="173"/>
                  </a:lnTo>
                  <a:lnTo>
                    <a:pt x="582" y="172"/>
                  </a:lnTo>
                  <a:lnTo>
                    <a:pt x="583" y="172"/>
                  </a:lnTo>
                  <a:lnTo>
                    <a:pt x="584" y="171"/>
                  </a:lnTo>
                  <a:lnTo>
                    <a:pt x="585" y="170"/>
                  </a:lnTo>
                  <a:lnTo>
                    <a:pt x="586" y="168"/>
                  </a:lnTo>
                  <a:lnTo>
                    <a:pt x="588" y="168"/>
                  </a:lnTo>
                  <a:lnTo>
                    <a:pt x="589" y="167"/>
                  </a:lnTo>
                  <a:lnTo>
                    <a:pt x="589" y="166"/>
                  </a:lnTo>
                  <a:lnTo>
                    <a:pt x="590" y="166"/>
                  </a:lnTo>
                  <a:lnTo>
                    <a:pt x="591" y="165"/>
                  </a:lnTo>
                  <a:lnTo>
                    <a:pt x="592" y="164"/>
                  </a:lnTo>
                  <a:lnTo>
                    <a:pt x="594" y="162"/>
                  </a:lnTo>
                  <a:lnTo>
                    <a:pt x="595" y="162"/>
                  </a:lnTo>
                  <a:lnTo>
                    <a:pt x="595" y="161"/>
                  </a:lnTo>
                  <a:lnTo>
                    <a:pt x="596" y="160"/>
                  </a:lnTo>
                  <a:lnTo>
                    <a:pt x="597" y="160"/>
                  </a:lnTo>
                  <a:lnTo>
                    <a:pt x="597" y="159"/>
                  </a:lnTo>
                  <a:lnTo>
                    <a:pt x="598" y="158"/>
                  </a:lnTo>
                  <a:lnTo>
                    <a:pt x="600" y="156"/>
                  </a:lnTo>
                  <a:lnTo>
                    <a:pt x="601" y="155"/>
                  </a:lnTo>
                  <a:lnTo>
                    <a:pt x="602" y="154"/>
                  </a:lnTo>
                  <a:lnTo>
                    <a:pt x="602" y="153"/>
                  </a:lnTo>
                  <a:lnTo>
                    <a:pt x="603" y="152"/>
                  </a:lnTo>
                  <a:lnTo>
                    <a:pt x="604" y="150"/>
                  </a:lnTo>
                  <a:lnTo>
                    <a:pt x="606" y="150"/>
                  </a:lnTo>
                  <a:lnTo>
                    <a:pt x="607" y="149"/>
                  </a:lnTo>
                  <a:lnTo>
                    <a:pt x="608" y="148"/>
                  </a:lnTo>
                  <a:lnTo>
                    <a:pt x="609" y="147"/>
                  </a:lnTo>
                  <a:lnTo>
                    <a:pt x="609" y="146"/>
                  </a:lnTo>
                  <a:lnTo>
                    <a:pt x="611" y="146"/>
                  </a:lnTo>
                  <a:lnTo>
                    <a:pt x="612" y="144"/>
                  </a:lnTo>
                  <a:lnTo>
                    <a:pt x="612" y="143"/>
                  </a:lnTo>
                  <a:lnTo>
                    <a:pt x="613" y="143"/>
                  </a:lnTo>
                  <a:lnTo>
                    <a:pt x="613" y="142"/>
                  </a:lnTo>
                  <a:lnTo>
                    <a:pt x="614" y="141"/>
                  </a:lnTo>
                  <a:lnTo>
                    <a:pt x="615" y="140"/>
                  </a:lnTo>
                  <a:lnTo>
                    <a:pt x="617" y="138"/>
                  </a:lnTo>
                  <a:lnTo>
                    <a:pt x="618" y="137"/>
                  </a:lnTo>
                  <a:lnTo>
                    <a:pt x="619" y="136"/>
                  </a:lnTo>
                  <a:lnTo>
                    <a:pt x="619" y="135"/>
                  </a:lnTo>
                  <a:lnTo>
                    <a:pt x="620" y="135"/>
                  </a:lnTo>
                  <a:lnTo>
                    <a:pt x="621" y="134"/>
                  </a:lnTo>
                  <a:lnTo>
                    <a:pt x="621" y="132"/>
                  </a:lnTo>
                  <a:lnTo>
                    <a:pt x="623" y="131"/>
                  </a:lnTo>
                  <a:lnTo>
                    <a:pt x="624" y="130"/>
                  </a:lnTo>
                  <a:lnTo>
                    <a:pt x="625" y="129"/>
                  </a:lnTo>
                  <a:lnTo>
                    <a:pt x="626" y="128"/>
                  </a:lnTo>
                  <a:lnTo>
                    <a:pt x="627" y="126"/>
                  </a:lnTo>
                  <a:lnTo>
                    <a:pt x="629" y="125"/>
                  </a:lnTo>
                  <a:lnTo>
                    <a:pt x="630" y="123"/>
                  </a:lnTo>
                  <a:lnTo>
                    <a:pt x="631" y="122"/>
                  </a:lnTo>
                  <a:lnTo>
                    <a:pt x="632" y="120"/>
                  </a:lnTo>
                  <a:lnTo>
                    <a:pt x="633" y="118"/>
                  </a:lnTo>
                  <a:lnTo>
                    <a:pt x="635" y="117"/>
                  </a:lnTo>
                  <a:lnTo>
                    <a:pt x="636" y="116"/>
                  </a:lnTo>
                  <a:lnTo>
                    <a:pt x="637" y="114"/>
                  </a:lnTo>
                  <a:lnTo>
                    <a:pt x="638" y="113"/>
                  </a:lnTo>
                  <a:lnTo>
                    <a:pt x="638" y="112"/>
                  </a:lnTo>
                  <a:lnTo>
                    <a:pt x="639" y="111"/>
                  </a:lnTo>
                  <a:lnTo>
                    <a:pt x="641" y="110"/>
                  </a:lnTo>
                  <a:lnTo>
                    <a:pt x="642" y="108"/>
                  </a:lnTo>
                  <a:lnTo>
                    <a:pt x="643" y="107"/>
                  </a:lnTo>
                  <a:lnTo>
                    <a:pt x="643" y="106"/>
                  </a:lnTo>
                  <a:lnTo>
                    <a:pt x="644" y="105"/>
                  </a:lnTo>
                  <a:lnTo>
                    <a:pt x="645" y="104"/>
                  </a:lnTo>
                  <a:lnTo>
                    <a:pt x="647" y="102"/>
                  </a:lnTo>
                  <a:lnTo>
                    <a:pt x="647" y="101"/>
                  </a:lnTo>
                  <a:lnTo>
                    <a:pt x="648" y="100"/>
                  </a:lnTo>
                  <a:lnTo>
                    <a:pt x="649" y="100"/>
                  </a:lnTo>
                  <a:lnTo>
                    <a:pt x="649" y="99"/>
                  </a:lnTo>
                  <a:lnTo>
                    <a:pt x="650" y="98"/>
                  </a:lnTo>
                  <a:lnTo>
                    <a:pt x="651" y="96"/>
                  </a:lnTo>
                  <a:lnTo>
                    <a:pt x="651" y="95"/>
                  </a:lnTo>
                  <a:lnTo>
                    <a:pt x="653" y="94"/>
                  </a:lnTo>
                  <a:lnTo>
                    <a:pt x="654" y="93"/>
                  </a:lnTo>
                  <a:lnTo>
                    <a:pt x="655" y="92"/>
                  </a:lnTo>
                  <a:lnTo>
                    <a:pt x="656" y="89"/>
                  </a:lnTo>
                  <a:lnTo>
                    <a:pt x="657" y="88"/>
                  </a:lnTo>
                  <a:lnTo>
                    <a:pt x="657" y="87"/>
                  </a:lnTo>
                  <a:lnTo>
                    <a:pt x="660" y="84"/>
                  </a:lnTo>
                  <a:lnTo>
                    <a:pt x="661" y="83"/>
                  </a:lnTo>
                  <a:lnTo>
                    <a:pt x="662" y="81"/>
                  </a:lnTo>
                  <a:lnTo>
                    <a:pt x="663" y="79"/>
                  </a:lnTo>
                  <a:lnTo>
                    <a:pt x="665" y="77"/>
                  </a:lnTo>
                  <a:lnTo>
                    <a:pt x="666" y="76"/>
                  </a:lnTo>
                  <a:lnTo>
                    <a:pt x="667" y="75"/>
                  </a:lnTo>
                  <a:lnTo>
                    <a:pt x="668" y="72"/>
                  </a:lnTo>
                  <a:lnTo>
                    <a:pt x="668" y="71"/>
                  </a:lnTo>
                  <a:lnTo>
                    <a:pt x="669" y="70"/>
                  </a:lnTo>
                  <a:lnTo>
                    <a:pt x="671" y="69"/>
                  </a:lnTo>
                  <a:lnTo>
                    <a:pt x="672" y="67"/>
                  </a:lnTo>
                  <a:lnTo>
                    <a:pt x="672" y="66"/>
                  </a:lnTo>
                  <a:lnTo>
                    <a:pt x="673" y="65"/>
                  </a:lnTo>
                  <a:lnTo>
                    <a:pt x="674" y="65"/>
                  </a:lnTo>
                  <a:lnTo>
                    <a:pt x="674" y="64"/>
                  </a:lnTo>
                  <a:lnTo>
                    <a:pt x="675" y="63"/>
                  </a:lnTo>
                  <a:lnTo>
                    <a:pt x="675" y="61"/>
                  </a:lnTo>
                  <a:lnTo>
                    <a:pt x="677" y="60"/>
                  </a:lnTo>
                  <a:lnTo>
                    <a:pt x="678" y="59"/>
                  </a:lnTo>
                  <a:lnTo>
                    <a:pt x="678" y="58"/>
                  </a:lnTo>
                  <a:lnTo>
                    <a:pt x="679" y="58"/>
                  </a:lnTo>
                  <a:lnTo>
                    <a:pt x="679" y="57"/>
                  </a:lnTo>
                  <a:lnTo>
                    <a:pt x="680" y="55"/>
                  </a:lnTo>
                  <a:lnTo>
                    <a:pt x="681" y="54"/>
                  </a:lnTo>
                  <a:lnTo>
                    <a:pt x="683" y="53"/>
                  </a:lnTo>
                  <a:lnTo>
                    <a:pt x="683" y="52"/>
                  </a:lnTo>
                  <a:lnTo>
                    <a:pt x="684" y="49"/>
                  </a:lnTo>
                  <a:lnTo>
                    <a:pt x="685" y="48"/>
                  </a:lnTo>
                  <a:lnTo>
                    <a:pt x="686" y="47"/>
                  </a:lnTo>
                  <a:lnTo>
                    <a:pt x="687" y="46"/>
                  </a:lnTo>
                  <a:lnTo>
                    <a:pt x="689" y="43"/>
                  </a:lnTo>
                  <a:lnTo>
                    <a:pt x="690" y="42"/>
                  </a:lnTo>
                  <a:lnTo>
                    <a:pt x="691" y="40"/>
                  </a:lnTo>
                  <a:lnTo>
                    <a:pt x="692" y="37"/>
                  </a:lnTo>
                  <a:lnTo>
                    <a:pt x="695" y="36"/>
                  </a:lnTo>
                  <a:lnTo>
                    <a:pt x="696" y="34"/>
                  </a:lnTo>
                  <a:lnTo>
                    <a:pt x="697" y="33"/>
                  </a:lnTo>
                  <a:lnTo>
                    <a:pt x="698" y="31"/>
                  </a:lnTo>
                  <a:lnTo>
                    <a:pt x="698" y="29"/>
                  </a:lnTo>
                  <a:lnTo>
                    <a:pt x="699" y="28"/>
                  </a:lnTo>
                  <a:lnTo>
                    <a:pt x="701" y="27"/>
                  </a:lnTo>
                  <a:lnTo>
                    <a:pt x="702" y="25"/>
                  </a:lnTo>
                  <a:lnTo>
                    <a:pt x="702" y="24"/>
                  </a:lnTo>
                  <a:lnTo>
                    <a:pt x="703" y="23"/>
                  </a:lnTo>
                  <a:lnTo>
                    <a:pt x="704" y="22"/>
                  </a:lnTo>
                  <a:lnTo>
                    <a:pt x="705" y="21"/>
                  </a:lnTo>
                  <a:lnTo>
                    <a:pt x="705" y="19"/>
                  </a:lnTo>
                  <a:lnTo>
                    <a:pt x="707" y="18"/>
                  </a:lnTo>
                  <a:lnTo>
                    <a:pt x="707" y="17"/>
                  </a:lnTo>
                  <a:lnTo>
                    <a:pt x="708" y="17"/>
                  </a:lnTo>
                  <a:lnTo>
                    <a:pt x="708" y="16"/>
                  </a:lnTo>
                  <a:lnTo>
                    <a:pt x="709" y="15"/>
                  </a:lnTo>
                  <a:lnTo>
                    <a:pt x="709" y="13"/>
                  </a:lnTo>
                  <a:lnTo>
                    <a:pt x="710" y="13"/>
                  </a:lnTo>
                  <a:lnTo>
                    <a:pt x="710" y="12"/>
                  </a:lnTo>
                  <a:lnTo>
                    <a:pt x="711" y="11"/>
                  </a:lnTo>
                  <a:lnTo>
                    <a:pt x="713" y="10"/>
                  </a:lnTo>
                  <a:lnTo>
                    <a:pt x="713" y="9"/>
                  </a:lnTo>
                  <a:lnTo>
                    <a:pt x="714" y="7"/>
                  </a:lnTo>
                  <a:lnTo>
                    <a:pt x="714" y="6"/>
                  </a:lnTo>
                  <a:lnTo>
                    <a:pt x="715" y="5"/>
                  </a:lnTo>
                  <a:lnTo>
                    <a:pt x="716" y="3"/>
                  </a:lnTo>
                  <a:lnTo>
                    <a:pt x="716" y="1"/>
                  </a:lnTo>
                  <a:lnTo>
                    <a:pt x="717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30" name="Freeform 253">
              <a:extLst>
                <a:ext uri="{FF2B5EF4-FFF2-40B4-BE49-F238E27FC236}">
                  <a16:creationId xmlns:a16="http://schemas.microsoft.com/office/drawing/2014/main" id="{DBB22379-68D6-4823-A6BB-B5EC3BF51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228"/>
              <a:ext cx="42" cy="144"/>
            </a:xfrm>
            <a:custGeom>
              <a:avLst/>
              <a:gdLst>
                <a:gd name="T0" fmla="*/ 0 w 86"/>
                <a:gd name="T1" fmla="*/ 1 h 287"/>
                <a:gd name="T2" fmla="*/ 0 w 86"/>
                <a:gd name="T3" fmla="*/ 1 h 287"/>
                <a:gd name="T4" fmla="*/ 0 w 86"/>
                <a:gd name="T5" fmla="*/ 1 h 287"/>
                <a:gd name="T6" fmla="*/ 0 w 86"/>
                <a:gd name="T7" fmla="*/ 1 h 287"/>
                <a:gd name="T8" fmla="*/ 0 w 86"/>
                <a:gd name="T9" fmla="*/ 1 h 287"/>
                <a:gd name="T10" fmla="*/ 0 w 86"/>
                <a:gd name="T11" fmla="*/ 1 h 287"/>
                <a:gd name="T12" fmla="*/ 0 w 86"/>
                <a:gd name="T13" fmla="*/ 1 h 287"/>
                <a:gd name="T14" fmla="*/ 0 w 86"/>
                <a:gd name="T15" fmla="*/ 1 h 287"/>
                <a:gd name="T16" fmla="*/ 0 w 86"/>
                <a:gd name="T17" fmla="*/ 1 h 287"/>
                <a:gd name="T18" fmla="*/ 0 w 86"/>
                <a:gd name="T19" fmla="*/ 1 h 287"/>
                <a:gd name="T20" fmla="*/ 0 w 86"/>
                <a:gd name="T21" fmla="*/ 1 h 287"/>
                <a:gd name="T22" fmla="*/ 0 w 86"/>
                <a:gd name="T23" fmla="*/ 1 h 287"/>
                <a:gd name="T24" fmla="*/ 0 w 86"/>
                <a:gd name="T25" fmla="*/ 1 h 287"/>
                <a:gd name="T26" fmla="*/ 0 w 86"/>
                <a:gd name="T27" fmla="*/ 1 h 287"/>
                <a:gd name="T28" fmla="*/ 0 w 86"/>
                <a:gd name="T29" fmla="*/ 1 h 287"/>
                <a:gd name="T30" fmla="*/ 0 w 86"/>
                <a:gd name="T31" fmla="*/ 1 h 287"/>
                <a:gd name="T32" fmla="*/ 0 w 86"/>
                <a:gd name="T33" fmla="*/ 1 h 287"/>
                <a:gd name="T34" fmla="*/ 0 w 86"/>
                <a:gd name="T35" fmla="*/ 1 h 287"/>
                <a:gd name="T36" fmla="*/ 0 w 86"/>
                <a:gd name="T37" fmla="*/ 1 h 287"/>
                <a:gd name="T38" fmla="*/ 0 w 86"/>
                <a:gd name="T39" fmla="*/ 1 h 287"/>
                <a:gd name="T40" fmla="*/ 0 w 86"/>
                <a:gd name="T41" fmla="*/ 1 h 287"/>
                <a:gd name="T42" fmla="*/ 0 w 86"/>
                <a:gd name="T43" fmla="*/ 1 h 287"/>
                <a:gd name="T44" fmla="*/ 0 w 86"/>
                <a:gd name="T45" fmla="*/ 1 h 287"/>
                <a:gd name="T46" fmla="*/ 0 w 86"/>
                <a:gd name="T47" fmla="*/ 1 h 287"/>
                <a:gd name="T48" fmla="*/ 0 w 86"/>
                <a:gd name="T49" fmla="*/ 1 h 287"/>
                <a:gd name="T50" fmla="*/ 0 w 86"/>
                <a:gd name="T51" fmla="*/ 1 h 287"/>
                <a:gd name="T52" fmla="*/ 0 w 86"/>
                <a:gd name="T53" fmla="*/ 1 h 287"/>
                <a:gd name="T54" fmla="*/ 0 w 86"/>
                <a:gd name="T55" fmla="*/ 1 h 287"/>
                <a:gd name="T56" fmla="*/ 0 w 86"/>
                <a:gd name="T57" fmla="*/ 1 h 287"/>
                <a:gd name="T58" fmla="*/ 0 w 86"/>
                <a:gd name="T59" fmla="*/ 1 h 287"/>
                <a:gd name="T60" fmla="*/ 0 w 86"/>
                <a:gd name="T61" fmla="*/ 1 h 287"/>
                <a:gd name="T62" fmla="*/ 0 w 86"/>
                <a:gd name="T63" fmla="*/ 1 h 287"/>
                <a:gd name="T64" fmla="*/ 0 w 86"/>
                <a:gd name="T65" fmla="*/ 1 h 287"/>
                <a:gd name="T66" fmla="*/ 0 w 86"/>
                <a:gd name="T67" fmla="*/ 1 h 287"/>
                <a:gd name="T68" fmla="*/ 0 w 86"/>
                <a:gd name="T69" fmla="*/ 1 h 287"/>
                <a:gd name="T70" fmla="*/ 0 w 86"/>
                <a:gd name="T71" fmla="*/ 1 h 287"/>
                <a:gd name="T72" fmla="*/ 0 w 86"/>
                <a:gd name="T73" fmla="*/ 1 h 287"/>
                <a:gd name="T74" fmla="*/ 0 w 86"/>
                <a:gd name="T75" fmla="*/ 1 h 287"/>
                <a:gd name="T76" fmla="*/ 0 w 86"/>
                <a:gd name="T77" fmla="*/ 1 h 287"/>
                <a:gd name="T78" fmla="*/ 0 w 86"/>
                <a:gd name="T79" fmla="*/ 1 h 287"/>
                <a:gd name="T80" fmla="*/ 0 w 86"/>
                <a:gd name="T81" fmla="*/ 1 h 287"/>
                <a:gd name="T82" fmla="*/ 0 w 86"/>
                <a:gd name="T83" fmla="*/ 1 h 287"/>
                <a:gd name="T84" fmla="*/ 0 w 86"/>
                <a:gd name="T85" fmla="*/ 1 h 287"/>
                <a:gd name="T86" fmla="*/ 0 w 86"/>
                <a:gd name="T87" fmla="*/ 1 h 287"/>
                <a:gd name="T88" fmla="*/ 0 w 86"/>
                <a:gd name="T89" fmla="*/ 1 h 287"/>
                <a:gd name="T90" fmla="*/ 0 w 86"/>
                <a:gd name="T91" fmla="*/ 1 h 287"/>
                <a:gd name="T92" fmla="*/ 0 w 86"/>
                <a:gd name="T93" fmla="*/ 1 h 287"/>
                <a:gd name="T94" fmla="*/ 0 w 86"/>
                <a:gd name="T95" fmla="*/ 1 h 287"/>
                <a:gd name="T96" fmla="*/ 0 w 86"/>
                <a:gd name="T97" fmla="*/ 1 h 287"/>
                <a:gd name="T98" fmla="*/ 0 w 86"/>
                <a:gd name="T99" fmla="*/ 1 h 287"/>
                <a:gd name="T100" fmla="*/ 0 w 86"/>
                <a:gd name="T101" fmla="*/ 1 h 287"/>
                <a:gd name="T102" fmla="*/ 0 w 86"/>
                <a:gd name="T103" fmla="*/ 1 h 287"/>
                <a:gd name="T104" fmla="*/ 0 w 86"/>
                <a:gd name="T105" fmla="*/ 1 h 287"/>
                <a:gd name="T106" fmla="*/ 0 w 86"/>
                <a:gd name="T107" fmla="*/ 1 h 287"/>
                <a:gd name="T108" fmla="*/ 0 w 86"/>
                <a:gd name="T109" fmla="*/ 1 h 287"/>
                <a:gd name="T110" fmla="*/ 0 w 86"/>
                <a:gd name="T111" fmla="*/ 1 h 287"/>
                <a:gd name="T112" fmla="*/ 0 w 86"/>
                <a:gd name="T113" fmla="*/ 1 h 2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7">
                  <a:moveTo>
                    <a:pt x="0" y="0"/>
                  </a:moveTo>
                  <a:lnTo>
                    <a:pt x="3" y="3"/>
                  </a:lnTo>
                  <a:lnTo>
                    <a:pt x="4" y="6"/>
                  </a:lnTo>
                  <a:lnTo>
                    <a:pt x="6" y="8"/>
                  </a:lnTo>
                  <a:lnTo>
                    <a:pt x="8" y="12"/>
                  </a:lnTo>
                  <a:lnTo>
                    <a:pt x="9" y="14"/>
                  </a:lnTo>
                  <a:lnTo>
                    <a:pt x="10" y="15"/>
                  </a:lnTo>
                  <a:lnTo>
                    <a:pt x="11" y="18"/>
                  </a:lnTo>
                  <a:lnTo>
                    <a:pt x="12" y="20"/>
                  </a:lnTo>
                  <a:lnTo>
                    <a:pt x="14" y="21"/>
                  </a:lnTo>
                  <a:lnTo>
                    <a:pt x="15" y="24"/>
                  </a:lnTo>
                  <a:lnTo>
                    <a:pt x="15" y="25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0"/>
                  </a:lnTo>
                  <a:lnTo>
                    <a:pt x="18" y="31"/>
                  </a:lnTo>
                  <a:lnTo>
                    <a:pt x="18" y="32"/>
                  </a:lnTo>
                  <a:lnTo>
                    <a:pt x="20" y="34"/>
                  </a:lnTo>
                  <a:lnTo>
                    <a:pt x="20" y="35"/>
                  </a:lnTo>
                  <a:lnTo>
                    <a:pt x="21" y="36"/>
                  </a:lnTo>
                  <a:lnTo>
                    <a:pt x="21" y="37"/>
                  </a:lnTo>
                  <a:lnTo>
                    <a:pt x="22" y="38"/>
                  </a:lnTo>
                  <a:lnTo>
                    <a:pt x="22" y="40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3" y="43"/>
                  </a:lnTo>
                  <a:lnTo>
                    <a:pt x="24" y="44"/>
                  </a:lnTo>
                  <a:lnTo>
                    <a:pt x="24" y="46"/>
                  </a:lnTo>
                  <a:lnTo>
                    <a:pt x="26" y="47"/>
                  </a:lnTo>
                  <a:lnTo>
                    <a:pt x="26" y="48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5"/>
                  </a:lnTo>
                  <a:lnTo>
                    <a:pt x="30" y="58"/>
                  </a:lnTo>
                  <a:lnTo>
                    <a:pt x="30" y="59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4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6"/>
                  </a:lnTo>
                  <a:lnTo>
                    <a:pt x="34" y="67"/>
                  </a:lnTo>
                  <a:lnTo>
                    <a:pt x="34" y="68"/>
                  </a:lnTo>
                  <a:lnTo>
                    <a:pt x="35" y="70"/>
                  </a:lnTo>
                  <a:lnTo>
                    <a:pt x="35" y="71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4"/>
                  </a:lnTo>
                  <a:lnTo>
                    <a:pt x="38" y="74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9" y="78"/>
                  </a:lnTo>
                  <a:lnTo>
                    <a:pt x="39" y="79"/>
                  </a:lnTo>
                  <a:lnTo>
                    <a:pt x="39" y="80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3" y="89"/>
                  </a:lnTo>
                  <a:lnTo>
                    <a:pt x="43" y="90"/>
                  </a:lnTo>
                  <a:lnTo>
                    <a:pt x="44" y="92"/>
                  </a:lnTo>
                  <a:lnTo>
                    <a:pt x="45" y="95"/>
                  </a:lnTo>
                  <a:lnTo>
                    <a:pt x="45" y="96"/>
                  </a:lnTo>
                  <a:lnTo>
                    <a:pt x="46" y="98"/>
                  </a:lnTo>
                  <a:lnTo>
                    <a:pt x="46" y="100"/>
                  </a:lnTo>
                  <a:lnTo>
                    <a:pt x="47" y="101"/>
                  </a:lnTo>
                  <a:lnTo>
                    <a:pt x="47" y="102"/>
                  </a:lnTo>
                  <a:lnTo>
                    <a:pt x="49" y="104"/>
                  </a:lnTo>
                  <a:lnTo>
                    <a:pt x="49" y="106"/>
                  </a:lnTo>
                  <a:lnTo>
                    <a:pt x="49" y="107"/>
                  </a:lnTo>
                  <a:lnTo>
                    <a:pt x="50" y="108"/>
                  </a:lnTo>
                  <a:lnTo>
                    <a:pt x="50" y="109"/>
                  </a:lnTo>
                  <a:lnTo>
                    <a:pt x="51" y="110"/>
                  </a:lnTo>
                  <a:lnTo>
                    <a:pt x="51" y="112"/>
                  </a:lnTo>
                  <a:lnTo>
                    <a:pt x="51" y="113"/>
                  </a:lnTo>
                  <a:lnTo>
                    <a:pt x="52" y="114"/>
                  </a:lnTo>
                  <a:lnTo>
                    <a:pt x="52" y="115"/>
                  </a:lnTo>
                  <a:lnTo>
                    <a:pt x="52" y="116"/>
                  </a:lnTo>
                  <a:lnTo>
                    <a:pt x="53" y="118"/>
                  </a:lnTo>
                  <a:lnTo>
                    <a:pt x="53" y="119"/>
                  </a:lnTo>
                  <a:lnTo>
                    <a:pt x="53" y="120"/>
                  </a:lnTo>
                  <a:lnTo>
                    <a:pt x="55" y="121"/>
                  </a:lnTo>
                  <a:lnTo>
                    <a:pt x="55" y="122"/>
                  </a:lnTo>
                  <a:lnTo>
                    <a:pt x="55" y="125"/>
                  </a:lnTo>
                  <a:lnTo>
                    <a:pt x="56" y="126"/>
                  </a:lnTo>
                  <a:lnTo>
                    <a:pt x="56" y="127"/>
                  </a:lnTo>
                  <a:lnTo>
                    <a:pt x="57" y="128"/>
                  </a:lnTo>
                  <a:lnTo>
                    <a:pt x="57" y="131"/>
                  </a:lnTo>
                  <a:lnTo>
                    <a:pt x="57" y="132"/>
                  </a:lnTo>
                  <a:lnTo>
                    <a:pt x="58" y="134"/>
                  </a:lnTo>
                  <a:lnTo>
                    <a:pt x="58" y="136"/>
                  </a:lnTo>
                  <a:lnTo>
                    <a:pt x="59" y="138"/>
                  </a:lnTo>
                  <a:lnTo>
                    <a:pt x="61" y="139"/>
                  </a:lnTo>
                  <a:lnTo>
                    <a:pt x="61" y="142"/>
                  </a:lnTo>
                  <a:lnTo>
                    <a:pt x="61" y="143"/>
                  </a:lnTo>
                  <a:lnTo>
                    <a:pt x="62" y="145"/>
                  </a:lnTo>
                  <a:lnTo>
                    <a:pt x="62" y="147"/>
                  </a:lnTo>
                  <a:lnTo>
                    <a:pt x="63" y="148"/>
                  </a:lnTo>
                  <a:lnTo>
                    <a:pt x="63" y="149"/>
                  </a:lnTo>
                  <a:lnTo>
                    <a:pt x="63" y="150"/>
                  </a:lnTo>
                  <a:lnTo>
                    <a:pt x="64" y="151"/>
                  </a:lnTo>
                  <a:lnTo>
                    <a:pt x="64" y="153"/>
                  </a:lnTo>
                  <a:lnTo>
                    <a:pt x="64" y="154"/>
                  </a:lnTo>
                  <a:lnTo>
                    <a:pt x="64" y="155"/>
                  </a:lnTo>
                  <a:lnTo>
                    <a:pt x="65" y="156"/>
                  </a:lnTo>
                  <a:lnTo>
                    <a:pt x="65" y="157"/>
                  </a:lnTo>
                  <a:lnTo>
                    <a:pt x="67" y="159"/>
                  </a:lnTo>
                  <a:lnTo>
                    <a:pt x="67" y="160"/>
                  </a:lnTo>
                  <a:lnTo>
                    <a:pt x="67" y="161"/>
                  </a:lnTo>
                  <a:lnTo>
                    <a:pt x="67" y="162"/>
                  </a:lnTo>
                  <a:lnTo>
                    <a:pt x="68" y="163"/>
                  </a:lnTo>
                  <a:lnTo>
                    <a:pt x="68" y="165"/>
                  </a:lnTo>
                  <a:lnTo>
                    <a:pt x="68" y="166"/>
                  </a:lnTo>
                  <a:lnTo>
                    <a:pt x="69" y="167"/>
                  </a:lnTo>
                  <a:lnTo>
                    <a:pt x="69" y="168"/>
                  </a:lnTo>
                  <a:lnTo>
                    <a:pt x="69" y="169"/>
                  </a:lnTo>
                  <a:lnTo>
                    <a:pt x="70" y="171"/>
                  </a:lnTo>
                  <a:lnTo>
                    <a:pt x="70" y="172"/>
                  </a:lnTo>
                  <a:lnTo>
                    <a:pt x="70" y="174"/>
                  </a:lnTo>
                  <a:lnTo>
                    <a:pt x="71" y="175"/>
                  </a:lnTo>
                  <a:lnTo>
                    <a:pt x="71" y="178"/>
                  </a:lnTo>
                  <a:lnTo>
                    <a:pt x="73" y="179"/>
                  </a:lnTo>
                  <a:lnTo>
                    <a:pt x="73" y="181"/>
                  </a:lnTo>
                  <a:lnTo>
                    <a:pt x="74" y="184"/>
                  </a:lnTo>
                  <a:lnTo>
                    <a:pt x="74" y="185"/>
                  </a:lnTo>
                  <a:lnTo>
                    <a:pt x="75" y="186"/>
                  </a:lnTo>
                  <a:lnTo>
                    <a:pt x="75" y="189"/>
                  </a:lnTo>
                  <a:lnTo>
                    <a:pt x="75" y="190"/>
                  </a:lnTo>
                  <a:lnTo>
                    <a:pt x="76" y="191"/>
                  </a:lnTo>
                  <a:lnTo>
                    <a:pt x="76" y="192"/>
                  </a:lnTo>
                  <a:lnTo>
                    <a:pt x="76" y="193"/>
                  </a:lnTo>
                  <a:lnTo>
                    <a:pt x="77" y="195"/>
                  </a:lnTo>
                  <a:lnTo>
                    <a:pt x="77" y="196"/>
                  </a:lnTo>
                  <a:lnTo>
                    <a:pt x="77" y="197"/>
                  </a:lnTo>
                  <a:lnTo>
                    <a:pt x="77" y="198"/>
                  </a:lnTo>
                  <a:lnTo>
                    <a:pt x="79" y="199"/>
                  </a:lnTo>
                  <a:lnTo>
                    <a:pt x="79" y="201"/>
                  </a:lnTo>
                  <a:lnTo>
                    <a:pt x="79" y="202"/>
                  </a:lnTo>
                  <a:lnTo>
                    <a:pt x="79" y="203"/>
                  </a:lnTo>
                  <a:lnTo>
                    <a:pt x="79" y="204"/>
                  </a:lnTo>
                  <a:lnTo>
                    <a:pt x="80" y="205"/>
                  </a:lnTo>
                  <a:lnTo>
                    <a:pt x="80" y="207"/>
                  </a:lnTo>
                  <a:lnTo>
                    <a:pt x="80" y="208"/>
                  </a:lnTo>
                  <a:lnTo>
                    <a:pt x="80" y="209"/>
                  </a:lnTo>
                  <a:lnTo>
                    <a:pt x="80" y="210"/>
                  </a:lnTo>
                  <a:lnTo>
                    <a:pt x="80" y="211"/>
                  </a:lnTo>
                  <a:lnTo>
                    <a:pt x="80" y="213"/>
                  </a:lnTo>
                  <a:lnTo>
                    <a:pt x="80" y="214"/>
                  </a:lnTo>
                  <a:lnTo>
                    <a:pt x="80" y="215"/>
                  </a:lnTo>
                  <a:lnTo>
                    <a:pt x="80" y="216"/>
                  </a:lnTo>
                  <a:lnTo>
                    <a:pt x="81" y="219"/>
                  </a:lnTo>
                  <a:lnTo>
                    <a:pt x="81" y="220"/>
                  </a:lnTo>
                  <a:lnTo>
                    <a:pt x="81" y="222"/>
                  </a:lnTo>
                  <a:lnTo>
                    <a:pt x="81" y="223"/>
                  </a:lnTo>
                  <a:lnTo>
                    <a:pt x="81" y="225"/>
                  </a:lnTo>
                  <a:lnTo>
                    <a:pt x="81" y="226"/>
                  </a:lnTo>
                  <a:lnTo>
                    <a:pt x="81" y="227"/>
                  </a:lnTo>
                  <a:lnTo>
                    <a:pt x="81" y="229"/>
                  </a:lnTo>
                  <a:lnTo>
                    <a:pt x="81" y="231"/>
                  </a:lnTo>
                  <a:lnTo>
                    <a:pt x="81" y="232"/>
                  </a:lnTo>
                  <a:lnTo>
                    <a:pt x="82" y="233"/>
                  </a:lnTo>
                  <a:lnTo>
                    <a:pt x="82" y="234"/>
                  </a:lnTo>
                  <a:lnTo>
                    <a:pt x="82" y="235"/>
                  </a:lnTo>
                  <a:lnTo>
                    <a:pt x="82" y="237"/>
                  </a:lnTo>
                  <a:lnTo>
                    <a:pt x="82" y="238"/>
                  </a:lnTo>
                  <a:lnTo>
                    <a:pt x="82" y="239"/>
                  </a:lnTo>
                  <a:lnTo>
                    <a:pt x="82" y="240"/>
                  </a:lnTo>
                  <a:lnTo>
                    <a:pt x="82" y="241"/>
                  </a:lnTo>
                  <a:lnTo>
                    <a:pt x="83" y="243"/>
                  </a:lnTo>
                  <a:lnTo>
                    <a:pt x="83" y="244"/>
                  </a:lnTo>
                  <a:lnTo>
                    <a:pt x="83" y="245"/>
                  </a:lnTo>
                  <a:lnTo>
                    <a:pt x="83" y="246"/>
                  </a:lnTo>
                  <a:lnTo>
                    <a:pt x="83" y="247"/>
                  </a:lnTo>
                  <a:lnTo>
                    <a:pt x="85" y="249"/>
                  </a:lnTo>
                  <a:lnTo>
                    <a:pt x="85" y="250"/>
                  </a:lnTo>
                  <a:lnTo>
                    <a:pt x="85" y="251"/>
                  </a:lnTo>
                  <a:lnTo>
                    <a:pt x="85" y="252"/>
                  </a:lnTo>
                  <a:lnTo>
                    <a:pt x="85" y="253"/>
                  </a:lnTo>
                  <a:lnTo>
                    <a:pt x="86" y="255"/>
                  </a:lnTo>
                  <a:lnTo>
                    <a:pt x="86" y="256"/>
                  </a:lnTo>
                  <a:lnTo>
                    <a:pt x="86" y="257"/>
                  </a:lnTo>
                  <a:lnTo>
                    <a:pt x="86" y="258"/>
                  </a:lnTo>
                  <a:lnTo>
                    <a:pt x="86" y="260"/>
                  </a:lnTo>
                  <a:lnTo>
                    <a:pt x="86" y="261"/>
                  </a:lnTo>
                  <a:lnTo>
                    <a:pt x="86" y="262"/>
                  </a:lnTo>
                  <a:lnTo>
                    <a:pt x="86" y="263"/>
                  </a:lnTo>
                  <a:lnTo>
                    <a:pt x="86" y="264"/>
                  </a:lnTo>
                  <a:lnTo>
                    <a:pt x="86" y="266"/>
                  </a:lnTo>
                  <a:lnTo>
                    <a:pt x="86" y="267"/>
                  </a:lnTo>
                  <a:lnTo>
                    <a:pt x="86" y="268"/>
                  </a:lnTo>
                  <a:lnTo>
                    <a:pt x="86" y="269"/>
                  </a:lnTo>
                  <a:lnTo>
                    <a:pt x="86" y="270"/>
                  </a:lnTo>
                  <a:lnTo>
                    <a:pt x="86" y="272"/>
                  </a:lnTo>
                  <a:lnTo>
                    <a:pt x="86" y="274"/>
                  </a:lnTo>
                  <a:lnTo>
                    <a:pt x="86" y="275"/>
                  </a:lnTo>
                  <a:lnTo>
                    <a:pt x="86" y="276"/>
                  </a:lnTo>
                  <a:lnTo>
                    <a:pt x="86" y="279"/>
                  </a:lnTo>
                  <a:lnTo>
                    <a:pt x="86" y="280"/>
                  </a:lnTo>
                  <a:lnTo>
                    <a:pt x="86" y="282"/>
                  </a:lnTo>
                  <a:lnTo>
                    <a:pt x="86" y="285"/>
                  </a:lnTo>
                  <a:lnTo>
                    <a:pt x="85" y="287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31" name="Freeform 254">
              <a:extLst>
                <a:ext uri="{FF2B5EF4-FFF2-40B4-BE49-F238E27FC236}">
                  <a16:creationId xmlns:a16="http://schemas.microsoft.com/office/drawing/2014/main" id="{5AFC2053-44BE-4515-BA05-5D3163AA0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371"/>
              <a:ext cx="42" cy="144"/>
            </a:xfrm>
            <a:custGeom>
              <a:avLst/>
              <a:gdLst>
                <a:gd name="T0" fmla="*/ 0 w 86"/>
                <a:gd name="T1" fmla="*/ 1 h 286"/>
                <a:gd name="T2" fmla="*/ 0 w 86"/>
                <a:gd name="T3" fmla="*/ 1 h 286"/>
                <a:gd name="T4" fmla="*/ 0 w 86"/>
                <a:gd name="T5" fmla="*/ 1 h 286"/>
                <a:gd name="T6" fmla="*/ 0 w 86"/>
                <a:gd name="T7" fmla="*/ 1 h 286"/>
                <a:gd name="T8" fmla="*/ 0 w 86"/>
                <a:gd name="T9" fmla="*/ 1 h 286"/>
                <a:gd name="T10" fmla="*/ 0 w 86"/>
                <a:gd name="T11" fmla="*/ 1 h 286"/>
                <a:gd name="T12" fmla="*/ 0 w 86"/>
                <a:gd name="T13" fmla="*/ 1 h 286"/>
                <a:gd name="T14" fmla="*/ 0 w 86"/>
                <a:gd name="T15" fmla="*/ 1 h 286"/>
                <a:gd name="T16" fmla="*/ 0 w 86"/>
                <a:gd name="T17" fmla="*/ 1 h 286"/>
                <a:gd name="T18" fmla="*/ 0 w 86"/>
                <a:gd name="T19" fmla="*/ 1 h 286"/>
                <a:gd name="T20" fmla="*/ 0 w 86"/>
                <a:gd name="T21" fmla="*/ 1 h 286"/>
                <a:gd name="T22" fmla="*/ 0 w 86"/>
                <a:gd name="T23" fmla="*/ 1 h 286"/>
                <a:gd name="T24" fmla="*/ 0 w 86"/>
                <a:gd name="T25" fmla="*/ 1 h 286"/>
                <a:gd name="T26" fmla="*/ 0 w 86"/>
                <a:gd name="T27" fmla="*/ 1 h 286"/>
                <a:gd name="T28" fmla="*/ 0 w 86"/>
                <a:gd name="T29" fmla="*/ 1 h 286"/>
                <a:gd name="T30" fmla="*/ 0 w 86"/>
                <a:gd name="T31" fmla="*/ 1 h 286"/>
                <a:gd name="T32" fmla="*/ 0 w 86"/>
                <a:gd name="T33" fmla="*/ 1 h 286"/>
                <a:gd name="T34" fmla="*/ 0 w 86"/>
                <a:gd name="T35" fmla="*/ 1 h 286"/>
                <a:gd name="T36" fmla="*/ 0 w 86"/>
                <a:gd name="T37" fmla="*/ 1 h 286"/>
                <a:gd name="T38" fmla="*/ 0 w 86"/>
                <a:gd name="T39" fmla="*/ 1 h 286"/>
                <a:gd name="T40" fmla="*/ 0 w 86"/>
                <a:gd name="T41" fmla="*/ 1 h 286"/>
                <a:gd name="T42" fmla="*/ 0 w 86"/>
                <a:gd name="T43" fmla="*/ 1 h 286"/>
                <a:gd name="T44" fmla="*/ 0 w 86"/>
                <a:gd name="T45" fmla="*/ 1 h 286"/>
                <a:gd name="T46" fmla="*/ 0 w 86"/>
                <a:gd name="T47" fmla="*/ 1 h 286"/>
                <a:gd name="T48" fmla="*/ 0 w 86"/>
                <a:gd name="T49" fmla="*/ 1 h 286"/>
                <a:gd name="T50" fmla="*/ 0 w 86"/>
                <a:gd name="T51" fmla="*/ 1 h 286"/>
                <a:gd name="T52" fmla="*/ 0 w 86"/>
                <a:gd name="T53" fmla="*/ 1 h 286"/>
                <a:gd name="T54" fmla="*/ 0 w 86"/>
                <a:gd name="T55" fmla="*/ 1 h 286"/>
                <a:gd name="T56" fmla="*/ 0 w 86"/>
                <a:gd name="T57" fmla="*/ 1 h 286"/>
                <a:gd name="T58" fmla="*/ 0 w 86"/>
                <a:gd name="T59" fmla="*/ 1 h 286"/>
                <a:gd name="T60" fmla="*/ 0 w 86"/>
                <a:gd name="T61" fmla="*/ 1 h 286"/>
                <a:gd name="T62" fmla="*/ 0 w 86"/>
                <a:gd name="T63" fmla="*/ 1 h 286"/>
                <a:gd name="T64" fmla="*/ 0 w 86"/>
                <a:gd name="T65" fmla="*/ 1 h 286"/>
                <a:gd name="T66" fmla="*/ 0 w 86"/>
                <a:gd name="T67" fmla="*/ 1 h 286"/>
                <a:gd name="T68" fmla="*/ 0 w 86"/>
                <a:gd name="T69" fmla="*/ 1 h 286"/>
                <a:gd name="T70" fmla="*/ 0 w 86"/>
                <a:gd name="T71" fmla="*/ 1 h 286"/>
                <a:gd name="T72" fmla="*/ 0 w 86"/>
                <a:gd name="T73" fmla="*/ 1 h 286"/>
                <a:gd name="T74" fmla="*/ 0 w 86"/>
                <a:gd name="T75" fmla="*/ 1 h 286"/>
                <a:gd name="T76" fmla="*/ 0 w 86"/>
                <a:gd name="T77" fmla="*/ 1 h 286"/>
                <a:gd name="T78" fmla="*/ 0 w 86"/>
                <a:gd name="T79" fmla="*/ 1 h 286"/>
                <a:gd name="T80" fmla="*/ 0 w 86"/>
                <a:gd name="T81" fmla="*/ 1 h 286"/>
                <a:gd name="T82" fmla="*/ 0 w 86"/>
                <a:gd name="T83" fmla="*/ 1 h 286"/>
                <a:gd name="T84" fmla="*/ 0 w 86"/>
                <a:gd name="T85" fmla="*/ 1 h 286"/>
                <a:gd name="T86" fmla="*/ 0 w 86"/>
                <a:gd name="T87" fmla="*/ 1 h 286"/>
                <a:gd name="T88" fmla="*/ 0 w 86"/>
                <a:gd name="T89" fmla="*/ 1 h 286"/>
                <a:gd name="T90" fmla="*/ 0 w 86"/>
                <a:gd name="T91" fmla="*/ 1 h 286"/>
                <a:gd name="T92" fmla="*/ 0 w 86"/>
                <a:gd name="T93" fmla="*/ 1 h 286"/>
                <a:gd name="T94" fmla="*/ 0 w 86"/>
                <a:gd name="T95" fmla="*/ 1 h 286"/>
                <a:gd name="T96" fmla="*/ 0 w 86"/>
                <a:gd name="T97" fmla="*/ 1 h 286"/>
                <a:gd name="T98" fmla="*/ 0 w 86"/>
                <a:gd name="T99" fmla="*/ 1 h 286"/>
                <a:gd name="T100" fmla="*/ 0 w 86"/>
                <a:gd name="T101" fmla="*/ 1 h 286"/>
                <a:gd name="T102" fmla="*/ 0 w 86"/>
                <a:gd name="T103" fmla="*/ 1 h 286"/>
                <a:gd name="T104" fmla="*/ 0 w 86"/>
                <a:gd name="T105" fmla="*/ 1 h 286"/>
                <a:gd name="T106" fmla="*/ 0 w 86"/>
                <a:gd name="T107" fmla="*/ 1 h 286"/>
                <a:gd name="T108" fmla="*/ 0 w 86"/>
                <a:gd name="T109" fmla="*/ 1 h 286"/>
                <a:gd name="T110" fmla="*/ 0 w 86"/>
                <a:gd name="T111" fmla="*/ 1 h 286"/>
                <a:gd name="T112" fmla="*/ 0 w 86"/>
                <a:gd name="T113" fmla="*/ 1 h 2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6">
                  <a:moveTo>
                    <a:pt x="0" y="286"/>
                  </a:moveTo>
                  <a:lnTo>
                    <a:pt x="3" y="284"/>
                  </a:lnTo>
                  <a:lnTo>
                    <a:pt x="4" y="280"/>
                  </a:lnTo>
                  <a:lnTo>
                    <a:pt x="6" y="278"/>
                  </a:lnTo>
                  <a:lnTo>
                    <a:pt x="8" y="275"/>
                  </a:lnTo>
                  <a:lnTo>
                    <a:pt x="9" y="273"/>
                  </a:lnTo>
                  <a:lnTo>
                    <a:pt x="10" y="270"/>
                  </a:lnTo>
                  <a:lnTo>
                    <a:pt x="11" y="268"/>
                  </a:lnTo>
                  <a:lnTo>
                    <a:pt x="12" y="267"/>
                  </a:lnTo>
                  <a:lnTo>
                    <a:pt x="14" y="264"/>
                  </a:lnTo>
                  <a:lnTo>
                    <a:pt x="15" y="263"/>
                  </a:lnTo>
                  <a:lnTo>
                    <a:pt x="15" y="261"/>
                  </a:lnTo>
                  <a:lnTo>
                    <a:pt x="16" y="260"/>
                  </a:lnTo>
                  <a:lnTo>
                    <a:pt x="17" y="258"/>
                  </a:lnTo>
                  <a:lnTo>
                    <a:pt x="17" y="257"/>
                  </a:lnTo>
                  <a:lnTo>
                    <a:pt x="18" y="255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0" y="251"/>
                  </a:lnTo>
                  <a:lnTo>
                    <a:pt x="21" y="250"/>
                  </a:lnTo>
                  <a:lnTo>
                    <a:pt x="21" y="249"/>
                  </a:lnTo>
                  <a:lnTo>
                    <a:pt x="22" y="249"/>
                  </a:lnTo>
                  <a:lnTo>
                    <a:pt x="22" y="248"/>
                  </a:lnTo>
                  <a:lnTo>
                    <a:pt x="23" y="246"/>
                  </a:lnTo>
                  <a:lnTo>
                    <a:pt x="23" y="245"/>
                  </a:lnTo>
                  <a:lnTo>
                    <a:pt x="23" y="244"/>
                  </a:lnTo>
                  <a:lnTo>
                    <a:pt x="24" y="243"/>
                  </a:lnTo>
                  <a:lnTo>
                    <a:pt x="24" y="242"/>
                  </a:lnTo>
                  <a:lnTo>
                    <a:pt x="26" y="240"/>
                  </a:lnTo>
                  <a:lnTo>
                    <a:pt x="26" y="238"/>
                  </a:lnTo>
                  <a:lnTo>
                    <a:pt x="27" y="237"/>
                  </a:lnTo>
                  <a:lnTo>
                    <a:pt x="27" y="236"/>
                  </a:lnTo>
                  <a:lnTo>
                    <a:pt x="28" y="234"/>
                  </a:lnTo>
                  <a:lnTo>
                    <a:pt x="28" y="232"/>
                  </a:lnTo>
                  <a:lnTo>
                    <a:pt x="29" y="231"/>
                  </a:lnTo>
                  <a:lnTo>
                    <a:pt x="30" y="230"/>
                  </a:lnTo>
                  <a:lnTo>
                    <a:pt x="30" y="228"/>
                  </a:lnTo>
                  <a:lnTo>
                    <a:pt x="30" y="227"/>
                  </a:lnTo>
                  <a:lnTo>
                    <a:pt x="32" y="226"/>
                  </a:lnTo>
                  <a:lnTo>
                    <a:pt x="32" y="225"/>
                  </a:lnTo>
                  <a:lnTo>
                    <a:pt x="33" y="224"/>
                  </a:lnTo>
                  <a:lnTo>
                    <a:pt x="33" y="222"/>
                  </a:lnTo>
                  <a:lnTo>
                    <a:pt x="33" y="221"/>
                  </a:lnTo>
                  <a:lnTo>
                    <a:pt x="34" y="220"/>
                  </a:lnTo>
                  <a:lnTo>
                    <a:pt x="34" y="219"/>
                  </a:lnTo>
                  <a:lnTo>
                    <a:pt x="35" y="218"/>
                  </a:lnTo>
                  <a:lnTo>
                    <a:pt x="35" y="216"/>
                  </a:lnTo>
                  <a:lnTo>
                    <a:pt x="35" y="215"/>
                  </a:lnTo>
                  <a:lnTo>
                    <a:pt x="37" y="214"/>
                  </a:lnTo>
                  <a:lnTo>
                    <a:pt x="37" y="213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09"/>
                  </a:lnTo>
                  <a:lnTo>
                    <a:pt x="39" y="208"/>
                  </a:lnTo>
                  <a:lnTo>
                    <a:pt x="39" y="207"/>
                  </a:lnTo>
                  <a:lnTo>
                    <a:pt x="39" y="206"/>
                  </a:lnTo>
                  <a:lnTo>
                    <a:pt x="40" y="204"/>
                  </a:lnTo>
                  <a:lnTo>
                    <a:pt x="40" y="203"/>
                  </a:lnTo>
                  <a:lnTo>
                    <a:pt x="41" y="201"/>
                  </a:lnTo>
                  <a:lnTo>
                    <a:pt x="41" y="199"/>
                  </a:lnTo>
                  <a:lnTo>
                    <a:pt x="43" y="198"/>
                  </a:lnTo>
                  <a:lnTo>
                    <a:pt x="43" y="196"/>
                  </a:lnTo>
                  <a:lnTo>
                    <a:pt x="44" y="193"/>
                  </a:lnTo>
                  <a:lnTo>
                    <a:pt x="45" y="192"/>
                  </a:lnTo>
                  <a:lnTo>
                    <a:pt x="45" y="190"/>
                  </a:lnTo>
                  <a:lnTo>
                    <a:pt x="46" y="189"/>
                  </a:lnTo>
                  <a:lnTo>
                    <a:pt x="46" y="186"/>
                  </a:lnTo>
                  <a:lnTo>
                    <a:pt x="47" y="185"/>
                  </a:lnTo>
                  <a:lnTo>
                    <a:pt x="47" y="184"/>
                  </a:lnTo>
                  <a:lnTo>
                    <a:pt x="49" y="183"/>
                  </a:lnTo>
                  <a:lnTo>
                    <a:pt x="49" y="181"/>
                  </a:lnTo>
                  <a:lnTo>
                    <a:pt x="49" y="180"/>
                  </a:lnTo>
                  <a:lnTo>
                    <a:pt x="50" y="179"/>
                  </a:lnTo>
                  <a:lnTo>
                    <a:pt x="50" y="178"/>
                  </a:lnTo>
                  <a:lnTo>
                    <a:pt x="51" y="177"/>
                  </a:lnTo>
                  <a:lnTo>
                    <a:pt x="51" y="175"/>
                  </a:lnTo>
                  <a:lnTo>
                    <a:pt x="51" y="174"/>
                  </a:lnTo>
                  <a:lnTo>
                    <a:pt x="51" y="173"/>
                  </a:lnTo>
                  <a:lnTo>
                    <a:pt x="52" y="172"/>
                  </a:lnTo>
                  <a:lnTo>
                    <a:pt x="52" y="171"/>
                  </a:lnTo>
                  <a:lnTo>
                    <a:pt x="53" y="169"/>
                  </a:lnTo>
                  <a:lnTo>
                    <a:pt x="53" y="168"/>
                  </a:lnTo>
                  <a:lnTo>
                    <a:pt x="53" y="167"/>
                  </a:lnTo>
                  <a:lnTo>
                    <a:pt x="53" y="166"/>
                  </a:lnTo>
                  <a:lnTo>
                    <a:pt x="55" y="165"/>
                  </a:lnTo>
                  <a:lnTo>
                    <a:pt x="55" y="163"/>
                  </a:lnTo>
                  <a:lnTo>
                    <a:pt x="55" y="162"/>
                  </a:lnTo>
                  <a:lnTo>
                    <a:pt x="56" y="161"/>
                  </a:lnTo>
                  <a:lnTo>
                    <a:pt x="56" y="160"/>
                  </a:lnTo>
                  <a:lnTo>
                    <a:pt x="57" y="157"/>
                  </a:lnTo>
                  <a:lnTo>
                    <a:pt x="57" y="156"/>
                  </a:lnTo>
                  <a:lnTo>
                    <a:pt x="57" y="154"/>
                  </a:lnTo>
                  <a:lnTo>
                    <a:pt x="58" y="153"/>
                  </a:lnTo>
                  <a:lnTo>
                    <a:pt x="58" y="150"/>
                  </a:lnTo>
                  <a:lnTo>
                    <a:pt x="59" y="149"/>
                  </a:lnTo>
                  <a:lnTo>
                    <a:pt x="61" y="147"/>
                  </a:lnTo>
                  <a:lnTo>
                    <a:pt x="61" y="145"/>
                  </a:lnTo>
                  <a:lnTo>
                    <a:pt x="61" y="143"/>
                  </a:lnTo>
                  <a:lnTo>
                    <a:pt x="62" y="142"/>
                  </a:lnTo>
                  <a:lnTo>
                    <a:pt x="62" y="141"/>
                  </a:lnTo>
                  <a:lnTo>
                    <a:pt x="63" y="139"/>
                  </a:lnTo>
                  <a:lnTo>
                    <a:pt x="63" y="137"/>
                  </a:lnTo>
                  <a:lnTo>
                    <a:pt x="63" y="136"/>
                  </a:lnTo>
                  <a:lnTo>
                    <a:pt x="64" y="135"/>
                  </a:lnTo>
                  <a:lnTo>
                    <a:pt x="64" y="133"/>
                  </a:lnTo>
                  <a:lnTo>
                    <a:pt x="64" y="132"/>
                  </a:lnTo>
                  <a:lnTo>
                    <a:pt x="65" y="131"/>
                  </a:lnTo>
                  <a:lnTo>
                    <a:pt x="65" y="130"/>
                  </a:lnTo>
                  <a:lnTo>
                    <a:pt x="65" y="129"/>
                  </a:lnTo>
                  <a:lnTo>
                    <a:pt x="67" y="127"/>
                  </a:lnTo>
                  <a:lnTo>
                    <a:pt x="67" y="126"/>
                  </a:lnTo>
                  <a:lnTo>
                    <a:pt x="67" y="125"/>
                  </a:lnTo>
                  <a:lnTo>
                    <a:pt x="68" y="124"/>
                  </a:lnTo>
                  <a:lnTo>
                    <a:pt x="68" y="123"/>
                  </a:lnTo>
                  <a:lnTo>
                    <a:pt x="68" y="121"/>
                  </a:lnTo>
                  <a:lnTo>
                    <a:pt x="69" y="120"/>
                  </a:lnTo>
                  <a:lnTo>
                    <a:pt x="69" y="119"/>
                  </a:lnTo>
                  <a:lnTo>
                    <a:pt x="69" y="117"/>
                  </a:lnTo>
                  <a:lnTo>
                    <a:pt x="70" y="115"/>
                  </a:lnTo>
                  <a:lnTo>
                    <a:pt x="70" y="114"/>
                  </a:lnTo>
                  <a:lnTo>
                    <a:pt x="70" y="113"/>
                  </a:lnTo>
                  <a:lnTo>
                    <a:pt x="71" y="111"/>
                  </a:lnTo>
                  <a:lnTo>
                    <a:pt x="71" y="109"/>
                  </a:lnTo>
                  <a:lnTo>
                    <a:pt x="73" y="107"/>
                  </a:lnTo>
                  <a:lnTo>
                    <a:pt x="73" y="105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5" y="100"/>
                  </a:lnTo>
                  <a:lnTo>
                    <a:pt x="75" y="99"/>
                  </a:lnTo>
                  <a:lnTo>
                    <a:pt x="75" y="96"/>
                  </a:lnTo>
                  <a:lnTo>
                    <a:pt x="76" y="95"/>
                  </a:lnTo>
                  <a:lnTo>
                    <a:pt x="76" y="94"/>
                  </a:lnTo>
                  <a:lnTo>
                    <a:pt x="76" y="93"/>
                  </a:lnTo>
                  <a:lnTo>
                    <a:pt x="77" y="91"/>
                  </a:lnTo>
                  <a:lnTo>
                    <a:pt x="77" y="90"/>
                  </a:lnTo>
                  <a:lnTo>
                    <a:pt x="77" y="89"/>
                  </a:lnTo>
                  <a:lnTo>
                    <a:pt x="79" y="88"/>
                  </a:lnTo>
                  <a:lnTo>
                    <a:pt x="79" y="87"/>
                  </a:lnTo>
                  <a:lnTo>
                    <a:pt x="79" y="85"/>
                  </a:lnTo>
                  <a:lnTo>
                    <a:pt x="79" y="84"/>
                  </a:lnTo>
                  <a:lnTo>
                    <a:pt x="79" y="83"/>
                  </a:lnTo>
                  <a:lnTo>
                    <a:pt x="79" y="82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0" y="78"/>
                  </a:lnTo>
                  <a:lnTo>
                    <a:pt x="80" y="77"/>
                  </a:lnTo>
                  <a:lnTo>
                    <a:pt x="80" y="76"/>
                  </a:lnTo>
                  <a:lnTo>
                    <a:pt x="80" y="74"/>
                  </a:lnTo>
                  <a:lnTo>
                    <a:pt x="80" y="72"/>
                  </a:lnTo>
                  <a:lnTo>
                    <a:pt x="80" y="71"/>
                  </a:lnTo>
                  <a:lnTo>
                    <a:pt x="80" y="70"/>
                  </a:lnTo>
                  <a:lnTo>
                    <a:pt x="81" y="68"/>
                  </a:lnTo>
                  <a:lnTo>
                    <a:pt x="81" y="66"/>
                  </a:lnTo>
                  <a:lnTo>
                    <a:pt x="81" y="65"/>
                  </a:lnTo>
                  <a:lnTo>
                    <a:pt x="81" y="62"/>
                  </a:lnTo>
                  <a:lnTo>
                    <a:pt x="81" y="61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1" y="58"/>
                  </a:lnTo>
                  <a:lnTo>
                    <a:pt x="81" y="56"/>
                  </a:lnTo>
                  <a:lnTo>
                    <a:pt x="81" y="55"/>
                  </a:lnTo>
                  <a:lnTo>
                    <a:pt x="81" y="54"/>
                  </a:lnTo>
                  <a:lnTo>
                    <a:pt x="82" y="53"/>
                  </a:lnTo>
                  <a:lnTo>
                    <a:pt x="82" y="52"/>
                  </a:lnTo>
                  <a:lnTo>
                    <a:pt x="82" y="50"/>
                  </a:lnTo>
                  <a:lnTo>
                    <a:pt x="82" y="49"/>
                  </a:lnTo>
                  <a:lnTo>
                    <a:pt x="82" y="48"/>
                  </a:lnTo>
                  <a:lnTo>
                    <a:pt x="82" y="47"/>
                  </a:lnTo>
                  <a:lnTo>
                    <a:pt x="82" y="46"/>
                  </a:lnTo>
                  <a:lnTo>
                    <a:pt x="82" y="44"/>
                  </a:lnTo>
                  <a:lnTo>
                    <a:pt x="83" y="43"/>
                  </a:lnTo>
                  <a:lnTo>
                    <a:pt x="83" y="42"/>
                  </a:lnTo>
                  <a:lnTo>
                    <a:pt x="83" y="41"/>
                  </a:lnTo>
                  <a:lnTo>
                    <a:pt x="83" y="40"/>
                  </a:lnTo>
                  <a:lnTo>
                    <a:pt x="85" y="38"/>
                  </a:lnTo>
                  <a:lnTo>
                    <a:pt x="85" y="37"/>
                  </a:lnTo>
                  <a:lnTo>
                    <a:pt x="85" y="36"/>
                  </a:lnTo>
                  <a:lnTo>
                    <a:pt x="85" y="35"/>
                  </a:lnTo>
                  <a:lnTo>
                    <a:pt x="85" y="34"/>
                  </a:lnTo>
                  <a:lnTo>
                    <a:pt x="85" y="32"/>
                  </a:lnTo>
                  <a:lnTo>
                    <a:pt x="86" y="31"/>
                  </a:lnTo>
                  <a:lnTo>
                    <a:pt x="86" y="30"/>
                  </a:lnTo>
                  <a:lnTo>
                    <a:pt x="86" y="29"/>
                  </a:lnTo>
                  <a:lnTo>
                    <a:pt x="86" y="28"/>
                  </a:lnTo>
                  <a:lnTo>
                    <a:pt x="86" y="26"/>
                  </a:lnTo>
                  <a:lnTo>
                    <a:pt x="86" y="25"/>
                  </a:lnTo>
                  <a:lnTo>
                    <a:pt x="86" y="24"/>
                  </a:lnTo>
                  <a:lnTo>
                    <a:pt x="86" y="23"/>
                  </a:lnTo>
                  <a:lnTo>
                    <a:pt x="86" y="22"/>
                  </a:lnTo>
                  <a:lnTo>
                    <a:pt x="86" y="20"/>
                  </a:lnTo>
                  <a:lnTo>
                    <a:pt x="86" y="19"/>
                  </a:lnTo>
                  <a:lnTo>
                    <a:pt x="86" y="18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6" y="14"/>
                  </a:lnTo>
                  <a:lnTo>
                    <a:pt x="86" y="13"/>
                  </a:lnTo>
                  <a:lnTo>
                    <a:pt x="86" y="12"/>
                  </a:lnTo>
                  <a:lnTo>
                    <a:pt x="86" y="10"/>
                  </a:lnTo>
                  <a:lnTo>
                    <a:pt x="86" y="8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6" y="2"/>
                  </a:lnTo>
                  <a:lnTo>
                    <a:pt x="85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32" name="Freeform 255">
              <a:extLst>
                <a:ext uri="{FF2B5EF4-FFF2-40B4-BE49-F238E27FC236}">
                  <a16:creationId xmlns:a16="http://schemas.microsoft.com/office/drawing/2014/main" id="{D485223F-4EB5-49C8-820A-265C29D89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097"/>
              <a:ext cx="349" cy="167"/>
            </a:xfrm>
            <a:custGeom>
              <a:avLst/>
              <a:gdLst>
                <a:gd name="T0" fmla="*/ 4 w 505"/>
                <a:gd name="T1" fmla="*/ 0 h 337"/>
                <a:gd name="T2" fmla="*/ 4 w 505"/>
                <a:gd name="T3" fmla="*/ 0 h 337"/>
                <a:gd name="T4" fmla="*/ 0 w 505"/>
                <a:gd name="T5" fmla="*/ 0 h 3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5" h="337">
                  <a:moveTo>
                    <a:pt x="505" y="337"/>
                  </a:moveTo>
                  <a:lnTo>
                    <a:pt x="505" y="0"/>
                  </a:lnTo>
                  <a:lnTo>
                    <a:pt x="0" y="0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33" name="Freeform 256">
              <a:extLst>
                <a:ext uri="{FF2B5EF4-FFF2-40B4-BE49-F238E27FC236}">
                  <a16:creationId xmlns:a16="http://schemas.microsoft.com/office/drawing/2014/main" id="{75D61BFD-2360-4ECE-BC50-5BA8EDF56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454"/>
              <a:ext cx="253" cy="169"/>
            </a:xfrm>
            <a:custGeom>
              <a:avLst/>
              <a:gdLst>
                <a:gd name="T0" fmla="*/ 1 w 505"/>
                <a:gd name="T1" fmla="*/ 0 h 336"/>
                <a:gd name="T2" fmla="*/ 1 w 505"/>
                <a:gd name="T3" fmla="*/ 1 h 336"/>
                <a:gd name="T4" fmla="*/ 0 w 505"/>
                <a:gd name="T5" fmla="*/ 1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5" h="336">
                  <a:moveTo>
                    <a:pt x="505" y="0"/>
                  </a:moveTo>
                  <a:lnTo>
                    <a:pt x="505" y="336"/>
                  </a:lnTo>
                  <a:lnTo>
                    <a:pt x="0" y="336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34" name="Line 257">
              <a:extLst>
                <a:ext uri="{FF2B5EF4-FFF2-40B4-BE49-F238E27FC236}">
                  <a16:creationId xmlns:a16="http://schemas.microsoft.com/office/drawing/2014/main" id="{099367BA-1229-460E-81F7-86F0A292C9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05" y="2118"/>
              <a:ext cx="253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35" name="Line 258">
              <a:extLst>
                <a:ext uri="{FF2B5EF4-FFF2-40B4-BE49-F238E27FC236}">
                  <a16:creationId xmlns:a16="http://schemas.microsoft.com/office/drawing/2014/main" id="{F6B58AAA-C854-444D-A78D-18B3521443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58" y="1433"/>
              <a:ext cx="1" cy="853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36" name="Line 259">
              <a:extLst>
                <a:ext uri="{FF2B5EF4-FFF2-40B4-BE49-F238E27FC236}">
                  <a16:creationId xmlns:a16="http://schemas.microsoft.com/office/drawing/2014/main" id="{06543834-0736-40DD-A0DD-1C853F8F36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05" y="1601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37" name="Freeform 260">
              <a:extLst>
                <a:ext uri="{FF2B5EF4-FFF2-40B4-BE49-F238E27FC236}">
                  <a16:creationId xmlns:a16="http://schemas.microsoft.com/office/drawing/2014/main" id="{99F2FF52-EA88-42A0-ABA3-584D9E484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589"/>
              <a:ext cx="24" cy="24"/>
            </a:xfrm>
            <a:custGeom>
              <a:avLst/>
              <a:gdLst>
                <a:gd name="T0" fmla="*/ 0 w 48"/>
                <a:gd name="T1" fmla="*/ 1 h 48"/>
                <a:gd name="T2" fmla="*/ 1 w 48"/>
                <a:gd name="T3" fmla="*/ 1 h 48"/>
                <a:gd name="T4" fmla="*/ 1 w 48"/>
                <a:gd name="T5" fmla="*/ 1 h 48"/>
                <a:gd name="T6" fmla="*/ 1 w 48"/>
                <a:gd name="T7" fmla="*/ 1 h 48"/>
                <a:gd name="T8" fmla="*/ 1 w 48"/>
                <a:gd name="T9" fmla="*/ 1 h 48"/>
                <a:gd name="T10" fmla="*/ 1 w 48"/>
                <a:gd name="T11" fmla="*/ 1 h 48"/>
                <a:gd name="T12" fmla="*/ 1 w 48"/>
                <a:gd name="T13" fmla="*/ 1 h 48"/>
                <a:gd name="T14" fmla="*/ 1 w 48"/>
                <a:gd name="T15" fmla="*/ 1 h 48"/>
                <a:gd name="T16" fmla="*/ 1 w 48"/>
                <a:gd name="T17" fmla="*/ 1 h 48"/>
                <a:gd name="T18" fmla="*/ 1 w 48"/>
                <a:gd name="T19" fmla="*/ 0 h 48"/>
                <a:gd name="T20" fmla="*/ 1 w 48"/>
                <a:gd name="T21" fmla="*/ 0 h 48"/>
                <a:gd name="T22" fmla="*/ 1 w 48"/>
                <a:gd name="T23" fmla="*/ 0 h 48"/>
                <a:gd name="T24" fmla="*/ 1 w 48"/>
                <a:gd name="T25" fmla="*/ 0 h 48"/>
                <a:gd name="T26" fmla="*/ 1 w 48"/>
                <a:gd name="T27" fmla="*/ 1 h 48"/>
                <a:gd name="T28" fmla="*/ 1 w 48"/>
                <a:gd name="T29" fmla="*/ 1 h 48"/>
                <a:gd name="T30" fmla="*/ 1 w 48"/>
                <a:gd name="T31" fmla="*/ 1 h 48"/>
                <a:gd name="T32" fmla="*/ 1 w 48"/>
                <a:gd name="T33" fmla="*/ 1 h 48"/>
                <a:gd name="T34" fmla="*/ 1 w 48"/>
                <a:gd name="T35" fmla="*/ 1 h 48"/>
                <a:gd name="T36" fmla="*/ 1 w 48"/>
                <a:gd name="T37" fmla="*/ 1 h 48"/>
                <a:gd name="T38" fmla="*/ 1 w 48"/>
                <a:gd name="T39" fmla="*/ 1 h 48"/>
                <a:gd name="T40" fmla="*/ 1 w 48"/>
                <a:gd name="T41" fmla="*/ 1 h 48"/>
                <a:gd name="T42" fmla="*/ 1 w 48"/>
                <a:gd name="T43" fmla="*/ 1 h 48"/>
                <a:gd name="T44" fmla="*/ 1 w 48"/>
                <a:gd name="T45" fmla="*/ 1 h 48"/>
                <a:gd name="T46" fmla="*/ 1 w 48"/>
                <a:gd name="T47" fmla="*/ 1 h 48"/>
                <a:gd name="T48" fmla="*/ 1 w 48"/>
                <a:gd name="T49" fmla="*/ 1 h 48"/>
                <a:gd name="T50" fmla="*/ 1 w 48"/>
                <a:gd name="T51" fmla="*/ 1 h 48"/>
                <a:gd name="T52" fmla="*/ 1 w 48"/>
                <a:gd name="T53" fmla="*/ 1 h 48"/>
                <a:gd name="T54" fmla="*/ 1 w 48"/>
                <a:gd name="T55" fmla="*/ 1 h 48"/>
                <a:gd name="T56" fmla="*/ 1 w 48"/>
                <a:gd name="T57" fmla="*/ 1 h 48"/>
                <a:gd name="T58" fmla="*/ 1 w 48"/>
                <a:gd name="T59" fmla="*/ 1 h 48"/>
                <a:gd name="T60" fmla="*/ 1 w 48"/>
                <a:gd name="T61" fmla="*/ 1 h 48"/>
                <a:gd name="T62" fmla="*/ 1 w 48"/>
                <a:gd name="T63" fmla="*/ 1 h 48"/>
                <a:gd name="T64" fmla="*/ 1 w 48"/>
                <a:gd name="T65" fmla="*/ 1 h 48"/>
                <a:gd name="T66" fmla="*/ 1 w 48"/>
                <a:gd name="T67" fmla="*/ 1 h 48"/>
                <a:gd name="T68" fmla="*/ 1 w 48"/>
                <a:gd name="T69" fmla="*/ 1 h 48"/>
                <a:gd name="T70" fmla="*/ 1 w 48"/>
                <a:gd name="T71" fmla="*/ 1 h 48"/>
                <a:gd name="T72" fmla="*/ 1 w 48"/>
                <a:gd name="T73" fmla="*/ 1 h 48"/>
                <a:gd name="T74" fmla="*/ 1 w 48"/>
                <a:gd name="T75" fmla="*/ 1 h 48"/>
                <a:gd name="T76" fmla="*/ 1 w 48"/>
                <a:gd name="T77" fmla="*/ 1 h 48"/>
                <a:gd name="T78" fmla="*/ 1 w 48"/>
                <a:gd name="T79" fmla="*/ 1 h 48"/>
                <a:gd name="T80" fmla="*/ 1 w 48"/>
                <a:gd name="T81" fmla="*/ 1 h 48"/>
                <a:gd name="T82" fmla="*/ 1 w 48"/>
                <a:gd name="T83" fmla="*/ 1 h 48"/>
                <a:gd name="T84" fmla="*/ 1 w 48"/>
                <a:gd name="T85" fmla="*/ 1 h 48"/>
                <a:gd name="T86" fmla="*/ 1 w 48"/>
                <a:gd name="T87" fmla="*/ 1 h 48"/>
                <a:gd name="T88" fmla="*/ 1 w 48"/>
                <a:gd name="T89" fmla="*/ 1 h 48"/>
                <a:gd name="T90" fmla="*/ 1 w 48"/>
                <a:gd name="T91" fmla="*/ 1 h 48"/>
                <a:gd name="T92" fmla="*/ 1 w 48"/>
                <a:gd name="T93" fmla="*/ 1 h 48"/>
                <a:gd name="T94" fmla="*/ 1 w 48"/>
                <a:gd name="T95" fmla="*/ 1 h 48"/>
                <a:gd name="T96" fmla="*/ 1 w 48"/>
                <a:gd name="T97" fmla="*/ 1 h 48"/>
                <a:gd name="T98" fmla="*/ 1 w 48"/>
                <a:gd name="T99" fmla="*/ 1 h 48"/>
                <a:gd name="T100" fmla="*/ 1 w 48"/>
                <a:gd name="T101" fmla="*/ 1 h 48"/>
                <a:gd name="T102" fmla="*/ 1 w 48"/>
                <a:gd name="T103" fmla="*/ 1 h 48"/>
                <a:gd name="T104" fmla="*/ 1 w 48"/>
                <a:gd name="T105" fmla="*/ 1 h 48"/>
                <a:gd name="T106" fmla="*/ 1 w 48"/>
                <a:gd name="T107" fmla="*/ 1 h 48"/>
                <a:gd name="T108" fmla="*/ 1 w 48"/>
                <a:gd name="T109" fmla="*/ 1 h 48"/>
                <a:gd name="T110" fmla="*/ 0 w 48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7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7" y="5"/>
                  </a:lnTo>
                  <a:lnTo>
                    <a:pt x="38" y="5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1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11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5" y="16"/>
                  </a:lnTo>
                  <a:lnTo>
                    <a:pt x="47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8"/>
                  </a:lnTo>
                  <a:lnTo>
                    <a:pt x="47" y="29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5" y="32"/>
                  </a:lnTo>
                  <a:lnTo>
                    <a:pt x="45" y="34"/>
                  </a:lnTo>
                  <a:lnTo>
                    <a:pt x="45" y="35"/>
                  </a:lnTo>
                  <a:lnTo>
                    <a:pt x="44" y="36"/>
                  </a:lnTo>
                  <a:lnTo>
                    <a:pt x="43" y="37"/>
                  </a:lnTo>
                  <a:lnTo>
                    <a:pt x="43" y="38"/>
                  </a:lnTo>
                  <a:lnTo>
                    <a:pt x="42" y="38"/>
                  </a:lnTo>
                  <a:lnTo>
                    <a:pt x="42" y="40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37" y="43"/>
                  </a:lnTo>
                  <a:lnTo>
                    <a:pt x="36" y="44"/>
                  </a:lnTo>
                  <a:lnTo>
                    <a:pt x="35" y="44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1" y="47"/>
                  </a:lnTo>
                  <a:lnTo>
                    <a:pt x="30" y="47"/>
                  </a:lnTo>
                  <a:lnTo>
                    <a:pt x="29" y="47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8"/>
                  </a:lnTo>
                  <a:lnTo>
                    <a:pt x="20" y="48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5" y="46"/>
                  </a:lnTo>
                  <a:lnTo>
                    <a:pt x="14" y="46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1" y="43"/>
                  </a:lnTo>
                  <a:lnTo>
                    <a:pt x="9" y="42"/>
                  </a:lnTo>
                  <a:lnTo>
                    <a:pt x="8" y="42"/>
                  </a:lnTo>
                  <a:lnTo>
                    <a:pt x="7" y="41"/>
                  </a:lnTo>
                  <a:lnTo>
                    <a:pt x="7" y="40"/>
                  </a:lnTo>
                  <a:lnTo>
                    <a:pt x="6" y="38"/>
                  </a:lnTo>
                  <a:lnTo>
                    <a:pt x="5" y="38"/>
                  </a:lnTo>
                  <a:lnTo>
                    <a:pt x="5" y="37"/>
                  </a:lnTo>
                  <a:lnTo>
                    <a:pt x="3" y="36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38" name="Freeform 261">
              <a:extLst>
                <a:ext uri="{FF2B5EF4-FFF2-40B4-BE49-F238E27FC236}">
                  <a16:creationId xmlns:a16="http://schemas.microsoft.com/office/drawing/2014/main" id="{10E51716-FFC6-4A56-91FA-9C610242E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106"/>
              <a:ext cx="24" cy="24"/>
            </a:xfrm>
            <a:custGeom>
              <a:avLst/>
              <a:gdLst>
                <a:gd name="T0" fmla="*/ 0 w 48"/>
                <a:gd name="T1" fmla="*/ 1 h 48"/>
                <a:gd name="T2" fmla="*/ 1 w 48"/>
                <a:gd name="T3" fmla="*/ 1 h 48"/>
                <a:gd name="T4" fmla="*/ 1 w 48"/>
                <a:gd name="T5" fmla="*/ 1 h 48"/>
                <a:gd name="T6" fmla="*/ 1 w 48"/>
                <a:gd name="T7" fmla="*/ 1 h 48"/>
                <a:gd name="T8" fmla="*/ 1 w 48"/>
                <a:gd name="T9" fmla="*/ 1 h 48"/>
                <a:gd name="T10" fmla="*/ 1 w 48"/>
                <a:gd name="T11" fmla="*/ 1 h 48"/>
                <a:gd name="T12" fmla="*/ 1 w 48"/>
                <a:gd name="T13" fmla="*/ 1 h 48"/>
                <a:gd name="T14" fmla="*/ 1 w 48"/>
                <a:gd name="T15" fmla="*/ 1 h 48"/>
                <a:gd name="T16" fmla="*/ 1 w 48"/>
                <a:gd name="T17" fmla="*/ 1 h 48"/>
                <a:gd name="T18" fmla="*/ 1 w 48"/>
                <a:gd name="T19" fmla="*/ 0 h 48"/>
                <a:gd name="T20" fmla="*/ 1 w 48"/>
                <a:gd name="T21" fmla="*/ 0 h 48"/>
                <a:gd name="T22" fmla="*/ 1 w 48"/>
                <a:gd name="T23" fmla="*/ 0 h 48"/>
                <a:gd name="T24" fmla="*/ 1 w 48"/>
                <a:gd name="T25" fmla="*/ 0 h 48"/>
                <a:gd name="T26" fmla="*/ 1 w 48"/>
                <a:gd name="T27" fmla="*/ 1 h 48"/>
                <a:gd name="T28" fmla="*/ 1 w 48"/>
                <a:gd name="T29" fmla="*/ 1 h 48"/>
                <a:gd name="T30" fmla="*/ 1 w 48"/>
                <a:gd name="T31" fmla="*/ 1 h 48"/>
                <a:gd name="T32" fmla="*/ 1 w 48"/>
                <a:gd name="T33" fmla="*/ 1 h 48"/>
                <a:gd name="T34" fmla="*/ 1 w 48"/>
                <a:gd name="T35" fmla="*/ 1 h 48"/>
                <a:gd name="T36" fmla="*/ 1 w 48"/>
                <a:gd name="T37" fmla="*/ 1 h 48"/>
                <a:gd name="T38" fmla="*/ 1 w 48"/>
                <a:gd name="T39" fmla="*/ 1 h 48"/>
                <a:gd name="T40" fmla="*/ 1 w 48"/>
                <a:gd name="T41" fmla="*/ 1 h 48"/>
                <a:gd name="T42" fmla="*/ 1 w 48"/>
                <a:gd name="T43" fmla="*/ 1 h 48"/>
                <a:gd name="T44" fmla="*/ 1 w 48"/>
                <a:gd name="T45" fmla="*/ 1 h 48"/>
                <a:gd name="T46" fmla="*/ 1 w 48"/>
                <a:gd name="T47" fmla="*/ 1 h 48"/>
                <a:gd name="T48" fmla="*/ 1 w 48"/>
                <a:gd name="T49" fmla="*/ 1 h 48"/>
                <a:gd name="T50" fmla="*/ 1 w 48"/>
                <a:gd name="T51" fmla="*/ 1 h 48"/>
                <a:gd name="T52" fmla="*/ 1 w 48"/>
                <a:gd name="T53" fmla="*/ 1 h 48"/>
                <a:gd name="T54" fmla="*/ 1 w 48"/>
                <a:gd name="T55" fmla="*/ 1 h 48"/>
                <a:gd name="T56" fmla="*/ 1 w 48"/>
                <a:gd name="T57" fmla="*/ 1 h 48"/>
                <a:gd name="T58" fmla="*/ 1 w 48"/>
                <a:gd name="T59" fmla="*/ 1 h 48"/>
                <a:gd name="T60" fmla="*/ 1 w 48"/>
                <a:gd name="T61" fmla="*/ 1 h 48"/>
                <a:gd name="T62" fmla="*/ 1 w 48"/>
                <a:gd name="T63" fmla="*/ 1 h 48"/>
                <a:gd name="T64" fmla="*/ 1 w 48"/>
                <a:gd name="T65" fmla="*/ 1 h 48"/>
                <a:gd name="T66" fmla="*/ 1 w 48"/>
                <a:gd name="T67" fmla="*/ 1 h 48"/>
                <a:gd name="T68" fmla="*/ 1 w 48"/>
                <a:gd name="T69" fmla="*/ 1 h 48"/>
                <a:gd name="T70" fmla="*/ 1 w 48"/>
                <a:gd name="T71" fmla="*/ 1 h 48"/>
                <a:gd name="T72" fmla="*/ 1 w 48"/>
                <a:gd name="T73" fmla="*/ 1 h 48"/>
                <a:gd name="T74" fmla="*/ 1 w 48"/>
                <a:gd name="T75" fmla="*/ 1 h 48"/>
                <a:gd name="T76" fmla="*/ 1 w 48"/>
                <a:gd name="T77" fmla="*/ 1 h 48"/>
                <a:gd name="T78" fmla="*/ 1 w 48"/>
                <a:gd name="T79" fmla="*/ 1 h 48"/>
                <a:gd name="T80" fmla="*/ 1 w 48"/>
                <a:gd name="T81" fmla="*/ 1 h 48"/>
                <a:gd name="T82" fmla="*/ 1 w 48"/>
                <a:gd name="T83" fmla="*/ 1 h 48"/>
                <a:gd name="T84" fmla="*/ 1 w 48"/>
                <a:gd name="T85" fmla="*/ 1 h 48"/>
                <a:gd name="T86" fmla="*/ 1 w 48"/>
                <a:gd name="T87" fmla="*/ 1 h 48"/>
                <a:gd name="T88" fmla="*/ 1 w 48"/>
                <a:gd name="T89" fmla="*/ 1 h 48"/>
                <a:gd name="T90" fmla="*/ 1 w 48"/>
                <a:gd name="T91" fmla="*/ 1 h 48"/>
                <a:gd name="T92" fmla="*/ 1 w 48"/>
                <a:gd name="T93" fmla="*/ 1 h 48"/>
                <a:gd name="T94" fmla="*/ 1 w 48"/>
                <a:gd name="T95" fmla="*/ 1 h 48"/>
                <a:gd name="T96" fmla="*/ 1 w 48"/>
                <a:gd name="T97" fmla="*/ 1 h 48"/>
                <a:gd name="T98" fmla="*/ 1 w 48"/>
                <a:gd name="T99" fmla="*/ 1 h 48"/>
                <a:gd name="T100" fmla="*/ 1 w 48"/>
                <a:gd name="T101" fmla="*/ 1 h 48"/>
                <a:gd name="T102" fmla="*/ 1 w 48"/>
                <a:gd name="T103" fmla="*/ 1 h 48"/>
                <a:gd name="T104" fmla="*/ 1 w 48"/>
                <a:gd name="T105" fmla="*/ 1 h 48"/>
                <a:gd name="T106" fmla="*/ 1 w 48"/>
                <a:gd name="T107" fmla="*/ 1 h 48"/>
                <a:gd name="T108" fmla="*/ 1 w 48"/>
                <a:gd name="T109" fmla="*/ 1 h 48"/>
                <a:gd name="T110" fmla="*/ 0 w 48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2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4" y="10"/>
                  </a:lnTo>
                  <a:lnTo>
                    <a:pt x="45" y="12"/>
                  </a:lnTo>
                  <a:lnTo>
                    <a:pt x="46" y="13"/>
                  </a:lnTo>
                  <a:lnTo>
                    <a:pt x="46" y="14"/>
                  </a:lnTo>
                  <a:lnTo>
                    <a:pt x="46" y="15"/>
                  </a:lnTo>
                  <a:lnTo>
                    <a:pt x="47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7" y="28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6" y="35"/>
                  </a:lnTo>
                  <a:lnTo>
                    <a:pt x="45" y="36"/>
                  </a:lnTo>
                  <a:lnTo>
                    <a:pt x="44" y="37"/>
                  </a:lnTo>
                  <a:lnTo>
                    <a:pt x="44" y="38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1" y="41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36" y="44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7"/>
                  </a:lnTo>
                  <a:lnTo>
                    <a:pt x="30" y="47"/>
                  </a:lnTo>
                  <a:lnTo>
                    <a:pt x="29" y="47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6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2" y="44"/>
                  </a:lnTo>
                  <a:lnTo>
                    <a:pt x="11" y="43"/>
                  </a:lnTo>
                  <a:lnTo>
                    <a:pt x="10" y="42"/>
                  </a:lnTo>
                  <a:lnTo>
                    <a:pt x="9" y="42"/>
                  </a:lnTo>
                  <a:lnTo>
                    <a:pt x="7" y="41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5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39" name="Line 262">
              <a:extLst>
                <a:ext uri="{FF2B5EF4-FFF2-40B4-BE49-F238E27FC236}">
                  <a16:creationId xmlns:a16="http://schemas.microsoft.com/office/drawing/2014/main" id="{F9192465-EC12-480B-BD0C-1781B950F5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59" y="1349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40" name="Line 263">
              <a:extLst>
                <a:ext uri="{FF2B5EF4-FFF2-40B4-BE49-F238E27FC236}">
                  <a16:creationId xmlns:a16="http://schemas.microsoft.com/office/drawing/2014/main" id="{A3C7CA15-11F3-4729-89DD-11E78B3D0F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59" y="2370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41" name="Rectangle 264">
              <a:extLst>
                <a:ext uri="{FF2B5EF4-FFF2-40B4-BE49-F238E27FC236}">
                  <a16:creationId xmlns:a16="http://schemas.microsoft.com/office/drawing/2014/main" id="{BB3F7EF2-5635-4705-A931-0E099B3FD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0" y="1277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42" name="Rectangle 265">
              <a:extLst>
                <a:ext uri="{FF2B5EF4-FFF2-40B4-BE49-F238E27FC236}">
                  <a16:creationId xmlns:a16="http://schemas.microsoft.com/office/drawing/2014/main" id="{F456D35F-579F-412F-B15C-078BE97F5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0" y="1331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43" name="Rectangle 266">
              <a:extLst>
                <a:ext uri="{FF2B5EF4-FFF2-40B4-BE49-F238E27FC236}">
                  <a16:creationId xmlns:a16="http://schemas.microsoft.com/office/drawing/2014/main" id="{1C312E60-454B-4C1E-ACDE-E694E6872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" y="2299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44" name="Rectangle 267">
              <a:extLst>
                <a:ext uri="{FF2B5EF4-FFF2-40B4-BE49-F238E27FC236}">
                  <a16:creationId xmlns:a16="http://schemas.microsoft.com/office/drawing/2014/main" id="{24F7C04D-2A6C-468B-B70D-9F063F734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8" y="2354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45" name="Rectangle 268">
              <a:extLst>
                <a:ext uri="{FF2B5EF4-FFF2-40B4-BE49-F238E27FC236}">
                  <a16:creationId xmlns:a16="http://schemas.microsoft.com/office/drawing/2014/main" id="{4AE8D187-1347-4DB3-A6D5-A33759F84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846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46" name="Rectangle 269">
              <a:extLst>
                <a:ext uri="{FF2B5EF4-FFF2-40B4-BE49-F238E27FC236}">
                  <a16:creationId xmlns:a16="http://schemas.microsoft.com/office/drawing/2014/main" id="{FEF0995D-2273-4552-A4DB-57135E898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90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47" name="Rectangle 270">
              <a:extLst>
                <a:ext uri="{FF2B5EF4-FFF2-40B4-BE49-F238E27FC236}">
                  <a16:creationId xmlns:a16="http://schemas.microsoft.com/office/drawing/2014/main" id="{C86E0F7A-B424-4275-924B-99E34B43F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021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48" name="Line 271">
              <a:extLst>
                <a:ext uri="{FF2B5EF4-FFF2-40B4-BE49-F238E27FC236}">
                  <a16:creationId xmlns:a16="http://schemas.microsoft.com/office/drawing/2014/main" id="{8907A7C0-B15E-4CE3-AEAD-CF1C2334DC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0" y="1036"/>
              <a:ext cx="3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49" name="Rectangle 272">
              <a:extLst>
                <a:ext uri="{FF2B5EF4-FFF2-40B4-BE49-F238E27FC236}">
                  <a16:creationId xmlns:a16="http://schemas.microsoft.com/office/drawing/2014/main" id="{84A1F86B-5075-4CA1-9779-4C9FACD66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073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50" name="Rectangle 273">
              <a:extLst>
                <a:ext uri="{FF2B5EF4-FFF2-40B4-BE49-F238E27FC236}">
                  <a16:creationId xmlns:a16="http://schemas.microsoft.com/office/drawing/2014/main" id="{DC8C4326-1285-43CC-9753-6EE34C4CB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188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51" name="Freeform 274">
              <a:extLst>
                <a:ext uri="{FF2B5EF4-FFF2-40B4-BE49-F238E27FC236}">
                  <a16:creationId xmlns:a16="http://schemas.microsoft.com/office/drawing/2014/main" id="{166454C8-C30C-4ABC-AD63-E3BA94A0B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928"/>
              <a:ext cx="84" cy="84"/>
            </a:xfrm>
            <a:custGeom>
              <a:avLst/>
              <a:gdLst>
                <a:gd name="T0" fmla="*/ 0 w 169"/>
                <a:gd name="T1" fmla="*/ 0 h 168"/>
                <a:gd name="T2" fmla="*/ 0 w 169"/>
                <a:gd name="T3" fmla="*/ 0 h 168"/>
                <a:gd name="T4" fmla="*/ 0 w 169"/>
                <a:gd name="T5" fmla="*/ 1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68">
                  <a:moveTo>
                    <a:pt x="0" y="0"/>
                  </a:moveTo>
                  <a:lnTo>
                    <a:pt x="169" y="0"/>
                  </a:lnTo>
                  <a:lnTo>
                    <a:pt x="169" y="168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52" name="Freeform 275">
              <a:extLst>
                <a:ext uri="{FF2B5EF4-FFF2-40B4-BE49-F238E27FC236}">
                  <a16:creationId xmlns:a16="http://schemas.microsoft.com/office/drawing/2014/main" id="{E7AD3435-F9C7-498D-A992-A2976B44D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180"/>
              <a:ext cx="84" cy="84"/>
            </a:xfrm>
            <a:custGeom>
              <a:avLst/>
              <a:gdLst>
                <a:gd name="T0" fmla="*/ 0 w 169"/>
                <a:gd name="T1" fmla="*/ 0 h 169"/>
                <a:gd name="T2" fmla="*/ 0 w 169"/>
                <a:gd name="T3" fmla="*/ 0 h 169"/>
                <a:gd name="T4" fmla="*/ 0 w 169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69">
                  <a:moveTo>
                    <a:pt x="0" y="169"/>
                  </a:moveTo>
                  <a:lnTo>
                    <a:pt x="169" y="169"/>
                  </a:lnTo>
                  <a:lnTo>
                    <a:pt x="169" y="0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53" name="Rectangle 276">
              <a:extLst>
                <a:ext uri="{FF2B5EF4-FFF2-40B4-BE49-F238E27FC236}">
                  <a16:creationId xmlns:a16="http://schemas.microsoft.com/office/drawing/2014/main" id="{3B1487CA-9E92-41CD-BEFD-53DB47B8C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243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54" name="Rectangle 277">
              <a:extLst>
                <a:ext uri="{FF2B5EF4-FFF2-40B4-BE49-F238E27FC236}">
                  <a16:creationId xmlns:a16="http://schemas.microsoft.com/office/drawing/2014/main" id="{6B59AE31-2BBE-4D89-A6F0-D4CE3889C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448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55" name="Rectangle 278">
              <a:extLst>
                <a:ext uri="{FF2B5EF4-FFF2-40B4-BE49-F238E27FC236}">
                  <a16:creationId xmlns:a16="http://schemas.microsoft.com/office/drawing/2014/main" id="{B2C09861-9967-4228-A6EE-C1F0DD873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1503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56" name="Rectangle 279">
              <a:extLst>
                <a:ext uri="{FF2B5EF4-FFF2-40B4-BE49-F238E27FC236}">
                  <a16:creationId xmlns:a16="http://schemas.microsoft.com/office/drawing/2014/main" id="{912D096E-59E8-44D6-B9DB-74BDFE3D1A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62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57" name="Line 280">
              <a:extLst>
                <a:ext uri="{FF2B5EF4-FFF2-40B4-BE49-F238E27FC236}">
                  <a16:creationId xmlns:a16="http://schemas.microsoft.com/office/drawing/2014/main" id="{7C53A046-5726-443B-9390-674B16B177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0" y="1637"/>
              <a:ext cx="3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58" name="Rectangle 281">
              <a:extLst>
                <a:ext uri="{FF2B5EF4-FFF2-40B4-BE49-F238E27FC236}">
                  <a16:creationId xmlns:a16="http://schemas.microsoft.com/office/drawing/2014/main" id="{64CF5DE2-6F38-4BDD-B9A9-2DCB0DD7E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675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59" name="Rectangle 282">
              <a:extLst>
                <a:ext uri="{FF2B5EF4-FFF2-40B4-BE49-F238E27FC236}">
                  <a16:creationId xmlns:a16="http://schemas.microsoft.com/office/drawing/2014/main" id="{F87DCE32-B098-49F7-AEB6-2D5D06B6A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95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60" name="Line 283">
              <a:extLst>
                <a:ext uri="{FF2B5EF4-FFF2-40B4-BE49-F238E27FC236}">
                  <a16:creationId xmlns:a16="http://schemas.microsoft.com/office/drawing/2014/main" id="{3416E716-1DB1-40F0-880A-A1C7073886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12" y="1974"/>
              <a:ext cx="2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61" name="Rectangle 284">
              <a:extLst>
                <a:ext uri="{FF2B5EF4-FFF2-40B4-BE49-F238E27FC236}">
                  <a16:creationId xmlns:a16="http://schemas.microsoft.com/office/drawing/2014/main" id="{8A93CC43-14FB-4934-91E0-71F2E17B5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200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62" name="Rectangle 285">
              <a:extLst>
                <a:ext uri="{FF2B5EF4-FFF2-40B4-BE49-F238E27FC236}">
                  <a16:creationId xmlns:a16="http://schemas.microsoft.com/office/drawing/2014/main" id="{D2FF4376-0407-4092-A132-9D0EEF13B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131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63" name="Freeform 286">
              <a:extLst>
                <a:ext uri="{FF2B5EF4-FFF2-40B4-BE49-F238E27FC236}">
                  <a16:creationId xmlns:a16="http://schemas.microsoft.com/office/drawing/2014/main" id="{87A92863-024E-4E64-92A8-D3C608E18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623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64" name="Line 287">
              <a:extLst>
                <a:ext uri="{FF2B5EF4-FFF2-40B4-BE49-F238E27FC236}">
                  <a16:creationId xmlns:a16="http://schemas.microsoft.com/office/drawing/2014/main" id="{56CDD272-8B9E-41A7-8FD3-9443D9A263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2623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65" name="Freeform 288">
              <a:extLst>
                <a:ext uri="{FF2B5EF4-FFF2-40B4-BE49-F238E27FC236}">
                  <a16:creationId xmlns:a16="http://schemas.microsoft.com/office/drawing/2014/main" id="{F194FF70-E6D5-455A-9F01-5A481F6F1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623"/>
              <a:ext cx="96" cy="1"/>
            </a:xfrm>
            <a:custGeom>
              <a:avLst/>
              <a:gdLst>
                <a:gd name="T0" fmla="*/ 1 w 192"/>
                <a:gd name="T1" fmla="*/ 0 h 1"/>
                <a:gd name="T2" fmla="*/ 0 w 192"/>
                <a:gd name="T3" fmla="*/ 0 h 1"/>
                <a:gd name="T4" fmla="*/ 1 w 19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">
                  <a:moveTo>
                    <a:pt x="192" y="0"/>
                  </a:moveTo>
                  <a:lnTo>
                    <a:pt x="0" y="0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66" name="Line 289">
              <a:extLst>
                <a:ext uri="{FF2B5EF4-FFF2-40B4-BE49-F238E27FC236}">
                  <a16:creationId xmlns:a16="http://schemas.microsoft.com/office/drawing/2014/main" id="{8C37211C-BE53-48DD-851B-8699CB5676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09" y="2623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67" name="Freeform 290">
              <a:extLst>
                <a:ext uri="{FF2B5EF4-FFF2-40B4-BE49-F238E27FC236}">
                  <a16:creationId xmlns:a16="http://schemas.microsoft.com/office/drawing/2014/main" id="{335387C9-E14D-4974-80C5-AA2BFE26A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707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68" name="Line 291">
              <a:extLst>
                <a:ext uri="{FF2B5EF4-FFF2-40B4-BE49-F238E27FC236}">
                  <a16:creationId xmlns:a16="http://schemas.microsoft.com/office/drawing/2014/main" id="{942E80D9-7830-402E-81FD-F5E68D8D29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2707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69" name="Freeform 292">
              <a:extLst>
                <a:ext uri="{FF2B5EF4-FFF2-40B4-BE49-F238E27FC236}">
                  <a16:creationId xmlns:a16="http://schemas.microsoft.com/office/drawing/2014/main" id="{0FA97506-2A69-4990-83D0-9252E2702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539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70" name="Line 293">
              <a:extLst>
                <a:ext uri="{FF2B5EF4-FFF2-40B4-BE49-F238E27FC236}">
                  <a16:creationId xmlns:a16="http://schemas.microsoft.com/office/drawing/2014/main" id="{8081A9CD-4CB5-484B-AE38-150B5930D0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2539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71" name="Freeform 294">
              <a:extLst>
                <a:ext uri="{FF2B5EF4-FFF2-40B4-BE49-F238E27FC236}">
                  <a16:creationId xmlns:a16="http://schemas.microsoft.com/office/drawing/2014/main" id="{3DD6C9EB-0BDD-4B7F-9C18-D60129FE3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454"/>
              <a:ext cx="84" cy="85"/>
            </a:xfrm>
            <a:custGeom>
              <a:avLst/>
              <a:gdLst>
                <a:gd name="T0" fmla="*/ 0 w 169"/>
                <a:gd name="T1" fmla="*/ 0 h 168"/>
                <a:gd name="T2" fmla="*/ 0 w 169"/>
                <a:gd name="T3" fmla="*/ 0 h 168"/>
                <a:gd name="T4" fmla="*/ 0 w 169"/>
                <a:gd name="T5" fmla="*/ 1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68">
                  <a:moveTo>
                    <a:pt x="0" y="0"/>
                  </a:moveTo>
                  <a:lnTo>
                    <a:pt x="169" y="0"/>
                  </a:lnTo>
                  <a:lnTo>
                    <a:pt x="169" y="168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72" name="Freeform 295">
              <a:extLst>
                <a:ext uri="{FF2B5EF4-FFF2-40B4-BE49-F238E27FC236}">
                  <a16:creationId xmlns:a16="http://schemas.microsoft.com/office/drawing/2014/main" id="{0AF8CF82-1148-4DBC-862D-336124272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707"/>
              <a:ext cx="84" cy="96"/>
            </a:xfrm>
            <a:custGeom>
              <a:avLst/>
              <a:gdLst>
                <a:gd name="T0" fmla="*/ 0 w 169"/>
                <a:gd name="T1" fmla="*/ 1 h 192"/>
                <a:gd name="T2" fmla="*/ 0 w 169"/>
                <a:gd name="T3" fmla="*/ 1 h 192"/>
                <a:gd name="T4" fmla="*/ 0 w 169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92">
                  <a:moveTo>
                    <a:pt x="0" y="192"/>
                  </a:moveTo>
                  <a:lnTo>
                    <a:pt x="169" y="192"/>
                  </a:lnTo>
                  <a:lnTo>
                    <a:pt x="169" y="0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73" name="Rectangle 296">
              <a:extLst>
                <a:ext uri="{FF2B5EF4-FFF2-40B4-BE49-F238E27FC236}">
                  <a16:creationId xmlns:a16="http://schemas.microsoft.com/office/drawing/2014/main" id="{EEFB86CE-AD22-4544-A04E-D64E4B75C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18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74" name="Rectangle 297">
              <a:extLst>
                <a:ext uri="{FF2B5EF4-FFF2-40B4-BE49-F238E27FC236}">
                  <a16:creationId xmlns:a16="http://schemas.microsoft.com/office/drawing/2014/main" id="{E4277FB6-4EF2-4CD2-B391-37D394654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2382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75" name="Rectangle 298">
              <a:extLst>
                <a:ext uri="{FF2B5EF4-FFF2-40B4-BE49-F238E27FC236}">
                  <a16:creationId xmlns:a16="http://schemas.microsoft.com/office/drawing/2014/main" id="{85C1DED4-90A5-46DD-BC22-5B8173448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2437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76" name="Rectangle 299">
              <a:extLst>
                <a:ext uri="{FF2B5EF4-FFF2-40B4-BE49-F238E27FC236}">
                  <a16:creationId xmlns:a16="http://schemas.microsoft.com/office/drawing/2014/main" id="{83694712-B8C3-4082-B672-BBFEACC01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552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77" name="Rectangle 300">
              <a:extLst>
                <a:ext uri="{FF2B5EF4-FFF2-40B4-BE49-F238E27FC236}">
                  <a16:creationId xmlns:a16="http://schemas.microsoft.com/office/drawing/2014/main" id="{46DA87FB-B3B8-4070-996A-5D0CA3992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607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78" name="Rectangle 301">
              <a:extLst>
                <a:ext uri="{FF2B5EF4-FFF2-40B4-BE49-F238E27FC236}">
                  <a16:creationId xmlns:a16="http://schemas.microsoft.com/office/drawing/2014/main" id="{76DB4FAC-0F4C-4056-9FD8-B73A5F358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72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79" name="Rectangle 302">
              <a:extLst>
                <a:ext uri="{FF2B5EF4-FFF2-40B4-BE49-F238E27FC236}">
                  <a16:creationId xmlns:a16="http://schemas.microsoft.com/office/drawing/2014/main" id="{FC8828FE-8B82-43B9-8BDA-51BBAA0DC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78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80" name="Rectangle 303">
              <a:extLst>
                <a:ext uri="{FF2B5EF4-FFF2-40B4-BE49-F238E27FC236}">
                  <a16:creationId xmlns:a16="http://schemas.microsoft.com/office/drawing/2014/main" id="{35FEDC5C-EB4A-4378-BC7E-8F9FE2B09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3010"/>
              <a:ext cx="115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(c) Combined circuit for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81" name="Rectangle 304">
              <a:extLst>
                <a:ext uri="{FF2B5EF4-FFF2-40B4-BE49-F238E27FC236}">
                  <a16:creationId xmlns:a16="http://schemas.microsoft.com/office/drawing/2014/main" id="{AE3FE6BE-BC39-44D5-9140-38797BFFC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3002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82" name="Rectangle 305">
              <a:extLst>
                <a:ext uri="{FF2B5EF4-FFF2-40B4-BE49-F238E27FC236}">
                  <a16:creationId xmlns:a16="http://schemas.microsoft.com/office/drawing/2014/main" id="{35EEF000-6C72-40A9-BE9B-1FC775845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8" y="305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83" name="Rectangle 306">
              <a:extLst>
                <a:ext uri="{FF2B5EF4-FFF2-40B4-BE49-F238E27FC236}">
                  <a16:creationId xmlns:a16="http://schemas.microsoft.com/office/drawing/2014/main" id="{E7205C22-A73C-41D0-AE07-C7B3D1F20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3002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84" name="Rectangle 307">
              <a:extLst>
                <a:ext uri="{FF2B5EF4-FFF2-40B4-BE49-F238E27FC236}">
                  <a16:creationId xmlns:a16="http://schemas.microsoft.com/office/drawing/2014/main" id="{CBDC2090-4A8B-4E26-ADCB-C582A9E0E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9" y="305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85" name="Rectangle 308">
              <a:extLst>
                <a:ext uri="{FF2B5EF4-FFF2-40B4-BE49-F238E27FC236}">
                  <a16:creationId xmlns:a16="http://schemas.microsoft.com/office/drawing/2014/main" id="{B882A3D6-2276-4D6A-BE36-C5EFC7016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3010"/>
              <a:ext cx="217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and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86" name="Line 309">
              <a:extLst>
                <a:ext uri="{FF2B5EF4-FFF2-40B4-BE49-F238E27FC236}">
                  <a16:creationId xmlns:a16="http://schemas.microsoft.com/office/drawing/2014/main" id="{DA0D547E-AC8F-4CE3-84FC-5D6DAA7843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89" y="1349"/>
              <a:ext cx="22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87" name="Line 310">
              <a:extLst>
                <a:ext uri="{FF2B5EF4-FFF2-40B4-BE49-F238E27FC236}">
                  <a16:creationId xmlns:a16="http://schemas.microsoft.com/office/drawing/2014/main" id="{FD6ED8AD-8D8E-4C6D-A6FB-DC210A6FB5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" y="1349"/>
              <a:ext cx="0" cy="10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88" name="Line 311">
              <a:extLst>
                <a:ext uri="{FF2B5EF4-FFF2-40B4-BE49-F238E27FC236}">
                  <a16:creationId xmlns:a16="http://schemas.microsoft.com/office/drawing/2014/main" id="{B113B9D4-5D5C-4ADD-A048-5CB4D2416A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" y="2370"/>
              <a:ext cx="20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89" name="AutoShape 312">
              <a:extLst>
                <a:ext uri="{FF2B5EF4-FFF2-40B4-BE49-F238E27FC236}">
                  <a16:creationId xmlns:a16="http://schemas.microsoft.com/office/drawing/2014/main" id="{39C6C65A-7B4E-4FB8-ADA7-F1A500242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952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90" name="AutoShape 313">
              <a:extLst>
                <a:ext uri="{FF2B5EF4-FFF2-40B4-BE49-F238E27FC236}">
                  <a16:creationId xmlns:a16="http://schemas.microsoft.com/office/drawing/2014/main" id="{F613BB6F-D377-4E83-B6BB-FF2ABFEC6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469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91" name="AutoShape 314">
              <a:extLst>
                <a:ext uri="{FF2B5EF4-FFF2-40B4-BE49-F238E27FC236}">
                  <a16:creationId xmlns:a16="http://schemas.microsoft.com/office/drawing/2014/main" id="{DF649B66-DFBD-4A12-BC9B-1092BF2B8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" y="1979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492" name="AutoShape 315">
              <a:extLst>
                <a:ext uri="{FF2B5EF4-FFF2-40B4-BE49-F238E27FC236}">
                  <a16:creationId xmlns:a16="http://schemas.microsoft.com/office/drawing/2014/main" id="{7C24ACC6-969A-4DD0-B4CE-99497A47C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2490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1386" name="Group 16">
            <a:extLst>
              <a:ext uri="{FF2B5EF4-FFF2-40B4-BE49-F238E27FC236}">
                <a16:creationId xmlns:a16="http://schemas.microsoft.com/office/drawing/2014/main" id="{13E44A86-6538-46AE-ADBA-5B76E76F755C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3048000"/>
            <a:ext cx="774700" cy="771525"/>
            <a:chOff x="282646" y="3410630"/>
            <a:chExt cx="774571" cy="771325"/>
          </a:xfrm>
        </p:grpSpPr>
        <p:sp>
          <p:nvSpPr>
            <p:cNvPr id="101397" name="TextBox 14">
              <a:extLst>
                <a:ext uri="{FF2B5EF4-FFF2-40B4-BE49-F238E27FC236}">
                  <a16:creationId xmlns:a16="http://schemas.microsoft.com/office/drawing/2014/main" id="{643B5401-9BC7-4A82-AD24-A2F141CE38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01398" name="TextBox 15">
              <a:extLst>
                <a:ext uri="{FF2B5EF4-FFF2-40B4-BE49-F238E27FC236}">
                  <a16:creationId xmlns:a16="http://schemas.microsoft.com/office/drawing/2014/main" id="{594617EE-4831-448A-89DD-251ED35542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571" y="341063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101387" name="Group 305">
            <a:extLst>
              <a:ext uri="{FF2B5EF4-FFF2-40B4-BE49-F238E27FC236}">
                <a16:creationId xmlns:a16="http://schemas.microsoft.com/office/drawing/2014/main" id="{E5BDA823-64DD-4800-92E2-3ECDE5666C32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3200400"/>
            <a:ext cx="774700" cy="771525"/>
            <a:chOff x="282646" y="3410630"/>
            <a:chExt cx="774571" cy="771325"/>
          </a:xfrm>
        </p:grpSpPr>
        <p:sp>
          <p:nvSpPr>
            <p:cNvPr id="101395" name="TextBox 306">
              <a:extLst>
                <a:ext uri="{FF2B5EF4-FFF2-40B4-BE49-F238E27FC236}">
                  <a16:creationId xmlns:a16="http://schemas.microsoft.com/office/drawing/2014/main" id="{34EA6000-6DEA-4948-9A61-91DF0956A4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01396" name="TextBox 307">
              <a:extLst>
                <a:ext uri="{FF2B5EF4-FFF2-40B4-BE49-F238E27FC236}">
                  <a16:creationId xmlns:a16="http://schemas.microsoft.com/office/drawing/2014/main" id="{E4851C87-49AB-4870-8A36-4906719A95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571" y="341063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101388" name="Group 309">
            <a:extLst>
              <a:ext uri="{FF2B5EF4-FFF2-40B4-BE49-F238E27FC236}">
                <a16:creationId xmlns:a16="http://schemas.microsoft.com/office/drawing/2014/main" id="{89928AA1-B7CC-451F-9445-69417DAC4DC4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23813"/>
            <a:ext cx="774700" cy="766762"/>
            <a:chOff x="282646" y="3415490"/>
            <a:chExt cx="774571" cy="766465"/>
          </a:xfrm>
        </p:grpSpPr>
        <p:sp>
          <p:nvSpPr>
            <p:cNvPr id="101393" name="TextBox 310">
              <a:extLst>
                <a:ext uri="{FF2B5EF4-FFF2-40B4-BE49-F238E27FC236}">
                  <a16:creationId xmlns:a16="http://schemas.microsoft.com/office/drawing/2014/main" id="{C006F0CC-CE56-4B3A-B86B-4143E2BE0B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01394" name="TextBox 312">
              <a:extLst>
                <a:ext uri="{FF2B5EF4-FFF2-40B4-BE49-F238E27FC236}">
                  <a16:creationId xmlns:a16="http://schemas.microsoft.com/office/drawing/2014/main" id="{49749DF7-95E9-4D58-A3C9-9F8DD69784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41549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101389" name="Group 313">
            <a:extLst>
              <a:ext uri="{FF2B5EF4-FFF2-40B4-BE49-F238E27FC236}">
                <a16:creationId xmlns:a16="http://schemas.microsoft.com/office/drawing/2014/main" id="{AA742E59-36D0-49DF-BA16-439CC1028B23}"/>
              </a:ext>
            </a:extLst>
          </p:cNvPr>
          <p:cNvGrpSpPr>
            <a:grpSpLocks/>
          </p:cNvGrpSpPr>
          <p:nvPr/>
        </p:nvGrpSpPr>
        <p:grpSpPr bwMode="auto">
          <a:xfrm>
            <a:off x="3151188" y="1420813"/>
            <a:ext cx="1219200" cy="766762"/>
            <a:chOff x="282646" y="3415490"/>
            <a:chExt cx="1082348" cy="766465"/>
          </a:xfrm>
        </p:grpSpPr>
        <p:sp>
          <p:nvSpPr>
            <p:cNvPr id="101391" name="TextBox 314">
              <a:extLst>
                <a:ext uri="{FF2B5EF4-FFF2-40B4-BE49-F238E27FC236}">
                  <a16:creationId xmlns:a16="http://schemas.microsoft.com/office/drawing/2014/main" id="{D984C4C9-152D-4F47-97E6-CE1F5649AB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108234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101392" name="TextBox 316">
              <a:extLst>
                <a:ext uri="{FF2B5EF4-FFF2-40B4-BE49-F238E27FC236}">
                  <a16:creationId xmlns:a16="http://schemas.microsoft.com/office/drawing/2014/main" id="{03FBCEEE-D96D-4421-B84E-4F4A9CA333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41549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sp>
        <p:nvSpPr>
          <p:cNvPr id="101390" name="TextBox 325">
            <a:extLst>
              <a:ext uri="{FF2B5EF4-FFF2-40B4-BE49-F238E27FC236}">
                <a16:creationId xmlns:a16="http://schemas.microsoft.com/office/drawing/2014/main" id="{4D5081E5-5337-4C31-A2D0-47BDDC2A06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000" y="2138363"/>
            <a:ext cx="10826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</a:p>
        </p:txBody>
      </p:sp>
    </p:spTree>
  </p:cSld>
  <p:clrMapOvr>
    <a:masterClrMapping/>
  </p:clrMapOvr>
  <p:transition/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401" name="Group 317">
            <a:extLst>
              <a:ext uri="{FF2B5EF4-FFF2-40B4-BE49-F238E27FC236}">
                <a16:creationId xmlns:a16="http://schemas.microsoft.com/office/drawing/2014/main" id="{092B9351-4746-45F0-AEF1-29B9BB697B7A}"/>
              </a:ext>
            </a:extLst>
          </p:cNvPr>
          <p:cNvGrpSpPr>
            <a:grpSpLocks/>
          </p:cNvGrpSpPr>
          <p:nvPr/>
        </p:nvGrpSpPr>
        <p:grpSpPr bwMode="auto">
          <a:xfrm>
            <a:off x="685800" y="198438"/>
            <a:ext cx="2270125" cy="2620962"/>
            <a:chOff x="427" y="273"/>
            <a:chExt cx="1430" cy="1651"/>
          </a:xfrm>
        </p:grpSpPr>
        <p:sp>
          <p:nvSpPr>
            <p:cNvPr id="102565" name="Rectangle 170">
              <a:extLst>
                <a:ext uri="{FF2B5EF4-FFF2-40B4-BE49-F238E27FC236}">
                  <a16:creationId xmlns:a16="http://schemas.microsoft.com/office/drawing/2014/main" id="{FD2122BE-0E79-47E8-A3DE-E92D7CD0A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597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66" name="Line 171">
              <a:extLst>
                <a:ext uri="{FF2B5EF4-FFF2-40B4-BE49-F238E27FC236}">
                  <a16:creationId xmlns:a16="http://schemas.microsoft.com/office/drawing/2014/main" id="{B36679BC-FF2C-4811-9AE7-8BA27FD27C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850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67" name="Line 172">
              <a:extLst>
                <a:ext uri="{FF2B5EF4-FFF2-40B4-BE49-F238E27FC236}">
                  <a16:creationId xmlns:a16="http://schemas.microsoft.com/office/drawing/2014/main" id="{BCB505CF-EB80-4B32-B01D-DF3CEA5247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68" name="Line 173">
              <a:extLst>
                <a:ext uri="{FF2B5EF4-FFF2-40B4-BE49-F238E27FC236}">
                  <a16:creationId xmlns:a16="http://schemas.microsoft.com/office/drawing/2014/main" id="{27806953-5242-41E8-90A6-163E80E6E4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" y="345"/>
              <a:ext cx="253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69" name="Rectangle 175">
              <a:extLst>
                <a:ext uri="{FF2B5EF4-FFF2-40B4-BE49-F238E27FC236}">
                  <a16:creationId xmlns:a16="http://schemas.microsoft.com/office/drawing/2014/main" id="{D920A145-ABA2-420D-8891-7F461C9BE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70" name="Rectangle 176">
              <a:extLst>
                <a:ext uri="{FF2B5EF4-FFF2-40B4-BE49-F238E27FC236}">
                  <a16:creationId xmlns:a16="http://schemas.microsoft.com/office/drawing/2014/main" id="{AE1436E9-408C-46FE-ACA2-100F56B56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71" name="Rectangle 177">
              <a:extLst>
                <a:ext uri="{FF2B5EF4-FFF2-40B4-BE49-F238E27FC236}">
                  <a16:creationId xmlns:a16="http://schemas.microsoft.com/office/drawing/2014/main" id="{785BD230-0FC0-43E0-9573-90F509833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72" name="Rectangle 178">
              <a:extLst>
                <a:ext uri="{FF2B5EF4-FFF2-40B4-BE49-F238E27FC236}">
                  <a16:creationId xmlns:a16="http://schemas.microsoft.com/office/drawing/2014/main" id="{2EEF1CBF-B664-4D2E-90AC-04738202B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73" name="Rectangle 179">
              <a:extLst>
                <a:ext uri="{FF2B5EF4-FFF2-40B4-BE49-F238E27FC236}">
                  <a16:creationId xmlns:a16="http://schemas.microsoft.com/office/drawing/2014/main" id="{27BD5574-7961-407B-9EA8-C4AAC954B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74" name="Rectangle 180">
              <a:extLst>
                <a:ext uri="{FF2B5EF4-FFF2-40B4-BE49-F238E27FC236}">
                  <a16:creationId xmlns:a16="http://schemas.microsoft.com/office/drawing/2014/main" id="{F0276C1E-C24F-458B-92E4-83477102F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75" name="Rectangle 181">
              <a:extLst>
                <a:ext uri="{FF2B5EF4-FFF2-40B4-BE49-F238E27FC236}">
                  <a16:creationId xmlns:a16="http://schemas.microsoft.com/office/drawing/2014/main" id="{EA294944-1303-44A3-8F5F-7DDB5267D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76" name="Rectangle 182">
              <a:extLst>
                <a:ext uri="{FF2B5EF4-FFF2-40B4-BE49-F238E27FC236}">
                  <a16:creationId xmlns:a16="http://schemas.microsoft.com/office/drawing/2014/main" id="{94F9F1CE-034D-4B27-9290-5EC59EE05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597"/>
              <a:ext cx="504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77" name="Line 183">
              <a:extLst>
                <a:ext uri="{FF2B5EF4-FFF2-40B4-BE49-F238E27FC236}">
                  <a16:creationId xmlns:a16="http://schemas.microsoft.com/office/drawing/2014/main" id="{CC665B90-531D-4714-8AD5-95C1E78665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850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78" name="Line 184">
              <a:extLst>
                <a:ext uri="{FF2B5EF4-FFF2-40B4-BE49-F238E27FC236}">
                  <a16:creationId xmlns:a16="http://schemas.microsoft.com/office/drawing/2014/main" id="{30B9696C-C978-454E-B21B-5E042323EB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79" name="Rectangle 185">
              <a:extLst>
                <a:ext uri="{FF2B5EF4-FFF2-40B4-BE49-F238E27FC236}">
                  <a16:creationId xmlns:a16="http://schemas.microsoft.com/office/drawing/2014/main" id="{8FE2D2A7-D67E-4D92-B33C-07EDF839B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80" name="Rectangle 186">
              <a:extLst>
                <a:ext uri="{FF2B5EF4-FFF2-40B4-BE49-F238E27FC236}">
                  <a16:creationId xmlns:a16="http://schemas.microsoft.com/office/drawing/2014/main" id="{79F7F728-8AB0-42CE-9ADF-F001F3D91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81" name="Rectangle 187">
              <a:extLst>
                <a:ext uri="{FF2B5EF4-FFF2-40B4-BE49-F238E27FC236}">
                  <a16:creationId xmlns:a16="http://schemas.microsoft.com/office/drawing/2014/main" id="{491AA328-F788-411F-8498-13198F5E8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8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82" name="Rectangle 188">
              <a:extLst>
                <a:ext uri="{FF2B5EF4-FFF2-40B4-BE49-F238E27FC236}">
                  <a16:creationId xmlns:a16="http://schemas.microsoft.com/office/drawing/2014/main" id="{A545BF78-D6E2-4B39-B62B-C5E1270A2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83" name="Rectangle 189">
              <a:extLst>
                <a:ext uri="{FF2B5EF4-FFF2-40B4-BE49-F238E27FC236}">
                  <a16:creationId xmlns:a16="http://schemas.microsoft.com/office/drawing/2014/main" id="{294FDAAD-35D6-4E35-BC37-B051BF53C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84" name="Rectangle 190">
              <a:extLst>
                <a:ext uri="{FF2B5EF4-FFF2-40B4-BE49-F238E27FC236}">
                  <a16:creationId xmlns:a16="http://schemas.microsoft.com/office/drawing/2014/main" id="{BA47C0C3-1B85-4A57-AD44-5E2428539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85" name="Rectangle 191">
              <a:extLst>
                <a:ext uri="{FF2B5EF4-FFF2-40B4-BE49-F238E27FC236}">
                  <a16:creationId xmlns:a16="http://schemas.microsoft.com/office/drawing/2014/main" id="{9E9BA672-C632-4F97-B6C9-CCFD9F2AA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86" name="Rectangle 192">
              <a:extLst>
                <a:ext uri="{FF2B5EF4-FFF2-40B4-BE49-F238E27FC236}">
                  <a16:creationId xmlns:a16="http://schemas.microsoft.com/office/drawing/2014/main" id="{99369457-7DE8-4CF6-8D7E-CE24EC7AF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87" name="Rectangle 193">
              <a:extLst>
                <a:ext uri="{FF2B5EF4-FFF2-40B4-BE49-F238E27FC236}">
                  <a16:creationId xmlns:a16="http://schemas.microsoft.com/office/drawing/2014/main" id="{22065442-1DBF-4925-B73D-62E0F280F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1114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88" name="Line 194">
              <a:extLst>
                <a:ext uri="{FF2B5EF4-FFF2-40B4-BE49-F238E27FC236}">
                  <a16:creationId xmlns:a16="http://schemas.microsoft.com/office/drawing/2014/main" id="{C152EF6F-6FAB-487F-841E-D1112325F3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1366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89" name="Line 195">
              <a:extLst>
                <a:ext uri="{FF2B5EF4-FFF2-40B4-BE49-F238E27FC236}">
                  <a16:creationId xmlns:a16="http://schemas.microsoft.com/office/drawing/2014/main" id="{0E4063B1-44E8-41BB-91E3-C660AC60ED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90" name="Rectangle 196">
              <a:extLst>
                <a:ext uri="{FF2B5EF4-FFF2-40B4-BE49-F238E27FC236}">
                  <a16:creationId xmlns:a16="http://schemas.microsoft.com/office/drawing/2014/main" id="{DEB5E5F5-E6C0-47E4-BA87-82ACCFC83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91" name="Rectangle 197">
              <a:extLst>
                <a:ext uri="{FF2B5EF4-FFF2-40B4-BE49-F238E27FC236}">
                  <a16:creationId xmlns:a16="http://schemas.microsoft.com/office/drawing/2014/main" id="{24BF527B-F470-4E2F-8CFD-A6765D5F3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1114"/>
              <a:ext cx="504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92" name="Line 198">
              <a:extLst>
                <a:ext uri="{FF2B5EF4-FFF2-40B4-BE49-F238E27FC236}">
                  <a16:creationId xmlns:a16="http://schemas.microsoft.com/office/drawing/2014/main" id="{17B9A0F8-7E05-4A39-A1D2-6FCA35ACAB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1366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93" name="Line 199">
              <a:extLst>
                <a:ext uri="{FF2B5EF4-FFF2-40B4-BE49-F238E27FC236}">
                  <a16:creationId xmlns:a16="http://schemas.microsoft.com/office/drawing/2014/main" id="{095C67AA-2C6A-4D3C-860D-0456DB3F5C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94" name="Rectangle 200">
              <a:extLst>
                <a:ext uri="{FF2B5EF4-FFF2-40B4-BE49-F238E27FC236}">
                  <a16:creationId xmlns:a16="http://schemas.microsoft.com/office/drawing/2014/main" id="{84924DDC-628C-4AC8-95DB-6DD6999AD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95" name="Rectangle 201">
              <a:extLst>
                <a:ext uri="{FF2B5EF4-FFF2-40B4-BE49-F238E27FC236}">
                  <a16:creationId xmlns:a16="http://schemas.microsoft.com/office/drawing/2014/main" id="{613160C2-8529-4839-902E-B96C5462E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96" name="Rectangle 202">
              <a:extLst>
                <a:ext uri="{FF2B5EF4-FFF2-40B4-BE49-F238E27FC236}">
                  <a16:creationId xmlns:a16="http://schemas.microsoft.com/office/drawing/2014/main" id="{FBF368F1-F591-44B8-8E72-2E483D28E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97" name="Rectangle 203">
              <a:extLst>
                <a:ext uri="{FF2B5EF4-FFF2-40B4-BE49-F238E27FC236}">
                  <a16:creationId xmlns:a16="http://schemas.microsoft.com/office/drawing/2014/main" id="{D0C53191-CE7E-4443-9CED-94AF2EEE7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98" name="Rectangle 204">
              <a:extLst>
                <a:ext uri="{FF2B5EF4-FFF2-40B4-BE49-F238E27FC236}">
                  <a16:creationId xmlns:a16="http://schemas.microsoft.com/office/drawing/2014/main" id="{06C551F6-0C78-4888-A556-458268AEC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673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99" name="Rectangle 205">
              <a:extLst>
                <a:ext uri="{FF2B5EF4-FFF2-40B4-BE49-F238E27FC236}">
                  <a16:creationId xmlns:a16="http://schemas.microsoft.com/office/drawing/2014/main" id="{59A122BE-2B79-473D-8C52-5A3311563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928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600" name="Rectangle 206">
              <a:extLst>
                <a:ext uri="{FF2B5EF4-FFF2-40B4-BE49-F238E27FC236}">
                  <a16:creationId xmlns:a16="http://schemas.microsoft.com/office/drawing/2014/main" id="{800DA839-BFAB-4053-8171-3C41BFAED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184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601" name="Freeform 207">
              <a:extLst>
                <a:ext uri="{FF2B5EF4-FFF2-40B4-BE49-F238E27FC236}">
                  <a16:creationId xmlns:a16="http://schemas.microsoft.com/office/drawing/2014/main" id="{68F1EF4C-1E1B-4D87-B3F9-0ADC43F4B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640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8" y="0"/>
                  </a:moveTo>
                  <a:lnTo>
                    <a:pt x="465" y="0"/>
                  </a:lnTo>
                  <a:lnTo>
                    <a:pt x="461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4" y="0"/>
                  </a:lnTo>
                  <a:lnTo>
                    <a:pt x="442" y="0"/>
                  </a:lnTo>
                  <a:lnTo>
                    <a:pt x="438" y="0"/>
                  </a:lnTo>
                  <a:lnTo>
                    <a:pt x="436" y="0"/>
                  </a:lnTo>
                  <a:lnTo>
                    <a:pt x="432" y="0"/>
                  </a:lnTo>
                  <a:lnTo>
                    <a:pt x="430" y="0"/>
                  </a:lnTo>
                  <a:lnTo>
                    <a:pt x="426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7" y="0"/>
                  </a:lnTo>
                  <a:lnTo>
                    <a:pt x="402" y="0"/>
                  </a:lnTo>
                  <a:lnTo>
                    <a:pt x="397" y="0"/>
                  </a:lnTo>
                  <a:lnTo>
                    <a:pt x="391" y="0"/>
                  </a:lnTo>
                  <a:lnTo>
                    <a:pt x="385" y="0"/>
                  </a:lnTo>
                  <a:lnTo>
                    <a:pt x="379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49" y="0"/>
                  </a:lnTo>
                  <a:lnTo>
                    <a:pt x="341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6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7" y="0"/>
                  </a:lnTo>
                  <a:lnTo>
                    <a:pt x="239" y="0"/>
                  </a:lnTo>
                  <a:lnTo>
                    <a:pt x="230" y="0"/>
                  </a:lnTo>
                  <a:lnTo>
                    <a:pt x="223" y="0"/>
                  </a:lnTo>
                  <a:lnTo>
                    <a:pt x="217" y="0"/>
                  </a:lnTo>
                  <a:lnTo>
                    <a:pt x="211" y="0"/>
                  </a:lnTo>
                  <a:lnTo>
                    <a:pt x="205" y="0"/>
                  </a:lnTo>
                  <a:lnTo>
                    <a:pt x="199" y="0"/>
                  </a:lnTo>
                  <a:lnTo>
                    <a:pt x="194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4" y="0"/>
                  </a:lnTo>
                  <a:lnTo>
                    <a:pt x="170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1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5" y="0"/>
                  </a:lnTo>
                  <a:lnTo>
                    <a:pt x="132" y="0"/>
                  </a:lnTo>
                  <a:lnTo>
                    <a:pt x="128" y="0"/>
                  </a:lnTo>
                  <a:lnTo>
                    <a:pt x="123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0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3" y="1"/>
                  </a:lnTo>
                  <a:lnTo>
                    <a:pt x="101" y="1"/>
                  </a:lnTo>
                  <a:lnTo>
                    <a:pt x="98" y="2"/>
                  </a:lnTo>
                  <a:lnTo>
                    <a:pt x="96" y="2"/>
                  </a:lnTo>
                  <a:lnTo>
                    <a:pt x="93" y="2"/>
                  </a:lnTo>
                  <a:lnTo>
                    <a:pt x="91" y="3"/>
                  </a:lnTo>
                  <a:lnTo>
                    <a:pt x="90" y="3"/>
                  </a:lnTo>
                  <a:lnTo>
                    <a:pt x="87" y="5"/>
                  </a:lnTo>
                  <a:lnTo>
                    <a:pt x="85" y="6"/>
                  </a:lnTo>
                  <a:lnTo>
                    <a:pt x="84" y="7"/>
                  </a:lnTo>
                  <a:lnTo>
                    <a:pt x="81" y="8"/>
                  </a:lnTo>
                  <a:lnTo>
                    <a:pt x="79" y="10"/>
                  </a:lnTo>
                  <a:lnTo>
                    <a:pt x="78" y="11"/>
                  </a:lnTo>
                  <a:lnTo>
                    <a:pt x="75" y="12"/>
                  </a:lnTo>
                  <a:lnTo>
                    <a:pt x="73" y="14"/>
                  </a:lnTo>
                  <a:lnTo>
                    <a:pt x="71" y="17"/>
                  </a:lnTo>
                  <a:lnTo>
                    <a:pt x="68" y="18"/>
                  </a:lnTo>
                  <a:lnTo>
                    <a:pt x="66" y="20"/>
                  </a:lnTo>
                  <a:lnTo>
                    <a:pt x="63" y="23"/>
                  </a:lnTo>
                  <a:lnTo>
                    <a:pt x="60" y="26"/>
                  </a:lnTo>
                  <a:lnTo>
                    <a:pt x="57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6" y="40"/>
                  </a:lnTo>
                  <a:lnTo>
                    <a:pt x="43" y="43"/>
                  </a:lnTo>
                  <a:lnTo>
                    <a:pt x="39" y="47"/>
                  </a:lnTo>
                  <a:lnTo>
                    <a:pt x="36" y="50"/>
                  </a:lnTo>
                  <a:lnTo>
                    <a:pt x="32" y="54"/>
                  </a:lnTo>
                  <a:lnTo>
                    <a:pt x="28" y="58"/>
                  </a:lnTo>
                  <a:lnTo>
                    <a:pt x="26" y="60"/>
                  </a:lnTo>
                  <a:lnTo>
                    <a:pt x="22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0" y="77"/>
                  </a:lnTo>
                  <a:lnTo>
                    <a:pt x="9" y="79"/>
                  </a:lnTo>
                  <a:lnTo>
                    <a:pt x="8" y="82"/>
                  </a:lnTo>
                  <a:lnTo>
                    <a:pt x="7" y="84"/>
                  </a:lnTo>
                  <a:lnTo>
                    <a:pt x="6" y="85"/>
                  </a:lnTo>
                  <a:lnTo>
                    <a:pt x="4" y="88"/>
                  </a:lnTo>
                  <a:lnTo>
                    <a:pt x="3" y="90"/>
                  </a:lnTo>
                  <a:lnTo>
                    <a:pt x="3" y="91"/>
                  </a:lnTo>
                  <a:lnTo>
                    <a:pt x="2" y="94"/>
                  </a:lnTo>
                  <a:lnTo>
                    <a:pt x="2" y="96"/>
                  </a:lnTo>
                  <a:lnTo>
                    <a:pt x="2" y="98"/>
                  </a:lnTo>
                  <a:lnTo>
                    <a:pt x="1" y="101"/>
                  </a:lnTo>
                  <a:lnTo>
                    <a:pt x="1" y="103"/>
                  </a:lnTo>
                  <a:lnTo>
                    <a:pt x="1" y="106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4"/>
                  </a:lnTo>
                  <a:lnTo>
                    <a:pt x="1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1" y="736"/>
                  </a:lnTo>
                  <a:lnTo>
                    <a:pt x="1" y="739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8"/>
                  </a:lnTo>
                  <a:lnTo>
                    <a:pt x="1" y="750"/>
                  </a:lnTo>
                  <a:lnTo>
                    <a:pt x="1" y="752"/>
                  </a:lnTo>
                  <a:lnTo>
                    <a:pt x="2" y="755"/>
                  </a:lnTo>
                  <a:lnTo>
                    <a:pt x="2" y="757"/>
                  </a:lnTo>
                  <a:lnTo>
                    <a:pt x="2" y="758"/>
                  </a:lnTo>
                  <a:lnTo>
                    <a:pt x="3" y="761"/>
                  </a:lnTo>
                  <a:lnTo>
                    <a:pt x="3" y="763"/>
                  </a:lnTo>
                  <a:lnTo>
                    <a:pt x="4" y="766"/>
                  </a:lnTo>
                  <a:lnTo>
                    <a:pt x="6" y="767"/>
                  </a:lnTo>
                  <a:lnTo>
                    <a:pt x="7" y="769"/>
                  </a:lnTo>
                  <a:lnTo>
                    <a:pt x="8" y="772"/>
                  </a:lnTo>
                  <a:lnTo>
                    <a:pt x="9" y="773"/>
                  </a:lnTo>
                  <a:lnTo>
                    <a:pt x="10" y="775"/>
                  </a:lnTo>
                  <a:lnTo>
                    <a:pt x="12" y="778"/>
                  </a:lnTo>
                  <a:lnTo>
                    <a:pt x="14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2" y="790"/>
                  </a:lnTo>
                  <a:lnTo>
                    <a:pt x="26" y="792"/>
                  </a:lnTo>
                  <a:lnTo>
                    <a:pt x="28" y="796"/>
                  </a:lnTo>
                  <a:lnTo>
                    <a:pt x="32" y="799"/>
                  </a:lnTo>
                  <a:lnTo>
                    <a:pt x="36" y="802"/>
                  </a:lnTo>
                  <a:lnTo>
                    <a:pt x="39" y="805"/>
                  </a:lnTo>
                  <a:lnTo>
                    <a:pt x="43" y="810"/>
                  </a:lnTo>
                  <a:lnTo>
                    <a:pt x="46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7" y="823"/>
                  </a:lnTo>
                  <a:lnTo>
                    <a:pt x="60" y="827"/>
                  </a:lnTo>
                  <a:lnTo>
                    <a:pt x="63" y="829"/>
                  </a:lnTo>
                  <a:lnTo>
                    <a:pt x="66" y="832"/>
                  </a:lnTo>
                  <a:lnTo>
                    <a:pt x="68" y="834"/>
                  </a:lnTo>
                  <a:lnTo>
                    <a:pt x="71" y="837"/>
                  </a:lnTo>
                  <a:lnTo>
                    <a:pt x="73" y="839"/>
                  </a:lnTo>
                  <a:lnTo>
                    <a:pt x="75" y="840"/>
                  </a:lnTo>
                  <a:lnTo>
                    <a:pt x="78" y="841"/>
                  </a:lnTo>
                  <a:lnTo>
                    <a:pt x="79" y="844"/>
                  </a:lnTo>
                  <a:lnTo>
                    <a:pt x="81" y="845"/>
                  </a:lnTo>
                  <a:lnTo>
                    <a:pt x="84" y="846"/>
                  </a:lnTo>
                  <a:lnTo>
                    <a:pt x="85" y="847"/>
                  </a:lnTo>
                  <a:lnTo>
                    <a:pt x="87" y="847"/>
                  </a:lnTo>
                  <a:lnTo>
                    <a:pt x="90" y="849"/>
                  </a:lnTo>
                  <a:lnTo>
                    <a:pt x="91" y="850"/>
                  </a:lnTo>
                  <a:lnTo>
                    <a:pt x="93" y="850"/>
                  </a:lnTo>
                  <a:lnTo>
                    <a:pt x="96" y="851"/>
                  </a:lnTo>
                  <a:lnTo>
                    <a:pt x="98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3" y="852"/>
                  </a:lnTo>
                  <a:lnTo>
                    <a:pt x="128" y="852"/>
                  </a:lnTo>
                  <a:lnTo>
                    <a:pt x="132" y="852"/>
                  </a:lnTo>
                  <a:lnTo>
                    <a:pt x="135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1" y="852"/>
                  </a:lnTo>
                  <a:lnTo>
                    <a:pt x="155" y="852"/>
                  </a:lnTo>
                  <a:lnTo>
                    <a:pt x="157" y="852"/>
                  </a:lnTo>
                  <a:lnTo>
                    <a:pt x="161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70" y="852"/>
                  </a:lnTo>
                  <a:lnTo>
                    <a:pt x="174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4" y="852"/>
                  </a:lnTo>
                  <a:lnTo>
                    <a:pt x="199" y="852"/>
                  </a:lnTo>
                  <a:lnTo>
                    <a:pt x="205" y="852"/>
                  </a:lnTo>
                  <a:lnTo>
                    <a:pt x="211" y="852"/>
                  </a:lnTo>
                  <a:lnTo>
                    <a:pt x="217" y="852"/>
                  </a:lnTo>
                  <a:lnTo>
                    <a:pt x="223" y="852"/>
                  </a:lnTo>
                  <a:lnTo>
                    <a:pt x="230" y="852"/>
                  </a:lnTo>
                  <a:lnTo>
                    <a:pt x="239" y="852"/>
                  </a:lnTo>
                  <a:lnTo>
                    <a:pt x="247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6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1" y="852"/>
                  </a:lnTo>
                  <a:lnTo>
                    <a:pt x="349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8" y="852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0" y="852"/>
                  </a:lnTo>
                  <a:lnTo>
                    <a:pt x="456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1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4" y="852"/>
                  </a:lnTo>
                  <a:lnTo>
                    <a:pt x="621" y="852"/>
                  </a:lnTo>
                  <a:lnTo>
                    <a:pt x="628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2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0" y="852"/>
                  </a:lnTo>
                  <a:lnTo>
                    <a:pt x="675" y="852"/>
                  </a:lnTo>
                  <a:lnTo>
                    <a:pt x="679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8" y="852"/>
                  </a:lnTo>
                  <a:lnTo>
                    <a:pt x="692" y="852"/>
                  </a:lnTo>
                  <a:lnTo>
                    <a:pt x="694" y="852"/>
                  </a:lnTo>
                  <a:lnTo>
                    <a:pt x="698" y="852"/>
                  </a:lnTo>
                  <a:lnTo>
                    <a:pt x="700" y="852"/>
                  </a:lnTo>
                  <a:lnTo>
                    <a:pt x="704" y="852"/>
                  </a:lnTo>
                  <a:lnTo>
                    <a:pt x="706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5" y="852"/>
                  </a:lnTo>
                  <a:lnTo>
                    <a:pt x="738" y="852"/>
                  </a:lnTo>
                  <a:lnTo>
                    <a:pt x="741" y="852"/>
                  </a:lnTo>
                  <a:lnTo>
                    <a:pt x="744" y="852"/>
                  </a:lnTo>
                  <a:lnTo>
                    <a:pt x="747" y="852"/>
                  </a:lnTo>
                  <a:lnTo>
                    <a:pt x="750" y="851"/>
                  </a:lnTo>
                  <a:lnTo>
                    <a:pt x="752" y="851"/>
                  </a:lnTo>
                  <a:lnTo>
                    <a:pt x="754" y="851"/>
                  </a:lnTo>
                  <a:lnTo>
                    <a:pt x="757" y="851"/>
                  </a:lnTo>
                  <a:lnTo>
                    <a:pt x="758" y="850"/>
                  </a:lnTo>
                  <a:lnTo>
                    <a:pt x="760" y="850"/>
                  </a:lnTo>
                  <a:lnTo>
                    <a:pt x="763" y="849"/>
                  </a:lnTo>
                  <a:lnTo>
                    <a:pt x="764" y="847"/>
                  </a:lnTo>
                  <a:lnTo>
                    <a:pt x="766" y="847"/>
                  </a:lnTo>
                  <a:lnTo>
                    <a:pt x="769" y="846"/>
                  </a:lnTo>
                  <a:lnTo>
                    <a:pt x="770" y="845"/>
                  </a:lnTo>
                  <a:lnTo>
                    <a:pt x="773" y="844"/>
                  </a:lnTo>
                  <a:lnTo>
                    <a:pt x="775" y="841"/>
                  </a:lnTo>
                  <a:lnTo>
                    <a:pt x="777" y="840"/>
                  </a:lnTo>
                  <a:lnTo>
                    <a:pt x="780" y="839"/>
                  </a:lnTo>
                  <a:lnTo>
                    <a:pt x="782" y="837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9" y="821"/>
                  </a:lnTo>
                  <a:lnTo>
                    <a:pt x="801" y="817"/>
                  </a:lnTo>
                  <a:lnTo>
                    <a:pt x="805" y="814"/>
                  </a:lnTo>
                  <a:lnTo>
                    <a:pt x="810" y="810"/>
                  </a:lnTo>
                  <a:lnTo>
                    <a:pt x="813" y="805"/>
                  </a:lnTo>
                  <a:lnTo>
                    <a:pt x="817" y="802"/>
                  </a:lnTo>
                  <a:lnTo>
                    <a:pt x="821" y="799"/>
                  </a:lnTo>
                  <a:lnTo>
                    <a:pt x="823" y="796"/>
                  </a:lnTo>
                  <a:lnTo>
                    <a:pt x="827" y="792"/>
                  </a:lnTo>
                  <a:lnTo>
                    <a:pt x="829" y="790"/>
                  </a:lnTo>
                  <a:lnTo>
                    <a:pt x="831" y="787"/>
                  </a:lnTo>
                  <a:lnTo>
                    <a:pt x="834" y="785"/>
                  </a:lnTo>
                  <a:lnTo>
                    <a:pt x="836" y="782"/>
                  </a:lnTo>
                  <a:lnTo>
                    <a:pt x="839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5" y="772"/>
                  </a:lnTo>
                  <a:lnTo>
                    <a:pt x="846" y="769"/>
                  </a:lnTo>
                  <a:lnTo>
                    <a:pt x="847" y="767"/>
                  </a:lnTo>
                  <a:lnTo>
                    <a:pt x="847" y="766"/>
                  </a:lnTo>
                  <a:lnTo>
                    <a:pt x="848" y="763"/>
                  </a:lnTo>
                  <a:lnTo>
                    <a:pt x="849" y="761"/>
                  </a:lnTo>
                  <a:lnTo>
                    <a:pt x="849" y="758"/>
                  </a:lnTo>
                  <a:lnTo>
                    <a:pt x="851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2" y="750"/>
                  </a:lnTo>
                  <a:lnTo>
                    <a:pt x="852" y="748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6"/>
                  </a:lnTo>
                  <a:lnTo>
                    <a:pt x="852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1" y="96"/>
                  </a:lnTo>
                  <a:lnTo>
                    <a:pt x="849" y="94"/>
                  </a:lnTo>
                  <a:lnTo>
                    <a:pt x="849" y="91"/>
                  </a:lnTo>
                  <a:lnTo>
                    <a:pt x="848" y="90"/>
                  </a:lnTo>
                  <a:lnTo>
                    <a:pt x="847" y="88"/>
                  </a:lnTo>
                  <a:lnTo>
                    <a:pt x="847" y="85"/>
                  </a:lnTo>
                  <a:lnTo>
                    <a:pt x="846" y="84"/>
                  </a:lnTo>
                  <a:lnTo>
                    <a:pt x="845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9" y="73"/>
                  </a:lnTo>
                  <a:lnTo>
                    <a:pt x="836" y="71"/>
                  </a:lnTo>
                  <a:lnTo>
                    <a:pt x="834" y="68"/>
                  </a:lnTo>
                  <a:lnTo>
                    <a:pt x="831" y="66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3" y="58"/>
                  </a:lnTo>
                  <a:lnTo>
                    <a:pt x="821" y="54"/>
                  </a:lnTo>
                  <a:lnTo>
                    <a:pt x="817" y="50"/>
                  </a:lnTo>
                  <a:lnTo>
                    <a:pt x="813" y="47"/>
                  </a:lnTo>
                  <a:lnTo>
                    <a:pt x="810" y="43"/>
                  </a:lnTo>
                  <a:lnTo>
                    <a:pt x="805" y="40"/>
                  </a:lnTo>
                  <a:lnTo>
                    <a:pt x="801" y="36"/>
                  </a:lnTo>
                  <a:lnTo>
                    <a:pt x="799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2" y="17"/>
                  </a:lnTo>
                  <a:lnTo>
                    <a:pt x="780" y="14"/>
                  </a:lnTo>
                  <a:lnTo>
                    <a:pt x="777" y="12"/>
                  </a:lnTo>
                  <a:lnTo>
                    <a:pt x="775" y="11"/>
                  </a:lnTo>
                  <a:lnTo>
                    <a:pt x="773" y="10"/>
                  </a:lnTo>
                  <a:lnTo>
                    <a:pt x="770" y="8"/>
                  </a:lnTo>
                  <a:lnTo>
                    <a:pt x="769" y="7"/>
                  </a:lnTo>
                  <a:lnTo>
                    <a:pt x="766" y="6"/>
                  </a:lnTo>
                  <a:lnTo>
                    <a:pt x="764" y="5"/>
                  </a:lnTo>
                  <a:lnTo>
                    <a:pt x="763" y="3"/>
                  </a:lnTo>
                  <a:lnTo>
                    <a:pt x="760" y="3"/>
                  </a:lnTo>
                  <a:lnTo>
                    <a:pt x="758" y="2"/>
                  </a:lnTo>
                  <a:lnTo>
                    <a:pt x="757" y="2"/>
                  </a:lnTo>
                  <a:lnTo>
                    <a:pt x="754" y="2"/>
                  </a:lnTo>
                  <a:lnTo>
                    <a:pt x="752" y="1"/>
                  </a:lnTo>
                  <a:lnTo>
                    <a:pt x="750" y="1"/>
                  </a:lnTo>
                  <a:lnTo>
                    <a:pt x="747" y="1"/>
                  </a:lnTo>
                  <a:lnTo>
                    <a:pt x="744" y="1"/>
                  </a:lnTo>
                  <a:lnTo>
                    <a:pt x="741" y="1"/>
                  </a:lnTo>
                  <a:lnTo>
                    <a:pt x="738" y="1"/>
                  </a:lnTo>
                  <a:lnTo>
                    <a:pt x="735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6" y="0"/>
                  </a:lnTo>
                  <a:lnTo>
                    <a:pt x="704" y="0"/>
                  </a:lnTo>
                  <a:lnTo>
                    <a:pt x="700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3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7" y="0"/>
                  </a:lnTo>
                  <a:lnTo>
                    <a:pt x="663" y="0"/>
                  </a:lnTo>
                  <a:lnTo>
                    <a:pt x="660" y="0"/>
                  </a:lnTo>
                  <a:lnTo>
                    <a:pt x="655" y="0"/>
                  </a:lnTo>
                  <a:lnTo>
                    <a:pt x="651" y="0"/>
                  </a:lnTo>
                  <a:lnTo>
                    <a:pt x="646" y="0"/>
                  </a:lnTo>
                  <a:lnTo>
                    <a:pt x="641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1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1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1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3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2" y="0"/>
                  </a:lnTo>
                  <a:lnTo>
                    <a:pt x="519" y="0"/>
                  </a:lnTo>
                  <a:lnTo>
                    <a:pt x="516" y="0"/>
                  </a:lnTo>
                  <a:lnTo>
                    <a:pt x="513" y="0"/>
                  </a:lnTo>
                  <a:lnTo>
                    <a:pt x="510" y="0"/>
                  </a:lnTo>
                  <a:lnTo>
                    <a:pt x="508" y="0"/>
                  </a:lnTo>
                  <a:lnTo>
                    <a:pt x="506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5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8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602" name="Rectangle 208">
              <a:extLst>
                <a:ext uri="{FF2B5EF4-FFF2-40B4-BE49-F238E27FC236}">
                  <a16:creationId xmlns:a16="http://schemas.microsoft.com/office/drawing/2014/main" id="{95D1E8F9-9279-4903-B0E0-0120A6CBD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439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603" name="Rectangle 209">
              <a:extLst>
                <a:ext uri="{FF2B5EF4-FFF2-40B4-BE49-F238E27FC236}">
                  <a16:creationId xmlns:a16="http://schemas.microsoft.com/office/drawing/2014/main" id="{3673AED3-FC96-4E12-9642-50355B147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" y="1762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(a)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604" name="Freeform 210">
              <a:extLst>
                <a:ext uri="{FF2B5EF4-FFF2-40B4-BE49-F238E27FC236}">
                  <a16:creationId xmlns:a16="http://schemas.microsoft.com/office/drawing/2014/main" id="{473D6FBC-AEC8-4B88-AA99-BAFF4C478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152"/>
              <a:ext cx="427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0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3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199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0" y="1"/>
                  </a:lnTo>
                  <a:lnTo>
                    <a:pt x="97" y="1"/>
                  </a:lnTo>
                  <a:lnTo>
                    <a:pt x="95" y="1"/>
                  </a:lnTo>
                  <a:lnTo>
                    <a:pt x="94" y="2"/>
                  </a:lnTo>
                  <a:lnTo>
                    <a:pt x="91" y="2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3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7" y="9"/>
                  </a:lnTo>
                  <a:lnTo>
                    <a:pt x="74" y="12"/>
                  </a:lnTo>
                  <a:lnTo>
                    <a:pt x="72" y="13"/>
                  </a:lnTo>
                  <a:lnTo>
                    <a:pt x="71" y="15"/>
                  </a:lnTo>
                  <a:lnTo>
                    <a:pt x="68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5"/>
                  </a:lnTo>
                  <a:lnTo>
                    <a:pt x="56" y="29"/>
                  </a:lnTo>
                  <a:lnTo>
                    <a:pt x="54" y="31"/>
                  </a:lnTo>
                  <a:lnTo>
                    <a:pt x="50" y="35"/>
                  </a:lnTo>
                  <a:lnTo>
                    <a:pt x="47" y="38"/>
                  </a:lnTo>
                  <a:lnTo>
                    <a:pt x="42" y="42"/>
                  </a:lnTo>
                  <a:lnTo>
                    <a:pt x="38" y="46"/>
                  </a:lnTo>
                  <a:lnTo>
                    <a:pt x="35" y="49"/>
                  </a:lnTo>
                  <a:lnTo>
                    <a:pt x="31" y="53"/>
                  </a:lnTo>
                  <a:lnTo>
                    <a:pt x="29" y="56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5" y="70"/>
                  </a:lnTo>
                  <a:lnTo>
                    <a:pt x="13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0"/>
                  </a:lnTo>
                  <a:lnTo>
                    <a:pt x="6" y="83"/>
                  </a:lnTo>
                  <a:lnTo>
                    <a:pt x="5" y="85"/>
                  </a:lnTo>
                  <a:lnTo>
                    <a:pt x="5" y="86"/>
                  </a:lnTo>
                  <a:lnTo>
                    <a:pt x="3" y="89"/>
                  </a:lnTo>
                  <a:lnTo>
                    <a:pt x="2" y="91"/>
                  </a:lnTo>
                  <a:lnTo>
                    <a:pt x="2" y="92"/>
                  </a:lnTo>
                  <a:lnTo>
                    <a:pt x="1" y="95"/>
                  </a:lnTo>
                  <a:lnTo>
                    <a:pt x="1" y="97"/>
                  </a:lnTo>
                  <a:lnTo>
                    <a:pt x="1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3"/>
                  </a:lnTo>
                  <a:lnTo>
                    <a:pt x="0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0" y="734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6"/>
                  </a:lnTo>
                  <a:lnTo>
                    <a:pt x="0" y="749"/>
                  </a:lnTo>
                  <a:lnTo>
                    <a:pt x="1" y="751"/>
                  </a:lnTo>
                  <a:lnTo>
                    <a:pt x="1" y="754"/>
                  </a:lnTo>
                  <a:lnTo>
                    <a:pt x="1" y="756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3" y="762"/>
                  </a:lnTo>
                  <a:lnTo>
                    <a:pt x="5" y="764"/>
                  </a:lnTo>
                  <a:lnTo>
                    <a:pt x="5" y="767"/>
                  </a:lnTo>
                  <a:lnTo>
                    <a:pt x="6" y="768"/>
                  </a:lnTo>
                  <a:lnTo>
                    <a:pt x="7" y="770"/>
                  </a:lnTo>
                  <a:lnTo>
                    <a:pt x="8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3" y="779"/>
                  </a:lnTo>
                  <a:lnTo>
                    <a:pt x="15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5" y="792"/>
                  </a:lnTo>
                  <a:lnTo>
                    <a:pt x="29" y="794"/>
                  </a:lnTo>
                  <a:lnTo>
                    <a:pt x="31" y="798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09"/>
                  </a:lnTo>
                  <a:lnTo>
                    <a:pt x="47" y="812"/>
                  </a:lnTo>
                  <a:lnTo>
                    <a:pt x="50" y="816"/>
                  </a:lnTo>
                  <a:lnTo>
                    <a:pt x="54" y="820"/>
                  </a:lnTo>
                  <a:lnTo>
                    <a:pt x="56" y="823"/>
                  </a:lnTo>
                  <a:lnTo>
                    <a:pt x="60" y="826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8" y="834"/>
                  </a:lnTo>
                  <a:lnTo>
                    <a:pt x="71" y="835"/>
                  </a:lnTo>
                  <a:lnTo>
                    <a:pt x="72" y="838"/>
                  </a:lnTo>
                  <a:lnTo>
                    <a:pt x="74" y="840"/>
                  </a:lnTo>
                  <a:lnTo>
                    <a:pt x="77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3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89" y="848"/>
                  </a:lnTo>
                  <a:lnTo>
                    <a:pt x="91" y="848"/>
                  </a:lnTo>
                  <a:lnTo>
                    <a:pt x="94" y="850"/>
                  </a:lnTo>
                  <a:lnTo>
                    <a:pt x="95" y="850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4" y="851"/>
                  </a:lnTo>
                  <a:lnTo>
                    <a:pt x="108" y="851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6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199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3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0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19" y="852"/>
                  </a:lnTo>
                  <a:lnTo>
                    <a:pt x="425" y="852"/>
                  </a:lnTo>
                  <a:lnTo>
                    <a:pt x="431" y="852"/>
                  </a:lnTo>
                  <a:lnTo>
                    <a:pt x="437" y="852"/>
                  </a:lnTo>
                  <a:lnTo>
                    <a:pt x="443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4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1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3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1"/>
                  </a:lnTo>
                  <a:lnTo>
                    <a:pt x="746" y="851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0"/>
                  </a:lnTo>
                  <a:lnTo>
                    <a:pt x="758" y="850"/>
                  </a:lnTo>
                  <a:lnTo>
                    <a:pt x="761" y="848"/>
                  </a:lnTo>
                  <a:lnTo>
                    <a:pt x="762" y="848"/>
                  </a:lnTo>
                  <a:lnTo>
                    <a:pt x="764" y="847"/>
                  </a:lnTo>
                  <a:lnTo>
                    <a:pt x="767" y="846"/>
                  </a:lnTo>
                  <a:lnTo>
                    <a:pt x="768" y="845"/>
                  </a:lnTo>
                  <a:lnTo>
                    <a:pt x="770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6" y="840"/>
                  </a:lnTo>
                  <a:lnTo>
                    <a:pt x="779" y="838"/>
                  </a:lnTo>
                  <a:lnTo>
                    <a:pt x="781" y="835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90" y="829"/>
                  </a:lnTo>
                  <a:lnTo>
                    <a:pt x="792" y="826"/>
                  </a:lnTo>
                  <a:lnTo>
                    <a:pt x="794" y="823"/>
                  </a:lnTo>
                  <a:lnTo>
                    <a:pt x="798" y="820"/>
                  </a:lnTo>
                  <a:lnTo>
                    <a:pt x="802" y="816"/>
                  </a:lnTo>
                  <a:lnTo>
                    <a:pt x="805" y="812"/>
                  </a:lnTo>
                  <a:lnTo>
                    <a:pt x="809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0" y="798"/>
                  </a:lnTo>
                  <a:lnTo>
                    <a:pt x="823" y="794"/>
                  </a:lnTo>
                  <a:lnTo>
                    <a:pt x="826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6" y="781"/>
                  </a:lnTo>
                  <a:lnTo>
                    <a:pt x="838" y="779"/>
                  </a:lnTo>
                  <a:lnTo>
                    <a:pt x="840" y="776"/>
                  </a:lnTo>
                  <a:lnTo>
                    <a:pt x="841" y="774"/>
                  </a:lnTo>
                  <a:lnTo>
                    <a:pt x="842" y="773"/>
                  </a:lnTo>
                  <a:lnTo>
                    <a:pt x="844" y="770"/>
                  </a:lnTo>
                  <a:lnTo>
                    <a:pt x="845" y="768"/>
                  </a:lnTo>
                  <a:lnTo>
                    <a:pt x="846" y="767"/>
                  </a:lnTo>
                  <a:lnTo>
                    <a:pt x="847" y="764"/>
                  </a:lnTo>
                  <a:lnTo>
                    <a:pt x="848" y="762"/>
                  </a:lnTo>
                  <a:lnTo>
                    <a:pt x="848" y="761"/>
                  </a:lnTo>
                  <a:lnTo>
                    <a:pt x="850" y="758"/>
                  </a:lnTo>
                  <a:lnTo>
                    <a:pt x="850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1" y="749"/>
                  </a:lnTo>
                  <a:lnTo>
                    <a:pt x="851" y="746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4"/>
                  </a:lnTo>
                  <a:lnTo>
                    <a:pt x="851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0" y="95"/>
                  </a:lnTo>
                  <a:lnTo>
                    <a:pt x="850" y="92"/>
                  </a:lnTo>
                  <a:lnTo>
                    <a:pt x="848" y="91"/>
                  </a:lnTo>
                  <a:lnTo>
                    <a:pt x="848" y="89"/>
                  </a:lnTo>
                  <a:lnTo>
                    <a:pt x="847" y="86"/>
                  </a:lnTo>
                  <a:lnTo>
                    <a:pt x="846" y="85"/>
                  </a:lnTo>
                  <a:lnTo>
                    <a:pt x="845" y="83"/>
                  </a:lnTo>
                  <a:lnTo>
                    <a:pt x="844" y="80"/>
                  </a:lnTo>
                  <a:lnTo>
                    <a:pt x="842" y="79"/>
                  </a:lnTo>
                  <a:lnTo>
                    <a:pt x="841" y="77"/>
                  </a:lnTo>
                  <a:lnTo>
                    <a:pt x="840" y="74"/>
                  </a:lnTo>
                  <a:lnTo>
                    <a:pt x="838" y="72"/>
                  </a:lnTo>
                  <a:lnTo>
                    <a:pt x="836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6"/>
                  </a:lnTo>
                  <a:lnTo>
                    <a:pt x="820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09" y="42"/>
                  </a:lnTo>
                  <a:lnTo>
                    <a:pt x="805" y="38"/>
                  </a:lnTo>
                  <a:lnTo>
                    <a:pt x="802" y="35"/>
                  </a:lnTo>
                  <a:lnTo>
                    <a:pt x="798" y="31"/>
                  </a:lnTo>
                  <a:lnTo>
                    <a:pt x="794" y="29"/>
                  </a:lnTo>
                  <a:lnTo>
                    <a:pt x="792" y="25"/>
                  </a:lnTo>
                  <a:lnTo>
                    <a:pt x="790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5"/>
                  </a:lnTo>
                  <a:lnTo>
                    <a:pt x="779" y="13"/>
                  </a:lnTo>
                  <a:lnTo>
                    <a:pt x="776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0" y="7"/>
                  </a:lnTo>
                  <a:lnTo>
                    <a:pt x="768" y="6"/>
                  </a:lnTo>
                  <a:lnTo>
                    <a:pt x="767" y="5"/>
                  </a:lnTo>
                  <a:lnTo>
                    <a:pt x="764" y="3"/>
                  </a:lnTo>
                  <a:lnTo>
                    <a:pt x="762" y="3"/>
                  </a:lnTo>
                  <a:lnTo>
                    <a:pt x="761" y="2"/>
                  </a:lnTo>
                  <a:lnTo>
                    <a:pt x="758" y="2"/>
                  </a:lnTo>
                  <a:lnTo>
                    <a:pt x="756" y="1"/>
                  </a:lnTo>
                  <a:lnTo>
                    <a:pt x="754" y="1"/>
                  </a:lnTo>
                  <a:lnTo>
                    <a:pt x="751" y="1"/>
                  </a:lnTo>
                  <a:lnTo>
                    <a:pt x="749" y="0"/>
                  </a:lnTo>
                  <a:lnTo>
                    <a:pt x="746" y="0"/>
                  </a:lnTo>
                  <a:lnTo>
                    <a:pt x="744" y="0"/>
                  </a:lnTo>
                  <a:lnTo>
                    <a:pt x="742" y="0"/>
                  </a:lnTo>
                  <a:lnTo>
                    <a:pt x="738" y="0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3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1" y="0"/>
                  </a:lnTo>
                  <a:lnTo>
                    <a:pt x="679" y="0"/>
                  </a:lnTo>
                  <a:lnTo>
                    <a:pt x="675" y="0"/>
                  </a:lnTo>
                  <a:lnTo>
                    <a:pt x="673" y="0"/>
                  </a:lnTo>
                  <a:lnTo>
                    <a:pt x="669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4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605" name="Freeform 212">
              <a:extLst>
                <a:ext uri="{FF2B5EF4-FFF2-40B4-BE49-F238E27FC236}">
                  <a16:creationId xmlns:a16="http://schemas.microsoft.com/office/drawing/2014/main" id="{188A4D90-77B1-4007-8BCF-CD68A6E55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910"/>
              <a:ext cx="421" cy="132"/>
            </a:xfrm>
            <a:custGeom>
              <a:avLst/>
              <a:gdLst>
                <a:gd name="T0" fmla="*/ 0 w 841"/>
                <a:gd name="T1" fmla="*/ 0 h 265"/>
                <a:gd name="T2" fmla="*/ 1 w 841"/>
                <a:gd name="T3" fmla="*/ 0 h 265"/>
                <a:gd name="T4" fmla="*/ 1 w 841"/>
                <a:gd name="T5" fmla="*/ 0 h 265"/>
                <a:gd name="T6" fmla="*/ 1 w 841"/>
                <a:gd name="T7" fmla="*/ 0 h 265"/>
                <a:gd name="T8" fmla="*/ 1 w 841"/>
                <a:gd name="T9" fmla="*/ 0 h 265"/>
                <a:gd name="T10" fmla="*/ 1 w 841"/>
                <a:gd name="T11" fmla="*/ 0 h 265"/>
                <a:gd name="T12" fmla="*/ 1 w 841"/>
                <a:gd name="T13" fmla="*/ 0 h 265"/>
                <a:gd name="T14" fmla="*/ 1 w 841"/>
                <a:gd name="T15" fmla="*/ 0 h 265"/>
                <a:gd name="T16" fmla="*/ 1 w 841"/>
                <a:gd name="T17" fmla="*/ 0 h 265"/>
                <a:gd name="T18" fmla="*/ 1 w 841"/>
                <a:gd name="T19" fmla="*/ 0 h 265"/>
                <a:gd name="T20" fmla="*/ 1 w 841"/>
                <a:gd name="T21" fmla="*/ 0 h 265"/>
                <a:gd name="T22" fmla="*/ 1 w 841"/>
                <a:gd name="T23" fmla="*/ 0 h 265"/>
                <a:gd name="T24" fmla="*/ 1 w 841"/>
                <a:gd name="T25" fmla="*/ 0 h 265"/>
                <a:gd name="T26" fmla="*/ 1 w 841"/>
                <a:gd name="T27" fmla="*/ 0 h 265"/>
                <a:gd name="T28" fmla="*/ 1 w 841"/>
                <a:gd name="T29" fmla="*/ 0 h 265"/>
                <a:gd name="T30" fmla="*/ 1 w 841"/>
                <a:gd name="T31" fmla="*/ 0 h 265"/>
                <a:gd name="T32" fmla="*/ 1 w 841"/>
                <a:gd name="T33" fmla="*/ 0 h 265"/>
                <a:gd name="T34" fmla="*/ 1 w 841"/>
                <a:gd name="T35" fmla="*/ 0 h 265"/>
                <a:gd name="T36" fmla="*/ 1 w 841"/>
                <a:gd name="T37" fmla="*/ 0 h 265"/>
                <a:gd name="T38" fmla="*/ 1 w 841"/>
                <a:gd name="T39" fmla="*/ 0 h 265"/>
                <a:gd name="T40" fmla="*/ 1 w 841"/>
                <a:gd name="T41" fmla="*/ 0 h 265"/>
                <a:gd name="T42" fmla="*/ 1 w 841"/>
                <a:gd name="T43" fmla="*/ 0 h 265"/>
                <a:gd name="T44" fmla="*/ 1 w 841"/>
                <a:gd name="T45" fmla="*/ 0 h 265"/>
                <a:gd name="T46" fmla="*/ 1 w 841"/>
                <a:gd name="T47" fmla="*/ 0 h 265"/>
                <a:gd name="T48" fmla="*/ 1 w 841"/>
                <a:gd name="T49" fmla="*/ 0 h 265"/>
                <a:gd name="T50" fmla="*/ 1 w 841"/>
                <a:gd name="T51" fmla="*/ 0 h 265"/>
                <a:gd name="T52" fmla="*/ 1 w 841"/>
                <a:gd name="T53" fmla="*/ 0 h 265"/>
                <a:gd name="T54" fmla="*/ 1 w 841"/>
                <a:gd name="T55" fmla="*/ 0 h 265"/>
                <a:gd name="T56" fmla="*/ 1 w 841"/>
                <a:gd name="T57" fmla="*/ 0 h 265"/>
                <a:gd name="T58" fmla="*/ 1 w 841"/>
                <a:gd name="T59" fmla="*/ 0 h 265"/>
                <a:gd name="T60" fmla="*/ 1 w 841"/>
                <a:gd name="T61" fmla="*/ 0 h 265"/>
                <a:gd name="T62" fmla="*/ 1 w 841"/>
                <a:gd name="T63" fmla="*/ 0 h 265"/>
                <a:gd name="T64" fmla="*/ 1 w 841"/>
                <a:gd name="T65" fmla="*/ 0 h 265"/>
                <a:gd name="T66" fmla="*/ 1 w 841"/>
                <a:gd name="T67" fmla="*/ 0 h 265"/>
                <a:gd name="T68" fmla="*/ 1 w 841"/>
                <a:gd name="T69" fmla="*/ 0 h 265"/>
                <a:gd name="T70" fmla="*/ 1 w 841"/>
                <a:gd name="T71" fmla="*/ 0 h 265"/>
                <a:gd name="T72" fmla="*/ 1 w 841"/>
                <a:gd name="T73" fmla="*/ 0 h 265"/>
                <a:gd name="T74" fmla="*/ 1 w 841"/>
                <a:gd name="T75" fmla="*/ 0 h 265"/>
                <a:gd name="T76" fmla="*/ 1 w 841"/>
                <a:gd name="T77" fmla="*/ 0 h 265"/>
                <a:gd name="T78" fmla="*/ 1 w 841"/>
                <a:gd name="T79" fmla="*/ 0 h 265"/>
                <a:gd name="T80" fmla="*/ 1 w 841"/>
                <a:gd name="T81" fmla="*/ 0 h 265"/>
                <a:gd name="T82" fmla="*/ 1 w 841"/>
                <a:gd name="T83" fmla="*/ 0 h 265"/>
                <a:gd name="T84" fmla="*/ 1 w 841"/>
                <a:gd name="T85" fmla="*/ 0 h 265"/>
                <a:gd name="T86" fmla="*/ 1 w 841"/>
                <a:gd name="T87" fmla="*/ 0 h 265"/>
                <a:gd name="T88" fmla="*/ 1 w 841"/>
                <a:gd name="T89" fmla="*/ 0 h 265"/>
                <a:gd name="T90" fmla="*/ 1 w 841"/>
                <a:gd name="T91" fmla="*/ 0 h 265"/>
                <a:gd name="T92" fmla="*/ 1 w 841"/>
                <a:gd name="T93" fmla="*/ 0 h 265"/>
                <a:gd name="T94" fmla="*/ 1 w 841"/>
                <a:gd name="T95" fmla="*/ 0 h 265"/>
                <a:gd name="T96" fmla="*/ 1 w 841"/>
                <a:gd name="T97" fmla="*/ 0 h 265"/>
                <a:gd name="T98" fmla="*/ 1 w 841"/>
                <a:gd name="T99" fmla="*/ 0 h 265"/>
                <a:gd name="T100" fmla="*/ 1 w 841"/>
                <a:gd name="T101" fmla="*/ 0 h 265"/>
                <a:gd name="T102" fmla="*/ 1 w 841"/>
                <a:gd name="T103" fmla="*/ 0 h 265"/>
                <a:gd name="T104" fmla="*/ 1 w 841"/>
                <a:gd name="T105" fmla="*/ 0 h 265"/>
                <a:gd name="T106" fmla="*/ 1 w 841"/>
                <a:gd name="T107" fmla="*/ 0 h 265"/>
                <a:gd name="T108" fmla="*/ 1 w 841"/>
                <a:gd name="T109" fmla="*/ 0 h 265"/>
                <a:gd name="T110" fmla="*/ 0 w 841"/>
                <a:gd name="T111" fmla="*/ 0 h 26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841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3"/>
                  </a:lnTo>
                  <a:lnTo>
                    <a:pt x="3" y="97"/>
                  </a:lnTo>
                  <a:lnTo>
                    <a:pt x="6" y="91"/>
                  </a:lnTo>
                  <a:lnTo>
                    <a:pt x="8" y="85"/>
                  </a:lnTo>
                  <a:lnTo>
                    <a:pt x="9" y="79"/>
                  </a:lnTo>
                  <a:lnTo>
                    <a:pt x="13" y="73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14" y="0"/>
                  </a:lnTo>
                  <a:lnTo>
                    <a:pt x="720" y="0"/>
                  </a:lnTo>
                  <a:lnTo>
                    <a:pt x="727" y="2"/>
                  </a:lnTo>
                  <a:lnTo>
                    <a:pt x="733" y="2"/>
                  </a:lnTo>
                  <a:lnTo>
                    <a:pt x="739" y="3"/>
                  </a:lnTo>
                  <a:lnTo>
                    <a:pt x="745" y="4"/>
                  </a:lnTo>
                  <a:lnTo>
                    <a:pt x="751" y="6"/>
                  </a:lnTo>
                  <a:lnTo>
                    <a:pt x="757" y="8"/>
                  </a:lnTo>
                  <a:lnTo>
                    <a:pt x="763" y="10"/>
                  </a:lnTo>
                  <a:lnTo>
                    <a:pt x="769" y="14"/>
                  </a:lnTo>
                  <a:lnTo>
                    <a:pt x="774" y="16"/>
                  </a:lnTo>
                  <a:lnTo>
                    <a:pt x="780" y="18"/>
                  </a:lnTo>
                  <a:lnTo>
                    <a:pt x="784" y="22"/>
                  </a:lnTo>
                  <a:lnTo>
                    <a:pt x="789" y="26"/>
                  </a:lnTo>
                  <a:lnTo>
                    <a:pt x="794" y="29"/>
                  </a:lnTo>
                  <a:lnTo>
                    <a:pt x="799" y="34"/>
                  </a:lnTo>
                  <a:lnTo>
                    <a:pt x="804" y="38"/>
                  </a:lnTo>
                  <a:lnTo>
                    <a:pt x="807" y="42"/>
                  </a:lnTo>
                  <a:lnTo>
                    <a:pt x="812" y="47"/>
                  </a:lnTo>
                  <a:lnTo>
                    <a:pt x="816" y="52"/>
                  </a:lnTo>
                  <a:lnTo>
                    <a:pt x="819" y="57"/>
                  </a:lnTo>
                  <a:lnTo>
                    <a:pt x="823" y="62"/>
                  </a:lnTo>
                  <a:lnTo>
                    <a:pt x="825" y="68"/>
                  </a:lnTo>
                  <a:lnTo>
                    <a:pt x="829" y="73"/>
                  </a:lnTo>
                  <a:lnTo>
                    <a:pt x="831" y="79"/>
                  </a:lnTo>
                  <a:lnTo>
                    <a:pt x="834" y="85"/>
                  </a:lnTo>
                  <a:lnTo>
                    <a:pt x="835" y="91"/>
                  </a:lnTo>
                  <a:lnTo>
                    <a:pt x="837" y="97"/>
                  </a:lnTo>
                  <a:lnTo>
                    <a:pt x="839" y="103"/>
                  </a:lnTo>
                  <a:lnTo>
                    <a:pt x="840" y="109"/>
                  </a:lnTo>
                  <a:lnTo>
                    <a:pt x="841" y="116"/>
                  </a:lnTo>
                  <a:lnTo>
                    <a:pt x="841" y="122"/>
                  </a:lnTo>
                  <a:lnTo>
                    <a:pt x="841" y="128"/>
                  </a:lnTo>
                  <a:lnTo>
                    <a:pt x="841" y="137"/>
                  </a:lnTo>
                  <a:lnTo>
                    <a:pt x="841" y="143"/>
                  </a:lnTo>
                  <a:lnTo>
                    <a:pt x="841" y="151"/>
                  </a:lnTo>
                  <a:lnTo>
                    <a:pt x="840" y="157"/>
                  </a:lnTo>
                  <a:lnTo>
                    <a:pt x="839" y="163"/>
                  </a:lnTo>
                  <a:lnTo>
                    <a:pt x="837" y="169"/>
                  </a:lnTo>
                  <a:lnTo>
                    <a:pt x="835" y="175"/>
                  </a:lnTo>
                  <a:lnTo>
                    <a:pt x="834" y="181"/>
                  </a:lnTo>
                  <a:lnTo>
                    <a:pt x="831" y="187"/>
                  </a:lnTo>
                  <a:lnTo>
                    <a:pt x="829" y="193"/>
                  </a:lnTo>
                  <a:lnTo>
                    <a:pt x="825" y="198"/>
                  </a:lnTo>
                  <a:lnTo>
                    <a:pt x="823" y="204"/>
                  </a:lnTo>
                  <a:lnTo>
                    <a:pt x="819" y="208"/>
                  </a:lnTo>
                  <a:lnTo>
                    <a:pt x="816" y="213"/>
                  </a:lnTo>
                  <a:lnTo>
                    <a:pt x="812" y="218"/>
                  </a:lnTo>
                  <a:lnTo>
                    <a:pt x="807" y="223"/>
                  </a:lnTo>
                  <a:lnTo>
                    <a:pt x="804" y="228"/>
                  </a:lnTo>
                  <a:lnTo>
                    <a:pt x="799" y="231"/>
                  </a:lnTo>
                  <a:lnTo>
                    <a:pt x="794" y="236"/>
                  </a:lnTo>
                  <a:lnTo>
                    <a:pt x="789" y="240"/>
                  </a:lnTo>
                  <a:lnTo>
                    <a:pt x="784" y="243"/>
                  </a:lnTo>
                  <a:lnTo>
                    <a:pt x="780" y="247"/>
                  </a:lnTo>
                  <a:lnTo>
                    <a:pt x="774" y="249"/>
                  </a:lnTo>
                  <a:lnTo>
                    <a:pt x="769" y="253"/>
                  </a:lnTo>
                  <a:lnTo>
                    <a:pt x="763" y="255"/>
                  </a:lnTo>
                  <a:lnTo>
                    <a:pt x="757" y="258"/>
                  </a:lnTo>
                  <a:lnTo>
                    <a:pt x="751" y="259"/>
                  </a:lnTo>
                  <a:lnTo>
                    <a:pt x="745" y="261"/>
                  </a:lnTo>
                  <a:lnTo>
                    <a:pt x="739" y="262"/>
                  </a:lnTo>
                  <a:lnTo>
                    <a:pt x="733" y="264"/>
                  </a:lnTo>
                  <a:lnTo>
                    <a:pt x="727" y="264"/>
                  </a:lnTo>
                  <a:lnTo>
                    <a:pt x="720" y="265"/>
                  </a:lnTo>
                  <a:lnTo>
                    <a:pt x="714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4"/>
                  </a:lnTo>
                  <a:lnTo>
                    <a:pt x="15" y="198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606" name="Rectangle 216">
              <a:extLst>
                <a:ext uri="{FF2B5EF4-FFF2-40B4-BE49-F238E27FC236}">
                  <a16:creationId xmlns:a16="http://schemas.microsoft.com/office/drawing/2014/main" id="{60F9F080-E42F-482C-A97C-419B82964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607" name="Rectangle 217">
              <a:extLst>
                <a:ext uri="{FF2B5EF4-FFF2-40B4-BE49-F238E27FC236}">
                  <a16:creationId xmlns:a16="http://schemas.microsoft.com/office/drawing/2014/main" id="{4990CC47-9C3F-4D7F-8653-98A903FF2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0" y="1763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608" name="Rectangle 218">
              <a:extLst>
                <a:ext uri="{FF2B5EF4-FFF2-40B4-BE49-F238E27FC236}">
                  <a16:creationId xmlns:a16="http://schemas.microsoft.com/office/drawing/2014/main" id="{520C8DFB-81C2-4955-B2D5-B4168B55D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" y="1818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2402" name="Group 316">
            <a:extLst>
              <a:ext uri="{FF2B5EF4-FFF2-40B4-BE49-F238E27FC236}">
                <a16:creationId xmlns:a16="http://schemas.microsoft.com/office/drawing/2014/main" id="{76EFD915-E216-401E-B111-A3BC15E266FE}"/>
              </a:ext>
            </a:extLst>
          </p:cNvPr>
          <p:cNvGrpSpPr>
            <a:grpSpLocks/>
          </p:cNvGrpSpPr>
          <p:nvPr/>
        </p:nvGrpSpPr>
        <p:grpSpPr bwMode="auto">
          <a:xfrm>
            <a:off x="6189663" y="152400"/>
            <a:ext cx="2268537" cy="2620963"/>
            <a:chOff x="429" y="2045"/>
            <a:chExt cx="1429" cy="1651"/>
          </a:xfrm>
        </p:grpSpPr>
        <p:sp>
          <p:nvSpPr>
            <p:cNvPr id="102521" name="Rectangle 133">
              <a:extLst>
                <a:ext uri="{FF2B5EF4-FFF2-40B4-BE49-F238E27FC236}">
                  <a16:creationId xmlns:a16="http://schemas.microsoft.com/office/drawing/2014/main" id="{D026F84C-7F56-4444-9CCC-FD4CBDDBB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369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22" name="Line 134">
              <a:extLst>
                <a:ext uri="{FF2B5EF4-FFF2-40B4-BE49-F238E27FC236}">
                  <a16:creationId xmlns:a16="http://schemas.microsoft.com/office/drawing/2014/main" id="{8E0BF6E3-4ADB-41F4-BE29-F18429E40B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2622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23" name="Line 135">
              <a:extLst>
                <a:ext uri="{FF2B5EF4-FFF2-40B4-BE49-F238E27FC236}">
                  <a16:creationId xmlns:a16="http://schemas.microsoft.com/office/drawing/2014/main" id="{17FC05A8-7F3B-4A0A-AD6F-4CAF3CE0CC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24" name="Line 136">
              <a:extLst>
                <a:ext uri="{FF2B5EF4-FFF2-40B4-BE49-F238E27FC236}">
                  <a16:creationId xmlns:a16="http://schemas.microsoft.com/office/drawing/2014/main" id="{CD62A231-EF65-46EC-97DD-9AB9A78607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" y="2117"/>
              <a:ext cx="252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25" name="Rectangle 137">
              <a:extLst>
                <a:ext uri="{FF2B5EF4-FFF2-40B4-BE49-F238E27FC236}">
                  <a16:creationId xmlns:a16="http://schemas.microsoft.com/office/drawing/2014/main" id="{5E0FB98F-DE0B-408A-ADA4-A528DEE0B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26" name="Rectangle 138">
              <a:extLst>
                <a:ext uri="{FF2B5EF4-FFF2-40B4-BE49-F238E27FC236}">
                  <a16:creationId xmlns:a16="http://schemas.microsoft.com/office/drawing/2014/main" id="{46A338D7-48FB-4336-B0D8-3C7EBE051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27" name="Rectangle 139">
              <a:extLst>
                <a:ext uri="{FF2B5EF4-FFF2-40B4-BE49-F238E27FC236}">
                  <a16:creationId xmlns:a16="http://schemas.microsoft.com/office/drawing/2014/main" id="{7623D4F6-DD19-4E67-8ECC-4F2371C44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28" name="Rectangle 140">
              <a:extLst>
                <a:ext uri="{FF2B5EF4-FFF2-40B4-BE49-F238E27FC236}">
                  <a16:creationId xmlns:a16="http://schemas.microsoft.com/office/drawing/2014/main" id="{C864D140-A3C9-4DE8-8CBA-12D721CFD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29" name="Rectangle 141">
              <a:extLst>
                <a:ext uri="{FF2B5EF4-FFF2-40B4-BE49-F238E27FC236}">
                  <a16:creationId xmlns:a16="http://schemas.microsoft.com/office/drawing/2014/main" id="{2318F43B-5B8E-4F72-8DC6-550D2CF3D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30" name="Rectangle 142">
              <a:extLst>
                <a:ext uri="{FF2B5EF4-FFF2-40B4-BE49-F238E27FC236}">
                  <a16:creationId xmlns:a16="http://schemas.microsoft.com/office/drawing/2014/main" id="{2605AEEA-4EC0-4A23-8997-C6B2DE9E7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31" name="Rectangle 143">
              <a:extLst>
                <a:ext uri="{FF2B5EF4-FFF2-40B4-BE49-F238E27FC236}">
                  <a16:creationId xmlns:a16="http://schemas.microsoft.com/office/drawing/2014/main" id="{24992997-E26B-4169-B2A4-683ABEB95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32" name="Rectangle 144">
              <a:extLst>
                <a:ext uri="{FF2B5EF4-FFF2-40B4-BE49-F238E27FC236}">
                  <a16:creationId xmlns:a16="http://schemas.microsoft.com/office/drawing/2014/main" id="{B865F29A-E3C5-47C8-ACD1-41E26DCE9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369"/>
              <a:ext cx="505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33" name="Line 145">
              <a:extLst>
                <a:ext uri="{FF2B5EF4-FFF2-40B4-BE49-F238E27FC236}">
                  <a16:creationId xmlns:a16="http://schemas.microsoft.com/office/drawing/2014/main" id="{864604C7-6A9F-42A2-A823-5CC10E18F3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2622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34" name="Line 146">
              <a:extLst>
                <a:ext uri="{FF2B5EF4-FFF2-40B4-BE49-F238E27FC236}">
                  <a16:creationId xmlns:a16="http://schemas.microsoft.com/office/drawing/2014/main" id="{531392F8-B885-44D6-8D85-1E5DBE9890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35" name="Rectangle 147">
              <a:extLst>
                <a:ext uri="{FF2B5EF4-FFF2-40B4-BE49-F238E27FC236}">
                  <a16:creationId xmlns:a16="http://schemas.microsoft.com/office/drawing/2014/main" id="{15F5BEE1-AC33-423D-A767-F0097BE5F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36" name="Rectangle 148">
              <a:extLst>
                <a:ext uri="{FF2B5EF4-FFF2-40B4-BE49-F238E27FC236}">
                  <a16:creationId xmlns:a16="http://schemas.microsoft.com/office/drawing/2014/main" id="{740B828F-87FE-4DAF-876F-52E421050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37" name="Rectangle 149">
              <a:extLst>
                <a:ext uri="{FF2B5EF4-FFF2-40B4-BE49-F238E27FC236}">
                  <a16:creationId xmlns:a16="http://schemas.microsoft.com/office/drawing/2014/main" id="{4C9B9950-9F77-433F-84A2-A325447ED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38" name="Rectangle 150">
              <a:extLst>
                <a:ext uri="{FF2B5EF4-FFF2-40B4-BE49-F238E27FC236}">
                  <a16:creationId xmlns:a16="http://schemas.microsoft.com/office/drawing/2014/main" id="{3DEA33EE-0EF4-4C8E-AF43-08B7DF6E1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39" name="Rectangle 151">
              <a:extLst>
                <a:ext uri="{FF2B5EF4-FFF2-40B4-BE49-F238E27FC236}">
                  <a16:creationId xmlns:a16="http://schemas.microsoft.com/office/drawing/2014/main" id="{B8572053-2E56-4F5C-8673-09804D57F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40" name="Rectangle 152">
              <a:extLst>
                <a:ext uri="{FF2B5EF4-FFF2-40B4-BE49-F238E27FC236}">
                  <a16:creationId xmlns:a16="http://schemas.microsoft.com/office/drawing/2014/main" id="{A6D3E75A-CA14-45A6-8EBA-916D3CF07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41" name="Rectangle 153">
              <a:extLst>
                <a:ext uri="{FF2B5EF4-FFF2-40B4-BE49-F238E27FC236}">
                  <a16:creationId xmlns:a16="http://schemas.microsoft.com/office/drawing/2014/main" id="{B58182A9-405F-439F-BE17-96AD728B9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42" name="Rectangle 154">
              <a:extLst>
                <a:ext uri="{FF2B5EF4-FFF2-40B4-BE49-F238E27FC236}">
                  <a16:creationId xmlns:a16="http://schemas.microsoft.com/office/drawing/2014/main" id="{C422CD53-42E0-45AD-A1A3-DF41F81E9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43" name="Rectangle 155">
              <a:extLst>
                <a:ext uri="{FF2B5EF4-FFF2-40B4-BE49-F238E27FC236}">
                  <a16:creationId xmlns:a16="http://schemas.microsoft.com/office/drawing/2014/main" id="{49497364-8EFC-4879-BA1C-33FD1D206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886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44" name="Line 156">
              <a:extLst>
                <a:ext uri="{FF2B5EF4-FFF2-40B4-BE49-F238E27FC236}">
                  <a16:creationId xmlns:a16="http://schemas.microsoft.com/office/drawing/2014/main" id="{39461A63-5565-49AD-939D-3305447935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3138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45" name="Line 157">
              <a:extLst>
                <a:ext uri="{FF2B5EF4-FFF2-40B4-BE49-F238E27FC236}">
                  <a16:creationId xmlns:a16="http://schemas.microsoft.com/office/drawing/2014/main" id="{78A1B9F7-038D-4FD0-8AFD-A0D33D4782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46" name="Rectangle 158">
              <a:extLst>
                <a:ext uri="{FF2B5EF4-FFF2-40B4-BE49-F238E27FC236}">
                  <a16:creationId xmlns:a16="http://schemas.microsoft.com/office/drawing/2014/main" id="{23649DD5-2682-48C0-B96A-B309494F0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47" name="Rectangle 159">
              <a:extLst>
                <a:ext uri="{FF2B5EF4-FFF2-40B4-BE49-F238E27FC236}">
                  <a16:creationId xmlns:a16="http://schemas.microsoft.com/office/drawing/2014/main" id="{BD98A0B6-6757-4626-A120-CEB36B934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886"/>
              <a:ext cx="505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48" name="Line 160">
              <a:extLst>
                <a:ext uri="{FF2B5EF4-FFF2-40B4-BE49-F238E27FC236}">
                  <a16:creationId xmlns:a16="http://schemas.microsoft.com/office/drawing/2014/main" id="{84330D89-2F1D-42AC-877E-2969BC5884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3138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49" name="Line 161">
              <a:extLst>
                <a:ext uri="{FF2B5EF4-FFF2-40B4-BE49-F238E27FC236}">
                  <a16:creationId xmlns:a16="http://schemas.microsoft.com/office/drawing/2014/main" id="{877B0598-4554-46E9-9AA2-5273C9CE78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50" name="Rectangle 162">
              <a:extLst>
                <a:ext uri="{FF2B5EF4-FFF2-40B4-BE49-F238E27FC236}">
                  <a16:creationId xmlns:a16="http://schemas.microsoft.com/office/drawing/2014/main" id="{546982E4-E203-409B-8419-4145D6AD9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51" name="Rectangle 163">
              <a:extLst>
                <a:ext uri="{FF2B5EF4-FFF2-40B4-BE49-F238E27FC236}">
                  <a16:creationId xmlns:a16="http://schemas.microsoft.com/office/drawing/2014/main" id="{A6E9655E-F849-4FE9-AAD0-479817F96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52" name="Rectangle 164">
              <a:extLst>
                <a:ext uri="{FF2B5EF4-FFF2-40B4-BE49-F238E27FC236}">
                  <a16:creationId xmlns:a16="http://schemas.microsoft.com/office/drawing/2014/main" id="{77F2647E-50AF-4EF9-93F4-B932265C4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53" name="Rectangle 165">
              <a:extLst>
                <a:ext uri="{FF2B5EF4-FFF2-40B4-BE49-F238E27FC236}">
                  <a16:creationId xmlns:a16="http://schemas.microsoft.com/office/drawing/2014/main" id="{9408AE6B-FEC8-4CE5-8E2D-6B05B75B8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54" name="Rectangle 166">
              <a:extLst>
                <a:ext uri="{FF2B5EF4-FFF2-40B4-BE49-F238E27FC236}">
                  <a16:creationId xmlns:a16="http://schemas.microsoft.com/office/drawing/2014/main" id="{C666A3A9-A7CB-4A64-B2FA-899FFCD72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55" name="Rectangle 167">
              <a:extLst>
                <a:ext uri="{FF2B5EF4-FFF2-40B4-BE49-F238E27FC236}">
                  <a16:creationId xmlns:a16="http://schemas.microsoft.com/office/drawing/2014/main" id="{939E3024-C980-4C1F-AE4E-FABFAA37E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44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56" name="Rectangle 168">
              <a:extLst>
                <a:ext uri="{FF2B5EF4-FFF2-40B4-BE49-F238E27FC236}">
                  <a16:creationId xmlns:a16="http://schemas.microsoft.com/office/drawing/2014/main" id="{7B8092BD-448F-44F2-8C04-531E21814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700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57" name="Rectangle 169">
              <a:extLst>
                <a:ext uri="{FF2B5EF4-FFF2-40B4-BE49-F238E27FC236}">
                  <a16:creationId xmlns:a16="http://schemas.microsoft.com/office/drawing/2014/main" id="{9150A917-531D-44F2-A7EF-8AB3C3ECA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956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58" name="Rectangle 174">
              <a:extLst>
                <a:ext uri="{FF2B5EF4-FFF2-40B4-BE49-F238E27FC236}">
                  <a16:creationId xmlns:a16="http://schemas.microsoft.com/office/drawing/2014/main" id="{41658D33-703B-47EC-94B4-94352A7A1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3211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59" name="Rectangle 211">
              <a:extLst>
                <a:ext uri="{FF2B5EF4-FFF2-40B4-BE49-F238E27FC236}">
                  <a16:creationId xmlns:a16="http://schemas.microsoft.com/office/drawing/2014/main" id="{210E70A3-2B63-4779-A885-897A775E4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8" y="3534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(b)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60" name="Freeform 213">
              <a:extLst>
                <a:ext uri="{FF2B5EF4-FFF2-40B4-BE49-F238E27FC236}">
                  <a16:creationId xmlns:a16="http://schemas.microsoft.com/office/drawing/2014/main" id="{1DD2E9D9-E190-486B-83D4-F8095783A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412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3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4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2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1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2" y="1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2"/>
                  </a:lnTo>
                  <a:lnTo>
                    <a:pt x="94" y="2"/>
                  </a:lnTo>
                  <a:lnTo>
                    <a:pt x="91" y="3"/>
                  </a:lnTo>
                  <a:lnTo>
                    <a:pt x="89" y="3"/>
                  </a:lnTo>
                  <a:lnTo>
                    <a:pt x="88" y="5"/>
                  </a:lnTo>
                  <a:lnTo>
                    <a:pt x="85" y="6"/>
                  </a:lnTo>
                  <a:lnTo>
                    <a:pt x="83" y="7"/>
                  </a:lnTo>
                  <a:lnTo>
                    <a:pt x="82" y="8"/>
                  </a:lnTo>
                  <a:lnTo>
                    <a:pt x="79" y="10"/>
                  </a:lnTo>
                  <a:lnTo>
                    <a:pt x="77" y="11"/>
                  </a:lnTo>
                  <a:lnTo>
                    <a:pt x="75" y="12"/>
                  </a:lnTo>
                  <a:lnTo>
                    <a:pt x="72" y="14"/>
                  </a:lnTo>
                  <a:lnTo>
                    <a:pt x="71" y="17"/>
                  </a:lnTo>
                  <a:lnTo>
                    <a:pt x="69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6"/>
                  </a:lnTo>
                  <a:lnTo>
                    <a:pt x="56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7" y="40"/>
                  </a:lnTo>
                  <a:lnTo>
                    <a:pt x="42" y="43"/>
                  </a:lnTo>
                  <a:lnTo>
                    <a:pt x="38" y="47"/>
                  </a:lnTo>
                  <a:lnTo>
                    <a:pt x="35" y="50"/>
                  </a:lnTo>
                  <a:lnTo>
                    <a:pt x="31" y="54"/>
                  </a:lnTo>
                  <a:lnTo>
                    <a:pt x="29" y="58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3" y="73"/>
                  </a:lnTo>
                  <a:lnTo>
                    <a:pt x="12" y="76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2"/>
                  </a:lnTo>
                  <a:lnTo>
                    <a:pt x="6" y="84"/>
                  </a:lnTo>
                  <a:lnTo>
                    <a:pt x="5" y="85"/>
                  </a:lnTo>
                  <a:lnTo>
                    <a:pt x="5" y="88"/>
                  </a:lnTo>
                  <a:lnTo>
                    <a:pt x="4" y="90"/>
                  </a:lnTo>
                  <a:lnTo>
                    <a:pt x="2" y="91"/>
                  </a:lnTo>
                  <a:lnTo>
                    <a:pt x="2" y="94"/>
                  </a:lnTo>
                  <a:lnTo>
                    <a:pt x="1" y="96"/>
                  </a:lnTo>
                  <a:lnTo>
                    <a:pt x="1" y="98"/>
                  </a:lnTo>
                  <a:lnTo>
                    <a:pt x="1" y="101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0" y="736"/>
                  </a:lnTo>
                  <a:lnTo>
                    <a:pt x="0" y="739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8"/>
                  </a:lnTo>
                  <a:lnTo>
                    <a:pt x="0" y="750"/>
                  </a:lnTo>
                  <a:lnTo>
                    <a:pt x="1" y="752"/>
                  </a:lnTo>
                  <a:lnTo>
                    <a:pt x="1" y="755"/>
                  </a:lnTo>
                  <a:lnTo>
                    <a:pt x="1" y="757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4" y="763"/>
                  </a:lnTo>
                  <a:lnTo>
                    <a:pt x="5" y="766"/>
                  </a:lnTo>
                  <a:lnTo>
                    <a:pt x="5" y="767"/>
                  </a:lnTo>
                  <a:lnTo>
                    <a:pt x="6" y="769"/>
                  </a:lnTo>
                  <a:lnTo>
                    <a:pt x="7" y="772"/>
                  </a:lnTo>
                  <a:lnTo>
                    <a:pt x="8" y="773"/>
                  </a:lnTo>
                  <a:lnTo>
                    <a:pt x="11" y="775"/>
                  </a:lnTo>
                  <a:lnTo>
                    <a:pt x="12" y="778"/>
                  </a:lnTo>
                  <a:lnTo>
                    <a:pt x="13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3" y="790"/>
                  </a:lnTo>
                  <a:lnTo>
                    <a:pt x="25" y="792"/>
                  </a:lnTo>
                  <a:lnTo>
                    <a:pt x="29" y="796"/>
                  </a:lnTo>
                  <a:lnTo>
                    <a:pt x="31" y="799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10"/>
                  </a:lnTo>
                  <a:lnTo>
                    <a:pt x="47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6" y="823"/>
                  </a:lnTo>
                  <a:lnTo>
                    <a:pt x="60" y="827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9" y="834"/>
                  </a:lnTo>
                  <a:lnTo>
                    <a:pt x="71" y="837"/>
                  </a:lnTo>
                  <a:lnTo>
                    <a:pt x="72" y="839"/>
                  </a:lnTo>
                  <a:lnTo>
                    <a:pt x="75" y="840"/>
                  </a:lnTo>
                  <a:lnTo>
                    <a:pt x="77" y="841"/>
                  </a:lnTo>
                  <a:lnTo>
                    <a:pt x="79" y="844"/>
                  </a:lnTo>
                  <a:lnTo>
                    <a:pt x="82" y="845"/>
                  </a:lnTo>
                  <a:lnTo>
                    <a:pt x="83" y="846"/>
                  </a:lnTo>
                  <a:lnTo>
                    <a:pt x="85" y="847"/>
                  </a:lnTo>
                  <a:lnTo>
                    <a:pt x="88" y="847"/>
                  </a:lnTo>
                  <a:lnTo>
                    <a:pt x="89" y="849"/>
                  </a:lnTo>
                  <a:lnTo>
                    <a:pt x="91" y="850"/>
                  </a:lnTo>
                  <a:lnTo>
                    <a:pt x="94" y="850"/>
                  </a:lnTo>
                  <a:lnTo>
                    <a:pt x="95" y="851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1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2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4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7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7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3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8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2"/>
                  </a:lnTo>
                  <a:lnTo>
                    <a:pt x="746" y="852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1"/>
                  </a:lnTo>
                  <a:lnTo>
                    <a:pt x="758" y="850"/>
                  </a:lnTo>
                  <a:lnTo>
                    <a:pt x="761" y="850"/>
                  </a:lnTo>
                  <a:lnTo>
                    <a:pt x="762" y="849"/>
                  </a:lnTo>
                  <a:lnTo>
                    <a:pt x="764" y="847"/>
                  </a:lnTo>
                  <a:lnTo>
                    <a:pt x="767" y="847"/>
                  </a:lnTo>
                  <a:lnTo>
                    <a:pt x="768" y="846"/>
                  </a:lnTo>
                  <a:lnTo>
                    <a:pt x="771" y="845"/>
                  </a:lnTo>
                  <a:lnTo>
                    <a:pt x="773" y="844"/>
                  </a:lnTo>
                  <a:lnTo>
                    <a:pt x="774" y="841"/>
                  </a:lnTo>
                  <a:lnTo>
                    <a:pt x="777" y="840"/>
                  </a:lnTo>
                  <a:lnTo>
                    <a:pt x="779" y="839"/>
                  </a:lnTo>
                  <a:lnTo>
                    <a:pt x="781" y="837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8" y="821"/>
                  </a:lnTo>
                  <a:lnTo>
                    <a:pt x="802" y="817"/>
                  </a:lnTo>
                  <a:lnTo>
                    <a:pt x="805" y="814"/>
                  </a:lnTo>
                  <a:lnTo>
                    <a:pt x="809" y="810"/>
                  </a:lnTo>
                  <a:lnTo>
                    <a:pt x="813" y="805"/>
                  </a:lnTo>
                  <a:lnTo>
                    <a:pt x="816" y="802"/>
                  </a:lnTo>
                  <a:lnTo>
                    <a:pt x="820" y="799"/>
                  </a:lnTo>
                  <a:lnTo>
                    <a:pt x="823" y="796"/>
                  </a:lnTo>
                  <a:lnTo>
                    <a:pt x="826" y="792"/>
                  </a:lnTo>
                  <a:lnTo>
                    <a:pt x="829" y="790"/>
                  </a:lnTo>
                  <a:lnTo>
                    <a:pt x="832" y="787"/>
                  </a:lnTo>
                  <a:lnTo>
                    <a:pt x="834" y="785"/>
                  </a:lnTo>
                  <a:lnTo>
                    <a:pt x="835" y="782"/>
                  </a:lnTo>
                  <a:lnTo>
                    <a:pt x="838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4" y="772"/>
                  </a:lnTo>
                  <a:lnTo>
                    <a:pt x="845" y="769"/>
                  </a:lnTo>
                  <a:lnTo>
                    <a:pt x="846" y="767"/>
                  </a:lnTo>
                  <a:lnTo>
                    <a:pt x="847" y="766"/>
                  </a:lnTo>
                  <a:lnTo>
                    <a:pt x="849" y="763"/>
                  </a:lnTo>
                  <a:lnTo>
                    <a:pt x="849" y="761"/>
                  </a:lnTo>
                  <a:lnTo>
                    <a:pt x="850" y="758"/>
                  </a:lnTo>
                  <a:lnTo>
                    <a:pt x="850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1" y="750"/>
                  </a:lnTo>
                  <a:lnTo>
                    <a:pt x="851" y="748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6"/>
                  </a:lnTo>
                  <a:lnTo>
                    <a:pt x="851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0" y="96"/>
                  </a:lnTo>
                  <a:lnTo>
                    <a:pt x="850" y="94"/>
                  </a:lnTo>
                  <a:lnTo>
                    <a:pt x="849" y="91"/>
                  </a:lnTo>
                  <a:lnTo>
                    <a:pt x="849" y="90"/>
                  </a:lnTo>
                  <a:lnTo>
                    <a:pt x="847" y="88"/>
                  </a:lnTo>
                  <a:lnTo>
                    <a:pt x="846" y="85"/>
                  </a:lnTo>
                  <a:lnTo>
                    <a:pt x="845" y="84"/>
                  </a:lnTo>
                  <a:lnTo>
                    <a:pt x="844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8" y="73"/>
                  </a:lnTo>
                  <a:lnTo>
                    <a:pt x="835" y="71"/>
                  </a:lnTo>
                  <a:lnTo>
                    <a:pt x="834" y="68"/>
                  </a:lnTo>
                  <a:lnTo>
                    <a:pt x="832" y="66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8"/>
                  </a:lnTo>
                  <a:lnTo>
                    <a:pt x="820" y="54"/>
                  </a:lnTo>
                  <a:lnTo>
                    <a:pt x="816" y="50"/>
                  </a:lnTo>
                  <a:lnTo>
                    <a:pt x="813" y="47"/>
                  </a:lnTo>
                  <a:lnTo>
                    <a:pt x="809" y="43"/>
                  </a:lnTo>
                  <a:lnTo>
                    <a:pt x="805" y="40"/>
                  </a:lnTo>
                  <a:lnTo>
                    <a:pt x="802" y="36"/>
                  </a:lnTo>
                  <a:lnTo>
                    <a:pt x="798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7"/>
                  </a:lnTo>
                  <a:lnTo>
                    <a:pt x="779" y="14"/>
                  </a:lnTo>
                  <a:lnTo>
                    <a:pt x="777" y="12"/>
                  </a:lnTo>
                  <a:lnTo>
                    <a:pt x="774" y="11"/>
                  </a:lnTo>
                  <a:lnTo>
                    <a:pt x="773" y="10"/>
                  </a:lnTo>
                  <a:lnTo>
                    <a:pt x="771" y="8"/>
                  </a:lnTo>
                  <a:lnTo>
                    <a:pt x="768" y="7"/>
                  </a:lnTo>
                  <a:lnTo>
                    <a:pt x="767" y="6"/>
                  </a:lnTo>
                  <a:lnTo>
                    <a:pt x="764" y="5"/>
                  </a:lnTo>
                  <a:lnTo>
                    <a:pt x="762" y="3"/>
                  </a:lnTo>
                  <a:lnTo>
                    <a:pt x="761" y="3"/>
                  </a:lnTo>
                  <a:lnTo>
                    <a:pt x="758" y="2"/>
                  </a:lnTo>
                  <a:lnTo>
                    <a:pt x="756" y="2"/>
                  </a:lnTo>
                  <a:lnTo>
                    <a:pt x="754" y="2"/>
                  </a:lnTo>
                  <a:lnTo>
                    <a:pt x="751" y="1"/>
                  </a:lnTo>
                  <a:lnTo>
                    <a:pt x="749" y="1"/>
                  </a:lnTo>
                  <a:lnTo>
                    <a:pt x="746" y="1"/>
                  </a:lnTo>
                  <a:lnTo>
                    <a:pt x="744" y="1"/>
                  </a:lnTo>
                  <a:lnTo>
                    <a:pt x="742" y="1"/>
                  </a:lnTo>
                  <a:lnTo>
                    <a:pt x="738" y="1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1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5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7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4" y="0"/>
                  </a:lnTo>
                  <a:lnTo>
                    <a:pt x="492" y="0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61" name="Freeform 214">
              <a:extLst>
                <a:ext uri="{FF2B5EF4-FFF2-40B4-BE49-F238E27FC236}">
                  <a16:creationId xmlns:a16="http://schemas.microsoft.com/office/drawing/2014/main" id="{5AAC396A-A9F9-4BC9-8C19-C21AC2293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924"/>
              <a:ext cx="426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5" y="0"/>
                  </a:lnTo>
                  <a:lnTo>
                    <a:pt x="462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6" y="0"/>
                  </a:lnTo>
                  <a:lnTo>
                    <a:pt x="442" y="0"/>
                  </a:lnTo>
                  <a:lnTo>
                    <a:pt x="440" y="0"/>
                  </a:lnTo>
                  <a:lnTo>
                    <a:pt x="436" y="0"/>
                  </a:lnTo>
                  <a:lnTo>
                    <a:pt x="434" y="0"/>
                  </a:lnTo>
                  <a:lnTo>
                    <a:pt x="430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6" y="0"/>
                  </a:lnTo>
                  <a:lnTo>
                    <a:pt x="412" y="0"/>
                  </a:lnTo>
                  <a:lnTo>
                    <a:pt x="408" y="0"/>
                  </a:lnTo>
                  <a:lnTo>
                    <a:pt x="403" y="0"/>
                  </a:lnTo>
                  <a:lnTo>
                    <a:pt x="398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4" y="0"/>
                  </a:lnTo>
                  <a:lnTo>
                    <a:pt x="367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1" y="0"/>
                  </a:lnTo>
                  <a:lnTo>
                    <a:pt x="332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7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8" y="0"/>
                  </a:lnTo>
                  <a:lnTo>
                    <a:pt x="239" y="0"/>
                  </a:lnTo>
                  <a:lnTo>
                    <a:pt x="232" y="0"/>
                  </a:lnTo>
                  <a:lnTo>
                    <a:pt x="225" y="0"/>
                  </a:lnTo>
                  <a:lnTo>
                    <a:pt x="218" y="0"/>
                  </a:lnTo>
                  <a:lnTo>
                    <a:pt x="212" y="0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6" y="0"/>
                  </a:lnTo>
                  <a:lnTo>
                    <a:pt x="182" y="0"/>
                  </a:lnTo>
                  <a:lnTo>
                    <a:pt x="178" y="0"/>
                  </a:lnTo>
                  <a:lnTo>
                    <a:pt x="174" y="0"/>
                  </a:lnTo>
                  <a:lnTo>
                    <a:pt x="171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9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99" y="1"/>
                  </a:lnTo>
                  <a:lnTo>
                    <a:pt x="96" y="1"/>
                  </a:lnTo>
                  <a:lnTo>
                    <a:pt x="94" y="2"/>
                  </a:lnTo>
                  <a:lnTo>
                    <a:pt x="93" y="2"/>
                  </a:lnTo>
                  <a:lnTo>
                    <a:pt x="90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4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8" y="9"/>
                  </a:lnTo>
                  <a:lnTo>
                    <a:pt x="76" y="12"/>
                  </a:lnTo>
                  <a:lnTo>
                    <a:pt x="73" y="13"/>
                  </a:lnTo>
                  <a:lnTo>
                    <a:pt x="71" y="15"/>
                  </a:lnTo>
                  <a:lnTo>
                    <a:pt x="69" y="18"/>
                  </a:lnTo>
                  <a:lnTo>
                    <a:pt x="66" y="20"/>
                  </a:lnTo>
                  <a:lnTo>
                    <a:pt x="64" y="23"/>
                  </a:lnTo>
                  <a:lnTo>
                    <a:pt x="60" y="25"/>
                  </a:lnTo>
                  <a:lnTo>
                    <a:pt x="58" y="29"/>
                  </a:lnTo>
                  <a:lnTo>
                    <a:pt x="54" y="31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3" y="42"/>
                  </a:lnTo>
                  <a:lnTo>
                    <a:pt x="40" y="46"/>
                  </a:lnTo>
                  <a:lnTo>
                    <a:pt x="36" y="49"/>
                  </a:lnTo>
                  <a:lnTo>
                    <a:pt x="32" y="53"/>
                  </a:lnTo>
                  <a:lnTo>
                    <a:pt x="29" y="56"/>
                  </a:lnTo>
                  <a:lnTo>
                    <a:pt x="26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7" y="70"/>
                  </a:lnTo>
                  <a:lnTo>
                    <a:pt x="14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10" y="79"/>
                  </a:lnTo>
                  <a:lnTo>
                    <a:pt x="8" y="80"/>
                  </a:lnTo>
                  <a:lnTo>
                    <a:pt x="7" y="83"/>
                  </a:lnTo>
                  <a:lnTo>
                    <a:pt x="6" y="85"/>
                  </a:lnTo>
                  <a:lnTo>
                    <a:pt x="5" y="86"/>
                  </a:lnTo>
                  <a:lnTo>
                    <a:pt x="4" y="89"/>
                  </a:lnTo>
                  <a:lnTo>
                    <a:pt x="4" y="91"/>
                  </a:lnTo>
                  <a:lnTo>
                    <a:pt x="2" y="92"/>
                  </a:lnTo>
                  <a:lnTo>
                    <a:pt x="2" y="95"/>
                  </a:lnTo>
                  <a:lnTo>
                    <a:pt x="2" y="97"/>
                  </a:lnTo>
                  <a:lnTo>
                    <a:pt x="1" y="100"/>
                  </a:lnTo>
                  <a:lnTo>
                    <a:pt x="1" y="102"/>
                  </a:lnTo>
                  <a:lnTo>
                    <a:pt x="1" y="104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3"/>
                  </a:lnTo>
                  <a:lnTo>
                    <a:pt x="1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1" y="734"/>
                  </a:lnTo>
                  <a:lnTo>
                    <a:pt x="1" y="738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6"/>
                  </a:lnTo>
                  <a:lnTo>
                    <a:pt x="1" y="749"/>
                  </a:lnTo>
                  <a:lnTo>
                    <a:pt x="1" y="751"/>
                  </a:lnTo>
                  <a:lnTo>
                    <a:pt x="2" y="754"/>
                  </a:lnTo>
                  <a:lnTo>
                    <a:pt x="2" y="756"/>
                  </a:lnTo>
                  <a:lnTo>
                    <a:pt x="2" y="758"/>
                  </a:lnTo>
                  <a:lnTo>
                    <a:pt x="4" y="761"/>
                  </a:lnTo>
                  <a:lnTo>
                    <a:pt x="4" y="762"/>
                  </a:lnTo>
                  <a:lnTo>
                    <a:pt x="5" y="764"/>
                  </a:lnTo>
                  <a:lnTo>
                    <a:pt x="6" y="767"/>
                  </a:lnTo>
                  <a:lnTo>
                    <a:pt x="7" y="768"/>
                  </a:lnTo>
                  <a:lnTo>
                    <a:pt x="8" y="770"/>
                  </a:lnTo>
                  <a:lnTo>
                    <a:pt x="10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4" y="779"/>
                  </a:lnTo>
                  <a:lnTo>
                    <a:pt x="17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6" y="792"/>
                  </a:lnTo>
                  <a:lnTo>
                    <a:pt x="29" y="794"/>
                  </a:lnTo>
                  <a:lnTo>
                    <a:pt x="32" y="798"/>
                  </a:lnTo>
                  <a:lnTo>
                    <a:pt x="36" y="802"/>
                  </a:lnTo>
                  <a:lnTo>
                    <a:pt x="40" y="805"/>
                  </a:lnTo>
                  <a:lnTo>
                    <a:pt x="43" y="809"/>
                  </a:lnTo>
                  <a:lnTo>
                    <a:pt x="47" y="812"/>
                  </a:lnTo>
                  <a:lnTo>
                    <a:pt x="51" y="816"/>
                  </a:lnTo>
                  <a:lnTo>
                    <a:pt x="54" y="820"/>
                  </a:lnTo>
                  <a:lnTo>
                    <a:pt x="58" y="823"/>
                  </a:lnTo>
                  <a:lnTo>
                    <a:pt x="60" y="826"/>
                  </a:lnTo>
                  <a:lnTo>
                    <a:pt x="64" y="829"/>
                  </a:lnTo>
                  <a:lnTo>
                    <a:pt x="66" y="832"/>
                  </a:lnTo>
                  <a:lnTo>
                    <a:pt x="69" y="834"/>
                  </a:lnTo>
                  <a:lnTo>
                    <a:pt x="71" y="835"/>
                  </a:lnTo>
                  <a:lnTo>
                    <a:pt x="73" y="838"/>
                  </a:lnTo>
                  <a:lnTo>
                    <a:pt x="76" y="840"/>
                  </a:lnTo>
                  <a:lnTo>
                    <a:pt x="78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4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90" y="848"/>
                  </a:lnTo>
                  <a:lnTo>
                    <a:pt x="93" y="848"/>
                  </a:lnTo>
                  <a:lnTo>
                    <a:pt x="94" y="850"/>
                  </a:lnTo>
                  <a:lnTo>
                    <a:pt x="96" y="850"/>
                  </a:lnTo>
                  <a:lnTo>
                    <a:pt x="99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6" y="851"/>
                  </a:lnTo>
                  <a:lnTo>
                    <a:pt x="108" y="851"/>
                  </a:lnTo>
                  <a:lnTo>
                    <a:pt x="112" y="852"/>
                  </a:lnTo>
                  <a:lnTo>
                    <a:pt x="114" y="852"/>
                  </a:lnTo>
                  <a:lnTo>
                    <a:pt x="118" y="852"/>
                  </a:lnTo>
                  <a:lnTo>
                    <a:pt x="121" y="852"/>
                  </a:lnTo>
                  <a:lnTo>
                    <a:pt x="125" y="852"/>
                  </a:lnTo>
                  <a:lnTo>
                    <a:pt x="129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3" y="852"/>
                  </a:lnTo>
                  <a:lnTo>
                    <a:pt x="155" y="852"/>
                  </a:lnTo>
                  <a:lnTo>
                    <a:pt x="159" y="852"/>
                  </a:lnTo>
                  <a:lnTo>
                    <a:pt x="161" y="852"/>
                  </a:lnTo>
                  <a:lnTo>
                    <a:pt x="165" y="852"/>
                  </a:lnTo>
                  <a:lnTo>
                    <a:pt x="167" y="852"/>
                  </a:lnTo>
                  <a:lnTo>
                    <a:pt x="171" y="852"/>
                  </a:lnTo>
                  <a:lnTo>
                    <a:pt x="174" y="852"/>
                  </a:lnTo>
                  <a:lnTo>
                    <a:pt x="178" y="852"/>
                  </a:lnTo>
                  <a:lnTo>
                    <a:pt x="182" y="852"/>
                  </a:lnTo>
                  <a:lnTo>
                    <a:pt x="186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6" y="852"/>
                  </a:lnTo>
                  <a:lnTo>
                    <a:pt x="212" y="852"/>
                  </a:lnTo>
                  <a:lnTo>
                    <a:pt x="218" y="852"/>
                  </a:lnTo>
                  <a:lnTo>
                    <a:pt x="225" y="852"/>
                  </a:lnTo>
                  <a:lnTo>
                    <a:pt x="232" y="852"/>
                  </a:lnTo>
                  <a:lnTo>
                    <a:pt x="239" y="852"/>
                  </a:lnTo>
                  <a:lnTo>
                    <a:pt x="248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7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2" y="852"/>
                  </a:lnTo>
                  <a:lnTo>
                    <a:pt x="341" y="852"/>
                  </a:lnTo>
                  <a:lnTo>
                    <a:pt x="350" y="852"/>
                  </a:lnTo>
                  <a:lnTo>
                    <a:pt x="359" y="852"/>
                  </a:lnTo>
                  <a:lnTo>
                    <a:pt x="367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90" y="852"/>
                  </a:lnTo>
                  <a:lnTo>
                    <a:pt x="396" y="852"/>
                  </a:lnTo>
                  <a:lnTo>
                    <a:pt x="403" y="852"/>
                  </a:lnTo>
                  <a:lnTo>
                    <a:pt x="409" y="852"/>
                  </a:lnTo>
                  <a:lnTo>
                    <a:pt x="415" y="852"/>
                  </a:lnTo>
                  <a:lnTo>
                    <a:pt x="421" y="852"/>
                  </a:lnTo>
                  <a:lnTo>
                    <a:pt x="427" y="852"/>
                  </a:lnTo>
                  <a:lnTo>
                    <a:pt x="433" y="852"/>
                  </a:lnTo>
                  <a:lnTo>
                    <a:pt x="439" y="852"/>
                  </a:lnTo>
                  <a:lnTo>
                    <a:pt x="445" y="852"/>
                  </a:lnTo>
                  <a:lnTo>
                    <a:pt x="451" y="852"/>
                  </a:lnTo>
                  <a:lnTo>
                    <a:pt x="458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2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6" y="852"/>
                  </a:lnTo>
                  <a:lnTo>
                    <a:pt x="614" y="852"/>
                  </a:lnTo>
                  <a:lnTo>
                    <a:pt x="622" y="852"/>
                  </a:lnTo>
                  <a:lnTo>
                    <a:pt x="629" y="852"/>
                  </a:lnTo>
                  <a:lnTo>
                    <a:pt x="636" y="852"/>
                  </a:lnTo>
                  <a:lnTo>
                    <a:pt x="642" y="852"/>
                  </a:lnTo>
                  <a:lnTo>
                    <a:pt x="648" y="852"/>
                  </a:lnTo>
                  <a:lnTo>
                    <a:pt x="653" y="852"/>
                  </a:lnTo>
                  <a:lnTo>
                    <a:pt x="659" y="852"/>
                  </a:lnTo>
                  <a:lnTo>
                    <a:pt x="664" y="852"/>
                  </a:lnTo>
                  <a:lnTo>
                    <a:pt x="667" y="852"/>
                  </a:lnTo>
                  <a:lnTo>
                    <a:pt x="672" y="852"/>
                  </a:lnTo>
                  <a:lnTo>
                    <a:pt x="676" y="852"/>
                  </a:lnTo>
                  <a:lnTo>
                    <a:pt x="679" y="852"/>
                  </a:lnTo>
                  <a:lnTo>
                    <a:pt x="683" y="852"/>
                  </a:lnTo>
                  <a:lnTo>
                    <a:pt x="686" y="852"/>
                  </a:lnTo>
                  <a:lnTo>
                    <a:pt x="689" y="852"/>
                  </a:lnTo>
                  <a:lnTo>
                    <a:pt x="692" y="852"/>
                  </a:lnTo>
                  <a:lnTo>
                    <a:pt x="695" y="852"/>
                  </a:lnTo>
                  <a:lnTo>
                    <a:pt x="698" y="852"/>
                  </a:lnTo>
                  <a:lnTo>
                    <a:pt x="701" y="852"/>
                  </a:lnTo>
                  <a:lnTo>
                    <a:pt x="704" y="852"/>
                  </a:lnTo>
                  <a:lnTo>
                    <a:pt x="707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8" y="852"/>
                  </a:lnTo>
                  <a:lnTo>
                    <a:pt x="721" y="852"/>
                  </a:lnTo>
                  <a:lnTo>
                    <a:pt x="725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6" y="852"/>
                  </a:lnTo>
                  <a:lnTo>
                    <a:pt x="739" y="852"/>
                  </a:lnTo>
                  <a:lnTo>
                    <a:pt x="742" y="852"/>
                  </a:lnTo>
                  <a:lnTo>
                    <a:pt x="745" y="851"/>
                  </a:lnTo>
                  <a:lnTo>
                    <a:pt x="748" y="851"/>
                  </a:lnTo>
                  <a:lnTo>
                    <a:pt x="750" y="851"/>
                  </a:lnTo>
                  <a:lnTo>
                    <a:pt x="753" y="851"/>
                  </a:lnTo>
                  <a:lnTo>
                    <a:pt x="755" y="851"/>
                  </a:lnTo>
                  <a:lnTo>
                    <a:pt x="757" y="850"/>
                  </a:lnTo>
                  <a:lnTo>
                    <a:pt x="760" y="850"/>
                  </a:lnTo>
                  <a:lnTo>
                    <a:pt x="761" y="848"/>
                  </a:lnTo>
                  <a:lnTo>
                    <a:pt x="763" y="848"/>
                  </a:lnTo>
                  <a:lnTo>
                    <a:pt x="766" y="847"/>
                  </a:lnTo>
                  <a:lnTo>
                    <a:pt x="767" y="846"/>
                  </a:lnTo>
                  <a:lnTo>
                    <a:pt x="769" y="845"/>
                  </a:lnTo>
                  <a:lnTo>
                    <a:pt x="772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8" y="840"/>
                  </a:lnTo>
                  <a:lnTo>
                    <a:pt x="780" y="838"/>
                  </a:lnTo>
                  <a:lnTo>
                    <a:pt x="783" y="835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90" y="829"/>
                  </a:lnTo>
                  <a:lnTo>
                    <a:pt x="793" y="826"/>
                  </a:lnTo>
                  <a:lnTo>
                    <a:pt x="796" y="823"/>
                  </a:lnTo>
                  <a:lnTo>
                    <a:pt x="799" y="820"/>
                  </a:lnTo>
                  <a:lnTo>
                    <a:pt x="803" y="816"/>
                  </a:lnTo>
                  <a:lnTo>
                    <a:pt x="807" y="812"/>
                  </a:lnTo>
                  <a:lnTo>
                    <a:pt x="810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1" y="798"/>
                  </a:lnTo>
                  <a:lnTo>
                    <a:pt x="825" y="794"/>
                  </a:lnTo>
                  <a:lnTo>
                    <a:pt x="827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7" y="781"/>
                  </a:lnTo>
                  <a:lnTo>
                    <a:pt x="839" y="779"/>
                  </a:lnTo>
                  <a:lnTo>
                    <a:pt x="840" y="776"/>
                  </a:lnTo>
                  <a:lnTo>
                    <a:pt x="843" y="774"/>
                  </a:lnTo>
                  <a:lnTo>
                    <a:pt x="844" y="773"/>
                  </a:lnTo>
                  <a:lnTo>
                    <a:pt x="845" y="770"/>
                  </a:lnTo>
                  <a:lnTo>
                    <a:pt x="846" y="768"/>
                  </a:lnTo>
                  <a:lnTo>
                    <a:pt x="847" y="767"/>
                  </a:lnTo>
                  <a:lnTo>
                    <a:pt x="849" y="764"/>
                  </a:lnTo>
                  <a:lnTo>
                    <a:pt x="849" y="762"/>
                  </a:lnTo>
                  <a:lnTo>
                    <a:pt x="850" y="761"/>
                  </a:lnTo>
                  <a:lnTo>
                    <a:pt x="850" y="758"/>
                  </a:lnTo>
                  <a:lnTo>
                    <a:pt x="851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2" y="749"/>
                  </a:lnTo>
                  <a:lnTo>
                    <a:pt x="852" y="746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4"/>
                  </a:lnTo>
                  <a:lnTo>
                    <a:pt x="852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1" y="95"/>
                  </a:lnTo>
                  <a:lnTo>
                    <a:pt x="850" y="92"/>
                  </a:lnTo>
                  <a:lnTo>
                    <a:pt x="850" y="91"/>
                  </a:lnTo>
                  <a:lnTo>
                    <a:pt x="849" y="89"/>
                  </a:lnTo>
                  <a:lnTo>
                    <a:pt x="849" y="86"/>
                  </a:lnTo>
                  <a:lnTo>
                    <a:pt x="847" y="85"/>
                  </a:lnTo>
                  <a:lnTo>
                    <a:pt x="846" y="83"/>
                  </a:lnTo>
                  <a:lnTo>
                    <a:pt x="845" y="80"/>
                  </a:lnTo>
                  <a:lnTo>
                    <a:pt x="844" y="79"/>
                  </a:lnTo>
                  <a:lnTo>
                    <a:pt x="843" y="77"/>
                  </a:lnTo>
                  <a:lnTo>
                    <a:pt x="840" y="74"/>
                  </a:lnTo>
                  <a:lnTo>
                    <a:pt x="839" y="72"/>
                  </a:lnTo>
                  <a:lnTo>
                    <a:pt x="837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5" y="56"/>
                  </a:lnTo>
                  <a:lnTo>
                    <a:pt x="821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10" y="42"/>
                  </a:lnTo>
                  <a:lnTo>
                    <a:pt x="807" y="38"/>
                  </a:lnTo>
                  <a:lnTo>
                    <a:pt x="803" y="35"/>
                  </a:lnTo>
                  <a:lnTo>
                    <a:pt x="799" y="31"/>
                  </a:lnTo>
                  <a:lnTo>
                    <a:pt x="796" y="29"/>
                  </a:lnTo>
                  <a:lnTo>
                    <a:pt x="793" y="25"/>
                  </a:lnTo>
                  <a:lnTo>
                    <a:pt x="790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3" y="15"/>
                  </a:lnTo>
                  <a:lnTo>
                    <a:pt x="780" y="13"/>
                  </a:lnTo>
                  <a:lnTo>
                    <a:pt x="778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2" y="7"/>
                  </a:lnTo>
                  <a:lnTo>
                    <a:pt x="769" y="6"/>
                  </a:lnTo>
                  <a:lnTo>
                    <a:pt x="767" y="5"/>
                  </a:lnTo>
                  <a:lnTo>
                    <a:pt x="766" y="3"/>
                  </a:lnTo>
                  <a:lnTo>
                    <a:pt x="763" y="3"/>
                  </a:lnTo>
                  <a:lnTo>
                    <a:pt x="761" y="2"/>
                  </a:lnTo>
                  <a:lnTo>
                    <a:pt x="760" y="2"/>
                  </a:lnTo>
                  <a:lnTo>
                    <a:pt x="757" y="1"/>
                  </a:lnTo>
                  <a:lnTo>
                    <a:pt x="755" y="1"/>
                  </a:lnTo>
                  <a:lnTo>
                    <a:pt x="753" y="1"/>
                  </a:lnTo>
                  <a:lnTo>
                    <a:pt x="750" y="0"/>
                  </a:lnTo>
                  <a:lnTo>
                    <a:pt x="748" y="0"/>
                  </a:lnTo>
                  <a:lnTo>
                    <a:pt x="745" y="0"/>
                  </a:lnTo>
                  <a:lnTo>
                    <a:pt x="742" y="0"/>
                  </a:lnTo>
                  <a:lnTo>
                    <a:pt x="739" y="0"/>
                  </a:lnTo>
                  <a:lnTo>
                    <a:pt x="736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5" y="0"/>
                  </a:lnTo>
                  <a:lnTo>
                    <a:pt x="721" y="0"/>
                  </a:lnTo>
                  <a:lnTo>
                    <a:pt x="718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7" y="0"/>
                  </a:lnTo>
                  <a:lnTo>
                    <a:pt x="704" y="0"/>
                  </a:lnTo>
                  <a:lnTo>
                    <a:pt x="702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4" y="0"/>
                  </a:lnTo>
                  <a:lnTo>
                    <a:pt x="691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3" y="0"/>
                  </a:lnTo>
                  <a:lnTo>
                    <a:pt x="680" y="0"/>
                  </a:lnTo>
                  <a:lnTo>
                    <a:pt x="677" y="0"/>
                  </a:lnTo>
                  <a:lnTo>
                    <a:pt x="674" y="0"/>
                  </a:lnTo>
                  <a:lnTo>
                    <a:pt x="671" y="0"/>
                  </a:lnTo>
                  <a:lnTo>
                    <a:pt x="667" y="0"/>
                  </a:lnTo>
                  <a:lnTo>
                    <a:pt x="664" y="0"/>
                  </a:lnTo>
                  <a:lnTo>
                    <a:pt x="660" y="0"/>
                  </a:lnTo>
                  <a:lnTo>
                    <a:pt x="656" y="0"/>
                  </a:lnTo>
                  <a:lnTo>
                    <a:pt x="652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7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6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8" y="0"/>
                  </a:lnTo>
                  <a:lnTo>
                    <a:pt x="552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9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7" y="0"/>
                  </a:lnTo>
                  <a:lnTo>
                    <a:pt x="523" y="0"/>
                  </a:lnTo>
                  <a:lnTo>
                    <a:pt x="521" y="0"/>
                  </a:lnTo>
                  <a:lnTo>
                    <a:pt x="517" y="0"/>
                  </a:lnTo>
                  <a:lnTo>
                    <a:pt x="515" y="0"/>
                  </a:lnTo>
                  <a:lnTo>
                    <a:pt x="511" y="0"/>
                  </a:lnTo>
                  <a:lnTo>
                    <a:pt x="509" y="0"/>
                  </a:lnTo>
                  <a:lnTo>
                    <a:pt x="506" y="0"/>
                  </a:lnTo>
                  <a:lnTo>
                    <a:pt x="504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5" y="0"/>
                  </a:lnTo>
                  <a:lnTo>
                    <a:pt x="493" y="0"/>
                  </a:lnTo>
                  <a:lnTo>
                    <a:pt x="489" y="0"/>
                  </a:lnTo>
                  <a:lnTo>
                    <a:pt x="487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7" y="0"/>
                  </a:lnTo>
                  <a:lnTo>
                    <a:pt x="474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62" name="Freeform 215">
              <a:extLst>
                <a:ext uri="{FF2B5EF4-FFF2-40B4-BE49-F238E27FC236}">
                  <a16:creationId xmlns:a16="http://schemas.microsoft.com/office/drawing/2014/main" id="{084E52C0-C097-4E18-B2CE-CCD4B2098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946"/>
              <a:ext cx="432" cy="132"/>
            </a:xfrm>
            <a:custGeom>
              <a:avLst/>
              <a:gdLst>
                <a:gd name="T0" fmla="*/ 0 w 865"/>
                <a:gd name="T1" fmla="*/ 0 h 265"/>
                <a:gd name="T2" fmla="*/ 0 w 865"/>
                <a:gd name="T3" fmla="*/ 0 h 265"/>
                <a:gd name="T4" fmla="*/ 0 w 865"/>
                <a:gd name="T5" fmla="*/ 0 h 265"/>
                <a:gd name="T6" fmla="*/ 0 w 865"/>
                <a:gd name="T7" fmla="*/ 0 h 265"/>
                <a:gd name="T8" fmla="*/ 0 w 865"/>
                <a:gd name="T9" fmla="*/ 0 h 265"/>
                <a:gd name="T10" fmla="*/ 0 w 865"/>
                <a:gd name="T11" fmla="*/ 0 h 265"/>
                <a:gd name="T12" fmla="*/ 0 w 865"/>
                <a:gd name="T13" fmla="*/ 0 h 265"/>
                <a:gd name="T14" fmla="*/ 0 w 865"/>
                <a:gd name="T15" fmla="*/ 0 h 265"/>
                <a:gd name="T16" fmla="*/ 0 w 865"/>
                <a:gd name="T17" fmla="*/ 0 h 265"/>
                <a:gd name="T18" fmla="*/ 0 w 865"/>
                <a:gd name="T19" fmla="*/ 0 h 265"/>
                <a:gd name="T20" fmla="*/ 0 w 865"/>
                <a:gd name="T21" fmla="*/ 0 h 265"/>
                <a:gd name="T22" fmla="*/ 0 w 865"/>
                <a:gd name="T23" fmla="*/ 0 h 265"/>
                <a:gd name="T24" fmla="*/ 0 w 865"/>
                <a:gd name="T25" fmla="*/ 0 h 265"/>
                <a:gd name="T26" fmla="*/ 0 w 865"/>
                <a:gd name="T27" fmla="*/ 0 h 265"/>
                <a:gd name="T28" fmla="*/ 0 w 865"/>
                <a:gd name="T29" fmla="*/ 0 h 265"/>
                <a:gd name="T30" fmla="*/ 0 w 865"/>
                <a:gd name="T31" fmla="*/ 0 h 265"/>
                <a:gd name="T32" fmla="*/ 0 w 865"/>
                <a:gd name="T33" fmla="*/ 0 h 265"/>
                <a:gd name="T34" fmla="*/ 0 w 865"/>
                <a:gd name="T35" fmla="*/ 0 h 265"/>
                <a:gd name="T36" fmla="*/ 0 w 865"/>
                <a:gd name="T37" fmla="*/ 0 h 265"/>
                <a:gd name="T38" fmla="*/ 0 w 865"/>
                <a:gd name="T39" fmla="*/ 0 h 265"/>
                <a:gd name="T40" fmla="*/ 0 w 865"/>
                <a:gd name="T41" fmla="*/ 0 h 265"/>
                <a:gd name="T42" fmla="*/ 0 w 865"/>
                <a:gd name="T43" fmla="*/ 0 h 265"/>
                <a:gd name="T44" fmla="*/ 0 w 865"/>
                <a:gd name="T45" fmla="*/ 0 h 265"/>
                <a:gd name="T46" fmla="*/ 0 w 865"/>
                <a:gd name="T47" fmla="*/ 0 h 265"/>
                <a:gd name="T48" fmla="*/ 0 w 865"/>
                <a:gd name="T49" fmla="*/ 0 h 265"/>
                <a:gd name="T50" fmla="*/ 0 w 865"/>
                <a:gd name="T51" fmla="*/ 0 h 265"/>
                <a:gd name="T52" fmla="*/ 0 w 865"/>
                <a:gd name="T53" fmla="*/ 0 h 265"/>
                <a:gd name="T54" fmla="*/ 0 w 865"/>
                <a:gd name="T55" fmla="*/ 0 h 265"/>
                <a:gd name="T56" fmla="*/ 0 w 865"/>
                <a:gd name="T57" fmla="*/ 0 h 265"/>
                <a:gd name="T58" fmla="*/ 0 w 865"/>
                <a:gd name="T59" fmla="*/ 0 h 265"/>
                <a:gd name="T60" fmla="*/ 0 w 865"/>
                <a:gd name="T61" fmla="*/ 0 h 265"/>
                <a:gd name="T62" fmla="*/ 0 w 865"/>
                <a:gd name="T63" fmla="*/ 0 h 265"/>
                <a:gd name="T64" fmla="*/ 0 w 865"/>
                <a:gd name="T65" fmla="*/ 0 h 265"/>
                <a:gd name="T66" fmla="*/ 0 w 865"/>
                <a:gd name="T67" fmla="*/ 0 h 265"/>
                <a:gd name="T68" fmla="*/ 0 w 865"/>
                <a:gd name="T69" fmla="*/ 0 h 265"/>
                <a:gd name="T70" fmla="*/ 0 w 865"/>
                <a:gd name="T71" fmla="*/ 0 h 265"/>
                <a:gd name="T72" fmla="*/ 0 w 865"/>
                <a:gd name="T73" fmla="*/ 0 h 265"/>
                <a:gd name="T74" fmla="*/ 0 w 865"/>
                <a:gd name="T75" fmla="*/ 0 h 265"/>
                <a:gd name="T76" fmla="*/ 0 w 865"/>
                <a:gd name="T77" fmla="*/ 0 h 265"/>
                <a:gd name="T78" fmla="*/ 0 w 865"/>
                <a:gd name="T79" fmla="*/ 0 h 265"/>
                <a:gd name="T80" fmla="*/ 0 w 865"/>
                <a:gd name="T81" fmla="*/ 0 h 265"/>
                <a:gd name="T82" fmla="*/ 0 w 865"/>
                <a:gd name="T83" fmla="*/ 0 h 265"/>
                <a:gd name="T84" fmla="*/ 0 w 865"/>
                <a:gd name="T85" fmla="*/ 0 h 265"/>
                <a:gd name="T86" fmla="*/ 0 w 865"/>
                <a:gd name="T87" fmla="*/ 0 h 265"/>
                <a:gd name="T88" fmla="*/ 0 w 865"/>
                <a:gd name="T89" fmla="*/ 0 h 26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865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2"/>
                  </a:lnTo>
                  <a:lnTo>
                    <a:pt x="3" y="96"/>
                  </a:lnTo>
                  <a:lnTo>
                    <a:pt x="6" y="90"/>
                  </a:lnTo>
                  <a:lnTo>
                    <a:pt x="8" y="84"/>
                  </a:lnTo>
                  <a:lnTo>
                    <a:pt x="9" y="78"/>
                  </a:lnTo>
                  <a:lnTo>
                    <a:pt x="13" y="72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38" y="0"/>
                  </a:lnTo>
                  <a:lnTo>
                    <a:pt x="744" y="0"/>
                  </a:lnTo>
                  <a:lnTo>
                    <a:pt x="751" y="2"/>
                  </a:lnTo>
                  <a:lnTo>
                    <a:pt x="757" y="2"/>
                  </a:lnTo>
                  <a:lnTo>
                    <a:pt x="763" y="3"/>
                  </a:lnTo>
                  <a:lnTo>
                    <a:pt x="769" y="4"/>
                  </a:lnTo>
                  <a:lnTo>
                    <a:pt x="775" y="6"/>
                  </a:lnTo>
                  <a:lnTo>
                    <a:pt x="781" y="8"/>
                  </a:lnTo>
                  <a:lnTo>
                    <a:pt x="787" y="10"/>
                  </a:lnTo>
                  <a:lnTo>
                    <a:pt x="793" y="14"/>
                  </a:lnTo>
                  <a:lnTo>
                    <a:pt x="798" y="16"/>
                  </a:lnTo>
                  <a:lnTo>
                    <a:pt x="804" y="18"/>
                  </a:lnTo>
                  <a:lnTo>
                    <a:pt x="808" y="22"/>
                  </a:lnTo>
                  <a:lnTo>
                    <a:pt x="813" y="26"/>
                  </a:lnTo>
                  <a:lnTo>
                    <a:pt x="818" y="29"/>
                  </a:lnTo>
                  <a:lnTo>
                    <a:pt x="823" y="34"/>
                  </a:lnTo>
                  <a:lnTo>
                    <a:pt x="828" y="38"/>
                  </a:lnTo>
                  <a:lnTo>
                    <a:pt x="831" y="42"/>
                  </a:lnTo>
                  <a:lnTo>
                    <a:pt x="836" y="47"/>
                  </a:lnTo>
                  <a:lnTo>
                    <a:pt x="840" y="52"/>
                  </a:lnTo>
                  <a:lnTo>
                    <a:pt x="843" y="57"/>
                  </a:lnTo>
                  <a:lnTo>
                    <a:pt x="847" y="62"/>
                  </a:lnTo>
                  <a:lnTo>
                    <a:pt x="849" y="68"/>
                  </a:lnTo>
                  <a:lnTo>
                    <a:pt x="853" y="72"/>
                  </a:lnTo>
                  <a:lnTo>
                    <a:pt x="855" y="78"/>
                  </a:lnTo>
                  <a:lnTo>
                    <a:pt x="858" y="84"/>
                  </a:lnTo>
                  <a:lnTo>
                    <a:pt x="859" y="90"/>
                  </a:lnTo>
                  <a:lnTo>
                    <a:pt x="861" y="96"/>
                  </a:lnTo>
                  <a:lnTo>
                    <a:pt x="863" y="102"/>
                  </a:lnTo>
                  <a:lnTo>
                    <a:pt x="864" y="109"/>
                  </a:lnTo>
                  <a:lnTo>
                    <a:pt x="865" y="116"/>
                  </a:lnTo>
                  <a:lnTo>
                    <a:pt x="865" y="122"/>
                  </a:lnTo>
                  <a:lnTo>
                    <a:pt x="865" y="128"/>
                  </a:lnTo>
                  <a:lnTo>
                    <a:pt x="865" y="137"/>
                  </a:lnTo>
                  <a:lnTo>
                    <a:pt x="865" y="143"/>
                  </a:lnTo>
                  <a:lnTo>
                    <a:pt x="865" y="151"/>
                  </a:lnTo>
                  <a:lnTo>
                    <a:pt x="864" y="157"/>
                  </a:lnTo>
                  <a:lnTo>
                    <a:pt x="863" y="163"/>
                  </a:lnTo>
                  <a:lnTo>
                    <a:pt x="861" y="169"/>
                  </a:lnTo>
                  <a:lnTo>
                    <a:pt x="859" y="175"/>
                  </a:lnTo>
                  <a:lnTo>
                    <a:pt x="858" y="181"/>
                  </a:lnTo>
                  <a:lnTo>
                    <a:pt x="855" y="187"/>
                  </a:lnTo>
                  <a:lnTo>
                    <a:pt x="853" y="193"/>
                  </a:lnTo>
                  <a:lnTo>
                    <a:pt x="849" y="197"/>
                  </a:lnTo>
                  <a:lnTo>
                    <a:pt x="847" y="203"/>
                  </a:lnTo>
                  <a:lnTo>
                    <a:pt x="843" y="208"/>
                  </a:lnTo>
                  <a:lnTo>
                    <a:pt x="840" y="213"/>
                  </a:lnTo>
                  <a:lnTo>
                    <a:pt x="836" y="218"/>
                  </a:lnTo>
                  <a:lnTo>
                    <a:pt x="831" y="223"/>
                  </a:lnTo>
                  <a:lnTo>
                    <a:pt x="828" y="228"/>
                  </a:lnTo>
                  <a:lnTo>
                    <a:pt x="823" y="231"/>
                  </a:lnTo>
                  <a:lnTo>
                    <a:pt x="818" y="236"/>
                  </a:lnTo>
                  <a:lnTo>
                    <a:pt x="813" y="240"/>
                  </a:lnTo>
                  <a:lnTo>
                    <a:pt x="808" y="243"/>
                  </a:lnTo>
                  <a:lnTo>
                    <a:pt x="804" y="247"/>
                  </a:lnTo>
                  <a:lnTo>
                    <a:pt x="798" y="249"/>
                  </a:lnTo>
                  <a:lnTo>
                    <a:pt x="793" y="253"/>
                  </a:lnTo>
                  <a:lnTo>
                    <a:pt x="787" y="255"/>
                  </a:lnTo>
                  <a:lnTo>
                    <a:pt x="781" y="258"/>
                  </a:lnTo>
                  <a:lnTo>
                    <a:pt x="775" y="259"/>
                  </a:lnTo>
                  <a:lnTo>
                    <a:pt x="769" y="261"/>
                  </a:lnTo>
                  <a:lnTo>
                    <a:pt x="763" y="262"/>
                  </a:lnTo>
                  <a:lnTo>
                    <a:pt x="757" y="264"/>
                  </a:lnTo>
                  <a:lnTo>
                    <a:pt x="751" y="264"/>
                  </a:lnTo>
                  <a:lnTo>
                    <a:pt x="744" y="265"/>
                  </a:lnTo>
                  <a:lnTo>
                    <a:pt x="738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3"/>
                  </a:lnTo>
                  <a:lnTo>
                    <a:pt x="15" y="197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63" name="Rectangle 219">
              <a:extLst>
                <a:ext uri="{FF2B5EF4-FFF2-40B4-BE49-F238E27FC236}">
                  <a16:creationId xmlns:a16="http://schemas.microsoft.com/office/drawing/2014/main" id="{C462D351-110B-4E82-9B44-6A4245444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3535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64" name="Rectangle 220">
              <a:extLst>
                <a:ext uri="{FF2B5EF4-FFF2-40B4-BE49-F238E27FC236}">
                  <a16:creationId xmlns:a16="http://schemas.microsoft.com/office/drawing/2014/main" id="{BD210936-F82F-46B2-B0B0-F1346FB5C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7" y="359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cxnSp>
        <p:nvCxnSpPr>
          <p:cNvPr id="102403" name="Straight Connector 2">
            <a:extLst>
              <a:ext uri="{FF2B5EF4-FFF2-40B4-BE49-F238E27FC236}">
                <a16:creationId xmlns:a16="http://schemas.microsoft.com/office/drawing/2014/main" id="{2143E3EC-25AB-45C2-8A8A-E47D9FE9D1C0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57200" y="2209800"/>
            <a:ext cx="992188" cy="1017588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2404" name="Straight Connector 189">
            <a:extLst>
              <a:ext uri="{FF2B5EF4-FFF2-40B4-BE49-F238E27FC236}">
                <a16:creationId xmlns:a16="http://schemas.microsoft.com/office/drawing/2014/main" id="{610CAFD8-DFFA-4431-8EEB-4AA53A785D2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543800" y="2133600"/>
            <a:ext cx="685800" cy="129540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2405" name="Straight Connector 190">
            <a:extLst>
              <a:ext uri="{FF2B5EF4-FFF2-40B4-BE49-F238E27FC236}">
                <a16:creationId xmlns:a16="http://schemas.microsoft.com/office/drawing/2014/main" id="{8624491F-C9EE-4502-8A3D-38CBB357DE4B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2897188" y="685800"/>
            <a:ext cx="1293812" cy="428625"/>
          </a:xfrm>
          <a:prstGeom prst="lin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2406" name="Straight Connector 192">
            <a:extLst>
              <a:ext uri="{FF2B5EF4-FFF2-40B4-BE49-F238E27FC236}">
                <a16:creationId xmlns:a16="http://schemas.microsoft.com/office/drawing/2014/main" id="{C3B20FE3-C16D-411E-8078-CC4FD6D98AE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7800" y="685800"/>
            <a:ext cx="2468563" cy="395288"/>
          </a:xfrm>
          <a:prstGeom prst="lin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2407" name="Straight Connector 197">
            <a:extLst>
              <a:ext uri="{FF2B5EF4-FFF2-40B4-BE49-F238E27FC236}">
                <a16:creationId xmlns:a16="http://schemas.microsoft.com/office/drawing/2014/main" id="{B27C0282-5F5C-4E5C-BD8F-FF7FF5B03FD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2130425" y="1428750"/>
            <a:ext cx="1298575" cy="247650"/>
          </a:xfrm>
          <a:prstGeom prst="line">
            <a:avLst/>
          </a:prstGeom>
          <a:noFill/>
          <a:ln w="254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2408" name="Straight Connector 199">
            <a:extLst>
              <a:ext uri="{FF2B5EF4-FFF2-40B4-BE49-F238E27FC236}">
                <a16:creationId xmlns:a16="http://schemas.microsoft.com/office/drawing/2014/main" id="{CA16267F-74DD-490D-9D68-88BF155DFC5D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019800" y="1706563"/>
            <a:ext cx="1306513" cy="655637"/>
          </a:xfrm>
          <a:prstGeom prst="line">
            <a:avLst/>
          </a:prstGeom>
          <a:noFill/>
          <a:ln w="25400">
            <a:solidFill>
              <a:srgbClr val="8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02409" name="Group 221">
            <a:extLst>
              <a:ext uri="{FF2B5EF4-FFF2-40B4-BE49-F238E27FC236}">
                <a16:creationId xmlns:a16="http://schemas.microsoft.com/office/drawing/2014/main" id="{69D1F755-E932-4F2F-8B3C-0AC00CBB0B5B}"/>
              </a:ext>
            </a:extLst>
          </p:cNvPr>
          <p:cNvGrpSpPr>
            <a:grpSpLocks/>
          </p:cNvGrpSpPr>
          <p:nvPr/>
        </p:nvGrpSpPr>
        <p:grpSpPr bwMode="auto">
          <a:xfrm>
            <a:off x="3381375" y="2971800"/>
            <a:ext cx="3095625" cy="3676650"/>
            <a:chOff x="3196" y="846"/>
            <a:chExt cx="1950" cy="2316"/>
          </a:xfrm>
        </p:grpSpPr>
        <p:sp>
          <p:nvSpPr>
            <p:cNvPr id="102427" name="Line 222">
              <a:extLst>
                <a:ext uri="{FF2B5EF4-FFF2-40B4-BE49-F238E27FC236}">
                  <a16:creationId xmlns:a16="http://schemas.microsoft.com/office/drawing/2014/main" id="{F77F208F-4956-4C55-BF51-7B123A1965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1096"/>
              <a:ext cx="16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28" name="Freeform 223">
              <a:extLst>
                <a:ext uri="{FF2B5EF4-FFF2-40B4-BE49-F238E27FC236}">
                  <a16:creationId xmlns:a16="http://schemas.microsoft.com/office/drawing/2014/main" id="{B4191D9D-345C-40F4-811B-20654FAC3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601"/>
              <a:ext cx="96" cy="1"/>
            </a:xfrm>
            <a:custGeom>
              <a:avLst/>
              <a:gdLst>
                <a:gd name="T0" fmla="*/ 1 w 192"/>
                <a:gd name="T1" fmla="*/ 0 h 1"/>
                <a:gd name="T2" fmla="*/ 0 w 192"/>
                <a:gd name="T3" fmla="*/ 0 h 1"/>
                <a:gd name="T4" fmla="*/ 1 w 19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">
                  <a:moveTo>
                    <a:pt x="192" y="0"/>
                  </a:moveTo>
                  <a:lnTo>
                    <a:pt x="0" y="0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29" name="Line 224">
              <a:extLst>
                <a:ext uri="{FF2B5EF4-FFF2-40B4-BE49-F238E27FC236}">
                  <a16:creationId xmlns:a16="http://schemas.microsoft.com/office/drawing/2014/main" id="{53D25C11-F6FB-4027-9EAD-909250315A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09" y="1601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30" name="Freeform 225">
              <a:extLst>
                <a:ext uri="{FF2B5EF4-FFF2-40B4-BE49-F238E27FC236}">
                  <a16:creationId xmlns:a16="http://schemas.microsoft.com/office/drawing/2014/main" id="{3A8FBFA4-0760-4189-B41D-A92709B23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685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31" name="Line 226">
              <a:extLst>
                <a:ext uri="{FF2B5EF4-FFF2-40B4-BE49-F238E27FC236}">
                  <a16:creationId xmlns:a16="http://schemas.microsoft.com/office/drawing/2014/main" id="{845EB031-5072-4564-8A80-0700D49C39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1685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32" name="Freeform 227">
              <a:extLst>
                <a:ext uri="{FF2B5EF4-FFF2-40B4-BE49-F238E27FC236}">
                  <a16:creationId xmlns:a16="http://schemas.microsoft.com/office/drawing/2014/main" id="{A6968B5E-EDA1-48B1-994D-1AF069B8D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517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33" name="Line 228">
              <a:extLst>
                <a:ext uri="{FF2B5EF4-FFF2-40B4-BE49-F238E27FC236}">
                  <a16:creationId xmlns:a16="http://schemas.microsoft.com/office/drawing/2014/main" id="{D57682B6-46ED-4481-A595-1F2DDEB12D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1517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34" name="Line 229">
              <a:extLst>
                <a:ext uri="{FF2B5EF4-FFF2-40B4-BE49-F238E27FC236}">
                  <a16:creationId xmlns:a16="http://schemas.microsoft.com/office/drawing/2014/main" id="{FAC1EDB4-E23A-4684-901C-F5A400DAF7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1349"/>
              <a:ext cx="192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35" name="Line 230">
              <a:extLst>
                <a:ext uri="{FF2B5EF4-FFF2-40B4-BE49-F238E27FC236}">
                  <a16:creationId xmlns:a16="http://schemas.microsoft.com/office/drawing/2014/main" id="{BE3826A6-02D7-4DCB-9D6E-9D1C10C758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1264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36" name="Line 231">
              <a:extLst>
                <a:ext uri="{FF2B5EF4-FFF2-40B4-BE49-F238E27FC236}">
                  <a16:creationId xmlns:a16="http://schemas.microsoft.com/office/drawing/2014/main" id="{D744370C-BCC8-4789-8A2B-EA29DCAA6B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1433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37" name="Line 232">
              <a:extLst>
                <a:ext uri="{FF2B5EF4-FFF2-40B4-BE49-F238E27FC236}">
                  <a16:creationId xmlns:a16="http://schemas.microsoft.com/office/drawing/2014/main" id="{2B4A1A15-FEE3-41B3-B191-78B25F2FD1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63" y="1349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38" name="Freeform 233">
              <a:extLst>
                <a:ext uri="{FF2B5EF4-FFF2-40B4-BE49-F238E27FC236}">
                  <a16:creationId xmlns:a16="http://schemas.microsoft.com/office/drawing/2014/main" id="{C841F119-7026-4298-95E0-BF3B25D00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206"/>
              <a:ext cx="359" cy="143"/>
            </a:xfrm>
            <a:custGeom>
              <a:avLst/>
              <a:gdLst>
                <a:gd name="T0" fmla="*/ 1 w 717"/>
                <a:gd name="T1" fmla="*/ 0 h 286"/>
                <a:gd name="T2" fmla="*/ 1 w 717"/>
                <a:gd name="T3" fmla="*/ 0 h 286"/>
                <a:gd name="T4" fmla="*/ 1 w 717"/>
                <a:gd name="T5" fmla="*/ 1 h 286"/>
                <a:gd name="T6" fmla="*/ 1 w 717"/>
                <a:gd name="T7" fmla="*/ 1 h 286"/>
                <a:gd name="T8" fmla="*/ 1 w 717"/>
                <a:gd name="T9" fmla="*/ 1 h 286"/>
                <a:gd name="T10" fmla="*/ 1 w 717"/>
                <a:gd name="T11" fmla="*/ 1 h 286"/>
                <a:gd name="T12" fmla="*/ 1 w 717"/>
                <a:gd name="T13" fmla="*/ 1 h 286"/>
                <a:gd name="T14" fmla="*/ 1 w 717"/>
                <a:gd name="T15" fmla="*/ 1 h 286"/>
                <a:gd name="T16" fmla="*/ 1 w 717"/>
                <a:gd name="T17" fmla="*/ 1 h 286"/>
                <a:gd name="T18" fmla="*/ 1 w 717"/>
                <a:gd name="T19" fmla="*/ 1 h 286"/>
                <a:gd name="T20" fmla="*/ 1 w 717"/>
                <a:gd name="T21" fmla="*/ 1 h 286"/>
                <a:gd name="T22" fmla="*/ 1 w 717"/>
                <a:gd name="T23" fmla="*/ 1 h 286"/>
                <a:gd name="T24" fmla="*/ 1 w 717"/>
                <a:gd name="T25" fmla="*/ 1 h 286"/>
                <a:gd name="T26" fmla="*/ 1 w 717"/>
                <a:gd name="T27" fmla="*/ 1 h 286"/>
                <a:gd name="T28" fmla="*/ 1 w 717"/>
                <a:gd name="T29" fmla="*/ 1 h 286"/>
                <a:gd name="T30" fmla="*/ 1 w 717"/>
                <a:gd name="T31" fmla="*/ 1 h 286"/>
                <a:gd name="T32" fmla="*/ 1 w 717"/>
                <a:gd name="T33" fmla="*/ 1 h 286"/>
                <a:gd name="T34" fmla="*/ 1 w 717"/>
                <a:gd name="T35" fmla="*/ 1 h 286"/>
                <a:gd name="T36" fmla="*/ 1 w 717"/>
                <a:gd name="T37" fmla="*/ 1 h 286"/>
                <a:gd name="T38" fmla="*/ 1 w 717"/>
                <a:gd name="T39" fmla="*/ 1 h 286"/>
                <a:gd name="T40" fmla="*/ 1 w 717"/>
                <a:gd name="T41" fmla="*/ 1 h 286"/>
                <a:gd name="T42" fmla="*/ 1 w 717"/>
                <a:gd name="T43" fmla="*/ 1 h 286"/>
                <a:gd name="T44" fmla="*/ 1 w 717"/>
                <a:gd name="T45" fmla="*/ 1 h 286"/>
                <a:gd name="T46" fmla="*/ 1 w 717"/>
                <a:gd name="T47" fmla="*/ 1 h 286"/>
                <a:gd name="T48" fmla="*/ 1 w 717"/>
                <a:gd name="T49" fmla="*/ 1 h 286"/>
                <a:gd name="T50" fmla="*/ 1 w 717"/>
                <a:gd name="T51" fmla="*/ 1 h 286"/>
                <a:gd name="T52" fmla="*/ 1 w 717"/>
                <a:gd name="T53" fmla="*/ 1 h 286"/>
                <a:gd name="T54" fmla="*/ 1 w 717"/>
                <a:gd name="T55" fmla="*/ 1 h 286"/>
                <a:gd name="T56" fmla="*/ 1 w 717"/>
                <a:gd name="T57" fmla="*/ 1 h 286"/>
                <a:gd name="T58" fmla="*/ 1 w 717"/>
                <a:gd name="T59" fmla="*/ 1 h 286"/>
                <a:gd name="T60" fmla="*/ 1 w 717"/>
                <a:gd name="T61" fmla="*/ 1 h 286"/>
                <a:gd name="T62" fmla="*/ 1 w 717"/>
                <a:gd name="T63" fmla="*/ 1 h 286"/>
                <a:gd name="T64" fmla="*/ 1 w 717"/>
                <a:gd name="T65" fmla="*/ 1 h 286"/>
                <a:gd name="T66" fmla="*/ 1 w 717"/>
                <a:gd name="T67" fmla="*/ 1 h 286"/>
                <a:gd name="T68" fmla="*/ 1 w 717"/>
                <a:gd name="T69" fmla="*/ 1 h 286"/>
                <a:gd name="T70" fmla="*/ 1 w 717"/>
                <a:gd name="T71" fmla="*/ 1 h 286"/>
                <a:gd name="T72" fmla="*/ 1 w 717"/>
                <a:gd name="T73" fmla="*/ 1 h 286"/>
                <a:gd name="T74" fmla="*/ 1 w 717"/>
                <a:gd name="T75" fmla="*/ 1 h 286"/>
                <a:gd name="T76" fmla="*/ 1 w 717"/>
                <a:gd name="T77" fmla="*/ 1 h 286"/>
                <a:gd name="T78" fmla="*/ 1 w 717"/>
                <a:gd name="T79" fmla="*/ 1 h 286"/>
                <a:gd name="T80" fmla="*/ 1 w 717"/>
                <a:gd name="T81" fmla="*/ 1 h 286"/>
                <a:gd name="T82" fmla="*/ 1 w 717"/>
                <a:gd name="T83" fmla="*/ 1 h 286"/>
                <a:gd name="T84" fmla="*/ 1 w 717"/>
                <a:gd name="T85" fmla="*/ 1 h 286"/>
                <a:gd name="T86" fmla="*/ 1 w 717"/>
                <a:gd name="T87" fmla="*/ 1 h 286"/>
                <a:gd name="T88" fmla="*/ 1 w 717"/>
                <a:gd name="T89" fmla="*/ 1 h 286"/>
                <a:gd name="T90" fmla="*/ 1 w 717"/>
                <a:gd name="T91" fmla="*/ 1 h 286"/>
                <a:gd name="T92" fmla="*/ 1 w 717"/>
                <a:gd name="T93" fmla="*/ 1 h 286"/>
                <a:gd name="T94" fmla="*/ 1 w 717"/>
                <a:gd name="T95" fmla="*/ 1 h 286"/>
                <a:gd name="T96" fmla="*/ 1 w 717"/>
                <a:gd name="T97" fmla="*/ 1 h 286"/>
                <a:gd name="T98" fmla="*/ 1 w 717"/>
                <a:gd name="T99" fmla="*/ 1 h 286"/>
                <a:gd name="T100" fmla="*/ 1 w 717"/>
                <a:gd name="T101" fmla="*/ 1 h 286"/>
                <a:gd name="T102" fmla="*/ 1 w 717"/>
                <a:gd name="T103" fmla="*/ 1 h 286"/>
                <a:gd name="T104" fmla="*/ 1 w 717"/>
                <a:gd name="T105" fmla="*/ 1 h 286"/>
                <a:gd name="T106" fmla="*/ 1 w 717"/>
                <a:gd name="T107" fmla="*/ 1 h 286"/>
                <a:gd name="T108" fmla="*/ 1 w 717"/>
                <a:gd name="T109" fmla="*/ 1 h 286"/>
                <a:gd name="T110" fmla="*/ 1 w 717"/>
                <a:gd name="T111" fmla="*/ 1 h 286"/>
                <a:gd name="T112" fmla="*/ 1 w 717"/>
                <a:gd name="T113" fmla="*/ 1 h 286"/>
                <a:gd name="T114" fmla="*/ 1 w 717"/>
                <a:gd name="T115" fmla="*/ 1 h 286"/>
                <a:gd name="T116" fmla="*/ 1 w 717"/>
                <a:gd name="T117" fmla="*/ 1 h 286"/>
                <a:gd name="T118" fmla="*/ 1 w 717"/>
                <a:gd name="T119" fmla="*/ 1 h 286"/>
                <a:gd name="T120" fmla="*/ 1 w 717"/>
                <a:gd name="T121" fmla="*/ 1 h 2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6">
                  <a:moveTo>
                    <a:pt x="0" y="0"/>
                  </a:moveTo>
                  <a:lnTo>
                    <a:pt x="28" y="0"/>
                  </a:lnTo>
                  <a:lnTo>
                    <a:pt x="53" y="0"/>
                  </a:lnTo>
                  <a:lnTo>
                    <a:pt x="77" y="0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39" y="0"/>
                  </a:lnTo>
                  <a:lnTo>
                    <a:pt x="157" y="0"/>
                  </a:lnTo>
                  <a:lnTo>
                    <a:pt x="174" y="0"/>
                  </a:lnTo>
                  <a:lnTo>
                    <a:pt x="190" y="0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0" y="0"/>
                  </a:lnTo>
                  <a:lnTo>
                    <a:pt x="250" y="0"/>
                  </a:lnTo>
                  <a:lnTo>
                    <a:pt x="258" y="0"/>
                  </a:lnTo>
                  <a:lnTo>
                    <a:pt x="267" y="0"/>
                  </a:lnTo>
                  <a:lnTo>
                    <a:pt x="274" y="0"/>
                  </a:lnTo>
                  <a:lnTo>
                    <a:pt x="280" y="0"/>
                  </a:lnTo>
                  <a:lnTo>
                    <a:pt x="286" y="1"/>
                  </a:lnTo>
                  <a:lnTo>
                    <a:pt x="291" y="1"/>
                  </a:lnTo>
                  <a:lnTo>
                    <a:pt x="296" y="1"/>
                  </a:lnTo>
                  <a:lnTo>
                    <a:pt x="299" y="1"/>
                  </a:lnTo>
                  <a:lnTo>
                    <a:pt x="303" y="1"/>
                  </a:lnTo>
                  <a:lnTo>
                    <a:pt x="306" y="1"/>
                  </a:lnTo>
                  <a:lnTo>
                    <a:pt x="309" y="1"/>
                  </a:lnTo>
                  <a:lnTo>
                    <a:pt x="311" y="1"/>
                  </a:lnTo>
                  <a:lnTo>
                    <a:pt x="314" y="1"/>
                  </a:lnTo>
                  <a:lnTo>
                    <a:pt x="316" y="1"/>
                  </a:lnTo>
                  <a:lnTo>
                    <a:pt x="317" y="1"/>
                  </a:lnTo>
                  <a:lnTo>
                    <a:pt x="320" y="1"/>
                  </a:lnTo>
                  <a:lnTo>
                    <a:pt x="321" y="3"/>
                  </a:lnTo>
                  <a:lnTo>
                    <a:pt x="323" y="3"/>
                  </a:lnTo>
                  <a:lnTo>
                    <a:pt x="326" y="3"/>
                  </a:lnTo>
                  <a:lnTo>
                    <a:pt x="327" y="3"/>
                  </a:lnTo>
                  <a:lnTo>
                    <a:pt x="329" y="3"/>
                  </a:lnTo>
                  <a:lnTo>
                    <a:pt x="330" y="3"/>
                  </a:lnTo>
                  <a:lnTo>
                    <a:pt x="332" y="3"/>
                  </a:lnTo>
                  <a:lnTo>
                    <a:pt x="334" y="3"/>
                  </a:lnTo>
                  <a:lnTo>
                    <a:pt x="335" y="3"/>
                  </a:lnTo>
                  <a:lnTo>
                    <a:pt x="336" y="3"/>
                  </a:lnTo>
                  <a:lnTo>
                    <a:pt x="338" y="3"/>
                  </a:lnTo>
                  <a:lnTo>
                    <a:pt x="339" y="4"/>
                  </a:lnTo>
                  <a:lnTo>
                    <a:pt x="340" y="4"/>
                  </a:lnTo>
                  <a:lnTo>
                    <a:pt x="341" y="4"/>
                  </a:lnTo>
                  <a:lnTo>
                    <a:pt x="342" y="4"/>
                  </a:lnTo>
                  <a:lnTo>
                    <a:pt x="344" y="4"/>
                  </a:lnTo>
                  <a:lnTo>
                    <a:pt x="345" y="4"/>
                  </a:lnTo>
                  <a:lnTo>
                    <a:pt x="346" y="4"/>
                  </a:lnTo>
                  <a:lnTo>
                    <a:pt x="347" y="4"/>
                  </a:lnTo>
                  <a:lnTo>
                    <a:pt x="348" y="4"/>
                  </a:lnTo>
                  <a:lnTo>
                    <a:pt x="350" y="4"/>
                  </a:lnTo>
                  <a:lnTo>
                    <a:pt x="351" y="5"/>
                  </a:lnTo>
                  <a:lnTo>
                    <a:pt x="352" y="5"/>
                  </a:lnTo>
                  <a:lnTo>
                    <a:pt x="353" y="5"/>
                  </a:lnTo>
                  <a:lnTo>
                    <a:pt x="354" y="5"/>
                  </a:lnTo>
                  <a:lnTo>
                    <a:pt x="356" y="5"/>
                  </a:lnTo>
                  <a:lnTo>
                    <a:pt x="358" y="5"/>
                  </a:lnTo>
                  <a:lnTo>
                    <a:pt x="359" y="5"/>
                  </a:lnTo>
                  <a:lnTo>
                    <a:pt x="360" y="6"/>
                  </a:lnTo>
                  <a:lnTo>
                    <a:pt x="363" y="6"/>
                  </a:lnTo>
                  <a:lnTo>
                    <a:pt x="364" y="6"/>
                  </a:lnTo>
                  <a:lnTo>
                    <a:pt x="366" y="6"/>
                  </a:lnTo>
                  <a:lnTo>
                    <a:pt x="368" y="6"/>
                  </a:lnTo>
                  <a:lnTo>
                    <a:pt x="370" y="7"/>
                  </a:lnTo>
                  <a:lnTo>
                    <a:pt x="371" y="7"/>
                  </a:lnTo>
                  <a:lnTo>
                    <a:pt x="374" y="7"/>
                  </a:lnTo>
                  <a:lnTo>
                    <a:pt x="375" y="7"/>
                  </a:lnTo>
                  <a:lnTo>
                    <a:pt x="376" y="7"/>
                  </a:lnTo>
                  <a:lnTo>
                    <a:pt x="377" y="9"/>
                  </a:lnTo>
                  <a:lnTo>
                    <a:pt x="379" y="9"/>
                  </a:lnTo>
                  <a:lnTo>
                    <a:pt x="380" y="9"/>
                  </a:lnTo>
                  <a:lnTo>
                    <a:pt x="381" y="9"/>
                  </a:lnTo>
                  <a:lnTo>
                    <a:pt x="382" y="9"/>
                  </a:lnTo>
                  <a:lnTo>
                    <a:pt x="383" y="10"/>
                  </a:lnTo>
                  <a:lnTo>
                    <a:pt x="385" y="10"/>
                  </a:lnTo>
                  <a:lnTo>
                    <a:pt x="386" y="10"/>
                  </a:lnTo>
                  <a:lnTo>
                    <a:pt x="387" y="10"/>
                  </a:lnTo>
                  <a:lnTo>
                    <a:pt x="388" y="10"/>
                  </a:lnTo>
                  <a:lnTo>
                    <a:pt x="389" y="11"/>
                  </a:lnTo>
                  <a:lnTo>
                    <a:pt x="391" y="11"/>
                  </a:lnTo>
                  <a:lnTo>
                    <a:pt x="392" y="11"/>
                  </a:lnTo>
                  <a:lnTo>
                    <a:pt x="393" y="11"/>
                  </a:lnTo>
                  <a:lnTo>
                    <a:pt x="394" y="12"/>
                  </a:lnTo>
                  <a:lnTo>
                    <a:pt x="395" y="12"/>
                  </a:lnTo>
                  <a:lnTo>
                    <a:pt x="397" y="12"/>
                  </a:lnTo>
                  <a:lnTo>
                    <a:pt x="399" y="13"/>
                  </a:lnTo>
                  <a:lnTo>
                    <a:pt x="400" y="13"/>
                  </a:lnTo>
                  <a:lnTo>
                    <a:pt x="401" y="15"/>
                  </a:lnTo>
                  <a:lnTo>
                    <a:pt x="404" y="15"/>
                  </a:lnTo>
                  <a:lnTo>
                    <a:pt x="405" y="15"/>
                  </a:lnTo>
                  <a:lnTo>
                    <a:pt x="407" y="16"/>
                  </a:lnTo>
                  <a:lnTo>
                    <a:pt x="409" y="16"/>
                  </a:lnTo>
                  <a:lnTo>
                    <a:pt x="411" y="17"/>
                  </a:lnTo>
                  <a:lnTo>
                    <a:pt x="413" y="18"/>
                  </a:lnTo>
                  <a:lnTo>
                    <a:pt x="416" y="18"/>
                  </a:lnTo>
                  <a:lnTo>
                    <a:pt x="417" y="19"/>
                  </a:lnTo>
                  <a:lnTo>
                    <a:pt x="419" y="19"/>
                  </a:lnTo>
                  <a:lnTo>
                    <a:pt x="421" y="21"/>
                  </a:lnTo>
                  <a:lnTo>
                    <a:pt x="423" y="21"/>
                  </a:lnTo>
                  <a:lnTo>
                    <a:pt x="424" y="21"/>
                  </a:lnTo>
                  <a:lnTo>
                    <a:pt x="425" y="22"/>
                  </a:lnTo>
                  <a:lnTo>
                    <a:pt x="427" y="22"/>
                  </a:lnTo>
                  <a:lnTo>
                    <a:pt x="428" y="22"/>
                  </a:lnTo>
                  <a:lnTo>
                    <a:pt x="429" y="23"/>
                  </a:lnTo>
                  <a:lnTo>
                    <a:pt x="430" y="23"/>
                  </a:lnTo>
                  <a:lnTo>
                    <a:pt x="431" y="24"/>
                  </a:lnTo>
                  <a:lnTo>
                    <a:pt x="433" y="24"/>
                  </a:lnTo>
                  <a:lnTo>
                    <a:pt x="434" y="24"/>
                  </a:lnTo>
                  <a:lnTo>
                    <a:pt x="435" y="25"/>
                  </a:lnTo>
                  <a:lnTo>
                    <a:pt x="436" y="25"/>
                  </a:lnTo>
                  <a:lnTo>
                    <a:pt x="437" y="25"/>
                  </a:lnTo>
                  <a:lnTo>
                    <a:pt x="439" y="27"/>
                  </a:lnTo>
                  <a:lnTo>
                    <a:pt x="440" y="27"/>
                  </a:lnTo>
                  <a:lnTo>
                    <a:pt x="441" y="28"/>
                  </a:lnTo>
                  <a:lnTo>
                    <a:pt x="442" y="28"/>
                  </a:lnTo>
                  <a:lnTo>
                    <a:pt x="443" y="29"/>
                  </a:lnTo>
                  <a:lnTo>
                    <a:pt x="445" y="29"/>
                  </a:lnTo>
                  <a:lnTo>
                    <a:pt x="446" y="30"/>
                  </a:lnTo>
                  <a:lnTo>
                    <a:pt x="448" y="30"/>
                  </a:lnTo>
                  <a:lnTo>
                    <a:pt x="449" y="31"/>
                  </a:lnTo>
                  <a:lnTo>
                    <a:pt x="451" y="33"/>
                  </a:lnTo>
                  <a:lnTo>
                    <a:pt x="453" y="33"/>
                  </a:lnTo>
                  <a:lnTo>
                    <a:pt x="454" y="34"/>
                  </a:lnTo>
                  <a:lnTo>
                    <a:pt x="457" y="35"/>
                  </a:lnTo>
                  <a:lnTo>
                    <a:pt x="458" y="36"/>
                  </a:lnTo>
                  <a:lnTo>
                    <a:pt x="460" y="37"/>
                  </a:lnTo>
                  <a:lnTo>
                    <a:pt x="461" y="37"/>
                  </a:lnTo>
                  <a:lnTo>
                    <a:pt x="464" y="39"/>
                  </a:lnTo>
                  <a:lnTo>
                    <a:pt x="465" y="40"/>
                  </a:lnTo>
                  <a:lnTo>
                    <a:pt x="466" y="40"/>
                  </a:lnTo>
                  <a:lnTo>
                    <a:pt x="467" y="41"/>
                  </a:lnTo>
                  <a:lnTo>
                    <a:pt x="469" y="41"/>
                  </a:lnTo>
                  <a:lnTo>
                    <a:pt x="470" y="42"/>
                  </a:lnTo>
                  <a:lnTo>
                    <a:pt x="471" y="42"/>
                  </a:lnTo>
                  <a:lnTo>
                    <a:pt x="472" y="43"/>
                  </a:lnTo>
                  <a:lnTo>
                    <a:pt x="473" y="43"/>
                  </a:lnTo>
                  <a:lnTo>
                    <a:pt x="475" y="45"/>
                  </a:lnTo>
                  <a:lnTo>
                    <a:pt x="476" y="45"/>
                  </a:lnTo>
                  <a:lnTo>
                    <a:pt x="477" y="46"/>
                  </a:lnTo>
                  <a:lnTo>
                    <a:pt x="478" y="46"/>
                  </a:lnTo>
                  <a:lnTo>
                    <a:pt x="479" y="47"/>
                  </a:lnTo>
                  <a:lnTo>
                    <a:pt x="481" y="48"/>
                  </a:lnTo>
                  <a:lnTo>
                    <a:pt x="482" y="48"/>
                  </a:lnTo>
                  <a:lnTo>
                    <a:pt x="483" y="48"/>
                  </a:lnTo>
                  <a:lnTo>
                    <a:pt x="484" y="49"/>
                  </a:lnTo>
                  <a:lnTo>
                    <a:pt x="485" y="49"/>
                  </a:lnTo>
                  <a:lnTo>
                    <a:pt x="487" y="51"/>
                  </a:lnTo>
                  <a:lnTo>
                    <a:pt x="488" y="51"/>
                  </a:lnTo>
                  <a:lnTo>
                    <a:pt x="489" y="52"/>
                  </a:lnTo>
                  <a:lnTo>
                    <a:pt x="490" y="53"/>
                  </a:lnTo>
                  <a:lnTo>
                    <a:pt x="492" y="53"/>
                  </a:lnTo>
                  <a:lnTo>
                    <a:pt x="493" y="54"/>
                  </a:lnTo>
                  <a:lnTo>
                    <a:pt x="494" y="55"/>
                  </a:lnTo>
                  <a:lnTo>
                    <a:pt x="496" y="57"/>
                  </a:lnTo>
                  <a:lnTo>
                    <a:pt x="498" y="57"/>
                  </a:lnTo>
                  <a:lnTo>
                    <a:pt x="500" y="58"/>
                  </a:lnTo>
                  <a:lnTo>
                    <a:pt x="501" y="59"/>
                  </a:lnTo>
                  <a:lnTo>
                    <a:pt x="502" y="59"/>
                  </a:lnTo>
                  <a:lnTo>
                    <a:pt x="504" y="60"/>
                  </a:lnTo>
                  <a:lnTo>
                    <a:pt x="505" y="61"/>
                  </a:lnTo>
                  <a:lnTo>
                    <a:pt x="506" y="61"/>
                  </a:lnTo>
                  <a:lnTo>
                    <a:pt x="507" y="63"/>
                  </a:lnTo>
                  <a:lnTo>
                    <a:pt x="508" y="63"/>
                  </a:lnTo>
                  <a:lnTo>
                    <a:pt x="510" y="64"/>
                  </a:lnTo>
                  <a:lnTo>
                    <a:pt x="511" y="64"/>
                  </a:lnTo>
                  <a:lnTo>
                    <a:pt x="511" y="65"/>
                  </a:lnTo>
                  <a:lnTo>
                    <a:pt x="512" y="65"/>
                  </a:lnTo>
                  <a:lnTo>
                    <a:pt x="513" y="65"/>
                  </a:lnTo>
                  <a:lnTo>
                    <a:pt x="513" y="66"/>
                  </a:lnTo>
                  <a:lnTo>
                    <a:pt x="514" y="66"/>
                  </a:lnTo>
                  <a:lnTo>
                    <a:pt x="516" y="67"/>
                  </a:lnTo>
                  <a:lnTo>
                    <a:pt x="517" y="67"/>
                  </a:lnTo>
                  <a:lnTo>
                    <a:pt x="518" y="69"/>
                  </a:lnTo>
                  <a:lnTo>
                    <a:pt x="519" y="70"/>
                  </a:lnTo>
                  <a:lnTo>
                    <a:pt x="520" y="70"/>
                  </a:lnTo>
                  <a:lnTo>
                    <a:pt x="520" y="71"/>
                  </a:lnTo>
                  <a:lnTo>
                    <a:pt x="522" y="71"/>
                  </a:lnTo>
                  <a:lnTo>
                    <a:pt x="523" y="72"/>
                  </a:lnTo>
                  <a:lnTo>
                    <a:pt x="524" y="72"/>
                  </a:lnTo>
                  <a:lnTo>
                    <a:pt x="525" y="73"/>
                  </a:lnTo>
                  <a:lnTo>
                    <a:pt x="526" y="73"/>
                  </a:lnTo>
                  <a:lnTo>
                    <a:pt x="528" y="75"/>
                  </a:lnTo>
                  <a:lnTo>
                    <a:pt x="529" y="76"/>
                  </a:lnTo>
                  <a:lnTo>
                    <a:pt x="530" y="76"/>
                  </a:lnTo>
                  <a:lnTo>
                    <a:pt x="531" y="77"/>
                  </a:lnTo>
                  <a:lnTo>
                    <a:pt x="532" y="78"/>
                  </a:lnTo>
                  <a:lnTo>
                    <a:pt x="534" y="79"/>
                  </a:lnTo>
                  <a:lnTo>
                    <a:pt x="535" y="79"/>
                  </a:lnTo>
                  <a:lnTo>
                    <a:pt x="536" y="81"/>
                  </a:lnTo>
                  <a:lnTo>
                    <a:pt x="537" y="81"/>
                  </a:lnTo>
                  <a:lnTo>
                    <a:pt x="538" y="82"/>
                  </a:lnTo>
                  <a:lnTo>
                    <a:pt x="540" y="83"/>
                  </a:lnTo>
                  <a:lnTo>
                    <a:pt x="541" y="83"/>
                  </a:lnTo>
                  <a:lnTo>
                    <a:pt x="541" y="84"/>
                  </a:lnTo>
                  <a:lnTo>
                    <a:pt x="542" y="84"/>
                  </a:lnTo>
                  <a:lnTo>
                    <a:pt x="543" y="86"/>
                  </a:lnTo>
                  <a:lnTo>
                    <a:pt x="544" y="86"/>
                  </a:lnTo>
                  <a:lnTo>
                    <a:pt x="546" y="87"/>
                  </a:lnTo>
                  <a:lnTo>
                    <a:pt x="546" y="88"/>
                  </a:lnTo>
                  <a:lnTo>
                    <a:pt x="547" y="88"/>
                  </a:lnTo>
                  <a:lnTo>
                    <a:pt x="548" y="89"/>
                  </a:lnTo>
                  <a:lnTo>
                    <a:pt x="549" y="89"/>
                  </a:lnTo>
                  <a:lnTo>
                    <a:pt x="550" y="90"/>
                  </a:lnTo>
                  <a:lnTo>
                    <a:pt x="552" y="92"/>
                  </a:lnTo>
                  <a:lnTo>
                    <a:pt x="553" y="93"/>
                  </a:lnTo>
                  <a:lnTo>
                    <a:pt x="554" y="93"/>
                  </a:lnTo>
                  <a:lnTo>
                    <a:pt x="554" y="94"/>
                  </a:lnTo>
                  <a:lnTo>
                    <a:pt x="555" y="94"/>
                  </a:lnTo>
                  <a:lnTo>
                    <a:pt x="556" y="95"/>
                  </a:lnTo>
                  <a:lnTo>
                    <a:pt x="558" y="96"/>
                  </a:lnTo>
                  <a:lnTo>
                    <a:pt x="559" y="98"/>
                  </a:lnTo>
                  <a:lnTo>
                    <a:pt x="560" y="98"/>
                  </a:lnTo>
                  <a:lnTo>
                    <a:pt x="560" y="99"/>
                  </a:lnTo>
                  <a:lnTo>
                    <a:pt x="561" y="99"/>
                  </a:lnTo>
                  <a:lnTo>
                    <a:pt x="562" y="100"/>
                  </a:lnTo>
                  <a:lnTo>
                    <a:pt x="564" y="101"/>
                  </a:lnTo>
                  <a:lnTo>
                    <a:pt x="565" y="101"/>
                  </a:lnTo>
                  <a:lnTo>
                    <a:pt x="565" y="102"/>
                  </a:lnTo>
                  <a:lnTo>
                    <a:pt x="566" y="102"/>
                  </a:lnTo>
                  <a:lnTo>
                    <a:pt x="566" y="104"/>
                  </a:lnTo>
                  <a:lnTo>
                    <a:pt x="567" y="104"/>
                  </a:lnTo>
                  <a:lnTo>
                    <a:pt x="568" y="105"/>
                  </a:lnTo>
                  <a:lnTo>
                    <a:pt x="570" y="105"/>
                  </a:lnTo>
                  <a:lnTo>
                    <a:pt x="570" y="106"/>
                  </a:lnTo>
                  <a:lnTo>
                    <a:pt x="571" y="106"/>
                  </a:lnTo>
                  <a:lnTo>
                    <a:pt x="572" y="107"/>
                  </a:lnTo>
                  <a:lnTo>
                    <a:pt x="573" y="107"/>
                  </a:lnTo>
                  <a:lnTo>
                    <a:pt x="574" y="108"/>
                  </a:lnTo>
                  <a:lnTo>
                    <a:pt x="576" y="110"/>
                  </a:lnTo>
                  <a:lnTo>
                    <a:pt x="577" y="111"/>
                  </a:lnTo>
                  <a:lnTo>
                    <a:pt x="578" y="111"/>
                  </a:lnTo>
                  <a:lnTo>
                    <a:pt x="579" y="112"/>
                  </a:lnTo>
                  <a:lnTo>
                    <a:pt x="580" y="112"/>
                  </a:lnTo>
                  <a:lnTo>
                    <a:pt x="580" y="113"/>
                  </a:lnTo>
                  <a:lnTo>
                    <a:pt x="582" y="114"/>
                  </a:lnTo>
                  <a:lnTo>
                    <a:pt x="583" y="114"/>
                  </a:lnTo>
                  <a:lnTo>
                    <a:pt x="584" y="114"/>
                  </a:lnTo>
                  <a:lnTo>
                    <a:pt x="584" y="116"/>
                  </a:lnTo>
                  <a:lnTo>
                    <a:pt x="585" y="116"/>
                  </a:lnTo>
                  <a:lnTo>
                    <a:pt x="585" y="117"/>
                  </a:lnTo>
                  <a:lnTo>
                    <a:pt x="586" y="117"/>
                  </a:lnTo>
                  <a:lnTo>
                    <a:pt x="586" y="118"/>
                  </a:lnTo>
                  <a:lnTo>
                    <a:pt x="588" y="118"/>
                  </a:lnTo>
                  <a:lnTo>
                    <a:pt x="589" y="118"/>
                  </a:lnTo>
                  <a:lnTo>
                    <a:pt x="589" y="119"/>
                  </a:lnTo>
                  <a:lnTo>
                    <a:pt x="590" y="120"/>
                  </a:lnTo>
                  <a:lnTo>
                    <a:pt x="591" y="120"/>
                  </a:lnTo>
                  <a:lnTo>
                    <a:pt x="591" y="122"/>
                  </a:lnTo>
                  <a:lnTo>
                    <a:pt x="592" y="122"/>
                  </a:lnTo>
                  <a:lnTo>
                    <a:pt x="592" y="123"/>
                  </a:lnTo>
                  <a:lnTo>
                    <a:pt x="594" y="123"/>
                  </a:lnTo>
                  <a:lnTo>
                    <a:pt x="595" y="124"/>
                  </a:lnTo>
                  <a:lnTo>
                    <a:pt x="595" y="125"/>
                  </a:lnTo>
                  <a:lnTo>
                    <a:pt x="596" y="125"/>
                  </a:lnTo>
                  <a:lnTo>
                    <a:pt x="597" y="126"/>
                  </a:lnTo>
                  <a:lnTo>
                    <a:pt x="597" y="128"/>
                  </a:lnTo>
                  <a:lnTo>
                    <a:pt x="598" y="129"/>
                  </a:lnTo>
                  <a:lnTo>
                    <a:pt x="600" y="129"/>
                  </a:lnTo>
                  <a:lnTo>
                    <a:pt x="601" y="130"/>
                  </a:lnTo>
                  <a:lnTo>
                    <a:pt x="602" y="131"/>
                  </a:lnTo>
                  <a:lnTo>
                    <a:pt x="602" y="132"/>
                  </a:lnTo>
                  <a:lnTo>
                    <a:pt x="603" y="134"/>
                  </a:lnTo>
                  <a:lnTo>
                    <a:pt x="604" y="135"/>
                  </a:lnTo>
                  <a:lnTo>
                    <a:pt x="606" y="136"/>
                  </a:lnTo>
                  <a:lnTo>
                    <a:pt x="607" y="137"/>
                  </a:lnTo>
                  <a:lnTo>
                    <a:pt x="608" y="138"/>
                  </a:lnTo>
                  <a:lnTo>
                    <a:pt x="609" y="140"/>
                  </a:lnTo>
                  <a:lnTo>
                    <a:pt x="611" y="141"/>
                  </a:lnTo>
                  <a:lnTo>
                    <a:pt x="612" y="142"/>
                  </a:lnTo>
                  <a:lnTo>
                    <a:pt x="613" y="143"/>
                  </a:lnTo>
                  <a:lnTo>
                    <a:pt x="613" y="144"/>
                  </a:lnTo>
                  <a:lnTo>
                    <a:pt x="614" y="144"/>
                  </a:lnTo>
                  <a:lnTo>
                    <a:pt x="614" y="146"/>
                  </a:lnTo>
                  <a:lnTo>
                    <a:pt x="615" y="146"/>
                  </a:lnTo>
                  <a:lnTo>
                    <a:pt x="615" y="147"/>
                  </a:lnTo>
                  <a:lnTo>
                    <a:pt x="617" y="148"/>
                  </a:lnTo>
                  <a:lnTo>
                    <a:pt x="618" y="148"/>
                  </a:lnTo>
                  <a:lnTo>
                    <a:pt x="618" y="149"/>
                  </a:lnTo>
                  <a:lnTo>
                    <a:pt x="619" y="150"/>
                  </a:lnTo>
                  <a:lnTo>
                    <a:pt x="620" y="152"/>
                  </a:lnTo>
                  <a:lnTo>
                    <a:pt x="621" y="153"/>
                  </a:lnTo>
                  <a:lnTo>
                    <a:pt x="621" y="154"/>
                  </a:lnTo>
                  <a:lnTo>
                    <a:pt x="623" y="155"/>
                  </a:lnTo>
                  <a:lnTo>
                    <a:pt x="624" y="156"/>
                  </a:lnTo>
                  <a:lnTo>
                    <a:pt x="625" y="158"/>
                  </a:lnTo>
                  <a:lnTo>
                    <a:pt x="626" y="159"/>
                  </a:lnTo>
                  <a:lnTo>
                    <a:pt x="627" y="160"/>
                  </a:lnTo>
                  <a:lnTo>
                    <a:pt x="629" y="161"/>
                  </a:lnTo>
                  <a:lnTo>
                    <a:pt x="630" y="162"/>
                  </a:lnTo>
                  <a:lnTo>
                    <a:pt x="631" y="165"/>
                  </a:lnTo>
                  <a:lnTo>
                    <a:pt x="632" y="166"/>
                  </a:lnTo>
                  <a:lnTo>
                    <a:pt x="633" y="167"/>
                  </a:lnTo>
                  <a:lnTo>
                    <a:pt x="635" y="168"/>
                  </a:lnTo>
                  <a:lnTo>
                    <a:pt x="636" y="171"/>
                  </a:lnTo>
                  <a:lnTo>
                    <a:pt x="637" y="172"/>
                  </a:lnTo>
                  <a:lnTo>
                    <a:pt x="638" y="173"/>
                  </a:lnTo>
                  <a:lnTo>
                    <a:pt x="638" y="174"/>
                  </a:lnTo>
                  <a:lnTo>
                    <a:pt x="639" y="176"/>
                  </a:lnTo>
                  <a:lnTo>
                    <a:pt x="641" y="176"/>
                  </a:lnTo>
                  <a:lnTo>
                    <a:pt x="642" y="177"/>
                  </a:lnTo>
                  <a:lnTo>
                    <a:pt x="642" y="178"/>
                  </a:lnTo>
                  <a:lnTo>
                    <a:pt x="643" y="179"/>
                  </a:lnTo>
                  <a:lnTo>
                    <a:pt x="643" y="180"/>
                  </a:lnTo>
                  <a:lnTo>
                    <a:pt x="644" y="180"/>
                  </a:lnTo>
                  <a:lnTo>
                    <a:pt x="645" y="182"/>
                  </a:lnTo>
                  <a:lnTo>
                    <a:pt x="645" y="183"/>
                  </a:lnTo>
                  <a:lnTo>
                    <a:pt x="647" y="184"/>
                  </a:lnTo>
                  <a:lnTo>
                    <a:pt x="648" y="185"/>
                  </a:lnTo>
                  <a:lnTo>
                    <a:pt x="649" y="186"/>
                  </a:lnTo>
                  <a:lnTo>
                    <a:pt x="649" y="188"/>
                  </a:lnTo>
                  <a:lnTo>
                    <a:pt x="650" y="189"/>
                  </a:lnTo>
                  <a:lnTo>
                    <a:pt x="651" y="190"/>
                  </a:lnTo>
                  <a:lnTo>
                    <a:pt x="651" y="191"/>
                  </a:lnTo>
                  <a:lnTo>
                    <a:pt x="653" y="192"/>
                  </a:lnTo>
                  <a:lnTo>
                    <a:pt x="654" y="194"/>
                  </a:lnTo>
                  <a:lnTo>
                    <a:pt x="655" y="195"/>
                  </a:lnTo>
                  <a:lnTo>
                    <a:pt x="656" y="196"/>
                  </a:lnTo>
                  <a:lnTo>
                    <a:pt x="657" y="199"/>
                  </a:lnTo>
                  <a:lnTo>
                    <a:pt x="657" y="200"/>
                  </a:lnTo>
                  <a:lnTo>
                    <a:pt x="660" y="201"/>
                  </a:lnTo>
                  <a:lnTo>
                    <a:pt x="661" y="203"/>
                  </a:lnTo>
                  <a:lnTo>
                    <a:pt x="662" y="206"/>
                  </a:lnTo>
                  <a:lnTo>
                    <a:pt x="663" y="207"/>
                  </a:lnTo>
                  <a:lnTo>
                    <a:pt x="665" y="209"/>
                  </a:lnTo>
                  <a:lnTo>
                    <a:pt x="666" y="211"/>
                  </a:lnTo>
                  <a:lnTo>
                    <a:pt x="667" y="212"/>
                  </a:lnTo>
                  <a:lnTo>
                    <a:pt x="668" y="213"/>
                  </a:lnTo>
                  <a:lnTo>
                    <a:pt x="668" y="214"/>
                  </a:lnTo>
                  <a:lnTo>
                    <a:pt x="669" y="215"/>
                  </a:lnTo>
                  <a:lnTo>
                    <a:pt x="671" y="218"/>
                  </a:lnTo>
                  <a:lnTo>
                    <a:pt x="672" y="218"/>
                  </a:lnTo>
                  <a:lnTo>
                    <a:pt x="672" y="219"/>
                  </a:lnTo>
                  <a:lnTo>
                    <a:pt x="673" y="220"/>
                  </a:lnTo>
                  <a:lnTo>
                    <a:pt x="674" y="221"/>
                  </a:lnTo>
                  <a:lnTo>
                    <a:pt x="674" y="223"/>
                  </a:lnTo>
                  <a:lnTo>
                    <a:pt x="675" y="224"/>
                  </a:lnTo>
                  <a:lnTo>
                    <a:pt x="675" y="225"/>
                  </a:lnTo>
                  <a:lnTo>
                    <a:pt x="677" y="226"/>
                  </a:lnTo>
                  <a:lnTo>
                    <a:pt x="678" y="226"/>
                  </a:lnTo>
                  <a:lnTo>
                    <a:pt x="678" y="227"/>
                  </a:lnTo>
                  <a:lnTo>
                    <a:pt x="679" y="229"/>
                  </a:lnTo>
                  <a:lnTo>
                    <a:pt x="679" y="230"/>
                  </a:lnTo>
                  <a:lnTo>
                    <a:pt x="680" y="231"/>
                  </a:lnTo>
                  <a:lnTo>
                    <a:pt x="681" y="232"/>
                  </a:lnTo>
                  <a:lnTo>
                    <a:pt x="683" y="233"/>
                  </a:lnTo>
                  <a:lnTo>
                    <a:pt x="683" y="235"/>
                  </a:lnTo>
                  <a:lnTo>
                    <a:pt x="684" y="236"/>
                  </a:lnTo>
                  <a:lnTo>
                    <a:pt x="685" y="237"/>
                  </a:lnTo>
                  <a:lnTo>
                    <a:pt x="686" y="239"/>
                  </a:lnTo>
                  <a:lnTo>
                    <a:pt x="687" y="241"/>
                  </a:lnTo>
                  <a:lnTo>
                    <a:pt x="689" y="242"/>
                  </a:lnTo>
                  <a:lnTo>
                    <a:pt x="690" y="244"/>
                  </a:lnTo>
                  <a:lnTo>
                    <a:pt x="691" y="247"/>
                  </a:lnTo>
                  <a:lnTo>
                    <a:pt x="692" y="248"/>
                  </a:lnTo>
                  <a:lnTo>
                    <a:pt x="695" y="250"/>
                  </a:lnTo>
                  <a:lnTo>
                    <a:pt x="696" y="251"/>
                  </a:lnTo>
                  <a:lnTo>
                    <a:pt x="697" y="254"/>
                  </a:lnTo>
                  <a:lnTo>
                    <a:pt x="698" y="255"/>
                  </a:lnTo>
                  <a:lnTo>
                    <a:pt x="698" y="256"/>
                  </a:lnTo>
                  <a:lnTo>
                    <a:pt x="699" y="257"/>
                  </a:lnTo>
                  <a:lnTo>
                    <a:pt x="701" y="259"/>
                  </a:lnTo>
                  <a:lnTo>
                    <a:pt x="702" y="260"/>
                  </a:lnTo>
                  <a:lnTo>
                    <a:pt x="702" y="261"/>
                  </a:lnTo>
                  <a:lnTo>
                    <a:pt x="703" y="262"/>
                  </a:lnTo>
                  <a:lnTo>
                    <a:pt x="704" y="263"/>
                  </a:lnTo>
                  <a:lnTo>
                    <a:pt x="704" y="265"/>
                  </a:lnTo>
                  <a:lnTo>
                    <a:pt x="705" y="266"/>
                  </a:lnTo>
                  <a:lnTo>
                    <a:pt x="705" y="267"/>
                  </a:lnTo>
                  <a:lnTo>
                    <a:pt x="707" y="267"/>
                  </a:lnTo>
                  <a:lnTo>
                    <a:pt x="707" y="268"/>
                  </a:lnTo>
                  <a:lnTo>
                    <a:pt x="708" y="269"/>
                  </a:lnTo>
                  <a:lnTo>
                    <a:pt x="708" y="271"/>
                  </a:lnTo>
                  <a:lnTo>
                    <a:pt x="709" y="272"/>
                  </a:lnTo>
                  <a:lnTo>
                    <a:pt x="710" y="273"/>
                  </a:lnTo>
                  <a:lnTo>
                    <a:pt x="710" y="274"/>
                  </a:lnTo>
                  <a:lnTo>
                    <a:pt x="711" y="275"/>
                  </a:lnTo>
                  <a:lnTo>
                    <a:pt x="713" y="277"/>
                  </a:lnTo>
                  <a:lnTo>
                    <a:pt x="713" y="278"/>
                  </a:lnTo>
                  <a:lnTo>
                    <a:pt x="714" y="279"/>
                  </a:lnTo>
                  <a:lnTo>
                    <a:pt x="714" y="280"/>
                  </a:lnTo>
                  <a:lnTo>
                    <a:pt x="715" y="281"/>
                  </a:lnTo>
                  <a:lnTo>
                    <a:pt x="716" y="283"/>
                  </a:lnTo>
                  <a:lnTo>
                    <a:pt x="716" y="284"/>
                  </a:lnTo>
                  <a:lnTo>
                    <a:pt x="717" y="28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39" name="Freeform 234">
              <a:extLst>
                <a:ext uri="{FF2B5EF4-FFF2-40B4-BE49-F238E27FC236}">
                  <a16:creationId xmlns:a16="http://schemas.microsoft.com/office/drawing/2014/main" id="{686F4BDD-AF55-45ED-BAC2-EC09836A5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350"/>
              <a:ext cx="359" cy="143"/>
            </a:xfrm>
            <a:custGeom>
              <a:avLst/>
              <a:gdLst>
                <a:gd name="T0" fmla="*/ 1 w 717"/>
                <a:gd name="T1" fmla="*/ 0 h 287"/>
                <a:gd name="T2" fmla="*/ 1 w 717"/>
                <a:gd name="T3" fmla="*/ 0 h 287"/>
                <a:gd name="T4" fmla="*/ 1 w 717"/>
                <a:gd name="T5" fmla="*/ 0 h 287"/>
                <a:gd name="T6" fmla="*/ 1 w 717"/>
                <a:gd name="T7" fmla="*/ 0 h 287"/>
                <a:gd name="T8" fmla="*/ 1 w 717"/>
                <a:gd name="T9" fmla="*/ 0 h 287"/>
                <a:gd name="T10" fmla="*/ 1 w 717"/>
                <a:gd name="T11" fmla="*/ 0 h 287"/>
                <a:gd name="T12" fmla="*/ 1 w 717"/>
                <a:gd name="T13" fmla="*/ 0 h 287"/>
                <a:gd name="T14" fmla="*/ 1 w 717"/>
                <a:gd name="T15" fmla="*/ 0 h 287"/>
                <a:gd name="T16" fmla="*/ 1 w 717"/>
                <a:gd name="T17" fmla="*/ 0 h 287"/>
                <a:gd name="T18" fmla="*/ 1 w 717"/>
                <a:gd name="T19" fmla="*/ 0 h 287"/>
                <a:gd name="T20" fmla="*/ 1 w 717"/>
                <a:gd name="T21" fmla="*/ 0 h 287"/>
                <a:gd name="T22" fmla="*/ 1 w 717"/>
                <a:gd name="T23" fmla="*/ 0 h 287"/>
                <a:gd name="T24" fmla="*/ 1 w 717"/>
                <a:gd name="T25" fmla="*/ 0 h 287"/>
                <a:gd name="T26" fmla="*/ 1 w 717"/>
                <a:gd name="T27" fmla="*/ 0 h 287"/>
                <a:gd name="T28" fmla="*/ 1 w 717"/>
                <a:gd name="T29" fmla="*/ 0 h 287"/>
                <a:gd name="T30" fmla="*/ 1 w 717"/>
                <a:gd name="T31" fmla="*/ 0 h 287"/>
                <a:gd name="T32" fmla="*/ 1 w 717"/>
                <a:gd name="T33" fmla="*/ 0 h 287"/>
                <a:gd name="T34" fmla="*/ 1 w 717"/>
                <a:gd name="T35" fmla="*/ 0 h 287"/>
                <a:gd name="T36" fmla="*/ 1 w 717"/>
                <a:gd name="T37" fmla="*/ 0 h 287"/>
                <a:gd name="T38" fmla="*/ 1 w 717"/>
                <a:gd name="T39" fmla="*/ 0 h 287"/>
                <a:gd name="T40" fmla="*/ 1 w 717"/>
                <a:gd name="T41" fmla="*/ 0 h 287"/>
                <a:gd name="T42" fmla="*/ 1 w 717"/>
                <a:gd name="T43" fmla="*/ 0 h 287"/>
                <a:gd name="T44" fmla="*/ 1 w 717"/>
                <a:gd name="T45" fmla="*/ 0 h 287"/>
                <a:gd name="T46" fmla="*/ 1 w 717"/>
                <a:gd name="T47" fmla="*/ 0 h 287"/>
                <a:gd name="T48" fmla="*/ 1 w 717"/>
                <a:gd name="T49" fmla="*/ 0 h 287"/>
                <a:gd name="T50" fmla="*/ 1 w 717"/>
                <a:gd name="T51" fmla="*/ 0 h 287"/>
                <a:gd name="T52" fmla="*/ 1 w 717"/>
                <a:gd name="T53" fmla="*/ 0 h 287"/>
                <a:gd name="T54" fmla="*/ 1 w 717"/>
                <a:gd name="T55" fmla="*/ 0 h 287"/>
                <a:gd name="T56" fmla="*/ 1 w 717"/>
                <a:gd name="T57" fmla="*/ 0 h 287"/>
                <a:gd name="T58" fmla="*/ 1 w 717"/>
                <a:gd name="T59" fmla="*/ 0 h 287"/>
                <a:gd name="T60" fmla="*/ 1 w 717"/>
                <a:gd name="T61" fmla="*/ 0 h 287"/>
                <a:gd name="T62" fmla="*/ 1 w 717"/>
                <a:gd name="T63" fmla="*/ 0 h 287"/>
                <a:gd name="T64" fmla="*/ 1 w 717"/>
                <a:gd name="T65" fmla="*/ 0 h 287"/>
                <a:gd name="T66" fmla="*/ 1 w 717"/>
                <a:gd name="T67" fmla="*/ 0 h 287"/>
                <a:gd name="T68" fmla="*/ 1 w 717"/>
                <a:gd name="T69" fmla="*/ 0 h 287"/>
                <a:gd name="T70" fmla="*/ 1 w 717"/>
                <a:gd name="T71" fmla="*/ 0 h 287"/>
                <a:gd name="T72" fmla="*/ 1 w 717"/>
                <a:gd name="T73" fmla="*/ 0 h 287"/>
                <a:gd name="T74" fmla="*/ 1 w 717"/>
                <a:gd name="T75" fmla="*/ 0 h 287"/>
                <a:gd name="T76" fmla="*/ 1 w 717"/>
                <a:gd name="T77" fmla="*/ 0 h 287"/>
                <a:gd name="T78" fmla="*/ 1 w 717"/>
                <a:gd name="T79" fmla="*/ 0 h 287"/>
                <a:gd name="T80" fmla="*/ 1 w 717"/>
                <a:gd name="T81" fmla="*/ 0 h 287"/>
                <a:gd name="T82" fmla="*/ 1 w 717"/>
                <a:gd name="T83" fmla="*/ 0 h 287"/>
                <a:gd name="T84" fmla="*/ 1 w 717"/>
                <a:gd name="T85" fmla="*/ 0 h 287"/>
                <a:gd name="T86" fmla="*/ 1 w 717"/>
                <a:gd name="T87" fmla="*/ 0 h 287"/>
                <a:gd name="T88" fmla="*/ 1 w 717"/>
                <a:gd name="T89" fmla="*/ 0 h 287"/>
                <a:gd name="T90" fmla="*/ 1 w 717"/>
                <a:gd name="T91" fmla="*/ 0 h 287"/>
                <a:gd name="T92" fmla="*/ 1 w 717"/>
                <a:gd name="T93" fmla="*/ 0 h 287"/>
                <a:gd name="T94" fmla="*/ 1 w 717"/>
                <a:gd name="T95" fmla="*/ 0 h 287"/>
                <a:gd name="T96" fmla="*/ 1 w 717"/>
                <a:gd name="T97" fmla="*/ 0 h 287"/>
                <a:gd name="T98" fmla="*/ 1 w 717"/>
                <a:gd name="T99" fmla="*/ 0 h 287"/>
                <a:gd name="T100" fmla="*/ 1 w 717"/>
                <a:gd name="T101" fmla="*/ 0 h 287"/>
                <a:gd name="T102" fmla="*/ 1 w 717"/>
                <a:gd name="T103" fmla="*/ 0 h 287"/>
                <a:gd name="T104" fmla="*/ 1 w 717"/>
                <a:gd name="T105" fmla="*/ 0 h 287"/>
                <a:gd name="T106" fmla="*/ 1 w 717"/>
                <a:gd name="T107" fmla="*/ 0 h 287"/>
                <a:gd name="T108" fmla="*/ 1 w 717"/>
                <a:gd name="T109" fmla="*/ 0 h 287"/>
                <a:gd name="T110" fmla="*/ 1 w 717"/>
                <a:gd name="T111" fmla="*/ 0 h 287"/>
                <a:gd name="T112" fmla="*/ 1 w 717"/>
                <a:gd name="T113" fmla="*/ 0 h 287"/>
                <a:gd name="T114" fmla="*/ 1 w 717"/>
                <a:gd name="T115" fmla="*/ 0 h 287"/>
                <a:gd name="T116" fmla="*/ 1 w 717"/>
                <a:gd name="T117" fmla="*/ 0 h 287"/>
                <a:gd name="T118" fmla="*/ 1 w 717"/>
                <a:gd name="T119" fmla="*/ 0 h 287"/>
                <a:gd name="T120" fmla="*/ 1 w 717"/>
                <a:gd name="T121" fmla="*/ 0 h 2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7">
                  <a:moveTo>
                    <a:pt x="0" y="287"/>
                  </a:moveTo>
                  <a:lnTo>
                    <a:pt x="28" y="287"/>
                  </a:lnTo>
                  <a:lnTo>
                    <a:pt x="53" y="287"/>
                  </a:lnTo>
                  <a:lnTo>
                    <a:pt x="77" y="287"/>
                  </a:lnTo>
                  <a:lnTo>
                    <a:pt x="100" y="287"/>
                  </a:lnTo>
                  <a:lnTo>
                    <a:pt x="120" y="287"/>
                  </a:lnTo>
                  <a:lnTo>
                    <a:pt x="139" y="287"/>
                  </a:lnTo>
                  <a:lnTo>
                    <a:pt x="157" y="287"/>
                  </a:lnTo>
                  <a:lnTo>
                    <a:pt x="174" y="287"/>
                  </a:lnTo>
                  <a:lnTo>
                    <a:pt x="190" y="287"/>
                  </a:lnTo>
                  <a:lnTo>
                    <a:pt x="204" y="287"/>
                  </a:lnTo>
                  <a:lnTo>
                    <a:pt x="217" y="287"/>
                  </a:lnTo>
                  <a:lnTo>
                    <a:pt x="229" y="287"/>
                  </a:lnTo>
                  <a:lnTo>
                    <a:pt x="240" y="287"/>
                  </a:lnTo>
                  <a:lnTo>
                    <a:pt x="250" y="287"/>
                  </a:lnTo>
                  <a:lnTo>
                    <a:pt x="258" y="285"/>
                  </a:lnTo>
                  <a:lnTo>
                    <a:pt x="267" y="285"/>
                  </a:lnTo>
                  <a:lnTo>
                    <a:pt x="274" y="285"/>
                  </a:lnTo>
                  <a:lnTo>
                    <a:pt x="280" y="285"/>
                  </a:lnTo>
                  <a:lnTo>
                    <a:pt x="286" y="285"/>
                  </a:lnTo>
                  <a:lnTo>
                    <a:pt x="291" y="285"/>
                  </a:lnTo>
                  <a:lnTo>
                    <a:pt x="296" y="285"/>
                  </a:lnTo>
                  <a:lnTo>
                    <a:pt x="299" y="285"/>
                  </a:lnTo>
                  <a:lnTo>
                    <a:pt x="303" y="285"/>
                  </a:lnTo>
                  <a:lnTo>
                    <a:pt x="306" y="285"/>
                  </a:lnTo>
                  <a:lnTo>
                    <a:pt x="309" y="285"/>
                  </a:lnTo>
                  <a:lnTo>
                    <a:pt x="311" y="285"/>
                  </a:lnTo>
                  <a:lnTo>
                    <a:pt x="314" y="285"/>
                  </a:lnTo>
                  <a:lnTo>
                    <a:pt x="316" y="285"/>
                  </a:lnTo>
                  <a:lnTo>
                    <a:pt x="317" y="285"/>
                  </a:lnTo>
                  <a:lnTo>
                    <a:pt x="320" y="284"/>
                  </a:lnTo>
                  <a:lnTo>
                    <a:pt x="321" y="284"/>
                  </a:lnTo>
                  <a:lnTo>
                    <a:pt x="323" y="284"/>
                  </a:lnTo>
                  <a:lnTo>
                    <a:pt x="326" y="284"/>
                  </a:lnTo>
                  <a:lnTo>
                    <a:pt x="327" y="284"/>
                  </a:lnTo>
                  <a:lnTo>
                    <a:pt x="329" y="284"/>
                  </a:lnTo>
                  <a:lnTo>
                    <a:pt x="330" y="284"/>
                  </a:lnTo>
                  <a:lnTo>
                    <a:pt x="332" y="284"/>
                  </a:lnTo>
                  <a:lnTo>
                    <a:pt x="334" y="284"/>
                  </a:lnTo>
                  <a:lnTo>
                    <a:pt x="335" y="284"/>
                  </a:lnTo>
                  <a:lnTo>
                    <a:pt x="336" y="284"/>
                  </a:lnTo>
                  <a:lnTo>
                    <a:pt x="338" y="283"/>
                  </a:lnTo>
                  <a:lnTo>
                    <a:pt x="339" y="283"/>
                  </a:lnTo>
                  <a:lnTo>
                    <a:pt x="340" y="283"/>
                  </a:lnTo>
                  <a:lnTo>
                    <a:pt x="341" y="283"/>
                  </a:lnTo>
                  <a:lnTo>
                    <a:pt x="342" y="283"/>
                  </a:lnTo>
                  <a:lnTo>
                    <a:pt x="344" y="283"/>
                  </a:lnTo>
                  <a:lnTo>
                    <a:pt x="345" y="283"/>
                  </a:lnTo>
                  <a:lnTo>
                    <a:pt x="346" y="283"/>
                  </a:lnTo>
                  <a:lnTo>
                    <a:pt x="347" y="283"/>
                  </a:lnTo>
                  <a:lnTo>
                    <a:pt x="348" y="283"/>
                  </a:lnTo>
                  <a:lnTo>
                    <a:pt x="350" y="283"/>
                  </a:lnTo>
                  <a:lnTo>
                    <a:pt x="350" y="282"/>
                  </a:lnTo>
                  <a:lnTo>
                    <a:pt x="351" y="282"/>
                  </a:lnTo>
                  <a:lnTo>
                    <a:pt x="352" y="282"/>
                  </a:lnTo>
                  <a:lnTo>
                    <a:pt x="353" y="282"/>
                  </a:lnTo>
                  <a:lnTo>
                    <a:pt x="354" y="282"/>
                  </a:lnTo>
                  <a:lnTo>
                    <a:pt x="356" y="282"/>
                  </a:lnTo>
                  <a:lnTo>
                    <a:pt x="358" y="282"/>
                  </a:lnTo>
                  <a:lnTo>
                    <a:pt x="359" y="281"/>
                  </a:lnTo>
                  <a:lnTo>
                    <a:pt x="360" y="281"/>
                  </a:lnTo>
                  <a:lnTo>
                    <a:pt x="363" y="281"/>
                  </a:lnTo>
                  <a:lnTo>
                    <a:pt x="364" y="281"/>
                  </a:lnTo>
                  <a:lnTo>
                    <a:pt x="366" y="281"/>
                  </a:lnTo>
                  <a:lnTo>
                    <a:pt x="368" y="279"/>
                  </a:lnTo>
                  <a:lnTo>
                    <a:pt x="370" y="279"/>
                  </a:lnTo>
                  <a:lnTo>
                    <a:pt x="371" y="279"/>
                  </a:lnTo>
                  <a:lnTo>
                    <a:pt x="374" y="279"/>
                  </a:lnTo>
                  <a:lnTo>
                    <a:pt x="375" y="279"/>
                  </a:lnTo>
                  <a:lnTo>
                    <a:pt x="376" y="278"/>
                  </a:lnTo>
                  <a:lnTo>
                    <a:pt x="377" y="278"/>
                  </a:lnTo>
                  <a:lnTo>
                    <a:pt x="379" y="278"/>
                  </a:lnTo>
                  <a:lnTo>
                    <a:pt x="380" y="278"/>
                  </a:lnTo>
                  <a:lnTo>
                    <a:pt x="381" y="278"/>
                  </a:lnTo>
                  <a:lnTo>
                    <a:pt x="382" y="278"/>
                  </a:lnTo>
                  <a:lnTo>
                    <a:pt x="383" y="277"/>
                  </a:lnTo>
                  <a:lnTo>
                    <a:pt x="385" y="277"/>
                  </a:lnTo>
                  <a:lnTo>
                    <a:pt x="386" y="277"/>
                  </a:lnTo>
                  <a:lnTo>
                    <a:pt x="387" y="277"/>
                  </a:lnTo>
                  <a:lnTo>
                    <a:pt x="388" y="277"/>
                  </a:lnTo>
                  <a:lnTo>
                    <a:pt x="388" y="276"/>
                  </a:lnTo>
                  <a:lnTo>
                    <a:pt x="389" y="276"/>
                  </a:lnTo>
                  <a:lnTo>
                    <a:pt x="391" y="276"/>
                  </a:lnTo>
                  <a:lnTo>
                    <a:pt x="392" y="276"/>
                  </a:lnTo>
                  <a:lnTo>
                    <a:pt x="393" y="275"/>
                  </a:lnTo>
                  <a:lnTo>
                    <a:pt x="394" y="275"/>
                  </a:lnTo>
                  <a:lnTo>
                    <a:pt x="395" y="275"/>
                  </a:lnTo>
                  <a:lnTo>
                    <a:pt x="397" y="273"/>
                  </a:lnTo>
                  <a:lnTo>
                    <a:pt x="399" y="273"/>
                  </a:lnTo>
                  <a:lnTo>
                    <a:pt x="400" y="273"/>
                  </a:lnTo>
                  <a:lnTo>
                    <a:pt x="401" y="272"/>
                  </a:lnTo>
                  <a:lnTo>
                    <a:pt x="404" y="272"/>
                  </a:lnTo>
                  <a:lnTo>
                    <a:pt x="405" y="271"/>
                  </a:lnTo>
                  <a:lnTo>
                    <a:pt x="407" y="271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3" y="269"/>
                  </a:lnTo>
                  <a:lnTo>
                    <a:pt x="416" y="269"/>
                  </a:lnTo>
                  <a:lnTo>
                    <a:pt x="417" y="267"/>
                  </a:lnTo>
                  <a:lnTo>
                    <a:pt x="419" y="267"/>
                  </a:lnTo>
                  <a:lnTo>
                    <a:pt x="421" y="266"/>
                  </a:lnTo>
                  <a:lnTo>
                    <a:pt x="423" y="266"/>
                  </a:lnTo>
                  <a:lnTo>
                    <a:pt x="424" y="265"/>
                  </a:lnTo>
                  <a:lnTo>
                    <a:pt x="425" y="265"/>
                  </a:lnTo>
                  <a:lnTo>
                    <a:pt x="427" y="265"/>
                  </a:lnTo>
                  <a:lnTo>
                    <a:pt x="428" y="264"/>
                  </a:lnTo>
                  <a:lnTo>
                    <a:pt x="429" y="264"/>
                  </a:lnTo>
                  <a:lnTo>
                    <a:pt x="430" y="264"/>
                  </a:lnTo>
                  <a:lnTo>
                    <a:pt x="431" y="263"/>
                  </a:lnTo>
                  <a:lnTo>
                    <a:pt x="433" y="263"/>
                  </a:lnTo>
                  <a:lnTo>
                    <a:pt x="434" y="263"/>
                  </a:lnTo>
                  <a:lnTo>
                    <a:pt x="435" y="261"/>
                  </a:lnTo>
                  <a:lnTo>
                    <a:pt x="436" y="261"/>
                  </a:lnTo>
                  <a:lnTo>
                    <a:pt x="437" y="261"/>
                  </a:lnTo>
                  <a:lnTo>
                    <a:pt x="439" y="260"/>
                  </a:lnTo>
                  <a:lnTo>
                    <a:pt x="440" y="259"/>
                  </a:lnTo>
                  <a:lnTo>
                    <a:pt x="441" y="259"/>
                  </a:lnTo>
                  <a:lnTo>
                    <a:pt x="442" y="259"/>
                  </a:lnTo>
                  <a:lnTo>
                    <a:pt x="443" y="258"/>
                  </a:lnTo>
                  <a:lnTo>
                    <a:pt x="445" y="258"/>
                  </a:lnTo>
                  <a:lnTo>
                    <a:pt x="446" y="256"/>
                  </a:lnTo>
                  <a:lnTo>
                    <a:pt x="448" y="255"/>
                  </a:lnTo>
                  <a:lnTo>
                    <a:pt x="449" y="255"/>
                  </a:lnTo>
                  <a:lnTo>
                    <a:pt x="451" y="254"/>
                  </a:lnTo>
                  <a:lnTo>
                    <a:pt x="453" y="253"/>
                  </a:lnTo>
                  <a:lnTo>
                    <a:pt x="454" y="253"/>
                  </a:lnTo>
                  <a:lnTo>
                    <a:pt x="457" y="252"/>
                  </a:lnTo>
                  <a:lnTo>
                    <a:pt x="458" y="250"/>
                  </a:lnTo>
                  <a:lnTo>
                    <a:pt x="460" y="249"/>
                  </a:lnTo>
                  <a:lnTo>
                    <a:pt x="461" y="249"/>
                  </a:lnTo>
                  <a:lnTo>
                    <a:pt x="464" y="248"/>
                  </a:lnTo>
                  <a:lnTo>
                    <a:pt x="465" y="247"/>
                  </a:lnTo>
                  <a:lnTo>
                    <a:pt x="466" y="247"/>
                  </a:lnTo>
                  <a:lnTo>
                    <a:pt x="467" y="246"/>
                  </a:lnTo>
                  <a:lnTo>
                    <a:pt x="469" y="246"/>
                  </a:lnTo>
                  <a:lnTo>
                    <a:pt x="470" y="244"/>
                  </a:lnTo>
                  <a:lnTo>
                    <a:pt x="471" y="244"/>
                  </a:lnTo>
                  <a:lnTo>
                    <a:pt x="472" y="243"/>
                  </a:lnTo>
                  <a:lnTo>
                    <a:pt x="473" y="243"/>
                  </a:lnTo>
                  <a:lnTo>
                    <a:pt x="475" y="242"/>
                  </a:lnTo>
                  <a:lnTo>
                    <a:pt x="476" y="241"/>
                  </a:lnTo>
                  <a:lnTo>
                    <a:pt x="477" y="241"/>
                  </a:lnTo>
                  <a:lnTo>
                    <a:pt x="478" y="241"/>
                  </a:lnTo>
                  <a:lnTo>
                    <a:pt x="479" y="240"/>
                  </a:lnTo>
                  <a:lnTo>
                    <a:pt x="481" y="238"/>
                  </a:lnTo>
                  <a:lnTo>
                    <a:pt x="482" y="238"/>
                  </a:lnTo>
                  <a:lnTo>
                    <a:pt x="483" y="237"/>
                  </a:lnTo>
                  <a:lnTo>
                    <a:pt x="484" y="237"/>
                  </a:lnTo>
                  <a:lnTo>
                    <a:pt x="485" y="236"/>
                  </a:lnTo>
                  <a:lnTo>
                    <a:pt x="487" y="236"/>
                  </a:lnTo>
                  <a:lnTo>
                    <a:pt x="488" y="235"/>
                  </a:lnTo>
                  <a:lnTo>
                    <a:pt x="489" y="235"/>
                  </a:lnTo>
                  <a:lnTo>
                    <a:pt x="490" y="234"/>
                  </a:lnTo>
                  <a:lnTo>
                    <a:pt x="492" y="232"/>
                  </a:lnTo>
                  <a:lnTo>
                    <a:pt x="493" y="232"/>
                  </a:lnTo>
                  <a:lnTo>
                    <a:pt x="494" y="231"/>
                  </a:lnTo>
                  <a:lnTo>
                    <a:pt x="496" y="230"/>
                  </a:lnTo>
                  <a:lnTo>
                    <a:pt x="498" y="229"/>
                  </a:lnTo>
                  <a:lnTo>
                    <a:pt x="500" y="229"/>
                  </a:lnTo>
                  <a:lnTo>
                    <a:pt x="501" y="228"/>
                  </a:lnTo>
                  <a:lnTo>
                    <a:pt x="502" y="226"/>
                  </a:lnTo>
                  <a:lnTo>
                    <a:pt x="504" y="226"/>
                  </a:lnTo>
                  <a:lnTo>
                    <a:pt x="505" y="225"/>
                  </a:lnTo>
                  <a:lnTo>
                    <a:pt x="506" y="225"/>
                  </a:lnTo>
                  <a:lnTo>
                    <a:pt x="507" y="224"/>
                  </a:lnTo>
                  <a:lnTo>
                    <a:pt x="508" y="224"/>
                  </a:lnTo>
                  <a:lnTo>
                    <a:pt x="510" y="223"/>
                  </a:lnTo>
                  <a:lnTo>
                    <a:pt x="511" y="223"/>
                  </a:lnTo>
                  <a:lnTo>
                    <a:pt x="511" y="222"/>
                  </a:lnTo>
                  <a:lnTo>
                    <a:pt x="512" y="222"/>
                  </a:lnTo>
                  <a:lnTo>
                    <a:pt x="513" y="220"/>
                  </a:lnTo>
                  <a:lnTo>
                    <a:pt x="514" y="220"/>
                  </a:lnTo>
                  <a:lnTo>
                    <a:pt x="516" y="219"/>
                  </a:lnTo>
                  <a:lnTo>
                    <a:pt x="517" y="218"/>
                  </a:lnTo>
                  <a:lnTo>
                    <a:pt x="518" y="218"/>
                  </a:lnTo>
                  <a:lnTo>
                    <a:pt x="519" y="217"/>
                  </a:lnTo>
                  <a:lnTo>
                    <a:pt x="520" y="217"/>
                  </a:lnTo>
                  <a:lnTo>
                    <a:pt x="520" y="216"/>
                  </a:lnTo>
                  <a:lnTo>
                    <a:pt x="522" y="216"/>
                  </a:lnTo>
                  <a:lnTo>
                    <a:pt x="523" y="214"/>
                  </a:lnTo>
                  <a:lnTo>
                    <a:pt x="524" y="214"/>
                  </a:lnTo>
                  <a:lnTo>
                    <a:pt x="525" y="213"/>
                  </a:lnTo>
                  <a:lnTo>
                    <a:pt x="526" y="213"/>
                  </a:lnTo>
                  <a:lnTo>
                    <a:pt x="528" y="212"/>
                  </a:lnTo>
                  <a:lnTo>
                    <a:pt x="529" y="211"/>
                  </a:lnTo>
                  <a:lnTo>
                    <a:pt x="530" y="210"/>
                  </a:lnTo>
                  <a:lnTo>
                    <a:pt x="531" y="210"/>
                  </a:lnTo>
                  <a:lnTo>
                    <a:pt x="532" y="208"/>
                  </a:lnTo>
                  <a:lnTo>
                    <a:pt x="534" y="207"/>
                  </a:lnTo>
                  <a:lnTo>
                    <a:pt x="535" y="207"/>
                  </a:lnTo>
                  <a:lnTo>
                    <a:pt x="536" y="206"/>
                  </a:lnTo>
                  <a:lnTo>
                    <a:pt x="537" y="206"/>
                  </a:lnTo>
                  <a:lnTo>
                    <a:pt x="538" y="205"/>
                  </a:lnTo>
                  <a:lnTo>
                    <a:pt x="540" y="204"/>
                  </a:lnTo>
                  <a:lnTo>
                    <a:pt x="541" y="204"/>
                  </a:lnTo>
                  <a:lnTo>
                    <a:pt x="541" y="202"/>
                  </a:lnTo>
                  <a:lnTo>
                    <a:pt x="542" y="202"/>
                  </a:lnTo>
                  <a:lnTo>
                    <a:pt x="542" y="201"/>
                  </a:lnTo>
                  <a:lnTo>
                    <a:pt x="543" y="201"/>
                  </a:lnTo>
                  <a:lnTo>
                    <a:pt x="544" y="201"/>
                  </a:lnTo>
                  <a:lnTo>
                    <a:pt x="544" y="200"/>
                  </a:lnTo>
                  <a:lnTo>
                    <a:pt x="546" y="200"/>
                  </a:lnTo>
                  <a:lnTo>
                    <a:pt x="546" y="199"/>
                  </a:lnTo>
                  <a:lnTo>
                    <a:pt x="547" y="199"/>
                  </a:lnTo>
                  <a:lnTo>
                    <a:pt x="548" y="198"/>
                  </a:lnTo>
                  <a:lnTo>
                    <a:pt x="549" y="196"/>
                  </a:lnTo>
                  <a:lnTo>
                    <a:pt x="550" y="196"/>
                  </a:lnTo>
                  <a:lnTo>
                    <a:pt x="552" y="195"/>
                  </a:lnTo>
                  <a:lnTo>
                    <a:pt x="553" y="194"/>
                  </a:lnTo>
                  <a:lnTo>
                    <a:pt x="554" y="194"/>
                  </a:lnTo>
                  <a:lnTo>
                    <a:pt x="554" y="193"/>
                  </a:lnTo>
                  <a:lnTo>
                    <a:pt x="555" y="192"/>
                  </a:lnTo>
                  <a:lnTo>
                    <a:pt x="556" y="192"/>
                  </a:lnTo>
                  <a:lnTo>
                    <a:pt x="558" y="190"/>
                  </a:lnTo>
                  <a:lnTo>
                    <a:pt x="559" y="189"/>
                  </a:lnTo>
                  <a:lnTo>
                    <a:pt x="560" y="189"/>
                  </a:lnTo>
                  <a:lnTo>
                    <a:pt x="560" y="188"/>
                  </a:lnTo>
                  <a:lnTo>
                    <a:pt x="561" y="188"/>
                  </a:lnTo>
                  <a:lnTo>
                    <a:pt x="561" y="187"/>
                  </a:lnTo>
                  <a:lnTo>
                    <a:pt x="562" y="187"/>
                  </a:lnTo>
                  <a:lnTo>
                    <a:pt x="564" y="186"/>
                  </a:lnTo>
                  <a:lnTo>
                    <a:pt x="565" y="186"/>
                  </a:lnTo>
                  <a:lnTo>
                    <a:pt x="565" y="184"/>
                  </a:lnTo>
                  <a:lnTo>
                    <a:pt x="566" y="184"/>
                  </a:lnTo>
                  <a:lnTo>
                    <a:pt x="566" y="183"/>
                  </a:lnTo>
                  <a:lnTo>
                    <a:pt x="567" y="183"/>
                  </a:lnTo>
                  <a:lnTo>
                    <a:pt x="568" y="182"/>
                  </a:lnTo>
                  <a:lnTo>
                    <a:pt x="570" y="182"/>
                  </a:lnTo>
                  <a:lnTo>
                    <a:pt x="570" y="181"/>
                  </a:lnTo>
                  <a:lnTo>
                    <a:pt x="571" y="181"/>
                  </a:lnTo>
                  <a:lnTo>
                    <a:pt x="572" y="180"/>
                  </a:lnTo>
                  <a:lnTo>
                    <a:pt x="573" y="178"/>
                  </a:lnTo>
                  <a:lnTo>
                    <a:pt x="574" y="178"/>
                  </a:lnTo>
                  <a:lnTo>
                    <a:pt x="574" y="177"/>
                  </a:lnTo>
                  <a:lnTo>
                    <a:pt x="576" y="177"/>
                  </a:lnTo>
                  <a:lnTo>
                    <a:pt x="577" y="176"/>
                  </a:lnTo>
                  <a:lnTo>
                    <a:pt x="578" y="176"/>
                  </a:lnTo>
                  <a:lnTo>
                    <a:pt x="579" y="175"/>
                  </a:lnTo>
                  <a:lnTo>
                    <a:pt x="580" y="174"/>
                  </a:lnTo>
                  <a:lnTo>
                    <a:pt x="582" y="172"/>
                  </a:lnTo>
                  <a:lnTo>
                    <a:pt x="583" y="172"/>
                  </a:lnTo>
                  <a:lnTo>
                    <a:pt x="584" y="171"/>
                  </a:lnTo>
                  <a:lnTo>
                    <a:pt x="585" y="171"/>
                  </a:lnTo>
                  <a:lnTo>
                    <a:pt x="585" y="170"/>
                  </a:lnTo>
                  <a:lnTo>
                    <a:pt x="586" y="170"/>
                  </a:lnTo>
                  <a:lnTo>
                    <a:pt x="586" y="169"/>
                  </a:lnTo>
                  <a:lnTo>
                    <a:pt x="588" y="169"/>
                  </a:lnTo>
                  <a:lnTo>
                    <a:pt x="589" y="169"/>
                  </a:lnTo>
                  <a:lnTo>
                    <a:pt x="589" y="168"/>
                  </a:lnTo>
                  <a:lnTo>
                    <a:pt x="590" y="166"/>
                  </a:lnTo>
                  <a:lnTo>
                    <a:pt x="591" y="165"/>
                  </a:lnTo>
                  <a:lnTo>
                    <a:pt x="592" y="164"/>
                  </a:lnTo>
                  <a:lnTo>
                    <a:pt x="594" y="163"/>
                  </a:lnTo>
                  <a:lnTo>
                    <a:pt x="595" y="163"/>
                  </a:lnTo>
                  <a:lnTo>
                    <a:pt x="595" y="162"/>
                  </a:lnTo>
                  <a:lnTo>
                    <a:pt x="596" y="162"/>
                  </a:lnTo>
                  <a:lnTo>
                    <a:pt x="597" y="160"/>
                  </a:lnTo>
                  <a:lnTo>
                    <a:pt x="597" y="159"/>
                  </a:lnTo>
                  <a:lnTo>
                    <a:pt x="598" y="158"/>
                  </a:lnTo>
                  <a:lnTo>
                    <a:pt x="600" y="158"/>
                  </a:lnTo>
                  <a:lnTo>
                    <a:pt x="601" y="157"/>
                  </a:lnTo>
                  <a:lnTo>
                    <a:pt x="602" y="156"/>
                  </a:lnTo>
                  <a:lnTo>
                    <a:pt x="602" y="154"/>
                  </a:lnTo>
                  <a:lnTo>
                    <a:pt x="603" y="153"/>
                  </a:lnTo>
                  <a:lnTo>
                    <a:pt x="604" y="152"/>
                  </a:lnTo>
                  <a:lnTo>
                    <a:pt x="606" y="151"/>
                  </a:lnTo>
                  <a:lnTo>
                    <a:pt x="607" y="150"/>
                  </a:lnTo>
                  <a:lnTo>
                    <a:pt x="608" y="148"/>
                  </a:lnTo>
                  <a:lnTo>
                    <a:pt x="609" y="147"/>
                  </a:lnTo>
                  <a:lnTo>
                    <a:pt x="611" y="146"/>
                  </a:lnTo>
                  <a:lnTo>
                    <a:pt x="612" y="145"/>
                  </a:lnTo>
                  <a:lnTo>
                    <a:pt x="612" y="143"/>
                  </a:lnTo>
                  <a:lnTo>
                    <a:pt x="613" y="143"/>
                  </a:lnTo>
                  <a:lnTo>
                    <a:pt x="613" y="142"/>
                  </a:lnTo>
                  <a:lnTo>
                    <a:pt x="614" y="142"/>
                  </a:lnTo>
                  <a:lnTo>
                    <a:pt x="614" y="141"/>
                  </a:lnTo>
                  <a:lnTo>
                    <a:pt x="615" y="140"/>
                  </a:lnTo>
                  <a:lnTo>
                    <a:pt x="617" y="139"/>
                  </a:lnTo>
                  <a:lnTo>
                    <a:pt x="618" y="139"/>
                  </a:lnTo>
                  <a:lnTo>
                    <a:pt x="618" y="137"/>
                  </a:lnTo>
                  <a:lnTo>
                    <a:pt x="619" y="136"/>
                  </a:lnTo>
                  <a:lnTo>
                    <a:pt x="619" y="135"/>
                  </a:lnTo>
                  <a:lnTo>
                    <a:pt x="620" y="135"/>
                  </a:lnTo>
                  <a:lnTo>
                    <a:pt x="621" y="134"/>
                  </a:lnTo>
                  <a:lnTo>
                    <a:pt x="621" y="133"/>
                  </a:lnTo>
                  <a:lnTo>
                    <a:pt x="623" y="131"/>
                  </a:lnTo>
                  <a:lnTo>
                    <a:pt x="624" y="130"/>
                  </a:lnTo>
                  <a:lnTo>
                    <a:pt x="625" y="129"/>
                  </a:lnTo>
                  <a:lnTo>
                    <a:pt x="626" y="128"/>
                  </a:lnTo>
                  <a:lnTo>
                    <a:pt x="627" y="127"/>
                  </a:lnTo>
                  <a:lnTo>
                    <a:pt x="629" y="125"/>
                  </a:lnTo>
                  <a:lnTo>
                    <a:pt x="630" y="124"/>
                  </a:lnTo>
                  <a:lnTo>
                    <a:pt x="631" y="122"/>
                  </a:lnTo>
                  <a:lnTo>
                    <a:pt x="632" y="121"/>
                  </a:lnTo>
                  <a:lnTo>
                    <a:pt x="633" y="119"/>
                  </a:lnTo>
                  <a:lnTo>
                    <a:pt x="635" y="117"/>
                  </a:lnTo>
                  <a:lnTo>
                    <a:pt x="636" y="116"/>
                  </a:lnTo>
                  <a:lnTo>
                    <a:pt x="637" y="115"/>
                  </a:lnTo>
                  <a:lnTo>
                    <a:pt x="638" y="113"/>
                  </a:lnTo>
                  <a:lnTo>
                    <a:pt x="638" y="112"/>
                  </a:lnTo>
                  <a:lnTo>
                    <a:pt x="639" y="111"/>
                  </a:lnTo>
                  <a:lnTo>
                    <a:pt x="641" y="110"/>
                  </a:lnTo>
                  <a:lnTo>
                    <a:pt x="642" y="110"/>
                  </a:lnTo>
                  <a:lnTo>
                    <a:pt x="642" y="109"/>
                  </a:lnTo>
                  <a:lnTo>
                    <a:pt x="643" y="107"/>
                  </a:lnTo>
                  <a:lnTo>
                    <a:pt x="643" y="106"/>
                  </a:lnTo>
                  <a:lnTo>
                    <a:pt x="644" y="105"/>
                  </a:lnTo>
                  <a:lnTo>
                    <a:pt x="645" y="105"/>
                  </a:lnTo>
                  <a:lnTo>
                    <a:pt x="645" y="104"/>
                  </a:lnTo>
                  <a:lnTo>
                    <a:pt x="647" y="103"/>
                  </a:lnTo>
                  <a:lnTo>
                    <a:pt x="647" y="101"/>
                  </a:lnTo>
                  <a:lnTo>
                    <a:pt x="648" y="101"/>
                  </a:lnTo>
                  <a:lnTo>
                    <a:pt x="649" y="100"/>
                  </a:lnTo>
                  <a:lnTo>
                    <a:pt x="649" y="99"/>
                  </a:lnTo>
                  <a:lnTo>
                    <a:pt x="650" y="98"/>
                  </a:lnTo>
                  <a:lnTo>
                    <a:pt x="651" y="97"/>
                  </a:lnTo>
                  <a:lnTo>
                    <a:pt x="651" y="95"/>
                  </a:lnTo>
                  <a:lnTo>
                    <a:pt x="653" y="94"/>
                  </a:lnTo>
                  <a:lnTo>
                    <a:pt x="654" y="93"/>
                  </a:lnTo>
                  <a:lnTo>
                    <a:pt x="655" y="92"/>
                  </a:lnTo>
                  <a:lnTo>
                    <a:pt x="656" y="91"/>
                  </a:lnTo>
                  <a:lnTo>
                    <a:pt x="657" y="88"/>
                  </a:lnTo>
                  <a:lnTo>
                    <a:pt x="657" y="87"/>
                  </a:lnTo>
                  <a:lnTo>
                    <a:pt x="660" y="85"/>
                  </a:lnTo>
                  <a:lnTo>
                    <a:pt x="661" y="83"/>
                  </a:lnTo>
                  <a:lnTo>
                    <a:pt x="662" y="81"/>
                  </a:lnTo>
                  <a:lnTo>
                    <a:pt x="663" y="80"/>
                  </a:lnTo>
                  <a:lnTo>
                    <a:pt x="665" y="77"/>
                  </a:lnTo>
                  <a:lnTo>
                    <a:pt x="666" y="76"/>
                  </a:lnTo>
                  <a:lnTo>
                    <a:pt x="667" y="75"/>
                  </a:lnTo>
                  <a:lnTo>
                    <a:pt x="668" y="74"/>
                  </a:lnTo>
                  <a:lnTo>
                    <a:pt x="668" y="71"/>
                  </a:lnTo>
                  <a:lnTo>
                    <a:pt x="669" y="70"/>
                  </a:lnTo>
                  <a:lnTo>
                    <a:pt x="671" y="69"/>
                  </a:lnTo>
                  <a:lnTo>
                    <a:pt x="672" y="68"/>
                  </a:lnTo>
                  <a:lnTo>
                    <a:pt x="672" y="67"/>
                  </a:lnTo>
                  <a:lnTo>
                    <a:pt x="673" y="67"/>
                  </a:lnTo>
                  <a:lnTo>
                    <a:pt x="674" y="65"/>
                  </a:lnTo>
                  <a:lnTo>
                    <a:pt x="674" y="64"/>
                  </a:lnTo>
                  <a:lnTo>
                    <a:pt x="675" y="63"/>
                  </a:lnTo>
                  <a:lnTo>
                    <a:pt x="675" y="62"/>
                  </a:lnTo>
                  <a:lnTo>
                    <a:pt x="677" y="61"/>
                  </a:lnTo>
                  <a:lnTo>
                    <a:pt x="678" y="61"/>
                  </a:lnTo>
                  <a:lnTo>
                    <a:pt x="678" y="59"/>
                  </a:lnTo>
                  <a:lnTo>
                    <a:pt x="679" y="58"/>
                  </a:lnTo>
                  <a:lnTo>
                    <a:pt x="679" y="57"/>
                  </a:lnTo>
                  <a:lnTo>
                    <a:pt x="680" y="56"/>
                  </a:lnTo>
                  <a:lnTo>
                    <a:pt x="681" y="55"/>
                  </a:lnTo>
                  <a:lnTo>
                    <a:pt x="683" y="53"/>
                  </a:lnTo>
                  <a:lnTo>
                    <a:pt x="683" y="52"/>
                  </a:lnTo>
                  <a:lnTo>
                    <a:pt x="684" y="51"/>
                  </a:lnTo>
                  <a:lnTo>
                    <a:pt x="685" y="49"/>
                  </a:lnTo>
                  <a:lnTo>
                    <a:pt x="686" y="47"/>
                  </a:lnTo>
                  <a:lnTo>
                    <a:pt x="687" y="46"/>
                  </a:lnTo>
                  <a:lnTo>
                    <a:pt x="689" y="44"/>
                  </a:lnTo>
                  <a:lnTo>
                    <a:pt x="690" y="43"/>
                  </a:lnTo>
                  <a:lnTo>
                    <a:pt x="691" y="40"/>
                  </a:lnTo>
                  <a:lnTo>
                    <a:pt x="692" y="39"/>
                  </a:lnTo>
                  <a:lnTo>
                    <a:pt x="695" y="37"/>
                  </a:lnTo>
                  <a:lnTo>
                    <a:pt x="696" y="35"/>
                  </a:lnTo>
                  <a:lnTo>
                    <a:pt x="697" y="33"/>
                  </a:lnTo>
                  <a:lnTo>
                    <a:pt x="698" y="32"/>
                  </a:lnTo>
                  <a:lnTo>
                    <a:pt x="698" y="31"/>
                  </a:lnTo>
                  <a:lnTo>
                    <a:pt x="699" y="29"/>
                  </a:lnTo>
                  <a:lnTo>
                    <a:pt x="701" y="27"/>
                  </a:lnTo>
                  <a:lnTo>
                    <a:pt x="702" y="26"/>
                  </a:lnTo>
                  <a:lnTo>
                    <a:pt x="702" y="24"/>
                  </a:lnTo>
                  <a:lnTo>
                    <a:pt x="703" y="24"/>
                  </a:lnTo>
                  <a:lnTo>
                    <a:pt x="704" y="23"/>
                  </a:lnTo>
                  <a:lnTo>
                    <a:pt x="704" y="22"/>
                  </a:lnTo>
                  <a:lnTo>
                    <a:pt x="705" y="21"/>
                  </a:lnTo>
                  <a:lnTo>
                    <a:pt x="705" y="20"/>
                  </a:lnTo>
                  <a:lnTo>
                    <a:pt x="707" y="18"/>
                  </a:lnTo>
                  <a:lnTo>
                    <a:pt x="708" y="17"/>
                  </a:lnTo>
                  <a:lnTo>
                    <a:pt x="708" y="16"/>
                  </a:lnTo>
                  <a:lnTo>
                    <a:pt x="709" y="15"/>
                  </a:lnTo>
                  <a:lnTo>
                    <a:pt x="710" y="14"/>
                  </a:lnTo>
                  <a:lnTo>
                    <a:pt x="710" y="12"/>
                  </a:lnTo>
                  <a:lnTo>
                    <a:pt x="711" y="11"/>
                  </a:lnTo>
                  <a:lnTo>
                    <a:pt x="713" y="10"/>
                  </a:lnTo>
                  <a:lnTo>
                    <a:pt x="713" y="9"/>
                  </a:lnTo>
                  <a:lnTo>
                    <a:pt x="714" y="8"/>
                  </a:lnTo>
                  <a:lnTo>
                    <a:pt x="714" y="6"/>
                  </a:lnTo>
                  <a:lnTo>
                    <a:pt x="715" y="5"/>
                  </a:lnTo>
                  <a:lnTo>
                    <a:pt x="716" y="4"/>
                  </a:lnTo>
                  <a:lnTo>
                    <a:pt x="716" y="2"/>
                  </a:lnTo>
                  <a:lnTo>
                    <a:pt x="717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40" name="Freeform 235">
              <a:extLst>
                <a:ext uri="{FF2B5EF4-FFF2-40B4-BE49-F238E27FC236}">
                  <a16:creationId xmlns:a16="http://schemas.microsoft.com/office/drawing/2014/main" id="{6EFD81C9-FB13-46E1-BAD9-3AD6E8B0F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206"/>
              <a:ext cx="42" cy="144"/>
            </a:xfrm>
            <a:custGeom>
              <a:avLst/>
              <a:gdLst>
                <a:gd name="T0" fmla="*/ 0 w 86"/>
                <a:gd name="T1" fmla="*/ 1 h 287"/>
                <a:gd name="T2" fmla="*/ 0 w 86"/>
                <a:gd name="T3" fmla="*/ 1 h 287"/>
                <a:gd name="T4" fmla="*/ 0 w 86"/>
                <a:gd name="T5" fmla="*/ 1 h 287"/>
                <a:gd name="T6" fmla="*/ 0 w 86"/>
                <a:gd name="T7" fmla="*/ 1 h 287"/>
                <a:gd name="T8" fmla="*/ 0 w 86"/>
                <a:gd name="T9" fmla="*/ 1 h 287"/>
                <a:gd name="T10" fmla="*/ 0 w 86"/>
                <a:gd name="T11" fmla="*/ 1 h 287"/>
                <a:gd name="T12" fmla="*/ 0 w 86"/>
                <a:gd name="T13" fmla="*/ 1 h 287"/>
                <a:gd name="T14" fmla="*/ 0 w 86"/>
                <a:gd name="T15" fmla="*/ 1 h 287"/>
                <a:gd name="T16" fmla="*/ 0 w 86"/>
                <a:gd name="T17" fmla="*/ 1 h 287"/>
                <a:gd name="T18" fmla="*/ 0 w 86"/>
                <a:gd name="T19" fmla="*/ 1 h 287"/>
                <a:gd name="T20" fmla="*/ 0 w 86"/>
                <a:gd name="T21" fmla="*/ 1 h 287"/>
                <a:gd name="T22" fmla="*/ 0 w 86"/>
                <a:gd name="T23" fmla="*/ 1 h 287"/>
                <a:gd name="T24" fmla="*/ 0 w 86"/>
                <a:gd name="T25" fmla="*/ 1 h 287"/>
                <a:gd name="T26" fmla="*/ 0 w 86"/>
                <a:gd name="T27" fmla="*/ 1 h 287"/>
                <a:gd name="T28" fmla="*/ 0 w 86"/>
                <a:gd name="T29" fmla="*/ 1 h 287"/>
                <a:gd name="T30" fmla="*/ 0 w 86"/>
                <a:gd name="T31" fmla="*/ 1 h 287"/>
                <a:gd name="T32" fmla="*/ 0 w 86"/>
                <a:gd name="T33" fmla="*/ 1 h 287"/>
                <a:gd name="T34" fmla="*/ 0 w 86"/>
                <a:gd name="T35" fmla="*/ 1 h 287"/>
                <a:gd name="T36" fmla="*/ 0 w 86"/>
                <a:gd name="T37" fmla="*/ 1 h 287"/>
                <a:gd name="T38" fmla="*/ 0 w 86"/>
                <a:gd name="T39" fmla="*/ 1 h 287"/>
                <a:gd name="T40" fmla="*/ 0 w 86"/>
                <a:gd name="T41" fmla="*/ 1 h 287"/>
                <a:gd name="T42" fmla="*/ 0 w 86"/>
                <a:gd name="T43" fmla="*/ 1 h 287"/>
                <a:gd name="T44" fmla="*/ 0 w 86"/>
                <a:gd name="T45" fmla="*/ 1 h 287"/>
                <a:gd name="T46" fmla="*/ 0 w 86"/>
                <a:gd name="T47" fmla="*/ 1 h 287"/>
                <a:gd name="T48" fmla="*/ 0 w 86"/>
                <a:gd name="T49" fmla="*/ 1 h 287"/>
                <a:gd name="T50" fmla="*/ 0 w 86"/>
                <a:gd name="T51" fmla="*/ 1 h 287"/>
                <a:gd name="T52" fmla="*/ 0 w 86"/>
                <a:gd name="T53" fmla="*/ 1 h 287"/>
                <a:gd name="T54" fmla="*/ 0 w 86"/>
                <a:gd name="T55" fmla="*/ 1 h 287"/>
                <a:gd name="T56" fmla="*/ 0 w 86"/>
                <a:gd name="T57" fmla="*/ 1 h 287"/>
                <a:gd name="T58" fmla="*/ 0 w 86"/>
                <a:gd name="T59" fmla="*/ 1 h 287"/>
                <a:gd name="T60" fmla="*/ 0 w 86"/>
                <a:gd name="T61" fmla="*/ 1 h 287"/>
                <a:gd name="T62" fmla="*/ 0 w 86"/>
                <a:gd name="T63" fmla="*/ 1 h 287"/>
                <a:gd name="T64" fmla="*/ 0 w 86"/>
                <a:gd name="T65" fmla="*/ 1 h 287"/>
                <a:gd name="T66" fmla="*/ 0 w 86"/>
                <a:gd name="T67" fmla="*/ 1 h 287"/>
                <a:gd name="T68" fmla="*/ 0 w 86"/>
                <a:gd name="T69" fmla="*/ 1 h 287"/>
                <a:gd name="T70" fmla="*/ 0 w 86"/>
                <a:gd name="T71" fmla="*/ 1 h 287"/>
                <a:gd name="T72" fmla="*/ 0 w 86"/>
                <a:gd name="T73" fmla="*/ 1 h 287"/>
                <a:gd name="T74" fmla="*/ 0 w 86"/>
                <a:gd name="T75" fmla="*/ 1 h 287"/>
                <a:gd name="T76" fmla="*/ 0 w 86"/>
                <a:gd name="T77" fmla="*/ 1 h 287"/>
                <a:gd name="T78" fmla="*/ 0 w 86"/>
                <a:gd name="T79" fmla="*/ 1 h 287"/>
                <a:gd name="T80" fmla="*/ 0 w 86"/>
                <a:gd name="T81" fmla="*/ 1 h 287"/>
                <a:gd name="T82" fmla="*/ 0 w 86"/>
                <a:gd name="T83" fmla="*/ 1 h 287"/>
                <a:gd name="T84" fmla="*/ 0 w 86"/>
                <a:gd name="T85" fmla="*/ 1 h 287"/>
                <a:gd name="T86" fmla="*/ 0 w 86"/>
                <a:gd name="T87" fmla="*/ 1 h 287"/>
                <a:gd name="T88" fmla="*/ 0 w 86"/>
                <a:gd name="T89" fmla="*/ 1 h 287"/>
                <a:gd name="T90" fmla="*/ 0 w 86"/>
                <a:gd name="T91" fmla="*/ 1 h 287"/>
                <a:gd name="T92" fmla="*/ 0 w 86"/>
                <a:gd name="T93" fmla="*/ 1 h 287"/>
                <a:gd name="T94" fmla="*/ 0 w 86"/>
                <a:gd name="T95" fmla="*/ 1 h 287"/>
                <a:gd name="T96" fmla="*/ 0 w 86"/>
                <a:gd name="T97" fmla="*/ 1 h 287"/>
                <a:gd name="T98" fmla="*/ 0 w 86"/>
                <a:gd name="T99" fmla="*/ 1 h 287"/>
                <a:gd name="T100" fmla="*/ 0 w 86"/>
                <a:gd name="T101" fmla="*/ 1 h 287"/>
                <a:gd name="T102" fmla="*/ 0 w 86"/>
                <a:gd name="T103" fmla="*/ 1 h 287"/>
                <a:gd name="T104" fmla="*/ 0 w 86"/>
                <a:gd name="T105" fmla="*/ 1 h 287"/>
                <a:gd name="T106" fmla="*/ 0 w 86"/>
                <a:gd name="T107" fmla="*/ 1 h 287"/>
                <a:gd name="T108" fmla="*/ 0 w 86"/>
                <a:gd name="T109" fmla="*/ 1 h 287"/>
                <a:gd name="T110" fmla="*/ 0 w 86"/>
                <a:gd name="T111" fmla="*/ 1 h 287"/>
                <a:gd name="T112" fmla="*/ 0 w 86"/>
                <a:gd name="T113" fmla="*/ 1 h 2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7">
                  <a:moveTo>
                    <a:pt x="0" y="0"/>
                  </a:moveTo>
                  <a:lnTo>
                    <a:pt x="3" y="4"/>
                  </a:lnTo>
                  <a:lnTo>
                    <a:pt x="4" y="6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9" y="15"/>
                  </a:lnTo>
                  <a:lnTo>
                    <a:pt x="10" y="17"/>
                  </a:lnTo>
                  <a:lnTo>
                    <a:pt x="11" y="18"/>
                  </a:lnTo>
                  <a:lnTo>
                    <a:pt x="12" y="21"/>
                  </a:lnTo>
                  <a:lnTo>
                    <a:pt x="14" y="23"/>
                  </a:lnTo>
                  <a:lnTo>
                    <a:pt x="15" y="24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0"/>
                  </a:lnTo>
                  <a:lnTo>
                    <a:pt x="18" y="31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5"/>
                  </a:lnTo>
                  <a:lnTo>
                    <a:pt x="21" y="36"/>
                  </a:lnTo>
                  <a:lnTo>
                    <a:pt x="21" y="37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3" y="43"/>
                  </a:lnTo>
                  <a:lnTo>
                    <a:pt x="24" y="45"/>
                  </a:lnTo>
                  <a:lnTo>
                    <a:pt x="24" y="46"/>
                  </a:lnTo>
                  <a:lnTo>
                    <a:pt x="26" y="47"/>
                  </a:lnTo>
                  <a:lnTo>
                    <a:pt x="26" y="48"/>
                  </a:lnTo>
                  <a:lnTo>
                    <a:pt x="27" y="49"/>
                  </a:lnTo>
                  <a:lnTo>
                    <a:pt x="27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7"/>
                  </a:lnTo>
                  <a:lnTo>
                    <a:pt x="30" y="58"/>
                  </a:lnTo>
                  <a:lnTo>
                    <a:pt x="30" y="59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3"/>
                  </a:lnTo>
                  <a:lnTo>
                    <a:pt x="33" y="64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7"/>
                  </a:lnTo>
                  <a:lnTo>
                    <a:pt x="34" y="69"/>
                  </a:lnTo>
                  <a:lnTo>
                    <a:pt x="35" y="70"/>
                  </a:lnTo>
                  <a:lnTo>
                    <a:pt x="35" y="71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9" y="78"/>
                  </a:lnTo>
                  <a:lnTo>
                    <a:pt x="39" y="79"/>
                  </a:lnTo>
                  <a:lnTo>
                    <a:pt x="39" y="82"/>
                  </a:lnTo>
                  <a:lnTo>
                    <a:pt x="40" y="83"/>
                  </a:lnTo>
                  <a:lnTo>
                    <a:pt x="40" y="84"/>
                  </a:lnTo>
                  <a:lnTo>
                    <a:pt x="41" y="86"/>
                  </a:lnTo>
                  <a:lnTo>
                    <a:pt x="41" y="88"/>
                  </a:lnTo>
                  <a:lnTo>
                    <a:pt x="43" y="89"/>
                  </a:lnTo>
                  <a:lnTo>
                    <a:pt x="43" y="92"/>
                  </a:lnTo>
                  <a:lnTo>
                    <a:pt x="44" y="93"/>
                  </a:lnTo>
                  <a:lnTo>
                    <a:pt x="45" y="95"/>
                  </a:lnTo>
                  <a:lnTo>
                    <a:pt x="45" y="96"/>
                  </a:lnTo>
                  <a:lnTo>
                    <a:pt x="46" y="99"/>
                  </a:lnTo>
                  <a:lnTo>
                    <a:pt x="46" y="100"/>
                  </a:lnTo>
                  <a:lnTo>
                    <a:pt x="47" y="101"/>
                  </a:lnTo>
                  <a:lnTo>
                    <a:pt x="47" y="104"/>
                  </a:lnTo>
                  <a:lnTo>
                    <a:pt x="49" y="105"/>
                  </a:lnTo>
                  <a:lnTo>
                    <a:pt x="49" y="106"/>
                  </a:lnTo>
                  <a:lnTo>
                    <a:pt x="49" y="107"/>
                  </a:lnTo>
                  <a:lnTo>
                    <a:pt x="50" y="108"/>
                  </a:lnTo>
                  <a:lnTo>
                    <a:pt x="50" y="110"/>
                  </a:lnTo>
                  <a:lnTo>
                    <a:pt x="51" y="111"/>
                  </a:lnTo>
                  <a:lnTo>
                    <a:pt x="51" y="112"/>
                  </a:lnTo>
                  <a:lnTo>
                    <a:pt x="51" y="113"/>
                  </a:lnTo>
                  <a:lnTo>
                    <a:pt x="52" y="114"/>
                  </a:lnTo>
                  <a:lnTo>
                    <a:pt x="52" y="116"/>
                  </a:lnTo>
                  <a:lnTo>
                    <a:pt x="52" y="117"/>
                  </a:lnTo>
                  <a:lnTo>
                    <a:pt x="53" y="118"/>
                  </a:lnTo>
                  <a:lnTo>
                    <a:pt x="53" y="119"/>
                  </a:lnTo>
                  <a:lnTo>
                    <a:pt x="53" y="120"/>
                  </a:lnTo>
                  <a:lnTo>
                    <a:pt x="53" y="122"/>
                  </a:lnTo>
                  <a:lnTo>
                    <a:pt x="55" y="123"/>
                  </a:lnTo>
                  <a:lnTo>
                    <a:pt x="55" y="124"/>
                  </a:lnTo>
                  <a:lnTo>
                    <a:pt x="55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7" y="129"/>
                  </a:lnTo>
                  <a:lnTo>
                    <a:pt x="57" y="131"/>
                  </a:lnTo>
                  <a:lnTo>
                    <a:pt x="57" y="132"/>
                  </a:lnTo>
                  <a:lnTo>
                    <a:pt x="58" y="135"/>
                  </a:lnTo>
                  <a:lnTo>
                    <a:pt x="58" y="136"/>
                  </a:lnTo>
                  <a:lnTo>
                    <a:pt x="59" y="138"/>
                  </a:lnTo>
                  <a:lnTo>
                    <a:pt x="61" y="141"/>
                  </a:lnTo>
                  <a:lnTo>
                    <a:pt x="61" y="142"/>
                  </a:lnTo>
                  <a:lnTo>
                    <a:pt x="61" y="143"/>
                  </a:lnTo>
                  <a:lnTo>
                    <a:pt x="62" y="146"/>
                  </a:lnTo>
                  <a:lnTo>
                    <a:pt x="62" y="147"/>
                  </a:lnTo>
                  <a:lnTo>
                    <a:pt x="63" y="148"/>
                  </a:lnTo>
                  <a:lnTo>
                    <a:pt x="63" y="149"/>
                  </a:lnTo>
                  <a:lnTo>
                    <a:pt x="63" y="150"/>
                  </a:lnTo>
                  <a:lnTo>
                    <a:pt x="64" y="152"/>
                  </a:lnTo>
                  <a:lnTo>
                    <a:pt x="64" y="153"/>
                  </a:lnTo>
                  <a:lnTo>
                    <a:pt x="64" y="154"/>
                  </a:lnTo>
                  <a:lnTo>
                    <a:pt x="64" y="155"/>
                  </a:lnTo>
                  <a:lnTo>
                    <a:pt x="65" y="156"/>
                  </a:lnTo>
                  <a:lnTo>
                    <a:pt x="65" y="158"/>
                  </a:lnTo>
                  <a:lnTo>
                    <a:pt x="65" y="159"/>
                  </a:lnTo>
                  <a:lnTo>
                    <a:pt x="67" y="159"/>
                  </a:lnTo>
                  <a:lnTo>
                    <a:pt x="67" y="160"/>
                  </a:lnTo>
                  <a:lnTo>
                    <a:pt x="67" y="161"/>
                  </a:lnTo>
                  <a:lnTo>
                    <a:pt x="67" y="162"/>
                  </a:lnTo>
                  <a:lnTo>
                    <a:pt x="68" y="164"/>
                  </a:lnTo>
                  <a:lnTo>
                    <a:pt x="68" y="165"/>
                  </a:lnTo>
                  <a:lnTo>
                    <a:pt x="68" y="166"/>
                  </a:lnTo>
                  <a:lnTo>
                    <a:pt x="69" y="167"/>
                  </a:lnTo>
                  <a:lnTo>
                    <a:pt x="69" y="168"/>
                  </a:lnTo>
                  <a:lnTo>
                    <a:pt x="69" y="170"/>
                  </a:lnTo>
                  <a:lnTo>
                    <a:pt x="70" y="171"/>
                  </a:lnTo>
                  <a:lnTo>
                    <a:pt x="70" y="173"/>
                  </a:lnTo>
                  <a:lnTo>
                    <a:pt x="70" y="174"/>
                  </a:lnTo>
                  <a:lnTo>
                    <a:pt x="71" y="176"/>
                  </a:lnTo>
                  <a:lnTo>
                    <a:pt x="71" y="178"/>
                  </a:lnTo>
                  <a:lnTo>
                    <a:pt x="73" y="180"/>
                  </a:lnTo>
                  <a:lnTo>
                    <a:pt x="73" y="182"/>
                  </a:lnTo>
                  <a:lnTo>
                    <a:pt x="74" y="184"/>
                  </a:lnTo>
                  <a:lnTo>
                    <a:pt x="74" y="185"/>
                  </a:lnTo>
                  <a:lnTo>
                    <a:pt x="75" y="188"/>
                  </a:lnTo>
                  <a:lnTo>
                    <a:pt x="75" y="189"/>
                  </a:lnTo>
                  <a:lnTo>
                    <a:pt x="75" y="190"/>
                  </a:lnTo>
                  <a:lnTo>
                    <a:pt x="76" y="191"/>
                  </a:lnTo>
                  <a:lnTo>
                    <a:pt x="76" y="192"/>
                  </a:lnTo>
                  <a:lnTo>
                    <a:pt x="76" y="194"/>
                  </a:lnTo>
                  <a:lnTo>
                    <a:pt x="77" y="195"/>
                  </a:lnTo>
                  <a:lnTo>
                    <a:pt x="77" y="196"/>
                  </a:lnTo>
                  <a:lnTo>
                    <a:pt x="77" y="197"/>
                  </a:lnTo>
                  <a:lnTo>
                    <a:pt x="77" y="199"/>
                  </a:lnTo>
                  <a:lnTo>
                    <a:pt x="79" y="200"/>
                  </a:lnTo>
                  <a:lnTo>
                    <a:pt x="79" y="201"/>
                  </a:lnTo>
                  <a:lnTo>
                    <a:pt x="79" y="202"/>
                  </a:lnTo>
                  <a:lnTo>
                    <a:pt x="79" y="203"/>
                  </a:lnTo>
                  <a:lnTo>
                    <a:pt x="79" y="205"/>
                  </a:lnTo>
                  <a:lnTo>
                    <a:pt x="79" y="206"/>
                  </a:lnTo>
                  <a:lnTo>
                    <a:pt x="80" y="207"/>
                  </a:lnTo>
                  <a:lnTo>
                    <a:pt x="80" y="208"/>
                  </a:lnTo>
                  <a:lnTo>
                    <a:pt x="80" y="209"/>
                  </a:lnTo>
                  <a:lnTo>
                    <a:pt x="80" y="211"/>
                  </a:lnTo>
                  <a:lnTo>
                    <a:pt x="80" y="212"/>
                  </a:lnTo>
                  <a:lnTo>
                    <a:pt x="80" y="213"/>
                  </a:lnTo>
                  <a:lnTo>
                    <a:pt x="80" y="214"/>
                  </a:lnTo>
                  <a:lnTo>
                    <a:pt x="80" y="215"/>
                  </a:lnTo>
                  <a:lnTo>
                    <a:pt x="80" y="218"/>
                  </a:lnTo>
                  <a:lnTo>
                    <a:pt x="81" y="219"/>
                  </a:lnTo>
                  <a:lnTo>
                    <a:pt x="81" y="220"/>
                  </a:lnTo>
                  <a:lnTo>
                    <a:pt x="81" y="223"/>
                  </a:lnTo>
                  <a:lnTo>
                    <a:pt x="81" y="224"/>
                  </a:lnTo>
                  <a:lnTo>
                    <a:pt x="81" y="225"/>
                  </a:lnTo>
                  <a:lnTo>
                    <a:pt x="81" y="227"/>
                  </a:lnTo>
                  <a:lnTo>
                    <a:pt x="81" y="229"/>
                  </a:lnTo>
                  <a:lnTo>
                    <a:pt x="81" y="230"/>
                  </a:lnTo>
                  <a:lnTo>
                    <a:pt x="81" y="231"/>
                  </a:lnTo>
                  <a:lnTo>
                    <a:pt x="81" y="232"/>
                  </a:lnTo>
                  <a:lnTo>
                    <a:pt x="82" y="233"/>
                  </a:lnTo>
                  <a:lnTo>
                    <a:pt x="82" y="235"/>
                  </a:lnTo>
                  <a:lnTo>
                    <a:pt x="82" y="236"/>
                  </a:lnTo>
                  <a:lnTo>
                    <a:pt x="82" y="237"/>
                  </a:lnTo>
                  <a:lnTo>
                    <a:pt x="82" y="238"/>
                  </a:lnTo>
                  <a:lnTo>
                    <a:pt x="82" y="239"/>
                  </a:lnTo>
                  <a:lnTo>
                    <a:pt x="82" y="241"/>
                  </a:lnTo>
                  <a:lnTo>
                    <a:pt x="82" y="242"/>
                  </a:lnTo>
                  <a:lnTo>
                    <a:pt x="82" y="243"/>
                  </a:lnTo>
                  <a:lnTo>
                    <a:pt x="83" y="243"/>
                  </a:lnTo>
                  <a:lnTo>
                    <a:pt x="83" y="244"/>
                  </a:lnTo>
                  <a:lnTo>
                    <a:pt x="83" y="245"/>
                  </a:lnTo>
                  <a:lnTo>
                    <a:pt x="83" y="247"/>
                  </a:lnTo>
                  <a:lnTo>
                    <a:pt x="83" y="248"/>
                  </a:lnTo>
                  <a:lnTo>
                    <a:pt x="85" y="249"/>
                  </a:lnTo>
                  <a:lnTo>
                    <a:pt x="85" y="250"/>
                  </a:lnTo>
                  <a:lnTo>
                    <a:pt x="85" y="251"/>
                  </a:lnTo>
                  <a:lnTo>
                    <a:pt x="85" y="253"/>
                  </a:lnTo>
                  <a:lnTo>
                    <a:pt x="85" y="254"/>
                  </a:lnTo>
                  <a:lnTo>
                    <a:pt x="85" y="255"/>
                  </a:lnTo>
                  <a:lnTo>
                    <a:pt x="86" y="255"/>
                  </a:lnTo>
                  <a:lnTo>
                    <a:pt x="86" y="256"/>
                  </a:lnTo>
                  <a:lnTo>
                    <a:pt x="86" y="257"/>
                  </a:lnTo>
                  <a:lnTo>
                    <a:pt x="86" y="259"/>
                  </a:lnTo>
                  <a:lnTo>
                    <a:pt x="86" y="260"/>
                  </a:lnTo>
                  <a:lnTo>
                    <a:pt x="86" y="261"/>
                  </a:lnTo>
                  <a:lnTo>
                    <a:pt x="86" y="262"/>
                  </a:lnTo>
                  <a:lnTo>
                    <a:pt x="86" y="263"/>
                  </a:lnTo>
                  <a:lnTo>
                    <a:pt x="86" y="265"/>
                  </a:lnTo>
                  <a:lnTo>
                    <a:pt x="86" y="266"/>
                  </a:lnTo>
                  <a:lnTo>
                    <a:pt x="86" y="267"/>
                  </a:lnTo>
                  <a:lnTo>
                    <a:pt x="86" y="268"/>
                  </a:lnTo>
                  <a:lnTo>
                    <a:pt x="86" y="269"/>
                  </a:lnTo>
                  <a:lnTo>
                    <a:pt x="86" y="271"/>
                  </a:lnTo>
                  <a:lnTo>
                    <a:pt x="86" y="273"/>
                  </a:lnTo>
                  <a:lnTo>
                    <a:pt x="86" y="274"/>
                  </a:lnTo>
                  <a:lnTo>
                    <a:pt x="86" y="275"/>
                  </a:lnTo>
                  <a:lnTo>
                    <a:pt x="86" y="278"/>
                  </a:lnTo>
                  <a:lnTo>
                    <a:pt x="86" y="279"/>
                  </a:lnTo>
                  <a:lnTo>
                    <a:pt x="86" y="281"/>
                  </a:lnTo>
                  <a:lnTo>
                    <a:pt x="86" y="283"/>
                  </a:lnTo>
                  <a:lnTo>
                    <a:pt x="86" y="285"/>
                  </a:lnTo>
                  <a:lnTo>
                    <a:pt x="85" y="287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41" name="Freeform 236">
              <a:extLst>
                <a:ext uri="{FF2B5EF4-FFF2-40B4-BE49-F238E27FC236}">
                  <a16:creationId xmlns:a16="http://schemas.microsoft.com/office/drawing/2014/main" id="{16292CEA-FC0B-4FCD-9D85-629B80669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349"/>
              <a:ext cx="42" cy="144"/>
            </a:xfrm>
            <a:custGeom>
              <a:avLst/>
              <a:gdLst>
                <a:gd name="T0" fmla="*/ 0 w 86"/>
                <a:gd name="T1" fmla="*/ 1 h 288"/>
                <a:gd name="T2" fmla="*/ 0 w 86"/>
                <a:gd name="T3" fmla="*/ 1 h 288"/>
                <a:gd name="T4" fmla="*/ 0 w 86"/>
                <a:gd name="T5" fmla="*/ 1 h 288"/>
                <a:gd name="T6" fmla="*/ 0 w 86"/>
                <a:gd name="T7" fmla="*/ 1 h 288"/>
                <a:gd name="T8" fmla="*/ 0 w 86"/>
                <a:gd name="T9" fmla="*/ 1 h 288"/>
                <a:gd name="T10" fmla="*/ 0 w 86"/>
                <a:gd name="T11" fmla="*/ 1 h 288"/>
                <a:gd name="T12" fmla="*/ 0 w 86"/>
                <a:gd name="T13" fmla="*/ 1 h 288"/>
                <a:gd name="T14" fmla="*/ 0 w 86"/>
                <a:gd name="T15" fmla="*/ 1 h 288"/>
                <a:gd name="T16" fmla="*/ 0 w 86"/>
                <a:gd name="T17" fmla="*/ 1 h 288"/>
                <a:gd name="T18" fmla="*/ 0 w 86"/>
                <a:gd name="T19" fmla="*/ 1 h 288"/>
                <a:gd name="T20" fmla="*/ 0 w 86"/>
                <a:gd name="T21" fmla="*/ 1 h 288"/>
                <a:gd name="T22" fmla="*/ 0 w 86"/>
                <a:gd name="T23" fmla="*/ 1 h 288"/>
                <a:gd name="T24" fmla="*/ 0 w 86"/>
                <a:gd name="T25" fmla="*/ 1 h 288"/>
                <a:gd name="T26" fmla="*/ 0 w 86"/>
                <a:gd name="T27" fmla="*/ 1 h 288"/>
                <a:gd name="T28" fmla="*/ 0 w 86"/>
                <a:gd name="T29" fmla="*/ 1 h 288"/>
                <a:gd name="T30" fmla="*/ 0 w 86"/>
                <a:gd name="T31" fmla="*/ 1 h 288"/>
                <a:gd name="T32" fmla="*/ 0 w 86"/>
                <a:gd name="T33" fmla="*/ 1 h 288"/>
                <a:gd name="T34" fmla="*/ 0 w 86"/>
                <a:gd name="T35" fmla="*/ 1 h 288"/>
                <a:gd name="T36" fmla="*/ 0 w 86"/>
                <a:gd name="T37" fmla="*/ 1 h 288"/>
                <a:gd name="T38" fmla="*/ 0 w 86"/>
                <a:gd name="T39" fmla="*/ 1 h 288"/>
                <a:gd name="T40" fmla="*/ 0 w 86"/>
                <a:gd name="T41" fmla="*/ 1 h 288"/>
                <a:gd name="T42" fmla="*/ 0 w 86"/>
                <a:gd name="T43" fmla="*/ 1 h 288"/>
                <a:gd name="T44" fmla="*/ 0 w 86"/>
                <a:gd name="T45" fmla="*/ 1 h 288"/>
                <a:gd name="T46" fmla="*/ 0 w 86"/>
                <a:gd name="T47" fmla="*/ 1 h 288"/>
                <a:gd name="T48" fmla="*/ 0 w 86"/>
                <a:gd name="T49" fmla="*/ 1 h 288"/>
                <a:gd name="T50" fmla="*/ 0 w 86"/>
                <a:gd name="T51" fmla="*/ 1 h 288"/>
                <a:gd name="T52" fmla="*/ 0 w 86"/>
                <a:gd name="T53" fmla="*/ 1 h 288"/>
                <a:gd name="T54" fmla="*/ 0 w 86"/>
                <a:gd name="T55" fmla="*/ 1 h 288"/>
                <a:gd name="T56" fmla="*/ 0 w 86"/>
                <a:gd name="T57" fmla="*/ 1 h 288"/>
                <a:gd name="T58" fmla="*/ 0 w 86"/>
                <a:gd name="T59" fmla="*/ 1 h 288"/>
                <a:gd name="T60" fmla="*/ 0 w 86"/>
                <a:gd name="T61" fmla="*/ 1 h 288"/>
                <a:gd name="T62" fmla="*/ 0 w 86"/>
                <a:gd name="T63" fmla="*/ 1 h 288"/>
                <a:gd name="T64" fmla="*/ 0 w 86"/>
                <a:gd name="T65" fmla="*/ 1 h 288"/>
                <a:gd name="T66" fmla="*/ 0 w 86"/>
                <a:gd name="T67" fmla="*/ 1 h 288"/>
                <a:gd name="T68" fmla="*/ 0 w 86"/>
                <a:gd name="T69" fmla="*/ 1 h 288"/>
                <a:gd name="T70" fmla="*/ 0 w 86"/>
                <a:gd name="T71" fmla="*/ 1 h 288"/>
                <a:gd name="T72" fmla="*/ 0 w 86"/>
                <a:gd name="T73" fmla="*/ 1 h 288"/>
                <a:gd name="T74" fmla="*/ 0 w 86"/>
                <a:gd name="T75" fmla="*/ 1 h 288"/>
                <a:gd name="T76" fmla="*/ 0 w 86"/>
                <a:gd name="T77" fmla="*/ 1 h 288"/>
                <a:gd name="T78" fmla="*/ 0 w 86"/>
                <a:gd name="T79" fmla="*/ 1 h 288"/>
                <a:gd name="T80" fmla="*/ 0 w 86"/>
                <a:gd name="T81" fmla="*/ 1 h 288"/>
                <a:gd name="T82" fmla="*/ 0 w 86"/>
                <a:gd name="T83" fmla="*/ 1 h 288"/>
                <a:gd name="T84" fmla="*/ 0 w 86"/>
                <a:gd name="T85" fmla="*/ 1 h 288"/>
                <a:gd name="T86" fmla="*/ 0 w 86"/>
                <a:gd name="T87" fmla="*/ 1 h 288"/>
                <a:gd name="T88" fmla="*/ 0 w 86"/>
                <a:gd name="T89" fmla="*/ 1 h 288"/>
                <a:gd name="T90" fmla="*/ 0 w 86"/>
                <a:gd name="T91" fmla="*/ 1 h 288"/>
                <a:gd name="T92" fmla="*/ 0 w 86"/>
                <a:gd name="T93" fmla="*/ 1 h 288"/>
                <a:gd name="T94" fmla="*/ 0 w 86"/>
                <a:gd name="T95" fmla="*/ 1 h 288"/>
                <a:gd name="T96" fmla="*/ 0 w 86"/>
                <a:gd name="T97" fmla="*/ 1 h 288"/>
                <a:gd name="T98" fmla="*/ 0 w 86"/>
                <a:gd name="T99" fmla="*/ 1 h 288"/>
                <a:gd name="T100" fmla="*/ 0 w 86"/>
                <a:gd name="T101" fmla="*/ 1 h 288"/>
                <a:gd name="T102" fmla="*/ 0 w 86"/>
                <a:gd name="T103" fmla="*/ 1 h 288"/>
                <a:gd name="T104" fmla="*/ 0 w 86"/>
                <a:gd name="T105" fmla="*/ 1 h 288"/>
                <a:gd name="T106" fmla="*/ 0 w 86"/>
                <a:gd name="T107" fmla="*/ 1 h 288"/>
                <a:gd name="T108" fmla="*/ 0 w 86"/>
                <a:gd name="T109" fmla="*/ 1 h 288"/>
                <a:gd name="T110" fmla="*/ 0 w 86"/>
                <a:gd name="T111" fmla="*/ 1 h 288"/>
                <a:gd name="T112" fmla="*/ 0 w 86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8">
                  <a:moveTo>
                    <a:pt x="0" y="288"/>
                  </a:moveTo>
                  <a:lnTo>
                    <a:pt x="3" y="284"/>
                  </a:lnTo>
                  <a:lnTo>
                    <a:pt x="4" y="282"/>
                  </a:lnTo>
                  <a:lnTo>
                    <a:pt x="6" y="278"/>
                  </a:lnTo>
                  <a:lnTo>
                    <a:pt x="8" y="276"/>
                  </a:lnTo>
                  <a:lnTo>
                    <a:pt x="9" y="273"/>
                  </a:lnTo>
                  <a:lnTo>
                    <a:pt x="10" y="271"/>
                  </a:lnTo>
                  <a:lnTo>
                    <a:pt x="11" y="268"/>
                  </a:lnTo>
                  <a:lnTo>
                    <a:pt x="12" y="267"/>
                  </a:lnTo>
                  <a:lnTo>
                    <a:pt x="14" y="265"/>
                  </a:lnTo>
                  <a:lnTo>
                    <a:pt x="15" y="264"/>
                  </a:lnTo>
                  <a:lnTo>
                    <a:pt x="15" y="261"/>
                  </a:lnTo>
                  <a:lnTo>
                    <a:pt x="16" y="260"/>
                  </a:lnTo>
                  <a:lnTo>
                    <a:pt x="17" y="259"/>
                  </a:lnTo>
                  <a:lnTo>
                    <a:pt x="17" y="257"/>
                  </a:lnTo>
                  <a:lnTo>
                    <a:pt x="18" y="256"/>
                  </a:lnTo>
                  <a:lnTo>
                    <a:pt x="18" y="255"/>
                  </a:lnTo>
                  <a:lnTo>
                    <a:pt x="20" y="254"/>
                  </a:lnTo>
                  <a:lnTo>
                    <a:pt x="20" y="253"/>
                  </a:lnTo>
                  <a:lnTo>
                    <a:pt x="21" y="251"/>
                  </a:lnTo>
                  <a:lnTo>
                    <a:pt x="21" y="250"/>
                  </a:lnTo>
                  <a:lnTo>
                    <a:pt x="22" y="249"/>
                  </a:lnTo>
                  <a:lnTo>
                    <a:pt x="22" y="248"/>
                  </a:lnTo>
                  <a:lnTo>
                    <a:pt x="23" y="247"/>
                  </a:lnTo>
                  <a:lnTo>
                    <a:pt x="23" y="245"/>
                  </a:lnTo>
                  <a:lnTo>
                    <a:pt x="23" y="244"/>
                  </a:lnTo>
                  <a:lnTo>
                    <a:pt x="24" y="243"/>
                  </a:lnTo>
                  <a:lnTo>
                    <a:pt x="24" y="242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7" y="237"/>
                  </a:lnTo>
                  <a:lnTo>
                    <a:pt x="27" y="236"/>
                  </a:lnTo>
                  <a:lnTo>
                    <a:pt x="28" y="235"/>
                  </a:lnTo>
                  <a:lnTo>
                    <a:pt x="28" y="232"/>
                  </a:lnTo>
                  <a:lnTo>
                    <a:pt x="29" y="231"/>
                  </a:lnTo>
                  <a:lnTo>
                    <a:pt x="30" y="230"/>
                  </a:lnTo>
                  <a:lnTo>
                    <a:pt x="30" y="229"/>
                  </a:lnTo>
                  <a:lnTo>
                    <a:pt x="30" y="227"/>
                  </a:lnTo>
                  <a:lnTo>
                    <a:pt x="32" y="226"/>
                  </a:lnTo>
                  <a:lnTo>
                    <a:pt x="32" y="225"/>
                  </a:lnTo>
                  <a:lnTo>
                    <a:pt x="33" y="224"/>
                  </a:lnTo>
                  <a:lnTo>
                    <a:pt x="33" y="223"/>
                  </a:lnTo>
                  <a:lnTo>
                    <a:pt x="33" y="221"/>
                  </a:lnTo>
                  <a:lnTo>
                    <a:pt x="34" y="220"/>
                  </a:lnTo>
                  <a:lnTo>
                    <a:pt x="34" y="219"/>
                  </a:lnTo>
                  <a:lnTo>
                    <a:pt x="35" y="218"/>
                  </a:lnTo>
                  <a:lnTo>
                    <a:pt x="35" y="217"/>
                  </a:lnTo>
                  <a:lnTo>
                    <a:pt x="35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3"/>
                  </a:lnTo>
                  <a:lnTo>
                    <a:pt x="38" y="212"/>
                  </a:lnTo>
                  <a:lnTo>
                    <a:pt x="38" y="211"/>
                  </a:lnTo>
                  <a:lnTo>
                    <a:pt x="38" y="209"/>
                  </a:lnTo>
                  <a:lnTo>
                    <a:pt x="39" y="208"/>
                  </a:lnTo>
                  <a:lnTo>
                    <a:pt x="39" y="207"/>
                  </a:lnTo>
                  <a:lnTo>
                    <a:pt x="39" y="206"/>
                  </a:lnTo>
                  <a:lnTo>
                    <a:pt x="40" y="205"/>
                  </a:lnTo>
                  <a:lnTo>
                    <a:pt x="40" y="203"/>
                  </a:lnTo>
                  <a:lnTo>
                    <a:pt x="41" y="202"/>
                  </a:lnTo>
                  <a:lnTo>
                    <a:pt x="41" y="200"/>
                  </a:lnTo>
                  <a:lnTo>
                    <a:pt x="43" y="199"/>
                  </a:lnTo>
                  <a:lnTo>
                    <a:pt x="43" y="196"/>
                  </a:lnTo>
                  <a:lnTo>
                    <a:pt x="44" y="195"/>
                  </a:lnTo>
                  <a:lnTo>
                    <a:pt x="45" y="193"/>
                  </a:lnTo>
                  <a:lnTo>
                    <a:pt x="45" y="190"/>
                  </a:lnTo>
                  <a:lnTo>
                    <a:pt x="46" y="189"/>
                  </a:lnTo>
                  <a:lnTo>
                    <a:pt x="46" y="188"/>
                  </a:lnTo>
                  <a:lnTo>
                    <a:pt x="47" y="185"/>
                  </a:lnTo>
                  <a:lnTo>
                    <a:pt x="47" y="184"/>
                  </a:lnTo>
                  <a:lnTo>
                    <a:pt x="49" y="183"/>
                  </a:lnTo>
                  <a:lnTo>
                    <a:pt x="49" y="182"/>
                  </a:lnTo>
                  <a:lnTo>
                    <a:pt x="49" y="181"/>
                  </a:lnTo>
                  <a:lnTo>
                    <a:pt x="50" y="179"/>
                  </a:lnTo>
                  <a:lnTo>
                    <a:pt x="50" y="178"/>
                  </a:lnTo>
                  <a:lnTo>
                    <a:pt x="51" y="177"/>
                  </a:lnTo>
                  <a:lnTo>
                    <a:pt x="51" y="176"/>
                  </a:lnTo>
                  <a:lnTo>
                    <a:pt x="51" y="175"/>
                  </a:lnTo>
                  <a:lnTo>
                    <a:pt x="51" y="173"/>
                  </a:lnTo>
                  <a:lnTo>
                    <a:pt x="52" y="173"/>
                  </a:lnTo>
                  <a:lnTo>
                    <a:pt x="52" y="172"/>
                  </a:lnTo>
                  <a:lnTo>
                    <a:pt x="52" y="171"/>
                  </a:lnTo>
                  <a:lnTo>
                    <a:pt x="53" y="170"/>
                  </a:lnTo>
                  <a:lnTo>
                    <a:pt x="53" y="169"/>
                  </a:lnTo>
                  <a:lnTo>
                    <a:pt x="53" y="167"/>
                  </a:lnTo>
                  <a:lnTo>
                    <a:pt x="53" y="166"/>
                  </a:lnTo>
                  <a:lnTo>
                    <a:pt x="55" y="165"/>
                  </a:lnTo>
                  <a:lnTo>
                    <a:pt x="55" y="164"/>
                  </a:lnTo>
                  <a:lnTo>
                    <a:pt x="55" y="163"/>
                  </a:lnTo>
                  <a:lnTo>
                    <a:pt x="56" y="161"/>
                  </a:lnTo>
                  <a:lnTo>
                    <a:pt x="56" y="160"/>
                  </a:lnTo>
                  <a:lnTo>
                    <a:pt x="57" y="158"/>
                  </a:lnTo>
                  <a:lnTo>
                    <a:pt x="57" y="157"/>
                  </a:lnTo>
                  <a:lnTo>
                    <a:pt x="57" y="155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9" y="149"/>
                  </a:lnTo>
                  <a:lnTo>
                    <a:pt x="61" y="147"/>
                  </a:lnTo>
                  <a:lnTo>
                    <a:pt x="61" y="146"/>
                  </a:lnTo>
                  <a:lnTo>
                    <a:pt x="61" y="143"/>
                  </a:lnTo>
                  <a:lnTo>
                    <a:pt x="62" y="142"/>
                  </a:lnTo>
                  <a:lnTo>
                    <a:pt x="62" y="141"/>
                  </a:lnTo>
                  <a:lnTo>
                    <a:pt x="63" y="140"/>
                  </a:lnTo>
                  <a:lnTo>
                    <a:pt x="63" y="138"/>
                  </a:lnTo>
                  <a:lnTo>
                    <a:pt x="63" y="137"/>
                  </a:lnTo>
                  <a:lnTo>
                    <a:pt x="64" y="136"/>
                  </a:lnTo>
                  <a:lnTo>
                    <a:pt x="64" y="135"/>
                  </a:lnTo>
                  <a:lnTo>
                    <a:pt x="64" y="134"/>
                  </a:lnTo>
                  <a:lnTo>
                    <a:pt x="64" y="132"/>
                  </a:lnTo>
                  <a:lnTo>
                    <a:pt x="65" y="131"/>
                  </a:lnTo>
                  <a:lnTo>
                    <a:pt x="65" y="130"/>
                  </a:lnTo>
                  <a:lnTo>
                    <a:pt x="65" y="129"/>
                  </a:lnTo>
                  <a:lnTo>
                    <a:pt x="67" y="128"/>
                  </a:lnTo>
                  <a:lnTo>
                    <a:pt x="67" y="126"/>
                  </a:lnTo>
                  <a:lnTo>
                    <a:pt x="67" y="125"/>
                  </a:lnTo>
                  <a:lnTo>
                    <a:pt x="68" y="124"/>
                  </a:lnTo>
                  <a:lnTo>
                    <a:pt x="68" y="123"/>
                  </a:lnTo>
                  <a:lnTo>
                    <a:pt x="68" y="122"/>
                  </a:lnTo>
                  <a:lnTo>
                    <a:pt x="69" y="120"/>
                  </a:lnTo>
                  <a:lnTo>
                    <a:pt x="69" y="119"/>
                  </a:lnTo>
                  <a:lnTo>
                    <a:pt x="69" y="118"/>
                  </a:lnTo>
                  <a:lnTo>
                    <a:pt x="70" y="116"/>
                  </a:lnTo>
                  <a:lnTo>
                    <a:pt x="70" y="114"/>
                  </a:lnTo>
                  <a:lnTo>
                    <a:pt x="70" y="113"/>
                  </a:lnTo>
                  <a:lnTo>
                    <a:pt x="71" y="111"/>
                  </a:lnTo>
                  <a:lnTo>
                    <a:pt x="71" y="110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4" y="104"/>
                  </a:lnTo>
                  <a:lnTo>
                    <a:pt x="74" y="102"/>
                  </a:lnTo>
                  <a:lnTo>
                    <a:pt x="75" y="100"/>
                  </a:lnTo>
                  <a:lnTo>
                    <a:pt x="75" y="99"/>
                  </a:lnTo>
                  <a:lnTo>
                    <a:pt x="75" y="98"/>
                  </a:lnTo>
                  <a:lnTo>
                    <a:pt x="76" y="96"/>
                  </a:lnTo>
                  <a:lnTo>
                    <a:pt x="76" y="94"/>
                  </a:lnTo>
                  <a:lnTo>
                    <a:pt x="76" y="93"/>
                  </a:lnTo>
                  <a:lnTo>
                    <a:pt x="77" y="92"/>
                  </a:lnTo>
                  <a:lnTo>
                    <a:pt x="77" y="90"/>
                  </a:lnTo>
                  <a:lnTo>
                    <a:pt x="77" y="89"/>
                  </a:lnTo>
                  <a:lnTo>
                    <a:pt x="79" y="88"/>
                  </a:lnTo>
                  <a:lnTo>
                    <a:pt x="79" y="87"/>
                  </a:lnTo>
                  <a:lnTo>
                    <a:pt x="79" y="86"/>
                  </a:lnTo>
                  <a:lnTo>
                    <a:pt x="79" y="84"/>
                  </a:lnTo>
                  <a:lnTo>
                    <a:pt x="79" y="83"/>
                  </a:lnTo>
                  <a:lnTo>
                    <a:pt x="79" y="82"/>
                  </a:lnTo>
                  <a:lnTo>
                    <a:pt x="80" y="81"/>
                  </a:lnTo>
                  <a:lnTo>
                    <a:pt x="80" y="80"/>
                  </a:lnTo>
                  <a:lnTo>
                    <a:pt x="80" y="78"/>
                  </a:lnTo>
                  <a:lnTo>
                    <a:pt x="80" y="77"/>
                  </a:lnTo>
                  <a:lnTo>
                    <a:pt x="80" y="76"/>
                  </a:lnTo>
                  <a:lnTo>
                    <a:pt x="80" y="75"/>
                  </a:lnTo>
                  <a:lnTo>
                    <a:pt x="80" y="74"/>
                  </a:lnTo>
                  <a:lnTo>
                    <a:pt x="80" y="71"/>
                  </a:lnTo>
                  <a:lnTo>
                    <a:pt x="80" y="70"/>
                  </a:lnTo>
                  <a:lnTo>
                    <a:pt x="81" y="69"/>
                  </a:lnTo>
                  <a:lnTo>
                    <a:pt x="81" y="66"/>
                  </a:lnTo>
                  <a:lnTo>
                    <a:pt x="81" y="65"/>
                  </a:lnTo>
                  <a:lnTo>
                    <a:pt x="81" y="64"/>
                  </a:lnTo>
                  <a:lnTo>
                    <a:pt x="81" y="62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1" y="58"/>
                  </a:lnTo>
                  <a:lnTo>
                    <a:pt x="81" y="57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2" y="54"/>
                  </a:lnTo>
                  <a:lnTo>
                    <a:pt x="82" y="53"/>
                  </a:lnTo>
                  <a:lnTo>
                    <a:pt x="82" y="52"/>
                  </a:lnTo>
                  <a:lnTo>
                    <a:pt x="82" y="51"/>
                  </a:lnTo>
                  <a:lnTo>
                    <a:pt x="82" y="50"/>
                  </a:lnTo>
                  <a:lnTo>
                    <a:pt x="82" y="48"/>
                  </a:lnTo>
                  <a:lnTo>
                    <a:pt x="82" y="47"/>
                  </a:lnTo>
                  <a:lnTo>
                    <a:pt x="82" y="46"/>
                  </a:lnTo>
                  <a:lnTo>
                    <a:pt x="82" y="45"/>
                  </a:lnTo>
                  <a:lnTo>
                    <a:pt x="83" y="45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1"/>
                  </a:lnTo>
                  <a:lnTo>
                    <a:pt x="83" y="40"/>
                  </a:lnTo>
                  <a:lnTo>
                    <a:pt x="85" y="39"/>
                  </a:lnTo>
                  <a:lnTo>
                    <a:pt x="85" y="38"/>
                  </a:lnTo>
                  <a:lnTo>
                    <a:pt x="85" y="36"/>
                  </a:lnTo>
                  <a:lnTo>
                    <a:pt x="85" y="35"/>
                  </a:lnTo>
                  <a:lnTo>
                    <a:pt x="85" y="34"/>
                  </a:lnTo>
                  <a:lnTo>
                    <a:pt x="85" y="33"/>
                  </a:lnTo>
                  <a:lnTo>
                    <a:pt x="86" y="33"/>
                  </a:lnTo>
                  <a:lnTo>
                    <a:pt x="86" y="32"/>
                  </a:lnTo>
                  <a:lnTo>
                    <a:pt x="86" y="30"/>
                  </a:lnTo>
                  <a:lnTo>
                    <a:pt x="86" y="29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6" y="24"/>
                  </a:lnTo>
                  <a:lnTo>
                    <a:pt x="86" y="23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8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6" y="15"/>
                  </a:lnTo>
                  <a:lnTo>
                    <a:pt x="86" y="13"/>
                  </a:lnTo>
                  <a:lnTo>
                    <a:pt x="86" y="12"/>
                  </a:lnTo>
                  <a:lnTo>
                    <a:pt x="86" y="10"/>
                  </a:lnTo>
                  <a:lnTo>
                    <a:pt x="86" y="9"/>
                  </a:lnTo>
                  <a:lnTo>
                    <a:pt x="86" y="6"/>
                  </a:lnTo>
                  <a:lnTo>
                    <a:pt x="86" y="5"/>
                  </a:lnTo>
                  <a:lnTo>
                    <a:pt x="86" y="3"/>
                  </a:lnTo>
                  <a:lnTo>
                    <a:pt x="85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42" name="Freeform 237">
              <a:extLst>
                <a:ext uri="{FF2B5EF4-FFF2-40B4-BE49-F238E27FC236}">
                  <a16:creationId xmlns:a16="http://schemas.microsoft.com/office/drawing/2014/main" id="{1D687681-43B1-4ADD-9459-0BC30616D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180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43" name="Line 238">
              <a:extLst>
                <a:ext uri="{FF2B5EF4-FFF2-40B4-BE49-F238E27FC236}">
                  <a16:creationId xmlns:a16="http://schemas.microsoft.com/office/drawing/2014/main" id="{424B81ED-D818-4435-A5D7-A2D4F5319F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1180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44" name="Freeform 239">
              <a:extLst>
                <a:ext uri="{FF2B5EF4-FFF2-40B4-BE49-F238E27FC236}">
                  <a16:creationId xmlns:a16="http://schemas.microsoft.com/office/drawing/2014/main" id="{7DE451EE-6F6A-4EE6-85FF-DC60E82DA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012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45" name="Line 240">
              <a:extLst>
                <a:ext uri="{FF2B5EF4-FFF2-40B4-BE49-F238E27FC236}">
                  <a16:creationId xmlns:a16="http://schemas.microsoft.com/office/drawing/2014/main" id="{B2205DEA-BF70-485B-BA4B-B15D0A51FD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1012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46" name="Freeform 241">
              <a:extLst>
                <a:ext uri="{FF2B5EF4-FFF2-40B4-BE49-F238E27FC236}">
                  <a16:creationId xmlns:a16="http://schemas.microsoft.com/office/drawing/2014/main" id="{C5CCDA77-638C-4B40-A619-DD382ABDD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118"/>
              <a:ext cx="96" cy="1"/>
            </a:xfrm>
            <a:custGeom>
              <a:avLst/>
              <a:gdLst>
                <a:gd name="T0" fmla="*/ 1 w 192"/>
                <a:gd name="T1" fmla="*/ 0 h 1"/>
                <a:gd name="T2" fmla="*/ 0 w 192"/>
                <a:gd name="T3" fmla="*/ 0 h 1"/>
                <a:gd name="T4" fmla="*/ 1 w 19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">
                  <a:moveTo>
                    <a:pt x="192" y="0"/>
                  </a:moveTo>
                  <a:lnTo>
                    <a:pt x="0" y="0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47" name="Line 242">
              <a:extLst>
                <a:ext uri="{FF2B5EF4-FFF2-40B4-BE49-F238E27FC236}">
                  <a16:creationId xmlns:a16="http://schemas.microsoft.com/office/drawing/2014/main" id="{C211F86C-8E4F-4504-96E4-8BFC7312A6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09" y="2118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48" name="Freeform 243">
              <a:extLst>
                <a:ext uri="{FF2B5EF4-FFF2-40B4-BE49-F238E27FC236}">
                  <a16:creationId xmlns:a16="http://schemas.microsoft.com/office/drawing/2014/main" id="{8DE465DF-A457-4274-9578-8BB2D357F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202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49" name="Line 244">
              <a:extLst>
                <a:ext uri="{FF2B5EF4-FFF2-40B4-BE49-F238E27FC236}">
                  <a16:creationId xmlns:a16="http://schemas.microsoft.com/office/drawing/2014/main" id="{1AE6D11E-5FA5-4E25-8D99-CC87441044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2202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50" name="Freeform 245">
              <a:extLst>
                <a:ext uri="{FF2B5EF4-FFF2-40B4-BE49-F238E27FC236}">
                  <a16:creationId xmlns:a16="http://schemas.microsoft.com/office/drawing/2014/main" id="{DC1FB3D0-38BF-4EC9-AD6D-F093ADEBB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034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51" name="Line 246">
              <a:extLst>
                <a:ext uri="{FF2B5EF4-FFF2-40B4-BE49-F238E27FC236}">
                  <a16:creationId xmlns:a16="http://schemas.microsoft.com/office/drawing/2014/main" id="{A96D9B3C-D9F8-4050-AD93-D69FD855FB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2034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52" name="Line 247">
              <a:extLst>
                <a:ext uri="{FF2B5EF4-FFF2-40B4-BE49-F238E27FC236}">
                  <a16:creationId xmlns:a16="http://schemas.microsoft.com/office/drawing/2014/main" id="{AC7EE988-EF2A-4138-A015-3E27A472E0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2370"/>
              <a:ext cx="192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53" name="Line 248">
              <a:extLst>
                <a:ext uri="{FF2B5EF4-FFF2-40B4-BE49-F238E27FC236}">
                  <a16:creationId xmlns:a16="http://schemas.microsoft.com/office/drawing/2014/main" id="{A16A2CB7-75D7-4369-AE68-AC51CABE5F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2286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54" name="Line 249">
              <a:extLst>
                <a:ext uri="{FF2B5EF4-FFF2-40B4-BE49-F238E27FC236}">
                  <a16:creationId xmlns:a16="http://schemas.microsoft.com/office/drawing/2014/main" id="{495BFC8B-6C77-42EA-AB1C-E3C60FFE52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2454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55" name="Line 250">
              <a:extLst>
                <a:ext uri="{FF2B5EF4-FFF2-40B4-BE49-F238E27FC236}">
                  <a16:creationId xmlns:a16="http://schemas.microsoft.com/office/drawing/2014/main" id="{E0EED1F4-5500-49A5-AB9F-FA1029CC2F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63" y="2370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56" name="Freeform 251">
              <a:extLst>
                <a:ext uri="{FF2B5EF4-FFF2-40B4-BE49-F238E27FC236}">
                  <a16:creationId xmlns:a16="http://schemas.microsoft.com/office/drawing/2014/main" id="{F3AF2DB1-E174-4019-B2C4-02BFAECC1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228"/>
              <a:ext cx="359" cy="143"/>
            </a:xfrm>
            <a:custGeom>
              <a:avLst/>
              <a:gdLst>
                <a:gd name="T0" fmla="*/ 1 w 717"/>
                <a:gd name="T1" fmla="*/ 0 h 286"/>
                <a:gd name="T2" fmla="*/ 1 w 717"/>
                <a:gd name="T3" fmla="*/ 0 h 286"/>
                <a:gd name="T4" fmla="*/ 1 w 717"/>
                <a:gd name="T5" fmla="*/ 0 h 286"/>
                <a:gd name="T6" fmla="*/ 1 w 717"/>
                <a:gd name="T7" fmla="*/ 1 h 286"/>
                <a:gd name="T8" fmla="*/ 1 w 717"/>
                <a:gd name="T9" fmla="*/ 1 h 286"/>
                <a:gd name="T10" fmla="*/ 1 w 717"/>
                <a:gd name="T11" fmla="*/ 1 h 286"/>
                <a:gd name="T12" fmla="*/ 1 w 717"/>
                <a:gd name="T13" fmla="*/ 1 h 286"/>
                <a:gd name="T14" fmla="*/ 1 w 717"/>
                <a:gd name="T15" fmla="*/ 1 h 286"/>
                <a:gd name="T16" fmla="*/ 1 w 717"/>
                <a:gd name="T17" fmla="*/ 1 h 286"/>
                <a:gd name="T18" fmla="*/ 1 w 717"/>
                <a:gd name="T19" fmla="*/ 1 h 286"/>
                <a:gd name="T20" fmla="*/ 1 w 717"/>
                <a:gd name="T21" fmla="*/ 1 h 286"/>
                <a:gd name="T22" fmla="*/ 1 w 717"/>
                <a:gd name="T23" fmla="*/ 1 h 286"/>
                <a:gd name="T24" fmla="*/ 1 w 717"/>
                <a:gd name="T25" fmla="*/ 1 h 286"/>
                <a:gd name="T26" fmla="*/ 1 w 717"/>
                <a:gd name="T27" fmla="*/ 1 h 286"/>
                <a:gd name="T28" fmla="*/ 1 w 717"/>
                <a:gd name="T29" fmla="*/ 1 h 286"/>
                <a:gd name="T30" fmla="*/ 1 w 717"/>
                <a:gd name="T31" fmla="*/ 1 h 286"/>
                <a:gd name="T32" fmla="*/ 1 w 717"/>
                <a:gd name="T33" fmla="*/ 1 h 286"/>
                <a:gd name="T34" fmla="*/ 1 w 717"/>
                <a:gd name="T35" fmla="*/ 1 h 286"/>
                <a:gd name="T36" fmla="*/ 1 w 717"/>
                <a:gd name="T37" fmla="*/ 1 h 286"/>
                <a:gd name="T38" fmla="*/ 1 w 717"/>
                <a:gd name="T39" fmla="*/ 1 h 286"/>
                <a:gd name="T40" fmla="*/ 1 w 717"/>
                <a:gd name="T41" fmla="*/ 1 h 286"/>
                <a:gd name="T42" fmla="*/ 1 w 717"/>
                <a:gd name="T43" fmla="*/ 1 h 286"/>
                <a:gd name="T44" fmla="*/ 1 w 717"/>
                <a:gd name="T45" fmla="*/ 1 h 286"/>
                <a:gd name="T46" fmla="*/ 1 w 717"/>
                <a:gd name="T47" fmla="*/ 1 h 286"/>
                <a:gd name="T48" fmla="*/ 1 w 717"/>
                <a:gd name="T49" fmla="*/ 1 h 286"/>
                <a:gd name="T50" fmla="*/ 1 w 717"/>
                <a:gd name="T51" fmla="*/ 1 h 286"/>
                <a:gd name="T52" fmla="*/ 1 w 717"/>
                <a:gd name="T53" fmla="*/ 1 h 286"/>
                <a:gd name="T54" fmla="*/ 1 w 717"/>
                <a:gd name="T55" fmla="*/ 1 h 286"/>
                <a:gd name="T56" fmla="*/ 1 w 717"/>
                <a:gd name="T57" fmla="*/ 1 h 286"/>
                <a:gd name="T58" fmla="*/ 1 w 717"/>
                <a:gd name="T59" fmla="*/ 1 h 286"/>
                <a:gd name="T60" fmla="*/ 1 w 717"/>
                <a:gd name="T61" fmla="*/ 1 h 286"/>
                <a:gd name="T62" fmla="*/ 1 w 717"/>
                <a:gd name="T63" fmla="*/ 1 h 286"/>
                <a:gd name="T64" fmla="*/ 1 w 717"/>
                <a:gd name="T65" fmla="*/ 1 h 286"/>
                <a:gd name="T66" fmla="*/ 1 w 717"/>
                <a:gd name="T67" fmla="*/ 1 h 286"/>
                <a:gd name="T68" fmla="*/ 1 w 717"/>
                <a:gd name="T69" fmla="*/ 1 h 286"/>
                <a:gd name="T70" fmla="*/ 1 w 717"/>
                <a:gd name="T71" fmla="*/ 1 h 286"/>
                <a:gd name="T72" fmla="*/ 1 w 717"/>
                <a:gd name="T73" fmla="*/ 1 h 286"/>
                <a:gd name="T74" fmla="*/ 1 w 717"/>
                <a:gd name="T75" fmla="*/ 1 h 286"/>
                <a:gd name="T76" fmla="*/ 1 w 717"/>
                <a:gd name="T77" fmla="*/ 1 h 286"/>
                <a:gd name="T78" fmla="*/ 1 w 717"/>
                <a:gd name="T79" fmla="*/ 1 h 286"/>
                <a:gd name="T80" fmla="*/ 1 w 717"/>
                <a:gd name="T81" fmla="*/ 1 h 286"/>
                <a:gd name="T82" fmla="*/ 1 w 717"/>
                <a:gd name="T83" fmla="*/ 1 h 286"/>
                <a:gd name="T84" fmla="*/ 1 w 717"/>
                <a:gd name="T85" fmla="*/ 1 h 286"/>
                <a:gd name="T86" fmla="*/ 1 w 717"/>
                <a:gd name="T87" fmla="*/ 1 h 286"/>
                <a:gd name="T88" fmla="*/ 1 w 717"/>
                <a:gd name="T89" fmla="*/ 1 h 286"/>
                <a:gd name="T90" fmla="*/ 1 w 717"/>
                <a:gd name="T91" fmla="*/ 1 h 286"/>
                <a:gd name="T92" fmla="*/ 1 w 717"/>
                <a:gd name="T93" fmla="*/ 1 h 286"/>
                <a:gd name="T94" fmla="*/ 1 w 717"/>
                <a:gd name="T95" fmla="*/ 1 h 286"/>
                <a:gd name="T96" fmla="*/ 1 w 717"/>
                <a:gd name="T97" fmla="*/ 1 h 286"/>
                <a:gd name="T98" fmla="*/ 1 w 717"/>
                <a:gd name="T99" fmla="*/ 1 h 286"/>
                <a:gd name="T100" fmla="*/ 1 w 717"/>
                <a:gd name="T101" fmla="*/ 1 h 286"/>
                <a:gd name="T102" fmla="*/ 1 w 717"/>
                <a:gd name="T103" fmla="*/ 1 h 286"/>
                <a:gd name="T104" fmla="*/ 1 w 717"/>
                <a:gd name="T105" fmla="*/ 1 h 286"/>
                <a:gd name="T106" fmla="*/ 1 w 717"/>
                <a:gd name="T107" fmla="*/ 1 h 286"/>
                <a:gd name="T108" fmla="*/ 1 w 717"/>
                <a:gd name="T109" fmla="*/ 1 h 286"/>
                <a:gd name="T110" fmla="*/ 1 w 717"/>
                <a:gd name="T111" fmla="*/ 1 h 286"/>
                <a:gd name="T112" fmla="*/ 1 w 717"/>
                <a:gd name="T113" fmla="*/ 1 h 286"/>
                <a:gd name="T114" fmla="*/ 1 w 717"/>
                <a:gd name="T115" fmla="*/ 1 h 286"/>
                <a:gd name="T116" fmla="*/ 1 w 717"/>
                <a:gd name="T117" fmla="*/ 1 h 286"/>
                <a:gd name="T118" fmla="*/ 1 w 717"/>
                <a:gd name="T119" fmla="*/ 1 h 286"/>
                <a:gd name="T120" fmla="*/ 1 w 717"/>
                <a:gd name="T121" fmla="*/ 1 h 2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6">
                  <a:moveTo>
                    <a:pt x="0" y="0"/>
                  </a:moveTo>
                  <a:lnTo>
                    <a:pt x="28" y="0"/>
                  </a:lnTo>
                  <a:lnTo>
                    <a:pt x="53" y="0"/>
                  </a:lnTo>
                  <a:lnTo>
                    <a:pt x="77" y="0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39" y="0"/>
                  </a:lnTo>
                  <a:lnTo>
                    <a:pt x="157" y="0"/>
                  </a:lnTo>
                  <a:lnTo>
                    <a:pt x="174" y="0"/>
                  </a:lnTo>
                  <a:lnTo>
                    <a:pt x="190" y="0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0" y="0"/>
                  </a:lnTo>
                  <a:lnTo>
                    <a:pt x="250" y="0"/>
                  </a:lnTo>
                  <a:lnTo>
                    <a:pt x="258" y="0"/>
                  </a:lnTo>
                  <a:lnTo>
                    <a:pt x="267" y="0"/>
                  </a:lnTo>
                  <a:lnTo>
                    <a:pt x="274" y="0"/>
                  </a:lnTo>
                  <a:lnTo>
                    <a:pt x="280" y="0"/>
                  </a:lnTo>
                  <a:lnTo>
                    <a:pt x="286" y="0"/>
                  </a:lnTo>
                  <a:lnTo>
                    <a:pt x="291" y="0"/>
                  </a:lnTo>
                  <a:lnTo>
                    <a:pt x="296" y="0"/>
                  </a:lnTo>
                  <a:lnTo>
                    <a:pt x="299" y="0"/>
                  </a:lnTo>
                  <a:lnTo>
                    <a:pt x="303" y="1"/>
                  </a:lnTo>
                  <a:lnTo>
                    <a:pt x="306" y="1"/>
                  </a:lnTo>
                  <a:lnTo>
                    <a:pt x="309" y="1"/>
                  </a:lnTo>
                  <a:lnTo>
                    <a:pt x="311" y="1"/>
                  </a:lnTo>
                  <a:lnTo>
                    <a:pt x="314" y="1"/>
                  </a:lnTo>
                  <a:lnTo>
                    <a:pt x="316" y="1"/>
                  </a:lnTo>
                  <a:lnTo>
                    <a:pt x="317" y="1"/>
                  </a:lnTo>
                  <a:lnTo>
                    <a:pt x="320" y="1"/>
                  </a:lnTo>
                  <a:lnTo>
                    <a:pt x="321" y="1"/>
                  </a:lnTo>
                  <a:lnTo>
                    <a:pt x="323" y="1"/>
                  </a:lnTo>
                  <a:lnTo>
                    <a:pt x="326" y="2"/>
                  </a:lnTo>
                  <a:lnTo>
                    <a:pt x="327" y="2"/>
                  </a:lnTo>
                  <a:lnTo>
                    <a:pt x="329" y="2"/>
                  </a:lnTo>
                  <a:lnTo>
                    <a:pt x="330" y="2"/>
                  </a:lnTo>
                  <a:lnTo>
                    <a:pt x="332" y="2"/>
                  </a:lnTo>
                  <a:lnTo>
                    <a:pt x="334" y="2"/>
                  </a:lnTo>
                  <a:lnTo>
                    <a:pt x="335" y="2"/>
                  </a:lnTo>
                  <a:lnTo>
                    <a:pt x="336" y="2"/>
                  </a:lnTo>
                  <a:lnTo>
                    <a:pt x="338" y="2"/>
                  </a:lnTo>
                  <a:lnTo>
                    <a:pt x="339" y="2"/>
                  </a:lnTo>
                  <a:lnTo>
                    <a:pt x="340" y="2"/>
                  </a:lnTo>
                  <a:lnTo>
                    <a:pt x="341" y="2"/>
                  </a:lnTo>
                  <a:lnTo>
                    <a:pt x="342" y="3"/>
                  </a:lnTo>
                  <a:lnTo>
                    <a:pt x="344" y="3"/>
                  </a:lnTo>
                  <a:lnTo>
                    <a:pt x="345" y="3"/>
                  </a:lnTo>
                  <a:lnTo>
                    <a:pt x="346" y="3"/>
                  </a:lnTo>
                  <a:lnTo>
                    <a:pt x="347" y="3"/>
                  </a:lnTo>
                  <a:lnTo>
                    <a:pt x="348" y="3"/>
                  </a:lnTo>
                  <a:lnTo>
                    <a:pt x="350" y="3"/>
                  </a:lnTo>
                  <a:lnTo>
                    <a:pt x="351" y="3"/>
                  </a:lnTo>
                  <a:lnTo>
                    <a:pt x="352" y="3"/>
                  </a:lnTo>
                  <a:lnTo>
                    <a:pt x="353" y="5"/>
                  </a:lnTo>
                  <a:lnTo>
                    <a:pt x="354" y="5"/>
                  </a:lnTo>
                  <a:lnTo>
                    <a:pt x="356" y="5"/>
                  </a:lnTo>
                  <a:lnTo>
                    <a:pt x="358" y="5"/>
                  </a:lnTo>
                  <a:lnTo>
                    <a:pt x="359" y="5"/>
                  </a:lnTo>
                  <a:lnTo>
                    <a:pt x="360" y="5"/>
                  </a:lnTo>
                  <a:lnTo>
                    <a:pt x="363" y="6"/>
                  </a:lnTo>
                  <a:lnTo>
                    <a:pt x="364" y="6"/>
                  </a:lnTo>
                  <a:lnTo>
                    <a:pt x="366" y="6"/>
                  </a:lnTo>
                  <a:lnTo>
                    <a:pt x="368" y="6"/>
                  </a:lnTo>
                  <a:lnTo>
                    <a:pt x="370" y="6"/>
                  </a:lnTo>
                  <a:lnTo>
                    <a:pt x="371" y="7"/>
                  </a:lnTo>
                  <a:lnTo>
                    <a:pt x="374" y="7"/>
                  </a:lnTo>
                  <a:lnTo>
                    <a:pt x="375" y="7"/>
                  </a:lnTo>
                  <a:lnTo>
                    <a:pt x="376" y="7"/>
                  </a:lnTo>
                  <a:lnTo>
                    <a:pt x="377" y="7"/>
                  </a:lnTo>
                  <a:lnTo>
                    <a:pt x="379" y="8"/>
                  </a:lnTo>
                  <a:lnTo>
                    <a:pt x="380" y="8"/>
                  </a:lnTo>
                  <a:lnTo>
                    <a:pt x="381" y="8"/>
                  </a:lnTo>
                  <a:lnTo>
                    <a:pt x="382" y="8"/>
                  </a:lnTo>
                  <a:lnTo>
                    <a:pt x="383" y="8"/>
                  </a:lnTo>
                  <a:lnTo>
                    <a:pt x="385" y="9"/>
                  </a:lnTo>
                  <a:lnTo>
                    <a:pt x="386" y="9"/>
                  </a:lnTo>
                  <a:lnTo>
                    <a:pt x="387" y="9"/>
                  </a:lnTo>
                  <a:lnTo>
                    <a:pt x="388" y="9"/>
                  </a:lnTo>
                  <a:lnTo>
                    <a:pt x="389" y="11"/>
                  </a:lnTo>
                  <a:lnTo>
                    <a:pt x="391" y="11"/>
                  </a:lnTo>
                  <a:lnTo>
                    <a:pt x="392" y="11"/>
                  </a:lnTo>
                  <a:lnTo>
                    <a:pt x="393" y="11"/>
                  </a:lnTo>
                  <a:lnTo>
                    <a:pt x="394" y="12"/>
                  </a:lnTo>
                  <a:lnTo>
                    <a:pt x="395" y="12"/>
                  </a:lnTo>
                  <a:lnTo>
                    <a:pt x="397" y="12"/>
                  </a:lnTo>
                  <a:lnTo>
                    <a:pt x="399" y="13"/>
                  </a:lnTo>
                  <a:lnTo>
                    <a:pt x="400" y="13"/>
                  </a:lnTo>
                  <a:lnTo>
                    <a:pt x="401" y="13"/>
                  </a:lnTo>
                  <a:lnTo>
                    <a:pt x="404" y="14"/>
                  </a:lnTo>
                  <a:lnTo>
                    <a:pt x="405" y="14"/>
                  </a:lnTo>
                  <a:lnTo>
                    <a:pt x="407" y="15"/>
                  </a:lnTo>
                  <a:lnTo>
                    <a:pt x="409" y="15"/>
                  </a:lnTo>
                  <a:lnTo>
                    <a:pt x="411" y="17"/>
                  </a:lnTo>
                  <a:lnTo>
                    <a:pt x="413" y="17"/>
                  </a:lnTo>
                  <a:lnTo>
                    <a:pt x="416" y="18"/>
                  </a:lnTo>
                  <a:lnTo>
                    <a:pt x="417" y="18"/>
                  </a:lnTo>
                  <a:lnTo>
                    <a:pt x="419" y="19"/>
                  </a:lnTo>
                  <a:lnTo>
                    <a:pt x="421" y="19"/>
                  </a:lnTo>
                  <a:lnTo>
                    <a:pt x="423" y="20"/>
                  </a:lnTo>
                  <a:lnTo>
                    <a:pt x="424" y="20"/>
                  </a:lnTo>
                  <a:lnTo>
                    <a:pt x="425" y="21"/>
                  </a:lnTo>
                  <a:lnTo>
                    <a:pt x="427" y="21"/>
                  </a:lnTo>
                  <a:lnTo>
                    <a:pt x="428" y="21"/>
                  </a:lnTo>
                  <a:lnTo>
                    <a:pt x="429" y="23"/>
                  </a:lnTo>
                  <a:lnTo>
                    <a:pt x="430" y="23"/>
                  </a:lnTo>
                  <a:lnTo>
                    <a:pt x="431" y="23"/>
                  </a:lnTo>
                  <a:lnTo>
                    <a:pt x="433" y="24"/>
                  </a:lnTo>
                  <a:lnTo>
                    <a:pt x="434" y="24"/>
                  </a:lnTo>
                  <a:lnTo>
                    <a:pt x="435" y="24"/>
                  </a:lnTo>
                  <a:lnTo>
                    <a:pt x="436" y="25"/>
                  </a:lnTo>
                  <a:lnTo>
                    <a:pt x="437" y="25"/>
                  </a:lnTo>
                  <a:lnTo>
                    <a:pt x="439" y="25"/>
                  </a:lnTo>
                  <a:lnTo>
                    <a:pt x="439" y="26"/>
                  </a:lnTo>
                  <a:lnTo>
                    <a:pt x="440" y="26"/>
                  </a:lnTo>
                  <a:lnTo>
                    <a:pt x="441" y="28"/>
                  </a:lnTo>
                  <a:lnTo>
                    <a:pt x="442" y="28"/>
                  </a:lnTo>
                  <a:lnTo>
                    <a:pt x="443" y="29"/>
                  </a:lnTo>
                  <a:lnTo>
                    <a:pt x="445" y="29"/>
                  </a:lnTo>
                  <a:lnTo>
                    <a:pt x="446" y="30"/>
                  </a:lnTo>
                  <a:lnTo>
                    <a:pt x="448" y="30"/>
                  </a:lnTo>
                  <a:lnTo>
                    <a:pt x="449" y="31"/>
                  </a:lnTo>
                  <a:lnTo>
                    <a:pt x="451" y="32"/>
                  </a:lnTo>
                  <a:lnTo>
                    <a:pt x="453" y="32"/>
                  </a:lnTo>
                  <a:lnTo>
                    <a:pt x="454" y="34"/>
                  </a:lnTo>
                  <a:lnTo>
                    <a:pt x="457" y="35"/>
                  </a:lnTo>
                  <a:lnTo>
                    <a:pt x="458" y="36"/>
                  </a:lnTo>
                  <a:lnTo>
                    <a:pt x="460" y="36"/>
                  </a:lnTo>
                  <a:lnTo>
                    <a:pt x="461" y="37"/>
                  </a:lnTo>
                  <a:lnTo>
                    <a:pt x="464" y="38"/>
                  </a:lnTo>
                  <a:lnTo>
                    <a:pt x="465" y="38"/>
                  </a:lnTo>
                  <a:lnTo>
                    <a:pt x="466" y="40"/>
                  </a:lnTo>
                  <a:lnTo>
                    <a:pt x="467" y="41"/>
                  </a:lnTo>
                  <a:lnTo>
                    <a:pt x="469" y="41"/>
                  </a:lnTo>
                  <a:lnTo>
                    <a:pt x="470" y="42"/>
                  </a:lnTo>
                  <a:lnTo>
                    <a:pt x="471" y="42"/>
                  </a:lnTo>
                  <a:lnTo>
                    <a:pt x="472" y="43"/>
                  </a:lnTo>
                  <a:lnTo>
                    <a:pt x="473" y="43"/>
                  </a:lnTo>
                  <a:lnTo>
                    <a:pt x="475" y="43"/>
                  </a:lnTo>
                  <a:lnTo>
                    <a:pt x="475" y="44"/>
                  </a:lnTo>
                  <a:lnTo>
                    <a:pt x="476" y="44"/>
                  </a:lnTo>
                  <a:lnTo>
                    <a:pt x="477" y="46"/>
                  </a:lnTo>
                  <a:lnTo>
                    <a:pt x="478" y="46"/>
                  </a:lnTo>
                  <a:lnTo>
                    <a:pt x="479" y="46"/>
                  </a:lnTo>
                  <a:lnTo>
                    <a:pt x="479" y="47"/>
                  </a:lnTo>
                  <a:lnTo>
                    <a:pt x="481" y="47"/>
                  </a:lnTo>
                  <a:lnTo>
                    <a:pt x="482" y="48"/>
                  </a:lnTo>
                  <a:lnTo>
                    <a:pt x="483" y="48"/>
                  </a:lnTo>
                  <a:lnTo>
                    <a:pt x="484" y="49"/>
                  </a:lnTo>
                  <a:lnTo>
                    <a:pt x="485" y="49"/>
                  </a:lnTo>
                  <a:lnTo>
                    <a:pt x="487" y="50"/>
                  </a:lnTo>
                  <a:lnTo>
                    <a:pt x="488" y="50"/>
                  </a:lnTo>
                  <a:lnTo>
                    <a:pt x="489" y="52"/>
                  </a:lnTo>
                  <a:lnTo>
                    <a:pt x="490" y="53"/>
                  </a:lnTo>
                  <a:lnTo>
                    <a:pt x="492" y="53"/>
                  </a:lnTo>
                  <a:lnTo>
                    <a:pt x="493" y="54"/>
                  </a:lnTo>
                  <a:lnTo>
                    <a:pt x="494" y="55"/>
                  </a:lnTo>
                  <a:lnTo>
                    <a:pt x="496" y="55"/>
                  </a:lnTo>
                  <a:lnTo>
                    <a:pt x="498" y="56"/>
                  </a:lnTo>
                  <a:lnTo>
                    <a:pt x="500" y="58"/>
                  </a:lnTo>
                  <a:lnTo>
                    <a:pt x="501" y="59"/>
                  </a:lnTo>
                  <a:lnTo>
                    <a:pt x="502" y="59"/>
                  </a:lnTo>
                  <a:lnTo>
                    <a:pt x="504" y="60"/>
                  </a:lnTo>
                  <a:lnTo>
                    <a:pt x="505" y="60"/>
                  </a:lnTo>
                  <a:lnTo>
                    <a:pt x="506" y="61"/>
                  </a:lnTo>
                  <a:lnTo>
                    <a:pt x="507" y="62"/>
                  </a:lnTo>
                  <a:lnTo>
                    <a:pt x="508" y="62"/>
                  </a:lnTo>
                  <a:lnTo>
                    <a:pt x="510" y="62"/>
                  </a:lnTo>
                  <a:lnTo>
                    <a:pt x="511" y="64"/>
                  </a:lnTo>
                  <a:lnTo>
                    <a:pt x="512" y="65"/>
                  </a:lnTo>
                  <a:lnTo>
                    <a:pt x="513" y="65"/>
                  </a:lnTo>
                  <a:lnTo>
                    <a:pt x="513" y="66"/>
                  </a:lnTo>
                  <a:lnTo>
                    <a:pt x="514" y="66"/>
                  </a:lnTo>
                  <a:lnTo>
                    <a:pt x="516" y="66"/>
                  </a:lnTo>
                  <a:lnTo>
                    <a:pt x="516" y="67"/>
                  </a:lnTo>
                  <a:lnTo>
                    <a:pt x="517" y="67"/>
                  </a:lnTo>
                  <a:lnTo>
                    <a:pt x="518" y="68"/>
                  </a:lnTo>
                  <a:lnTo>
                    <a:pt x="519" y="68"/>
                  </a:lnTo>
                  <a:lnTo>
                    <a:pt x="520" y="70"/>
                  </a:lnTo>
                  <a:lnTo>
                    <a:pt x="522" y="71"/>
                  </a:lnTo>
                  <a:lnTo>
                    <a:pt x="523" y="71"/>
                  </a:lnTo>
                  <a:lnTo>
                    <a:pt x="524" y="72"/>
                  </a:lnTo>
                  <a:lnTo>
                    <a:pt x="525" y="73"/>
                  </a:lnTo>
                  <a:lnTo>
                    <a:pt x="526" y="73"/>
                  </a:lnTo>
                  <a:lnTo>
                    <a:pt x="528" y="74"/>
                  </a:lnTo>
                  <a:lnTo>
                    <a:pt x="529" y="74"/>
                  </a:lnTo>
                  <a:lnTo>
                    <a:pt x="530" y="76"/>
                  </a:lnTo>
                  <a:lnTo>
                    <a:pt x="531" y="77"/>
                  </a:lnTo>
                  <a:lnTo>
                    <a:pt x="532" y="78"/>
                  </a:lnTo>
                  <a:lnTo>
                    <a:pt x="534" y="78"/>
                  </a:lnTo>
                  <a:lnTo>
                    <a:pt x="535" y="79"/>
                  </a:lnTo>
                  <a:lnTo>
                    <a:pt x="536" y="80"/>
                  </a:lnTo>
                  <a:lnTo>
                    <a:pt x="537" y="80"/>
                  </a:lnTo>
                  <a:lnTo>
                    <a:pt x="538" y="82"/>
                  </a:lnTo>
                  <a:lnTo>
                    <a:pt x="540" y="83"/>
                  </a:lnTo>
                  <a:lnTo>
                    <a:pt x="541" y="83"/>
                  </a:lnTo>
                  <a:lnTo>
                    <a:pt x="542" y="84"/>
                  </a:lnTo>
                  <a:lnTo>
                    <a:pt x="543" y="85"/>
                  </a:lnTo>
                  <a:lnTo>
                    <a:pt x="544" y="85"/>
                  </a:lnTo>
                  <a:lnTo>
                    <a:pt x="546" y="86"/>
                  </a:lnTo>
                  <a:lnTo>
                    <a:pt x="547" y="88"/>
                  </a:lnTo>
                  <a:lnTo>
                    <a:pt x="548" y="88"/>
                  </a:lnTo>
                  <a:lnTo>
                    <a:pt x="548" y="89"/>
                  </a:lnTo>
                  <a:lnTo>
                    <a:pt x="549" y="89"/>
                  </a:lnTo>
                  <a:lnTo>
                    <a:pt x="550" y="90"/>
                  </a:lnTo>
                  <a:lnTo>
                    <a:pt x="552" y="90"/>
                  </a:lnTo>
                  <a:lnTo>
                    <a:pt x="552" y="91"/>
                  </a:lnTo>
                  <a:lnTo>
                    <a:pt x="553" y="91"/>
                  </a:lnTo>
                  <a:lnTo>
                    <a:pt x="554" y="92"/>
                  </a:lnTo>
                  <a:lnTo>
                    <a:pt x="554" y="94"/>
                  </a:lnTo>
                  <a:lnTo>
                    <a:pt x="555" y="94"/>
                  </a:lnTo>
                  <a:lnTo>
                    <a:pt x="556" y="95"/>
                  </a:lnTo>
                  <a:lnTo>
                    <a:pt x="558" y="95"/>
                  </a:lnTo>
                  <a:lnTo>
                    <a:pt x="558" y="96"/>
                  </a:lnTo>
                  <a:lnTo>
                    <a:pt x="559" y="96"/>
                  </a:lnTo>
                  <a:lnTo>
                    <a:pt x="560" y="97"/>
                  </a:lnTo>
                  <a:lnTo>
                    <a:pt x="561" y="98"/>
                  </a:lnTo>
                  <a:lnTo>
                    <a:pt x="562" y="100"/>
                  </a:lnTo>
                  <a:lnTo>
                    <a:pt x="564" y="100"/>
                  </a:lnTo>
                  <a:lnTo>
                    <a:pt x="564" y="101"/>
                  </a:lnTo>
                  <a:lnTo>
                    <a:pt x="565" y="101"/>
                  </a:lnTo>
                  <a:lnTo>
                    <a:pt x="566" y="102"/>
                  </a:lnTo>
                  <a:lnTo>
                    <a:pt x="567" y="103"/>
                  </a:lnTo>
                  <a:lnTo>
                    <a:pt x="568" y="103"/>
                  </a:lnTo>
                  <a:lnTo>
                    <a:pt x="568" y="104"/>
                  </a:lnTo>
                  <a:lnTo>
                    <a:pt x="570" y="104"/>
                  </a:lnTo>
                  <a:lnTo>
                    <a:pt x="571" y="106"/>
                  </a:lnTo>
                  <a:lnTo>
                    <a:pt x="572" y="106"/>
                  </a:lnTo>
                  <a:lnTo>
                    <a:pt x="572" y="107"/>
                  </a:lnTo>
                  <a:lnTo>
                    <a:pt x="573" y="107"/>
                  </a:lnTo>
                  <a:lnTo>
                    <a:pt x="574" y="108"/>
                  </a:lnTo>
                  <a:lnTo>
                    <a:pt x="576" y="109"/>
                  </a:lnTo>
                  <a:lnTo>
                    <a:pt x="577" y="109"/>
                  </a:lnTo>
                  <a:lnTo>
                    <a:pt x="578" y="110"/>
                  </a:lnTo>
                  <a:lnTo>
                    <a:pt x="579" y="112"/>
                  </a:lnTo>
                  <a:lnTo>
                    <a:pt x="580" y="112"/>
                  </a:lnTo>
                  <a:lnTo>
                    <a:pt x="580" y="113"/>
                  </a:lnTo>
                  <a:lnTo>
                    <a:pt x="582" y="113"/>
                  </a:lnTo>
                  <a:lnTo>
                    <a:pt x="583" y="114"/>
                  </a:lnTo>
                  <a:lnTo>
                    <a:pt x="584" y="114"/>
                  </a:lnTo>
                  <a:lnTo>
                    <a:pt x="584" y="115"/>
                  </a:lnTo>
                  <a:lnTo>
                    <a:pt x="585" y="115"/>
                  </a:lnTo>
                  <a:lnTo>
                    <a:pt x="585" y="116"/>
                  </a:lnTo>
                  <a:lnTo>
                    <a:pt x="586" y="116"/>
                  </a:lnTo>
                  <a:lnTo>
                    <a:pt x="588" y="118"/>
                  </a:lnTo>
                  <a:lnTo>
                    <a:pt x="589" y="118"/>
                  </a:lnTo>
                  <a:lnTo>
                    <a:pt x="589" y="119"/>
                  </a:lnTo>
                  <a:lnTo>
                    <a:pt x="590" y="119"/>
                  </a:lnTo>
                  <a:lnTo>
                    <a:pt x="590" y="120"/>
                  </a:lnTo>
                  <a:lnTo>
                    <a:pt x="591" y="120"/>
                  </a:lnTo>
                  <a:lnTo>
                    <a:pt x="591" y="121"/>
                  </a:lnTo>
                  <a:lnTo>
                    <a:pt x="592" y="121"/>
                  </a:lnTo>
                  <a:lnTo>
                    <a:pt x="592" y="122"/>
                  </a:lnTo>
                  <a:lnTo>
                    <a:pt x="594" y="122"/>
                  </a:lnTo>
                  <a:lnTo>
                    <a:pt x="595" y="124"/>
                  </a:lnTo>
                  <a:lnTo>
                    <a:pt x="596" y="125"/>
                  </a:lnTo>
                  <a:lnTo>
                    <a:pt x="597" y="126"/>
                  </a:lnTo>
                  <a:lnTo>
                    <a:pt x="597" y="127"/>
                  </a:lnTo>
                  <a:lnTo>
                    <a:pt x="598" y="127"/>
                  </a:lnTo>
                  <a:lnTo>
                    <a:pt x="600" y="128"/>
                  </a:lnTo>
                  <a:lnTo>
                    <a:pt x="601" y="130"/>
                  </a:lnTo>
                  <a:lnTo>
                    <a:pt x="602" y="131"/>
                  </a:lnTo>
                  <a:lnTo>
                    <a:pt x="602" y="132"/>
                  </a:lnTo>
                  <a:lnTo>
                    <a:pt x="603" y="133"/>
                  </a:lnTo>
                  <a:lnTo>
                    <a:pt x="604" y="134"/>
                  </a:lnTo>
                  <a:lnTo>
                    <a:pt x="606" y="136"/>
                  </a:lnTo>
                  <a:lnTo>
                    <a:pt x="607" y="137"/>
                  </a:lnTo>
                  <a:lnTo>
                    <a:pt x="608" y="138"/>
                  </a:lnTo>
                  <a:lnTo>
                    <a:pt x="609" y="138"/>
                  </a:lnTo>
                  <a:lnTo>
                    <a:pt x="609" y="139"/>
                  </a:lnTo>
                  <a:lnTo>
                    <a:pt x="611" y="141"/>
                  </a:lnTo>
                  <a:lnTo>
                    <a:pt x="612" y="142"/>
                  </a:lnTo>
                  <a:lnTo>
                    <a:pt x="613" y="143"/>
                  </a:lnTo>
                  <a:lnTo>
                    <a:pt x="614" y="144"/>
                  </a:lnTo>
                  <a:lnTo>
                    <a:pt x="614" y="145"/>
                  </a:lnTo>
                  <a:lnTo>
                    <a:pt x="615" y="145"/>
                  </a:lnTo>
                  <a:lnTo>
                    <a:pt x="615" y="147"/>
                  </a:lnTo>
                  <a:lnTo>
                    <a:pt x="617" y="148"/>
                  </a:lnTo>
                  <a:lnTo>
                    <a:pt x="618" y="148"/>
                  </a:lnTo>
                  <a:lnTo>
                    <a:pt x="618" y="149"/>
                  </a:lnTo>
                  <a:lnTo>
                    <a:pt x="619" y="149"/>
                  </a:lnTo>
                  <a:lnTo>
                    <a:pt x="619" y="150"/>
                  </a:lnTo>
                  <a:lnTo>
                    <a:pt x="620" y="151"/>
                  </a:lnTo>
                  <a:lnTo>
                    <a:pt x="621" y="153"/>
                  </a:lnTo>
                  <a:lnTo>
                    <a:pt x="621" y="154"/>
                  </a:lnTo>
                  <a:lnTo>
                    <a:pt x="623" y="154"/>
                  </a:lnTo>
                  <a:lnTo>
                    <a:pt x="624" y="155"/>
                  </a:lnTo>
                  <a:lnTo>
                    <a:pt x="625" y="156"/>
                  </a:lnTo>
                  <a:lnTo>
                    <a:pt x="626" y="157"/>
                  </a:lnTo>
                  <a:lnTo>
                    <a:pt x="627" y="160"/>
                  </a:lnTo>
                  <a:lnTo>
                    <a:pt x="629" y="161"/>
                  </a:lnTo>
                  <a:lnTo>
                    <a:pt x="630" y="162"/>
                  </a:lnTo>
                  <a:lnTo>
                    <a:pt x="631" y="163"/>
                  </a:lnTo>
                  <a:lnTo>
                    <a:pt x="632" y="166"/>
                  </a:lnTo>
                  <a:lnTo>
                    <a:pt x="633" y="167"/>
                  </a:lnTo>
                  <a:lnTo>
                    <a:pt x="635" y="168"/>
                  </a:lnTo>
                  <a:lnTo>
                    <a:pt x="636" y="169"/>
                  </a:lnTo>
                  <a:lnTo>
                    <a:pt x="637" y="171"/>
                  </a:lnTo>
                  <a:lnTo>
                    <a:pt x="638" y="173"/>
                  </a:lnTo>
                  <a:lnTo>
                    <a:pt x="639" y="174"/>
                  </a:lnTo>
                  <a:lnTo>
                    <a:pt x="641" y="175"/>
                  </a:lnTo>
                  <a:lnTo>
                    <a:pt x="642" y="177"/>
                  </a:lnTo>
                  <a:lnTo>
                    <a:pt x="642" y="178"/>
                  </a:lnTo>
                  <a:lnTo>
                    <a:pt x="643" y="179"/>
                  </a:lnTo>
                  <a:lnTo>
                    <a:pt x="644" y="180"/>
                  </a:lnTo>
                  <a:lnTo>
                    <a:pt x="645" y="181"/>
                  </a:lnTo>
                  <a:lnTo>
                    <a:pt x="645" y="183"/>
                  </a:lnTo>
                  <a:lnTo>
                    <a:pt x="647" y="183"/>
                  </a:lnTo>
                  <a:lnTo>
                    <a:pt x="647" y="184"/>
                  </a:lnTo>
                  <a:lnTo>
                    <a:pt x="648" y="185"/>
                  </a:lnTo>
                  <a:lnTo>
                    <a:pt x="649" y="186"/>
                  </a:lnTo>
                  <a:lnTo>
                    <a:pt x="649" y="187"/>
                  </a:lnTo>
                  <a:lnTo>
                    <a:pt x="650" y="189"/>
                  </a:lnTo>
                  <a:lnTo>
                    <a:pt x="651" y="190"/>
                  </a:lnTo>
                  <a:lnTo>
                    <a:pt x="651" y="191"/>
                  </a:lnTo>
                  <a:lnTo>
                    <a:pt x="653" y="192"/>
                  </a:lnTo>
                  <a:lnTo>
                    <a:pt x="654" y="193"/>
                  </a:lnTo>
                  <a:lnTo>
                    <a:pt x="655" y="195"/>
                  </a:lnTo>
                  <a:lnTo>
                    <a:pt x="656" y="196"/>
                  </a:lnTo>
                  <a:lnTo>
                    <a:pt x="657" y="197"/>
                  </a:lnTo>
                  <a:lnTo>
                    <a:pt x="657" y="199"/>
                  </a:lnTo>
                  <a:lnTo>
                    <a:pt x="660" y="201"/>
                  </a:lnTo>
                  <a:lnTo>
                    <a:pt x="661" y="203"/>
                  </a:lnTo>
                  <a:lnTo>
                    <a:pt x="662" y="204"/>
                  </a:lnTo>
                  <a:lnTo>
                    <a:pt x="663" y="207"/>
                  </a:lnTo>
                  <a:lnTo>
                    <a:pt x="665" y="208"/>
                  </a:lnTo>
                  <a:lnTo>
                    <a:pt x="666" y="210"/>
                  </a:lnTo>
                  <a:lnTo>
                    <a:pt x="667" y="211"/>
                  </a:lnTo>
                  <a:lnTo>
                    <a:pt x="668" y="213"/>
                  </a:lnTo>
                  <a:lnTo>
                    <a:pt x="668" y="214"/>
                  </a:lnTo>
                  <a:lnTo>
                    <a:pt x="669" y="215"/>
                  </a:lnTo>
                  <a:lnTo>
                    <a:pt x="671" y="216"/>
                  </a:lnTo>
                  <a:lnTo>
                    <a:pt x="672" y="217"/>
                  </a:lnTo>
                  <a:lnTo>
                    <a:pt x="672" y="219"/>
                  </a:lnTo>
                  <a:lnTo>
                    <a:pt x="673" y="220"/>
                  </a:lnTo>
                  <a:lnTo>
                    <a:pt x="674" y="221"/>
                  </a:lnTo>
                  <a:lnTo>
                    <a:pt x="674" y="222"/>
                  </a:lnTo>
                  <a:lnTo>
                    <a:pt x="675" y="223"/>
                  </a:lnTo>
                  <a:lnTo>
                    <a:pt x="677" y="225"/>
                  </a:lnTo>
                  <a:lnTo>
                    <a:pt x="678" y="226"/>
                  </a:lnTo>
                  <a:lnTo>
                    <a:pt x="678" y="227"/>
                  </a:lnTo>
                  <a:lnTo>
                    <a:pt x="679" y="228"/>
                  </a:lnTo>
                  <a:lnTo>
                    <a:pt x="679" y="229"/>
                  </a:lnTo>
                  <a:lnTo>
                    <a:pt x="680" y="231"/>
                  </a:lnTo>
                  <a:lnTo>
                    <a:pt x="681" y="232"/>
                  </a:lnTo>
                  <a:lnTo>
                    <a:pt x="683" y="233"/>
                  </a:lnTo>
                  <a:lnTo>
                    <a:pt x="683" y="234"/>
                  </a:lnTo>
                  <a:lnTo>
                    <a:pt x="684" y="235"/>
                  </a:lnTo>
                  <a:lnTo>
                    <a:pt x="685" y="237"/>
                  </a:lnTo>
                  <a:lnTo>
                    <a:pt x="686" y="238"/>
                  </a:lnTo>
                  <a:lnTo>
                    <a:pt x="687" y="240"/>
                  </a:lnTo>
                  <a:lnTo>
                    <a:pt x="689" y="241"/>
                  </a:lnTo>
                  <a:lnTo>
                    <a:pt x="690" y="244"/>
                  </a:lnTo>
                  <a:lnTo>
                    <a:pt x="691" y="245"/>
                  </a:lnTo>
                  <a:lnTo>
                    <a:pt x="692" y="247"/>
                  </a:lnTo>
                  <a:lnTo>
                    <a:pt x="695" y="250"/>
                  </a:lnTo>
                  <a:lnTo>
                    <a:pt x="696" y="251"/>
                  </a:lnTo>
                  <a:lnTo>
                    <a:pt x="697" y="252"/>
                  </a:lnTo>
                  <a:lnTo>
                    <a:pt x="698" y="255"/>
                  </a:lnTo>
                  <a:lnTo>
                    <a:pt x="698" y="256"/>
                  </a:lnTo>
                  <a:lnTo>
                    <a:pt x="699" y="257"/>
                  </a:lnTo>
                  <a:lnTo>
                    <a:pt x="701" y="258"/>
                  </a:lnTo>
                  <a:lnTo>
                    <a:pt x="702" y="260"/>
                  </a:lnTo>
                  <a:lnTo>
                    <a:pt x="702" y="261"/>
                  </a:lnTo>
                  <a:lnTo>
                    <a:pt x="703" y="262"/>
                  </a:lnTo>
                  <a:lnTo>
                    <a:pt x="704" y="263"/>
                  </a:lnTo>
                  <a:lnTo>
                    <a:pt x="704" y="264"/>
                  </a:lnTo>
                  <a:lnTo>
                    <a:pt x="705" y="266"/>
                  </a:lnTo>
                  <a:lnTo>
                    <a:pt x="707" y="267"/>
                  </a:lnTo>
                  <a:lnTo>
                    <a:pt x="707" y="268"/>
                  </a:lnTo>
                  <a:lnTo>
                    <a:pt x="708" y="269"/>
                  </a:lnTo>
                  <a:lnTo>
                    <a:pt x="708" y="270"/>
                  </a:lnTo>
                  <a:lnTo>
                    <a:pt x="709" y="270"/>
                  </a:lnTo>
                  <a:lnTo>
                    <a:pt x="709" y="272"/>
                  </a:lnTo>
                  <a:lnTo>
                    <a:pt x="710" y="273"/>
                  </a:lnTo>
                  <a:lnTo>
                    <a:pt x="710" y="274"/>
                  </a:lnTo>
                  <a:lnTo>
                    <a:pt x="711" y="275"/>
                  </a:lnTo>
                  <a:lnTo>
                    <a:pt x="713" y="276"/>
                  </a:lnTo>
                  <a:lnTo>
                    <a:pt x="713" y="278"/>
                  </a:lnTo>
                  <a:lnTo>
                    <a:pt x="714" y="279"/>
                  </a:lnTo>
                  <a:lnTo>
                    <a:pt x="714" y="280"/>
                  </a:lnTo>
                  <a:lnTo>
                    <a:pt x="715" y="281"/>
                  </a:lnTo>
                  <a:lnTo>
                    <a:pt x="716" y="282"/>
                  </a:lnTo>
                  <a:lnTo>
                    <a:pt x="716" y="284"/>
                  </a:lnTo>
                  <a:lnTo>
                    <a:pt x="717" y="28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57" name="Freeform 252">
              <a:extLst>
                <a:ext uri="{FF2B5EF4-FFF2-40B4-BE49-F238E27FC236}">
                  <a16:creationId xmlns:a16="http://schemas.microsoft.com/office/drawing/2014/main" id="{0D7D57AA-D943-41F3-966B-7D68A576A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372"/>
              <a:ext cx="359" cy="143"/>
            </a:xfrm>
            <a:custGeom>
              <a:avLst/>
              <a:gdLst>
                <a:gd name="T0" fmla="*/ 1 w 717"/>
                <a:gd name="T1" fmla="*/ 1 h 285"/>
                <a:gd name="T2" fmla="*/ 1 w 717"/>
                <a:gd name="T3" fmla="*/ 1 h 285"/>
                <a:gd name="T4" fmla="*/ 1 w 717"/>
                <a:gd name="T5" fmla="*/ 1 h 285"/>
                <a:gd name="T6" fmla="*/ 1 w 717"/>
                <a:gd name="T7" fmla="*/ 1 h 285"/>
                <a:gd name="T8" fmla="*/ 1 w 717"/>
                <a:gd name="T9" fmla="*/ 1 h 285"/>
                <a:gd name="T10" fmla="*/ 1 w 717"/>
                <a:gd name="T11" fmla="*/ 1 h 285"/>
                <a:gd name="T12" fmla="*/ 1 w 717"/>
                <a:gd name="T13" fmla="*/ 1 h 285"/>
                <a:gd name="T14" fmla="*/ 1 w 717"/>
                <a:gd name="T15" fmla="*/ 1 h 285"/>
                <a:gd name="T16" fmla="*/ 1 w 717"/>
                <a:gd name="T17" fmla="*/ 1 h 285"/>
                <a:gd name="T18" fmla="*/ 1 w 717"/>
                <a:gd name="T19" fmla="*/ 1 h 285"/>
                <a:gd name="T20" fmla="*/ 1 w 717"/>
                <a:gd name="T21" fmla="*/ 1 h 285"/>
                <a:gd name="T22" fmla="*/ 1 w 717"/>
                <a:gd name="T23" fmla="*/ 1 h 285"/>
                <a:gd name="T24" fmla="*/ 1 w 717"/>
                <a:gd name="T25" fmla="*/ 1 h 285"/>
                <a:gd name="T26" fmla="*/ 1 w 717"/>
                <a:gd name="T27" fmla="*/ 1 h 285"/>
                <a:gd name="T28" fmla="*/ 1 w 717"/>
                <a:gd name="T29" fmla="*/ 1 h 285"/>
                <a:gd name="T30" fmla="*/ 1 w 717"/>
                <a:gd name="T31" fmla="*/ 1 h 285"/>
                <a:gd name="T32" fmla="*/ 1 w 717"/>
                <a:gd name="T33" fmla="*/ 1 h 285"/>
                <a:gd name="T34" fmla="*/ 1 w 717"/>
                <a:gd name="T35" fmla="*/ 1 h 285"/>
                <a:gd name="T36" fmla="*/ 1 w 717"/>
                <a:gd name="T37" fmla="*/ 1 h 285"/>
                <a:gd name="T38" fmla="*/ 1 w 717"/>
                <a:gd name="T39" fmla="*/ 1 h 285"/>
                <a:gd name="T40" fmla="*/ 1 w 717"/>
                <a:gd name="T41" fmla="*/ 1 h 285"/>
                <a:gd name="T42" fmla="*/ 1 w 717"/>
                <a:gd name="T43" fmla="*/ 1 h 285"/>
                <a:gd name="T44" fmla="*/ 1 w 717"/>
                <a:gd name="T45" fmla="*/ 1 h 285"/>
                <a:gd name="T46" fmla="*/ 1 w 717"/>
                <a:gd name="T47" fmla="*/ 1 h 285"/>
                <a:gd name="T48" fmla="*/ 1 w 717"/>
                <a:gd name="T49" fmla="*/ 1 h 285"/>
                <a:gd name="T50" fmla="*/ 1 w 717"/>
                <a:gd name="T51" fmla="*/ 1 h 285"/>
                <a:gd name="T52" fmla="*/ 1 w 717"/>
                <a:gd name="T53" fmla="*/ 1 h 285"/>
                <a:gd name="T54" fmla="*/ 1 w 717"/>
                <a:gd name="T55" fmla="*/ 1 h 285"/>
                <a:gd name="T56" fmla="*/ 1 w 717"/>
                <a:gd name="T57" fmla="*/ 1 h 285"/>
                <a:gd name="T58" fmla="*/ 1 w 717"/>
                <a:gd name="T59" fmla="*/ 1 h 285"/>
                <a:gd name="T60" fmla="*/ 1 w 717"/>
                <a:gd name="T61" fmla="*/ 1 h 285"/>
                <a:gd name="T62" fmla="*/ 1 w 717"/>
                <a:gd name="T63" fmla="*/ 1 h 285"/>
                <a:gd name="T64" fmla="*/ 1 w 717"/>
                <a:gd name="T65" fmla="*/ 1 h 285"/>
                <a:gd name="T66" fmla="*/ 1 w 717"/>
                <a:gd name="T67" fmla="*/ 1 h 285"/>
                <a:gd name="T68" fmla="*/ 1 w 717"/>
                <a:gd name="T69" fmla="*/ 1 h 285"/>
                <a:gd name="T70" fmla="*/ 1 w 717"/>
                <a:gd name="T71" fmla="*/ 1 h 285"/>
                <a:gd name="T72" fmla="*/ 1 w 717"/>
                <a:gd name="T73" fmla="*/ 1 h 285"/>
                <a:gd name="T74" fmla="*/ 1 w 717"/>
                <a:gd name="T75" fmla="*/ 1 h 285"/>
                <a:gd name="T76" fmla="*/ 1 w 717"/>
                <a:gd name="T77" fmla="*/ 1 h 285"/>
                <a:gd name="T78" fmla="*/ 1 w 717"/>
                <a:gd name="T79" fmla="*/ 1 h 285"/>
                <a:gd name="T80" fmla="*/ 1 w 717"/>
                <a:gd name="T81" fmla="*/ 1 h 285"/>
                <a:gd name="T82" fmla="*/ 1 w 717"/>
                <a:gd name="T83" fmla="*/ 1 h 285"/>
                <a:gd name="T84" fmla="*/ 1 w 717"/>
                <a:gd name="T85" fmla="*/ 1 h 285"/>
                <a:gd name="T86" fmla="*/ 1 w 717"/>
                <a:gd name="T87" fmla="*/ 1 h 285"/>
                <a:gd name="T88" fmla="*/ 1 w 717"/>
                <a:gd name="T89" fmla="*/ 1 h 285"/>
                <a:gd name="T90" fmla="*/ 1 w 717"/>
                <a:gd name="T91" fmla="*/ 1 h 285"/>
                <a:gd name="T92" fmla="*/ 1 w 717"/>
                <a:gd name="T93" fmla="*/ 1 h 285"/>
                <a:gd name="T94" fmla="*/ 1 w 717"/>
                <a:gd name="T95" fmla="*/ 1 h 285"/>
                <a:gd name="T96" fmla="*/ 1 w 717"/>
                <a:gd name="T97" fmla="*/ 1 h 285"/>
                <a:gd name="T98" fmla="*/ 1 w 717"/>
                <a:gd name="T99" fmla="*/ 1 h 285"/>
                <a:gd name="T100" fmla="*/ 1 w 717"/>
                <a:gd name="T101" fmla="*/ 1 h 285"/>
                <a:gd name="T102" fmla="*/ 1 w 717"/>
                <a:gd name="T103" fmla="*/ 1 h 285"/>
                <a:gd name="T104" fmla="*/ 1 w 717"/>
                <a:gd name="T105" fmla="*/ 1 h 285"/>
                <a:gd name="T106" fmla="*/ 1 w 717"/>
                <a:gd name="T107" fmla="*/ 1 h 285"/>
                <a:gd name="T108" fmla="*/ 1 w 717"/>
                <a:gd name="T109" fmla="*/ 1 h 285"/>
                <a:gd name="T110" fmla="*/ 1 w 717"/>
                <a:gd name="T111" fmla="*/ 1 h 285"/>
                <a:gd name="T112" fmla="*/ 1 w 717"/>
                <a:gd name="T113" fmla="*/ 1 h 285"/>
                <a:gd name="T114" fmla="*/ 1 w 717"/>
                <a:gd name="T115" fmla="*/ 1 h 285"/>
                <a:gd name="T116" fmla="*/ 1 w 717"/>
                <a:gd name="T117" fmla="*/ 1 h 285"/>
                <a:gd name="T118" fmla="*/ 1 w 717"/>
                <a:gd name="T119" fmla="*/ 1 h 285"/>
                <a:gd name="T120" fmla="*/ 1 w 717"/>
                <a:gd name="T121" fmla="*/ 1 h 28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5">
                  <a:moveTo>
                    <a:pt x="0" y="285"/>
                  </a:moveTo>
                  <a:lnTo>
                    <a:pt x="28" y="285"/>
                  </a:lnTo>
                  <a:lnTo>
                    <a:pt x="53" y="285"/>
                  </a:lnTo>
                  <a:lnTo>
                    <a:pt x="77" y="285"/>
                  </a:lnTo>
                  <a:lnTo>
                    <a:pt x="100" y="285"/>
                  </a:lnTo>
                  <a:lnTo>
                    <a:pt x="120" y="285"/>
                  </a:lnTo>
                  <a:lnTo>
                    <a:pt x="139" y="285"/>
                  </a:lnTo>
                  <a:lnTo>
                    <a:pt x="157" y="285"/>
                  </a:lnTo>
                  <a:lnTo>
                    <a:pt x="174" y="285"/>
                  </a:lnTo>
                  <a:lnTo>
                    <a:pt x="190" y="285"/>
                  </a:lnTo>
                  <a:lnTo>
                    <a:pt x="204" y="285"/>
                  </a:lnTo>
                  <a:lnTo>
                    <a:pt x="217" y="285"/>
                  </a:lnTo>
                  <a:lnTo>
                    <a:pt x="229" y="285"/>
                  </a:lnTo>
                  <a:lnTo>
                    <a:pt x="240" y="285"/>
                  </a:lnTo>
                  <a:lnTo>
                    <a:pt x="250" y="285"/>
                  </a:lnTo>
                  <a:lnTo>
                    <a:pt x="258" y="285"/>
                  </a:lnTo>
                  <a:lnTo>
                    <a:pt x="267" y="285"/>
                  </a:lnTo>
                  <a:lnTo>
                    <a:pt x="274" y="285"/>
                  </a:lnTo>
                  <a:lnTo>
                    <a:pt x="280" y="285"/>
                  </a:lnTo>
                  <a:lnTo>
                    <a:pt x="286" y="285"/>
                  </a:lnTo>
                  <a:lnTo>
                    <a:pt x="291" y="285"/>
                  </a:lnTo>
                  <a:lnTo>
                    <a:pt x="296" y="285"/>
                  </a:lnTo>
                  <a:lnTo>
                    <a:pt x="299" y="285"/>
                  </a:lnTo>
                  <a:lnTo>
                    <a:pt x="303" y="285"/>
                  </a:lnTo>
                  <a:lnTo>
                    <a:pt x="306" y="285"/>
                  </a:lnTo>
                  <a:lnTo>
                    <a:pt x="309" y="285"/>
                  </a:lnTo>
                  <a:lnTo>
                    <a:pt x="311" y="285"/>
                  </a:lnTo>
                  <a:lnTo>
                    <a:pt x="314" y="285"/>
                  </a:lnTo>
                  <a:lnTo>
                    <a:pt x="316" y="284"/>
                  </a:lnTo>
                  <a:lnTo>
                    <a:pt x="317" y="284"/>
                  </a:lnTo>
                  <a:lnTo>
                    <a:pt x="320" y="284"/>
                  </a:lnTo>
                  <a:lnTo>
                    <a:pt x="321" y="284"/>
                  </a:lnTo>
                  <a:lnTo>
                    <a:pt x="323" y="284"/>
                  </a:lnTo>
                  <a:lnTo>
                    <a:pt x="326" y="284"/>
                  </a:lnTo>
                  <a:lnTo>
                    <a:pt x="327" y="284"/>
                  </a:lnTo>
                  <a:lnTo>
                    <a:pt x="329" y="284"/>
                  </a:lnTo>
                  <a:lnTo>
                    <a:pt x="330" y="284"/>
                  </a:lnTo>
                  <a:lnTo>
                    <a:pt x="332" y="284"/>
                  </a:lnTo>
                  <a:lnTo>
                    <a:pt x="334" y="283"/>
                  </a:lnTo>
                  <a:lnTo>
                    <a:pt x="335" y="283"/>
                  </a:lnTo>
                  <a:lnTo>
                    <a:pt x="336" y="283"/>
                  </a:lnTo>
                  <a:lnTo>
                    <a:pt x="338" y="283"/>
                  </a:lnTo>
                  <a:lnTo>
                    <a:pt x="339" y="283"/>
                  </a:lnTo>
                  <a:lnTo>
                    <a:pt x="340" y="283"/>
                  </a:lnTo>
                  <a:lnTo>
                    <a:pt x="341" y="283"/>
                  </a:lnTo>
                  <a:lnTo>
                    <a:pt x="342" y="283"/>
                  </a:lnTo>
                  <a:lnTo>
                    <a:pt x="344" y="283"/>
                  </a:lnTo>
                  <a:lnTo>
                    <a:pt x="345" y="283"/>
                  </a:lnTo>
                  <a:lnTo>
                    <a:pt x="346" y="283"/>
                  </a:lnTo>
                  <a:lnTo>
                    <a:pt x="347" y="283"/>
                  </a:lnTo>
                  <a:lnTo>
                    <a:pt x="348" y="281"/>
                  </a:lnTo>
                  <a:lnTo>
                    <a:pt x="350" y="281"/>
                  </a:lnTo>
                  <a:lnTo>
                    <a:pt x="351" y="281"/>
                  </a:lnTo>
                  <a:lnTo>
                    <a:pt x="352" y="281"/>
                  </a:lnTo>
                  <a:lnTo>
                    <a:pt x="353" y="281"/>
                  </a:lnTo>
                  <a:lnTo>
                    <a:pt x="354" y="281"/>
                  </a:lnTo>
                  <a:lnTo>
                    <a:pt x="356" y="281"/>
                  </a:lnTo>
                  <a:lnTo>
                    <a:pt x="358" y="280"/>
                  </a:lnTo>
                  <a:lnTo>
                    <a:pt x="359" y="280"/>
                  </a:lnTo>
                  <a:lnTo>
                    <a:pt x="360" y="280"/>
                  </a:lnTo>
                  <a:lnTo>
                    <a:pt x="363" y="280"/>
                  </a:lnTo>
                  <a:lnTo>
                    <a:pt x="364" y="280"/>
                  </a:lnTo>
                  <a:lnTo>
                    <a:pt x="366" y="279"/>
                  </a:lnTo>
                  <a:lnTo>
                    <a:pt x="368" y="279"/>
                  </a:lnTo>
                  <a:lnTo>
                    <a:pt x="370" y="279"/>
                  </a:lnTo>
                  <a:lnTo>
                    <a:pt x="371" y="279"/>
                  </a:lnTo>
                  <a:lnTo>
                    <a:pt x="374" y="279"/>
                  </a:lnTo>
                  <a:lnTo>
                    <a:pt x="375" y="278"/>
                  </a:lnTo>
                  <a:lnTo>
                    <a:pt x="376" y="278"/>
                  </a:lnTo>
                  <a:lnTo>
                    <a:pt x="377" y="278"/>
                  </a:lnTo>
                  <a:lnTo>
                    <a:pt x="379" y="278"/>
                  </a:lnTo>
                  <a:lnTo>
                    <a:pt x="380" y="278"/>
                  </a:lnTo>
                  <a:lnTo>
                    <a:pt x="381" y="277"/>
                  </a:lnTo>
                  <a:lnTo>
                    <a:pt x="382" y="277"/>
                  </a:lnTo>
                  <a:lnTo>
                    <a:pt x="383" y="277"/>
                  </a:lnTo>
                  <a:lnTo>
                    <a:pt x="385" y="277"/>
                  </a:lnTo>
                  <a:lnTo>
                    <a:pt x="386" y="277"/>
                  </a:lnTo>
                  <a:lnTo>
                    <a:pt x="387" y="277"/>
                  </a:lnTo>
                  <a:lnTo>
                    <a:pt x="388" y="275"/>
                  </a:lnTo>
                  <a:lnTo>
                    <a:pt x="389" y="275"/>
                  </a:lnTo>
                  <a:lnTo>
                    <a:pt x="391" y="275"/>
                  </a:lnTo>
                  <a:lnTo>
                    <a:pt x="392" y="274"/>
                  </a:lnTo>
                  <a:lnTo>
                    <a:pt x="393" y="274"/>
                  </a:lnTo>
                  <a:lnTo>
                    <a:pt x="394" y="274"/>
                  </a:lnTo>
                  <a:lnTo>
                    <a:pt x="395" y="274"/>
                  </a:lnTo>
                  <a:lnTo>
                    <a:pt x="397" y="273"/>
                  </a:lnTo>
                  <a:lnTo>
                    <a:pt x="399" y="273"/>
                  </a:lnTo>
                  <a:lnTo>
                    <a:pt x="400" y="273"/>
                  </a:lnTo>
                  <a:lnTo>
                    <a:pt x="401" y="272"/>
                  </a:lnTo>
                  <a:lnTo>
                    <a:pt x="404" y="272"/>
                  </a:lnTo>
                  <a:lnTo>
                    <a:pt x="405" y="271"/>
                  </a:lnTo>
                  <a:lnTo>
                    <a:pt x="407" y="271"/>
                  </a:lnTo>
                  <a:lnTo>
                    <a:pt x="409" y="269"/>
                  </a:lnTo>
                  <a:lnTo>
                    <a:pt x="411" y="269"/>
                  </a:lnTo>
                  <a:lnTo>
                    <a:pt x="413" y="268"/>
                  </a:lnTo>
                  <a:lnTo>
                    <a:pt x="416" y="268"/>
                  </a:lnTo>
                  <a:lnTo>
                    <a:pt x="417" y="267"/>
                  </a:lnTo>
                  <a:lnTo>
                    <a:pt x="419" y="267"/>
                  </a:lnTo>
                  <a:lnTo>
                    <a:pt x="421" y="266"/>
                  </a:lnTo>
                  <a:lnTo>
                    <a:pt x="423" y="266"/>
                  </a:lnTo>
                  <a:lnTo>
                    <a:pt x="424" y="265"/>
                  </a:lnTo>
                  <a:lnTo>
                    <a:pt x="425" y="265"/>
                  </a:lnTo>
                  <a:lnTo>
                    <a:pt x="427" y="265"/>
                  </a:lnTo>
                  <a:lnTo>
                    <a:pt x="428" y="263"/>
                  </a:lnTo>
                  <a:lnTo>
                    <a:pt x="429" y="263"/>
                  </a:lnTo>
                  <a:lnTo>
                    <a:pt x="430" y="262"/>
                  </a:lnTo>
                  <a:lnTo>
                    <a:pt x="431" y="262"/>
                  </a:lnTo>
                  <a:lnTo>
                    <a:pt x="433" y="262"/>
                  </a:lnTo>
                  <a:lnTo>
                    <a:pt x="434" y="261"/>
                  </a:lnTo>
                  <a:lnTo>
                    <a:pt x="435" y="261"/>
                  </a:lnTo>
                  <a:lnTo>
                    <a:pt x="436" y="261"/>
                  </a:lnTo>
                  <a:lnTo>
                    <a:pt x="437" y="260"/>
                  </a:lnTo>
                  <a:lnTo>
                    <a:pt x="439" y="260"/>
                  </a:lnTo>
                  <a:lnTo>
                    <a:pt x="440" y="259"/>
                  </a:lnTo>
                  <a:lnTo>
                    <a:pt x="441" y="259"/>
                  </a:lnTo>
                  <a:lnTo>
                    <a:pt x="442" y="257"/>
                  </a:lnTo>
                  <a:lnTo>
                    <a:pt x="443" y="257"/>
                  </a:lnTo>
                  <a:lnTo>
                    <a:pt x="445" y="256"/>
                  </a:lnTo>
                  <a:lnTo>
                    <a:pt x="446" y="256"/>
                  </a:lnTo>
                  <a:lnTo>
                    <a:pt x="448" y="255"/>
                  </a:lnTo>
                  <a:lnTo>
                    <a:pt x="449" y="255"/>
                  </a:lnTo>
                  <a:lnTo>
                    <a:pt x="451" y="254"/>
                  </a:lnTo>
                  <a:lnTo>
                    <a:pt x="453" y="253"/>
                  </a:lnTo>
                  <a:lnTo>
                    <a:pt x="454" y="251"/>
                  </a:lnTo>
                  <a:lnTo>
                    <a:pt x="457" y="251"/>
                  </a:lnTo>
                  <a:lnTo>
                    <a:pt x="458" y="250"/>
                  </a:lnTo>
                  <a:lnTo>
                    <a:pt x="460" y="249"/>
                  </a:lnTo>
                  <a:lnTo>
                    <a:pt x="461" y="248"/>
                  </a:lnTo>
                  <a:lnTo>
                    <a:pt x="464" y="248"/>
                  </a:lnTo>
                  <a:lnTo>
                    <a:pt x="465" y="247"/>
                  </a:lnTo>
                  <a:lnTo>
                    <a:pt x="466" y="245"/>
                  </a:lnTo>
                  <a:lnTo>
                    <a:pt x="467" y="245"/>
                  </a:lnTo>
                  <a:lnTo>
                    <a:pt x="469" y="244"/>
                  </a:lnTo>
                  <a:lnTo>
                    <a:pt x="470" y="244"/>
                  </a:lnTo>
                  <a:lnTo>
                    <a:pt x="471" y="243"/>
                  </a:lnTo>
                  <a:lnTo>
                    <a:pt x="472" y="243"/>
                  </a:lnTo>
                  <a:lnTo>
                    <a:pt x="473" y="243"/>
                  </a:lnTo>
                  <a:lnTo>
                    <a:pt x="475" y="242"/>
                  </a:lnTo>
                  <a:lnTo>
                    <a:pt x="476" y="241"/>
                  </a:lnTo>
                  <a:lnTo>
                    <a:pt x="477" y="241"/>
                  </a:lnTo>
                  <a:lnTo>
                    <a:pt x="478" y="239"/>
                  </a:lnTo>
                  <a:lnTo>
                    <a:pt x="479" y="239"/>
                  </a:lnTo>
                  <a:lnTo>
                    <a:pt x="481" y="238"/>
                  </a:lnTo>
                  <a:lnTo>
                    <a:pt x="482" y="238"/>
                  </a:lnTo>
                  <a:lnTo>
                    <a:pt x="483" y="237"/>
                  </a:lnTo>
                  <a:lnTo>
                    <a:pt x="484" y="237"/>
                  </a:lnTo>
                  <a:lnTo>
                    <a:pt x="485" y="236"/>
                  </a:lnTo>
                  <a:lnTo>
                    <a:pt x="487" y="236"/>
                  </a:lnTo>
                  <a:lnTo>
                    <a:pt x="488" y="235"/>
                  </a:lnTo>
                  <a:lnTo>
                    <a:pt x="489" y="235"/>
                  </a:lnTo>
                  <a:lnTo>
                    <a:pt x="490" y="233"/>
                  </a:lnTo>
                  <a:lnTo>
                    <a:pt x="492" y="232"/>
                  </a:lnTo>
                  <a:lnTo>
                    <a:pt x="493" y="232"/>
                  </a:lnTo>
                  <a:lnTo>
                    <a:pt x="494" y="231"/>
                  </a:lnTo>
                  <a:lnTo>
                    <a:pt x="496" y="230"/>
                  </a:lnTo>
                  <a:lnTo>
                    <a:pt x="498" y="229"/>
                  </a:lnTo>
                  <a:lnTo>
                    <a:pt x="500" y="229"/>
                  </a:lnTo>
                  <a:lnTo>
                    <a:pt x="501" y="227"/>
                  </a:lnTo>
                  <a:lnTo>
                    <a:pt x="502" y="226"/>
                  </a:lnTo>
                  <a:lnTo>
                    <a:pt x="504" y="226"/>
                  </a:lnTo>
                  <a:lnTo>
                    <a:pt x="505" y="225"/>
                  </a:lnTo>
                  <a:lnTo>
                    <a:pt x="506" y="224"/>
                  </a:lnTo>
                  <a:lnTo>
                    <a:pt x="507" y="224"/>
                  </a:lnTo>
                  <a:lnTo>
                    <a:pt x="508" y="223"/>
                  </a:lnTo>
                  <a:lnTo>
                    <a:pt x="510" y="223"/>
                  </a:lnTo>
                  <a:lnTo>
                    <a:pt x="511" y="223"/>
                  </a:lnTo>
                  <a:lnTo>
                    <a:pt x="511" y="221"/>
                  </a:lnTo>
                  <a:lnTo>
                    <a:pt x="512" y="221"/>
                  </a:lnTo>
                  <a:lnTo>
                    <a:pt x="513" y="220"/>
                  </a:lnTo>
                  <a:lnTo>
                    <a:pt x="514" y="219"/>
                  </a:lnTo>
                  <a:lnTo>
                    <a:pt x="516" y="219"/>
                  </a:lnTo>
                  <a:lnTo>
                    <a:pt x="517" y="218"/>
                  </a:lnTo>
                  <a:lnTo>
                    <a:pt x="518" y="218"/>
                  </a:lnTo>
                  <a:lnTo>
                    <a:pt x="518" y="217"/>
                  </a:lnTo>
                  <a:lnTo>
                    <a:pt x="519" y="217"/>
                  </a:lnTo>
                  <a:lnTo>
                    <a:pt x="520" y="217"/>
                  </a:lnTo>
                  <a:lnTo>
                    <a:pt x="520" y="215"/>
                  </a:lnTo>
                  <a:lnTo>
                    <a:pt x="522" y="215"/>
                  </a:lnTo>
                  <a:lnTo>
                    <a:pt x="523" y="214"/>
                  </a:lnTo>
                  <a:lnTo>
                    <a:pt x="524" y="214"/>
                  </a:lnTo>
                  <a:lnTo>
                    <a:pt x="525" y="213"/>
                  </a:lnTo>
                  <a:lnTo>
                    <a:pt x="526" y="212"/>
                  </a:lnTo>
                  <a:lnTo>
                    <a:pt x="528" y="212"/>
                  </a:lnTo>
                  <a:lnTo>
                    <a:pt x="529" y="211"/>
                  </a:lnTo>
                  <a:lnTo>
                    <a:pt x="530" y="209"/>
                  </a:lnTo>
                  <a:lnTo>
                    <a:pt x="531" y="208"/>
                  </a:lnTo>
                  <a:lnTo>
                    <a:pt x="532" y="208"/>
                  </a:lnTo>
                  <a:lnTo>
                    <a:pt x="534" y="207"/>
                  </a:lnTo>
                  <a:lnTo>
                    <a:pt x="535" y="207"/>
                  </a:lnTo>
                  <a:lnTo>
                    <a:pt x="536" y="206"/>
                  </a:lnTo>
                  <a:lnTo>
                    <a:pt x="537" y="205"/>
                  </a:lnTo>
                  <a:lnTo>
                    <a:pt x="538" y="205"/>
                  </a:lnTo>
                  <a:lnTo>
                    <a:pt x="538" y="203"/>
                  </a:lnTo>
                  <a:lnTo>
                    <a:pt x="540" y="203"/>
                  </a:lnTo>
                  <a:lnTo>
                    <a:pt x="541" y="202"/>
                  </a:lnTo>
                  <a:lnTo>
                    <a:pt x="542" y="202"/>
                  </a:lnTo>
                  <a:lnTo>
                    <a:pt x="542" y="201"/>
                  </a:lnTo>
                  <a:lnTo>
                    <a:pt x="543" y="201"/>
                  </a:lnTo>
                  <a:lnTo>
                    <a:pt x="544" y="201"/>
                  </a:lnTo>
                  <a:lnTo>
                    <a:pt x="544" y="200"/>
                  </a:lnTo>
                  <a:lnTo>
                    <a:pt x="546" y="200"/>
                  </a:lnTo>
                  <a:lnTo>
                    <a:pt x="546" y="198"/>
                  </a:lnTo>
                  <a:lnTo>
                    <a:pt x="547" y="198"/>
                  </a:lnTo>
                  <a:lnTo>
                    <a:pt x="547" y="197"/>
                  </a:lnTo>
                  <a:lnTo>
                    <a:pt x="548" y="197"/>
                  </a:lnTo>
                  <a:lnTo>
                    <a:pt x="549" y="196"/>
                  </a:lnTo>
                  <a:lnTo>
                    <a:pt x="550" y="196"/>
                  </a:lnTo>
                  <a:lnTo>
                    <a:pt x="550" y="195"/>
                  </a:lnTo>
                  <a:lnTo>
                    <a:pt x="552" y="195"/>
                  </a:lnTo>
                  <a:lnTo>
                    <a:pt x="552" y="194"/>
                  </a:lnTo>
                  <a:lnTo>
                    <a:pt x="553" y="194"/>
                  </a:lnTo>
                  <a:lnTo>
                    <a:pt x="554" y="192"/>
                  </a:lnTo>
                  <a:lnTo>
                    <a:pt x="555" y="191"/>
                  </a:lnTo>
                  <a:lnTo>
                    <a:pt x="556" y="191"/>
                  </a:lnTo>
                  <a:lnTo>
                    <a:pt x="558" y="190"/>
                  </a:lnTo>
                  <a:lnTo>
                    <a:pt x="558" y="189"/>
                  </a:lnTo>
                  <a:lnTo>
                    <a:pt x="559" y="189"/>
                  </a:lnTo>
                  <a:lnTo>
                    <a:pt x="560" y="188"/>
                  </a:lnTo>
                  <a:lnTo>
                    <a:pt x="561" y="188"/>
                  </a:lnTo>
                  <a:lnTo>
                    <a:pt x="561" y="186"/>
                  </a:lnTo>
                  <a:lnTo>
                    <a:pt x="562" y="186"/>
                  </a:lnTo>
                  <a:lnTo>
                    <a:pt x="562" y="185"/>
                  </a:lnTo>
                  <a:lnTo>
                    <a:pt x="564" y="185"/>
                  </a:lnTo>
                  <a:lnTo>
                    <a:pt x="565" y="184"/>
                  </a:lnTo>
                  <a:lnTo>
                    <a:pt x="566" y="184"/>
                  </a:lnTo>
                  <a:lnTo>
                    <a:pt x="566" y="183"/>
                  </a:lnTo>
                  <a:lnTo>
                    <a:pt x="567" y="183"/>
                  </a:lnTo>
                  <a:lnTo>
                    <a:pt x="567" y="182"/>
                  </a:lnTo>
                  <a:lnTo>
                    <a:pt x="568" y="182"/>
                  </a:lnTo>
                  <a:lnTo>
                    <a:pt x="570" y="180"/>
                  </a:lnTo>
                  <a:lnTo>
                    <a:pt x="571" y="180"/>
                  </a:lnTo>
                  <a:lnTo>
                    <a:pt x="572" y="179"/>
                  </a:lnTo>
                  <a:lnTo>
                    <a:pt x="573" y="178"/>
                  </a:lnTo>
                  <a:lnTo>
                    <a:pt x="574" y="178"/>
                  </a:lnTo>
                  <a:lnTo>
                    <a:pt x="574" y="177"/>
                  </a:lnTo>
                  <a:lnTo>
                    <a:pt x="576" y="177"/>
                  </a:lnTo>
                  <a:lnTo>
                    <a:pt x="577" y="176"/>
                  </a:lnTo>
                  <a:lnTo>
                    <a:pt x="578" y="174"/>
                  </a:lnTo>
                  <a:lnTo>
                    <a:pt x="579" y="174"/>
                  </a:lnTo>
                  <a:lnTo>
                    <a:pt x="580" y="173"/>
                  </a:lnTo>
                  <a:lnTo>
                    <a:pt x="582" y="172"/>
                  </a:lnTo>
                  <a:lnTo>
                    <a:pt x="583" y="172"/>
                  </a:lnTo>
                  <a:lnTo>
                    <a:pt x="584" y="171"/>
                  </a:lnTo>
                  <a:lnTo>
                    <a:pt x="585" y="170"/>
                  </a:lnTo>
                  <a:lnTo>
                    <a:pt x="586" y="168"/>
                  </a:lnTo>
                  <a:lnTo>
                    <a:pt x="588" y="168"/>
                  </a:lnTo>
                  <a:lnTo>
                    <a:pt x="589" y="167"/>
                  </a:lnTo>
                  <a:lnTo>
                    <a:pt x="589" y="166"/>
                  </a:lnTo>
                  <a:lnTo>
                    <a:pt x="590" y="166"/>
                  </a:lnTo>
                  <a:lnTo>
                    <a:pt x="591" y="165"/>
                  </a:lnTo>
                  <a:lnTo>
                    <a:pt x="592" y="164"/>
                  </a:lnTo>
                  <a:lnTo>
                    <a:pt x="594" y="162"/>
                  </a:lnTo>
                  <a:lnTo>
                    <a:pt x="595" y="162"/>
                  </a:lnTo>
                  <a:lnTo>
                    <a:pt x="595" y="161"/>
                  </a:lnTo>
                  <a:lnTo>
                    <a:pt x="596" y="160"/>
                  </a:lnTo>
                  <a:lnTo>
                    <a:pt x="597" y="160"/>
                  </a:lnTo>
                  <a:lnTo>
                    <a:pt x="597" y="159"/>
                  </a:lnTo>
                  <a:lnTo>
                    <a:pt x="598" y="158"/>
                  </a:lnTo>
                  <a:lnTo>
                    <a:pt x="600" y="156"/>
                  </a:lnTo>
                  <a:lnTo>
                    <a:pt x="601" y="155"/>
                  </a:lnTo>
                  <a:lnTo>
                    <a:pt x="602" y="154"/>
                  </a:lnTo>
                  <a:lnTo>
                    <a:pt x="602" y="153"/>
                  </a:lnTo>
                  <a:lnTo>
                    <a:pt x="603" y="152"/>
                  </a:lnTo>
                  <a:lnTo>
                    <a:pt x="604" y="150"/>
                  </a:lnTo>
                  <a:lnTo>
                    <a:pt x="606" y="150"/>
                  </a:lnTo>
                  <a:lnTo>
                    <a:pt x="607" y="149"/>
                  </a:lnTo>
                  <a:lnTo>
                    <a:pt x="608" y="148"/>
                  </a:lnTo>
                  <a:lnTo>
                    <a:pt x="609" y="147"/>
                  </a:lnTo>
                  <a:lnTo>
                    <a:pt x="609" y="146"/>
                  </a:lnTo>
                  <a:lnTo>
                    <a:pt x="611" y="146"/>
                  </a:lnTo>
                  <a:lnTo>
                    <a:pt x="612" y="144"/>
                  </a:lnTo>
                  <a:lnTo>
                    <a:pt x="612" y="143"/>
                  </a:lnTo>
                  <a:lnTo>
                    <a:pt x="613" y="143"/>
                  </a:lnTo>
                  <a:lnTo>
                    <a:pt x="613" y="142"/>
                  </a:lnTo>
                  <a:lnTo>
                    <a:pt x="614" y="141"/>
                  </a:lnTo>
                  <a:lnTo>
                    <a:pt x="615" y="140"/>
                  </a:lnTo>
                  <a:lnTo>
                    <a:pt x="617" y="138"/>
                  </a:lnTo>
                  <a:lnTo>
                    <a:pt x="618" y="137"/>
                  </a:lnTo>
                  <a:lnTo>
                    <a:pt x="619" y="136"/>
                  </a:lnTo>
                  <a:lnTo>
                    <a:pt x="619" y="135"/>
                  </a:lnTo>
                  <a:lnTo>
                    <a:pt x="620" y="135"/>
                  </a:lnTo>
                  <a:lnTo>
                    <a:pt x="621" y="134"/>
                  </a:lnTo>
                  <a:lnTo>
                    <a:pt x="621" y="132"/>
                  </a:lnTo>
                  <a:lnTo>
                    <a:pt x="623" y="131"/>
                  </a:lnTo>
                  <a:lnTo>
                    <a:pt x="624" y="130"/>
                  </a:lnTo>
                  <a:lnTo>
                    <a:pt x="625" y="129"/>
                  </a:lnTo>
                  <a:lnTo>
                    <a:pt x="626" y="128"/>
                  </a:lnTo>
                  <a:lnTo>
                    <a:pt x="627" y="126"/>
                  </a:lnTo>
                  <a:lnTo>
                    <a:pt x="629" y="125"/>
                  </a:lnTo>
                  <a:lnTo>
                    <a:pt x="630" y="123"/>
                  </a:lnTo>
                  <a:lnTo>
                    <a:pt x="631" y="122"/>
                  </a:lnTo>
                  <a:lnTo>
                    <a:pt x="632" y="120"/>
                  </a:lnTo>
                  <a:lnTo>
                    <a:pt x="633" y="118"/>
                  </a:lnTo>
                  <a:lnTo>
                    <a:pt x="635" y="117"/>
                  </a:lnTo>
                  <a:lnTo>
                    <a:pt x="636" y="116"/>
                  </a:lnTo>
                  <a:lnTo>
                    <a:pt x="637" y="114"/>
                  </a:lnTo>
                  <a:lnTo>
                    <a:pt x="638" y="113"/>
                  </a:lnTo>
                  <a:lnTo>
                    <a:pt x="638" y="112"/>
                  </a:lnTo>
                  <a:lnTo>
                    <a:pt x="639" y="111"/>
                  </a:lnTo>
                  <a:lnTo>
                    <a:pt x="641" y="110"/>
                  </a:lnTo>
                  <a:lnTo>
                    <a:pt x="642" y="108"/>
                  </a:lnTo>
                  <a:lnTo>
                    <a:pt x="643" y="107"/>
                  </a:lnTo>
                  <a:lnTo>
                    <a:pt x="643" y="106"/>
                  </a:lnTo>
                  <a:lnTo>
                    <a:pt x="644" y="105"/>
                  </a:lnTo>
                  <a:lnTo>
                    <a:pt x="645" y="104"/>
                  </a:lnTo>
                  <a:lnTo>
                    <a:pt x="647" y="102"/>
                  </a:lnTo>
                  <a:lnTo>
                    <a:pt x="647" y="101"/>
                  </a:lnTo>
                  <a:lnTo>
                    <a:pt x="648" y="100"/>
                  </a:lnTo>
                  <a:lnTo>
                    <a:pt x="649" y="100"/>
                  </a:lnTo>
                  <a:lnTo>
                    <a:pt x="649" y="99"/>
                  </a:lnTo>
                  <a:lnTo>
                    <a:pt x="650" y="98"/>
                  </a:lnTo>
                  <a:lnTo>
                    <a:pt x="651" y="96"/>
                  </a:lnTo>
                  <a:lnTo>
                    <a:pt x="651" y="95"/>
                  </a:lnTo>
                  <a:lnTo>
                    <a:pt x="653" y="94"/>
                  </a:lnTo>
                  <a:lnTo>
                    <a:pt x="654" y="93"/>
                  </a:lnTo>
                  <a:lnTo>
                    <a:pt x="655" y="92"/>
                  </a:lnTo>
                  <a:lnTo>
                    <a:pt x="656" y="89"/>
                  </a:lnTo>
                  <a:lnTo>
                    <a:pt x="657" y="88"/>
                  </a:lnTo>
                  <a:lnTo>
                    <a:pt x="657" y="87"/>
                  </a:lnTo>
                  <a:lnTo>
                    <a:pt x="660" y="84"/>
                  </a:lnTo>
                  <a:lnTo>
                    <a:pt x="661" y="83"/>
                  </a:lnTo>
                  <a:lnTo>
                    <a:pt x="662" y="81"/>
                  </a:lnTo>
                  <a:lnTo>
                    <a:pt x="663" y="79"/>
                  </a:lnTo>
                  <a:lnTo>
                    <a:pt x="665" y="77"/>
                  </a:lnTo>
                  <a:lnTo>
                    <a:pt x="666" y="76"/>
                  </a:lnTo>
                  <a:lnTo>
                    <a:pt x="667" y="75"/>
                  </a:lnTo>
                  <a:lnTo>
                    <a:pt x="668" y="72"/>
                  </a:lnTo>
                  <a:lnTo>
                    <a:pt x="668" y="71"/>
                  </a:lnTo>
                  <a:lnTo>
                    <a:pt x="669" y="70"/>
                  </a:lnTo>
                  <a:lnTo>
                    <a:pt x="671" y="69"/>
                  </a:lnTo>
                  <a:lnTo>
                    <a:pt x="672" y="67"/>
                  </a:lnTo>
                  <a:lnTo>
                    <a:pt x="672" y="66"/>
                  </a:lnTo>
                  <a:lnTo>
                    <a:pt x="673" y="65"/>
                  </a:lnTo>
                  <a:lnTo>
                    <a:pt x="674" y="65"/>
                  </a:lnTo>
                  <a:lnTo>
                    <a:pt x="674" y="64"/>
                  </a:lnTo>
                  <a:lnTo>
                    <a:pt x="675" y="63"/>
                  </a:lnTo>
                  <a:lnTo>
                    <a:pt x="675" y="61"/>
                  </a:lnTo>
                  <a:lnTo>
                    <a:pt x="677" y="60"/>
                  </a:lnTo>
                  <a:lnTo>
                    <a:pt x="678" y="59"/>
                  </a:lnTo>
                  <a:lnTo>
                    <a:pt x="678" y="58"/>
                  </a:lnTo>
                  <a:lnTo>
                    <a:pt x="679" y="58"/>
                  </a:lnTo>
                  <a:lnTo>
                    <a:pt x="679" y="57"/>
                  </a:lnTo>
                  <a:lnTo>
                    <a:pt x="680" y="55"/>
                  </a:lnTo>
                  <a:lnTo>
                    <a:pt x="681" y="54"/>
                  </a:lnTo>
                  <a:lnTo>
                    <a:pt x="683" y="53"/>
                  </a:lnTo>
                  <a:lnTo>
                    <a:pt x="683" y="52"/>
                  </a:lnTo>
                  <a:lnTo>
                    <a:pt x="684" y="49"/>
                  </a:lnTo>
                  <a:lnTo>
                    <a:pt x="685" y="48"/>
                  </a:lnTo>
                  <a:lnTo>
                    <a:pt x="686" y="47"/>
                  </a:lnTo>
                  <a:lnTo>
                    <a:pt x="687" y="46"/>
                  </a:lnTo>
                  <a:lnTo>
                    <a:pt x="689" y="43"/>
                  </a:lnTo>
                  <a:lnTo>
                    <a:pt x="690" y="42"/>
                  </a:lnTo>
                  <a:lnTo>
                    <a:pt x="691" y="40"/>
                  </a:lnTo>
                  <a:lnTo>
                    <a:pt x="692" y="37"/>
                  </a:lnTo>
                  <a:lnTo>
                    <a:pt x="695" y="36"/>
                  </a:lnTo>
                  <a:lnTo>
                    <a:pt x="696" y="34"/>
                  </a:lnTo>
                  <a:lnTo>
                    <a:pt x="697" y="33"/>
                  </a:lnTo>
                  <a:lnTo>
                    <a:pt x="698" y="31"/>
                  </a:lnTo>
                  <a:lnTo>
                    <a:pt x="698" y="29"/>
                  </a:lnTo>
                  <a:lnTo>
                    <a:pt x="699" y="28"/>
                  </a:lnTo>
                  <a:lnTo>
                    <a:pt x="701" y="27"/>
                  </a:lnTo>
                  <a:lnTo>
                    <a:pt x="702" y="25"/>
                  </a:lnTo>
                  <a:lnTo>
                    <a:pt x="702" y="24"/>
                  </a:lnTo>
                  <a:lnTo>
                    <a:pt x="703" y="23"/>
                  </a:lnTo>
                  <a:lnTo>
                    <a:pt x="704" y="22"/>
                  </a:lnTo>
                  <a:lnTo>
                    <a:pt x="705" y="21"/>
                  </a:lnTo>
                  <a:lnTo>
                    <a:pt x="705" y="19"/>
                  </a:lnTo>
                  <a:lnTo>
                    <a:pt x="707" y="18"/>
                  </a:lnTo>
                  <a:lnTo>
                    <a:pt x="707" y="17"/>
                  </a:lnTo>
                  <a:lnTo>
                    <a:pt x="708" y="17"/>
                  </a:lnTo>
                  <a:lnTo>
                    <a:pt x="708" y="16"/>
                  </a:lnTo>
                  <a:lnTo>
                    <a:pt x="709" y="15"/>
                  </a:lnTo>
                  <a:lnTo>
                    <a:pt x="709" y="13"/>
                  </a:lnTo>
                  <a:lnTo>
                    <a:pt x="710" y="13"/>
                  </a:lnTo>
                  <a:lnTo>
                    <a:pt x="710" y="12"/>
                  </a:lnTo>
                  <a:lnTo>
                    <a:pt x="711" y="11"/>
                  </a:lnTo>
                  <a:lnTo>
                    <a:pt x="713" y="10"/>
                  </a:lnTo>
                  <a:lnTo>
                    <a:pt x="713" y="9"/>
                  </a:lnTo>
                  <a:lnTo>
                    <a:pt x="714" y="7"/>
                  </a:lnTo>
                  <a:lnTo>
                    <a:pt x="714" y="6"/>
                  </a:lnTo>
                  <a:lnTo>
                    <a:pt x="715" y="5"/>
                  </a:lnTo>
                  <a:lnTo>
                    <a:pt x="716" y="3"/>
                  </a:lnTo>
                  <a:lnTo>
                    <a:pt x="716" y="1"/>
                  </a:lnTo>
                  <a:lnTo>
                    <a:pt x="717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58" name="Freeform 253">
              <a:extLst>
                <a:ext uri="{FF2B5EF4-FFF2-40B4-BE49-F238E27FC236}">
                  <a16:creationId xmlns:a16="http://schemas.microsoft.com/office/drawing/2014/main" id="{6F5C6657-CF20-4093-A115-65CBC7F60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228"/>
              <a:ext cx="42" cy="144"/>
            </a:xfrm>
            <a:custGeom>
              <a:avLst/>
              <a:gdLst>
                <a:gd name="T0" fmla="*/ 0 w 86"/>
                <a:gd name="T1" fmla="*/ 1 h 287"/>
                <a:gd name="T2" fmla="*/ 0 w 86"/>
                <a:gd name="T3" fmla="*/ 1 h 287"/>
                <a:gd name="T4" fmla="*/ 0 w 86"/>
                <a:gd name="T5" fmla="*/ 1 h 287"/>
                <a:gd name="T6" fmla="*/ 0 w 86"/>
                <a:gd name="T7" fmla="*/ 1 h 287"/>
                <a:gd name="T8" fmla="*/ 0 w 86"/>
                <a:gd name="T9" fmla="*/ 1 h 287"/>
                <a:gd name="T10" fmla="*/ 0 w 86"/>
                <a:gd name="T11" fmla="*/ 1 h 287"/>
                <a:gd name="T12" fmla="*/ 0 w 86"/>
                <a:gd name="T13" fmla="*/ 1 h 287"/>
                <a:gd name="T14" fmla="*/ 0 w 86"/>
                <a:gd name="T15" fmla="*/ 1 h 287"/>
                <a:gd name="T16" fmla="*/ 0 w 86"/>
                <a:gd name="T17" fmla="*/ 1 h 287"/>
                <a:gd name="T18" fmla="*/ 0 w 86"/>
                <a:gd name="T19" fmla="*/ 1 h 287"/>
                <a:gd name="T20" fmla="*/ 0 w 86"/>
                <a:gd name="T21" fmla="*/ 1 h 287"/>
                <a:gd name="T22" fmla="*/ 0 w 86"/>
                <a:gd name="T23" fmla="*/ 1 h 287"/>
                <a:gd name="T24" fmla="*/ 0 w 86"/>
                <a:gd name="T25" fmla="*/ 1 h 287"/>
                <a:gd name="T26" fmla="*/ 0 w 86"/>
                <a:gd name="T27" fmla="*/ 1 h 287"/>
                <a:gd name="T28" fmla="*/ 0 w 86"/>
                <a:gd name="T29" fmla="*/ 1 h 287"/>
                <a:gd name="T30" fmla="*/ 0 w 86"/>
                <a:gd name="T31" fmla="*/ 1 h 287"/>
                <a:gd name="T32" fmla="*/ 0 w 86"/>
                <a:gd name="T33" fmla="*/ 1 h 287"/>
                <a:gd name="T34" fmla="*/ 0 w 86"/>
                <a:gd name="T35" fmla="*/ 1 h 287"/>
                <a:gd name="T36" fmla="*/ 0 w 86"/>
                <a:gd name="T37" fmla="*/ 1 h 287"/>
                <a:gd name="T38" fmla="*/ 0 w 86"/>
                <a:gd name="T39" fmla="*/ 1 h 287"/>
                <a:gd name="T40" fmla="*/ 0 w 86"/>
                <a:gd name="T41" fmla="*/ 1 h 287"/>
                <a:gd name="T42" fmla="*/ 0 w 86"/>
                <a:gd name="T43" fmla="*/ 1 h 287"/>
                <a:gd name="T44" fmla="*/ 0 w 86"/>
                <a:gd name="T45" fmla="*/ 1 h 287"/>
                <a:gd name="T46" fmla="*/ 0 w 86"/>
                <a:gd name="T47" fmla="*/ 1 h 287"/>
                <a:gd name="T48" fmla="*/ 0 w 86"/>
                <a:gd name="T49" fmla="*/ 1 h 287"/>
                <a:gd name="T50" fmla="*/ 0 w 86"/>
                <a:gd name="T51" fmla="*/ 1 h 287"/>
                <a:gd name="T52" fmla="*/ 0 w 86"/>
                <a:gd name="T53" fmla="*/ 1 h 287"/>
                <a:gd name="T54" fmla="*/ 0 w 86"/>
                <a:gd name="T55" fmla="*/ 1 h 287"/>
                <a:gd name="T56" fmla="*/ 0 w 86"/>
                <a:gd name="T57" fmla="*/ 1 h 287"/>
                <a:gd name="T58" fmla="*/ 0 w 86"/>
                <a:gd name="T59" fmla="*/ 1 h 287"/>
                <a:gd name="T60" fmla="*/ 0 w 86"/>
                <a:gd name="T61" fmla="*/ 1 h 287"/>
                <a:gd name="T62" fmla="*/ 0 w 86"/>
                <a:gd name="T63" fmla="*/ 1 h 287"/>
                <a:gd name="T64" fmla="*/ 0 w 86"/>
                <a:gd name="T65" fmla="*/ 1 h 287"/>
                <a:gd name="T66" fmla="*/ 0 w 86"/>
                <a:gd name="T67" fmla="*/ 1 h 287"/>
                <a:gd name="T68" fmla="*/ 0 w 86"/>
                <a:gd name="T69" fmla="*/ 1 h 287"/>
                <a:gd name="T70" fmla="*/ 0 w 86"/>
                <a:gd name="T71" fmla="*/ 1 h 287"/>
                <a:gd name="T72" fmla="*/ 0 w 86"/>
                <a:gd name="T73" fmla="*/ 1 h 287"/>
                <a:gd name="T74" fmla="*/ 0 w 86"/>
                <a:gd name="T75" fmla="*/ 1 h 287"/>
                <a:gd name="T76" fmla="*/ 0 w 86"/>
                <a:gd name="T77" fmla="*/ 1 h 287"/>
                <a:gd name="T78" fmla="*/ 0 w 86"/>
                <a:gd name="T79" fmla="*/ 1 h 287"/>
                <a:gd name="T80" fmla="*/ 0 w 86"/>
                <a:gd name="T81" fmla="*/ 1 h 287"/>
                <a:gd name="T82" fmla="*/ 0 w 86"/>
                <a:gd name="T83" fmla="*/ 1 h 287"/>
                <a:gd name="T84" fmla="*/ 0 w 86"/>
                <a:gd name="T85" fmla="*/ 1 h 287"/>
                <a:gd name="T86" fmla="*/ 0 w 86"/>
                <a:gd name="T87" fmla="*/ 1 h 287"/>
                <a:gd name="T88" fmla="*/ 0 w 86"/>
                <a:gd name="T89" fmla="*/ 1 h 287"/>
                <a:gd name="T90" fmla="*/ 0 w 86"/>
                <a:gd name="T91" fmla="*/ 1 h 287"/>
                <a:gd name="T92" fmla="*/ 0 w 86"/>
                <a:gd name="T93" fmla="*/ 1 h 287"/>
                <a:gd name="T94" fmla="*/ 0 w 86"/>
                <a:gd name="T95" fmla="*/ 1 h 287"/>
                <a:gd name="T96" fmla="*/ 0 w 86"/>
                <a:gd name="T97" fmla="*/ 1 h 287"/>
                <a:gd name="T98" fmla="*/ 0 w 86"/>
                <a:gd name="T99" fmla="*/ 1 h 287"/>
                <a:gd name="T100" fmla="*/ 0 w 86"/>
                <a:gd name="T101" fmla="*/ 1 h 287"/>
                <a:gd name="T102" fmla="*/ 0 w 86"/>
                <a:gd name="T103" fmla="*/ 1 h 287"/>
                <a:gd name="T104" fmla="*/ 0 w 86"/>
                <a:gd name="T105" fmla="*/ 1 h 287"/>
                <a:gd name="T106" fmla="*/ 0 w 86"/>
                <a:gd name="T107" fmla="*/ 1 h 287"/>
                <a:gd name="T108" fmla="*/ 0 w 86"/>
                <a:gd name="T109" fmla="*/ 1 h 287"/>
                <a:gd name="T110" fmla="*/ 0 w 86"/>
                <a:gd name="T111" fmla="*/ 1 h 287"/>
                <a:gd name="T112" fmla="*/ 0 w 86"/>
                <a:gd name="T113" fmla="*/ 1 h 2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7">
                  <a:moveTo>
                    <a:pt x="0" y="0"/>
                  </a:moveTo>
                  <a:lnTo>
                    <a:pt x="3" y="3"/>
                  </a:lnTo>
                  <a:lnTo>
                    <a:pt x="4" y="6"/>
                  </a:lnTo>
                  <a:lnTo>
                    <a:pt x="6" y="8"/>
                  </a:lnTo>
                  <a:lnTo>
                    <a:pt x="8" y="12"/>
                  </a:lnTo>
                  <a:lnTo>
                    <a:pt x="9" y="14"/>
                  </a:lnTo>
                  <a:lnTo>
                    <a:pt x="10" y="15"/>
                  </a:lnTo>
                  <a:lnTo>
                    <a:pt x="11" y="18"/>
                  </a:lnTo>
                  <a:lnTo>
                    <a:pt x="12" y="20"/>
                  </a:lnTo>
                  <a:lnTo>
                    <a:pt x="14" y="21"/>
                  </a:lnTo>
                  <a:lnTo>
                    <a:pt x="15" y="24"/>
                  </a:lnTo>
                  <a:lnTo>
                    <a:pt x="15" y="25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0"/>
                  </a:lnTo>
                  <a:lnTo>
                    <a:pt x="18" y="31"/>
                  </a:lnTo>
                  <a:lnTo>
                    <a:pt x="18" y="32"/>
                  </a:lnTo>
                  <a:lnTo>
                    <a:pt x="20" y="34"/>
                  </a:lnTo>
                  <a:lnTo>
                    <a:pt x="20" y="35"/>
                  </a:lnTo>
                  <a:lnTo>
                    <a:pt x="21" y="36"/>
                  </a:lnTo>
                  <a:lnTo>
                    <a:pt x="21" y="37"/>
                  </a:lnTo>
                  <a:lnTo>
                    <a:pt x="22" y="38"/>
                  </a:lnTo>
                  <a:lnTo>
                    <a:pt x="22" y="40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3" y="43"/>
                  </a:lnTo>
                  <a:lnTo>
                    <a:pt x="24" y="44"/>
                  </a:lnTo>
                  <a:lnTo>
                    <a:pt x="24" y="46"/>
                  </a:lnTo>
                  <a:lnTo>
                    <a:pt x="26" y="47"/>
                  </a:lnTo>
                  <a:lnTo>
                    <a:pt x="26" y="48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5"/>
                  </a:lnTo>
                  <a:lnTo>
                    <a:pt x="30" y="58"/>
                  </a:lnTo>
                  <a:lnTo>
                    <a:pt x="30" y="59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4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6"/>
                  </a:lnTo>
                  <a:lnTo>
                    <a:pt x="34" y="67"/>
                  </a:lnTo>
                  <a:lnTo>
                    <a:pt x="34" y="68"/>
                  </a:lnTo>
                  <a:lnTo>
                    <a:pt x="35" y="70"/>
                  </a:lnTo>
                  <a:lnTo>
                    <a:pt x="35" y="71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4"/>
                  </a:lnTo>
                  <a:lnTo>
                    <a:pt x="38" y="74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9" y="78"/>
                  </a:lnTo>
                  <a:lnTo>
                    <a:pt x="39" y="79"/>
                  </a:lnTo>
                  <a:lnTo>
                    <a:pt x="39" y="80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3" y="89"/>
                  </a:lnTo>
                  <a:lnTo>
                    <a:pt x="43" y="90"/>
                  </a:lnTo>
                  <a:lnTo>
                    <a:pt x="44" y="92"/>
                  </a:lnTo>
                  <a:lnTo>
                    <a:pt x="45" y="95"/>
                  </a:lnTo>
                  <a:lnTo>
                    <a:pt x="45" y="96"/>
                  </a:lnTo>
                  <a:lnTo>
                    <a:pt x="46" y="98"/>
                  </a:lnTo>
                  <a:lnTo>
                    <a:pt x="46" y="100"/>
                  </a:lnTo>
                  <a:lnTo>
                    <a:pt x="47" y="101"/>
                  </a:lnTo>
                  <a:lnTo>
                    <a:pt x="47" y="102"/>
                  </a:lnTo>
                  <a:lnTo>
                    <a:pt x="49" y="104"/>
                  </a:lnTo>
                  <a:lnTo>
                    <a:pt x="49" y="106"/>
                  </a:lnTo>
                  <a:lnTo>
                    <a:pt x="49" y="107"/>
                  </a:lnTo>
                  <a:lnTo>
                    <a:pt x="50" y="108"/>
                  </a:lnTo>
                  <a:lnTo>
                    <a:pt x="50" y="109"/>
                  </a:lnTo>
                  <a:lnTo>
                    <a:pt x="51" y="110"/>
                  </a:lnTo>
                  <a:lnTo>
                    <a:pt x="51" y="112"/>
                  </a:lnTo>
                  <a:lnTo>
                    <a:pt x="51" y="113"/>
                  </a:lnTo>
                  <a:lnTo>
                    <a:pt x="52" y="114"/>
                  </a:lnTo>
                  <a:lnTo>
                    <a:pt x="52" y="115"/>
                  </a:lnTo>
                  <a:lnTo>
                    <a:pt x="52" y="116"/>
                  </a:lnTo>
                  <a:lnTo>
                    <a:pt x="53" y="118"/>
                  </a:lnTo>
                  <a:lnTo>
                    <a:pt x="53" y="119"/>
                  </a:lnTo>
                  <a:lnTo>
                    <a:pt x="53" y="120"/>
                  </a:lnTo>
                  <a:lnTo>
                    <a:pt x="55" y="121"/>
                  </a:lnTo>
                  <a:lnTo>
                    <a:pt x="55" y="122"/>
                  </a:lnTo>
                  <a:lnTo>
                    <a:pt x="55" y="125"/>
                  </a:lnTo>
                  <a:lnTo>
                    <a:pt x="56" y="126"/>
                  </a:lnTo>
                  <a:lnTo>
                    <a:pt x="56" y="127"/>
                  </a:lnTo>
                  <a:lnTo>
                    <a:pt x="57" y="128"/>
                  </a:lnTo>
                  <a:lnTo>
                    <a:pt x="57" y="131"/>
                  </a:lnTo>
                  <a:lnTo>
                    <a:pt x="57" y="132"/>
                  </a:lnTo>
                  <a:lnTo>
                    <a:pt x="58" y="134"/>
                  </a:lnTo>
                  <a:lnTo>
                    <a:pt x="58" y="136"/>
                  </a:lnTo>
                  <a:lnTo>
                    <a:pt x="59" y="138"/>
                  </a:lnTo>
                  <a:lnTo>
                    <a:pt x="61" y="139"/>
                  </a:lnTo>
                  <a:lnTo>
                    <a:pt x="61" y="142"/>
                  </a:lnTo>
                  <a:lnTo>
                    <a:pt x="61" y="143"/>
                  </a:lnTo>
                  <a:lnTo>
                    <a:pt x="62" y="145"/>
                  </a:lnTo>
                  <a:lnTo>
                    <a:pt x="62" y="147"/>
                  </a:lnTo>
                  <a:lnTo>
                    <a:pt x="63" y="148"/>
                  </a:lnTo>
                  <a:lnTo>
                    <a:pt x="63" y="149"/>
                  </a:lnTo>
                  <a:lnTo>
                    <a:pt x="63" y="150"/>
                  </a:lnTo>
                  <a:lnTo>
                    <a:pt x="64" y="151"/>
                  </a:lnTo>
                  <a:lnTo>
                    <a:pt x="64" y="153"/>
                  </a:lnTo>
                  <a:lnTo>
                    <a:pt x="64" y="154"/>
                  </a:lnTo>
                  <a:lnTo>
                    <a:pt x="64" y="155"/>
                  </a:lnTo>
                  <a:lnTo>
                    <a:pt x="65" y="156"/>
                  </a:lnTo>
                  <a:lnTo>
                    <a:pt x="65" y="157"/>
                  </a:lnTo>
                  <a:lnTo>
                    <a:pt x="67" y="159"/>
                  </a:lnTo>
                  <a:lnTo>
                    <a:pt x="67" y="160"/>
                  </a:lnTo>
                  <a:lnTo>
                    <a:pt x="67" y="161"/>
                  </a:lnTo>
                  <a:lnTo>
                    <a:pt x="67" y="162"/>
                  </a:lnTo>
                  <a:lnTo>
                    <a:pt x="68" y="163"/>
                  </a:lnTo>
                  <a:lnTo>
                    <a:pt x="68" y="165"/>
                  </a:lnTo>
                  <a:lnTo>
                    <a:pt x="68" y="166"/>
                  </a:lnTo>
                  <a:lnTo>
                    <a:pt x="69" y="167"/>
                  </a:lnTo>
                  <a:lnTo>
                    <a:pt x="69" y="168"/>
                  </a:lnTo>
                  <a:lnTo>
                    <a:pt x="69" y="169"/>
                  </a:lnTo>
                  <a:lnTo>
                    <a:pt x="70" y="171"/>
                  </a:lnTo>
                  <a:lnTo>
                    <a:pt x="70" y="172"/>
                  </a:lnTo>
                  <a:lnTo>
                    <a:pt x="70" y="174"/>
                  </a:lnTo>
                  <a:lnTo>
                    <a:pt x="71" y="175"/>
                  </a:lnTo>
                  <a:lnTo>
                    <a:pt x="71" y="178"/>
                  </a:lnTo>
                  <a:lnTo>
                    <a:pt x="73" y="179"/>
                  </a:lnTo>
                  <a:lnTo>
                    <a:pt x="73" y="181"/>
                  </a:lnTo>
                  <a:lnTo>
                    <a:pt x="74" y="184"/>
                  </a:lnTo>
                  <a:lnTo>
                    <a:pt x="74" y="185"/>
                  </a:lnTo>
                  <a:lnTo>
                    <a:pt x="75" y="186"/>
                  </a:lnTo>
                  <a:lnTo>
                    <a:pt x="75" y="189"/>
                  </a:lnTo>
                  <a:lnTo>
                    <a:pt x="75" y="190"/>
                  </a:lnTo>
                  <a:lnTo>
                    <a:pt x="76" y="191"/>
                  </a:lnTo>
                  <a:lnTo>
                    <a:pt x="76" y="192"/>
                  </a:lnTo>
                  <a:lnTo>
                    <a:pt x="76" y="193"/>
                  </a:lnTo>
                  <a:lnTo>
                    <a:pt x="77" y="195"/>
                  </a:lnTo>
                  <a:lnTo>
                    <a:pt x="77" y="196"/>
                  </a:lnTo>
                  <a:lnTo>
                    <a:pt x="77" y="197"/>
                  </a:lnTo>
                  <a:lnTo>
                    <a:pt x="77" y="198"/>
                  </a:lnTo>
                  <a:lnTo>
                    <a:pt x="79" y="199"/>
                  </a:lnTo>
                  <a:lnTo>
                    <a:pt x="79" y="201"/>
                  </a:lnTo>
                  <a:lnTo>
                    <a:pt x="79" y="202"/>
                  </a:lnTo>
                  <a:lnTo>
                    <a:pt x="79" y="203"/>
                  </a:lnTo>
                  <a:lnTo>
                    <a:pt x="79" y="204"/>
                  </a:lnTo>
                  <a:lnTo>
                    <a:pt x="80" y="205"/>
                  </a:lnTo>
                  <a:lnTo>
                    <a:pt x="80" y="207"/>
                  </a:lnTo>
                  <a:lnTo>
                    <a:pt x="80" y="208"/>
                  </a:lnTo>
                  <a:lnTo>
                    <a:pt x="80" y="209"/>
                  </a:lnTo>
                  <a:lnTo>
                    <a:pt x="80" y="210"/>
                  </a:lnTo>
                  <a:lnTo>
                    <a:pt x="80" y="211"/>
                  </a:lnTo>
                  <a:lnTo>
                    <a:pt x="80" y="213"/>
                  </a:lnTo>
                  <a:lnTo>
                    <a:pt x="80" y="214"/>
                  </a:lnTo>
                  <a:lnTo>
                    <a:pt x="80" y="215"/>
                  </a:lnTo>
                  <a:lnTo>
                    <a:pt x="80" y="216"/>
                  </a:lnTo>
                  <a:lnTo>
                    <a:pt x="81" y="219"/>
                  </a:lnTo>
                  <a:lnTo>
                    <a:pt x="81" y="220"/>
                  </a:lnTo>
                  <a:lnTo>
                    <a:pt x="81" y="222"/>
                  </a:lnTo>
                  <a:lnTo>
                    <a:pt x="81" y="223"/>
                  </a:lnTo>
                  <a:lnTo>
                    <a:pt x="81" y="225"/>
                  </a:lnTo>
                  <a:lnTo>
                    <a:pt x="81" y="226"/>
                  </a:lnTo>
                  <a:lnTo>
                    <a:pt x="81" y="227"/>
                  </a:lnTo>
                  <a:lnTo>
                    <a:pt x="81" y="229"/>
                  </a:lnTo>
                  <a:lnTo>
                    <a:pt x="81" y="231"/>
                  </a:lnTo>
                  <a:lnTo>
                    <a:pt x="81" y="232"/>
                  </a:lnTo>
                  <a:lnTo>
                    <a:pt x="82" y="233"/>
                  </a:lnTo>
                  <a:lnTo>
                    <a:pt x="82" y="234"/>
                  </a:lnTo>
                  <a:lnTo>
                    <a:pt x="82" y="235"/>
                  </a:lnTo>
                  <a:lnTo>
                    <a:pt x="82" y="237"/>
                  </a:lnTo>
                  <a:lnTo>
                    <a:pt x="82" y="238"/>
                  </a:lnTo>
                  <a:lnTo>
                    <a:pt x="82" y="239"/>
                  </a:lnTo>
                  <a:lnTo>
                    <a:pt x="82" y="240"/>
                  </a:lnTo>
                  <a:lnTo>
                    <a:pt x="82" y="241"/>
                  </a:lnTo>
                  <a:lnTo>
                    <a:pt x="83" y="243"/>
                  </a:lnTo>
                  <a:lnTo>
                    <a:pt x="83" y="244"/>
                  </a:lnTo>
                  <a:lnTo>
                    <a:pt x="83" y="245"/>
                  </a:lnTo>
                  <a:lnTo>
                    <a:pt x="83" y="246"/>
                  </a:lnTo>
                  <a:lnTo>
                    <a:pt x="83" y="247"/>
                  </a:lnTo>
                  <a:lnTo>
                    <a:pt x="85" y="249"/>
                  </a:lnTo>
                  <a:lnTo>
                    <a:pt x="85" y="250"/>
                  </a:lnTo>
                  <a:lnTo>
                    <a:pt x="85" y="251"/>
                  </a:lnTo>
                  <a:lnTo>
                    <a:pt x="85" y="252"/>
                  </a:lnTo>
                  <a:lnTo>
                    <a:pt x="85" y="253"/>
                  </a:lnTo>
                  <a:lnTo>
                    <a:pt x="86" y="255"/>
                  </a:lnTo>
                  <a:lnTo>
                    <a:pt x="86" y="256"/>
                  </a:lnTo>
                  <a:lnTo>
                    <a:pt x="86" y="257"/>
                  </a:lnTo>
                  <a:lnTo>
                    <a:pt x="86" y="258"/>
                  </a:lnTo>
                  <a:lnTo>
                    <a:pt x="86" y="260"/>
                  </a:lnTo>
                  <a:lnTo>
                    <a:pt x="86" y="261"/>
                  </a:lnTo>
                  <a:lnTo>
                    <a:pt x="86" y="262"/>
                  </a:lnTo>
                  <a:lnTo>
                    <a:pt x="86" y="263"/>
                  </a:lnTo>
                  <a:lnTo>
                    <a:pt x="86" y="264"/>
                  </a:lnTo>
                  <a:lnTo>
                    <a:pt x="86" y="266"/>
                  </a:lnTo>
                  <a:lnTo>
                    <a:pt x="86" y="267"/>
                  </a:lnTo>
                  <a:lnTo>
                    <a:pt x="86" y="268"/>
                  </a:lnTo>
                  <a:lnTo>
                    <a:pt x="86" y="269"/>
                  </a:lnTo>
                  <a:lnTo>
                    <a:pt x="86" y="270"/>
                  </a:lnTo>
                  <a:lnTo>
                    <a:pt x="86" y="272"/>
                  </a:lnTo>
                  <a:lnTo>
                    <a:pt x="86" y="274"/>
                  </a:lnTo>
                  <a:lnTo>
                    <a:pt x="86" y="275"/>
                  </a:lnTo>
                  <a:lnTo>
                    <a:pt x="86" y="276"/>
                  </a:lnTo>
                  <a:lnTo>
                    <a:pt x="86" y="279"/>
                  </a:lnTo>
                  <a:lnTo>
                    <a:pt x="86" y="280"/>
                  </a:lnTo>
                  <a:lnTo>
                    <a:pt x="86" y="282"/>
                  </a:lnTo>
                  <a:lnTo>
                    <a:pt x="86" y="285"/>
                  </a:lnTo>
                  <a:lnTo>
                    <a:pt x="85" y="287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59" name="Freeform 254">
              <a:extLst>
                <a:ext uri="{FF2B5EF4-FFF2-40B4-BE49-F238E27FC236}">
                  <a16:creationId xmlns:a16="http://schemas.microsoft.com/office/drawing/2014/main" id="{AFB35E08-9DF5-4FAE-ABE0-6C97F257A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371"/>
              <a:ext cx="42" cy="144"/>
            </a:xfrm>
            <a:custGeom>
              <a:avLst/>
              <a:gdLst>
                <a:gd name="T0" fmla="*/ 0 w 86"/>
                <a:gd name="T1" fmla="*/ 1 h 286"/>
                <a:gd name="T2" fmla="*/ 0 w 86"/>
                <a:gd name="T3" fmla="*/ 1 h 286"/>
                <a:gd name="T4" fmla="*/ 0 w 86"/>
                <a:gd name="T5" fmla="*/ 1 h 286"/>
                <a:gd name="T6" fmla="*/ 0 w 86"/>
                <a:gd name="T7" fmla="*/ 1 h 286"/>
                <a:gd name="T8" fmla="*/ 0 w 86"/>
                <a:gd name="T9" fmla="*/ 1 h 286"/>
                <a:gd name="T10" fmla="*/ 0 w 86"/>
                <a:gd name="T11" fmla="*/ 1 h 286"/>
                <a:gd name="T12" fmla="*/ 0 w 86"/>
                <a:gd name="T13" fmla="*/ 1 h 286"/>
                <a:gd name="T14" fmla="*/ 0 w 86"/>
                <a:gd name="T15" fmla="*/ 1 h 286"/>
                <a:gd name="T16" fmla="*/ 0 w 86"/>
                <a:gd name="T17" fmla="*/ 1 h 286"/>
                <a:gd name="T18" fmla="*/ 0 w 86"/>
                <a:gd name="T19" fmla="*/ 1 h 286"/>
                <a:gd name="T20" fmla="*/ 0 w 86"/>
                <a:gd name="T21" fmla="*/ 1 h 286"/>
                <a:gd name="T22" fmla="*/ 0 w 86"/>
                <a:gd name="T23" fmla="*/ 1 h 286"/>
                <a:gd name="T24" fmla="*/ 0 w 86"/>
                <a:gd name="T25" fmla="*/ 1 h 286"/>
                <a:gd name="T26" fmla="*/ 0 w 86"/>
                <a:gd name="T27" fmla="*/ 1 h 286"/>
                <a:gd name="T28" fmla="*/ 0 w 86"/>
                <a:gd name="T29" fmla="*/ 1 h 286"/>
                <a:gd name="T30" fmla="*/ 0 w 86"/>
                <a:gd name="T31" fmla="*/ 1 h 286"/>
                <a:gd name="T32" fmla="*/ 0 w 86"/>
                <a:gd name="T33" fmla="*/ 1 h 286"/>
                <a:gd name="T34" fmla="*/ 0 w 86"/>
                <a:gd name="T35" fmla="*/ 1 h 286"/>
                <a:gd name="T36" fmla="*/ 0 w 86"/>
                <a:gd name="T37" fmla="*/ 1 h 286"/>
                <a:gd name="T38" fmla="*/ 0 w 86"/>
                <a:gd name="T39" fmla="*/ 1 h 286"/>
                <a:gd name="T40" fmla="*/ 0 w 86"/>
                <a:gd name="T41" fmla="*/ 1 h 286"/>
                <a:gd name="T42" fmla="*/ 0 w 86"/>
                <a:gd name="T43" fmla="*/ 1 h 286"/>
                <a:gd name="T44" fmla="*/ 0 w 86"/>
                <a:gd name="T45" fmla="*/ 1 h 286"/>
                <a:gd name="T46" fmla="*/ 0 w 86"/>
                <a:gd name="T47" fmla="*/ 1 h 286"/>
                <a:gd name="T48" fmla="*/ 0 w 86"/>
                <a:gd name="T49" fmla="*/ 1 h 286"/>
                <a:gd name="T50" fmla="*/ 0 w 86"/>
                <a:gd name="T51" fmla="*/ 1 h 286"/>
                <a:gd name="T52" fmla="*/ 0 w 86"/>
                <a:gd name="T53" fmla="*/ 1 h 286"/>
                <a:gd name="T54" fmla="*/ 0 w 86"/>
                <a:gd name="T55" fmla="*/ 1 h 286"/>
                <a:gd name="T56" fmla="*/ 0 w 86"/>
                <a:gd name="T57" fmla="*/ 1 h 286"/>
                <a:gd name="T58" fmla="*/ 0 w 86"/>
                <a:gd name="T59" fmla="*/ 1 h 286"/>
                <a:gd name="T60" fmla="*/ 0 w 86"/>
                <a:gd name="T61" fmla="*/ 1 h 286"/>
                <a:gd name="T62" fmla="*/ 0 w 86"/>
                <a:gd name="T63" fmla="*/ 1 h 286"/>
                <a:gd name="T64" fmla="*/ 0 w 86"/>
                <a:gd name="T65" fmla="*/ 1 h 286"/>
                <a:gd name="T66" fmla="*/ 0 w 86"/>
                <a:gd name="T67" fmla="*/ 1 h 286"/>
                <a:gd name="T68" fmla="*/ 0 w 86"/>
                <a:gd name="T69" fmla="*/ 1 h 286"/>
                <a:gd name="T70" fmla="*/ 0 w 86"/>
                <a:gd name="T71" fmla="*/ 1 h 286"/>
                <a:gd name="T72" fmla="*/ 0 w 86"/>
                <a:gd name="T73" fmla="*/ 1 h 286"/>
                <a:gd name="T74" fmla="*/ 0 w 86"/>
                <a:gd name="T75" fmla="*/ 1 h 286"/>
                <a:gd name="T76" fmla="*/ 0 w 86"/>
                <a:gd name="T77" fmla="*/ 1 h 286"/>
                <a:gd name="T78" fmla="*/ 0 w 86"/>
                <a:gd name="T79" fmla="*/ 1 h 286"/>
                <a:gd name="T80" fmla="*/ 0 w 86"/>
                <a:gd name="T81" fmla="*/ 1 h 286"/>
                <a:gd name="T82" fmla="*/ 0 w 86"/>
                <a:gd name="T83" fmla="*/ 1 h 286"/>
                <a:gd name="T84" fmla="*/ 0 w 86"/>
                <a:gd name="T85" fmla="*/ 1 h 286"/>
                <a:gd name="T86" fmla="*/ 0 w 86"/>
                <a:gd name="T87" fmla="*/ 1 h 286"/>
                <a:gd name="T88" fmla="*/ 0 w 86"/>
                <a:gd name="T89" fmla="*/ 1 h 286"/>
                <a:gd name="T90" fmla="*/ 0 w 86"/>
                <a:gd name="T91" fmla="*/ 1 h 286"/>
                <a:gd name="T92" fmla="*/ 0 w 86"/>
                <a:gd name="T93" fmla="*/ 1 h 286"/>
                <a:gd name="T94" fmla="*/ 0 w 86"/>
                <a:gd name="T95" fmla="*/ 1 h 286"/>
                <a:gd name="T96" fmla="*/ 0 w 86"/>
                <a:gd name="T97" fmla="*/ 1 h 286"/>
                <a:gd name="T98" fmla="*/ 0 w 86"/>
                <a:gd name="T99" fmla="*/ 1 h 286"/>
                <a:gd name="T100" fmla="*/ 0 w 86"/>
                <a:gd name="T101" fmla="*/ 1 h 286"/>
                <a:gd name="T102" fmla="*/ 0 w 86"/>
                <a:gd name="T103" fmla="*/ 1 h 286"/>
                <a:gd name="T104" fmla="*/ 0 w 86"/>
                <a:gd name="T105" fmla="*/ 1 h 286"/>
                <a:gd name="T106" fmla="*/ 0 w 86"/>
                <a:gd name="T107" fmla="*/ 1 h 286"/>
                <a:gd name="T108" fmla="*/ 0 w 86"/>
                <a:gd name="T109" fmla="*/ 1 h 286"/>
                <a:gd name="T110" fmla="*/ 0 w 86"/>
                <a:gd name="T111" fmla="*/ 1 h 286"/>
                <a:gd name="T112" fmla="*/ 0 w 86"/>
                <a:gd name="T113" fmla="*/ 1 h 2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6">
                  <a:moveTo>
                    <a:pt x="0" y="286"/>
                  </a:moveTo>
                  <a:lnTo>
                    <a:pt x="3" y="284"/>
                  </a:lnTo>
                  <a:lnTo>
                    <a:pt x="4" y="280"/>
                  </a:lnTo>
                  <a:lnTo>
                    <a:pt x="6" y="278"/>
                  </a:lnTo>
                  <a:lnTo>
                    <a:pt x="8" y="275"/>
                  </a:lnTo>
                  <a:lnTo>
                    <a:pt x="9" y="273"/>
                  </a:lnTo>
                  <a:lnTo>
                    <a:pt x="10" y="270"/>
                  </a:lnTo>
                  <a:lnTo>
                    <a:pt x="11" y="268"/>
                  </a:lnTo>
                  <a:lnTo>
                    <a:pt x="12" y="267"/>
                  </a:lnTo>
                  <a:lnTo>
                    <a:pt x="14" y="264"/>
                  </a:lnTo>
                  <a:lnTo>
                    <a:pt x="15" y="263"/>
                  </a:lnTo>
                  <a:lnTo>
                    <a:pt x="15" y="261"/>
                  </a:lnTo>
                  <a:lnTo>
                    <a:pt x="16" y="260"/>
                  </a:lnTo>
                  <a:lnTo>
                    <a:pt x="17" y="258"/>
                  </a:lnTo>
                  <a:lnTo>
                    <a:pt x="17" y="257"/>
                  </a:lnTo>
                  <a:lnTo>
                    <a:pt x="18" y="255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0" y="251"/>
                  </a:lnTo>
                  <a:lnTo>
                    <a:pt x="21" y="250"/>
                  </a:lnTo>
                  <a:lnTo>
                    <a:pt x="21" y="249"/>
                  </a:lnTo>
                  <a:lnTo>
                    <a:pt x="22" y="249"/>
                  </a:lnTo>
                  <a:lnTo>
                    <a:pt x="22" y="248"/>
                  </a:lnTo>
                  <a:lnTo>
                    <a:pt x="23" y="246"/>
                  </a:lnTo>
                  <a:lnTo>
                    <a:pt x="23" y="245"/>
                  </a:lnTo>
                  <a:lnTo>
                    <a:pt x="23" y="244"/>
                  </a:lnTo>
                  <a:lnTo>
                    <a:pt x="24" y="243"/>
                  </a:lnTo>
                  <a:lnTo>
                    <a:pt x="24" y="242"/>
                  </a:lnTo>
                  <a:lnTo>
                    <a:pt x="26" y="240"/>
                  </a:lnTo>
                  <a:lnTo>
                    <a:pt x="26" y="238"/>
                  </a:lnTo>
                  <a:lnTo>
                    <a:pt x="27" y="237"/>
                  </a:lnTo>
                  <a:lnTo>
                    <a:pt x="27" y="236"/>
                  </a:lnTo>
                  <a:lnTo>
                    <a:pt x="28" y="234"/>
                  </a:lnTo>
                  <a:lnTo>
                    <a:pt x="28" y="232"/>
                  </a:lnTo>
                  <a:lnTo>
                    <a:pt x="29" y="231"/>
                  </a:lnTo>
                  <a:lnTo>
                    <a:pt x="30" y="230"/>
                  </a:lnTo>
                  <a:lnTo>
                    <a:pt x="30" y="228"/>
                  </a:lnTo>
                  <a:lnTo>
                    <a:pt x="30" y="227"/>
                  </a:lnTo>
                  <a:lnTo>
                    <a:pt x="32" y="226"/>
                  </a:lnTo>
                  <a:lnTo>
                    <a:pt x="32" y="225"/>
                  </a:lnTo>
                  <a:lnTo>
                    <a:pt x="33" y="224"/>
                  </a:lnTo>
                  <a:lnTo>
                    <a:pt x="33" y="222"/>
                  </a:lnTo>
                  <a:lnTo>
                    <a:pt x="33" y="221"/>
                  </a:lnTo>
                  <a:lnTo>
                    <a:pt x="34" y="220"/>
                  </a:lnTo>
                  <a:lnTo>
                    <a:pt x="34" y="219"/>
                  </a:lnTo>
                  <a:lnTo>
                    <a:pt x="35" y="218"/>
                  </a:lnTo>
                  <a:lnTo>
                    <a:pt x="35" y="216"/>
                  </a:lnTo>
                  <a:lnTo>
                    <a:pt x="35" y="215"/>
                  </a:lnTo>
                  <a:lnTo>
                    <a:pt x="37" y="214"/>
                  </a:lnTo>
                  <a:lnTo>
                    <a:pt x="37" y="213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09"/>
                  </a:lnTo>
                  <a:lnTo>
                    <a:pt x="39" y="208"/>
                  </a:lnTo>
                  <a:lnTo>
                    <a:pt x="39" y="207"/>
                  </a:lnTo>
                  <a:lnTo>
                    <a:pt x="39" y="206"/>
                  </a:lnTo>
                  <a:lnTo>
                    <a:pt x="40" y="204"/>
                  </a:lnTo>
                  <a:lnTo>
                    <a:pt x="40" y="203"/>
                  </a:lnTo>
                  <a:lnTo>
                    <a:pt x="41" y="201"/>
                  </a:lnTo>
                  <a:lnTo>
                    <a:pt x="41" y="199"/>
                  </a:lnTo>
                  <a:lnTo>
                    <a:pt x="43" y="198"/>
                  </a:lnTo>
                  <a:lnTo>
                    <a:pt x="43" y="196"/>
                  </a:lnTo>
                  <a:lnTo>
                    <a:pt x="44" y="193"/>
                  </a:lnTo>
                  <a:lnTo>
                    <a:pt x="45" y="192"/>
                  </a:lnTo>
                  <a:lnTo>
                    <a:pt x="45" y="190"/>
                  </a:lnTo>
                  <a:lnTo>
                    <a:pt x="46" y="189"/>
                  </a:lnTo>
                  <a:lnTo>
                    <a:pt x="46" y="186"/>
                  </a:lnTo>
                  <a:lnTo>
                    <a:pt x="47" y="185"/>
                  </a:lnTo>
                  <a:lnTo>
                    <a:pt x="47" y="184"/>
                  </a:lnTo>
                  <a:lnTo>
                    <a:pt x="49" y="183"/>
                  </a:lnTo>
                  <a:lnTo>
                    <a:pt x="49" y="181"/>
                  </a:lnTo>
                  <a:lnTo>
                    <a:pt x="49" y="180"/>
                  </a:lnTo>
                  <a:lnTo>
                    <a:pt x="50" y="179"/>
                  </a:lnTo>
                  <a:lnTo>
                    <a:pt x="50" y="178"/>
                  </a:lnTo>
                  <a:lnTo>
                    <a:pt x="51" y="177"/>
                  </a:lnTo>
                  <a:lnTo>
                    <a:pt x="51" y="175"/>
                  </a:lnTo>
                  <a:lnTo>
                    <a:pt x="51" y="174"/>
                  </a:lnTo>
                  <a:lnTo>
                    <a:pt x="51" y="173"/>
                  </a:lnTo>
                  <a:lnTo>
                    <a:pt x="52" y="172"/>
                  </a:lnTo>
                  <a:lnTo>
                    <a:pt x="52" y="171"/>
                  </a:lnTo>
                  <a:lnTo>
                    <a:pt x="53" y="169"/>
                  </a:lnTo>
                  <a:lnTo>
                    <a:pt x="53" y="168"/>
                  </a:lnTo>
                  <a:lnTo>
                    <a:pt x="53" y="167"/>
                  </a:lnTo>
                  <a:lnTo>
                    <a:pt x="53" y="166"/>
                  </a:lnTo>
                  <a:lnTo>
                    <a:pt x="55" y="165"/>
                  </a:lnTo>
                  <a:lnTo>
                    <a:pt x="55" y="163"/>
                  </a:lnTo>
                  <a:lnTo>
                    <a:pt x="55" y="162"/>
                  </a:lnTo>
                  <a:lnTo>
                    <a:pt x="56" y="161"/>
                  </a:lnTo>
                  <a:lnTo>
                    <a:pt x="56" y="160"/>
                  </a:lnTo>
                  <a:lnTo>
                    <a:pt x="57" y="157"/>
                  </a:lnTo>
                  <a:lnTo>
                    <a:pt x="57" y="156"/>
                  </a:lnTo>
                  <a:lnTo>
                    <a:pt x="57" y="154"/>
                  </a:lnTo>
                  <a:lnTo>
                    <a:pt x="58" y="153"/>
                  </a:lnTo>
                  <a:lnTo>
                    <a:pt x="58" y="150"/>
                  </a:lnTo>
                  <a:lnTo>
                    <a:pt x="59" y="149"/>
                  </a:lnTo>
                  <a:lnTo>
                    <a:pt x="61" y="147"/>
                  </a:lnTo>
                  <a:lnTo>
                    <a:pt x="61" y="145"/>
                  </a:lnTo>
                  <a:lnTo>
                    <a:pt x="61" y="143"/>
                  </a:lnTo>
                  <a:lnTo>
                    <a:pt x="62" y="142"/>
                  </a:lnTo>
                  <a:lnTo>
                    <a:pt x="62" y="141"/>
                  </a:lnTo>
                  <a:lnTo>
                    <a:pt x="63" y="139"/>
                  </a:lnTo>
                  <a:lnTo>
                    <a:pt x="63" y="137"/>
                  </a:lnTo>
                  <a:lnTo>
                    <a:pt x="63" y="136"/>
                  </a:lnTo>
                  <a:lnTo>
                    <a:pt x="64" y="135"/>
                  </a:lnTo>
                  <a:lnTo>
                    <a:pt x="64" y="133"/>
                  </a:lnTo>
                  <a:lnTo>
                    <a:pt x="64" y="132"/>
                  </a:lnTo>
                  <a:lnTo>
                    <a:pt x="65" y="131"/>
                  </a:lnTo>
                  <a:lnTo>
                    <a:pt x="65" y="130"/>
                  </a:lnTo>
                  <a:lnTo>
                    <a:pt x="65" y="129"/>
                  </a:lnTo>
                  <a:lnTo>
                    <a:pt x="67" y="127"/>
                  </a:lnTo>
                  <a:lnTo>
                    <a:pt x="67" y="126"/>
                  </a:lnTo>
                  <a:lnTo>
                    <a:pt x="67" y="125"/>
                  </a:lnTo>
                  <a:lnTo>
                    <a:pt x="68" y="124"/>
                  </a:lnTo>
                  <a:lnTo>
                    <a:pt x="68" y="123"/>
                  </a:lnTo>
                  <a:lnTo>
                    <a:pt x="68" y="121"/>
                  </a:lnTo>
                  <a:lnTo>
                    <a:pt x="69" y="120"/>
                  </a:lnTo>
                  <a:lnTo>
                    <a:pt x="69" y="119"/>
                  </a:lnTo>
                  <a:lnTo>
                    <a:pt x="69" y="117"/>
                  </a:lnTo>
                  <a:lnTo>
                    <a:pt x="70" y="115"/>
                  </a:lnTo>
                  <a:lnTo>
                    <a:pt x="70" y="114"/>
                  </a:lnTo>
                  <a:lnTo>
                    <a:pt x="70" y="113"/>
                  </a:lnTo>
                  <a:lnTo>
                    <a:pt x="71" y="111"/>
                  </a:lnTo>
                  <a:lnTo>
                    <a:pt x="71" y="109"/>
                  </a:lnTo>
                  <a:lnTo>
                    <a:pt x="73" y="107"/>
                  </a:lnTo>
                  <a:lnTo>
                    <a:pt x="73" y="105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5" y="100"/>
                  </a:lnTo>
                  <a:lnTo>
                    <a:pt x="75" y="99"/>
                  </a:lnTo>
                  <a:lnTo>
                    <a:pt x="75" y="96"/>
                  </a:lnTo>
                  <a:lnTo>
                    <a:pt x="76" y="95"/>
                  </a:lnTo>
                  <a:lnTo>
                    <a:pt x="76" y="94"/>
                  </a:lnTo>
                  <a:lnTo>
                    <a:pt x="76" y="93"/>
                  </a:lnTo>
                  <a:lnTo>
                    <a:pt x="77" y="91"/>
                  </a:lnTo>
                  <a:lnTo>
                    <a:pt x="77" y="90"/>
                  </a:lnTo>
                  <a:lnTo>
                    <a:pt x="77" y="89"/>
                  </a:lnTo>
                  <a:lnTo>
                    <a:pt x="79" y="88"/>
                  </a:lnTo>
                  <a:lnTo>
                    <a:pt x="79" y="87"/>
                  </a:lnTo>
                  <a:lnTo>
                    <a:pt x="79" y="85"/>
                  </a:lnTo>
                  <a:lnTo>
                    <a:pt x="79" y="84"/>
                  </a:lnTo>
                  <a:lnTo>
                    <a:pt x="79" y="83"/>
                  </a:lnTo>
                  <a:lnTo>
                    <a:pt x="79" y="82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0" y="78"/>
                  </a:lnTo>
                  <a:lnTo>
                    <a:pt x="80" y="77"/>
                  </a:lnTo>
                  <a:lnTo>
                    <a:pt x="80" y="76"/>
                  </a:lnTo>
                  <a:lnTo>
                    <a:pt x="80" y="74"/>
                  </a:lnTo>
                  <a:lnTo>
                    <a:pt x="80" y="72"/>
                  </a:lnTo>
                  <a:lnTo>
                    <a:pt x="80" y="71"/>
                  </a:lnTo>
                  <a:lnTo>
                    <a:pt x="80" y="70"/>
                  </a:lnTo>
                  <a:lnTo>
                    <a:pt x="81" y="68"/>
                  </a:lnTo>
                  <a:lnTo>
                    <a:pt x="81" y="66"/>
                  </a:lnTo>
                  <a:lnTo>
                    <a:pt x="81" y="65"/>
                  </a:lnTo>
                  <a:lnTo>
                    <a:pt x="81" y="62"/>
                  </a:lnTo>
                  <a:lnTo>
                    <a:pt x="81" y="61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1" y="58"/>
                  </a:lnTo>
                  <a:lnTo>
                    <a:pt x="81" y="56"/>
                  </a:lnTo>
                  <a:lnTo>
                    <a:pt x="81" y="55"/>
                  </a:lnTo>
                  <a:lnTo>
                    <a:pt x="81" y="54"/>
                  </a:lnTo>
                  <a:lnTo>
                    <a:pt x="82" y="53"/>
                  </a:lnTo>
                  <a:lnTo>
                    <a:pt x="82" y="52"/>
                  </a:lnTo>
                  <a:lnTo>
                    <a:pt x="82" y="50"/>
                  </a:lnTo>
                  <a:lnTo>
                    <a:pt x="82" y="49"/>
                  </a:lnTo>
                  <a:lnTo>
                    <a:pt x="82" y="48"/>
                  </a:lnTo>
                  <a:lnTo>
                    <a:pt x="82" y="47"/>
                  </a:lnTo>
                  <a:lnTo>
                    <a:pt x="82" y="46"/>
                  </a:lnTo>
                  <a:lnTo>
                    <a:pt x="82" y="44"/>
                  </a:lnTo>
                  <a:lnTo>
                    <a:pt x="83" y="43"/>
                  </a:lnTo>
                  <a:lnTo>
                    <a:pt x="83" y="42"/>
                  </a:lnTo>
                  <a:lnTo>
                    <a:pt x="83" y="41"/>
                  </a:lnTo>
                  <a:lnTo>
                    <a:pt x="83" y="40"/>
                  </a:lnTo>
                  <a:lnTo>
                    <a:pt x="85" y="38"/>
                  </a:lnTo>
                  <a:lnTo>
                    <a:pt x="85" y="37"/>
                  </a:lnTo>
                  <a:lnTo>
                    <a:pt x="85" y="36"/>
                  </a:lnTo>
                  <a:lnTo>
                    <a:pt x="85" y="35"/>
                  </a:lnTo>
                  <a:lnTo>
                    <a:pt x="85" y="34"/>
                  </a:lnTo>
                  <a:lnTo>
                    <a:pt x="85" y="32"/>
                  </a:lnTo>
                  <a:lnTo>
                    <a:pt x="86" y="31"/>
                  </a:lnTo>
                  <a:lnTo>
                    <a:pt x="86" y="30"/>
                  </a:lnTo>
                  <a:lnTo>
                    <a:pt x="86" y="29"/>
                  </a:lnTo>
                  <a:lnTo>
                    <a:pt x="86" y="28"/>
                  </a:lnTo>
                  <a:lnTo>
                    <a:pt x="86" y="26"/>
                  </a:lnTo>
                  <a:lnTo>
                    <a:pt x="86" y="25"/>
                  </a:lnTo>
                  <a:lnTo>
                    <a:pt x="86" y="24"/>
                  </a:lnTo>
                  <a:lnTo>
                    <a:pt x="86" y="23"/>
                  </a:lnTo>
                  <a:lnTo>
                    <a:pt x="86" y="22"/>
                  </a:lnTo>
                  <a:lnTo>
                    <a:pt x="86" y="20"/>
                  </a:lnTo>
                  <a:lnTo>
                    <a:pt x="86" y="19"/>
                  </a:lnTo>
                  <a:lnTo>
                    <a:pt x="86" y="18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6" y="14"/>
                  </a:lnTo>
                  <a:lnTo>
                    <a:pt x="86" y="13"/>
                  </a:lnTo>
                  <a:lnTo>
                    <a:pt x="86" y="12"/>
                  </a:lnTo>
                  <a:lnTo>
                    <a:pt x="86" y="10"/>
                  </a:lnTo>
                  <a:lnTo>
                    <a:pt x="86" y="8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6" y="2"/>
                  </a:lnTo>
                  <a:lnTo>
                    <a:pt x="85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60" name="Freeform 255">
              <a:extLst>
                <a:ext uri="{FF2B5EF4-FFF2-40B4-BE49-F238E27FC236}">
                  <a16:creationId xmlns:a16="http://schemas.microsoft.com/office/drawing/2014/main" id="{BDFE861A-E002-4946-B4A2-217EB2312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097"/>
              <a:ext cx="349" cy="167"/>
            </a:xfrm>
            <a:custGeom>
              <a:avLst/>
              <a:gdLst>
                <a:gd name="T0" fmla="*/ 4 w 505"/>
                <a:gd name="T1" fmla="*/ 0 h 337"/>
                <a:gd name="T2" fmla="*/ 4 w 505"/>
                <a:gd name="T3" fmla="*/ 0 h 337"/>
                <a:gd name="T4" fmla="*/ 0 w 505"/>
                <a:gd name="T5" fmla="*/ 0 h 3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5" h="337">
                  <a:moveTo>
                    <a:pt x="505" y="337"/>
                  </a:moveTo>
                  <a:lnTo>
                    <a:pt x="505" y="0"/>
                  </a:lnTo>
                  <a:lnTo>
                    <a:pt x="0" y="0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61" name="Freeform 256">
              <a:extLst>
                <a:ext uri="{FF2B5EF4-FFF2-40B4-BE49-F238E27FC236}">
                  <a16:creationId xmlns:a16="http://schemas.microsoft.com/office/drawing/2014/main" id="{D1852F43-24AD-425B-A46B-A5101AD5F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454"/>
              <a:ext cx="253" cy="169"/>
            </a:xfrm>
            <a:custGeom>
              <a:avLst/>
              <a:gdLst>
                <a:gd name="T0" fmla="*/ 1 w 505"/>
                <a:gd name="T1" fmla="*/ 0 h 336"/>
                <a:gd name="T2" fmla="*/ 1 w 505"/>
                <a:gd name="T3" fmla="*/ 1 h 336"/>
                <a:gd name="T4" fmla="*/ 0 w 505"/>
                <a:gd name="T5" fmla="*/ 1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5" h="336">
                  <a:moveTo>
                    <a:pt x="505" y="0"/>
                  </a:moveTo>
                  <a:lnTo>
                    <a:pt x="505" y="336"/>
                  </a:lnTo>
                  <a:lnTo>
                    <a:pt x="0" y="336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62" name="Line 257">
              <a:extLst>
                <a:ext uri="{FF2B5EF4-FFF2-40B4-BE49-F238E27FC236}">
                  <a16:creationId xmlns:a16="http://schemas.microsoft.com/office/drawing/2014/main" id="{E26FC7FE-0547-4849-ADB1-ABC13FDF6B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05" y="2118"/>
              <a:ext cx="253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63" name="Line 258">
              <a:extLst>
                <a:ext uri="{FF2B5EF4-FFF2-40B4-BE49-F238E27FC236}">
                  <a16:creationId xmlns:a16="http://schemas.microsoft.com/office/drawing/2014/main" id="{16788C0B-9A2F-483F-B27B-BCC42D0ECD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58" y="1433"/>
              <a:ext cx="1" cy="853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64" name="Line 259">
              <a:extLst>
                <a:ext uri="{FF2B5EF4-FFF2-40B4-BE49-F238E27FC236}">
                  <a16:creationId xmlns:a16="http://schemas.microsoft.com/office/drawing/2014/main" id="{1FC8C4E6-FC5C-46A7-AE9E-5F378F37A4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05" y="1601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65" name="Freeform 260">
              <a:extLst>
                <a:ext uri="{FF2B5EF4-FFF2-40B4-BE49-F238E27FC236}">
                  <a16:creationId xmlns:a16="http://schemas.microsoft.com/office/drawing/2014/main" id="{8DE5EA93-2C9F-4160-872C-EFACE25A1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589"/>
              <a:ext cx="24" cy="24"/>
            </a:xfrm>
            <a:custGeom>
              <a:avLst/>
              <a:gdLst>
                <a:gd name="T0" fmla="*/ 0 w 48"/>
                <a:gd name="T1" fmla="*/ 1 h 48"/>
                <a:gd name="T2" fmla="*/ 1 w 48"/>
                <a:gd name="T3" fmla="*/ 1 h 48"/>
                <a:gd name="T4" fmla="*/ 1 w 48"/>
                <a:gd name="T5" fmla="*/ 1 h 48"/>
                <a:gd name="T6" fmla="*/ 1 w 48"/>
                <a:gd name="T7" fmla="*/ 1 h 48"/>
                <a:gd name="T8" fmla="*/ 1 w 48"/>
                <a:gd name="T9" fmla="*/ 1 h 48"/>
                <a:gd name="T10" fmla="*/ 1 w 48"/>
                <a:gd name="T11" fmla="*/ 1 h 48"/>
                <a:gd name="T12" fmla="*/ 1 w 48"/>
                <a:gd name="T13" fmla="*/ 1 h 48"/>
                <a:gd name="T14" fmla="*/ 1 w 48"/>
                <a:gd name="T15" fmla="*/ 1 h 48"/>
                <a:gd name="T16" fmla="*/ 1 w 48"/>
                <a:gd name="T17" fmla="*/ 1 h 48"/>
                <a:gd name="T18" fmla="*/ 1 w 48"/>
                <a:gd name="T19" fmla="*/ 0 h 48"/>
                <a:gd name="T20" fmla="*/ 1 w 48"/>
                <a:gd name="T21" fmla="*/ 0 h 48"/>
                <a:gd name="T22" fmla="*/ 1 w 48"/>
                <a:gd name="T23" fmla="*/ 0 h 48"/>
                <a:gd name="T24" fmla="*/ 1 w 48"/>
                <a:gd name="T25" fmla="*/ 0 h 48"/>
                <a:gd name="T26" fmla="*/ 1 w 48"/>
                <a:gd name="T27" fmla="*/ 1 h 48"/>
                <a:gd name="T28" fmla="*/ 1 w 48"/>
                <a:gd name="T29" fmla="*/ 1 h 48"/>
                <a:gd name="T30" fmla="*/ 1 w 48"/>
                <a:gd name="T31" fmla="*/ 1 h 48"/>
                <a:gd name="T32" fmla="*/ 1 w 48"/>
                <a:gd name="T33" fmla="*/ 1 h 48"/>
                <a:gd name="T34" fmla="*/ 1 w 48"/>
                <a:gd name="T35" fmla="*/ 1 h 48"/>
                <a:gd name="T36" fmla="*/ 1 w 48"/>
                <a:gd name="T37" fmla="*/ 1 h 48"/>
                <a:gd name="T38" fmla="*/ 1 w 48"/>
                <a:gd name="T39" fmla="*/ 1 h 48"/>
                <a:gd name="T40" fmla="*/ 1 w 48"/>
                <a:gd name="T41" fmla="*/ 1 h 48"/>
                <a:gd name="T42" fmla="*/ 1 w 48"/>
                <a:gd name="T43" fmla="*/ 1 h 48"/>
                <a:gd name="T44" fmla="*/ 1 w 48"/>
                <a:gd name="T45" fmla="*/ 1 h 48"/>
                <a:gd name="T46" fmla="*/ 1 w 48"/>
                <a:gd name="T47" fmla="*/ 1 h 48"/>
                <a:gd name="T48" fmla="*/ 1 w 48"/>
                <a:gd name="T49" fmla="*/ 1 h 48"/>
                <a:gd name="T50" fmla="*/ 1 w 48"/>
                <a:gd name="T51" fmla="*/ 1 h 48"/>
                <a:gd name="T52" fmla="*/ 1 w 48"/>
                <a:gd name="T53" fmla="*/ 1 h 48"/>
                <a:gd name="T54" fmla="*/ 1 w 48"/>
                <a:gd name="T55" fmla="*/ 1 h 48"/>
                <a:gd name="T56" fmla="*/ 1 w 48"/>
                <a:gd name="T57" fmla="*/ 1 h 48"/>
                <a:gd name="T58" fmla="*/ 1 w 48"/>
                <a:gd name="T59" fmla="*/ 1 h 48"/>
                <a:gd name="T60" fmla="*/ 1 w 48"/>
                <a:gd name="T61" fmla="*/ 1 h 48"/>
                <a:gd name="T62" fmla="*/ 1 w 48"/>
                <a:gd name="T63" fmla="*/ 1 h 48"/>
                <a:gd name="T64" fmla="*/ 1 w 48"/>
                <a:gd name="T65" fmla="*/ 1 h 48"/>
                <a:gd name="T66" fmla="*/ 1 w 48"/>
                <a:gd name="T67" fmla="*/ 1 h 48"/>
                <a:gd name="T68" fmla="*/ 1 w 48"/>
                <a:gd name="T69" fmla="*/ 1 h 48"/>
                <a:gd name="T70" fmla="*/ 1 w 48"/>
                <a:gd name="T71" fmla="*/ 1 h 48"/>
                <a:gd name="T72" fmla="*/ 1 w 48"/>
                <a:gd name="T73" fmla="*/ 1 h 48"/>
                <a:gd name="T74" fmla="*/ 1 w 48"/>
                <a:gd name="T75" fmla="*/ 1 h 48"/>
                <a:gd name="T76" fmla="*/ 1 w 48"/>
                <a:gd name="T77" fmla="*/ 1 h 48"/>
                <a:gd name="T78" fmla="*/ 1 w 48"/>
                <a:gd name="T79" fmla="*/ 1 h 48"/>
                <a:gd name="T80" fmla="*/ 1 w 48"/>
                <a:gd name="T81" fmla="*/ 1 h 48"/>
                <a:gd name="T82" fmla="*/ 1 w 48"/>
                <a:gd name="T83" fmla="*/ 1 h 48"/>
                <a:gd name="T84" fmla="*/ 1 w 48"/>
                <a:gd name="T85" fmla="*/ 1 h 48"/>
                <a:gd name="T86" fmla="*/ 1 w 48"/>
                <a:gd name="T87" fmla="*/ 1 h 48"/>
                <a:gd name="T88" fmla="*/ 1 w 48"/>
                <a:gd name="T89" fmla="*/ 1 h 48"/>
                <a:gd name="T90" fmla="*/ 1 w 48"/>
                <a:gd name="T91" fmla="*/ 1 h 48"/>
                <a:gd name="T92" fmla="*/ 1 w 48"/>
                <a:gd name="T93" fmla="*/ 1 h 48"/>
                <a:gd name="T94" fmla="*/ 1 w 48"/>
                <a:gd name="T95" fmla="*/ 1 h 48"/>
                <a:gd name="T96" fmla="*/ 1 w 48"/>
                <a:gd name="T97" fmla="*/ 1 h 48"/>
                <a:gd name="T98" fmla="*/ 1 w 48"/>
                <a:gd name="T99" fmla="*/ 1 h 48"/>
                <a:gd name="T100" fmla="*/ 1 w 48"/>
                <a:gd name="T101" fmla="*/ 1 h 48"/>
                <a:gd name="T102" fmla="*/ 1 w 48"/>
                <a:gd name="T103" fmla="*/ 1 h 48"/>
                <a:gd name="T104" fmla="*/ 1 w 48"/>
                <a:gd name="T105" fmla="*/ 1 h 48"/>
                <a:gd name="T106" fmla="*/ 1 w 48"/>
                <a:gd name="T107" fmla="*/ 1 h 48"/>
                <a:gd name="T108" fmla="*/ 1 w 48"/>
                <a:gd name="T109" fmla="*/ 1 h 48"/>
                <a:gd name="T110" fmla="*/ 0 w 48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7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7" y="5"/>
                  </a:lnTo>
                  <a:lnTo>
                    <a:pt x="38" y="5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1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11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5" y="16"/>
                  </a:lnTo>
                  <a:lnTo>
                    <a:pt x="47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8"/>
                  </a:lnTo>
                  <a:lnTo>
                    <a:pt x="47" y="29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5" y="32"/>
                  </a:lnTo>
                  <a:lnTo>
                    <a:pt x="45" y="34"/>
                  </a:lnTo>
                  <a:lnTo>
                    <a:pt x="45" y="35"/>
                  </a:lnTo>
                  <a:lnTo>
                    <a:pt x="44" y="36"/>
                  </a:lnTo>
                  <a:lnTo>
                    <a:pt x="43" y="37"/>
                  </a:lnTo>
                  <a:lnTo>
                    <a:pt x="43" y="38"/>
                  </a:lnTo>
                  <a:lnTo>
                    <a:pt x="42" y="38"/>
                  </a:lnTo>
                  <a:lnTo>
                    <a:pt x="42" y="40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37" y="43"/>
                  </a:lnTo>
                  <a:lnTo>
                    <a:pt x="36" y="44"/>
                  </a:lnTo>
                  <a:lnTo>
                    <a:pt x="35" y="44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1" y="47"/>
                  </a:lnTo>
                  <a:lnTo>
                    <a:pt x="30" y="47"/>
                  </a:lnTo>
                  <a:lnTo>
                    <a:pt x="29" y="47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8"/>
                  </a:lnTo>
                  <a:lnTo>
                    <a:pt x="20" y="48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5" y="46"/>
                  </a:lnTo>
                  <a:lnTo>
                    <a:pt x="14" y="46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1" y="43"/>
                  </a:lnTo>
                  <a:lnTo>
                    <a:pt x="9" y="42"/>
                  </a:lnTo>
                  <a:lnTo>
                    <a:pt x="8" y="42"/>
                  </a:lnTo>
                  <a:lnTo>
                    <a:pt x="7" y="41"/>
                  </a:lnTo>
                  <a:lnTo>
                    <a:pt x="7" y="40"/>
                  </a:lnTo>
                  <a:lnTo>
                    <a:pt x="6" y="38"/>
                  </a:lnTo>
                  <a:lnTo>
                    <a:pt x="5" y="38"/>
                  </a:lnTo>
                  <a:lnTo>
                    <a:pt x="5" y="37"/>
                  </a:lnTo>
                  <a:lnTo>
                    <a:pt x="3" y="36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66" name="Freeform 261">
              <a:extLst>
                <a:ext uri="{FF2B5EF4-FFF2-40B4-BE49-F238E27FC236}">
                  <a16:creationId xmlns:a16="http://schemas.microsoft.com/office/drawing/2014/main" id="{8DB33DF1-24F3-42D7-A70F-B865538AF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106"/>
              <a:ext cx="24" cy="24"/>
            </a:xfrm>
            <a:custGeom>
              <a:avLst/>
              <a:gdLst>
                <a:gd name="T0" fmla="*/ 0 w 48"/>
                <a:gd name="T1" fmla="*/ 1 h 48"/>
                <a:gd name="T2" fmla="*/ 1 w 48"/>
                <a:gd name="T3" fmla="*/ 1 h 48"/>
                <a:gd name="T4" fmla="*/ 1 w 48"/>
                <a:gd name="T5" fmla="*/ 1 h 48"/>
                <a:gd name="T6" fmla="*/ 1 w 48"/>
                <a:gd name="T7" fmla="*/ 1 h 48"/>
                <a:gd name="T8" fmla="*/ 1 w 48"/>
                <a:gd name="T9" fmla="*/ 1 h 48"/>
                <a:gd name="T10" fmla="*/ 1 w 48"/>
                <a:gd name="T11" fmla="*/ 1 h 48"/>
                <a:gd name="T12" fmla="*/ 1 w 48"/>
                <a:gd name="T13" fmla="*/ 1 h 48"/>
                <a:gd name="T14" fmla="*/ 1 w 48"/>
                <a:gd name="T15" fmla="*/ 1 h 48"/>
                <a:gd name="T16" fmla="*/ 1 w 48"/>
                <a:gd name="T17" fmla="*/ 1 h 48"/>
                <a:gd name="T18" fmla="*/ 1 w 48"/>
                <a:gd name="T19" fmla="*/ 0 h 48"/>
                <a:gd name="T20" fmla="*/ 1 w 48"/>
                <a:gd name="T21" fmla="*/ 0 h 48"/>
                <a:gd name="T22" fmla="*/ 1 w 48"/>
                <a:gd name="T23" fmla="*/ 0 h 48"/>
                <a:gd name="T24" fmla="*/ 1 w 48"/>
                <a:gd name="T25" fmla="*/ 0 h 48"/>
                <a:gd name="T26" fmla="*/ 1 w 48"/>
                <a:gd name="T27" fmla="*/ 1 h 48"/>
                <a:gd name="T28" fmla="*/ 1 w 48"/>
                <a:gd name="T29" fmla="*/ 1 h 48"/>
                <a:gd name="T30" fmla="*/ 1 w 48"/>
                <a:gd name="T31" fmla="*/ 1 h 48"/>
                <a:gd name="T32" fmla="*/ 1 w 48"/>
                <a:gd name="T33" fmla="*/ 1 h 48"/>
                <a:gd name="T34" fmla="*/ 1 w 48"/>
                <a:gd name="T35" fmla="*/ 1 h 48"/>
                <a:gd name="T36" fmla="*/ 1 w 48"/>
                <a:gd name="T37" fmla="*/ 1 h 48"/>
                <a:gd name="T38" fmla="*/ 1 w 48"/>
                <a:gd name="T39" fmla="*/ 1 h 48"/>
                <a:gd name="T40" fmla="*/ 1 w 48"/>
                <a:gd name="T41" fmla="*/ 1 h 48"/>
                <a:gd name="T42" fmla="*/ 1 w 48"/>
                <a:gd name="T43" fmla="*/ 1 h 48"/>
                <a:gd name="T44" fmla="*/ 1 w 48"/>
                <a:gd name="T45" fmla="*/ 1 h 48"/>
                <a:gd name="T46" fmla="*/ 1 w 48"/>
                <a:gd name="T47" fmla="*/ 1 h 48"/>
                <a:gd name="T48" fmla="*/ 1 w 48"/>
                <a:gd name="T49" fmla="*/ 1 h 48"/>
                <a:gd name="T50" fmla="*/ 1 w 48"/>
                <a:gd name="T51" fmla="*/ 1 h 48"/>
                <a:gd name="T52" fmla="*/ 1 w 48"/>
                <a:gd name="T53" fmla="*/ 1 h 48"/>
                <a:gd name="T54" fmla="*/ 1 w 48"/>
                <a:gd name="T55" fmla="*/ 1 h 48"/>
                <a:gd name="T56" fmla="*/ 1 w 48"/>
                <a:gd name="T57" fmla="*/ 1 h 48"/>
                <a:gd name="T58" fmla="*/ 1 w 48"/>
                <a:gd name="T59" fmla="*/ 1 h 48"/>
                <a:gd name="T60" fmla="*/ 1 w 48"/>
                <a:gd name="T61" fmla="*/ 1 h 48"/>
                <a:gd name="T62" fmla="*/ 1 w 48"/>
                <a:gd name="T63" fmla="*/ 1 h 48"/>
                <a:gd name="T64" fmla="*/ 1 w 48"/>
                <a:gd name="T65" fmla="*/ 1 h 48"/>
                <a:gd name="T66" fmla="*/ 1 w 48"/>
                <a:gd name="T67" fmla="*/ 1 h 48"/>
                <a:gd name="T68" fmla="*/ 1 w 48"/>
                <a:gd name="T69" fmla="*/ 1 h 48"/>
                <a:gd name="T70" fmla="*/ 1 w 48"/>
                <a:gd name="T71" fmla="*/ 1 h 48"/>
                <a:gd name="T72" fmla="*/ 1 w 48"/>
                <a:gd name="T73" fmla="*/ 1 h 48"/>
                <a:gd name="T74" fmla="*/ 1 w 48"/>
                <a:gd name="T75" fmla="*/ 1 h 48"/>
                <a:gd name="T76" fmla="*/ 1 w 48"/>
                <a:gd name="T77" fmla="*/ 1 h 48"/>
                <a:gd name="T78" fmla="*/ 1 w 48"/>
                <a:gd name="T79" fmla="*/ 1 h 48"/>
                <a:gd name="T80" fmla="*/ 1 w 48"/>
                <a:gd name="T81" fmla="*/ 1 h 48"/>
                <a:gd name="T82" fmla="*/ 1 w 48"/>
                <a:gd name="T83" fmla="*/ 1 h 48"/>
                <a:gd name="T84" fmla="*/ 1 w 48"/>
                <a:gd name="T85" fmla="*/ 1 h 48"/>
                <a:gd name="T86" fmla="*/ 1 w 48"/>
                <a:gd name="T87" fmla="*/ 1 h 48"/>
                <a:gd name="T88" fmla="*/ 1 w 48"/>
                <a:gd name="T89" fmla="*/ 1 h 48"/>
                <a:gd name="T90" fmla="*/ 1 w 48"/>
                <a:gd name="T91" fmla="*/ 1 h 48"/>
                <a:gd name="T92" fmla="*/ 1 w 48"/>
                <a:gd name="T93" fmla="*/ 1 h 48"/>
                <a:gd name="T94" fmla="*/ 1 w 48"/>
                <a:gd name="T95" fmla="*/ 1 h 48"/>
                <a:gd name="T96" fmla="*/ 1 w 48"/>
                <a:gd name="T97" fmla="*/ 1 h 48"/>
                <a:gd name="T98" fmla="*/ 1 w 48"/>
                <a:gd name="T99" fmla="*/ 1 h 48"/>
                <a:gd name="T100" fmla="*/ 1 w 48"/>
                <a:gd name="T101" fmla="*/ 1 h 48"/>
                <a:gd name="T102" fmla="*/ 1 w 48"/>
                <a:gd name="T103" fmla="*/ 1 h 48"/>
                <a:gd name="T104" fmla="*/ 1 w 48"/>
                <a:gd name="T105" fmla="*/ 1 h 48"/>
                <a:gd name="T106" fmla="*/ 1 w 48"/>
                <a:gd name="T107" fmla="*/ 1 h 48"/>
                <a:gd name="T108" fmla="*/ 1 w 48"/>
                <a:gd name="T109" fmla="*/ 1 h 48"/>
                <a:gd name="T110" fmla="*/ 0 w 48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2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4" y="10"/>
                  </a:lnTo>
                  <a:lnTo>
                    <a:pt x="45" y="12"/>
                  </a:lnTo>
                  <a:lnTo>
                    <a:pt x="46" y="13"/>
                  </a:lnTo>
                  <a:lnTo>
                    <a:pt x="46" y="14"/>
                  </a:lnTo>
                  <a:lnTo>
                    <a:pt x="46" y="15"/>
                  </a:lnTo>
                  <a:lnTo>
                    <a:pt x="47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7" y="28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6" y="35"/>
                  </a:lnTo>
                  <a:lnTo>
                    <a:pt x="45" y="36"/>
                  </a:lnTo>
                  <a:lnTo>
                    <a:pt x="44" y="37"/>
                  </a:lnTo>
                  <a:lnTo>
                    <a:pt x="44" y="38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1" y="41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36" y="44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7"/>
                  </a:lnTo>
                  <a:lnTo>
                    <a:pt x="30" y="47"/>
                  </a:lnTo>
                  <a:lnTo>
                    <a:pt x="29" y="47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6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2" y="44"/>
                  </a:lnTo>
                  <a:lnTo>
                    <a:pt x="11" y="43"/>
                  </a:lnTo>
                  <a:lnTo>
                    <a:pt x="10" y="42"/>
                  </a:lnTo>
                  <a:lnTo>
                    <a:pt x="9" y="42"/>
                  </a:lnTo>
                  <a:lnTo>
                    <a:pt x="7" y="41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5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67" name="Line 262">
              <a:extLst>
                <a:ext uri="{FF2B5EF4-FFF2-40B4-BE49-F238E27FC236}">
                  <a16:creationId xmlns:a16="http://schemas.microsoft.com/office/drawing/2014/main" id="{96317054-2704-437E-A130-36D8D7F7FB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59" y="1349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68" name="Line 263">
              <a:extLst>
                <a:ext uri="{FF2B5EF4-FFF2-40B4-BE49-F238E27FC236}">
                  <a16:creationId xmlns:a16="http://schemas.microsoft.com/office/drawing/2014/main" id="{581C2308-738C-4283-8C08-DFAD15BAD0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59" y="2370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69" name="Rectangle 264">
              <a:extLst>
                <a:ext uri="{FF2B5EF4-FFF2-40B4-BE49-F238E27FC236}">
                  <a16:creationId xmlns:a16="http://schemas.microsoft.com/office/drawing/2014/main" id="{CBE7A44E-16DE-458D-8E62-5F6303D30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0" y="1277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70" name="Rectangle 265">
              <a:extLst>
                <a:ext uri="{FF2B5EF4-FFF2-40B4-BE49-F238E27FC236}">
                  <a16:creationId xmlns:a16="http://schemas.microsoft.com/office/drawing/2014/main" id="{0FE6E19A-34E7-42E9-874A-5E8F1968F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0" y="1331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71" name="Rectangle 266">
              <a:extLst>
                <a:ext uri="{FF2B5EF4-FFF2-40B4-BE49-F238E27FC236}">
                  <a16:creationId xmlns:a16="http://schemas.microsoft.com/office/drawing/2014/main" id="{09A562E9-AE93-471D-AAC1-2E42D8C3A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" y="2299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72" name="Rectangle 267">
              <a:extLst>
                <a:ext uri="{FF2B5EF4-FFF2-40B4-BE49-F238E27FC236}">
                  <a16:creationId xmlns:a16="http://schemas.microsoft.com/office/drawing/2014/main" id="{50CA52F9-C57D-4690-8D9C-4B405FCEA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8" y="2354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73" name="Rectangle 268">
              <a:extLst>
                <a:ext uri="{FF2B5EF4-FFF2-40B4-BE49-F238E27FC236}">
                  <a16:creationId xmlns:a16="http://schemas.microsoft.com/office/drawing/2014/main" id="{9ED26AF4-AA3D-4567-A0D8-F165BBF9B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846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74" name="Rectangle 269">
              <a:extLst>
                <a:ext uri="{FF2B5EF4-FFF2-40B4-BE49-F238E27FC236}">
                  <a16:creationId xmlns:a16="http://schemas.microsoft.com/office/drawing/2014/main" id="{15BE2693-5A4F-4CF7-AEE8-1DFCEBB55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90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75" name="Rectangle 270">
              <a:extLst>
                <a:ext uri="{FF2B5EF4-FFF2-40B4-BE49-F238E27FC236}">
                  <a16:creationId xmlns:a16="http://schemas.microsoft.com/office/drawing/2014/main" id="{5AB2FD7E-8DAD-48B8-8720-69AAE9F40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021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76" name="Line 271">
              <a:extLst>
                <a:ext uri="{FF2B5EF4-FFF2-40B4-BE49-F238E27FC236}">
                  <a16:creationId xmlns:a16="http://schemas.microsoft.com/office/drawing/2014/main" id="{974A3451-27D5-4C10-8519-A4E2FC38C7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0" y="1036"/>
              <a:ext cx="3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77" name="Rectangle 272">
              <a:extLst>
                <a:ext uri="{FF2B5EF4-FFF2-40B4-BE49-F238E27FC236}">
                  <a16:creationId xmlns:a16="http://schemas.microsoft.com/office/drawing/2014/main" id="{9D67E644-DF5A-4757-8BF5-9D28EC5D1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073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78" name="Rectangle 273">
              <a:extLst>
                <a:ext uri="{FF2B5EF4-FFF2-40B4-BE49-F238E27FC236}">
                  <a16:creationId xmlns:a16="http://schemas.microsoft.com/office/drawing/2014/main" id="{176A5BE1-E79F-472E-929A-C2BAC49F9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188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79" name="Freeform 274">
              <a:extLst>
                <a:ext uri="{FF2B5EF4-FFF2-40B4-BE49-F238E27FC236}">
                  <a16:creationId xmlns:a16="http://schemas.microsoft.com/office/drawing/2014/main" id="{094F05A9-1423-42D8-9BA0-23C22043A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928"/>
              <a:ext cx="84" cy="84"/>
            </a:xfrm>
            <a:custGeom>
              <a:avLst/>
              <a:gdLst>
                <a:gd name="T0" fmla="*/ 0 w 169"/>
                <a:gd name="T1" fmla="*/ 0 h 168"/>
                <a:gd name="T2" fmla="*/ 0 w 169"/>
                <a:gd name="T3" fmla="*/ 0 h 168"/>
                <a:gd name="T4" fmla="*/ 0 w 169"/>
                <a:gd name="T5" fmla="*/ 1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68">
                  <a:moveTo>
                    <a:pt x="0" y="0"/>
                  </a:moveTo>
                  <a:lnTo>
                    <a:pt x="169" y="0"/>
                  </a:lnTo>
                  <a:lnTo>
                    <a:pt x="169" y="168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80" name="Freeform 275">
              <a:extLst>
                <a:ext uri="{FF2B5EF4-FFF2-40B4-BE49-F238E27FC236}">
                  <a16:creationId xmlns:a16="http://schemas.microsoft.com/office/drawing/2014/main" id="{A7BF6638-F69B-4999-A106-2E399A8C3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180"/>
              <a:ext cx="84" cy="84"/>
            </a:xfrm>
            <a:custGeom>
              <a:avLst/>
              <a:gdLst>
                <a:gd name="T0" fmla="*/ 0 w 169"/>
                <a:gd name="T1" fmla="*/ 0 h 169"/>
                <a:gd name="T2" fmla="*/ 0 w 169"/>
                <a:gd name="T3" fmla="*/ 0 h 169"/>
                <a:gd name="T4" fmla="*/ 0 w 169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69">
                  <a:moveTo>
                    <a:pt x="0" y="169"/>
                  </a:moveTo>
                  <a:lnTo>
                    <a:pt x="169" y="169"/>
                  </a:lnTo>
                  <a:lnTo>
                    <a:pt x="169" y="0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81" name="Rectangle 276">
              <a:extLst>
                <a:ext uri="{FF2B5EF4-FFF2-40B4-BE49-F238E27FC236}">
                  <a16:creationId xmlns:a16="http://schemas.microsoft.com/office/drawing/2014/main" id="{1371D36F-89C7-444C-A9E8-678E04129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243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82" name="Rectangle 277">
              <a:extLst>
                <a:ext uri="{FF2B5EF4-FFF2-40B4-BE49-F238E27FC236}">
                  <a16:creationId xmlns:a16="http://schemas.microsoft.com/office/drawing/2014/main" id="{B558D48A-53E1-42A4-AF9A-66AF231E9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448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83" name="Rectangle 278">
              <a:extLst>
                <a:ext uri="{FF2B5EF4-FFF2-40B4-BE49-F238E27FC236}">
                  <a16:creationId xmlns:a16="http://schemas.microsoft.com/office/drawing/2014/main" id="{A4B4A993-D56E-4595-991A-76B3DA6C1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1503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84" name="Rectangle 279">
              <a:extLst>
                <a:ext uri="{FF2B5EF4-FFF2-40B4-BE49-F238E27FC236}">
                  <a16:creationId xmlns:a16="http://schemas.microsoft.com/office/drawing/2014/main" id="{8E312150-7D0B-44FD-8343-1334072D4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62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85" name="Line 280">
              <a:extLst>
                <a:ext uri="{FF2B5EF4-FFF2-40B4-BE49-F238E27FC236}">
                  <a16:creationId xmlns:a16="http://schemas.microsoft.com/office/drawing/2014/main" id="{C74F07EE-D1B0-4EB0-AB7A-167120B796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0" y="1637"/>
              <a:ext cx="3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86" name="Rectangle 281">
              <a:extLst>
                <a:ext uri="{FF2B5EF4-FFF2-40B4-BE49-F238E27FC236}">
                  <a16:creationId xmlns:a16="http://schemas.microsoft.com/office/drawing/2014/main" id="{179FEF51-5675-4034-B940-E3DE83C3EA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675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87" name="Rectangle 282">
              <a:extLst>
                <a:ext uri="{FF2B5EF4-FFF2-40B4-BE49-F238E27FC236}">
                  <a16:creationId xmlns:a16="http://schemas.microsoft.com/office/drawing/2014/main" id="{D5ED09C3-A764-4399-A754-CFE5480C8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95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88" name="Line 283">
              <a:extLst>
                <a:ext uri="{FF2B5EF4-FFF2-40B4-BE49-F238E27FC236}">
                  <a16:creationId xmlns:a16="http://schemas.microsoft.com/office/drawing/2014/main" id="{33161DD5-E6D8-4193-B288-CF54BCC3C3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12" y="1974"/>
              <a:ext cx="2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89" name="Rectangle 284">
              <a:extLst>
                <a:ext uri="{FF2B5EF4-FFF2-40B4-BE49-F238E27FC236}">
                  <a16:creationId xmlns:a16="http://schemas.microsoft.com/office/drawing/2014/main" id="{CF750619-EA39-4AE2-BCAC-7D9130C72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200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90" name="Rectangle 285">
              <a:extLst>
                <a:ext uri="{FF2B5EF4-FFF2-40B4-BE49-F238E27FC236}">
                  <a16:creationId xmlns:a16="http://schemas.microsoft.com/office/drawing/2014/main" id="{87CDBE68-CD7B-44BC-B714-B3496F043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131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91" name="Freeform 286">
              <a:extLst>
                <a:ext uri="{FF2B5EF4-FFF2-40B4-BE49-F238E27FC236}">
                  <a16:creationId xmlns:a16="http://schemas.microsoft.com/office/drawing/2014/main" id="{4C7164BB-98E0-447D-BB91-3918F9663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623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92" name="Line 287">
              <a:extLst>
                <a:ext uri="{FF2B5EF4-FFF2-40B4-BE49-F238E27FC236}">
                  <a16:creationId xmlns:a16="http://schemas.microsoft.com/office/drawing/2014/main" id="{094F04CA-D94E-4CAB-9ADF-CCD0377C8F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2623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93" name="Freeform 288">
              <a:extLst>
                <a:ext uri="{FF2B5EF4-FFF2-40B4-BE49-F238E27FC236}">
                  <a16:creationId xmlns:a16="http://schemas.microsoft.com/office/drawing/2014/main" id="{D91C4FAC-ABCF-4535-BAC1-5B812B655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623"/>
              <a:ext cx="96" cy="1"/>
            </a:xfrm>
            <a:custGeom>
              <a:avLst/>
              <a:gdLst>
                <a:gd name="T0" fmla="*/ 1 w 192"/>
                <a:gd name="T1" fmla="*/ 0 h 1"/>
                <a:gd name="T2" fmla="*/ 0 w 192"/>
                <a:gd name="T3" fmla="*/ 0 h 1"/>
                <a:gd name="T4" fmla="*/ 1 w 19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">
                  <a:moveTo>
                    <a:pt x="192" y="0"/>
                  </a:moveTo>
                  <a:lnTo>
                    <a:pt x="0" y="0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94" name="Line 289">
              <a:extLst>
                <a:ext uri="{FF2B5EF4-FFF2-40B4-BE49-F238E27FC236}">
                  <a16:creationId xmlns:a16="http://schemas.microsoft.com/office/drawing/2014/main" id="{D0B9067B-7D85-48D8-9412-8698E140F9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09" y="2623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95" name="Freeform 290">
              <a:extLst>
                <a:ext uri="{FF2B5EF4-FFF2-40B4-BE49-F238E27FC236}">
                  <a16:creationId xmlns:a16="http://schemas.microsoft.com/office/drawing/2014/main" id="{89A3A9D9-3549-4452-ABD1-003F1C22A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707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96" name="Line 291">
              <a:extLst>
                <a:ext uri="{FF2B5EF4-FFF2-40B4-BE49-F238E27FC236}">
                  <a16:creationId xmlns:a16="http://schemas.microsoft.com/office/drawing/2014/main" id="{D99BE035-5013-4F0A-8440-0F37D693D1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2707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97" name="Freeform 292">
              <a:extLst>
                <a:ext uri="{FF2B5EF4-FFF2-40B4-BE49-F238E27FC236}">
                  <a16:creationId xmlns:a16="http://schemas.microsoft.com/office/drawing/2014/main" id="{A9487F3E-4D84-4262-9B02-236AB396C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539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98" name="Line 293">
              <a:extLst>
                <a:ext uri="{FF2B5EF4-FFF2-40B4-BE49-F238E27FC236}">
                  <a16:creationId xmlns:a16="http://schemas.microsoft.com/office/drawing/2014/main" id="{3124FED1-3745-4345-8F06-707F58B7B8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2539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499" name="Freeform 294">
              <a:extLst>
                <a:ext uri="{FF2B5EF4-FFF2-40B4-BE49-F238E27FC236}">
                  <a16:creationId xmlns:a16="http://schemas.microsoft.com/office/drawing/2014/main" id="{295E329A-0545-433D-9D58-1D1F31CE4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454"/>
              <a:ext cx="84" cy="85"/>
            </a:xfrm>
            <a:custGeom>
              <a:avLst/>
              <a:gdLst>
                <a:gd name="T0" fmla="*/ 0 w 169"/>
                <a:gd name="T1" fmla="*/ 0 h 168"/>
                <a:gd name="T2" fmla="*/ 0 w 169"/>
                <a:gd name="T3" fmla="*/ 0 h 168"/>
                <a:gd name="T4" fmla="*/ 0 w 169"/>
                <a:gd name="T5" fmla="*/ 1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68">
                  <a:moveTo>
                    <a:pt x="0" y="0"/>
                  </a:moveTo>
                  <a:lnTo>
                    <a:pt x="169" y="0"/>
                  </a:lnTo>
                  <a:lnTo>
                    <a:pt x="169" y="168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00" name="Freeform 295">
              <a:extLst>
                <a:ext uri="{FF2B5EF4-FFF2-40B4-BE49-F238E27FC236}">
                  <a16:creationId xmlns:a16="http://schemas.microsoft.com/office/drawing/2014/main" id="{8D80E89A-3318-4B03-A8FE-8DEC8D47C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707"/>
              <a:ext cx="84" cy="96"/>
            </a:xfrm>
            <a:custGeom>
              <a:avLst/>
              <a:gdLst>
                <a:gd name="T0" fmla="*/ 0 w 169"/>
                <a:gd name="T1" fmla="*/ 1 h 192"/>
                <a:gd name="T2" fmla="*/ 0 w 169"/>
                <a:gd name="T3" fmla="*/ 1 h 192"/>
                <a:gd name="T4" fmla="*/ 0 w 169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92">
                  <a:moveTo>
                    <a:pt x="0" y="192"/>
                  </a:moveTo>
                  <a:lnTo>
                    <a:pt x="169" y="192"/>
                  </a:lnTo>
                  <a:lnTo>
                    <a:pt x="169" y="0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01" name="Rectangle 296">
              <a:extLst>
                <a:ext uri="{FF2B5EF4-FFF2-40B4-BE49-F238E27FC236}">
                  <a16:creationId xmlns:a16="http://schemas.microsoft.com/office/drawing/2014/main" id="{76577A67-3B32-4219-81ED-BE61DCDA2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18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02" name="Rectangle 297">
              <a:extLst>
                <a:ext uri="{FF2B5EF4-FFF2-40B4-BE49-F238E27FC236}">
                  <a16:creationId xmlns:a16="http://schemas.microsoft.com/office/drawing/2014/main" id="{0CCE909B-ACD8-4117-981B-F66ACADF1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2382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03" name="Rectangle 298">
              <a:extLst>
                <a:ext uri="{FF2B5EF4-FFF2-40B4-BE49-F238E27FC236}">
                  <a16:creationId xmlns:a16="http://schemas.microsoft.com/office/drawing/2014/main" id="{FFF60E1A-DD90-4F15-9B5F-3E0A1DB73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2437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04" name="Rectangle 299">
              <a:extLst>
                <a:ext uri="{FF2B5EF4-FFF2-40B4-BE49-F238E27FC236}">
                  <a16:creationId xmlns:a16="http://schemas.microsoft.com/office/drawing/2014/main" id="{53330050-323C-44A0-81CF-9E54D3B9F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552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05" name="Rectangle 300">
              <a:extLst>
                <a:ext uri="{FF2B5EF4-FFF2-40B4-BE49-F238E27FC236}">
                  <a16:creationId xmlns:a16="http://schemas.microsoft.com/office/drawing/2014/main" id="{2E2ED2EE-C12A-4EF8-898F-41935F6CF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607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06" name="Rectangle 301">
              <a:extLst>
                <a:ext uri="{FF2B5EF4-FFF2-40B4-BE49-F238E27FC236}">
                  <a16:creationId xmlns:a16="http://schemas.microsoft.com/office/drawing/2014/main" id="{E1575789-0142-420C-A1AF-5FC90AD16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72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07" name="Rectangle 302">
              <a:extLst>
                <a:ext uri="{FF2B5EF4-FFF2-40B4-BE49-F238E27FC236}">
                  <a16:creationId xmlns:a16="http://schemas.microsoft.com/office/drawing/2014/main" id="{DF9F4B2F-AECE-4DA8-BEE1-B66FA87D1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78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08" name="Rectangle 303">
              <a:extLst>
                <a:ext uri="{FF2B5EF4-FFF2-40B4-BE49-F238E27FC236}">
                  <a16:creationId xmlns:a16="http://schemas.microsoft.com/office/drawing/2014/main" id="{D1D20BC0-A2AF-4B2E-9B87-FE3C62AA5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3010"/>
              <a:ext cx="115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(c) Combined circuit for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09" name="Rectangle 304">
              <a:extLst>
                <a:ext uri="{FF2B5EF4-FFF2-40B4-BE49-F238E27FC236}">
                  <a16:creationId xmlns:a16="http://schemas.microsoft.com/office/drawing/2014/main" id="{4181FCC5-E251-445B-9C9E-6D5FBE2FC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3002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10" name="Rectangle 305">
              <a:extLst>
                <a:ext uri="{FF2B5EF4-FFF2-40B4-BE49-F238E27FC236}">
                  <a16:creationId xmlns:a16="http://schemas.microsoft.com/office/drawing/2014/main" id="{62AA1268-14E6-44D2-A625-F274FD94E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8" y="305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11" name="Rectangle 306">
              <a:extLst>
                <a:ext uri="{FF2B5EF4-FFF2-40B4-BE49-F238E27FC236}">
                  <a16:creationId xmlns:a16="http://schemas.microsoft.com/office/drawing/2014/main" id="{D78D94DE-C030-4D05-94DA-49E6B4FE6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3002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12" name="Rectangle 307">
              <a:extLst>
                <a:ext uri="{FF2B5EF4-FFF2-40B4-BE49-F238E27FC236}">
                  <a16:creationId xmlns:a16="http://schemas.microsoft.com/office/drawing/2014/main" id="{16B5514B-A4C9-49CB-B650-940528C07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9" y="305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13" name="Rectangle 308">
              <a:extLst>
                <a:ext uri="{FF2B5EF4-FFF2-40B4-BE49-F238E27FC236}">
                  <a16:creationId xmlns:a16="http://schemas.microsoft.com/office/drawing/2014/main" id="{4DF360A4-F78D-4406-952B-CAFA9D6CE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3010"/>
              <a:ext cx="217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and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14" name="Line 309">
              <a:extLst>
                <a:ext uri="{FF2B5EF4-FFF2-40B4-BE49-F238E27FC236}">
                  <a16:creationId xmlns:a16="http://schemas.microsoft.com/office/drawing/2014/main" id="{09EE8CBD-DD2B-4208-935F-68E34AB283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89" y="1349"/>
              <a:ext cx="22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15" name="Line 310">
              <a:extLst>
                <a:ext uri="{FF2B5EF4-FFF2-40B4-BE49-F238E27FC236}">
                  <a16:creationId xmlns:a16="http://schemas.microsoft.com/office/drawing/2014/main" id="{6460B0A4-3E5F-4005-B19C-F3B0BED3C9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" y="1349"/>
              <a:ext cx="0" cy="10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16" name="Line 311">
              <a:extLst>
                <a:ext uri="{FF2B5EF4-FFF2-40B4-BE49-F238E27FC236}">
                  <a16:creationId xmlns:a16="http://schemas.microsoft.com/office/drawing/2014/main" id="{8A0E964C-A2E0-4F00-913F-63DF05C954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" y="2370"/>
              <a:ext cx="20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17" name="AutoShape 312">
              <a:extLst>
                <a:ext uri="{FF2B5EF4-FFF2-40B4-BE49-F238E27FC236}">
                  <a16:creationId xmlns:a16="http://schemas.microsoft.com/office/drawing/2014/main" id="{B4B045AE-BC56-4CD4-836D-B86577DE6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952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18" name="AutoShape 313">
              <a:extLst>
                <a:ext uri="{FF2B5EF4-FFF2-40B4-BE49-F238E27FC236}">
                  <a16:creationId xmlns:a16="http://schemas.microsoft.com/office/drawing/2014/main" id="{84B13287-A25B-49BA-8917-473A43A8D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469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19" name="AutoShape 314">
              <a:extLst>
                <a:ext uri="{FF2B5EF4-FFF2-40B4-BE49-F238E27FC236}">
                  <a16:creationId xmlns:a16="http://schemas.microsoft.com/office/drawing/2014/main" id="{7FB464C5-431E-47EF-B99C-D4A69413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" y="1979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520" name="AutoShape 315">
              <a:extLst>
                <a:ext uri="{FF2B5EF4-FFF2-40B4-BE49-F238E27FC236}">
                  <a16:creationId xmlns:a16="http://schemas.microsoft.com/office/drawing/2014/main" id="{A644B6DB-9DDA-433C-B608-3B01FE9C4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2490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2410" name="Group 16">
            <a:extLst>
              <a:ext uri="{FF2B5EF4-FFF2-40B4-BE49-F238E27FC236}">
                <a16:creationId xmlns:a16="http://schemas.microsoft.com/office/drawing/2014/main" id="{CD2288F6-9B09-4523-A326-A592AA6421A2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3048000"/>
            <a:ext cx="774700" cy="771525"/>
            <a:chOff x="282646" y="3410630"/>
            <a:chExt cx="774571" cy="771325"/>
          </a:xfrm>
        </p:grpSpPr>
        <p:sp>
          <p:nvSpPr>
            <p:cNvPr id="102425" name="TextBox 14">
              <a:extLst>
                <a:ext uri="{FF2B5EF4-FFF2-40B4-BE49-F238E27FC236}">
                  <a16:creationId xmlns:a16="http://schemas.microsoft.com/office/drawing/2014/main" id="{B5A60CFE-1C6D-4E42-BC9E-1696EB194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02426" name="TextBox 15">
              <a:extLst>
                <a:ext uri="{FF2B5EF4-FFF2-40B4-BE49-F238E27FC236}">
                  <a16:creationId xmlns:a16="http://schemas.microsoft.com/office/drawing/2014/main" id="{EE6A8FDD-E23E-42FD-86C7-68B3EB538E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571" y="341063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102411" name="Group 305">
            <a:extLst>
              <a:ext uri="{FF2B5EF4-FFF2-40B4-BE49-F238E27FC236}">
                <a16:creationId xmlns:a16="http://schemas.microsoft.com/office/drawing/2014/main" id="{CDE2BD24-C328-4EA0-B7F1-084F6C9982C7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3200400"/>
            <a:ext cx="774700" cy="771525"/>
            <a:chOff x="282646" y="3410630"/>
            <a:chExt cx="774571" cy="771325"/>
          </a:xfrm>
        </p:grpSpPr>
        <p:sp>
          <p:nvSpPr>
            <p:cNvPr id="102423" name="TextBox 306">
              <a:extLst>
                <a:ext uri="{FF2B5EF4-FFF2-40B4-BE49-F238E27FC236}">
                  <a16:creationId xmlns:a16="http://schemas.microsoft.com/office/drawing/2014/main" id="{56846262-085B-4688-B398-73595E6CDA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02424" name="TextBox 307">
              <a:extLst>
                <a:ext uri="{FF2B5EF4-FFF2-40B4-BE49-F238E27FC236}">
                  <a16:creationId xmlns:a16="http://schemas.microsoft.com/office/drawing/2014/main" id="{A326851B-A143-4536-B40A-C61A00B8B9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571" y="341063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102412" name="Group 309">
            <a:extLst>
              <a:ext uri="{FF2B5EF4-FFF2-40B4-BE49-F238E27FC236}">
                <a16:creationId xmlns:a16="http://schemas.microsoft.com/office/drawing/2014/main" id="{27425416-A9C1-4F7E-8754-4A6C4259CB19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23813"/>
            <a:ext cx="774700" cy="766762"/>
            <a:chOff x="282646" y="3415490"/>
            <a:chExt cx="774571" cy="766465"/>
          </a:xfrm>
        </p:grpSpPr>
        <p:sp>
          <p:nvSpPr>
            <p:cNvPr id="102421" name="TextBox 310">
              <a:extLst>
                <a:ext uri="{FF2B5EF4-FFF2-40B4-BE49-F238E27FC236}">
                  <a16:creationId xmlns:a16="http://schemas.microsoft.com/office/drawing/2014/main" id="{9E4AA126-8D9F-41E7-B3ED-DD69F5380B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02422" name="TextBox 312">
              <a:extLst>
                <a:ext uri="{FF2B5EF4-FFF2-40B4-BE49-F238E27FC236}">
                  <a16:creationId xmlns:a16="http://schemas.microsoft.com/office/drawing/2014/main" id="{8C1C7DC8-0F8E-4419-AB80-802829A144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41549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102413" name="Group 313">
            <a:extLst>
              <a:ext uri="{FF2B5EF4-FFF2-40B4-BE49-F238E27FC236}">
                <a16:creationId xmlns:a16="http://schemas.microsoft.com/office/drawing/2014/main" id="{F78AAC70-544A-43ED-A9AD-799441739375}"/>
              </a:ext>
            </a:extLst>
          </p:cNvPr>
          <p:cNvGrpSpPr>
            <a:grpSpLocks/>
          </p:cNvGrpSpPr>
          <p:nvPr/>
        </p:nvGrpSpPr>
        <p:grpSpPr bwMode="auto">
          <a:xfrm>
            <a:off x="3151188" y="1420813"/>
            <a:ext cx="1219200" cy="766762"/>
            <a:chOff x="282646" y="3415490"/>
            <a:chExt cx="1082348" cy="766465"/>
          </a:xfrm>
        </p:grpSpPr>
        <p:sp>
          <p:nvSpPr>
            <p:cNvPr id="102419" name="TextBox 314">
              <a:extLst>
                <a:ext uri="{FF2B5EF4-FFF2-40B4-BE49-F238E27FC236}">
                  <a16:creationId xmlns:a16="http://schemas.microsoft.com/office/drawing/2014/main" id="{48B80675-5A2D-4D39-8BB2-AFEFCBC5F0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108234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102420" name="TextBox 316">
              <a:extLst>
                <a:ext uri="{FF2B5EF4-FFF2-40B4-BE49-F238E27FC236}">
                  <a16:creationId xmlns:a16="http://schemas.microsoft.com/office/drawing/2014/main" id="{F1A7A786-2BEA-42B7-A3B4-7A78A03E72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41549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sp>
        <p:nvSpPr>
          <p:cNvPr id="102414" name="TextBox 325">
            <a:extLst>
              <a:ext uri="{FF2B5EF4-FFF2-40B4-BE49-F238E27FC236}">
                <a16:creationId xmlns:a16="http://schemas.microsoft.com/office/drawing/2014/main" id="{7D134940-C1D9-4DCB-9ACD-1FD078411C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000" y="2138363"/>
            <a:ext cx="10826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</a:p>
        </p:txBody>
      </p:sp>
      <p:sp>
        <p:nvSpPr>
          <p:cNvPr id="102415" name="Oval 1">
            <a:extLst>
              <a:ext uri="{FF2B5EF4-FFF2-40B4-BE49-F238E27FC236}">
                <a16:creationId xmlns:a16="http://schemas.microsoft.com/office/drawing/2014/main" id="{CEB36278-A7F8-4B77-A708-D9BBB258B7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238500"/>
            <a:ext cx="914400" cy="76200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02416" name="Straight Arrow Connector 298">
            <a:extLst>
              <a:ext uri="{FF2B5EF4-FFF2-40B4-BE49-F238E27FC236}">
                <a16:creationId xmlns:a16="http://schemas.microsoft.com/office/drawing/2014/main" id="{12459FC2-489B-41E4-8547-03574DBC87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14400" y="3657600"/>
            <a:ext cx="3302000" cy="1273175"/>
          </a:xfrm>
          <a:prstGeom prst="straightConnector1">
            <a:avLst/>
          </a:prstGeom>
          <a:noFill/>
          <a:ln w="3175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2417" name="Oval 299">
            <a:extLst>
              <a:ext uri="{FF2B5EF4-FFF2-40B4-BE49-F238E27FC236}">
                <a16:creationId xmlns:a16="http://schemas.microsoft.com/office/drawing/2014/main" id="{27C456F3-576B-494B-AEF4-129A53C473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9388" y="3417888"/>
            <a:ext cx="914400" cy="76200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02418" name="Straight Arrow Connector 300">
            <a:extLst>
              <a:ext uri="{FF2B5EF4-FFF2-40B4-BE49-F238E27FC236}">
                <a16:creationId xmlns:a16="http://schemas.microsoft.com/office/drawing/2014/main" id="{A2B56CBB-2C9E-4576-9561-07ABF826C14E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297363" y="3886200"/>
            <a:ext cx="3524250" cy="1044575"/>
          </a:xfrm>
          <a:prstGeom prst="straightConnector1">
            <a:avLst/>
          </a:prstGeom>
          <a:noFill/>
          <a:ln w="3175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6E16464-8DE7-4339-8E63-39C39E85B5B5}"/>
                  </a:ext>
                </a:extLst>
              </p14:cNvPr>
              <p14:cNvContentPartPr/>
              <p14:nvPr/>
            </p14:nvContentPartPr>
            <p14:xfrm>
              <a:off x="4514400" y="3907440"/>
              <a:ext cx="854280" cy="136440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6E16464-8DE7-4339-8E63-39C39E85B5B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05040" y="3898080"/>
                <a:ext cx="873000" cy="13831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425" name="Group 317">
            <a:extLst>
              <a:ext uri="{FF2B5EF4-FFF2-40B4-BE49-F238E27FC236}">
                <a16:creationId xmlns:a16="http://schemas.microsoft.com/office/drawing/2014/main" id="{051CEDA6-FE77-43BF-8567-6C32F2424BDE}"/>
              </a:ext>
            </a:extLst>
          </p:cNvPr>
          <p:cNvGrpSpPr>
            <a:grpSpLocks/>
          </p:cNvGrpSpPr>
          <p:nvPr/>
        </p:nvGrpSpPr>
        <p:grpSpPr bwMode="auto">
          <a:xfrm>
            <a:off x="685800" y="198438"/>
            <a:ext cx="2270125" cy="2620962"/>
            <a:chOff x="427" y="273"/>
            <a:chExt cx="1430" cy="1651"/>
          </a:xfrm>
        </p:grpSpPr>
        <p:sp>
          <p:nvSpPr>
            <p:cNvPr id="103591" name="Rectangle 170">
              <a:extLst>
                <a:ext uri="{FF2B5EF4-FFF2-40B4-BE49-F238E27FC236}">
                  <a16:creationId xmlns:a16="http://schemas.microsoft.com/office/drawing/2014/main" id="{CA255027-FCC2-47C3-BC24-894F703C8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597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92" name="Line 171">
              <a:extLst>
                <a:ext uri="{FF2B5EF4-FFF2-40B4-BE49-F238E27FC236}">
                  <a16:creationId xmlns:a16="http://schemas.microsoft.com/office/drawing/2014/main" id="{1EA02EEB-1481-44DF-A264-1C62D065A0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850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93" name="Line 172">
              <a:extLst>
                <a:ext uri="{FF2B5EF4-FFF2-40B4-BE49-F238E27FC236}">
                  <a16:creationId xmlns:a16="http://schemas.microsoft.com/office/drawing/2014/main" id="{05DECB40-D2AE-4A7C-A699-6A8C3327C2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94" name="Line 173">
              <a:extLst>
                <a:ext uri="{FF2B5EF4-FFF2-40B4-BE49-F238E27FC236}">
                  <a16:creationId xmlns:a16="http://schemas.microsoft.com/office/drawing/2014/main" id="{1D652F1F-4101-4B4E-81D2-2D7D3B7BBC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" y="345"/>
              <a:ext cx="253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95" name="Rectangle 175">
              <a:extLst>
                <a:ext uri="{FF2B5EF4-FFF2-40B4-BE49-F238E27FC236}">
                  <a16:creationId xmlns:a16="http://schemas.microsoft.com/office/drawing/2014/main" id="{B0FB2072-25CF-4609-AD46-1B4BB389D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96" name="Rectangle 176">
              <a:extLst>
                <a:ext uri="{FF2B5EF4-FFF2-40B4-BE49-F238E27FC236}">
                  <a16:creationId xmlns:a16="http://schemas.microsoft.com/office/drawing/2014/main" id="{D5BF4F2A-62FF-46FF-9BD2-0C87130E8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97" name="Rectangle 177">
              <a:extLst>
                <a:ext uri="{FF2B5EF4-FFF2-40B4-BE49-F238E27FC236}">
                  <a16:creationId xmlns:a16="http://schemas.microsoft.com/office/drawing/2014/main" id="{616D87AC-C1ED-4C14-BF8E-25828BEE7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98" name="Rectangle 178">
              <a:extLst>
                <a:ext uri="{FF2B5EF4-FFF2-40B4-BE49-F238E27FC236}">
                  <a16:creationId xmlns:a16="http://schemas.microsoft.com/office/drawing/2014/main" id="{CDB3A0D5-2FC8-44D1-9B81-0D73673D3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99" name="Rectangle 179">
              <a:extLst>
                <a:ext uri="{FF2B5EF4-FFF2-40B4-BE49-F238E27FC236}">
                  <a16:creationId xmlns:a16="http://schemas.microsoft.com/office/drawing/2014/main" id="{87410057-75CA-42C3-9780-6CDEAFECF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00" name="Rectangle 180">
              <a:extLst>
                <a:ext uri="{FF2B5EF4-FFF2-40B4-BE49-F238E27FC236}">
                  <a16:creationId xmlns:a16="http://schemas.microsoft.com/office/drawing/2014/main" id="{20D1EC57-D78F-4671-8860-6B3FCFFA8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01" name="Rectangle 181">
              <a:extLst>
                <a:ext uri="{FF2B5EF4-FFF2-40B4-BE49-F238E27FC236}">
                  <a16:creationId xmlns:a16="http://schemas.microsoft.com/office/drawing/2014/main" id="{190E8CF7-CD63-4F05-B8FD-C846A0882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02" name="Rectangle 182">
              <a:extLst>
                <a:ext uri="{FF2B5EF4-FFF2-40B4-BE49-F238E27FC236}">
                  <a16:creationId xmlns:a16="http://schemas.microsoft.com/office/drawing/2014/main" id="{0BADFD7E-506A-4DF6-9A64-2B19F9713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597"/>
              <a:ext cx="504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03" name="Line 183">
              <a:extLst>
                <a:ext uri="{FF2B5EF4-FFF2-40B4-BE49-F238E27FC236}">
                  <a16:creationId xmlns:a16="http://schemas.microsoft.com/office/drawing/2014/main" id="{969486D5-2738-42BB-AC51-2317FC929C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850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04" name="Line 184">
              <a:extLst>
                <a:ext uri="{FF2B5EF4-FFF2-40B4-BE49-F238E27FC236}">
                  <a16:creationId xmlns:a16="http://schemas.microsoft.com/office/drawing/2014/main" id="{D62D7002-F164-46A9-B9F1-3EB86DF62E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05" name="Rectangle 185">
              <a:extLst>
                <a:ext uri="{FF2B5EF4-FFF2-40B4-BE49-F238E27FC236}">
                  <a16:creationId xmlns:a16="http://schemas.microsoft.com/office/drawing/2014/main" id="{A6F29300-F8DA-4A23-A4BB-F10DA681B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06" name="Rectangle 186">
              <a:extLst>
                <a:ext uri="{FF2B5EF4-FFF2-40B4-BE49-F238E27FC236}">
                  <a16:creationId xmlns:a16="http://schemas.microsoft.com/office/drawing/2014/main" id="{24E0A21C-1AEF-4F67-A929-7FDE5A34D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07" name="Rectangle 187">
              <a:extLst>
                <a:ext uri="{FF2B5EF4-FFF2-40B4-BE49-F238E27FC236}">
                  <a16:creationId xmlns:a16="http://schemas.microsoft.com/office/drawing/2014/main" id="{C3B952C7-939E-4FEF-BA57-557F46C55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8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08" name="Rectangle 188">
              <a:extLst>
                <a:ext uri="{FF2B5EF4-FFF2-40B4-BE49-F238E27FC236}">
                  <a16:creationId xmlns:a16="http://schemas.microsoft.com/office/drawing/2014/main" id="{5CBCEA65-FFDC-47B3-A43B-E13A12305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09" name="Rectangle 189">
              <a:extLst>
                <a:ext uri="{FF2B5EF4-FFF2-40B4-BE49-F238E27FC236}">
                  <a16:creationId xmlns:a16="http://schemas.microsoft.com/office/drawing/2014/main" id="{3150274A-5619-455F-99E3-A59FC59D5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10" name="Rectangle 190">
              <a:extLst>
                <a:ext uri="{FF2B5EF4-FFF2-40B4-BE49-F238E27FC236}">
                  <a16:creationId xmlns:a16="http://schemas.microsoft.com/office/drawing/2014/main" id="{753EDE0B-FA6B-4C48-92AB-39E78E197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11" name="Rectangle 191">
              <a:extLst>
                <a:ext uri="{FF2B5EF4-FFF2-40B4-BE49-F238E27FC236}">
                  <a16:creationId xmlns:a16="http://schemas.microsoft.com/office/drawing/2014/main" id="{44C672D7-2CCB-4A66-9703-9B5EBA450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12" name="Rectangle 192">
              <a:extLst>
                <a:ext uri="{FF2B5EF4-FFF2-40B4-BE49-F238E27FC236}">
                  <a16:creationId xmlns:a16="http://schemas.microsoft.com/office/drawing/2014/main" id="{2B0EDD8D-284F-4BA1-A815-E3BED483E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13" name="Rectangle 193">
              <a:extLst>
                <a:ext uri="{FF2B5EF4-FFF2-40B4-BE49-F238E27FC236}">
                  <a16:creationId xmlns:a16="http://schemas.microsoft.com/office/drawing/2014/main" id="{BC5156A9-2390-4082-854A-7CF602FE1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1114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14" name="Line 194">
              <a:extLst>
                <a:ext uri="{FF2B5EF4-FFF2-40B4-BE49-F238E27FC236}">
                  <a16:creationId xmlns:a16="http://schemas.microsoft.com/office/drawing/2014/main" id="{A5935C3F-12A5-4B32-AE9E-77C5F18215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1366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15" name="Line 195">
              <a:extLst>
                <a:ext uri="{FF2B5EF4-FFF2-40B4-BE49-F238E27FC236}">
                  <a16:creationId xmlns:a16="http://schemas.microsoft.com/office/drawing/2014/main" id="{3CCE2911-27DD-45C5-92E8-6E7D6D92EC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16" name="Rectangle 196">
              <a:extLst>
                <a:ext uri="{FF2B5EF4-FFF2-40B4-BE49-F238E27FC236}">
                  <a16:creationId xmlns:a16="http://schemas.microsoft.com/office/drawing/2014/main" id="{696BB377-7586-426C-A3BB-276C29716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17" name="Rectangle 197">
              <a:extLst>
                <a:ext uri="{FF2B5EF4-FFF2-40B4-BE49-F238E27FC236}">
                  <a16:creationId xmlns:a16="http://schemas.microsoft.com/office/drawing/2014/main" id="{865C2A8D-B089-47F2-9782-37D8E902A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1114"/>
              <a:ext cx="504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18" name="Line 198">
              <a:extLst>
                <a:ext uri="{FF2B5EF4-FFF2-40B4-BE49-F238E27FC236}">
                  <a16:creationId xmlns:a16="http://schemas.microsoft.com/office/drawing/2014/main" id="{30EA383B-FFA2-42FE-861B-F022CA2A51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1366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19" name="Line 199">
              <a:extLst>
                <a:ext uri="{FF2B5EF4-FFF2-40B4-BE49-F238E27FC236}">
                  <a16:creationId xmlns:a16="http://schemas.microsoft.com/office/drawing/2014/main" id="{B6B6C1C2-9BC1-4DEE-BAA0-F746791C20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20" name="Rectangle 200">
              <a:extLst>
                <a:ext uri="{FF2B5EF4-FFF2-40B4-BE49-F238E27FC236}">
                  <a16:creationId xmlns:a16="http://schemas.microsoft.com/office/drawing/2014/main" id="{390089FB-DF18-4800-82E3-59A4C6485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21" name="Rectangle 201">
              <a:extLst>
                <a:ext uri="{FF2B5EF4-FFF2-40B4-BE49-F238E27FC236}">
                  <a16:creationId xmlns:a16="http://schemas.microsoft.com/office/drawing/2014/main" id="{97473283-8B77-49F0-AA21-52343CCED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22" name="Rectangle 202">
              <a:extLst>
                <a:ext uri="{FF2B5EF4-FFF2-40B4-BE49-F238E27FC236}">
                  <a16:creationId xmlns:a16="http://schemas.microsoft.com/office/drawing/2014/main" id="{D7E76A6D-DC72-4108-8400-B71609F7D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23" name="Rectangle 203">
              <a:extLst>
                <a:ext uri="{FF2B5EF4-FFF2-40B4-BE49-F238E27FC236}">
                  <a16:creationId xmlns:a16="http://schemas.microsoft.com/office/drawing/2014/main" id="{68ED2FA0-74A0-48BF-AB1C-388E9B1FC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24" name="Rectangle 204">
              <a:extLst>
                <a:ext uri="{FF2B5EF4-FFF2-40B4-BE49-F238E27FC236}">
                  <a16:creationId xmlns:a16="http://schemas.microsoft.com/office/drawing/2014/main" id="{A96C26D0-8B41-4EB9-BC2B-D1BB1A60D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673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25" name="Rectangle 205">
              <a:extLst>
                <a:ext uri="{FF2B5EF4-FFF2-40B4-BE49-F238E27FC236}">
                  <a16:creationId xmlns:a16="http://schemas.microsoft.com/office/drawing/2014/main" id="{71FD58EE-1CB2-46A2-8268-A60D017E2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928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26" name="Rectangle 206">
              <a:extLst>
                <a:ext uri="{FF2B5EF4-FFF2-40B4-BE49-F238E27FC236}">
                  <a16:creationId xmlns:a16="http://schemas.microsoft.com/office/drawing/2014/main" id="{44CD96E8-6E18-4993-B3A2-B89E762D5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184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27" name="Freeform 207">
              <a:extLst>
                <a:ext uri="{FF2B5EF4-FFF2-40B4-BE49-F238E27FC236}">
                  <a16:creationId xmlns:a16="http://schemas.microsoft.com/office/drawing/2014/main" id="{F06C5B2F-76AD-43EE-9BCE-4E05F222C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640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8" y="0"/>
                  </a:moveTo>
                  <a:lnTo>
                    <a:pt x="465" y="0"/>
                  </a:lnTo>
                  <a:lnTo>
                    <a:pt x="461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4" y="0"/>
                  </a:lnTo>
                  <a:lnTo>
                    <a:pt x="442" y="0"/>
                  </a:lnTo>
                  <a:lnTo>
                    <a:pt x="438" y="0"/>
                  </a:lnTo>
                  <a:lnTo>
                    <a:pt x="436" y="0"/>
                  </a:lnTo>
                  <a:lnTo>
                    <a:pt x="432" y="0"/>
                  </a:lnTo>
                  <a:lnTo>
                    <a:pt x="430" y="0"/>
                  </a:lnTo>
                  <a:lnTo>
                    <a:pt x="426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7" y="0"/>
                  </a:lnTo>
                  <a:lnTo>
                    <a:pt x="402" y="0"/>
                  </a:lnTo>
                  <a:lnTo>
                    <a:pt x="397" y="0"/>
                  </a:lnTo>
                  <a:lnTo>
                    <a:pt x="391" y="0"/>
                  </a:lnTo>
                  <a:lnTo>
                    <a:pt x="385" y="0"/>
                  </a:lnTo>
                  <a:lnTo>
                    <a:pt x="379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49" y="0"/>
                  </a:lnTo>
                  <a:lnTo>
                    <a:pt x="341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6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7" y="0"/>
                  </a:lnTo>
                  <a:lnTo>
                    <a:pt x="239" y="0"/>
                  </a:lnTo>
                  <a:lnTo>
                    <a:pt x="230" y="0"/>
                  </a:lnTo>
                  <a:lnTo>
                    <a:pt x="223" y="0"/>
                  </a:lnTo>
                  <a:lnTo>
                    <a:pt x="217" y="0"/>
                  </a:lnTo>
                  <a:lnTo>
                    <a:pt x="211" y="0"/>
                  </a:lnTo>
                  <a:lnTo>
                    <a:pt x="205" y="0"/>
                  </a:lnTo>
                  <a:lnTo>
                    <a:pt x="199" y="0"/>
                  </a:lnTo>
                  <a:lnTo>
                    <a:pt x="194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4" y="0"/>
                  </a:lnTo>
                  <a:lnTo>
                    <a:pt x="170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1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5" y="0"/>
                  </a:lnTo>
                  <a:lnTo>
                    <a:pt x="132" y="0"/>
                  </a:lnTo>
                  <a:lnTo>
                    <a:pt x="128" y="0"/>
                  </a:lnTo>
                  <a:lnTo>
                    <a:pt x="123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0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3" y="1"/>
                  </a:lnTo>
                  <a:lnTo>
                    <a:pt x="101" y="1"/>
                  </a:lnTo>
                  <a:lnTo>
                    <a:pt x="98" y="2"/>
                  </a:lnTo>
                  <a:lnTo>
                    <a:pt x="96" y="2"/>
                  </a:lnTo>
                  <a:lnTo>
                    <a:pt x="93" y="2"/>
                  </a:lnTo>
                  <a:lnTo>
                    <a:pt x="91" y="3"/>
                  </a:lnTo>
                  <a:lnTo>
                    <a:pt x="90" y="3"/>
                  </a:lnTo>
                  <a:lnTo>
                    <a:pt x="87" y="5"/>
                  </a:lnTo>
                  <a:lnTo>
                    <a:pt x="85" y="6"/>
                  </a:lnTo>
                  <a:lnTo>
                    <a:pt x="84" y="7"/>
                  </a:lnTo>
                  <a:lnTo>
                    <a:pt x="81" y="8"/>
                  </a:lnTo>
                  <a:lnTo>
                    <a:pt x="79" y="10"/>
                  </a:lnTo>
                  <a:lnTo>
                    <a:pt x="78" y="11"/>
                  </a:lnTo>
                  <a:lnTo>
                    <a:pt x="75" y="12"/>
                  </a:lnTo>
                  <a:lnTo>
                    <a:pt x="73" y="14"/>
                  </a:lnTo>
                  <a:lnTo>
                    <a:pt x="71" y="17"/>
                  </a:lnTo>
                  <a:lnTo>
                    <a:pt x="68" y="18"/>
                  </a:lnTo>
                  <a:lnTo>
                    <a:pt x="66" y="20"/>
                  </a:lnTo>
                  <a:lnTo>
                    <a:pt x="63" y="23"/>
                  </a:lnTo>
                  <a:lnTo>
                    <a:pt x="60" y="26"/>
                  </a:lnTo>
                  <a:lnTo>
                    <a:pt x="57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6" y="40"/>
                  </a:lnTo>
                  <a:lnTo>
                    <a:pt x="43" y="43"/>
                  </a:lnTo>
                  <a:lnTo>
                    <a:pt x="39" y="47"/>
                  </a:lnTo>
                  <a:lnTo>
                    <a:pt x="36" y="50"/>
                  </a:lnTo>
                  <a:lnTo>
                    <a:pt x="32" y="54"/>
                  </a:lnTo>
                  <a:lnTo>
                    <a:pt x="28" y="58"/>
                  </a:lnTo>
                  <a:lnTo>
                    <a:pt x="26" y="60"/>
                  </a:lnTo>
                  <a:lnTo>
                    <a:pt x="22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0" y="77"/>
                  </a:lnTo>
                  <a:lnTo>
                    <a:pt x="9" y="79"/>
                  </a:lnTo>
                  <a:lnTo>
                    <a:pt x="8" y="82"/>
                  </a:lnTo>
                  <a:lnTo>
                    <a:pt x="7" y="84"/>
                  </a:lnTo>
                  <a:lnTo>
                    <a:pt x="6" y="85"/>
                  </a:lnTo>
                  <a:lnTo>
                    <a:pt x="4" y="88"/>
                  </a:lnTo>
                  <a:lnTo>
                    <a:pt x="3" y="90"/>
                  </a:lnTo>
                  <a:lnTo>
                    <a:pt x="3" y="91"/>
                  </a:lnTo>
                  <a:lnTo>
                    <a:pt x="2" y="94"/>
                  </a:lnTo>
                  <a:lnTo>
                    <a:pt x="2" y="96"/>
                  </a:lnTo>
                  <a:lnTo>
                    <a:pt x="2" y="98"/>
                  </a:lnTo>
                  <a:lnTo>
                    <a:pt x="1" y="101"/>
                  </a:lnTo>
                  <a:lnTo>
                    <a:pt x="1" y="103"/>
                  </a:lnTo>
                  <a:lnTo>
                    <a:pt x="1" y="106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4"/>
                  </a:lnTo>
                  <a:lnTo>
                    <a:pt x="1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1" y="736"/>
                  </a:lnTo>
                  <a:lnTo>
                    <a:pt x="1" y="739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8"/>
                  </a:lnTo>
                  <a:lnTo>
                    <a:pt x="1" y="750"/>
                  </a:lnTo>
                  <a:lnTo>
                    <a:pt x="1" y="752"/>
                  </a:lnTo>
                  <a:lnTo>
                    <a:pt x="2" y="755"/>
                  </a:lnTo>
                  <a:lnTo>
                    <a:pt x="2" y="757"/>
                  </a:lnTo>
                  <a:lnTo>
                    <a:pt x="2" y="758"/>
                  </a:lnTo>
                  <a:lnTo>
                    <a:pt x="3" y="761"/>
                  </a:lnTo>
                  <a:lnTo>
                    <a:pt x="3" y="763"/>
                  </a:lnTo>
                  <a:lnTo>
                    <a:pt x="4" y="766"/>
                  </a:lnTo>
                  <a:lnTo>
                    <a:pt x="6" y="767"/>
                  </a:lnTo>
                  <a:lnTo>
                    <a:pt x="7" y="769"/>
                  </a:lnTo>
                  <a:lnTo>
                    <a:pt x="8" y="772"/>
                  </a:lnTo>
                  <a:lnTo>
                    <a:pt x="9" y="773"/>
                  </a:lnTo>
                  <a:lnTo>
                    <a:pt x="10" y="775"/>
                  </a:lnTo>
                  <a:lnTo>
                    <a:pt x="12" y="778"/>
                  </a:lnTo>
                  <a:lnTo>
                    <a:pt x="14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2" y="790"/>
                  </a:lnTo>
                  <a:lnTo>
                    <a:pt x="26" y="792"/>
                  </a:lnTo>
                  <a:lnTo>
                    <a:pt x="28" y="796"/>
                  </a:lnTo>
                  <a:lnTo>
                    <a:pt x="32" y="799"/>
                  </a:lnTo>
                  <a:lnTo>
                    <a:pt x="36" y="802"/>
                  </a:lnTo>
                  <a:lnTo>
                    <a:pt x="39" y="805"/>
                  </a:lnTo>
                  <a:lnTo>
                    <a:pt x="43" y="810"/>
                  </a:lnTo>
                  <a:lnTo>
                    <a:pt x="46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7" y="823"/>
                  </a:lnTo>
                  <a:lnTo>
                    <a:pt x="60" y="827"/>
                  </a:lnTo>
                  <a:lnTo>
                    <a:pt x="63" y="829"/>
                  </a:lnTo>
                  <a:lnTo>
                    <a:pt x="66" y="832"/>
                  </a:lnTo>
                  <a:lnTo>
                    <a:pt x="68" y="834"/>
                  </a:lnTo>
                  <a:lnTo>
                    <a:pt x="71" y="837"/>
                  </a:lnTo>
                  <a:lnTo>
                    <a:pt x="73" y="839"/>
                  </a:lnTo>
                  <a:lnTo>
                    <a:pt x="75" y="840"/>
                  </a:lnTo>
                  <a:lnTo>
                    <a:pt x="78" y="841"/>
                  </a:lnTo>
                  <a:lnTo>
                    <a:pt x="79" y="844"/>
                  </a:lnTo>
                  <a:lnTo>
                    <a:pt x="81" y="845"/>
                  </a:lnTo>
                  <a:lnTo>
                    <a:pt x="84" y="846"/>
                  </a:lnTo>
                  <a:lnTo>
                    <a:pt x="85" y="847"/>
                  </a:lnTo>
                  <a:lnTo>
                    <a:pt x="87" y="847"/>
                  </a:lnTo>
                  <a:lnTo>
                    <a:pt x="90" y="849"/>
                  </a:lnTo>
                  <a:lnTo>
                    <a:pt x="91" y="850"/>
                  </a:lnTo>
                  <a:lnTo>
                    <a:pt x="93" y="850"/>
                  </a:lnTo>
                  <a:lnTo>
                    <a:pt x="96" y="851"/>
                  </a:lnTo>
                  <a:lnTo>
                    <a:pt x="98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3" y="852"/>
                  </a:lnTo>
                  <a:lnTo>
                    <a:pt x="128" y="852"/>
                  </a:lnTo>
                  <a:lnTo>
                    <a:pt x="132" y="852"/>
                  </a:lnTo>
                  <a:lnTo>
                    <a:pt x="135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1" y="852"/>
                  </a:lnTo>
                  <a:lnTo>
                    <a:pt x="155" y="852"/>
                  </a:lnTo>
                  <a:lnTo>
                    <a:pt x="157" y="852"/>
                  </a:lnTo>
                  <a:lnTo>
                    <a:pt x="161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70" y="852"/>
                  </a:lnTo>
                  <a:lnTo>
                    <a:pt x="174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4" y="852"/>
                  </a:lnTo>
                  <a:lnTo>
                    <a:pt x="199" y="852"/>
                  </a:lnTo>
                  <a:lnTo>
                    <a:pt x="205" y="852"/>
                  </a:lnTo>
                  <a:lnTo>
                    <a:pt x="211" y="852"/>
                  </a:lnTo>
                  <a:lnTo>
                    <a:pt x="217" y="852"/>
                  </a:lnTo>
                  <a:lnTo>
                    <a:pt x="223" y="852"/>
                  </a:lnTo>
                  <a:lnTo>
                    <a:pt x="230" y="852"/>
                  </a:lnTo>
                  <a:lnTo>
                    <a:pt x="239" y="852"/>
                  </a:lnTo>
                  <a:lnTo>
                    <a:pt x="247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6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1" y="852"/>
                  </a:lnTo>
                  <a:lnTo>
                    <a:pt x="349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8" y="852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0" y="852"/>
                  </a:lnTo>
                  <a:lnTo>
                    <a:pt x="456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1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4" y="852"/>
                  </a:lnTo>
                  <a:lnTo>
                    <a:pt x="621" y="852"/>
                  </a:lnTo>
                  <a:lnTo>
                    <a:pt x="628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2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0" y="852"/>
                  </a:lnTo>
                  <a:lnTo>
                    <a:pt x="675" y="852"/>
                  </a:lnTo>
                  <a:lnTo>
                    <a:pt x="679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8" y="852"/>
                  </a:lnTo>
                  <a:lnTo>
                    <a:pt x="692" y="852"/>
                  </a:lnTo>
                  <a:lnTo>
                    <a:pt x="694" y="852"/>
                  </a:lnTo>
                  <a:lnTo>
                    <a:pt x="698" y="852"/>
                  </a:lnTo>
                  <a:lnTo>
                    <a:pt x="700" y="852"/>
                  </a:lnTo>
                  <a:lnTo>
                    <a:pt x="704" y="852"/>
                  </a:lnTo>
                  <a:lnTo>
                    <a:pt x="706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5" y="852"/>
                  </a:lnTo>
                  <a:lnTo>
                    <a:pt x="738" y="852"/>
                  </a:lnTo>
                  <a:lnTo>
                    <a:pt x="741" y="852"/>
                  </a:lnTo>
                  <a:lnTo>
                    <a:pt x="744" y="852"/>
                  </a:lnTo>
                  <a:lnTo>
                    <a:pt x="747" y="852"/>
                  </a:lnTo>
                  <a:lnTo>
                    <a:pt x="750" y="851"/>
                  </a:lnTo>
                  <a:lnTo>
                    <a:pt x="752" y="851"/>
                  </a:lnTo>
                  <a:lnTo>
                    <a:pt x="754" y="851"/>
                  </a:lnTo>
                  <a:lnTo>
                    <a:pt x="757" y="851"/>
                  </a:lnTo>
                  <a:lnTo>
                    <a:pt x="758" y="850"/>
                  </a:lnTo>
                  <a:lnTo>
                    <a:pt x="760" y="850"/>
                  </a:lnTo>
                  <a:lnTo>
                    <a:pt x="763" y="849"/>
                  </a:lnTo>
                  <a:lnTo>
                    <a:pt x="764" y="847"/>
                  </a:lnTo>
                  <a:lnTo>
                    <a:pt x="766" y="847"/>
                  </a:lnTo>
                  <a:lnTo>
                    <a:pt x="769" y="846"/>
                  </a:lnTo>
                  <a:lnTo>
                    <a:pt x="770" y="845"/>
                  </a:lnTo>
                  <a:lnTo>
                    <a:pt x="773" y="844"/>
                  </a:lnTo>
                  <a:lnTo>
                    <a:pt x="775" y="841"/>
                  </a:lnTo>
                  <a:lnTo>
                    <a:pt x="777" y="840"/>
                  </a:lnTo>
                  <a:lnTo>
                    <a:pt x="780" y="839"/>
                  </a:lnTo>
                  <a:lnTo>
                    <a:pt x="782" y="837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9" y="821"/>
                  </a:lnTo>
                  <a:lnTo>
                    <a:pt x="801" y="817"/>
                  </a:lnTo>
                  <a:lnTo>
                    <a:pt x="805" y="814"/>
                  </a:lnTo>
                  <a:lnTo>
                    <a:pt x="810" y="810"/>
                  </a:lnTo>
                  <a:lnTo>
                    <a:pt x="813" y="805"/>
                  </a:lnTo>
                  <a:lnTo>
                    <a:pt x="817" y="802"/>
                  </a:lnTo>
                  <a:lnTo>
                    <a:pt x="821" y="799"/>
                  </a:lnTo>
                  <a:lnTo>
                    <a:pt x="823" y="796"/>
                  </a:lnTo>
                  <a:lnTo>
                    <a:pt x="827" y="792"/>
                  </a:lnTo>
                  <a:lnTo>
                    <a:pt x="829" y="790"/>
                  </a:lnTo>
                  <a:lnTo>
                    <a:pt x="831" y="787"/>
                  </a:lnTo>
                  <a:lnTo>
                    <a:pt x="834" y="785"/>
                  </a:lnTo>
                  <a:lnTo>
                    <a:pt x="836" y="782"/>
                  </a:lnTo>
                  <a:lnTo>
                    <a:pt x="839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5" y="772"/>
                  </a:lnTo>
                  <a:lnTo>
                    <a:pt x="846" y="769"/>
                  </a:lnTo>
                  <a:lnTo>
                    <a:pt x="847" y="767"/>
                  </a:lnTo>
                  <a:lnTo>
                    <a:pt x="847" y="766"/>
                  </a:lnTo>
                  <a:lnTo>
                    <a:pt x="848" y="763"/>
                  </a:lnTo>
                  <a:lnTo>
                    <a:pt x="849" y="761"/>
                  </a:lnTo>
                  <a:lnTo>
                    <a:pt x="849" y="758"/>
                  </a:lnTo>
                  <a:lnTo>
                    <a:pt x="851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2" y="750"/>
                  </a:lnTo>
                  <a:lnTo>
                    <a:pt x="852" y="748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6"/>
                  </a:lnTo>
                  <a:lnTo>
                    <a:pt x="852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1" y="96"/>
                  </a:lnTo>
                  <a:lnTo>
                    <a:pt x="849" y="94"/>
                  </a:lnTo>
                  <a:lnTo>
                    <a:pt x="849" y="91"/>
                  </a:lnTo>
                  <a:lnTo>
                    <a:pt x="848" y="90"/>
                  </a:lnTo>
                  <a:lnTo>
                    <a:pt x="847" y="88"/>
                  </a:lnTo>
                  <a:lnTo>
                    <a:pt x="847" y="85"/>
                  </a:lnTo>
                  <a:lnTo>
                    <a:pt x="846" y="84"/>
                  </a:lnTo>
                  <a:lnTo>
                    <a:pt x="845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9" y="73"/>
                  </a:lnTo>
                  <a:lnTo>
                    <a:pt x="836" y="71"/>
                  </a:lnTo>
                  <a:lnTo>
                    <a:pt x="834" y="68"/>
                  </a:lnTo>
                  <a:lnTo>
                    <a:pt x="831" y="66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3" y="58"/>
                  </a:lnTo>
                  <a:lnTo>
                    <a:pt x="821" y="54"/>
                  </a:lnTo>
                  <a:lnTo>
                    <a:pt x="817" y="50"/>
                  </a:lnTo>
                  <a:lnTo>
                    <a:pt x="813" y="47"/>
                  </a:lnTo>
                  <a:lnTo>
                    <a:pt x="810" y="43"/>
                  </a:lnTo>
                  <a:lnTo>
                    <a:pt x="805" y="40"/>
                  </a:lnTo>
                  <a:lnTo>
                    <a:pt x="801" y="36"/>
                  </a:lnTo>
                  <a:lnTo>
                    <a:pt x="799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2" y="17"/>
                  </a:lnTo>
                  <a:lnTo>
                    <a:pt x="780" y="14"/>
                  </a:lnTo>
                  <a:lnTo>
                    <a:pt x="777" y="12"/>
                  </a:lnTo>
                  <a:lnTo>
                    <a:pt x="775" y="11"/>
                  </a:lnTo>
                  <a:lnTo>
                    <a:pt x="773" y="10"/>
                  </a:lnTo>
                  <a:lnTo>
                    <a:pt x="770" y="8"/>
                  </a:lnTo>
                  <a:lnTo>
                    <a:pt x="769" y="7"/>
                  </a:lnTo>
                  <a:lnTo>
                    <a:pt x="766" y="6"/>
                  </a:lnTo>
                  <a:lnTo>
                    <a:pt x="764" y="5"/>
                  </a:lnTo>
                  <a:lnTo>
                    <a:pt x="763" y="3"/>
                  </a:lnTo>
                  <a:lnTo>
                    <a:pt x="760" y="3"/>
                  </a:lnTo>
                  <a:lnTo>
                    <a:pt x="758" y="2"/>
                  </a:lnTo>
                  <a:lnTo>
                    <a:pt x="757" y="2"/>
                  </a:lnTo>
                  <a:lnTo>
                    <a:pt x="754" y="2"/>
                  </a:lnTo>
                  <a:lnTo>
                    <a:pt x="752" y="1"/>
                  </a:lnTo>
                  <a:lnTo>
                    <a:pt x="750" y="1"/>
                  </a:lnTo>
                  <a:lnTo>
                    <a:pt x="747" y="1"/>
                  </a:lnTo>
                  <a:lnTo>
                    <a:pt x="744" y="1"/>
                  </a:lnTo>
                  <a:lnTo>
                    <a:pt x="741" y="1"/>
                  </a:lnTo>
                  <a:lnTo>
                    <a:pt x="738" y="1"/>
                  </a:lnTo>
                  <a:lnTo>
                    <a:pt x="735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6" y="0"/>
                  </a:lnTo>
                  <a:lnTo>
                    <a:pt x="704" y="0"/>
                  </a:lnTo>
                  <a:lnTo>
                    <a:pt x="700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3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7" y="0"/>
                  </a:lnTo>
                  <a:lnTo>
                    <a:pt x="663" y="0"/>
                  </a:lnTo>
                  <a:lnTo>
                    <a:pt x="660" y="0"/>
                  </a:lnTo>
                  <a:lnTo>
                    <a:pt x="655" y="0"/>
                  </a:lnTo>
                  <a:lnTo>
                    <a:pt x="651" y="0"/>
                  </a:lnTo>
                  <a:lnTo>
                    <a:pt x="646" y="0"/>
                  </a:lnTo>
                  <a:lnTo>
                    <a:pt x="641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1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1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1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3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2" y="0"/>
                  </a:lnTo>
                  <a:lnTo>
                    <a:pt x="519" y="0"/>
                  </a:lnTo>
                  <a:lnTo>
                    <a:pt x="516" y="0"/>
                  </a:lnTo>
                  <a:lnTo>
                    <a:pt x="513" y="0"/>
                  </a:lnTo>
                  <a:lnTo>
                    <a:pt x="510" y="0"/>
                  </a:lnTo>
                  <a:lnTo>
                    <a:pt x="508" y="0"/>
                  </a:lnTo>
                  <a:lnTo>
                    <a:pt x="506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5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8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28" name="Rectangle 208">
              <a:extLst>
                <a:ext uri="{FF2B5EF4-FFF2-40B4-BE49-F238E27FC236}">
                  <a16:creationId xmlns:a16="http://schemas.microsoft.com/office/drawing/2014/main" id="{563A1E5F-BC76-483B-B95B-327CC1CAC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439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29" name="Rectangle 209">
              <a:extLst>
                <a:ext uri="{FF2B5EF4-FFF2-40B4-BE49-F238E27FC236}">
                  <a16:creationId xmlns:a16="http://schemas.microsoft.com/office/drawing/2014/main" id="{508253EF-323F-4119-BB53-C2B6DE7F5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" y="1762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(a)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30" name="Freeform 210">
              <a:extLst>
                <a:ext uri="{FF2B5EF4-FFF2-40B4-BE49-F238E27FC236}">
                  <a16:creationId xmlns:a16="http://schemas.microsoft.com/office/drawing/2014/main" id="{3A01B95A-D77C-4C2C-9E54-88301997E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152"/>
              <a:ext cx="427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0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3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199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0" y="1"/>
                  </a:lnTo>
                  <a:lnTo>
                    <a:pt x="97" y="1"/>
                  </a:lnTo>
                  <a:lnTo>
                    <a:pt x="95" y="1"/>
                  </a:lnTo>
                  <a:lnTo>
                    <a:pt x="94" y="2"/>
                  </a:lnTo>
                  <a:lnTo>
                    <a:pt x="91" y="2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3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7" y="9"/>
                  </a:lnTo>
                  <a:lnTo>
                    <a:pt x="74" y="12"/>
                  </a:lnTo>
                  <a:lnTo>
                    <a:pt x="72" y="13"/>
                  </a:lnTo>
                  <a:lnTo>
                    <a:pt x="71" y="15"/>
                  </a:lnTo>
                  <a:lnTo>
                    <a:pt x="68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5"/>
                  </a:lnTo>
                  <a:lnTo>
                    <a:pt x="56" y="29"/>
                  </a:lnTo>
                  <a:lnTo>
                    <a:pt x="54" y="31"/>
                  </a:lnTo>
                  <a:lnTo>
                    <a:pt x="50" y="35"/>
                  </a:lnTo>
                  <a:lnTo>
                    <a:pt x="47" y="38"/>
                  </a:lnTo>
                  <a:lnTo>
                    <a:pt x="42" y="42"/>
                  </a:lnTo>
                  <a:lnTo>
                    <a:pt x="38" y="46"/>
                  </a:lnTo>
                  <a:lnTo>
                    <a:pt x="35" y="49"/>
                  </a:lnTo>
                  <a:lnTo>
                    <a:pt x="31" y="53"/>
                  </a:lnTo>
                  <a:lnTo>
                    <a:pt x="29" y="56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5" y="70"/>
                  </a:lnTo>
                  <a:lnTo>
                    <a:pt x="13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0"/>
                  </a:lnTo>
                  <a:lnTo>
                    <a:pt x="6" y="83"/>
                  </a:lnTo>
                  <a:lnTo>
                    <a:pt x="5" y="85"/>
                  </a:lnTo>
                  <a:lnTo>
                    <a:pt x="5" y="86"/>
                  </a:lnTo>
                  <a:lnTo>
                    <a:pt x="3" y="89"/>
                  </a:lnTo>
                  <a:lnTo>
                    <a:pt x="2" y="91"/>
                  </a:lnTo>
                  <a:lnTo>
                    <a:pt x="2" y="92"/>
                  </a:lnTo>
                  <a:lnTo>
                    <a:pt x="1" y="95"/>
                  </a:lnTo>
                  <a:lnTo>
                    <a:pt x="1" y="97"/>
                  </a:lnTo>
                  <a:lnTo>
                    <a:pt x="1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3"/>
                  </a:lnTo>
                  <a:lnTo>
                    <a:pt x="0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0" y="734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6"/>
                  </a:lnTo>
                  <a:lnTo>
                    <a:pt x="0" y="749"/>
                  </a:lnTo>
                  <a:lnTo>
                    <a:pt x="1" y="751"/>
                  </a:lnTo>
                  <a:lnTo>
                    <a:pt x="1" y="754"/>
                  </a:lnTo>
                  <a:lnTo>
                    <a:pt x="1" y="756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3" y="762"/>
                  </a:lnTo>
                  <a:lnTo>
                    <a:pt x="5" y="764"/>
                  </a:lnTo>
                  <a:lnTo>
                    <a:pt x="5" y="767"/>
                  </a:lnTo>
                  <a:lnTo>
                    <a:pt x="6" y="768"/>
                  </a:lnTo>
                  <a:lnTo>
                    <a:pt x="7" y="770"/>
                  </a:lnTo>
                  <a:lnTo>
                    <a:pt x="8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3" y="779"/>
                  </a:lnTo>
                  <a:lnTo>
                    <a:pt x="15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5" y="792"/>
                  </a:lnTo>
                  <a:lnTo>
                    <a:pt x="29" y="794"/>
                  </a:lnTo>
                  <a:lnTo>
                    <a:pt x="31" y="798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09"/>
                  </a:lnTo>
                  <a:lnTo>
                    <a:pt x="47" y="812"/>
                  </a:lnTo>
                  <a:lnTo>
                    <a:pt x="50" y="816"/>
                  </a:lnTo>
                  <a:lnTo>
                    <a:pt x="54" y="820"/>
                  </a:lnTo>
                  <a:lnTo>
                    <a:pt x="56" y="823"/>
                  </a:lnTo>
                  <a:lnTo>
                    <a:pt x="60" y="826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8" y="834"/>
                  </a:lnTo>
                  <a:lnTo>
                    <a:pt x="71" y="835"/>
                  </a:lnTo>
                  <a:lnTo>
                    <a:pt x="72" y="838"/>
                  </a:lnTo>
                  <a:lnTo>
                    <a:pt x="74" y="840"/>
                  </a:lnTo>
                  <a:lnTo>
                    <a:pt x="77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3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89" y="848"/>
                  </a:lnTo>
                  <a:lnTo>
                    <a:pt x="91" y="848"/>
                  </a:lnTo>
                  <a:lnTo>
                    <a:pt x="94" y="850"/>
                  </a:lnTo>
                  <a:lnTo>
                    <a:pt x="95" y="850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4" y="851"/>
                  </a:lnTo>
                  <a:lnTo>
                    <a:pt x="108" y="851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6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199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3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0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19" y="852"/>
                  </a:lnTo>
                  <a:lnTo>
                    <a:pt x="425" y="852"/>
                  </a:lnTo>
                  <a:lnTo>
                    <a:pt x="431" y="852"/>
                  </a:lnTo>
                  <a:lnTo>
                    <a:pt x="437" y="852"/>
                  </a:lnTo>
                  <a:lnTo>
                    <a:pt x="443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4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1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3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1"/>
                  </a:lnTo>
                  <a:lnTo>
                    <a:pt x="746" y="851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0"/>
                  </a:lnTo>
                  <a:lnTo>
                    <a:pt x="758" y="850"/>
                  </a:lnTo>
                  <a:lnTo>
                    <a:pt x="761" y="848"/>
                  </a:lnTo>
                  <a:lnTo>
                    <a:pt x="762" y="848"/>
                  </a:lnTo>
                  <a:lnTo>
                    <a:pt x="764" y="847"/>
                  </a:lnTo>
                  <a:lnTo>
                    <a:pt x="767" y="846"/>
                  </a:lnTo>
                  <a:lnTo>
                    <a:pt x="768" y="845"/>
                  </a:lnTo>
                  <a:lnTo>
                    <a:pt x="770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6" y="840"/>
                  </a:lnTo>
                  <a:lnTo>
                    <a:pt x="779" y="838"/>
                  </a:lnTo>
                  <a:lnTo>
                    <a:pt x="781" y="835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90" y="829"/>
                  </a:lnTo>
                  <a:lnTo>
                    <a:pt x="792" y="826"/>
                  </a:lnTo>
                  <a:lnTo>
                    <a:pt x="794" y="823"/>
                  </a:lnTo>
                  <a:lnTo>
                    <a:pt x="798" y="820"/>
                  </a:lnTo>
                  <a:lnTo>
                    <a:pt x="802" y="816"/>
                  </a:lnTo>
                  <a:lnTo>
                    <a:pt x="805" y="812"/>
                  </a:lnTo>
                  <a:lnTo>
                    <a:pt x="809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0" y="798"/>
                  </a:lnTo>
                  <a:lnTo>
                    <a:pt x="823" y="794"/>
                  </a:lnTo>
                  <a:lnTo>
                    <a:pt x="826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6" y="781"/>
                  </a:lnTo>
                  <a:lnTo>
                    <a:pt x="838" y="779"/>
                  </a:lnTo>
                  <a:lnTo>
                    <a:pt x="840" y="776"/>
                  </a:lnTo>
                  <a:lnTo>
                    <a:pt x="841" y="774"/>
                  </a:lnTo>
                  <a:lnTo>
                    <a:pt x="842" y="773"/>
                  </a:lnTo>
                  <a:lnTo>
                    <a:pt x="844" y="770"/>
                  </a:lnTo>
                  <a:lnTo>
                    <a:pt x="845" y="768"/>
                  </a:lnTo>
                  <a:lnTo>
                    <a:pt x="846" y="767"/>
                  </a:lnTo>
                  <a:lnTo>
                    <a:pt x="847" y="764"/>
                  </a:lnTo>
                  <a:lnTo>
                    <a:pt x="848" y="762"/>
                  </a:lnTo>
                  <a:lnTo>
                    <a:pt x="848" y="761"/>
                  </a:lnTo>
                  <a:lnTo>
                    <a:pt x="850" y="758"/>
                  </a:lnTo>
                  <a:lnTo>
                    <a:pt x="850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1" y="749"/>
                  </a:lnTo>
                  <a:lnTo>
                    <a:pt x="851" y="746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4"/>
                  </a:lnTo>
                  <a:lnTo>
                    <a:pt x="851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0" y="95"/>
                  </a:lnTo>
                  <a:lnTo>
                    <a:pt x="850" y="92"/>
                  </a:lnTo>
                  <a:lnTo>
                    <a:pt x="848" y="91"/>
                  </a:lnTo>
                  <a:lnTo>
                    <a:pt x="848" y="89"/>
                  </a:lnTo>
                  <a:lnTo>
                    <a:pt x="847" y="86"/>
                  </a:lnTo>
                  <a:lnTo>
                    <a:pt x="846" y="85"/>
                  </a:lnTo>
                  <a:lnTo>
                    <a:pt x="845" y="83"/>
                  </a:lnTo>
                  <a:lnTo>
                    <a:pt x="844" y="80"/>
                  </a:lnTo>
                  <a:lnTo>
                    <a:pt x="842" y="79"/>
                  </a:lnTo>
                  <a:lnTo>
                    <a:pt x="841" y="77"/>
                  </a:lnTo>
                  <a:lnTo>
                    <a:pt x="840" y="74"/>
                  </a:lnTo>
                  <a:lnTo>
                    <a:pt x="838" y="72"/>
                  </a:lnTo>
                  <a:lnTo>
                    <a:pt x="836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6"/>
                  </a:lnTo>
                  <a:lnTo>
                    <a:pt x="820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09" y="42"/>
                  </a:lnTo>
                  <a:lnTo>
                    <a:pt x="805" y="38"/>
                  </a:lnTo>
                  <a:lnTo>
                    <a:pt x="802" y="35"/>
                  </a:lnTo>
                  <a:lnTo>
                    <a:pt x="798" y="31"/>
                  </a:lnTo>
                  <a:lnTo>
                    <a:pt x="794" y="29"/>
                  </a:lnTo>
                  <a:lnTo>
                    <a:pt x="792" y="25"/>
                  </a:lnTo>
                  <a:lnTo>
                    <a:pt x="790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5"/>
                  </a:lnTo>
                  <a:lnTo>
                    <a:pt x="779" y="13"/>
                  </a:lnTo>
                  <a:lnTo>
                    <a:pt x="776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0" y="7"/>
                  </a:lnTo>
                  <a:lnTo>
                    <a:pt x="768" y="6"/>
                  </a:lnTo>
                  <a:lnTo>
                    <a:pt x="767" y="5"/>
                  </a:lnTo>
                  <a:lnTo>
                    <a:pt x="764" y="3"/>
                  </a:lnTo>
                  <a:lnTo>
                    <a:pt x="762" y="3"/>
                  </a:lnTo>
                  <a:lnTo>
                    <a:pt x="761" y="2"/>
                  </a:lnTo>
                  <a:lnTo>
                    <a:pt x="758" y="2"/>
                  </a:lnTo>
                  <a:lnTo>
                    <a:pt x="756" y="1"/>
                  </a:lnTo>
                  <a:lnTo>
                    <a:pt x="754" y="1"/>
                  </a:lnTo>
                  <a:lnTo>
                    <a:pt x="751" y="1"/>
                  </a:lnTo>
                  <a:lnTo>
                    <a:pt x="749" y="0"/>
                  </a:lnTo>
                  <a:lnTo>
                    <a:pt x="746" y="0"/>
                  </a:lnTo>
                  <a:lnTo>
                    <a:pt x="744" y="0"/>
                  </a:lnTo>
                  <a:lnTo>
                    <a:pt x="742" y="0"/>
                  </a:lnTo>
                  <a:lnTo>
                    <a:pt x="738" y="0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3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1" y="0"/>
                  </a:lnTo>
                  <a:lnTo>
                    <a:pt x="679" y="0"/>
                  </a:lnTo>
                  <a:lnTo>
                    <a:pt x="675" y="0"/>
                  </a:lnTo>
                  <a:lnTo>
                    <a:pt x="673" y="0"/>
                  </a:lnTo>
                  <a:lnTo>
                    <a:pt x="669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4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31" name="Freeform 212">
              <a:extLst>
                <a:ext uri="{FF2B5EF4-FFF2-40B4-BE49-F238E27FC236}">
                  <a16:creationId xmlns:a16="http://schemas.microsoft.com/office/drawing/2014/main" id="{3C2CE1DE-0249-400E-BF19-7D58D22D9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910"/>
              <a:ext cx="421" cy="132"/>
            </a:xfrm>
            <a:custGeom>
              <a:avLst/>
              <a:gdLst>
                <a:gd name="T0" fmla="*/ 0 w 841"/>
                <a:gd name="T1" fmla="*/ 0 h 265"/>
                <a:gd name="T2" fmla="*/ 1 w 841"/>
                <a:gd name="T3" fmla="*/ 0 h 265"/>
                <a:gd name="T4" fmla="*/ 1 w 841"/>
                <a:gd name="T5" fmla="*/ 0 h 265"/>
                <a:gd name="T6" fmla="*/ 1 w 841"/>
                <a:gd name="T7" fmla="*/ 0 h 265"/>
                <a:gd name="T8" fmla="*/ 1 w 841"/>
                <a:gd name="T9" fmla="*/ 0 h 265"/>
                <a:gd name="T10" fmla="*/ 1 w 841"/>
                <a:gd name="T11" fmla="*/ 0 h 265"/>
                <a:gd name="T12" fmla="*/ 1 w 841"/>
                <a:gd name="T13" fmla="*/ 0 h 265"/>
                <a:gd name="T14" fmla="*/ 1 w 841"/>
                <a:gd name="T15" fmla="*/ 0 h 265"/>
                <a:gd name="T16" fmla="*/ 1 w 841"/>
                <a:gd name="T17" fmla="*/ 0 h 265"/>
                <a:gd name="T18" fmla="*/ 1 w 841"/>
                <a:gd name="T19" fmla="*/ 0 h 265"/>
                <a:gd name="T20" fmla="*/ 1 w 841"/>
                <a:gd name="T21" fmla="*/ 0 h 265"/>
                <a:gd name="T22" fmla="*/ 1 w 841"/>
                <a:gd name="T23" fmla="*/ 0 h 265"/>
                <a:gd name="T24" fmla="*/ 1 w 841"/>
                <a:gd name="T25" fmla="*/ 0 h 265"/>
                <a:gd name="T26" fmla="*/ 1 w 841"/>
                <a:gd name="T27" fmla="*/ 0 h 265"/>
                <a:gd name="T28" fmla="*/ 1 w 841"/>
                <a:gd name="T29" fmla="*/ 0 h 265"/>
                <a:gd name="T30" fmla="*/ 1 w 841"/>
                <a:gd name="T31" fmla="*/ 0 h 265"/>
                <a:gd name="T32" fmla="*/ 1 w 841"/>
                <a:gd name="T33" fmla="*/ 0 h 265"/>
                <a:gd name="T34" fmla="*/ 1 w 841"/>
                <a:gd name="T35" fmla="*/ 0 h 265"/>
                <a:gd name="T36" fmla="*/ 1 w 841"/>
                <a:gd name="T37" fmla="*/ 0 h 265"/>
                <a:gd name="T38" fmla="*/ 1 w 841"/>
                <a:gd name="T39" fmla="*/ 0 h 265"/>
                <a:gd name="T40" fmla="*/ 1 w 841"/>
                <a:gd name="T41" fmla="*/ 0 h 265"/>
                <a:gd name="T42" fmla="*/ 1 w 841"/>
                <a:gd name="T43" fmla="*/ 0 h 265"/>
                <a:gd name="T44" fmla="*/ 1 w 841"/>
                <a:gd name="T45" fmla="*/ 0 h 265"/>
                <a:gd name="T46" fmla="*/ 1 w 841"/>
                <a:gd name="T47" fmla="*/ 0 h 265"/>
                <a:gd name="T48" fmla="*/ 1 w 841"/>
                <a:gd name="T49" fmla="*/ 0 h 265"/>
                <a:gd name="T50" fmla="*/ 1 w 841"/>
                <a:gd name="T51" fmla="*/ 0 h 265"/>
                <a:gd name="T52" fmla="*/ 1 w 841"/>
                <a:gd name="T53" fmla="*/ 0 h 265"/>
                <a:gd name="T54" fmla="*/ 1 w 841"/>
                <a:gd name="T55" fmla="*/ 0 h 265"/>
                <a:gd name="T56" fmla="*/ 1 w 841"/>
                <a:gd name="T57" fmla="*/ 0 h 265"/>
                <a:gd name="T58" fmla="*/ 1 w 841"/>
                <a:gd name="T59" fmla="*/ 0 h 265"/>
                <a:gd name="T60" fmla="*/ 1 w 841"/>
                <a:gd name="T61" fmla="*/ 0 h 265"/>
                <a:gd name="T62" fmla="*/ 1 w 841"/>
                <a:gd name="T63" fmla="*/ 0 h 265"/>
                <a:gd name="T64" fmla="*/ 1 w 841"/>
                <a:gd name="T65" fmla="*/ 0 h 265"/>
                <a:gd name="T66" fmla="*/ 1 w 841"/>
                <a:gd name="T67" fmla="*/ 0 h 265"/>
                <a:gd name="T68" fmla="*/ 1 w 841"/>
                <a:gd name="T69" fmla="*/ 0 h 265"/>
                <a:gd name="T70" fmla="*/ 1 w 841"/>
                <a:gd name="T71" fmla="*/ 0 h 265"/>
                <a:gd name="T72" fmla="*/ 1 w 841"/>
                <a:gd name="T73" fmla="*/ 0 h 265"/>
                <a:gd name="T74" fmla="*/ 1 w 841"/>
                <a:gd name="T75" fmla="*/ 0 h 265"/>
                <a:gd name="T76" fmla="*/ 1 w 841"/>
                <a:gd name="T77" fmla="*/ 0 h 265"/>
                <a:gd name="T78" fmla="*/ 1 w 841"/>
                <a:gd name="T79" fmla="*/ 0 h 265"/>
                <a:gd name="T80" fmla="*/ 1 w 841"/>
                <a:gd name="T81" fmla="*/ 0 h 265"/>
                <a:gd name="T82" fmla="*/ 1 w 841"/>
                <a:gd name="T83" fmla="*/ 0 h 265"/>
                <a:gd name="T84" fmla="*/ 1 w 841"/>
                <a:gd name="T85" fmla="*/ 0 h 265"/>
                <a:gd name="T86" fmla="*/ 1 w 841"/>
                <a:gd name="T87" fmla="*/ 0 h 265"/>
                <a:gd name="T88" fmla="*/ 1 w 841"/>
                <a:gd name="T89" fmla="*/ 0 h 265"/>
                <a:gd name="T90" fmla="*/ 1 w 841"/>
                <a:gd name="T91" fmla="*/ 0 h 265"/>
                <a:gd name="T92" fmla="*/ 1 w 841"/>
                <a:gd name="T93" fmla="*/ 0 h 265"/>
                <a:gd name="T94" fmla="*/ 1 w 841"/>
                <a:gd name="T95" fmla="*/ 0 h 265"/>
                <a:gd name="T96" fmla="*/ 1 w 841"/>
                <a:gd name="T97" fmla="*/ 0 h 265"/>
                <a:gd name="T98" fmla="*/ 1 w 841"/>
                <a:gd name="T99" fmla="*/ 0 h 265"/>
                <a:gd name="T100" fmla="*/ 1 w 841"/>
                <a:gd name="T101" fmla="*/ 0 h 265"/>
                <a:gd name="T102" fmla="*/ 1 w 841"/>
                <a:gd name="T103" fmla="*/ 0 h 265"/>
                <a:gd name="T104" fmla="*/ 1 w 841"/>
                <a:gd name="T105" fmla="*/ 0 h 265"/>
                <a:gd name="T106" fmla="*/ 1 w 841"/>
                <a:gd name="T107" fmla="*/ 0 h 265"/>
                <a:gd name="T108" fmla="*/ 1 w 841"/>
                <a:gd name="T109" fmla="*/ 0 h 265"/>
                <a:gd name="T110" fmla="*/ 0 w 841"/>
                <a:gd name="T111" fmla="*/ 0 h 26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841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3"/>
                  </a:lnTo>
                  <a:lnTo>
                    <a:pt x="3" y="97"/>
                  </a:lnTo>
                  <a:lnTo>
                    <a:pt x="6" y="91"/>
                  </a:lnTo>
                  <a:lnTo>
                    <a:pt x="8" y="85"/>
                  </a:lnTo>
                  <a:lnTo>
                    <a:pt x="9" y="79"/>
                  </a:lnTo>
                  <a:lnTo>
                    <a:pt x="13" y="73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14" y="0"/>
                  </a:lnTo>
                  <a:lnTo>
                    <a:pt x="720" y="0"/>
                  </a:lnTo>
                  <a:lnTo>
                    <a:pt x="727" y="2"/>
                  </a:lnTo>
                  <a:lnTo>
                    <a:pt x="733" y="2"/>
                  </a:lnTo>
                  <a:lnTo>
                    <a:pt x="739" y="3"/>
                  </a:lnTo>
                  <a:lnTo>
                    <a:pt x="745" y="4"/>
                  </a:lnTo>
                  <a:lnTo>
                    <a:pt x="751" y="6"/>
                  </a:lnTo>
                  <a:lnTo>
                    <a:pt x="757" y="8"/>
                  </a:lnTo>
                  <a:lnTo>
                    <a:pt x="763" y="10"/>
                  </a:lnTo>
                  <a:lnTo>
                    <a:pt x="769" y="14"/>
                  </a:lnTo>
                  <a:lnTo>
                    <a:pt x="774" y="16"/>
                  </a:lnTo>
                  <a:lnTo>
                    <a:pt x="780" y="18"/>
                  </a:lnTo>
                  <a:lnTo>
                    <a:pt x="784" y="22"/>
                  </a:lnTo>
                  <a:lnTo>
                    <a:pt x="789" y="26"/>
                  </a:lnTo>
                  <a:lnTo>
                    <a:pt x="794" y="29"/>
                  </a:lnTo>
                  <a:lnTo>
                    <a:pt x="799" y="34"/>
                  </a:lnTo>
                  <a:lnTo>
                    <a:pt x="804" y="38"/>
                  </a:lnTo>
                  <a:lnTo>
                    <a:pt x="807" y="42"/>
                  </a:lnTo>
                  <a:lnTo>
                    <a:pt x="812" y="47"/>
                  </a:lnTo>
                  <a:lnTo>
                    <a:pt x="816" y="52"/>
                  </a:lnTo>
                  <a:lnTo>
                    <a:pt x="819" y="57"/>
                  </a:lnTo>
                  <a:lnTo>
                    <a:pt x="823" y="62"/>
                  </a:lnTo>
                  <a:lnTo>
                    <a:pt x="825" y="68"/>
                  </a:lnTo>
                  <a:lnTo>
                    <a:pt x="829" y="73"/>
                  </a:lnTo>
                  <a:lnTo>
                    <a:pt x="831" y="79"/>
                  </a:lnTo>
                  <a:lnTo>
                    <a:pt x="834" y="85"/>
                  </a:lnTo>
                  <a:lnTo>
                    <a:pt x="835" y="91"/>
                  </a:lnTo>
                  <a:lnTo>
                    <a:pt x="837" y="97"/>
                  </a:lnTo>
                  <a:lnTo>
                    <a:pt x="839" y="103"/>
                  </a:lnTo>
                  <a:lnTo>
                    <a:pt x="840" y="109"/>
                  </a:lnTo>
                  <a:lnTo>
                    <a:pt x="841" y="116"/>
                  </a:lnTo>
                  <a:lnTo>
                    <a:pt x="841" y="122"/>
                  </a:lnTo>
                  <a:lnTo>
                    <a:pt x="841" y="128"/>
                  </a:lnTo>
                  <a:lnTo>
                    <a:pt x="841" y="137"/>
                  </a:lnTo>
                  <a:lnTo>
                    <a:pt x="841" y="143"/>
                  </a:lnTo>
                  <a:lnTo>
                    <a:pt x="841" y="151"/>
                  </a:lnTo>
                  <a:lnTo>
                    <a:pt x="840" y="157"/>
                  </a:lnTo>
                  <a:lnTo>
                    <a:pt x="839" y="163"/>
                  </a:lnTo>
                  <a:lnTo>
                    <a:pt x="837" y="169"/>
                  </a:lnTo>
                  <a:lnTo>
                    <a:pt x="835" y="175"/>
                  </a:lnTo>
                  <a:lnTo>
                    <a:pt x="834" y="181"/>
                  </a:lnTo>
                  <a:lnTo>
                    <a:pt x="831" y="187"/>
                  </a:lnTo>
                  <a:lnTo>
                    <a:pt x="829" y="193"/>
                  </a:lnTo>
                  <a:lnTo>
                    <a:pt x="825" y="198"/>
                  </a:lnTo>
                  <a:lnTo>
                    <a:pt x="823" y="204"/>
                  </a:lnTo>
                  <a:lnTo>
                    <a:pt x="819" y="208"/>
                  </a:lnTo>
                  <a:lnTo>
                    <a:pt x="816" y="213"/>
                  </a:lnTo>
                  <a:lnTo>
                    <a:pt x="812" y="218"/>
                  </a:lnTo>
                  <a:lnTo>
                    <a:pt x="807" y="223"/>
                  </a:lnTo>
                  <a:lnTo>
                    <a:pt x="804" y="228"/>
                  </a:lnTo>
                  <a:lnTo>
                    <a:pt x="799" y="231"/>
                  </a:lnTo>
                  <a:lnTo>
                    <a:pt x="794" y="236"/>
                  </a:lnTo>
                  <a:lnTo>
                    <a:pt x="789" y="240"/>
                  </a:lnTo>
                  <a:lnTo>
                    <a:pt x="784" y="243"/>
                  </a:lnTo>
                  <a:lnTo>
                    <a:pt x="780" y="247"/>
                  </a:lnTo>
                  <a:lnTo>
                    <a:pt x="774" y="249"/>
                  </a:lnTo>
                  <a:lnTo>
                    <a:pt x="769" y="253"/>
                  </a:lnTo>
                  <a:lnTo>
                    <a:pt x="763" y="255"/>
                  </a:lnTo>
                  <a:lnTo>
                    <a:pt x="757" y="258"/>
                  </a:lnTo>
                  <a:lnTo>
                    <a:pt x="751" y="259"/>
                  </a:lnTo>
                  <a:lnTo>
                    <a:pt x="745" y="261"/>
                  </a:lnTo>
                  <a:lnTo>
                    <a:pt x="739" y="262"/>
                  </a:lnTo>
                  <a:lnTo>
                    <a:pt x="733" y="264"/>
                  </a:lnTo>
                  <a:lnTo>
                    <a:pt x="727" y="264"/>
                  </a:lnTo>
                  <a:lnTo>
                    <a:pt x="720" y="265"/>
                  </a:lnTo>
                  <a:lnTo>
                    <a:pt x="714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4"/>
                  </a:lnTo>
                  <a:lnTo>
                    <a:pt x="15" y="198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32" name="Rectangle 216">
              <a:extLst>
                <a:ext uri="{FF2B5EF4-FFF2-40B4-BE49-F238E27FC236}">
                  <a16:creationId xmlns:a16="http://schemas.microsoft.com/office/drawing/2014/main" id="{E22A1CFB-1891-4D70-855F-B9F33500C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33" name="Rectangle 217">
              <a:extLst>
                <a:ext uri="{FF2B5EF4-FFF2-40B4-BE49-F238E27FC236}">
                  <a16:creationId xmlns:a16="http://schemas.microsoft.com/office/drawing/2014/main" id="{DC0E8EA4-E281-43FE-8879-647E0E128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0" y="1763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634" name="Rectangle 218">
              <a:extLst>
                <a:ext uri="{FF2B5EF4-FFF2-40B4-BE49-F238E27FC236}">
                  <a16:creationId xmlns:a16="http://schemas.microsoft.com/office/drawing/2014/main" id="{FF3C4782-593D-4667-9464-FE75A1F4E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" y="1818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3426" name="Group 316">
            <a:extLst>
              <a:ext uri="{FF2B5EF4-FFF2-40B4-BE49-F238E27FC236}">
                <a16:creationId xmlns:a16="http://schemas.microsoft.com/office/drawing/2014/main" id="{DFE5CE60-02A0-48CF-8896-0C996795CB7C}"/>
              </a:ext>
            </a:extLst>
          </p:cNvPr>
          <p:cNvGrpSpPr>
            <a:grpSpLocks/>
          </p:cNvGrpSpPr>
          <p:nvPr/>
        </p:nvGrpSpPr>
        <p:grpSpPr bwMode="auto">
          <a:xfrm>
            <a:off x="6189663" y="152400"/>
            <a:ext cx="2268537" cy="2620963"/>
            <a:chOff x="429" y="2045"/>
            <a:chExt cx="1429" cy="1651"/>
          </a:xfrm>
        </p:grpSpPr>
        <p:sp>
          <p:nvSpPr>
            <p:cNvPr id="103547" name="Rectangle 133">
              <a:extLst>
                <a:ext uri="{FF2B5EF4-FFF2-40B4-BE49-F238E27FC236}">
                  <a16:creationId xmlns:a16="http://schemas.microsoft.com/office/drawing/2014/main" id="{3ACCE03F-690B-49AB-9FAB-99E692BB3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369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48" name="Line 134">
              <a:extLst>
                <a:ext uri="{FF2B5EF4-FFF2-40B4-BE49-F238E27FC236}">
                  <a16:creationId xmlns:a16="http://schemas.microsoft.com/office/drawing/2014/main" id="{DA4390E6-A0F0-4874-B278-4F8C78FEA5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2622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49" name="Line 135">
              <a:extLst>
                <a:ext uri="{FF2B5EF4-FFF2-40B4-BE49-F238E27FC236}">
                  <a16:creationId xmlns:a16="http://schemas.microsoft.com/office/drawing/2014/main" id="{43AC798E-78C1-491A-A3A2-6840816C5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50" name="Line 136">
              <a:extLst>
                <a:ext uri="{FF2B5EF4-FFF2-40B4-BE49-F238E27FC236}">
                  <a16:creationId xmlns:a16="http://schemas.microsoft.com/office/drawing/2014/main" id="{D7D578BB-59DD-4A82-B307-2D3B28371D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" y="2117"/>
              <a:ext cx="252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51" name="Rectangle 137">
              <a:extLst>
                <a:ext uri="{FF2B5EF4-FFF2-40B4-BE49-F238E27FC236}">
                  <a16:creationId xmlns:a16="http://schemas.microsoft.com/office/drawing/2014/main" id="{EFA8FDB8-1FE1-4D7F-A09E-96FC00A2F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52" name="Rectangle 138">
              <a:extLst>
                <a:ext uri="{FF2B5EF4-FFF2-40B4-BE49-F238E27FC236}">
                  <a16:creationId xmlns:a16="http://schemas.microsoft.com/office/drawing/2014/main" id="{318C2AF3-C549-4F83-8E20-05747CEFB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53" name="Rectangle 139">
              <a:extLst>
                <a:ext uri="{FF2B5EF4-FFF2-40B4-BE49-F238E27FC236}">
                  <a16:creationId xmlns:a16="http://schemas.microsoft.com/office/drawing/2014/main" id="{4248F596-DCC7-4AD1-8A16-C77AEBC80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54" name="Rectangle 140">
              <a:extLst>
                <a:ext uri="{FF2B5EF4-FFF2-40B4-BE49-F238E27FC236}">
                  <a16:creationId xmlns:a16="http://schemas.microsoft.com/office/drawing/2014/main" id="{A17887F2-1E80-43CD-AF10-790B9F4553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55" name="Rectangle 141">
              <a:extLst>
                <a:ext uri="{FF2B5EF4-FFF2-40B4-BE49-F238E27FC236}">
                  <a16:creationId xmlns:a16="http://schemas.microsoft.com/office/drawing/2014/main" id="{179645F5-0AA0-42E4-B1FE-E4CAC8EAF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56" name="Rectangle 142">
              <a:extLst>
                <a:ext uri="{FF2B5EF4-FFF2-40B4-BE49-F238E27FC236}">
                  <a16:creationId xmlns:a16="http://schemas.microsoft.com/office/drawing/2014/main" id="{0BC29177-E4D4-49DB-85B9-7C91A004E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57" name="Rectangle 143">
              <a:extLst>
                <a:ext uri="{FF2B5EF4-FFF2-40B4-BE49-F238E27FC236}">
                  <a16:creationId xmlns:a16="http://schemas.microsoft.com/office/drawing/2014/main" id="{E0B908FF-E6E1-4AAE-ABCA-5484A6DE0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58" name="Rectangle 144">
              <a:extLst>
                <a:ext uri="{FF2B5EF4-FFF2-40B4-BE49-F238E27FC236}">
                  <a16:creationId xmlns:a16="http://schemas.microsoft.com/office/drawing/2014/main" id="{5498D4ED-B51A-4475-BE0D-8BB6F40A5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369"/>
              <a:ext cx="505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59" name="Line 145">
              <a:extLst>
                <a:ext uri="{FF2B5EF4-FFF2-40B4-BE49-F238E27FC236}">
                  <a16:creationId xmlns:a16="http://schemas.microsoft.com/office/drawing/2014/main" id="{64E7BB06-B786-45EE-9493-39EED8214E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2622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60" name="Line 146">
              <a:extLst>
                <a:ext uri="{FF2B5EF4-FFF2-40B4-BE49-F238E27FC236}">
                  <a16:creationId xmlns:a16="http://schemas.microsoft.com/office/drawing/2014/main" id="{6C18F707-26BA-492B-8735-BA79BE102F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61" name="Rectangle 147">
              <a:extLst>
                <a:ext uri="{FF2B5EF4-FFF2-40B4-BE49-F238E27FC236}">
                  <a16:creationId xmlns:a16="http://schemas.microsoft.com/office/drawing/2014/main" id="{6E3AFB4B-39E5-4A7A-B10E-99F53EFCA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62" name="Rectangle 148">
              <a:extLst>
                <a:ext uri="{FF2B5EF4-FFF2-40B4-BE49-F238E27FC236}">
                  <a16:creationId xmlns:a16="http://schemas.microsoft.com/office/drawing/2014/main" id="{FC16D9FF-F251-4BCF-8E30-1EF1C7AC6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63" name="Rectangle 149">
              <a:extLst>
                <a:ext uri="{FF2B5EF4-FFF2-40B4-BE49-F238E27FC236}">
                  <a16:creationId xmlns:a16="http://schemas.microsoft.com/office/drawing/2014/main" id="{EFFDD919-F9E6-427D-9977-EA8B788D0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64" name="Rectangle 150">
              <a:extLst>
                <a:ext uri="{FF2B5EF4-FFF2-40B4-BE49-F238E27FC236}">
                  <a16:creationId xmlns:a16="http://schemas.microsoft.com/office/drawing/2014/main" id="{B0EA76ED-92F4-40CB-98EA-01A96C648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65" name="Rectangle 151">
              <a:extLst>
                <a:ext uri="{FF2B5EF4-FFF2-40B4-BE49-F238E27FC236}">
                  <a16:creationId xmlns:a16="http://schemas.microsoft.com/office/drawing/2014/main" id="{23CD4907-EB67-4036-B7FB-5105D6335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66" name="Rectangle 152">
              <a:extLst>
                <a:ext uri="{FF2B5EF4-FFF2-40B4-BE49-F238E27FC236}">
                  <a16:creationId xmlns:a16="http://schemas.microsoft.com/office/drawing/2014/main" id="{4B1B8079-9A26-4844-887F-2DF339E05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67" name="Rectangle 153">
              <a:extLst>
                <a:ext uri="{FF2B5EF4-FFF2-40B4-BE49-F238E27FC236}">
                  <a16:creationId xmlns:a16="http://schemas.microsoft.com/office/drawing/2014/main" id="{A9B08026-9594-4AC2-9131-92B668E5E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68" name="Rectangle 154">
              <a:extLst>
                <a:ext uri="{FF2B5EF4-FFF2-40B4-BE49-F238E27FC236}">
                  <a16:creationId xmlns:a16="http://schemas.microsoft.com/office/drawing/2014/main" id="{93A43248-FA26-46E7-86FF-406CF3636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69" name="Rectangle 155">
              <a:extLst>
                <a:ext uri="{FF2B5EF4-FFF2-40B4-BE49-F238E27FC236}">
                  <a16:creationId xmlns:a16="http://schemas.microsoft.com/office/drawing/2014/main" id="{A5895664-3E28-482F-B673-5CAD55880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886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70" name="Line 156">
              <a:extLst>
                <a:ext uri="{FF2B5EF4-FFF2-40B4-BE49-F238E27FC236}">
                  <a16:creationId xmlns:a16="http://schemas.microsoft.com/office/drawing/2014/main" id="{1DC25C12-640B-4FE5-88B0-8601E3D528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3138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71" name="Line 157">
              <a:extLst>
                <a:ext uri="{FF2B5EF4-FFF2-40B4-BE49-F238E27FC236}">
                  <a16:creationId xmlns:a16="http://schemas.microsoft.com/office/drawing/2014/main" id="{9217F69C-AA8F-46FE-92FD-D23B91E3C1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72" name="Rectangle 158">
              <a:extLst>
                <a:ext uri="{FF2B5EF4-FFF2-40B4-BE49-F238E27FC236}">
                  <a16:creationId xmlns:a16="http://schemas.microsoft.com/office/drawing/2014/main" id="{9DAEB1F5-B202-470A-91F8-8FC3971D9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73" name="Rectangle 159">
              <a:extLst>
                <a:ext uri="{FF2B5EF4-FFF2-40B4-BE49-F238E27FC236}">
                  <a16:creationId xmlns:a16="http://schemas.microsoft.com/office/drawing/2014/main" id="{8FC0F5CB-3286-4FAD-933A-0EF25501B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886"/>
              <a:ext cx="505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74" name="Line 160">
              <a:extLst>
                <a:ext uri="{FF2B5EF4-FFF2-40B4-BE49-F238E27FC236}">
                  <a16:creationId xmlns:a16="http://schemas.microsoft.com/office/drawing/2014/main" id="{9C2DC44B-0878-4191-91ED-EB5CBF9C9A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3138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75" name="Line 161">
              <a:extLst>
                <a:ext uri="{FF2B5EF4-FFF2-40B4-BE49-F238E27FC236}">
                  <a16:creationId xmlns:a16="http://schemas.microsoft.com/office/drawing/2014/main" id="{4CB07529-878E-4E77-BF7B-0124921EDC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76" name="Rectangle 162">
              <a:extLst>
                <a:ext uri="{FF2B5EF4-FFF2-40B4-BE49-F238E27FC236}">
                  <a16:creationId xmlns:a16="http://schemas.microsoft.com/office/drawing/2014/main" id="{0838720C-EB89-4AD6-9926-B66DC9FA2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77" name="Rectangle 163">
              <a:extLst>
                <a:ext uri="{FF2B5EF4-FFF2-40B4-BE49-F238E27FC236}">
                  <a16:creationId xmlns:a16="http://schemas.microsoft.com/office/drawing/2014/main" id="{9873C66B-0825-4FD0-A789-9DCDD7FBF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78" name="Rectangle 164">
              <a:extLst>
                <a:ext uri="{FF2B5EF4-FFF2-40B4-BE49-F238E27FC236}">
                  <a16:creationId xmlns:a16="http://schemas.microsoft.com/office/drawing/2014/main" id="{FED27AEB-BF33-4733-9B6F-3DA84ACF0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79" name="Rectangle 165">
              <a:extLst>
                <a:ext uri="{FF2B5EF4-FFF2-40B4-BE49-F238E27FC236}">
                  <a16:creationId xmlns:a16="http://schemas.microsoft.com/office/drawing/2014/main" id="{195893A2-AFFB-4C74-9B1D-089B7E25F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80" name="Rectangle 166">
              <a:extLst>
                <a:ext uri="{FF2B5EF4-FFF2-40B4-BE49-F238E27FC236}">
                  <a16:creationId xmlns:a16="http://schemas.microsoft.com/office/drawing/2014/main" id="{EEF9B190-C3AB-42E4-8CFD-85F779AB6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81" name="Rectangle 167">
              <a:extLst>
                <a:ext uri="{FF2B5EF4-FFF2-40B4-BE49-F238E27FC236}">
                  <a16:creationId xmlns:a16="http://schemas.microsoft.com/office/drawing/2014/main" id="{A5F1C3B9-1083-4A15-A2B7-BFD89C7D8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44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82" name="Rectangle 168">
              <a:extLst>
                <a:ext uri="{FF2B5EF4-FFF2-40B4-BE49-F238E27FC236}">
                  <a16:creationId xmlns:a16="http://schemas.microsoft.com/office/drawing/2014/main" id="{18DACB82-0B53-4DBE-9597-54E17DC46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700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83" name="Rectangle 169">
              <a:extLst>
                <a:ext uri="{FF2B5EF4-FFF2-40B4-BE49-F238E27FC236}">
                  <a16:creationId xmlns:a16="http://schemas.microsoft.com/office/drawing/2014/main" id="{89702435-0803-42F1-B673-51214BA7C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956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84" name="Rectangle 174">
              <a:extLst>
                <a:ext uri="{FF2B5EF4-FFF2-40B4-BE49-F238E27FC236}">
                  <a16:creationId xmlns:a16="http://schemas.microsoft.com/office/drawing/2014/main" id="{6A23FF46-035A-4009-B591-8A9357906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3211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85" name="Rectangle 211">
              <a:extLst>
                <a:ext uri="{FF2B5EF4-FFF2-40B4-BE49-F238E27FC236}">
                  <a16:creationId xmlns:a16="http://schemas.microsoft.com/office/drawing/2014/main" id="{10BC9FBD-8D03-445C-AE8B-43471ABEC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8" y="3534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(b)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86" name="Freeform 213">
              <a:extLst>
                <a:ext uri="{FF2B5EF4-FFF2-40B4-BE49-F238E27FC236}">
                  <a16:creationId xmlns:a16="http://schemas.microsoft.com/office/drawing/2014/main" id="{687AA51F-FBB7-437A-8380-D8121EC9C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412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3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4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2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1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2" y="1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2"/>
                  </a:lnTo>
                  <a:lnTo>
                    <a:pt x="94" y="2"/>
                  </a:lnTo>
                  <a:lnTo>
                    <a:pt x="91" y="3"/>
                  </a:lnTo>
                  <a:lnTo>
                    <a:pt x="89" y="3"/>
                  </a:lnTo>
                  <a:lnTo>
                    <a:pt x="88" y="5"/>
                  </a:lnTo>
                  <a:lnTo>
                    <a:pt x="85" y="6"/>
                  </a:lnTo>
                  <a:lnTo>
                    <a:pt x="83" y="7"/>
                  </a:lnTo>
                  <a:lnTo>
                    <a:pt x="82" y="8"/>
                  </a:lnTo>
                  <a:lnTo>
                    <a:pt x="79" y="10"/>
                  </a:lnTo>
                  <a:lnTo>
                    <a:pt x="77" y="11"/>
                  </a:lnTo>
                  <a:lnTo>
                    <a:pt x="75" y="12"/>
                  </a:lnTo>
                  <a:lnTo>
                    <a:pt x="72" y="14"/>
                  </a:lnTo>
                  <a:lnTo>
                    <a:pt x="71" y="17"/>
                  </a:lnTo>
                  <a:lnTo>
                    <a:pt x="69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6"/>
                  </a:lnTo>
                  <a:lnTo>
                    <a:pt x="56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7" y="40"/>
                  </a:lnTo>
                  <a:lnTo>
                    <a:pt x="42" y="43"/>
                  </a:lnTo>
                  <a:lnTo>
                    <a:pt x="38" y="47"/>
                  </a:lnTo>
                  <a:lnTo>
                    <a:pt x="35" y="50"/>
                  </a:lnTo>
                  <a:lnTo>
                    <a:pt x="31" y="54"/>
                  </a:lnTo>
                  <a:lnTo>
                    <a:pt x="29" y="58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3" y="73"/>
                  </a:lnTo>
                  <a:lnTo>
                    <a:pt x="12" y="76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2"/>
                  </a:lnTo>
                  <a:lnTo>
                    <a:pt x="6" y="84"/>
                  </a:lnTo>
                  <a:lnTo>
                    <a:pt x="5" y="85"/>
                  </a:lnTo>
                  <a:lnTo>
                    <a:pt x="5" y="88"/>
                  </a:lnTo>
                  <a:lnTo>
                    <a:pt x="4" y="90"/>
                  </a:lnTo>
                  <a:lnTo>
                    <a:pt x="2" y="91"/>
                  </a:lnTo>
                  <a:lnTo>
                    <a:pt x="2" y="94"/>
                  </a:lnTo>
                  <a:lnTo>
                    <a:pt x="1" y="96"/>
                  </a:lnTo>
                  <a:lnTo>
                    <a:pt x="1" y="98"/>
                  </a:lnTo>
                  <a:lnTo>
                    <a:pt x="1" y="101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0" y="736"/>
                  </a:lnTo>
                  <a:lnTo>
                    <a:pt x="0" y="739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8"/>
                  </a:lnTo>
                  <a:lnTo>
                    <a:pt x="0" y="750"/>
                  </a:lnTo>
                  <a:lnTo>
                    <a:pt x="1" y="752"/>
                  </a:lnTo>
                  <a:lnTo>
                    <a:pt x="1" y="755"/>
                  </a:lnTo>
                  <a:lnTo>
                    <a:pt x="1" y="757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4" y="763"/>
                  </a:lnTo>
                  <a:lnTo>
                    <a:pt x="5" y="766"/>
                  </a:lnTo>
                  <a:lnTo>
                    <a:pt x="5" y="767"/>
                  </a:lnTo>
                  <a:lnTo>
                    <a:pt x="6" y="769"/>
                  </a:lnTo>
                  <a:lnTo>
                    <a:pt x="7" y="772"/>
                  </a:lnTo>
                  <a:lnTo>
                    <a:pt x="8" y="773"/>
                  </a:lnTo>
                  <a:lnTo>
                    <a:pt x="11" y="775"/>
                  </a:lnTo>
                  <a:lnTo>
                    <a:pt x="12" y="778"/>
                  </a:lnTo>
                  <a:lnTo>
                    <a:pt x="13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3" y="790"/>
                  </a:lnTo>
                  <a:lnTo>
                    <a:pt x="25" y="792"/>
                  </a:lnTo>
                  <a:lnTo>
                    <a:pt x="29" y="796"/>
                  </a:lnTo>
                  <a:lnTo>
                    <a:pt x="31" y="799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10"/>
                  </a:lnTo>
                  <a:lnTo>
                    <a:pt x="47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6" y="823"/>
                  </a:lnTo>
                  <a:lnTo>
                    <a:pt x="60" y="827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9" y="834"/>
                  </a:lnTo>
                  <a:lnTo>
                    <a:pt x="71" y="837"/>
                  </a:lnTo>
                  <a:lnTo>
                    <a:pt x="72" y="839"/>
                  </a:lnTo>
                  <a:lnTo>
                    <a:pt x="75" y="840"/>
                  </a:lnTo>
                  <a:lnTo>
                    <a:pt x="77" y="841"/>
                  </a:lnTo>
                  <a:lnTo>
                    <a:pt x="79" y="844"/>
                  </a:lnTo>
                  <a:lnTo>
                    <a:pt x="82" y="845"/>
                  </a:lnTo>
                  <a:lnTo>
                    <a:pt x="83" y="846"/>
                  </a:lnTo>
                  <a:lnTo>
                    <a:pt x="85" y="847"/>
                  </a:lnTo>
                  <a:lnTo>
                    <a:pt x="88" y="847"/>
                  </a:lnTo>
                  <a:lnTo>
                    <a:pt x="89" y="849"/>
                  </a:lnTo>
                  <a:lnTo>
                    <a:pt x="91" y="850"/>
                  </a:lnTo>
                  <a:lnTo>
                    <a:pt x="94" y="850"/>
                  </a:lnTo>
                  <a:lnTo>
                    <a:pt x="95" y="851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1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2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4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7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7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3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8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2"/>
                  </a:lnTo>
                  <a:lnTo>
                    <a:pt x="746" y="852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1"/>
                  </a:lnTo>
                  <a:lnTo>
                    <a:pt x="758" y="850"/>
                  </a:lnTo>
                  <a:lnTo>
                    <a:pt x="761" y="850"/>
                  </a:lnTo>
                  <a:lnTo>
                    <a:pt x="762" y="849"/>
                  </a:lnTo>
                  <a:lnTo>
                    <a:pt x="764" y="847"/>
                  </a:lnTo>
                  <a:lnTo>
                    <a:pt x="767" y="847"/>
                  </a:lnTo>
                  <a:lnTo>
                    <a:pt x="768" y="846"/>
                  </a:lnTo>
                  <a:lnTo>
                    <a:pt x="771" y="845"/>
                  </a:lnTo>
                  <a:lnTo>
                    <a:pt x="773" y="844"/>
                  </a:lnTo>
                  <a:lnTo>
                    <a:pt x="774" y="841"/>
                  </a:lnTo>
                  <a:lnTo>
                    <a:pt x="777" y="840"/>
                  </a:lnTo>
                  <a:lnTo>
                    <a:pt x="779" y="839"/>
                  </a:lnTo>
                  <a:lnTo>
                    <a:pt x="781" y="837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8" y="821"/>
                  </a:lnTo>
                  <a:lnTo>
                    <a:pt x="802" y="817"/>
                  </a:lnTo>
                  <a:lnTo>
                    <a:pt x="805" y="814"/>
                  </a:lnTo>
                  <a:lnTo>
                    <a:pt x="809" y="810"/>
                  </a:lnTo>
                  <a:lnTo>
                    <a:pt x="813" y="805"/>
                  </a:lnTo>
                  <a:lnTo>
                    <a:pt x="816" y="802"/>
                  </a:lnTo>
                  <a:lnTo>
                    <a:pt x="820" y="799"/>
                  </a:lnTo>
                  <a:lnTo>
                    <a:pt x="823" y="796"/>
                  </a:lnTo>
                  <a:lnTo>
                    <a:pt x="826" y="792"/>
                  </a:lnTo>
                  <a:lnTo>
                    <a:pt x="829" y="790"/>
                  </a:lnTo>
                  <a:lnTo>
                    <a:pt x="832" y="787"/>
                  </a:lnTo>
                  <a:lnTo>
                    <a:pt x="834" y="785"/>
                  </a:lnTo>
                  <a:lnTo>
                    <a:pt x="835" y="782"/>
                  </a:lnTo>
                  <a:lnTo>
                    <a:pt x="838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4" y="772"/>
                  </a:lnTo>
                  <a:lnTo>
                    <a:pt x="845" y="769"/>
                  </a:lnTo>
                  <a:lnTo>
                    <a:pt x="846" y="767"/>
                  </a:lnTo>
                  <a:lnTo>
                    <a:pt x="847" y="766"/>
                  </a:lnTo>
                  <a:lnTo>
                    <a:pt x="849" y="763"/>
                  </a:lnTo>
                  <a:lnTo>
                    <a:pt x="849" y="761"/>
                  </a:lnTo>
                  <a:lnTo>
                    <a:pt x="850" y="758"/>
                  </a:lnTo>
                  <a:lnTo>
                    <a:pt x="850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1" y="750"/>
                  </a:lnTo>
                  <a:lnTo>
                    <a:pt x="851" y="748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6"/>
                  </a:lnTo>
                  <a:lnTo>
                    <a:pt x="851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0" y="96"/>
                  </a:lnTo>
                  <a:lnTo>
                    <a:pt x="850" y="94"/>
                  </a:lnTo>
                  <a:lnTo>
                    <a:pt x="849" y="91"/>
                  </a:lnTo>
                  <a:lnTo>
                    <a:pt x="849" y="90"/>
                  </a:lnTo>
                  <a:lnTo>
                    <a:pt x="847" y="88"/>
                  </a:lnTo>
                  <a:lnTo>
                    <a:pt x="846" y="85"/>
                  </a:lnTo>
                  <a:lnTo>
                    <a:pt x="845" y="84"/>
                  </a:lnTo>
                  <a:lnTo>
                    <a:pt x="844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8" y="73"/>
                  </a:lnTo>
                  <a:lnTo>
                    <a:pt x="835" y="71"/>
                  </a:lnTo>
                  <a:lnTo>
                    <a:pt x="834" y="68"/>
                  </a:lnTo>
                  <a:lnTo>
                    <a:pt x="832" y="66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8"/>
                  </a:lnTo>
                  <a:lnTo>
                    <a:pt x="820" y="54"/>
                  </a:lnTo>
                  <a:lnTo>
                    <a:pt x="816" y="50"/>
                  </a:lnTo>
                  <a:lnTo>
                    <a:pt x="813" y="47"/>
                  </a:lnTo>
                  <a:lnTo>
                    <a:pt x="809" y="43"/>
                  </a:lnTo>
                  <a:lnTo>
                    <a:pt x="805" y="40"/>
                  </a:lnTo>
                  <a:lnTo>
                    <a:pt x="802" y="36"/>
                  </a:lnTo>
                  <a:lnTo>
                    <a:pt x="798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7"/>
                  </a:lnTo>
                  <a:lnTo>
                    <a:pt x="779" y="14"/>
                  </a:lnTo>
                  <a:lnTo>
                    <a:pt x="777" y="12"/>
                  </a:lnTo>
                  <a:lnTo>
                    <a:pt x="774" y="11"/>
                  </a:lnTo>
                  <a:lnTo>
                    <a:pt x="773" y="10"/>
                  </a:lnTo>
                  <a:lnTo>
                    <a:pt x="771" y="8"/>
                  </a:lnTo>
                  <a:lnTo>
                    <a:pt x="768" y="7"/>
                  </a:lnTo>
                  <a:lnTo>
                    <a:pt x="767" y="6"/>
                  </a:lnTo>
                  <a:lnTo>
                    <a:pt x="764" y="5"/>
                  </a:lnTo>
                  <a:lnTo>
                    <a:pt x="762" y="3"/>
                  </a:lnTo>
                  <a:lnTo>
                    <a:pt x="761" y="3"/>
                  </a:lnTo>
                  <a:lnTo>
                    <a:pt x="758" y="2"/>
                  </a:lnTo>
                  <a:lnTo>
                    <a:pt x="756" y="2"/>
                  </a:lnTo>
                  <a:lnTo>
                    <a:pt x="754" y="2"/>
                  </a:lnTo>
                  <a:lnTo>
                    <a:pt x="751" y="1"/>
                  </a:lnTo>
                  <a:lnTo>
                    <a:pt x="749" y="1"/>
                  </a:lnTo>
                  <a:lnTo>
                    <a:pt x="746" y="1"/>
                  </a:lnTo>
                  <a:lnTo>
                    <a:pt x="744" y="1"/>
                  </a:lnTo>
                  <a:lnTo>
                    <a:pt x="742" y="1"/>
                  </a:lnTo>
                  <a:lnTo>
                    <a:pt x="738" y="1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1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5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7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4" y="0"/>
                  </a:lnTo>
                  <a:lnTo>
                    <a:pt x="492" y="0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87" name="Freeform 214">
              <a:extLst>
                <a:ext uri="{FF2B5EF4-FFF2-40B4-BE49-F238E27FC236}">
                  <a16:creationId xmlns:a16="http://schemas.microsoft.com/office/drawing/2014/main" id="{CBF4AC0F-2617-4ECA-B3CC-E3B887369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924"/>
              <a:ext cx="426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5" y="0"/>
                  </a:lnTo>
                  <a:lnTo>
                    <a:pt x="462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6" y="0"/>
                  </a:lnTo>
                  <a:lnTo>
                    <a:pt x="442" y="0"/>
                  </a:lnTo>
                  <a:lnTo>
                    <a:pt x="440" y="0"/>
                  </a:lnTo>
                  <a:lnTo>
                    <a:pt x="436" y="0"/>
                  </a:lnTo>
                  <a:lnTo>
                    <a:pt x="434" y="0"/>
                  </a:lnTo>
                  <a:lnTo>
                    <a:pt x="430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6" y="0"/>
                  </a:lnTo>
                  <a:lnTo>
                    <a:pt x="412" y="0"/>
                  </a:lnTo>
                  <a:lnTo>
                    <a:pt x="408" y="0"/>
                  </a:lnTo>
                  <a:lnTo>
                    <a:pt x="403" y="0"/>
                  </a:lnTo>
                  <a:lnTo>
                    <a:pt x="398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4" y="0"/>
                  </a:lnTo>
                  <a:lnTo>
                    <a:pt x="367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1" y="0"/>
                  </a:lnTo>
                  <a:lnTo>
                    <a:pt x="332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7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8" y="0"/>
                  </a:lnTo>
                  <a:lnTo>
                    <a:pt x="239" y="0"/>
                  </a:lnTo>
                  <a:lnTo>
                    <a:pt x="232" y="0"/>
                  </a:lnTo>
                  <a:lnTo>
                    <a:pt x="225" y="0"/>
                  </a:lnTo>
                  <a:lnTo>
                    <a:pt x="218" y="0"/>
                  </a:lnTo>
                  <a:lnTo>
                    <a:pt x="212" y="0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6" y="0"/>
                  </a:lnTo>
                  <a:lnTo>
                    <a:pt x="182" y="0"/>
                  </a:lnTo>
                  <a:lnTo>
                    <a:pt x="178" y="0"/>
                  </a:lnTo>
                  <a:lnTo>
                    <a:pt x="174" y="0"/>
                  </a:lnTo>
                  <a:lnTo>
                    <a:pt x="171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9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99" y="1"/>
                  </a:lnTo>
                  <a:lnTo>
                    <a:pt x="96" y="1"/>
                  </a:lnTo>
                  <a:lnTo>
                    <a:pt x="94" y="2"/>
                  </a:lnTo>
                  <a:lnTo>
                    <a:pt x="93" y="2"/>
                  </a:lnTo>
                  <a:lnTo>
                    <a:pt x="90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4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8" y="9"/>
                  </a:lnTo>
                  <a:lnTo>
                    <a:pt x="76" y="12"/>
                  </a:lnTo>
                  <a:lnTo>
                    <a:pt x="73" y="13"/>
                  </a:lnTo>
                  <a:lnTo>
                    <a:pt x="71" y="15"/>
                  </a:lnTo>
                  <a:lnTo>
                    <a:pt x="69" y="18"/>
                  </a:lnTo>
                  <a:lnTo>
                    <a:pt x="66" y="20"/>
                  </a:lnTo>
                  <a:lnTo>
                    <a:pt x="64" y="23"/>
                  </a:lnTo>
                  <a:lnTo>
                    <a:pt x="60" y="25"/>
                  </a:lnTo>
                  <a:lnTo>
                    <a:pt x="58" y="29"/>
                  </a:lnTo>
                  <a:lnTo>
                    <a:pt x="54" y="31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3" y="42"/>
                  </a:lnTo>
                  <a:lnTo>
                    <a:pt x="40" y="46"/>
                  </a:lnTo>
                  <a:lnTo>
                    <a:pt x="36" y="49"/>
                  </a:lnTo>
                  <a:lnTo>
                    <a:pt x="32" y="53"/>
                  </a:lnTo>
                  <a:lnTo>
                    <a:pt x="29" y="56"/>
                  </a:lnTo>
                  <a:lnTo>
                    <a:pt x="26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7" y="70"/>
                  </a:lnTo>
                  <a:lnTo>
                    <a:pt x="14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10" y="79"/>
                  </a:lnTo>
                  <a:lnTo>
                    <a:pt x="8" y="80"/>
                  </a:lnTo>
                  <a:lnTo>
                    <a:pt x="7" y="83"/>
                  </a:lnTo>
                  <a:lnTo>
                    <a:pt x="6" y="85"/>
                  </a:lnTo>
                  <a:lnTo>
                    <a:pt x="5" y="86"/>
                  </a:lnTo>
                  <a:lnTo>
                    <a:pt x="4" y="89"/>
                  </a:lnTo>
                  <a:lnTo>
                    <a:pt x="4" y="91"/>
                  </a:lnTo>
                  <a:lnTo>
                    <a:pt x="2" y="92"/>
                  </a:lnTo>
                  <a:lnTo>
                    <a:pt x="2" y="95"/>
                  </a:lnTo>
                  <a:lnTo>
                    <a:pt x="2" y="97"/>
                  </a:lnTo>
                  <a:lnTo>
                    <a:pt x="1" y="100"/>
                  </a:lnTo>
                  <a:lnTo>
                    <a:pt x="1" y="102"/>
                  </a:lnTo>
                  <a:lnTo>
                    <a:pt x="1" y="104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3"/>
                  </a:lnTo>
                  <a:lnTo>
                    <a:pt x="1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1" y="734"/>
                  </a:lnTo>
                  <a:lnTo>
                    <a:pt x="1" y="738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6"/>
                  </a:lnTo>
                  <a:lnTo>
                    <a:pt x="1" y="749"/>
                  </a:lnTo>
                  <a:lnTo>
                    <a:pt x="1" y="751"/>
                  </a:lnTo>
                  <a:lnTo>
                    <a:pt x="2" y="754"/>
                  </a:lnTo>
                  <a:lnTo>
                    <a:pt x="2" y="756"/>
                  </a:lnTo>
                  <a:lnTo>
                    <a:pt x="2" y="758"/>
                  </a:lnTo>
                  <a:lnTo>
                    <a:pt x="4" y="761"/>
                  </a:lnTo>
                  <a:lnTo>
                    <a:pt x="4" y="762"/>
                  </a:lnTo>
                  <a:lnTo>
                    <a:pt x="5" y="764"/>
                  </a:lnTo>
                  <a:lnTo>
                    <a:pt x="6" y="767"/>
                  </a:lnTo>
                  <a:lnTo>
                    <a:pt x="7" y="768"/>
                  </a:lnTo>
                  <a:lnTo>
                    <a:pt x="8" y="770"/>
                  </a:lnTo>
                  <a:lnTo>
                    <a:pt x="10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4" y="779"/>
                  </a:lnTo>
                  <a:lnTo>
                    <a:pt x="17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6" y="792"/>
                  </a:lnTo>
                  <a:lnTo>
                    <a:pt x="29" y="794"/>
                  </a:lnTo>
                  <a:lnTo>
                    <a:pt x="32" y="798"/>
                  </a:lnTo>
                  <a:lnTo>
                    <a:pt x="36" y="802"/>
                  </a:lnTo>
                  <a:lnTo>
                    <a:pt x="40" y="805"/>
                  </a:lnTo>
                  <a:lnTo>
                    <a:pt x="43" y="809"/>
                  </a:lnTo>
                  <a:lnTo>
                    <a:pt x="47" y="812"/>
                  </a:lnTo>
                  <a:lnTo>
                    <a:pt x="51" y="816"/>
                  </a:lnTo>
                  <a:lnTo>
                    <a:pt x="54" y="820"/>
                  </a:lnTo>
                  <a:lnTo>
                    <a:pt x="58" y="823"/>
                  </a:lnTo>
                  <a:lnTo>
                    <a:pt x="60" y="826"/>
                  </a:lnTo>
                  <a:lnTo>
                    <a:pt x="64" y="829"/>
                  </a:lnTo>
                  <a:lnTo>
                    <a:pt x="66" y="832"/>
                  </a:lnTo>
                  <a:lnTo>
                    <a:pt x="69" y="834"/>
                  </a:lnTo>
                  <a:lnTo>
                    <a:pt x="71" y="835"/>
                  </a:lnTo>
                  <a:lnTo>
                    <a:pt x="73" y="838"/>
                  </a:lnTo>
                  <a:lnTo>
                    <a:pt x="76" y="840"/>
                  </a:lnTo>
                  <a:lnTo>
                    <a:pt x="78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4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90" y="848"/>
                  </a:lnTo>
                  <a:lnTo>
                    <a:pt x="93" y="848"/>
                  </a:lnTo>
                  <a:lnTo>
                    <a:pt x="94" y="850"/>
                  </a:lnTo>
                  <a:lnTo>
                    <a:pt x="96" y="850"/>
                  </a:lnTo>
                  <a:lnTo>
                    <a:pt x="99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6" y="851"/>
                  </a:lnTo>
                  <a:lnTo>
                    <a:pt x="108" y="851"/>
                  </a:lnTo>
                  <a:lnTo>
                    <a:pt x="112" y="852"/>
                  </a:lnTo>
                  <a:lnTo>
                    <a:pt x="114" y="852"/>
                  </a:lnTo>
                  <a:lnTo>
                    <a:pt x="118" y="852"/>
                  </a:lnTo>
                  <a:lnTo>
                    <a:pt x="121" y="852"/>
                  </a:lnTo>
                  <a:lnTo>
                    <a:pt x="125" y="852"/>
                  </a:lnTo>
                  <a:lnTo>
                    <a:pt x="129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3" y="852"/>
                  </a:lnTo>
                  <a:lnTo>
                    <a:pt x="155" y="852"/>
                  </a:lnTo>
                  <a:lnTo>
                    <a:pt x="159" y="852"/>
                  </a:lnTo>
                  <a:lnTo>
                    <a:pt x="161" y="852"/>
                  </a:lnTo>
                  <a:lnTo>
                    <a:pt x="165" y="852"/>
                  </a:lnTo>
                  <a:lnTo>
                    <a:pt x="167" y="852"/>
                  </a:lnTo>
                  <a:lnTo>
                    <a:pt x="171" y="852"/>
                  </a:lnTo>
                  <a:lnTo>
                    <a:pt x="174" y="852"/>
                  </a:lnTo>
                  <a:lnTo>
                    <a:pt x="178" y="852"/>
                  </a:lnTo>
                  <a:lnTo>
                    <a:pt x="182" y="852"/>
                  </a:lnTo>
                  <a:lnTo>
                    <a:pt x="186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6" y="852"/>
                  </a:lnTo>
                  <a:lnTo>
                    <a:pt x="212" y="852"/>
                  </a:lnTo>
                  <a:lnTo>
                    <a:pt x="218" y="852"/>
                  </a:lnTo>
                  <a:lnTo>
                    <a:pt x="225" y="852"/>
                  </a:lnTo>
                  <a:lnTo>
                    <a:pt x="232" y="852"/>
                  </a:lnTo>
                  <a:lnTo>
                    <a:pt x="239" y="852"/>
                  </a:lnTo>
                  <a:lnTo>
                    <a:pt x="248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7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2" y="852"/>
                  </a:lnTo>
                  <a:lnTo>
                    <a:pt x="341" y="852"/>
                  </a:lnTo>
                  <a:lnTo>
                    <a:pt x="350" y="852"/>
                  </a:lnTo>
                  <a:lnTo>
                    <a:pt x="359" y="852"/>
                  </a:lnTo>
                  <a:lnTo>
                    <a:pt x="367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90" y="852"/>
                  </a:lnTo>
                  <a:lnTo>
                    <a:pt x="396" y="852"/>
                  </a:lnTo>
                  <a:lnTo>
                    <a:pt x="403" y="852"/>
                  </a:lnTo>
                  <a:lnTo>
                    <a:pt x="409" y="852"/>
                  </a:lnTo>
                  <a:lnTo>
                    <a:pt x="415" y="852"/>
                  </a:lnTo>
                  <a:lnTo>
                    <a:pt x="421" y="852"/>
                  </a:lnTo>
                  <a:lnTo>
                    <a:pt x="427" y="852"/>
                  </a:lnTo>
                  <a:lnTo>
                    <a:pt x="433" y="852"/>
                  </a:lnTo>
                  <a:lnTo>
                    <a:pt x="439" y="852"/>
                  </a:lnTo>
                  <a:lnTo>
                    <a:pt x="445" y="852"/>
                  </a:lnTo>
                  <a:lnTo>
                    <a:pt x="451" y="852"/>
                  </a:lnTo>
                  <a:lnTo>
                    <a:pt x="458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2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6" y="852"/>
                  </a:lnTo>
                  <a:lnTo>
                    <a:pt x="614" y="852"/>
                  </a:lnTo>
                  <a:lnTo>
                    <a:pt x="622" y="852"/>
                  </a:lnTo>
                  <a:lnTo>
                    <a:pt x="629" y="852"/>
                  </a:lnTo>
                  <a:lnTo>
                    <a:pt x="636" y="852"/>
                  </a:lnTo>
                  <a:lnTo>
                    <a:pt x="642" y="852"/>
                  </a:lnTo>
                  <a:lnTo>
                    <a:pt x="648" y="852"/>
                  </a:lnTo>
                  <a:lnTo>
                    <a:pt x="653" y="852"/>
                  </a:lnTo>
                  <a:lnTo>
                    <a:pt x="659" y="852"/>
                  </a:lnTo>
                  <a:lnTo>
                    <a:pt x="664" y="852"/>
                  </a:lnTo>
                  <a:lnTo>
                    <a:pt x="667" y="852"/>
                  </a:lnTo>
                  <a:lnTo>
                    <a:pt x="672" y="852"/>
                  </a:lnTo>
                  <a:lnTo>
                    <a:pt x="676" y="852"/>
                  </a:lnTo>
                  <a:lnTo>
                    <a:pt x="679" y="852"/>
                  </a:lnTo>
                  <a:lnTo>
                    <a:pt x="683" y="852"/>
                  </a:lnTo>
                  <a:lnTo>
                    <a:pt x="686" y="852"/>
                  </a:lnTo>
                  <a:lnTo>
                    <a:pt x="689" y="852"/>
                  </a:lnTo>
                  <a:lnTo>
                    <a:pt x="692" y="852"/>
                  </a:lnTo>
                  <a:lnTo>
                    <a:pt x="695" y="852"/>
                  </a:lnTo>
                  <a:lnTo>
                    <a:pt x="698" y="852"/>
                  </a:lnTo>
                  <a:lnTo>
                    <a:pt x="701" y="852"/>
                  </a:lnTo>
                  <a:lnTo>
                    <a:pt x="704" y="852"/>
                  </a:lnTo>
                  <a:lnTo>
                    <a:pt x="707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8" y="852"/>
                  </a:lnTo>
                  <a:lnTo>
                    <a:pt x="721" y="852"/>
                  </a:lnTo>
                  <a:lnTo>
                    <a:pt x="725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6" y="852"/>
                  </a:lnTo>
                  <a:lnTo>
                    <a:pt x="739" y="852"/>
                  </a:lnTo>
                  <a:lnTo>
                    <a:pt x="742" y="852"/>
                  </a:lnTo>
                  <a:lnTo>
                    <a:pt x="745" y="851"/>
                  </a:lnTo>
                  <a:lnTo>
                    <a:pt x="748" y="851"/>
                  </a:lnTo>
                  <a:lnTo>
                    <a:pt x="750" y="851"/>
                  </a:lnTo>
                  <a:lnTo>
                    <a:pt x="753" y="851"/>
                  </a:lnTo>
                  <a:lnTo>
                    <a:pt x="755" y="851"/>
                  </a:lnTo>
                  <a:lnTo>
                    <a:pt x="757" y="850"/>
                  </a:lnTo>
                  <a:lnTo>
                    <a:pt x="760" y="850"/>
                  </a:lnTo>
                  <a:lnTo>
                    <a:pt x="761" y="848"/>
                  </a:lnTo>
                  <a:lnTo>
                    <a:pt x="763" y="848"/>
                  </a:lnTo>
                  <a:lnTo>
                    <a:pt x="766" y="847"/>
                  </a:lnTo>
                  <a:lnTo>
                    <a:pt x="767" y="846"/>
                  </a:lnTo>
                  <a:lnTo>
                    <a:pt x="769" y="845"/>
                  </a:lnTo>
                  <a:lnTo>
                    <a:pt x="772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8" y="840"/>
                  </a:lnTo>
                  <a:lnTo>
                    <a:pt x="780" y="838"/>
                  </a:lnTo>
                  <a:lnTo>
                    <a:pt x="783" y="835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90" y="829"/>
                  </a:lnTo>
                  <a:lnTo>
                    <a:pt x="793" y="826"/>
                  </a:lnTo>
                  <a:lnTo>
                    <a:pt x="796" y="823"/>
                  </a:lnTo>
                  <a:lnTo>
                    <a:pt x="799" y="820"/>
                  </a:lnTo>
                  <a:lnTo>
                    <a:pt x="803" y="816"/>
                  </a:lnTo>
                  <a:lnTo>
                    <a:pt x="807" y="812"/>
                  </a:lnTo>
                  <a:lnTo>
                    <a:pt x="810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1" y="798"/>
                  </a:lnTo>
                  <a:lnTo>
                    <a:pt x="825" y="794"/>
                  </a:lnTo>
                  <a:lnTo>
                    <a:pt x="827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7" y="781"/>
                  </a:lnTo>
                  <a:lnTo>
                    <a:pt x="839" y="779"/>
                  </a:lnTo>
                  <a:lnTo>
                    <a:pt x="840" y="776"/>
                  </a:lnTo>
                  <a:lnTo>
                    <a:pt x="843" y="774"/>
                  </a:lnTo>
                  <a:lnTo>
                    <a:pt x="844" y="773"/>
                  </a:lnTo>
                  <a:lnTo>
                    <a:pt x="845" y="770"/>
                  </a:lnTo>
                  <a:lnTo>
                    <a:pt x="846" y="768"/>
                  </a:lnTo>
                  <a:lnTo>
                    <a:pt x="847" y="767"/>
                  </a:lnTo>
                  <a:lnTo>
                    <a:pt x="849" y="764"/>
                  </a:lnTo>
                  <a:lnTo>
                    <a:pt x="849" y="762"/>
                  </a:lnTo>
                  <a:lnTo>
                    <a:pt x="850" y="761"/>
                  </a:lnTo>
                  <a:lnTo>
                    <a:pt x="850" y="758"/>
                  </a:lnTo>
                  <a:lnTo>
                    <a:pt x="851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2" y="749"/>
                  </a:lnTo>
                  <a:lnTo>
                    <a:pt x="852" y="746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4"/>
                  </a:lnTo>
                  <a:lnTo>
                    <a:pt x="852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1" y="95"/>
                  </a:lnTo>
                  <a:lnTo>
                    <a:pt x="850" y="92"/>
                  </a:lnTo>
                  <a:lnTo>
                    <a:pt x="850" y="91"/>
                  </a:lnTo>
                  <a:lnTo>
                    <a:pt x="849" y="89"/>
                  </a:lnTo>
                  <a:lnTo>
                    <a:pt x="849" y="86"/>
                  </a:lnTo>
                  <a:lnTo>
                    <a:pt x="847" y="85"/>
                  </a:lnTo>
                  <a:lnTo>
                    <a:pt x="846" y="83"/>
                  </a:lnTo>
                  <a:lnTo>
                    <a:pt x="845" y="80"/>
                  </a:lnTo>
                  <a:lnTo>
                    <a:pt x="844" y="79"/>
                  </a:lnTo>
                  <a:lnTo>
                    <a:pt x="843" y="77"/>
                  </a:lnTo>
                  <a:lnTo>
                    <a:pt x="840" y="74"/>
                  </a:lnTo>
                  <a:lnTo>
                    <a:pt x="839" y="72"/>
                  </a:lnTo>
                  <a:lnTo>
                    <a:pt x="837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5" y="56"/>
                  </a:lnTo>
                  <a:lnTo>
                    <a:pt x="821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10" y="42"/>
                  </a:lnTo>
                  <a:lnTo>
                    <a:pt x="807" y="38"/>
                  </a:lnTo>
                  <a:lnTo>
                    <a:pt x="803" y="35"/>
                  </a:lnTo>
                  <a:lnTo>
                    <a:pt x="799" y="31"/>
                  </a:lnTo>
                  <a:lnTo>
                    <a:pt x="796" y="29"/>
                  </a:lnTo>
                  <a:lnTo>
                    <a:pt x="793" y="25"/>
                  </a:lnTo>
                  <a:lnTo>
                    <a:pt x="790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3" y="15"/>
                  </a:lnTo>
                  <a:lnTo>
                    <a:pt x="780" y="13"/>
                  </a:lnTo>
                  <a:lnTo>
                    <a:pt x="778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2" y="7"/>
                  </a:lnTo>
                  <a:lnTo>
                    <a:pt x="769" y="6"/>
                  </a:lnTo>
                  <a:lnTo>
                    <a:pt x="767" y="5"/>
                  </a:lnTo>
                  <a:lnTo>
                    <a:pt x="766" y="3"/>
                  </a:lnTo>
                  <a:lnTo>
                    <a:pt x="763" y="3"/>
                  </a:lnTo>
                  <a:lnTo>
                    <a:pt x="761" y="2"/>
                  </a:lnTo>
                  <a:lnTo>
                    <a:pt x="760" y="2"/>
                  </a:lnTo>
                  <a:lnTo>
                    <a:pt x="757" y="1"/>
                  </a:lnTo>
                  <a:lnTo>
                    <a:pt x="755" y="1"/>
                  </a:lnTo>
                  <a:lnTo>
                    <a:pt x="753" y="1"/>
                  </a:lnTo>
                  <a:lnTo>
                    <a:pt x="750" y="0"/>
                  </a:lnTo>
                  <a:lnTo>
                    <a:pt x="748" y="0"/>
                  </a:lnTo>
                  <a:lnTo>
                    <a:pt x="745" y="0"/>
                  </a:lnTo>
                  <a:lnTo>
                    <a:pt x="742" y="0"/>
                  </a:lnTo>
                  <a:lnTo>
                    <a:pt x="739" y="0"/>
                  </a:lnTo>
                  <a:lnTo>
                    <a:pt x="736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5" y="0"/>
                  </a:lnTo>
                  <a:lnTo>
                    <a:pt x="721" y="0"/>
                  </a:lnTo>
                  <a:lnTo>
                    <a:pt x="718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7" y="0"/>
                  </a:lnTo>
                  <a:lnTo>
                    <a:pt x="704" y="0"/>
                  </a:lnTo>
                  <a:lnTo>
                    <a:pt x="702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4" y="0"/>
                  </a:lnTo>
                  <a:lnTo>
                    <a:pt x="691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3" y="0"/>
                  </a:lnTo>
                  <a:lnTo>
                    <a:pt x="680" y="0"/>
                  </a:lnTo>
                  <a:lnTo>
                    <a:pt x="677" y="0"/>
                  </a:lnTo>
                  <a:lnTo>
                    <a:pt x="674" y="0"/>
                  </a:lnTo>
                  <a:lnTo>
                    <a:pt x="671" y="0"/>
                  </a:lnTo>
                  <a:lnTo>
                    <a:pt x="667" y="0"/>
                  </a:lnTo>
                  <a:lnTo>
                    <a:pt x="664" y="0"/>
                  </a:lnTo>
                  <a:lnTo>
                    <a:pt x="660" y="0"/>
                  </a:lnTo>
                  <a:lnTo>
                    <a:pt x="656" y="0"/>
                  </a:lnTo>
                  <a:lnTo>
                    <a:pt x="652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7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6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8" y="0"/>
                  </a:lnTo>
                  <a:lnTo>
                    <a:pt x="552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9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7" y="0"/>
                  </a:lnTo>
                  <a:lnTo>
                    <a:pt x="523" y="0"/>
                  </a:lnTo>
                  <a:lnTo>
                    <a:pt x="521" y="0"/>
                  </a:lnTo>
                  <a:lnTo>
                    <a:pt x="517" y="0"/>
                  </a:lnTo>
                  <a:lnTo>
                    <a:pt x="515" y="0"/>
                  </a:lnTo>
                  <a:lnTo>
                    <a:pt x="511" y="0"/>
                  </a:lnTo>
                  <a:lnTo>
                    <a:pt x="509" y="0"/>
                  </a:lnTo>
                  <a:lnTo>
                    <a:pt x="506" y="0"/>
                  </a:lnTo>
                  <a:lnTo>
                    <a:pt x="504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5" y="0"/>
                  </a:lnTo>
                  <a:lnTo>
                    <a:pt x="493" y="0"/>
                  </a:lnTo>
                  <a:lnTo>
                    <a:pt x="489" y="0"/>
                  </a:lnTo>
                  <a:lnTo>
                    <a:pt x="487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7" y="0"/>
                  </a:lnTo>
                  <a:lnTo>
                    <a:pt x="474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88" name="Freeform 215">
              <a:extLst>
                <a:ext uri="{FF2B5EF4-FFF2-40B4-BE49-F238E27FC236}">
                  <a16:creationId xmlns:a16="http://schemas.microsoft.com/office/drawing/2014/main" id="{FBBB0E40-586F-4937-BE81-7395DBF6D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946"/>
              <a:ext cx="432" cy="132"/>
            </a:xfrm>
            <a:custGeom>
              <a:avLst/>
              <a:gdLst>
                <a:gd name="T0" fmla="*/ 0 w 865"/>
                <a:gd name="T1" fmla="*/ 0 h 265"/>
                <a:gd name="T2" fmla="*/ 0 w 865"/>
                <a:gd name="T3" fmla="*/ 0 h 265"/>
                <a:gd name="T4" fmla="*/ 0 w 865"/>
                <a:gd name="T5" fmla="*/ 0 h 265"/>
                <a:gd name="T6" fmla="*/ 0 w 865"/>
                <a:gd name="T7" fmla="*/ 0 h 265"/>
                <a:gd name="T8" fmla="*/ 0 w 865"/>
                <a:gd name="T9" fmla="*/ 0 h 265"/>
                <a:gd name="T10" fmla="*/ 0 w 865"/>
                <a:gd name="T11" fmla="*/ 0 h 265"/>
                <a:gd name="T12" fmla="*/ 0 w 865"/>
                <a:gd name="T13" fmla="*/ 0 h 265"/>
                <a:gd name="T14" fmla="*/ 0 w 865"/>
                <a:gd name="T15" fmla="*/ 0 h 265"/>
                <a:gd name="T16" fmla="*/ 0 w 865"/>
                <a:gd name="T17" fmla="*/ 0 h 265"/>
                <a:gd name="T18" fmla="*/ 0 w 865"/>
                <a:gd name="T19" fmla="*/ 0 h 265"/>
                <a:gd name="T20" fmla="*/ 0 w 865"/>
                <a:gd name="T21" fmla="*/ 0 h 265"/>
                <a:gd name="T22" fmla="*/ 0 w 865"/>
                <a:gd name="T23" fmla="*/ 0 h 265"/>
                <a:gd name="T24" fmla="*/ 0 w 865"/>
                <a:gd name="T25" fmla="*/ 0 h 265"/>
                <a:gd name="T26" fmla="*/ 0 w 865"/>
                <a:gd name="T27" fmla="*/ 0 h 265"/>
                <a:gd name="T28" fmla="*/ 0 w 865"/>
                <a:gd name="T29" fmla="*/ 0 h 265"/>
                <a:gd name="T30" fmla="*/ 0 w 865"/>
                <a:gd name="T31" fmla="*/ 0 h 265"/>
                <a:gd name="T32" fmla="*/ 0 w 865"/>
                <a:gd name="T33" fmla="*/ 0 h 265"/>
                <a:gd name="T34" fmla="*/ 0 w 865"/>
                <a:gd name="T35" fmla="*/ 0 h 265"/>
                <a:gd name="T36" fmla="*/ 0 w 865"/>
                <a:gd name="T37" fmla="*/ 0 h 265"/>
                <a:gd name="T38" fmla="*/ 0 w 865"/>
                <a:gd name="T39" fmla="*/ 0 h 265"/>
                <a:gd name="T40" fmla="*/ 0 w 865"/>
                <a:gd name="T41" fmla="*/ 0 h 265"/>
                <a:gd name="T42" fmla="*/ 0 w 865"/>
                <a:gd name="T43" fmla="*/ 0 h 265"/>
                <a:gd name="T44" fmla="*/ 0 w 865"/>
                <a:gd name="T45" fmla="*/ 0 h 265"/>
                <a:gd name="T46" fmla="*/ 0 w 865"/>
                <a:gd name="T47" fmla="*/ 0 h 265"/>
                <a:gd name="T48" fmla="*/ 0 w 865"/>
                <a:gd name="T49" fmla="*/ 0 h 265"/>
                <a:gd name="T50" fmla="*/ 0 w 865"/>
                <a:gd name="T51" fmla="*/ 0 h 265"/>
                <a:gd name="T52" fmla="*/ 0 w 865"/>
                <a:gd name="T53" fmla="*/ 0 h 265"/>
                <a:gd name="T54" fmla="*/ 0 w 865"/>
                <a:gd name="T55" fmla="*/ 0 h 265"/>
                <a:gd name="T56" fmla="*/ 0 w 865"/>
                <a:gd name="T57" fmla="*/ 0 h 265"/>
                <a:gd name="T58" fmla="*/ 0 w 865"/>
                <a:gd name="T59" fmla="*/ 0 h 265"/>
                <a:gd name="T60" fmla="*/ 0 w 865"/>
                <a:gd name="T61" fmla="*/ 0 h 265"/>
                <a:gd name="T62" fmla="*/ 0 w 865"/>
                <a:gd name="T63" fmla="*/ 0 h 265"/>
                <a:gd name="T64" fmla="*/ 0 w 865"/>
                <a:gd name="T65" fmla="*/ 0 h 265"/>
                <a:gd name="T66" fmla="*/ 0 w 865"/>
                <a:gd name="T67" fmla="*/ 0 h 265"/>
                <a:gd name="T68" fmla="*/ 0 w 865"/>
                <a:gd name="T69" fmla="*/ 0 h 265"/>
                <a:gd name="T70" fmla="*/ 0 w 865"/>
                <a:gd name="T71" fmla="*/ 0 h 265"/>
                <a:gd name="T72" fmla="*/ 0 w 865"/>
                <a:gd name="T73" fmla="*/ 0 h 265"/>
                <a:gd name="T74" fmla="*/ 0 w 865"/>
                <a:gd name="T75" fmla="*/ 0 h 265"/>
                <a:gd name="T76" fmla="*/ 0 w 865"/>
                <a:gd name="T77" fmla="*/ 0 h 265"/>
                <a:gd name="T78" fmla="*/ 0 w 865"/>
                <a:gd name="T79" fmla="*/ 0 h 265"/>
                <a:gd name="T80" fmla="*/ 0 w 865"/>
                <a:gd name="T81" fmla="*/ 0 h 265"/>
                <a:gd name="T82" fmla="*/ 0 w 865"/>
                <a:gd name="T83" fmla="*/ 0 h 265"/>
                <a:gd name="T84" fmla="*/ 0 w 865"/>
                <a:gd name="T85" fmla="*/ 0 h 265"/>
                <a:gd name="T86" fmla="*/ 0 w 865"/>
                <a:gd name="T87" fmla="*/ 0 h 265"/>
                <a:gd name="T88" fmla="*/ 0 w 865"/>
                <a:gd name="T89" fmla="*/ 0 h 26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865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2"/>
                  </a:lnTo>
                  <a:lnTo>
                    <a:pt x="3" y="96"/>
                  </a:lnTo>
                  <a:lnTo>
                    <a:pt x="6" y="90"/>
                  </a:lnTo>
                  <a:lnTo>
                    <a:pt x="8" y="84"/>
                  </a:lnTo>
                  <a:lnTo>
                    <a:pt x="9" y="78"/>
                  </a:lnTo>
                  <a:lnTo>
                    <a:pt x="13" y="72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38" y="0"/>
                  </a:lnTo>
                  <a:lnTo>
                    <a:pt x="744" y="0"/>
                  </a:lnTo>
                  <a:lnTo>
                    <a:pt x="751" y="2"/>
                  </a:lnTo>
                  <a:lnTo>
                    <a:pt x="757" y="2"/>
                  </a:lnTo>
                  <a:lnTo>
                    <a:pt x="763" y="3"/>
                  </a:lnTo>
                  <a:lnTo>
                    <a:pt x="769" y="4"/>
                  </a:lnTo>
                  <a:lnTo>
                    <a:pt x="775" y="6"/>
                  </a:lnTo>
                  <a:lnTo>
                    <a:pt x="781" y="8"/>
                  </a:lnTo>
                  <a:lnTo>
                    <a:pt x="787" y="10"/>
                  </a:lnTo>
                  <a:lnTo>
                    <a:pt x="793" y="14"/>
                  </a:lnTo>
                  <a:lnTo>
                    <a:pt x="798" y="16"/>
                  </a:lnTo>
                  <a:lnTo>
                    <a:pt x="804" y="18"/>
                  </a:lnTo>
                  <a:lnTo>
                    <a:pt x="808" y="22"/>
                  </a:lnTo>
                  <a:lnTo>
                    <a:pt x="813" y="26"/>
                  </a:lnTo>
                  <a:lnTo>
                    <a:pt x="818" y="29"/>
                  </a:lnTo>
                  <a:lnTo>
                    <a:pt x="823" y="34"/>
                  </a:lnTo>
                  <a:lnTo>
                    <a:pt x="828" y="38"/>
                  </a:lnTo>
                  <a:lnTo>
                    <a:pt x="831" y="42"/>
                  </a:lnTo>
                  <a:lnTo>
                    <a:pt x="836" y="47"/>
                  </a:lnTo>
                  <a:lnTo>
                    <a:pt x="840" y="52"/>
                  </a:lnTo>
                  <a:lnTo>
                    <a:pt x="843" y="57"/>
                  </a:lnTo>
                  <a:lnTo>
                    <a:pt x="847" y="62"/>
                  </a:lnTo>
                  <a:lnTo>
                    <a:pt x="849" y="68"/>
                  </a:lnTo>
                  <a:lnTo>
                    <a:pt x="853" y="72"/>
                  </a:lnTo>
                  <a:lnTo>
                    <a:pt x="855" y="78"/>
                  </a:lnTo>
                  <a:lnTo>
                    <a:pt x="858" y="84"/>
                  </a:lnTo>
                  <a:lnTo>
                    <a:pt x="859" y="90"/>
                  </a:lnTo>
                  <a:lnTo>
                    <a:pt x="861" y="96"/>
                  </a:lnTo>
                  <a:lnTo>
                    <a:pt x="863" y="102"/>
                  </a:lnTo>
                  <a:lnTo>
                    <a:pt x="864" y="109"/>
                  </a:lnTo>
                  <a:lnTo>
                    <a:pt x="865" y="116"/>
                  </a:lnTo>
                  <a:lnTo>
                    <a:pt x="865" y="122"/>
                  </a:lnTo>
                  <a:lnTo>
                    <a:pt x="865" y="128"/>
                  </a:lnTo>
                  <a:lnTo>
                    <a:pt x="865" y="137"/>
                  </a:lnTo>
                  <a:lnTo>
                    <a:pt x="865" y="143"/>
                  </a:lnTo>
                  <a:lnTo>
                    <a:pt x="865" y="151"/>
                  </a:lnTo>
                  <a:lnTo>
                    <a:pt x="864" y="157"/>
                  </a:lnTo>
                  <a:lnTo>
                    <a:pt x="863" y="163"/>
                  </a:lnTo>
                  <a:lnTo>
                    <a:pt x="861" y="169"/>
                  </a:lnTo>
                  <a:lnTo>
                    <a:pt x="859" y="175"/>
                  </a:lnTo>
                  <a:lnTo>
                    <a:pt x="858" y="181"/>
                  </a:lnTo>
                  <a:lnTo>
                    <a:pt x="855" y="187"/>
                  </a:lnTo>
                  <a:lnTo>
                    <a:pt x="853" y="193"/>
                  </a:lnTo>
                  <a:lnTo>
                    <a:pt x="849" y="197"/>
                  </a:lnTo>
                  <a:lnTo>
                    <a:pt x="847" y="203"/>
                  </a:lnTo>
                  <a:lnTo>
                    <a:pt x="843" y="208"/>
                  </a:lnTo>
                  <a:lnTo>
                    <a:pt x="840" y="213"/>
                  </a:lnTo>
                  <a:lnTo>
                    <a:pt x="836" y="218"/>
                  </a:lnTo>
                  <a:lnTo>
                    <a:pt x="831" y="223"/>
                  </a:lnTo>
                  <a:lnTo>
                    <a:pt x="828" y="228"/>
                  </a:lnTo>
                  <a:lnTo>
                    <a:pt x="823" y="231"/>
                  </a:lnTo>
                  <a:lnTo>
                    <a:pt x="818" y="236"/>
                  </a:lnTo>
                  <a:lnTo>
                    <a:pt x="813" y="240"/>
                  </a:lnTo>
                  <a:lnTo>
                    <a:pt x="808" y="243"/>
                  </a:lnTo>
                  <a:lnTo>
                    <a:pt x="804" y="247"/>
                  </a:lnTo>
                  <a:lnTo>
                    <a:pt x="798" y="249"/>
                  </a:lnTo>
                  <a:lnTo>
                    <a:pt x="793" y="253"/>
                  </a:lnTo>
                  <a:lnTo>
                    <a:pt x="787" y="255"/>
                  </a:lnTo>
                  <a:lnTo>
                    <a:pt x="781" y="258"/>
                  </a:lnTo>
                  <a:lnTo>
                    <a:pt x="775" y="259"/>
                  </a:lnTo>
                  <a:lnTo>
                    <a:pt x="769" y="261"/>
                  </a:lnTo>
                  <a:lnTo>
                    <a:pt x="763" y="262"/>
                  </a:lnTo>
                  <a:lnTo>
                    <a:pt x="757" y="264"/>
                  </a:lnTo>
                  <a:lnTo>
                    <a:pt x="751" y="264"/>
                  </a:lnTo>
                  <a:lnTo>
                    <a:pt x="744" y="265"/>
                  </a:lnTo>
                  <a:lnTo>
                    <a:pt x="738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3"/>
                  </a:lnTo>
                  <a:lnTo>
                    <a:pt x="15" y="197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89" name="Rectangle 219">
              <a:extLst>
                <a:ext uri="{FF2B5EF4-FFF2-40B4-BE49-F238E27FC236}">
                  <a16:creationId xmlns:a16="http://schemas.microsoft.com/office/drawing/2014/main" id="{2036E291-52F7-4A1E-A3F5-DD8D17072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3535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90" name="Rectangle 220">
              <a:extLst>
                <a:ext uri="{FF2B5EF4-FFF2-40B4-BE49-F238E27FC236}">
                  <a16:creationId xmlns:a16="http://schemas.microsoft.com/office/drawing/2014/main" id="{410FE4F8-38A7-4C7A-A4BF-BF76F63BB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7" y="359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cxnSp>
        <p:nvCxnSpPr>
          <p:cNvPr id="103427" name="Straight Connector 2">
            <a:extLst>
              <a:ext uri="{FF2B5EF4-FFF2-40B4-BE49-F238E27FC236}">
                <a16:creationId xmlns:a16="http://schemas.microsoft.com/office/drawing/2014/main" id="{A44E3A55-7B8C-413B-A682-5F8DF0750392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57200" y="2209800"/>
            <a:ext cx="992188" cy="1017588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3428" name="Straight Connector 189">
            <a:extLst>
              <a:ext uri="{FF2B5EF4-FFF2-40B4-BE49-F238E27FC236}">
                <a16:creationId xmlns:a16="http://schemas.microsoft.com/office/drawing/2014/main" id="{B2C7CFD0-3F10-4230-83C2-5DAA4223FB8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543800" y="2133600"/>
            <a:ext cx="685800" cy="129540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3429" name="Straight Connector 190">
            <a:extLst>
              <a:ext uri="{FF2B5EF4-FFF2-40B4-BE49-F238E27FC236}">
                <a16:creationId xmlns:a16="http://schemas.microsoft.com/office/drawing/2014/main" id="{2B02BA97-0725-422D-A695-F0F7286DAB5F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2897188" y="685800"/>
            <a:ext cx="1293812" cy="428625"/>
          </a:xfrm>
          <a:prstGeom prst="lin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3430" name="Straight Connector 192">
            <a:extLst>
              <a:ext uri="{FF2B5EF4-FFF2-40B4-BE49-F238E27FC236}">
                <a16:creationId xmlns:a16="http://schemas.microsoft.com/office/drawing/2014/main" id="{0E8475D7-CFF9-4F6B-988E-3D2CF9D8B3A9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7800" y="685800"/>
            <a:ext cx="2468563" cy="395288"/>
          </a:xfrm>
          <a:prstGeom prst="lin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3431" name="Straight Connector 197">
            <a:extLst>
              <a:ext uri="{FF2B5EF4-FFF2-40B4-BE49-F238E27FC236}">
                <a16:creationId xmlns:a16="http://schemas.microsoft.com/office/drawing/2014/main" id="{99026267-B62A-4598-86BB-278C114DCCEA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2130425" y="1428750"/>
            <a:ext cx="1298575" cy="247650"/>
          </a:xfrm>
          <a:prstGeom prst="line">
            <a:avLst/>
          </a:prstGeom>
          <a:noFill/>
          <a:ln w="254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3432" name="Straight Connector 199">
            <a:extLst>
              <a:ext uri="{FF2B5EF4-FFF2-40B4-BE49-F238E27FC236}">
                <a16:creationId xmlns:a16="http://schemas.microsoft.com/office/drawing/2014/main" id="{33338DCE-FA26-450C-9E42-8CE77AB9E72A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019800" y="1706563"/>
            <a:ext cx="1306513" cy="655637"/>
          </a:xfrm>
          <a:prstGeom prst="line">
            <a:avLst/>
          </a:prstGeom>
          <a:noFill/>
          <a:ln w="25400">
            <a:solidFill>
              <a:srgbClr val="8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03433" name="Group 221">
            <a:extLst>
              <a:ext uri="{FF2B5EF4-FFF2-40B4-BE49-F238E27FC236}">
                <a16:creationId xmlns:a16="http://schemas.microsoft.com/office/drawing/2014/main" id="{EDB7E9CD-6448-4D69-969A-01F13E0C45DC}"/>
              </a:ext>
            </a:extLst>
          </p:cNvPr>
          <p:cNvGrpSpPr>
            <a:grpSpLocks/>
          </p:cNvGrpSpPr>
          <p:nvPr/>
        </p:nvGrpSpPr>
        <p:grpSpPr bwMode="auto">
          <a:xfrm>
            <a:off x="3381375" y="2971800"/>
            <a:ext cx="3095625" cy="3676650"/>
            <a:chOff x="3196" y="846"/>
            <a:chExt cx="1950" cy="2316"/>
          </a:xfrm>
        </p:grpSpPr>
        <p:sp>
          <p:nvSpPr>
            <p:cNvPr id="103453" name="Line 222">
              <a:extLst>
                <a:ext uri="{FF2B5EF4-FFF2-40B4-BE49-F238E27FC236}">
                  <a16:creationId xmlns:a16="http://schemas.microsoft.com/office/drawing/2014/main" id="{32EC8FF7-1A65-4338-8BF3-32C19B5D15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1096"/>
              <a:ext cx="16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54" name="Freeform 223">
              <a:extLst>
                <a:ext uri="{FF2B5EF4-FFF2-40B4-BE49-F238E27FC236}">
                  <a16:creationId xmlns:a16="http://schemas.microsoft.com/office/drawing/2014/main" id="{371E19FA-CBCD-4833-9055-05D2BD3B2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601"/>
              <a:ext cx="96" cy="1"/>
            </a:xfrm>
            <a:custGeom>
              <a:avLst/>
              <a:gdLst>
                <a:gd name="T0" fmla="*/ 1 w 192"/>
                <a:gd name="T1" fmla="*/ 0 h 1"/>
                <a:gd name="T2" fmla="*/ 0 w 192"/>
                <a:gd name="T3" fmla="*/ 0 h 1"/>
                <a:gd name="T4" fmla="*/ 1 w 19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">
                  <a:moveTo>
                    <a:pt x="192" y="0"/>
                  </a:moveTo>
                  <a:lnTo>
                    <a:pt x="0" y="0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55" name="Line 224">
              <a:extLst>
                <a:ext uri="{FF2B5EF4-FFF2-40B4-BE49-F238E27FC236}">
                  <a16:creationId xmlns:a16="http://schemas.microsoft.com/office/drawing/2014/main" id="{73EEDAA9-CEF8-491C-B379-587751EF5F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09" y="1601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56" name="Freeform 225">
              <a:extLst>
                <a:ext uri="{FF2B5EF4-FFF2-40B4-BE49-F238E27FC236}">
                  <a16:creationId xmlns:a16="http://schemas.microsoft.com/office/drawing/2014/main" id="{907AAFE3-20C5-4412-9E34-C7F089707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685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57" name="Line 226">
              <a:extLst>
                <a:ext uri="{FF2B5EF4-FFF2-40B4-BE49-F238E27FC236}">
                  <a16:creationId xmlns:a16="http://schemas.microsoft.com/office/drawing/2014/main" id="{5F39364A-CBBF-43D8-9B72-834295AC64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1685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58" name="Freeform 227">
              <a:extLst>
                <a:ext uri="{FF2B5EF4-FFF2-40B4-BE49-F238E27FC236}">
                  <a16:creationId xmlns:a16="http://schemas.microsoft.com/office/drawing/2014/main" id="{B98A3D38-5552-4E84-A5ED-CDEBA5983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517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59" name="Line 228">
              <a:extLst>
                <a:ext uri="{FF2B5EF4-FFF2-40B4-BE49-F238E27FC236}">
                  <a16:creationId xmlns:a16="http://schemas.microsoft.com/office/drawing/2014/main" id="{5F3D72A9-E657-4075-B30D-B2EEFCAEB3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1517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60" name="Line 229">
              <a:extLst>
                <a:ext uri="{FF2B5EF4-FFF2-40B4-BE49-F238E27FC236}">
                  <a16:creationId xmlns:a16="http://schemas.microsoft.com/office/drawing/2014/main" id="{6661E6D2-0E42-448C-93D9-BBA01488D0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1349"/>
              <a:ext cx="192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61" name="Line 230">
              <a:extLst>
                <a:ext uri="{FF2B5EF4-FFF2-40B4-BE49-F238E27FC236}">
                  <a16:creationId xmlns:a16="http://schemas.microsoft.com/office/drawing/2014/main" id="{3A225042-3D56-4B5A-A732-5B94E5A8D2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1264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62" name="Line 231">
              <a:extLst>
                <a:ext uri="{FF2B5EF4-FFF2-40B4-BE49-F238E27FC236}">
                  <a16:creationId xmlns:a16="http://schemas.microsoft.com/office/drawing/2014/main" id="{514BAEFD-B98E-47CD-B066-A0EABF7A94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1433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63" name="Line 232">
              <a:extLst>
                <a:ext uri="{FF2B5EF4-FFF2-40B4-BE49-F238E27FC236}">
                  <a16:creationId xmlns:a16="http://schemas.microsoft.com/office/drawing/2014/main" id="{8F06E214-B2BD-49E6-9E0F-71826A413B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63" y="1349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64" name="Freeform 233">
              <a:extLst>
                <a:ext uri="{FF2B5EF4-FFF2-40B4-BE49-F238E27FC236}">
                  <a16:creationId xmlns:a16="http://schemas.microsoft.com/office/drawing/2014/main" id="{5B6B1096-A238-42CC-862F-01A9BFF87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206"/>
              <a:ext cx="359" cy="143"/>
            </a:xfrm>
            <a:custGeom>
              <a:avLst/>
              <a:gdLst>
                <a:gd name="T0" fmla="*/ 1 w 717"/>
                <a:gd name="T1" fmla="*/ 0 h 286"/>
                <a:gd name="T2" fmla="*/ 1 w 717"/>
                <a:gd name="T3" fmla="*/ 0 h 286"/>
                <a:gd name="T4" fmla="*/ 1 w 717"/>
                <a:gd name="T5" fmla="*/ 1 h 286"/>
                <a:gd name="T6" fmla="*/ 1 w 717"/>
                <a:gd name="T7" fmla="*/ 1 h 286"/>
                <a:gd name="T8" fmla="*/ 1 w 717"/>
                <a:gd name="T9" fmla="*/ 1 h 286"/>
                <a:gd name="T10" fmla="*/ 1 w 717"/>
                <a:gd name="T11" fmla="*/ 1 h 286"/>
                <a:gd name="T12" fmla="*/ 1 w 717"/>
                <a:gd name="T13" fmla="*/ 1 h 286"/>
                <a:gd name="T14" fmla="*/ 1 w 717"/>
                <a:gd name="T15" fmla="*/ 1 h 286"/>
                <a:gd name="T16" fmla="*/ 1 w 717"/>
                <a:gd name="T17" fmla="*/ 1 h 286"/>
                <a:gd name="T18" fmla="*/ 1 w 717"/>
                <a:gd name="T19" fmla="*/ 1 h 286"/>
                <a:gd name="T20" fmla="*/ 1 w 717"/>
                <a:gd name="T21" fmla="*/ 1 h 286"/>
                <a:gd name="T22" fmla="*/ 1 w 717"/>
                <a:gd name="T23" fmla="*/ 1 h 286"/>
                <a:gd name="T24" fmla="*/ 1 w 717"/>
                <a:gd name="T25" fmla="*/ 1 h 286"/>
                <a:gd name="T26" fmla="*/ 1 w 717"/>
                <a:gd name="T27" fmla="*/ 1 h 286"/>
                <a:gd name="T28" fmla="*/ 1 w 717"/>
                <a:gd name="T29" fmla="*/ 1 h 286"/>
                <a:gd name="T30" fmla="*/ 1 w 717"/>
                <a:gd name="T31" fmla="*/ 1 h 286"/>
                <a:gd name="T32" fmla="*/ 1 w 717"/>
                <a:gd name="T33" fmla="*/ 1 h 286"/>
                <a:gd name="T34" fmla="*/ 1 w 717"/>
                <a:gd name="T35" fmla="*/ 1 h 286"/>
                <a:gd name="T36" fmla="*/ 1 w 717"/>
                <a:gd name="T37" fmla="*/ 1 h 286"/>
                <a:gd name="T38" fmla="*/ 1 w 717"/>
                <a:gd name="T39" fmla="*/ 1 h 286"/>
                <a:gd name="T40" fmla="*/ 1 w 717"/>
                <a:gd name="T41" fmla="*/ 1 h 286"/>
                <a:gd name="T42" fmla="*/ 1 w 717"/>
                <a:gd name="T43" fmla="*/ 1 h 286"/>
                <a:gd name="T44" fmla="*/ 1 w 717"/>
                <a:gd name="T45" fmla="*/ 1 h 286"/>
                <a:gd name="T46" fmla="*/ 1 w 717"/>
                <a:gd name="T47" fmla="*/ 1 h 286"/>
                <a:gd name="T48" fmla="*/ 1 w 717"/>
                <a:gd name="T49" fmla="*/ 1 h 286"/>
                <a:gd name="T50" fmla="*/ 1 w 717"/>
                <a:gd name="T51" fmla="*/ 1 h 286"/>
                <a:gd name="T52" fmla="*/ 1 w 717"/>
                <a:gd name="T53" fmla="*/ 1 h 286"/>
                <a:gd name="T54" fmla="*/ 1 w 717"/>
                <a:gd name="T55" fmla="*/ 1 h 286"/>
                <a:gd name="T56" fmla="*/ 1 w 717"/>
                <a:gd name="T57" fmla="*/ 1 h 286"/>
                <a:gd name="T58" fmla="*/ 1 w 717"/>
                <a:gd name="T59" fmla="*/ 1 h 286"/>
                <a:gd name="T60" fmla="*/ 1 w 717"/>
                <a:gd name="T61" fmla="*/ 1 h 286"/>
                <a:gd name="T62" fmla="*/ 1 w 717"/>
                <a:gd name="T63" fmla="*/ 1 h 286"/>
                <a:gd name="T64" fmla="*/ 1 w 717"/>
                <a:gd name="T65" fmla="*/ 1 h 286"/>
                <a:gd name="T66" fmla="*/ 1 w 717"/>
                <a:gd name="T67" fmla="*/ 1 h 286"/>
                <a:gd name="T68" fmla="*/ 1 w 717"/>
                <a:gd name="T69" fmla="*/ 1 h 286"/>
                <a:gd name="T70" fmla="*/ 1 w 717"/>
                <a:gd name="T71" fmla="*/ 1 h 286"/>
                <a:gd name="T72" fmla="*/ 1 w 717"/>
                <a:gd name="T73" fmla="*/ 1 h 286"/>
                <a:gd name="T74" fmla="*/ 1 w 717"/>
                <a:gd name="T75" fmla="*/ 1 h 286"/>
                <a:gd name="T76" fmla="*/ 1 w 717"/>
                <a:gd name="T77" fmla="*/ 1 h 286"/>
                <a:gd name="T78" fmla="*/ 1 w 717"/>
                <a:gd name="T79" fmla="*/ 1 h 286"/>
                <a:gd name="T80" fmla="*/ 1 w 717"/>
                <a:gd name="T81" fmla="*/ 1 h 286"/>
                <a:gd name="T82" fmla="*/ 1 w 717"/>
                <a:gd name="T83" fmla="*/ 1 h 286"/>
                <a:gd name="T84" fmla="*/ 1 w 717"/>
                <a:gd name="T85" fmla="*/ 1 h 286"/>
                <a:gd name="T86" fmla="*/ 1 w 717"/>
                <a:gd name="T87" fmla="*/ 1 h 286"/>
                <a:gd name="T88" fmla="*/ 1 w 717"/>
                <a:gd name="T89" fmla="*/ 1 h 286"/>
                <a:gd name="T90" fmla="*/ 1 w 717"/>
                <a:gd name="T91" fmla="*/ 1 h 286"/>
                <a:gd name="T92" fmla="*/ 1 w 717"/>
                <a:gd name="T93" fmla="*/ 1 h 286"/>
                <a:gd name="T94" fmla="*/ 1 w 717"/>
                <a:gd name="T95" fmla="*/ 1 h 286"/>
                <a:gd name="T96" fmla="*/ 1 w 717"/>
                <a:gd name="T97" fmla="*/ 1 h 286"/>
                <a:gd name="T98" fmla="*/ 1 w 717"/>
                <a:gd name="T99" fmla="*/ 1 h 286"/>
                <a:gd name="T100" fmla="*/ 1 w 717"/>
                <a:gd name="T101" fmla="*/ 1 h 286"/>
                <a:gd name="T102" fmla="*/ 1 w 717"/>
                <a:gd name="T103" fmla="*/ 1 h 286"/>
                <a:gd name="T104" fmla="*/ 1 w 717"/>
                <a:gd name="T105" fmla="*/ 1 h 286"/>
                <a:gd name="T106" fmla="*/ 1 w 717"/>
                <a:gd name="T107" fmla="*/ 1 h 286"/>
                <a:gd name="T108" fmla="*/ 1 w 717"/>
                <a:gd name="T109" fmla="*/ 1 h 286"/>
                <a:gd name="T110" fmla="*/ 1 w 717"/>
                <a:gd name="T111" fmla="*/ 1 h 286"/>
                <a:gd name="T112" fmla="*/ 1 w 717"/>
                <a:gd name="T113" fmla="*/ 1 h 286"/>
                <a:gd name="T114" fmla="*/ 1 w 717"/>
                <a:gd name="T115" fmla="*/ 1 h 286"/>
                <a:gd name="T116" fmla="*/ 1 w 717"/>
                <a:gd name="T117" fmla="*/ 1 h 286"/>
                <a:gd name="T118" fmla="*/ 1 w 717"/>
                <a:gd name="T119" fmla="*/ 1 h 286"/>
                <a:gd name="T120" fmla="*/ 1 w 717"/>
                <a:gd name="T121" fmla="*/ 1 h 2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6">
                  <a:moveTo>
                    <a:pt x="0" y="0"/>
                  </a:moveTo>
                  <a:lnTo>
                    <a:pt x="28" y="0"/>
                  </a:lnTo>
                  <a:lnTo>
                    <a:pt x="53" y="0"/>
                  </a:lnTo>
                  <a:lnTo>
                    <a:pt x="77" y="0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39" y="0"/>
                  </a:lnTo>
                  <a:lnTo>
                    <a:pt x="157" y="0"/>
                  </a:lnTo>
                  <a:lnTo>
                    <a:pt x="174" y="0"/>
                  </a:lnTo>
                  <a:lnTo>
                    <a:pt x="190" y="0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0" y="0"/>
                  </a:lnTo>
                  <a:lnTo>
                    <a:pt x="250" y="0"/>
                  </a:lnTo>
                  <a:lnTo>
                    <a:pt x="258" y="0"/>
                  </a:lnTo>
                  <a:lnTo>
                    <a:pt x="267" y="0"/>
                  </a:lnTo>
                  <a:lnTo>
                    <a:pt x="274" y="0"/>
                  </a:lnTo>
                  <a:lnTo>
                    <a:pt x="280" y="0"/>
                  </a:lnTo>
                  <a:lnTo>
                    <a:pt x="286" y="1"/>
                  </a:lnTo>
                  <a:lnTo>
                    <a:pt x="291" y="1"/>
                  </a:lnTo>
                  <a:lnTo>
                    <a:pt x="296" y="1"/>
                  </a:lnTo>
                  <a:lnTo>
                    <a:pt x="299" y="1"/>
                  </a:lnTo>
                  <a:lnTo>
                    <a:pt x="303" y="1"/>
                  </a:lnTo>
                  <a:lnTo>
                    <a:pt x="306" y="1"/>
                  </a:lnTo>
                  <a:lnTo>
                    <a:pt x="309" y="1"/>
                  </a:lnTo>
                  <a:lnTo>
                    <a:pt x="311" y="1"/>
                  </a:lnTo>
                  <a:lnTo>
                    <a:pt x="314" y="1"/>
                  </a:lnTo>
                  <a:lnTo>
                    <a:pt x="316" y="1"/>
                  </a:lnTo>
                  <a:lnTo>
                    <a:pt x="317" y="1"/>
                  </a:lnTo>
                  <a:lnTo>
                    <a:pt x="320" y="1"/>
                  </a:lnTo>
                  <a:lnTo>
                    <a:pt x="321" y="3"/>
                  </a:lnTo>
                  <a:lnTo>
                    <a:pt x="323" y="3"/>
                  </a:lnTo>
                  <a:lnTo>
                    <a:pt x="326" y="3"/>
                  </a:lnTo>
                  <a:lnTo>
                    <a:pt x="327" y="3"/>
                  </a:lnTo>
                  <a:lnTo>
                    <a:pt x="329" y="3"/>
                  </a:lnTo>
                  <a:lnTo>
                    <a:pt x="330" y="3"/>
                  </a:lnTo>
                  <a:lnTo>
                    <a:pt x="332" y="3"/>
                  </a:lnTo>
                  <a:lnTo>
                    <a:pt x="334" y="3"/>
                  </a:lnTo>
                  <a:lnTo>
                    <a:pt x="335" y="3"/>
                  </a:lnTo>
                  <a:lnTo>
                    <a:pt x="336" y="3"/>
                  </a:lnTo>
                  <a:lnTo>
                    <a:pt x="338" y="3"/>
                  </a:lnTo>
                  <a:lnTo>
                    <a:pt x="339" y="4"/>
                  </a:lnTo>
                  <a:lnTo>
                    <a:pt x="340" y="4"/>
                  </a:lnTo>
                  <a:lnTo>
                    <a:pt x="341" y="4"/>
                  </a:lnTo>
                  <a:lnTo>
                    <a:pt x="342" y="4"/>
                  </a:lnTo>
                  <a:lnTo>
                    <a:pt x="344" y="4"/>
                  </a:lnTo>
                  <a:lnTo>
                    <a:pt x="345" y="4"/>
                  </a:lnTo>
                  <a:lnTo>
                    <a:pt x="346" y="4"/>
                  </a:lnTo>
                  <a:lnTo>
                    <a:pt x="347" y="4"/>
                  </a:lnTo>
                  <a:lnTo>
                    <a:pt x="348" y="4"/>
                  </a:lnTo>
                  <a:lnTo>
                    <a:pt x="350" y="4"/>
                  </a:lnTo>
                  <a:lnTo>
                    <a:pt x="351" y="5"/>
                  </a:lnTo>
                  <a:lnTo>
                    <a:pt x="352" y="5"/>
                  </a:lnTo>
                  <a:lnTo>
                    <a:pt x="353" y="5"/>
                  </a:lnTo>
                  <a:lnTo>
                    <a:pt x="354" y="5"/>
                  </a:lnTo>
                  <a:lnTo>
                    <a:pt x="356" y="5"/>
                  </a:lnTo>
                  <a:lnTo>
                    <a:pt x="358" y="5"/>
                  </a:lnTo>
                  <a:lnTo>
                    <a:pt x="359" y="5"/>
                  </a:lnTo>
                  <a:lnTo>
                    <a:pt x="360" y="6"/>
                  </a:lnTo>
                  <a:lnTo>
                    <a:pt x="363" y="6"/>
                  </a:lnTo>
                  <a:lnTo>
                    <a:pt x="364" y="6"/>
                  </a:lnTo>
                  <a:lnTo>
                    <a:pt x="366" y="6"/>
                  </a:lnTo>
                  <a:lnTo>
                    <a:pt x="368" y="6"/>
                  </a:lnTo>
                  <a:lnTo>
                    <a:pt x="370" y="7"/>
                  </a:lnTo>
                  <a:lnTo>
                    <a:pt x="371" y="7"/>
                  </a:lnTo>
                  <a:lnTo>
                    <a:pt x="374" y="7"/>
                  </a:lnTo>
                  <a:lnTo>
                    <a:pt x="375" y="7"/>
                  </a:lnTo>
                  <a:lnTo>
                    <a:pt x="376" y="7"/>
                  </a:lnTo>
                  <a:lnTo>
                    <a:pt x="377" y="9"/>
                  </a:lnTo>
                  <a:lnTo>
                    <a:pt x="379" y="9"/>
                  </a:lnTo>
                  <a:lnTo>
                    <a:pt x="380" y="9"/>
                  </a:lnTo>
                  <a:lnTo>
                    <a:pt x="381" y="9"/>
                  </a:lnTo>
                  <a:lnTo>
                    <a:pt x="382" y="9"/>
                  </a:lnTo>
                  <a:lnTo>
                    <a:pt x="383" y="10"/>
                  </a:lnTo>
                  <a:lnTo>
                    <a:pt x="385" y="10"/>
                  </a:lnTo>
                  <a:lnTo>
                    <a:pt x="386" y="10"/>
                  </a:lnTo>
                  <a:lnTo>
                    <a:pt x="387" y="10"/>
                  </a:lnTo>
                  <a:lnTo>
                    <a:pt x="388" y="10"/>
                  </a:lnTo>
                  <a:lnTo>
                    <a:pt x="389" y="11"/>
                  </a:lnTo>
                  <a:lnTo>
                    <a:pt x="391" y="11"/>
                  </a:lnTo>
                  <a:lnTo>
                    <a:pt x="392" y="11"/>
                  </a:lnTo>
                  <a:lnTo>
                    <a:pt x="393" y="11"/>
                  </a:lnTo>
                  <a:lnTo>
                    <a:pt x="394" y="12"/>
                  </a:lnTo>
                  <a:lnTo>
                    <a:pt x="395" y="12"/>
                  </a:lnTo>
                  <a:lnTo>
                    <a:pt x="397" y="12"/>
                  </a:lnTo>
                  <a:lnTo>
                    <a:pt x="399" y="13"/>
                  </a:lnTo>
                  <a:lnTo>
                    <a:pt x="400" y="13"/>
                  </a:lnTo>
                  <a:lnTo>
                    <a:pt x="401" y="15"/>
                  </a:lnTo>
                  <a:lnTo>
                    <a:pt x="404" y="15"/>
                  </a:lnTo>
                  <a:lnTo>
                    <a:pt x="405" y="15"/>
                  </a:lnTo>
                  <a:lnTo>
                    <a:pt x="407" y="16"/>
                  </a:lnTo>
                  <a:lnTo>
                    <a:pt x="409" y="16"/>
                  </a:lnTo>
                  <a:lnTo>
                    <a:pt x="411" y="17"/>
                  </a:lnTo>
                  <a:lnTo>
                    <a:pt x="413" y="18"/>
                  </a:lnTo>
                  <a:lnTo>
                    <a:pt x="416" y="18"/>
                  </a:lnTo>
                  <a:lnTo>
                    <a:pt x="417" y="19"/>
                  </a:lnTo>
                  <a:lnTo>
                    <a:pt x="419" y="19"/>
                  </a:lnTo>
                  <a:lnTo>
                    <a:pt x="421" y="21"/>
                  </a:lnTo>
                  <a:lnTo>
                    <a:pt x="423" y="21"/>
                  </a:lnTo>
                  <a:lnTo>
                    <a:pt x="424" y="21"/>
                  </a:lnTo>
                  <a:lnTo>
                    <a:pt x="425" y="22"/>
                  </a:lnTo>
                  <a:lnTo>
                    <a:pt x="427" y="22"/>
                  </a:lnTo>
                  <a:lnTo>
                    <a:pt x="428" y="22"/>
                  </a:lnTo>
                  <a:lnTo>
                    <a:pt x="429" y="23"/>
                  </a:lnTo>
                  <a:lnTo>
                    <a:pt x="430" y="23"/>
                  </a:lnTo>
                  <a:lnTo>
                    <a:pt x="431" y="24"/>
                  </a:lnTo>
                  <a:lnTo>
                    <a:pt x="433" y="24"/>
                  </a:lnTo>
                  <a:lnTo>
                    <a:pt x="434" y="24"/>
                  </a:lnTo>
                  <a:lnTo>
                    <a:pt x="435" y="25"/>
                  </a:lnTo>
                  <a:lnTo>
                    <a:pt x="436" y="25"/>
                  </a:lnTo>
                  <a:lnTo>
                    <a:pt x="437" y="25"/>
                  </a:lnTo>
                  <a:lnTo>
                    <a:pt x="439" y="27"/>
                  </a:lnTo>
                  <a:lnTo>
                    <a:pt x="440" y="27"/>
                  </a:lnTo>
                  <a:lnTo>
                    <a:pt x="441" y="28"/>
                  </a:lnTo>
                  <a:lnTo>
                    <a:pt x="442" y="28"/>
                  </a:lnTo>
                  <a:lnTo>
                    <a:pt x="443" y="29"/>
                  </a:lnTo>
                  <a:lnTo>
                    <a:pt x="445" y="29"/>
                  </a:lnTo>
                  <a:lnTo>
                    <a:pt x="446" y="30"/>
                  </a:lnTo>
                  <a:lnTo>
                    <a:pt x="448" y="30"/>
                  </a:lnTo>
                  <a:lnTo>
                    <a:pt x="449" y="31"/>
                  </a:lnTo>
                  <a:lnTo>
                    <a:pt x="451" y="33"/>
                  </a:lnTo>
                  <a:lnTo>
                    <a:pt x="453" y="33"/>
                  </a:lnTo>
                  <a:lnTo>
                    <a:pt x="454" y="34"/>
                  </a:lnTo>
                  <a:lnTo>
                    <a:pt x="457" y="35"/>
                  </a:lnTo>
                  <a:lnTo>
                    <a:pt x="458" y="36"/>
                  </a:lnTo>
                  <a:lnTo>
                    <a:pt x="460" y="37"/>
                  </a:lnTo>
                  <a:lnTo>
                    <a:pt x="461" y="37"/>
                  </a:lnTo>
                  <a:lnTo>
                    <a:pt x="464" y="39"/>
                  </a:lnTo>
                  <a:lnTo>
                    <a:pt x="465" y="40"/>
                  </a:lnTo>
                  <a:lnTo>
                    <a:pt x="466" y="40"/>
                  </a:lnTo>
                  <a:lnTo>
                    <a:pt x="467" y="41"/>
                  </a:lnTo>
                  <a:lnTo>
                    <a:pt x="469" y="41"/>
                  </a:lnTo>
                  <a:lnTo>
                    <a:pt x="470" y="42"/>
                  </a:lnTo>
                  <a:lnTo>
                    <a:pt x="471" y="42"/>
                  </a:lnTo>
                  <a:lnTo>
                    <a:pt x="472" y="43"/>
                  </a:lnTo>
                  <a:lnTo>
                    <a:pt x="473" y="43"/>
                  </a:lnTo>
                  <a:lnTo>
                    <a:pt x="475" y="45"/>
                  </a:lnTo>
                  <a:lnTo>
                    <a:pt x="476" y="45"/>
                  </a:lnTo>
                  <a:lnTo>
                    <a:pt x="477" y="46"/>
                  </a:lnTo>
                  <a:lnTo>
                    <a:pt x="478" y="46"/>
                  </a:lnTo>
                  <a:lnTo>
                    <a:pt x="479" y="47"/>
                  </a:lnTo>
                  <a:lnTo>
                    <a:pt x="481" y="48"/>
                  </a:lnTo>
                  <a:lnTo>
                    <a:pt x="482" y="48"/>
                  </a:lnTo>
                  <a:lnTo>
                    <a:pt x="483" y="48"/>
                  </a:lnTo>
                  <a:lnTo>
                    <a:pt x="484" y="49"/>
                  </a:lnTo>
                  <a:lnTo>
                    <a:pt x="485" y="49"/>
                  </a:lnTo>
                  <a:lnTo>
                    <a:pt x="487" y="51"/>
                  </a:lnTo>
                  <a:lnTo>
                    <a:pt x="488" y="51"/>
                  </a:lnTo>
                  <a:lnTo>
                    <a:pt x="489" y="52"/>
                  </a:lnTo>
                  <a:lnTo>
                    <a:pt x="490" y="53"/>
                  </a:lnTo>
                  <a:lnTo>
                    <a:pt x="492" y="53"/>
                  </a:lnTo>
                  <a:lnTo>
                    <a:pt x="493" y="54"/>
                  </a:lnTo>
                  <a:lnTo>
                    <a:pt x="494" y="55"/>
                  </a:lnTo>
                  <a:lnTo>
                    <a:pt x="496" y="57"/>
                  </a:lnTo>
                  <a:lnTo>
                    <a:pt x="498" y="57"/>
                  </a:lnTo>
                  <a:lnTo>
                    <a:pt x="500" y="58"/>
                  </a:lnTo>
                  <a:lnTo>
                    <a:pt x="501" y="59"/>
                  </a:lnTo>
                  <a:lnTo>
                    <a:pt x="502" y="59"/>
                  </a:lnTo>
                  <a:lnTo>
                    <a:pt x="504" y="60"/>
                  </a:lnTo>
                  <a:lnTo>
                    <a:pt x="505" y="61"/>
                  </a:lnTo>
                  <a:lnTo>
                    <a:pt x="506" y="61"/>
                  </a:lnTo>
                  <a:lnTo>
                    <a:pt x="507" y="63"/>
                  </a:lnTo>
                  <a:lnTo>
                    <a:pt x="508" y="63"/>
                  </a:lnTo>
                  <a:lnTo>
                    <a:pt x="510" y="64"/>
                  </a:lnTo>
                  <a:lnTo>
                    <a:pt x="511" y="64"/>
                  </a:lnTo>
                  <a:lnTo>
                    <a:pt x="511" y="65"/>
                  </a:lnTo>
                  <a:lnTo>
                    <a:pt x="512" y="65"/>
                  </a:lnTo>
                  <a:lnTo>
                    <a:pt x="513" y="65"/>
                  </a:lnTo>
                  <a:lnTo>
                    <a:pt x="513" y="66"/>
                  </a:lnTo>
                  <a:lnTo>
                    <a:pt x="514" y="66"/>
                  </a:lnTo>
                  <a:lnTo>
                    <a:pt x="516" y="67"/>
                  </a:lnTo>
                  <a:lnTo>
                    <a:pt x="517" y="67"/>
                  </a:lnTo>
                  <a:lnTo>
                    <a:pt x="518" y="69"/>
                  </a:lnTo>
                  <a:lnTo>
                    <a:pt x="519" y="70"/>
                  </a:lnTo>
                  <a:lnTo>
                    <a:pt x="520" y="70"/>
                  </a:lnTo>
                  <a:lnTo>
                    <a:pt x="520" y="71"/>
                  </a:lnTo>
                  <a:lnTo>
                    <a:pt x="522" y="71"/>
                  </a:lnTo>
                  <a:lnTo>
                    <a:pt x="523" y="72"/>
                  </a:lnTo>
                  <a:lnTo>
                    <a:pt x="524" y="72"/>
                  </a:lnTo>
                  <a:lnTo>
                    <a:pt x="525" y="73"/>
                  </a:lnTo>
                  <a:lnTo>
                    <a:pt x="526" y="73"/>
                  </a:lnTo>
                  <a:lnTo>
                    <a:pt x="528" y="75"/>
                  </a:lnTo>
                  <a:lnTo>
                    <a:pt x="529" y="76"/>
                  </a:lnTo>
                  <a:lnTo>
                    <a:pt x="530" y="76"/>
                  </a:lnTo>
                  <a:lnTo>
                    <a:pt x="531" y="77"/>
                  </a:lnTo>
                  <a:lnTo>
                    <a:pt x="532" y="78"/>
                  </a:lnTo>
                  <a:lnTo>
                    <a:pt x="534" y="79"/>
                  </a:lnTo>
                  <a:lnTo>
                    <a:pt x="535" y="79"/>
                  </a:lnTo>
                  <a:lnTo>
                    <a:pt x="536" y="81"/>
                  </a:lnTo>
                  <a:lnTo>
                    <a:pt x="537" y="81"/>
                  </a:lnTo>
                  <a:lnTo>
                    <a:pt x="538" y="82"/>
                  </a:lnTo>
                  <a:lnTo>
                    <a:pt x="540" y="83"/>
                  </a:lnTo>
                  <a:lnTo>
                    <a:pt x="541" y="83"/>
                  </a:lnTo>
                  <a:lnTo>
                    <a:pt x="541" y="84"/>
                  </a:lnTo>
                  <a:lnTo>
                    <a:pt x="542" y="84"/>
                  </a:lnTo>
                  <a:lnTo>
                    <a:pt x="543" y="86"/>
                  </a:lnTo>
                  <a:lnTo>
                    <a:pt x="544" y="86"/>
                  </a:lnTo>
                  <a:lnTo>
                    <a:pt x="546" y="87"/>
                  </a:lnTo>
                  <a:lnTo>
                    <a:pt x="546" y="88"/>
                  </a:lnTo>
                  <a:lnTo>
                    <a:pt x="547" y="88"/>
                  </a:lnTo>
                  <a:lnTo>
                    <a:pt x="548" y="89"/>
                  </a:lnTo>
                  <a:lnTo>
                    <a:pt x="549" y="89"/>
                  </a:lnTo>
                  <a:lnTo>
                    <a:pt x="550" y="90"/>
                  </a:lnTo>
                  <a:lnTo>
                    <a:pt x="552" y="92"/>
                  </a:lnTo>
                  <a:lnTo>
                    <a:pt x="553" y="93"/>
                  </a:lnTo>
                  <a:lnTo>
                    <a:pt x="554" y="93"/>
                  </a:lnTo>
                  <a:lnTo>
                    <a:pt x="554" y="94"/>
                  </a:lnTo>
                  <a:lnTo>
                    <a:pt x="555" y="94"/>
                  </a:lnTo>
                  <a:lnTo>
                    <a:pt x="556" y="95"/>
                  </a:lnTo>
                  <a:lnTo>
                    <a:pt x="558" y="96"/>
                  </a:lnTo>
                  <a:lnTo>
                    <a:pt x="559" y="98"/>
                  </a:lnTo>
                  <a:lnTo>
                    <a:pt x="560" y="98"/>
                  </a:lnTo>
                  <a:lnTo>
                    <a:pt x="560" y="99"/>
                  </a:lnTo>
                  <a:lnTo>
                    <a:pt x="561" y="99"/>
                  </a:lnTo>
                  <a:lnTo>
                    <a:pt x="562" y="100"/>
                  </a:lnTo>
                  <a:lnTo>
                    <a:pt x="564" y="101"/>
                  </a:lnTo>
                  <a:lnTo>
                    <a:pt x="565" y="101"/>
                  </a:lnTo>
                  <a:lnTo>
                    <a:pt x="565" y="102"/>
                  </a:lnTo>
                  <a:lnTo>
                    <a:pt x="566" y="102"/>
                  </a:lnTo>
                  <a:lnTo>
                    <a:pt x="566" y="104"/>
                  </a:lnTo>
                  <a:lnTo>
                    <a:pt x="567" y="104"/>
                  </a:lnTo>
                  <a:lnTo>
                    <a:pt x="568" y="105"/>
                  </a:lnTo>
                  <a:lnTo>
                    <a:pt x="570" y="105"/>
                  </a:lnTo>
                  <a:lnTo>
                    <a:pt x="570" y="106"/>
                  </a:lnTo>
                  <a:lnTo>
                    <a:pt x="571" y="106"/>
                  </a:lnTo>
                  <a:lnTo>
                    <a:pt x="572" y="107"/>
                  </a:lnTo>
                  <a:lnTo>
                    <a:pt x="573" y="107"/>
                  </a:lnTo>
                  <a:lnTo>
                    <a:pt x="574" y="108"/>
                  </a:lnTo>
                  <a:lnTo>
                    <a:pt x="576" y="110"/>
                  </a:lnTo>
                  <a:lnTo>
                    <a:pt x="577" y="111"/>
                  </a:lnTo>
                  <a:lnTo>
                    <a:pt x="578" y="111"/>
                  </a:lnTo>
                  <a:lnTo>
                    <a:pt x="579" y="112"/>
                  </a:lnTo>
                  <a:lnTo>
                    <a:pt x="580" y="112"/>
                  </a:lnTo>
                  <a:lnTo>
                    <a:pt x="580" y="113"/>
                  </a:lnTo>
                  <a:lnTo>
                    <a:pt x="582" y="114"/>
                  </a:lnTo>
                  <a:lnTo>
                    <a:pt x="583" y="114"/>
                  </a:lnTo>
                  <a:lnTo>
                    <a:pt x="584" y="114"/>
                  </a:lnTo>
                  <a:lnTo>
                    <a:pt x="584" y="116"/>
                  </a:lnTo>
                  <a:lnTo>
                    <a:pt x="585" y="116"/>
                  </a:lnTo>
                  <a:lnTo>
                    <a:pt x="585" y="117"/>
                  </a:lnTo>
                  <a:lnTo>
                    <a:pt x="586" y="117"/>
                  </a:lnTo>
                  <a:lnTo>
                    <a:pt x="586" y="118"/>
                  </a:lnTo>
                  <a:lnTo>
                    <a:pt x="588" y="118"/>
                  </a:lnTo>
                  <a:lnTo>
                    <a:pt x="589" y="118"/>
                  </a:lnTo>
                  <a:lnTo>
                    <a:pt x="589" y="119"/>
                  </a:lnTo>
                  <a:lnTo>
                    <a:pt x="590" y="120"/>
                  </a:lnTo>
                  <a:lnTo>
                    <a:pt x="591" y="120"/>
                  </a:lnTo>
                  <a:lnTo>
                    <a:pt x="591" y="122"/>
                  </a:lnTo>
                  <a:lnTo>
                    <a:pt x="592" y="122"/>
                  </a:lnTo>
                  <a:lnTo>
                    <a:pt x="592" y="123"/>
                  </a:lnTo>
                  <a:lnTo>
                    <a:pt x="594" y="123"/>
                  </a:lnTo>
                  <a:lnTo>
                    <a:pt x="595" y="124"/>
                  </a:lnTo>
                  <a:lnTo>
                    <a:pt x="595" y="125"/>
                  </a:lnTo>
                  <a:lnTo>
                    <a:pt x="596" y="125"/>
                  </a:lnTo>
                  <a:lnTo>
                    <a:pt x="597" y="126"/>
                  </a:lnTo>
                  <a:lnTo>
                    <a:pt x="597" y="128"/>
                  </a:lnTo>
                  <a:lnTo>
                    <a:pt x="598" y="129"/>
                  </a:lnTo>
                  <a:lnTo>
                    <a:pt x="600" y="129"/>
                  </a:lnTo>
                  <a:lnTo>
                    <a:pt x="601" y="130"/>
                  </a:lnTo>
                  <a:lnTo>
                    <a:pt x="602" y="131"/>
                  </a:lnTo>
                  <a:lnTo>
                    <a:pt x="602" y="132"/>
                  </a:lnTo>
                  <a:lnTo>
                    <a:pt x="603" y="134"/>
                  </a:lnTo>
                  <a:lnTo>
                    <a:pt x="604" y="135"/>
                  </a:lnTo>
                  <a:lnTo>
                    <a:pt x="606" y="136"/>
                  </a:lnTo>
                  <a:lnTo>
                    <a:pt x="607" y="137"/>
                  </a:lnTo>
                  <a:lnTo>
                    <a:pt x="608" y="138"/>
                  </a:lnTo>
                  <a:lnTo>
                    <a:pt x="609" y="140"/>
                  </a:lnTo>
                  <a:lnTo>
                    <a:pt x="611" y="141"/>
                  </a:lnTo>
                  <a:lnTo>
                    <a:pt x="612" y="142"/>
                  </a:lnTo>
                  <a:lnTo>
                    <a:pt x="613" y="143"/>
                  </a:lnTo>
                  <a:lnTo>
                    <a:pt x="613" y="144"/>
                  </a:lnTo>
                  <a:lnTo>
                    <a:pt x="614" y="144"/>
                  </a:lnTo>
                  <a:lnTo>
                    <a:pt x="614" y="146"/>
                  </a:lnTo>
                  <a:lnTo>
                    <a:pt x="615" y="146"/>
                  </a:lnTo>
                  <a:lnTo>
                    <a:pt x="615" y="147"/>
                  </a:lnTo>
                  <a:lnTo>
                    <a:pt x="617" y="148"/>
                  </a:lnTo>
                  <a:lnTo>
                    <a:pt x="618" y="148"/>
                  </a:lnTo>
                  <a:lnTo>
                    <a:pt x="618" y="149"/>
                  </a:lnTo>
                  <a:lnTo>
                    <a:pt x="619" y="150"/>
                  </a:lnTo>
                  <a:lnTo>
                    <a:pt x="620" y="152"/>
                  </a:lnTo>
                  <a:lnTo>
                    <a:pt x="621" y="153"/>
                  </a:lnTo>
                  <a:lnTo>
                    <a:pt x="621" y="154"/>
                  </a:lnTo>
                  <a:lnTo>
                    <a:pt x="623" y="155"/>
                  </a:lnTo>
                  <a:lnTo>
                    <a:pt x="624" y="156"/>
                  </a:lnTo>
                  <a:lnTo>
                    <a:pt x="625" y="158"/>
                  </a:lnTo>
                  <a:lnTo>
                    <a:pt x="626" y="159"/>
                  </a:lnTo>
                  <a:lnTo>
                    <a:pt x="627" y="160"/>
                  </a:lnTo>
                  <a:lnTo>
                    <a:pt x="629" y="161"/>
                  </a:lnTo>
                  <a:lnTo>
                    <a:pt x="630" y="162"/>
                  </a:lnTo>
                  <a:lnTo>
                    <a:pt x="631" y="165"/>
                  </a:lnTo>
                  <a:lnTo>
                    <a:pt x="632" y="166"/>
                  </a:lnTo>
                  <a:lnTo>
                    <a:pt x="633" y="167"/>
                  </a:lnTo>
                  <a:lnTo>
                    <a:pt x="635" y="168"/>
                  </a:lnTo>
                  <a:lnTo>
                    <a:pt x="636" y="171"/>
                  </a:lnTo>
                  <a:lnTo>
                    <a:pt x="637" y="172"/>
                  </a:lnTo>
                  <a:lnTo>
                    <a:pt x="638" y="173"/>
                  </a:lnTo>
                  <a:lnTo>
                    <a:pt x="638" y="174"/>
                  </a:lnTo>
                  <a:lnTo>
                    <a:pt x="639" y="176"/>
                  </a:lnTo>
                  <a:lnTo>
                    <a:pt x="641" y="176"/>
                  </a:lnTo>
                  <a:lnTo>
                    <a:pt x="642" y="177"/>
                  </a:lnTo>
                  <a:lnTo>
                    <a:pt x="642" y="178"/>
                  </a:lnTo>
                  <a:lnTo>
                    <a:pt x="643" y="179"/>
                  </a:lnTo>
                  <a:lnTo>
                    <a:pt x="643" y="180"/>
                  </a:lnTo>
                  <a:lnTo>
                    <a:pt x="644" y="180"/>
                  </a:lnTo>
                  <a:lnTo>
                    <a:pt x="645" y="182"/>
                  </a:lnTo>
                  <a:lnTo>
                    <a:pt x="645" y="183"/>
                  </a:lnTo>
                  <a:lnTo>
                    <a:pt x="647" y="184"/>
                  </a:lnTo>
                  <a:lnTo>
                    <a:pt x="648" y="185"/>
                  </a:lnTo>
                  <a:lnTo>
                    <a:pt x="649" y="186"/>
                  </a:lnTo>
                  <a:lnTo>
                    <a:pt x="649" y="188"/>
                  </a:lnTo>
                  <a:lnTo>
                    <a:pt x="650" y="189"/>
                  </a:lnTo>
                  <a:lnTo>
                    <a:pt x="651" y="190"/>
                  </a:lnTo>
                  <a:lnTo>
                    <a:pt x="651" y="191"/>
                  </a:lnTo>
                  <a:lnTo>
                    <a:pt x="653" y="192"/>
                  </a:lnTo>
                  <a:lnTo>
                    <a:pt x="654" y="194"/>
                  </a:lnTo>
                  <a:lnTo>
                    <a:pt x="655" y="195"/>
                  </a:lnTo>
                  <a:lnTo>
                    <a:pt x="656" y="196"/>
                  </a:lnTo>
                  <a:lnTo>
                    <a:pt x="657" y="199"/>
                  </a:lnTo>
                  <a:lnTo>
                    <a:pt x="657" y="200"/>
                  </a:lnTo>
                  <a:lnTo>
                    <a:pt x="660" y="201"/>
                  </a:lnTo>
                  <a:lnTo>
                    <a:pt x="661" y="203"/>
                  </a:lnTo>
                  <a:lnTo>
                    <a:pt x="662" y="206"/>
                  </a:lnTo>
                  <a:lnTo>
                    <a:pt x="663" y="207"/>
                  </a:lnTo>
                  <a:lnTo>
                    <a:pt x="665" y="209"/>
                  </a:lnTo>
                  <a:lnTo>
                    <a:pt x="666" y="211"/>
                  </a:lnTo>
                  <a:lnTo>
                    <a:pt x="667" y="212"/>
                  </a:lnTo>
                  <a:lnTo>
                    <a:pt x="668" y="213"/>
                  </a:lnTo>
                  <a:lnTo>
                    <a:pt x="668" y="214"/>
                  </a:lnTo>
                  <a:lnTo>
                    <a:pt x="669" y="215"/>
                  </a:lnTo>
                  <a:lnTo>
                    <a:pt x="671" y="218"/>
                  </a:lnTo>
                  <a:lnTo>
                    <a:pt x="672" y="218"/>
                  </a:lnTo>
                  <a:lnTo>
                    <a:pt x="672" y="219"/>
                  </a:lnTo>
                  <a:lnTo>
                    <a:pt x="673" y="220"/>
                  </a:lnTo>
                  <a:lnTo>
                    <a:pt x="674" y="221"/>
                  </a:lnTo>
                  <a:lnTo>
                    <a:pt x="674" y="223"/>
                  </a:lnTo>
                  <a:lnTo>
                    <a:pt x="675" y="224"/>
                  </a:lnTo>
                  <a:lnTo>
                    <a:pt x="675" y="225"/>
                  </a:lnTo>
                  <a:lnTo>
                    <a:pt x="677" y="226"/>
                  </a:lnTo>
                  <a:lnTo>
                    <a:pt x="678" y="226"/>
                  </a:lnTo>
                  <a:lnTo>
                    <a:pt x="678" y="227"/>
                  </a:lnTo>
                  <a:lnTo>
                    <a:pt x="679" y="229"/>
                  </a:lnTo>
                  <a:lnTo>
                    <a:pt x="679" y="230"/>
                  </a:lnTo>
                  <a:lnTo>
                    <a:pt x="680" y="231"/>
                  </a:lnTo>
                  <a:lnTo>
                    <a:pt x="681" y="232"/>
                  </a:lnTo>
                  <a:lnTo>
                    <a:pt x="683" y="233"/>
                  </a:lnTo>
                  <a:lnTo>
                    <a:pt x="683" y="235"/>
                  </a:lnTo>
                  <a:lnTo>
                    <a:pt x="684" y="236"/>
                  </a:lnTo>
                  <a:lnTo>
                    <a:pt x="685" y="237"/>
                  </a:lnTo>
                  <a:lnTo>
                    <a:pt x="686" y="239"/>
                  </a:lnTo>
                  <a:lnTo>
                    <a:pt x="687" y="241"/>
                  </a:lnTo>
                  <a:lnTo>
                    <a:pt x="689" y="242"/>
                  </a:lnTo>
                  <a:lnTo>
                    <a:pt x="690" y="244"/>
                  </a:lnTo>
                  <a:lnTo>
                    <a:pt x="691" y="247"/>
                  </a:lnTo>
                  <a:lnTo>
                    <a:pt x="692" y="248"/>
                  </a:lnTo>
                  <a:lnTo>
                    <a:pt x="695" y="250"/>
                  </a:lnTo>
                  <a:lnTo>
                    <a:pt x="696" y="251"/>
                  </a:lnTo>
                  <a:lnTo>
                    <a:pt x="697" y="254"/>
                  </a:lnTo>
                  <a:lnTo>
                    <a:pt x="698" y="255"/>
                  </a:lnTo>
                  <a:lnTo>
                    <a:pt x="698" y="256"/>
                  </a:lnTo>
                  <a:lnTo>
                    <a:pt x="699" y="257"/>
                  </a:lnTo>
                  <a:lnTo>
                    <a:pt x="701" y="259"/>
                  </a:lnTo>
                  <a:lnTo>
                    <a:pt x="702" y="260"/>
                  </a:lnTo>
                  <a:lnTo>
                    <a:pt x="702" y="261"/>
                  </a:lnTo>
                  <a:lnTo>
                    <a:pt x="703" y="262"/>
                  </a:lnTo>
                  <a:lnTo>
                    <a:pt x="704" y="263"/>
                  </a:lnTo>
                  <a:lnTo>
                    <a:pt x="704" y="265"/>
                  </a:lnTo>
                  <a:lnTo>
                    <a:pt x="705" y="266"/>
                  </a:lnTo>
                  <a:lnTo>
                    <a:pt x="705" y="267"/>
                  </a:lnTo>
                  <a:lnTo>
                    <a:pt x="707" y="267"/>
                  </a:lnTo>
                  <a:lnTo>
                    <a:pt x="707" y="268"/>
                  </a:lnTo>
                  <a:lnTo>
                    <a:pt x="708" y="269"/>
                  </a:lnTo>
                  <a:lnTo>
                    <a:pt x="708" y="271"/>
                  </a:lnTo>
                  <a:lnTo>
                    <a:pt x="709" y="272"/>
                  </a:lnTo>
                  <a:lnTo>
                    <a:pt x="710" y="273"/>
                  </a:lnTo>
                  <a:lnTo>
                    <a:pt x="710" y="274"/>
                  </a:lnTo>
                  <a:lnTo>
                    <a:pt x="711" y="275"/>
                  </a:lnTo>
                  <a:lnTo>
                    <a:pt x="713" y="277"/>
                  </a:lnTo>
                  <a:lnTo>
                    <a:pt x="713" y="278"/>
                  </a:lnTo>
                  <a:lnTo>
                    <a:pt x="714" y="279"/>
                  </a:lnTo>
                  <a:lnTo>
                    <a:pt x="714" y="280"/>
                  </a:lnTo>
                  <a:lnTo>
                    <a:pt x="715" y="281"/>
                  </a:lnTo>
                  <a:lnTo>
                    <a:pt x="716" y="283"/>
                  </a:lnTo>
                  <a:lnTo>
                    <a:pt x="716" y="284"/>
                  </a:lnTo>
                  <a:lnTo>
                    <a:pt x="717" y="28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65" name="Freeform 234">
              <a:extLst>
                <a:ext uri="{FF2B5EF4-FFF2-40B4-BE49-F238E27FC236}">
                  <a16:creationId xmlns:a16="http://schemas.microsoft.com/office/drawing/2014/main" id="{8C0658F6-6596-472F-8161-CE61D0698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350"/>
              <a:ext cx="359" cy="143"/>
            </a:xfrm>
            <a:custGeom>
              <a:avLst/>
              <a:gdLst>
                <a:gd name="T0" fmla="*/ 1 w 717"/>
                <a:gd name="T1" fmla="*/ 0 h 287"/>
                <a:gd name="T2" fmla="*/ 1 w 717"/>
                <a:gd name="T3" fmla="*/ 0 h 287"/>
                <a:gd name="T4" fmla="*/ 1 w 717"/>
                <a:gd name="T5" fmla="*/ 0 h 287"/>
                <a:gd name="T6" fmla="*/ 1 w 717"/>
                <a:gd name="T7" fmla="*/ 0 h 287"/>
                <a:gd name="T8" fmla="*/ 1 w 717"/>
                <a:gd name="T9" fmla="*/ 0 h 287"/>
                <a:gd name="T10" fmla="*/ 1 w 717"/>
                <a:gd name="T11" fmla="*/ 0 h 287"/>
                <a:gd name="T12" fmla="*/ 1 w 717"/>
                <a:gd name="T13" fmla="*/ 0 h 287"/>
                <a:gd name="T14" fmla="*/ 1 w 717"/>
                <a:gd name="T15" fmla="*/ 0 h 287"/>
                <a:gd name="T16" fmla="*/ 1 w 717"/>
                <a:gd name="T17" fmla="*/ 0 h 287"/>
                <a:gd name="T18" fmla="*/ 1 w 717"/>
                <a:gd name="T19" fmla="*/ 0 h 287"/>
                <a:gd name="T20" fmla="*/ 1 w 717"/>
                <a:gd name="T21" fmla="*/ 0 h 287"/>
                <a:gd name="T22" fmla="*/ 1 w 717"/>
                <a:gd name="T23" fmla="*/ 0 h 287"/>
                <a:gd name="T24" fmla="*/ 1 w 717"/>
                <a:gd name="T25" fmla="*/ 0 h 287"/>
                <a:gd name="T26" fmla="*/ 1 w 717"/>
                <a:gd name="T27" fmla="*/ 0 h 287"/>
                <a:gd name="T28" fmla="*/ 1 w 717"/>
                <a:gd name="T29" fmla="*/ 0 h 287"/>
                <a:gd name="T30" fmla="*/ 1 w 717"/>
                <a:gd name="T31" fmla="*/ 0 h 287"/>
                <a:gd name="T32" fmla="*/ 1 w 717"/>
                <a:gd name="T33" fmla="*/ 0 h 287"/>
                <a:gd name="T34" fmla="*/ 1 w 717"/>
                <a:gd name="T35" fmla="*/ 0 h 287"/>
                <a:gd name="T36" fmla="*/ 1 w 717"/>
                <a:gd name="T37" fmla="*/ 0 h 287"/>
                <a:gd name="T38" fmla="*/ 1 w 717"/>
                <a:gd name="T39" fmla="*/ 0 h 287"/>
                <a:gd name="T40" fmla="*/ 1 w 717"/>
                <a:gd name="T41" fmla="*/ 0 h 287"/>
                <a:gd name="T42" fmla="*/ 1 w 717"/>
                <a:gd name="T43" fmla="*/ 0 h 287"/>
                <a:gd name="T44" fmla="*/ 1 w 717"/>
                <a:gd name="T45" fmla="*/ 0 h 287"/>
                <a:gd name="T46" fmla="*/ 1 w 717"/>
                <a:gd name="T47" fmla="*/ 0 h 287"/>
                <a:gd name="T48" fmla="*/ 1 w 717"/>
                <a:gd name="T49" fmla="*/ 0 h 287"/>
                <a:gd name="T50" fmla="*/ 1 w 717"/>
                <a:gd name="T51" fmla="*/ 0 h 287"/>
                <a:gd name="T52" fmla="*/ 1 w 717"/>
                <a:gd name="T53" fmla="*/ 0 h 287"/>
                <a:gd name="T54" fmla="*/ 1 w 717"/>
                <a:gd name="T55" fmla="*/ 0 h 287"/>
                <a:gd name="T56" fmla="*/ 1 w 717"/>
                <a:gd name="T57" fmla="*/ 0 h 287"/>
                <a:gd name="T58" fmla="*/ 1 w 717"/>
                <a:gd name="T59" fmla="*/ 0 h 287"/>
                <a:gd name="T60" fmla="*/ 1 w 717"/>
                <a:gd name="T61" fmla="*/ 0 h 287"/>
                <a:gd name="T62" fmla="*/ 1 w 717"/>
                <a:gd name="T63" fmla="*/ 0 h 287"/>
                <a:gd name="T64" fmla="*/ 1 w 717"/>
                <a:gd name="T65" fmla="*/ 0 h 287"/>
                <a:gd name="T66" fmla="*/ 1 w 717"/>
                <a:gd name="T67" fmla="*/ 0 h 287"/>
                <a:gd name="T68" fmla="*/ 1 w 717"/>
                <a:gd name="T69" fmla="*/ 0 h 287"/>
                <a:gd name="T70" fmla="*/ 1 w 717"/>
                <a:gd name="T71" fmla="*/ 0 h 287"/>
                <a:gd name="T72" fmla="*/ 1 w 717"/>
                <a:gd name="T73" fmla="*/ 0 h 287"/>
                <a:gd name="T74" fmla="*/ 1 w 717"/>
                <a:gd name="T75" fmla="*/ 0 h 287"/>
                <a:gd name="T76" fmla="*/ 1 w 717"/>
                <a:gd name="T77" fmla="*/ 0 h 287"/>
                <a:gd name="T78" fmla="*/ 1 w 717"/>
                <a:gd name="T79" fmla="*/ 0 h 287"/>
                <a:gd name="T80" fmla="*/ 1 w 717"/>
                <a:gd name="T81" fmla="*/ 0 h 287"/>
                <a:gd name="T82" fmla="*/ 1 w 717"/>
                <a:gd name="T83" fmla="*/ 0 h 287"/>
                <a:gd name="T84" fmla="*/ 1 w 717"/>
                <a:gd name="T85" fmla="*/ 0 h 287"/>
                <a:gd name="T86" fmla="*/ 1 w 717"/>
                <a:gd name="T87" fmla="*/ 0 h 287"/>
                <a:gd name="T88" fmla="*/ 1 w 717"/>
                <a:gd name="T89" fmla="*/ 0 h 287"/>
                <a:gd name="T90" fmla="*/ 1 w 717"/>
                <a:gd name="T91" fmla="*/ 0 h 287"/>
                <a:gd name="T92" fmla="*/ 1 w 717"/>
                <a:gd name="T93" fmla="*/ 0 h 287"/>
                <a:gd name="T94" fmla="*/ 1 w 717"/>
                <a:gd name="T95" fmla="*/ 0 h 287"/>
                <a:gd name="T96" fmla="*/ 1 w 717"/>
                <a:gd name="T97" fmla="*/ 0 h 287"/>
                <a:gd name="T98" fmla="*/ 1 w 717"/>
                <a:gd name="T99" fmla="*/ 0 h 287"/>
                <a:gd name="T100" fmla="*/ 1 w 717"/>
                <a:gd name="T101" fmla="*/ 0 h 287"/>
                <a:gd name="T102" fmla="*/ 1 w 717"/>
                <a:gd name="T103" fmla="*/ 0 h 287"/>
                <a:gd name="T104" fmla="*/ 1 w 717"/>
                <a:gd name="T105" fmla="*/ 0 h 287"/>
                <a:gd name="T106" fmla="*/ 1 w 717"/>
                <a:gd name="T107" fmla="*/ 0 h 287"/>
                <a:gd name="T108" fmla="*/ 1 w 717"/>
                <a:gd name="T109" fmla="*/ 0 h 287"/>
                <a:gd name="T110" fmla="*/ 1 w 717"/>
                <a:gd name="T111" fmla="*/ 0 h 287"/>
                <a:gd name="T112" fmla="*/ 1 w 717"/>
                <a:gd name="T113" fmla="*/ 0 h 287"/>
                <a:gd name="T114" fmla="*/ 1 w 717"/>
                <a:gd name="T115" fmla="*/ 0 h 287"/>
                <a:gd name="T116" fmla="*/ 1 w 717"/>
                <a:gd name="T117" fmla="*/ 0 h 287"/>
                <a:gd name="T118" fmla="*/ 1 w 717"/>
                <a:gd name="T119" fmla="*/ 0 h 287"/>
                <a:gd name="T120" fmla="*/ 1 w 717"/>
                <a:gd name="T121" fmla="*/ 0 h 2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7">
                  <a:moveTo>
                    <a:pt x="0" y="287"/>
                  </a:moveTo>
                  <a:lnTo>
                    <a:pt x="28" y="287"/>
                  </a:lnTo>
                  <a:lnTo>
                    <a:pt x="53" y="287"/>
                  </a:lnTo>
                  <a:lnTo>
                    <a:pt x="77" y="287"/>
                  </a:lnTo>
                  <a:lnTo>
                    <a:pt x="100" y="287"/>
                  </a:lnTo>
                  <a:lnTo>
                    <a:pt x="120" y="287"/>
                  </a:lnTo>
                  <a:lnTo>
                    <a:pt x="139" y="287"/>
                  </a:lnTo>
                  <a:lnTo>
                    <a:pt x="157" y="287"/>
                  </a:lnTo>
                  <a:lnTo>
                    <a:pt x="174" y="287"/>
                  </a:lnTo>
                  <a:lnTo>
                    <a:pt x="190" y="287"/>
                  </a:lnTo>
                  <a:lnTo>
                    <a:pt x="204" y="287"/>
                  </a:lnTo>
                  <a:lnTo>
                    <a:pt x="217" y="287"/>
                  </a:lnTo>
                  <a:lnTo>
                    <a:pt x="229" y="287"/>
                  </a:lnTo>
                  <a:lnTo>
                    <a:pt x="240" y="287"/>
                  </a:lnTo>
                  <a:lnTo>
                    <a:pt x="250" y="287"/>
                  </a:lnTo>
                  <a:lnTo>
                    <a:pt x="258" y="285"/>
                  </a:lnTo>
                  <a:lnTo>
                    <a:pt x="267" y="285"/>
                  </a:lnTo>
                  <a:lnTo>
                    <a:pt x="274" y="285"/>
                  </a:lnTo>
                  <a:lnTo>
                    <a:pt x="280" y="285"/>
                  </a:lnTo>
                  <a:lnTo>
                    <a:pt x="286" y="285"/>
                  </a:lnTo>
                  <a:lnTo>
                    <a:pt x="291" y="285"/>
                  </a:lnTo>
                  <a:lnTo>
                    <a:pt x="296" y="285"/>
                  </a:lnTo>
                  <a:lnTo>
                    <a:pt x="299" y="285"/>
                  </a:lnTo>
                  <a:lnTo>
                    <a:pt x="303" y="285"/>
                  </a:lnTo>
                  <a:lnTo>
                    <a:pt x="306" y="285"/>
                  </a:lnTo>
                  <a:lnTo>
                    <a:pt x="309" y="285"/>
                  </a:lnTo>
                  <a:lnTo>
                    <a:pt x="311" y="285"/>
                  </a:lnTo>
                  <a:lnTo>
                    <a:pt x="314" y="285"/>
                  </a:lnTo>
                  <a:lnTo>
                    <a:pt x="316" y="285"/>
                  </a:lnTo>
                  <a:lnTo>
                    <a:pt x="317" y="285"/>
                  </a:lnTo>
                  <a:lnTo>
                    <a:pt x="320" y="284"/>
                  </a:lnTo>
                  <a:lnTo>
                    <a:pt x="321" y="284"/>
                  </a:lnTo>
                  <a:lnTo>
                    <a:pt x="323" y="284"/>
                  </a:lnTo>
                  <a:lnTo>
                    <a:pt x="326" y="284"/>
                  </a:lnTo>
                  <a:lnTo>
                    <a:pt x="327" y="284"/>
                  </a:lnTo>
                  <a:lnTo>
                    <a:pt x="329" y="284"/>
                  </a:lnTo>
                  <a:lnTo>
                    <a:pt x="330" y="284"/>
                  </a:lnTo>
                  <a:lnTo>
                    <a:pt x="332" y="284"/>
                  </a:lnTo>
                  <a:lnTo>
                    <a:pt x="334" y="284"/>
                  </a:lnTo>
                  <a:lnTo>
                    <a:pt x="335" y="284"/>
                  </a:lnTo>
                  <a:lnTo>
                    <a:pt x="336" y="284"/>
                  </a:lnTo>
                  <a:lnTo>
                    <a:pt x="338" y="283"/>
                  </a:lnTo>
                  <a:lnTo>
                    <a:pt x="339" y="283"/>
                  </a:lnTo>
                  <a:lnTo>
                    <a:pt x="340" y="283"/>
                  </a:lnTo>
                  <a:lnTo>
                    <a:pt x="341" y="283"/>
                  </a:lnTo>
                  <a:lnTo>
                    <a:pt x="342" y="283"/>
                  </a:lnTo>
                  <a:lnTo>
                    <a:pt x="344" y="283"/>
                  </a:lnTo>
                  <a:lnTo>
                    <a:pt x="345" y="283"/>
                  </a:lnTo>
                  <a:lnTo>
                    <a:pt x="346" y="283"/>
                  </a:lnTo>
                  <a:lnTo>
                    <a:pt x="347" y="283"/>
                  </a:lnTo>
                  <a:lnTo>
                    <a:pt x="348" y="283"/>
                  </a:lnTo>
                  <a:lnTo>
                    <a:pt x="350" y="283"/>
                  </a:lnTo>
                  <a:lnTo>
                    <a:pt x="350" y="282"/>
                  </a:lnTo>
                  <a:lnTo>
                    <a:pt x="351" y="282"/>
                  </a:lnTo>
                  <a:lnTo>
                    <a:pt x="352" y="282"/>
                  </a:lnTo>
                  <a:lnTo>
                    <a:pt x="353" y="282"/>
                  </a:lnTo>
                  <a:lnTo>
                    <a:pt x="354" y="282"/>
                  </a:lnTo>
                  <a:lnTo>
                    <a:pt x="356" y="282"/>
                  </a:lnTo>
                  <a:lnTo>
                    <a:pt x="358" y="282"/>
                  </a:lnTo>
                  <a:lnTo>
                    <a:pt x="359" y="281"/>
                  </a:lnTo>
                  <a:lnTo>
                    <a:pt x="360" y="281"/>
                  </a:lnTo>
                  <a:lnTo>
                    <a:pt x="363" y="281"/>
                  </a:lnTo>
                  <a:lnTo>
                    <a:pt x="364" y="281"/>
                  </a:lnTo>
                  <a:lnTo>
                    <a:pt x="366" y="281"/>
                  </a:lnTo>
                  <a:lnTo>
                    <a:pt x="368" y="279"/>
                  </a:lnTo>
                  <a:lnTo>
                    <a:pt x="370" y="279"/>
                  </a:lnTo>
                  <a:lnTo>
                    <a:pt x="371" y="279"/>
                  </a:lnTo>
                  <a:lnTo>
                    <a:pt x="374" y="279"/>
                  </a:lnTo>
                  <a:lnTo>
                    <a:pt x="375" y="279"/>
                  </a:lnTo>
                  <a:lnTo>
                    <a:pt x="376" y="278"/>
                  </a:lnTo>
                  <a:lnTo>
                    <a:pt x="377" y="278"/>
                  </a:lnTo>
                  <a:lnTo>
                    <a:pt x="379" y="278"/>
                  </a:lnTo>
                  <a:lnTo>
                    <a:pt x="380" y="278"/>
                  </a:lnTo>
                  <a:lnTo>
                    <a:pt x="381" y="278"/>
                  </a:lnTo>
                  <a:lnTo>
                    <a:pt x="382" y="278"/>
                  </a:lnTo>
                  <a:lnTo>
                    <a:pt x="383" y="277"/>
                  </a:lnTo>
                  <a:lnTo>
                    <a:pt x="385" y="277"/>
                  </a:lnTo>
                  <a:lnTo>
                    <a:pt x="386" y="277"/>
                  </a:lnTo>
                  <a:lnTo>
                    <a:pt x="387" y="277"/>
                  </a:lnTo>
                  <a:lnTo>
                    <a:pt x="388" y="277"/>
                  </a:lnTo>
                  <a:lnTo>
                    <a:pt x="388" y="276"/>
                  </a:lnTo>
                  <a:lnTo>
                    <a:pt x="389" y="276"/>
                  </a:lnTo>
                  <a:lnTo>
                    <a:pt x="391" y="276"/>
                  </a:lnTo>
                  <a:lnTo>
                    <a:pt x="392" y="276"/>
                  </a:lnTo>
                  <a:lnTo>
                    <a:pt x="393" y="275"/>
                  </a:lnTo>
                  <a:lnTo>
                    <a:pt x="394" y="275"/>
                  </a:lnTo>
                  <a:lnTo>
                    <a:pt x="395" y="275"/>
                  </a:lnTo>
                  <a:lnTo>
                    <a:pt x="397" y="273"/>
                  </a:lnTo>
                  <a:lnTo>
                    <a:pt x="399" y="273"/>
                  </a:lnTo>
                  <a:lnTo>
                    <a:pt x="400" y="273"/>
                  </a:lnTo>
                  <a:lnTo>
                    <a:pt x="401" y="272"/>
                  </a:lnTo>
                  <a:lnTo>
                    <a:pt x="404" y="272"/>
                  </a:lnTo>
                  <a:lnTo>
                    <a:pt x="405" y="271"/>
                  </a:lnTo>
                  <a:lnTo>
                    <a:pt x="407" y="271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3" y="269"/>
                  </a:lnTo>
                  <a:lnTo>
                    <a:pt x="416" y="269"/>
                  </a:lnTo>
                  <a:lnTo>
                    <a:pt x="417" y="267"/>
                  </a:lnTo>
                  <a:lnTo>
                    <a:pt x="419" y="267"/>
                  </a:lnTo>
                  <a:lnTo>
                    <a:pt x="421" y="266"/>
                  </a:lnTo>
                  <a:lnTo>
                    <a:pt x="423" y="266"/>
                  </a:lnTo>
                  <a:lnTo>
                    <a:pt x="424" y="265"/>
                  </a:lnTo>
                  <a:lnTo>
                    <a:pt x="425" y="265"/>
                  </a:lnTo>
                  <a:lnTo>
                    <a:pt x="427" y="265"/>
                  </a:lnTo>
                  <a:lnTo>
                    <a:pt x="428" y="264"/>
                  </a:lnTo>
                  <a:lnTo>
                    <a:pt x="429" y="264"/>
                  </a:lnTo>
                  <a:lnTo>
                    <a:pt x="430" y="264"/>
                  </a:lnTo>
                  <a:lnTo>
                    <a:pt x="431" y="263"/>
                  </a:lnTo>
                  <a:lnTo>
                    <a:pt x="433" y="263"/>
                  </a:lnTo>
                  <a:lnTo>
                    <a:pt x="434" y="263"/>
                  </a:lnTo>
                  <a:lnTo>
                    <a:pt x="435" y="261"/>
                  </a:lnTo>
                  <a:lnTo>
                    <a:pt x="436" y="261"/>
                  </a:lnTo>
                  <a:lnTo>
                    <a:pt x="437" y="261"/>
                  </a:lnTo>
                  <a:lnTo>
                    <a:pt x="439" y="260"/>
                  </a:lnTo>
                  <a:lnTo>
                    <a:pt x="440" y="259"/>
                  </a:lnTo>
                  <a:lnTo>
                    <a:pt x="441" y="259"/>
                  </a:lnTo>
                  <a:lnTo>
                    <a:pt x="442" y="259"/>
                  </a:lnTo>
                  <a:lnTo>
                    <a:pt x="443" y="258"/>
                  </a:lnTo>
                  <a:lnTo>
                    <a:pt x="445" y="258"/>
                  </a:lnTo>
                  <a:lnTo>
                    <a:pt x="446" y="256"/>
                  </a:lnTo>
                  <a:lnTo>
                    <a:pt x="448" y="255"/>
                  </a:lnTo>
                  <a:lnTo>
                    <a:pt x="449" y="255"/>
                  </a:lnTo>
                  <a:lnTo>
                    <a:pt x="451" y="254"/>
                  </a:lnTo>
                  <a:lnTo>
                    <a:pt x="453" y="253"/>
                  </a:lnTo>
                  <a:lnTo>
                    <a:pt x="454" y="253"/>
                  </a:lnTo>
                  <a:lnTo>
                    <a:pt x="457" y="252"/>
                  </a:lnTo>
                  <a:lnTo>
                    <a:pt x="458" y="250"/>
                  </a:lnTo>
                  <a:lnTo>
                    <a:pt x="460" y="249"/>
                  </a:lnTo>
                  <a:lnTo>
                    <a:pt x="461" y="249"/>
                  </a:lnTo>
                  <a:lnTo>
                    <a:pt x="464" y="248"/>
                  </a:lnTo>
                  <a:lnTo>
                    <a:pt x="465" y="247"/>
                  </a:lnTo>
                  <a:lnTo>
                    <a:pt x="466" y="247"/>
                  </a:lnTo>
                  <a:lnTo>
                    <a:pt x="467" y="246"/>
                  </a:lnTo>
                  <a:lnTo>
                    <a:pt x="469" y="246"/>
                  </a:lnTo>
                  <a:lnTo>
                    <a:pt x="470" y="244"/>
                  </a:lnTo>
                  <a:lnTo>
                    <a:pt x="471" y="244"/>
                  </a:lnTo>
                  <a:lnTo>
                    <a:pt x="472" y="243"/>
                  </a:lnTo>
                  <a:lnTo>
                    <a:pt x="473" y="243"/>
                  </a:lnTo>
                  <a:lnTo>
                    <a:pt x="475" y="242"/>
                  </a:lnTo>
                  <a:lnTo>
                    <a:pt x="476" y="241"/>
                  </a:lnTo>
                  <a:lnTo>
                    <a:pt x="477" y="241"/>
                  </a:lnTo>
                  <a:lnTo>
                    <a:pt x="478" y="241"/>
                  </a:lnTo>
                  <a:lnTo>
                    <a:pt x="479" y="240"/>
                  </a:lnTo>
                  <a:lnTo>
                    <a:pt x="481" y="238"/>
                  </a:lnTo>
                  <a:lnTo>
                    <a:pt x="482" y="238"/>
                  </a:lnTo>
                  <a:lnTo>
                    <a:pt x="483" y="237"/>
                  </a:lnTo>
                  <a:lnTo>
                    <a:pt x="484" y="237"/>
                  </a:lnTo>
                  <a:lnTo>
                    <a:pt x="485" y="236"/>
                  </a:lnTo>
                  <a:lnTo>
                    <a:pt x="487" y="236"/>
                  </a:lnTo>
                  <a:lnTo>
                    <a:pt x="488" y="235"/>
                  </a:lnTo>
                  <a:lnTo>
                    <a:pt x="489" y="235"/>
                  </a:lnTo>
                  <a:lnTo>
                    <a:pt x="490" y="234"/>
                  </a:lnTo>
                  <a:lnTo>
                    <a:pt x="492" y="232"/>
                  </a:lnTo>
                  <a:lnTo>
                    <a:pt x="493" y="232"/>
                  </a:lnTo>
                  <a:lnTo>
                    <a:pt x="494" y="231"/>
                  </a:lnTo>
                  <a:lnTo>
                    <a:pt x="496" y="230"/>
                  </a:lnTo>
                  <a:lnTo>
                    <a:pt x="498" y="229"/>
                  </a:lnTo>
                  <a:lnTo>
                    <a:pt x="500" y="229"/>
                  </a:lnTo>
                  <a:lnTo>
                    <a:pt x="501" y="228"/>
                  </a:lnTo>
                  <a:lnTo>
                    <a:pt x="502" y="226"/>
                  </a:lnTo>
                  <a:lnTo>
                    <a:pt x="504" y="226"/>
                  </a:lnTo>
                  <a:lnTo>
                    <a:pt x="505" y="225"/>
                  </a:lnTo>
                  <a:lnTo>
                    <a:pt x="506" y="225"/>
                  </a:lnTo>
                  <a:lnTo>
                    <a:pt x="507" y="224"/>
                  </a:lnTo>
                  <a:lnTo>
                    <a:pt x="508" y="224"/>
                  </a:lnTo>
                  <a:lnTo>
                    <a:pt x="510" y="223"/>
                  </a:lnTo>
                  <a:lnTo>
                    <a:pt x="511" y="223"/>
                  </a:lnTo>
                  <a:lnTo>
                    <a:pt x="511" y="222"/>
                  </a:lnTo>
                  <a:lnTo>
                    <a:pt x="512" y="222"/>
                  </a:lnTo>
                  <a:lnTo>
                    <a:pt x="513" y="220"/>
                  </a:lnTo>
                  <a:lnTo>
                    <a:pt x="514" y="220"/>
                  </a:lnTo>
                  <a:lnTo>
                    <a:pt x="516" y="219"/>
                  </a:lnTo>
                  <a:lnTo>
                    <a:pt x="517" y="218"/>
                  </a:lnTo>
                  <a:lnTo>
                    <a:pt x="518" y="218"/>
                  </a:lnTo>
                  <a:lnTo>
                    <a:pt x="519" y="217"/>
                  </a:lnTo>
                  <a:lnTo>
                    <a:pt x="520" y="217"/>
                  </a:lnTo>
                  <a:lnTo>
                    <a:pt x="520" y="216"/>
                  </a:lnTo>
                  <a:lnTo>
                    <a:pt x="522" y="216"/>
                  </a:lnTo>
                  <a:lnTo>
                    <a:pt x="523" y="214"/>
                  </a:lnTo>
                  <a:lnTo>
                    <a:pt x="524" y="214"/>
                  </a:lnTo>
                  <a:lnTo>
                    <a:pt x="525" y="213"/>
                  </a:lnTo>
                  <a:lnTo>
                    <a:pt x="526" y="213"/>
                  </a:lnTo>
                  <a:lnTo>
                    <a:pt x="528" y="212"/>
                  </a:lnTo>
                  <a:lnTo>
                    <a:pt x="529" y="211"/>
                  </a:lnTo>
                  <a:lnTo>
                    <a:pt x="530" y="210"/>
                  </a:lnTo>
                  <a:lnTo>
                    <a:pt x="531" y="210"/>
                  </a:lnTo>
                  <a:lnTo>
                    <a:pt x="532" y="208"/>
                  </a:lnTo>
                  <a:lnTo>
                    <a:pt x="534" y="207"/>
                  </a:lnTo>
                  <a:lnTo>
                    <a:pt x="535" y="207"/>
                  </a:lnTo>
                  <a:lnTo>
                    <a:pt x="536" y="206"/>
                  </a:lnTo>
                  <a:lnTo>
                    <a:pt x="537" y="206"/>
                  </a:lnTo>
                  <a:lnTo>
                    <a:pt x="538" y="205"/>
                  </a:lnTo>
                  <a:lnTo>
                    <a:pt x="540" y="204"/>
                  </a:lnTo>
                  <a:lnTo>
                    <a:pt x="541" y="204"/>
                  </a:lnTo>
                  <a:lnTo>
                    <a:pt x="541" y="202"/>
                  </a:lnTo>
                  <a:lnTo>
                    <a:pt x="542" y="202"/>
                  </a:lnTo>
                  <a:lnTo>
                    <a:pt x="542" y="201"/>
                  </a:lnTo>
                  <a:lnTo>
                    <a:pt x="543" y="201"/>
                  </a:lnTo>
                  <a:lnTo>
                    <a:pt x="544" y="201"/>
                  </a:lnTo>
                  <a:lnTo>
                    <a:pt x="544" y="200"/>
                  </a:lnTo>
                  <a:lnTo>
                    <a:pt x="546" y="200"/>
                  </a:lnTo>
                  <a:lnTo>
                    <a:pt x="546" y="199"/>
                  </a:lnTo>
                  <a:lnTo>
                    <a:pt x="547" y="199"/>
                  </a:lnTo>
                  <a:lnTo>
                    <a:pt x="548" y="198"/>
                  </a:lnTo>
                  <a:lnTo>
                    <a:pt x="549" y="196"/>
                  </a:lnTo>
                  <a:lnTo>
                    <a:pt x="550" y="196"/>
                  </a:lnTo>
                  <a:lnTo>
                    <a:pt x="552" y="195"/>
                  </a:lnTo>
                  <a:lnTo>
                    <a:pt x="553" y="194"/>
                  </a:lnTo>
                  <a:lnTo>
                    <a:pt x="554" y="194"/>
                  </a:lnTo>
                  <a:lnTo>
                    <a:pt x="554" y="193"/>
                  </a:lnTo>
                  <a:lnTo>
                    <a:pt x="555" y="192"/>
                  </a:lnTo>
                  <a:lnTo>
                    <a:pt x="556" y="192"/>
                  </a:lnTo>
                  <a:lnTo>
                    <a:pt x="558" y="190"/>
                  </a:lnTo>
                  <a:lnTo>
                    <a:pt x="559" y="189"/>
                  </a:lnTo>
                  <a:lnTo>
                    <a:pt x="560" y="189"/>
                  </a:lnTo>
                  <a:lnTo>
                    <a:pt x="560" y="188"/>
                  </a:lnTo>
                  <a:lnTo>
                    <a:pt x="561" y="188"/>
                  </a:lnTo>
                  <a:lnTo>
                    <a:pt x="561" y="187"/>
                  </a:lnTo>
                  <a:lnTo>
                    <a:pt x="562" y="187"/>
                  </a:lnTo>
                  <a:lnTo>
                    <a:pt x="564" y="186"/>
                  </a:lnTo>
                  <a:lnTo>
                    <a:pt x="565" y="186"/>
                  </a:lnTo>
                  <a:lnTo>
                    <a:pt x="565" y="184"/>
                  </a:lnTo>
                  <a:lnTo>
                    <a:pt x="566" y="184"/>
                  </a:lnTo>
                  <a:lnTo>
                    <a:pt x="566" y="183"/>
                  </a:lnTo>
                  <a:lnTo>
                    <a:pt x="567" y="183"/>
                  </a:lnTo>
                  <a:lnTo>
                    <a:pt x="568" y="182"/>
                  </a:lnTo>
                  <a:lnTo>
                    <a:pt x="570" y="182"/>
                  </a:lnTo>
                  <a:lnTo>
                    <a:pt x="570" y="181"/>
                  </a:lnTo>
                  <a:lnTo>
                    <a:pt x="571" y="181"/>
                  </a:lnTo>
                  <a:lnTo>
                    <a:pt x="572" y="180"/>
                  </a:lnTo>
                  <a:lnTo>
                    <a:pt x="573" y="178"/>
                  </a:lnTo>
                  <a:lnTo>
                    <a:pt x="574" y="178"/>
                  </a:lnTo>
                  <a:lnTo>
                    <a:pt x="574" y="177"/>
                  </a:lnTo>
                  <a:lnTo>
                    <a:pt x="576" y="177"/>
                  </a:lnTo>
                  <a:lnTo>
                    <a:pt x="577" y="176"/>
                  </a:lnTo>
                  <a:lnTo>
                    <a:pt x="578" y="176"/>
                  </a:lnTo>
                  <a:lnTo>
                    <a:pt x="579" y="175"/>
                  </a:lnTo>
                  <a:lnTo>
                    <a:pt x="580" y="174"/>
                  </a:lnTo>
                  <a:lnTo>
                    <a:pt x="582" y="172"/>
                  </a:lnTo>
                  <a:lnTo>
                    <a:pt x="583" y="172"/>
                  </a:lnTo>
                  <a:lnTo>
                    <a:pt x="584" y="171"/>
                  </a:lnTo>
                  <a:lnTo>
                    <a:pt x="585" y="171"/>
                  </a:lnTo>
                  <a:lnTo>
                    <a:pt x="585" y="170"/>
                  </a:lnTo>
                  <a:lnTo>
                    <a:pt x="586" y="170"/>
                  </a:lnTo>
                  <a:lnTo>
                    <a:pt x="586" y="169"/>
                  </a:lnTo>
                  <a:lnTo>
                    <a:pt x="588" y="169"/>
                  </a:lnTo>
                  <a:lnTo>
                    <a:pt x="589" y="169"/>
                  </a:lnTo>
                  <a:lnTo>
                    <a:pt x="589" y="168"/>
                  </a:lnTo>
                  <a:lnTo>
                    <a:pt x="590" y="166"/>
                  </a:lnTo>
                  <a:lnTo>
                    <a:pt x="591" y="165"/>
                  </a:lnTo>
                  <a:lnTo>
                    <a:pt x="592" y="164"/>
                  </a:lnTo>
                  <a:lnTo>
                    <a:pt x="594" y="163"/>
                  </a:lnTo>
                  <a:lnTo>
                    <a:pt x="595" y="163"/>
                  </a:lnTo>
                  <a:lnTo>
                    <a:pt x="595" y="162"/>
                  </a:lnTo>
                  <a:lnTo>
                    <a:pt x="596" y="162"/>
                  </a:lnTo>
                  <a:lnTo>
                    <a:pt x="597" y="160"/>
                  </a:lnTo>
                  <a:lnTo>
                    <a:pt x="597" y="159"/>
                  </a:lnTo>
                  <a:lnTo>
                    <a:pt x="598" y="158"/>
                  </a:lnTo>
                  <a:lnTo>
                    <a:pt x="600" y="158"/>
                  </a:lnTo>
                  <a:lnTo>
                    <a:pt x="601" y="157"/>
                  </a:lnTo>
                  <a:lnTo>
                    <a:pt x="602" y="156"/>
                  </a:lnTo>
                  <a:lnTo>
                    <a:pt x="602" y="154"/>
                  </a:lnTo>
                  <a:lnTo>
                    <a:pt x="603" y="153"/>
                  </a:lnTo>
                  <a:lnTo>
                    <a:pt x="604" y="152"/>
                  </a:lnTo>
                  <a:lnTo>
                    <a:pt x="606" y="151"/>
                  </a:lnTo>
                  <a:lnTo>
                    <a:pt x="607" y="150"/>
                  </a:lnTo>
                  <a:lnTo>
                    <a:pt x="608" y="148"/>
                  </a:lnTo>
                  <a:lnTo>
                    <a:pt x="609" y="147"/>
                  </a:lnTo>
                  <a:lnTo>
                    <a:pt x="611" y="146"/>
                  </a:lnTo>
                  <a:lnTo>
                    <a:pt x="612" y="145"/>
                  </a:lnTo>
                  <a:lnTo>
                    <a:pt x="612" y="143"/>
                  </a:lnTo>
                  <a:lnTo>
                    <a:pt x="613" y="143"/>
                  </a:lnTo>
                  <a:lnTo>
                    <a:pt x="613" y="142"/>
                  </a:lnTo>
                  <a:lnTo>
                    <a:pt x="614" y="142"/>
                  </a:lnTo>
                  <a:lnTo>
                    <a:pt x="614" y="141"/>
                  </a:lnTo>
                  <a:lnTo>
                    <a:pt x="615" y="140"/>
                  </a:lnTo>
                  <a:lnTo>
                    <a:pt x="617" y="139"/>
                  </a:lnTo>
                  <a:lnTo>
                    <a:pt x="618" y="139"/>
                  </a:lnTo>
                  <a:lnTo>
                    <a:pt x="618" y="137"/>
                  </a:lnTo>
                  <a:lnTo>
                    <a:pt x="619" y="136"/>
                  </a:lnTo>
                  <a:lnTo>
                    <a:pt x="619" y="135"/>
                  </a:lnTo>
                  <a:lnTo>
                    <a:pt x="620" y="135"/>
                  </a:lnTo>
                  <a:lnTo>
                    <a:pt x="621" y="134"/>
                  </a:lnTo>
                  <a:lnTo>
                    <a:pt x="621" y="133"/>
                  </a:lnTo>
                  <a:lnTo>
                    <a:pt x="623" y="131"/>
                  </a:lnTo>
                  <a:lnTo>
                    <a:pt x="624" y="130"/>
                  </a:lnTo>
                  <a:lnTo>
                    <a:pt x="625" y="129"/>
                  </a:lnTo>
                  <a:lnTo>
                    <a:pt x="626" y="128"/>
                  </a:lnTo>
                  <a:lnTo>
                    <a:pt x="627" y="127"/>
                  </a:lnTo>
                  <a:lnTo>
                    <a:pt x="629" y="125"/>
                  </a:lnTo>
                  <a:lnTo>
                    <a:pt x="630" y="124"/>
                  </a:lnTo>
                  <a:lnTo>
                    <a:pt x="631" y="122"/>
                  </a:lnTo>
                  <a:lnTo>
                    <a:pt x="632" y="121"/>
                  </a:lnTo>
                  <a:lnTo>
                    <a:pt x="633" y="119"/>
                  </a:lnTo>
                  <a:lnTo>
                    <a:pt x="635" y="117"/>
                  </a:lnTo>
                  <a:lnTo>
                    <a:pt x="636" y="116"/>
                  </a:lnTo>
                  <a:lnTo>
                    <a:pt x="637" y="115"/>
                  </a:lnTo>
                  <a:lnTo>
                    <a:pt x="638" y="113"/>
                  </a:lnTo>
                  <a:lnTo>
                    <a:pt x="638" y="112"/>
                  </a:lnTo>
                  <a:lnTo>
                    <a:pt x="639" y="111"/>
                  </a:lnTo>
                  <a:lnTo>
                    <a:pt x="641" y="110"/>
                  </a:lnTo>
                  <a:lnTo>
                    <a:pt x="642" y="110"/>
                  </a:lnTo>
                  <a:lnTo>
                    <a:pt x="642" y="109"/>
                  </a:lnTo>
                  <a:lnTo>
                    <a:pt x="643" y="107"/>
                  </a:lnTo>
                  <a:lnTo>
                    <a:pt x="643" y="106"/>
                  </a:lnTo>
                  <a:lnTo>
                    <a:pt x="644" y="105"/>
                  </a:lnTo>
                  <a:lnTo>
                    <a:pt x="645" y="105"/>
                  </a:lnTo>
                  <a:lnTo>
                    <a:pt x="645" y="104"/>
                  </a:lnTo>
                  <a:lnTo>
                    <a:pt x="647" y="103"/>
                  </a:lnTo>
                  <a:lnTo>
                    <a:pt x="647" y="101"/>
                  </a:lnTo>
                  <a:lnTo>
                    <a:pt x="648" y="101"/>
                  </a:lnTo>
                  <a:lnTo>
                    <a:pt x="649" y="100"/>
                  </a:lnTo>
                  <a:lnTo>
                    <a:pt x="649" y="99"/>
                  </a:lnTo>
                  <a:lnTo>
                    <a:pt x="650" y="98"/>
                  </a:lnTo>
                  <a:lnTo>
                    <a:pt x="651" y="97"/>
                  </a:lnTo>
                  <a:lnTo>
                    <a:pt x="651" y="95"/>
                  </a:lnTo>
                  <a:lnTo>
                    <a:pt x="653" y="94"/>
                  </a:lnTo>
                  <a:lnTo>
                    <a:pt x="654" y="93"/>
                  </a:lnTo>
                  <a:lnTo>
                    <a:pt x="655" y="92"/>
                  </a:lnTo>
                  <a:lnTo>
                    <a:pt x="656" y="91"/>
                  </a:lnTo>
                  <a:lnTo>
                    <a:pt x="657" y="88"/>
                  </a:lnTo>
                  <a:lnTo>
                    <a:pt x="657" y="87"/>
                  </a:lnTo>
                  <a:lnTo>
                    <a:pt x="660" y="85"/>
                  </a:lnTo>
                  <a:lnTo>
                    <a:pt x="661" y="83"/>
                  </a:lnTo>
                  <a:lnTo>
                    <a:pt x="662" y="81"/>
                  </a:lnTo>
                  <a:lnTo>
                    <a:pt x="663" y="80"/>
                  </a:lnTo>
                  <a:lnTo>
                    <a:pt x="665" y="77"/>
                  </a:lnTo>
                  <a:lnTo>
                    <a:pt x="666" y="76"/>
                  </a:lnTo>
                  <a:lnTo>
                    <a:pt x="667" y="75"/>
                  </a:lnTo>
                  <a:lnTo>
                    <a:pt x="668" y="74"/>
                  </a:lnTo>
                  <a:lnTo>
                    <a:pt x="668" y="71"/>
                  </a:lnTo>
                  <a:lnTo>
                    <a:pt x="669" y="70"/>
                  </a:lnTo>
                  <a:lnTo>
                    <a:pt x="671" y="69"/>
                  </a:lnTo>
                  <a:lnTo>
                    <a:pt x="672" y="68"/>
                  </a:lnTo>
                  <a:lnTo>
                    <a:pt x="672" y="67"/>
                  </a:lnTo>
                  <a:lnTo>
                    <a:pt x="673" y="67"/>
                  </a:lnTo>
                  <a:lnTo>
                    <a:pt x="674" y="65"/>
                  </a:lnTo>
                  <a:lnTo>
                    <a:pt x="674" y="64"/>
                  </a:lnTo>
                  <a:lnTo>
                    <a:pt x="675" y="63"/>
                  </a:lnTo>
                  <a:lnTo>
                    <a:pt x="675" y="62"/>
                  </a:lnTo>
                  <a:lnTo>
                    <a:pt x="677" y="61"/>
                  </a:lnTo>
                  <a:lnTo>
                    <a:pt x="678" y="61"/>
                  </a:lnTo>
                  <a:lnTo>
                    <a:pt x="678" y="59"/>
                  </a:lnTo>
                  <a:lnTo>
                    <a:pt x="679" y="58"/>
                  </a:lnTo>
                  <a:lnTo>
                    <a:pt x="679" y="57"/>
                  </a:lnTo>
                  <a:lnTo>
                    <a:pt x="680" y="56"/>
                  </a:lnTo>
                  <a:lnTo>
                    <a:pt x="681" y="55"/>
                  </a:lnTo>
                  <a:lnTo>
                    <a:pt x="683" y="53"/>
                  </a:lnTo>
                  <a:lnTo>
                    <a:pt x="683" y="52"/>
                  </a:lnTo>
                  <a:lnTo>
                    <a:pt x="684" y="51"/>
                  </a:lnTo>
                  <a:lnTo>
                    <a:pt x="685" y="49"/>
                  </a:lnTo>
                  <a:lnTo>
                    <a:pt x="686" y="47"/>
                  </a:lnTo>
                  <a:lnTo>
                    <a:pt x="687" y="46"/>
                  </a:lnTo>
                  <a:lnTo>
                    <a:pt x="689" y="44"/>
                  </a:lnTo>
                  <a:lnTo>
                    <a:pt x="690" y="43"/>
                  </a:lnTo>
                  <a:lnTo>
                    <a:pt x="691" y="40"/>
                  </a:lnTo>
                  <a:lnTo>
                    <a:pt x="692" y="39"/>
                  </a:lnTo>
                  <a:lnTo>
                    <a:pt x="695" y="37"/>
                  </a:lnTo>
                  <a:lnTo>
                    <a:pt x="696" y="35"/>
                  </a:lnTo>
                  <a:lnTo>
                    <a:pt x="697" y="33"/>
                  </a:lnTo>
                  <a:lnTo>
                    <a:pt x="698" y="32"/>
                  </a:lnTo>
                  <a:lnTo>
                    <a:pt x="698" y="31"/>
                  </a:lnTo>
                  <a:lnTo>
                    <a:pt x="699" y="29"/>
                  </a:lnTo>
                  <a:lnTo>
                    <a:pt x="701" y="27"/>
                  </a:lnTo>
                  <a:lnTo>
                    <a:pt x="702" y="26"/>
                  </a:lnTo>
                  <a:lnTo>
                    <a:pt x="702" y="24"/>
                  </a:lnTo>
                  <a:lnTo>
                    <a:pt x="703" y="24"/>
                  </a:lnTo>
                  <a:lnTo>
                    <a:pt x="704" y="23"/>
                  </a:lnTo>
                  <a:lnTo>
                    <a:pt x="704" y="22"/>
                  </a:lnTo>
                  <a:lnTo>
                    <a:pt x="705" y="21"/>
                  </a:lnTo>
                  <a:lnTo>
                    <a:pt x="705" y="20"/>
                  </a:lnTo>
                  <a:lnTo>
                    <a:pt x="707" y="18"/>
                  </a:lnTo>
                  <a:lnTo>
                    <a:pt x="708" y="17"/>
                  </a:lnTo>
                  <a:lnTo>
                    <a:pt x="708" y="16"/>
                  </a:lnTo>
                  <a:lnTo>
                    <a:pt x="709" y="15"/>
                  </a:lnTo>
                  <a:lnTo>
                    <a:pt x="710" y="14"/>
                  </a:lnTo>
                  <a:lnTo>
                    <a:pt x="710" y="12"/>
                  </a:lnTo>
                  <a:lnTo>
                    <a:pt x="711" y="11"/>
                  </a:lnTo>
                  <a:lnTo>
                    <a:pt x="713" y="10"/>
                  </a:lnTo>
                  <a:lnTo>
                    <a:pt x="713" y="9"/>
                  </a:lnTo>
                  <a:lnTo>
                    <a:pt x="714" y="8"/>
                  </a:lnTo>
                  <a:lnTo>
                    <a:pt x="714" y="6"/>
                  </a:lnTo>
                  <a:lnTo>
                    <a:pt x="715" y="5"/>
                  </a:lnTo>
                  <a:lnTo>
                    <a:pt x="716" y="4"/>
                  </a:lnTo>
                  <a:lnTo>
                    <a:pt x="716" y="2"/>
                  </a:lnTo>
                  <a:lnTo>
                    <a:pt x="717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66" name="Freeform 235">
              <a:extLst>
                <a:ext uri="{FF2B5EF4-FFF2-40B4-BE49-F238E27FC236}">
                  <a16:creationId xmlns:a16="http://schemas.microsoft.com/office/drawing/2014/main" id="{6910BC47-AB5F-4163-8B7C-1FB47B28B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206"/>
              <a:ext cx="42" cy="144"/>
            </a:xfrm>
            <a:custGeom>
              <a:avLst/>
              <a:gdLst>
                <a:gd name="T0" fmla="*/ 0 w 86"/>
                <a:gd name="T1" fmla="*/ 1 h 287"/>
                <a:gd name="T2" fmla="*/ 0 w 86"/>
                <a:gd name="T3" fmla="*/ 1 h 287"/>
                <a:gd name="T4" fmla="*/ 0 w 86"/>
                <a:gd name="T5" fmla="*/ 1 h 287"/>
                <a:gd name="T6" fmla="*/ 0 w 86"/>
                <a:gd name="T7" fmla="*/ 1 h 287"/>
                <a:gd name="T8" fmla="*/ 0 w 86"/>
                <a:gd name="T9" fmla="*/ 1 h 287"/>
                <a:gd name="T10" fmla="*/ 0 w 86"/>
                <a:gd name="T11" fmla="*/ 1 h 287"/>
                <a:gd name="T12" fmla="*/ 0 w 86"/>
                <a:gd name="T13" fmla="*/ 1 h 287"/>
                <a:gd name="T14" fmla="*/ 0 w 86"/>
                <a:gd name="T15" fmla="*/ 1 h 287"/>
                <a:gd name="T16" fmla="*/ 0 w 86"/>
                <a:gd name="T17" fmla="*/ 1 h 287"/>
                <a:gd name="T18" fmla="*/ 0 w 86"/>
                <a:gd name="T19" fmla="*/ 1 h 287"/>
                <a:gd name="T20" fmla="*/ 0 w 86"/>
                <a:gd name="T21" fmla="*/ 1 h 287"/>
                <a:gd name="T22" fmla="*/ 0 w 86"/>
                <a:gd name="T23" fmla="*/ 1 h 287"/>
                <a:gd name="T24" fmla="*/ 0 w 86"/>
                <a:gd name="T25" fmla="*/ 1 h 287"/>
                <a:gd name="T26" fmla="*/ 0 w 86"/>
                <a:gd name="T27" fmla="*/ 1 h 287"/>
                <a:gd name="T28" fmla="*/ 0 w 86"/>
                <a:gd name="T29" fmla="*/ 1 h 287"/>
                <a:gd name="T30" fmla="*/ 0 w 86"/>
                <a:gd name="T31" fmla="*/ 1 h 287"/>
                <a:gd name="T32" fmla="*/ 0 w 86"/>
                <a:gd name="T33" fmla="*/ 1 h 287"/>
                <a:gd name="T34" fmla="*/ 0 w 86"/>
                <a:gd name="T35" fmla="*/ 1 h 287"/>
                <a:gd name="T36" fmla="*/ 0 w 86"/>
                <a:gd name="T37" fmla="*/ 1 h 287"/>
                <a:gd name="T38" fmla="*/ 0 w 86"/>
                <a:gd name="T39" fmla="*/ 1 h 287"/>
                <a:gd name="T40" fmla="*/ 0 w 86"/>
                <a:gd name="T41" fmla="*/ 1 h 287"/>
                <a:gd name="T42" fmla="*/ 0 w 86"/>
                <a:gd name="T43" fmla="*/ 1 h 287"/>
                <a:gd name="T44" fmla="*/ 0 w 86"/>
                <a:gd name="T45" fmla="*/ 1 h 287"/>
                <a:gd name="T46" fmla="*/ 0 w 86"/>
                <a:gd name="T47" fmla="*/ 1 h 287"/>
                <a:gd name="T48" fmla="*/ 0 w 86"/>
                <a:gd name="T49" fmla="*/ 1 h 287"/>
                <a:gd name="T50" fmla="*/ 0 w 86"/>
                <a:gd name="T51" fmla="*/ 1 h 287"/>
                <a:gd name="T52" fmla="*/ 0 w 86"/>
                <a:gd name="T53" fmla="*/ 1 h 287"/>
                <a:gd name="T54" fmla="*/ 0 w 86"/>
                <a:gd name="T55" fmla="*/ 1 h 287"/>
                <a:gd name="T56" fmla="*/ 0 w 86"/>
                <a:gd name="T57" fmla="*/ 1 h 287"/>
                <a:gd name="T58" fmla="*/ 0 w 86"/>
                <a:gd name="T59" fmla="*/ 1 h 287"/>
                <a:gd name="T60" fmla="*/ 0 w 86"/>
                <a:gd name="T61" fmla="*/ 1 h 287"/>
                <a:gd name="T62" fmla="*/ 0 w 86"/>
                <a:gd name="T63" fmla="*/ 1 h 287"/>
                <a:gd name="T64" fmla="*/ 0 w 86"/>
                <a:gd name="T65" fmla="*/ 1 h 287"/>
                <a:gd name="T66" fmla="*/ 0 w 86"/>
                <a:gd name="T67" fmla="*/ 1 h 287"/>
                <a:gd name="T68" fmla="*/ 0 w 86"/>
                <a:gd name="T69" fmla="*/ 1 h 287"/>
                <a:gd name="T70" fmla="*/ 0 w 86"/>
                <a:gd name="T71" fmla="*/ 1 h 287"/>
                <a:gd name="T72" fmla="*/ 0 w 86"/>
                <a:gd name="T73" fmla="*/ 1 h 287"/>
                <a:gd name="T74" fmla="*/ 0 w 86"/>
                <a:gd name="T75" fmla="*/ 1 h 287"/>
                <a:gd name="T76" fmla="*/ 0 w 86"/>
                <a:gd name="T77" fmla="*/ 1 h 287"/>
                <a:gd name="T78" fmla="*/ 0 w 86"/>
                <a:gd name="T79" fmla="*/ 1 h 287"/>
                <a:gd name="T80" fmla="*/ 0 w 86"/>
                <a:gd name="T81" fmla="*/ 1 h 287"/>
                <a:gd name="T82" fmla="*/ 0 w 86"/>
                <a:gd name="T83" fmla="*/ 1 h 287"/>
                <a:gd name="T84" fmla="*/ 0 w 86"/>
                <a:gd name="T85" fmla="*/ 1 h 287"/>
                <a:gd name="T86" fmla="*/ 0 w 86"/>
                <a:gd name="T87" fmla="*/ 1 h 287"/>
                <a:gd name="T88" fmla="*/ 0 w 86"/>
                <a:gd name="T89" fmla="*/ 1 h 287"/>
                <a:gd name="T90" fmla="*/ 0 w 86"/>
                <a:gd name="T91" fmla="*/ 1 h 287"/>
                <a:gd name="T92" fmla="*/ 0 w 86"/>
                <a:gd name="T93" fmla="*/ 1 h 287"/>
                <a:gd name="T94" fmla="*/ 0 w 86"/>
                <a:gd name="T95" fmla="*/ 1 h 287"/>
                <a:gd name="T96" fmla="*/ 0 w 86"/>
                <a:gd name="T97" fmla="*/ 1 h 287"/>
                <a:gd name="T98" fmla="*/ 0 w 86"/>
                <a:gd name="T99" fmla="*/ 1 h 287"/>
                <a:gd name="T100" fmla="*/ 0 w 86"/>
                <a:gd name="T101" fmla="*/ 1 h 287"/>
                <a:gd name="T102" fmla="*/ 0 w 86"/>
                <a:gd name="T103" fmla="*/ 1 h 287"/>
                <a:gd name="T104" fmla="*/ 0 w 86"/>
                <a:gd name="T105" fmla="*/ 1 h 287"/>
                <a:gd name="T106" fmla="*/ 0 w 86"/>
                <a:gd name="T107" fmla="*/ 1 h 287"/>
                <a:gd name="T108" fmla="*/ 0 w 86"/>
                <a:gd name="T109" fmla="*/ 1 h 287"/>
                <a:gd name="T110" fmla="*/ 0 w 86"/>
                <a:gd name="T111" fmla="*/ 1 h 287"/>
                <a:gd name="T112" fmla="*/ 0 w 86"/>
                <a:gd name="T113" fmla="*/ 1 h 2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7">
                  <a:moveTo>
                    <a:pt x="0" y="0"/>
                  </a:moveTo>
                  <a:lnTo>
                    <a:pt x="3" y="4"/>
                  </a:lnTo>
                  <a:lnTo>
                    <a:pt x="4" y="6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9" y="15"/>
                  </a:lnTo>
                  <a:lnTo>
                    <a:pt x="10" y="17"/>
                  </a:lnTo>
                  <a:lnTo>
                    <a:pt x="11" y="18"/>
                  </a:lnTo>
                  <a:lnTo>
                    <a:pt x="12" y="21"/>
                  </a:lnTo>
                  <a:lnTo>
                    <a:pt x="14" y="23"/>
                  </a:lnTo>
                  <a:lnTo>
                    <a:pt x="15" y="24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0"/>
                  </a:lnTo>
                  <a:lnTo>
                    <a:pt x="18" y="31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5"/>
                  </a:lnTo>
                  <a:lnTo>
                    <a:pt x="21" y="36"/>
                  </a:lnTo>
                  <a:lnTo>
                    <a:pt x="21" y="37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3" y="43"/>
                  </a:lnTo>
                  <a:lnTo>
                    <a:pt x="24" y="45"/>
                  </a:lnTo>
                  <a:lnTo>
                    <a:pt x="24" y="46"/>
                  </a:lnTo>
                  <a:lnTo>
                    <a:pt x="26" y="47"/>
                  </a:lnTo>
                  <a:lnTo>
                    <a:pt x="26" y="48"/>
                  </a:lnTo>
                  <a:lnTo>
                    <a:pt x="27" y="49"/>
                  </a:lnTo>
                  <a:lnTo>
                    <a:pt x="27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7"/>
                  </a:lnTo>
                  <a:lnTo>
                    <a:pt x="30" y="58"/>
                  </a:lnTo>
                  <a:lnTo>
                    <a:pt x="30" y="59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3"/>
                  </a:lnTo>
                  <a:lnTo>
                    <a:pt x="33" y="64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7"/>
                  </a:lnTo>
                  <a:lnTo>
                    <a:pt x="34" y="69"/>
                  </a:lnTo>
                  <a:lnTo>
                    <a:pt x="35" y="70"/>
                  </a:lnTo>
                  <a:lnTo>
                    <a:pt x="35" y="71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9" y="78"/>
                  </a:lnTo>
                  <a:lnTo>
                    <a:pt x="39" y="79"/>
                  </a:lnTo>
                  <a:lnTo>
                    <a:pt x="39" y="82"/>
                  </a:lnTo>
                  <a:lnTo>
                    <a:pt x="40" y="83"/>
                  </a:lnTo>
                  <a:lnTo>
                    <a:pt x="40" y="84"/>
                  </a:lnTo>
                  <a:lnTo>
                    <a:pt x="41" y="86"/>
                  </a:lnTo>
                  <a:lnTo>
                    <a:pt x="41" y="88"/>
                  </a:lnTo>
                  <a:lnTo>
                    <a:pt x="43" y="89"/>
                  </a:lnTo>
                  <a:lnTo>
                    <a:pt x="43" y="92"/>
                  </a:lnTo>
                  <a:lnTo>
                    <a:pt x="44" y="93"/>
                  </a:lnTo>
                  <a:lnTo>
                    <a:pt x="45" y="95"/>
                  </a:lnTo>
                  <a:lnTo>
                    <a:pt x="45" y="96"/>
                  </a:lnTo>
                  <a:lnTo>
                    <a:pt x="46" y="99"/>
                  </a:lnTo>
                  <a:lnTo>
                    <a:pt x="46" y="100"/>
                  </a:lnTo>
                  <a:lnTo>
                    <a:pt x="47" y="101"/>
                  </a:lnTo>
                  <a:lnTo>
                    <a:pt x="47" y="104"/>
                  </a:lnTo>
                  <a:lnTo>
                    <a:pt x="49" y="105"/>
                  </a:lnTo>
                  <a:lnTo>
                    <a:pt x="49" y="106"/>
                  </a:lnTo>
                  <a:lnTo>
                    <a:pt x="49" y="107"/>
                  </a:lnTo>
                  <a:lnTo>
                    <a:pt x="50" y="108"/>
                  </a:lnTo>
                  <a:lnTo>
                    <a:pt x="50" y="110"/>
                  </a:lnTo>
                  <a:lnTo>
                    <a:pt x="51" y="111"/>
                  </a:lnTo>
                  <a:lnTo>
                    <a:pt x="51" y="112"/>
                  </a:lnTo>
                  <a:lnTo>
                    <a:pt x="51" y="113"/>
                  </a:lnTo>
                  <a:lnTo>
                    <a:pt x="52" y="114"/>
                  </a:lnTo>
                  <a:lnTo>
                    <a:pt x="52" y="116"/>
                  </a:lnTo>
                  <a:lnTo>
                    <a:pt x="52" y="117"/>
                  </a:lnTo>
                  <a:lnTo>
                    <a:pt x="53" y="118"/>
                  </a:lnTo>
                  <a:lnTo>
                    <a:pt x="53" y="119"/>
                  </a:lnTo>
                  <a:lnTo>
                    <a:pt x="53" y="120"/>
                  </a:lnTo>
                  <a:lnTo>
                    <a:pt x="53" y="122"/>
                  </a:lnTo>
                  <a:lnTo>
                    <a:pt x="55" y="123"/>
                  </a:lnTo>
                  <a:lnTo>
                    <a:pt x="55" y="124"/>
                  </a:lnTo>
                  <a:lnTo>
                    <a:pt x="55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7" y="129"/>
                  </a:lnTo>
                  <a:lnTo>
                    <a:pt x="57" y="131"/>
                  </a:lnTo>
                  <a:lnTo>
                    <a:pt x="57" y="132"/>
                  </a:lnTo>
                  <a:lnTo>
                    <a:pt x="58" y="135"/>
                  </a:lnTo>
                  <a:lnTo>
                    <a:pt x="58" y="136"/>
                  </a:lnTo>
                  <a:lnTo>
                    <a:pt x="59" y="138"/>
                  </a:lnTo>
                  <a:lnTo>
                    <a:pt x="61" y="141"/>
                  </a:lnTo>
                  <a:lnTo>
                    <a:pt x="61" y="142"/>
                  </a:lnTo>
                  <a:lnTo>
                    <a:pt x="61" y="143"/>
                  </a:lnTo>
                  <a:lnTo>
                    <a:pt x="62" y="146"/>
                  </a:lnTo>
                  <a:lnTo>
                    <a:pt x="62" y="147"/>
                  </a:lnTo>
                  <a:lnTo>
                    <a:pt x="63" y="148"/>
                  </a:lnTo>
                  <a:lnTo>
                    <a:pt x="63" y="149"/>
                  </a:lnTo>
                  <a:lnTo>
                    <a:pt x="63" y="150"/>
                  </a:lnTo>
                  <a:lnTo>
                    <a:pt x="64" y="152"/>
                  </a:lnTo>
                  <a:lnTo>
                    <a:pt x="64" y="153"/>
                  </a:lnTo>
                  <a:lnTo>
                    <a:pt x="64" y="154"/>
                  </a:lnTo>
                  <a:lnTo>
                    <a:pt x="64" y="155"/>
                  </a:lnTo>
                  <a:lnTo>
                    <a:pt x="65" y="156"/>
                  </a:lnTo>
                  <a:lnTo>
                    <a:pt x="65" y="158"/>
                  </a:lnTo>
                  <a:lnTo>
                    <a:pt x="65" y="159"/>
                  </a:lnTo>
                  <a:lnTo>
                    <a:pt x="67" y="159"/>
                  </a:lnTo>
                  <a:lnTo>
                    <a:pt x="67" y="160"/>
                  </a:lnTo>
                  <a:lnTo>
                    <a:pt x="67" y="161"/>
                  </a:lnTo>
                  <a:lnTo>
                    <a:pt x="67" y="162"/>
                  </a:lnTo>
                  <a:lnTo>
                    <a:pt x="68" y="164"/>
                  </a:lnTo>
                  <a:lnTo>
                    <a:pt x="68" y="165"/>
                  </a:lnTo>
                  <a:lnTo>
                    <a:pt x="68" y="166"/>
                  </a:lnTo>
                  <a:lnTo>
                    <a:pt x="69" y="167"/>
                  </a:lnTo>
                  <a:lnTo>
                    <a:pt x="69" y="168"/>
                  </a:lnTo>
                  <a:lnTo>
                    <a:pt x="69" y="170"/>
                  </a:lnTo>
                  <a:lnTo>
                    <a:pt x="70" y="171"/>
                  </a:lnTo>
                  <a:lnTo>
                    <a:pt x="70" y="173"/>
                  </a:lnTo>
                  <a:lnTo>
                    <a:pt x="70" y="174"/>
                  </a:lnTo>
                  <a:lnTo>
                    <a:pt x="71" y="176"/>
                  </a:lnTo>
                  <a:lnTo>
                    <a:pt x="71" y="178"/>
                  </a:lnTo>
                  <a:lnTo>
                    <a:pt x="73" y="180"/>
                  </a:lnTo>
                  <a:lnTo>
                    <a:pt x="73" y="182"/>
                  </a:lnTo>
                  <a:lnTo>
                    <a:pt x="74" y="184"/>
                  </a:lnTo>
                  <a:lnTo>
                    <a:pt x="74" y="185"/>
                  </a:lnTo>
                  <a:lnTo>
                    <a:pt x="75" y="188"/>
                  </a:lnTo>
                  <a:lnTo>
                    <a:pt x="75" y="189"/>
                  </a:lnTo>
                  <a:lnTo>
                    <a:pt x="75" y="190"/>
                  </a:lnTo>
                  <a:lnTo>
                    <a:pt x="76" y="191"/>
                  </a:lnTo>
                  <a:lnTo>
                    <a:pt x="76" y="192"/>
                  </a:lnTo>
                  <a:lnTo>
                    <a:pt x="76" y="194"/>
                  </a:lnTo>
                  <a:lnTo>
                    <a:pt x="77" y="195"/>
                  </a:lnTo>
                  <a:lnTo>
                    <a:pt x="77" y="196"/>
                  </a:lnTo>
                  <a:lnTo>
                    <a:pt x="77" y="197"/>
                  </a:lnTo>
                  <a:lnTo>
                    <a:pt x="77" y="199"/>
                  </a:lnTo>
                  <a:lnTo>
                    <a:pt x="79" y="200"/>
                  </a:lnTo>
                  <a:lnTo>
                    <a:pt x="79" y="201"/>
                  </a:lnTo>
                  <a:lnTo>
                    <a:pt x="79" y="202"/>
                  </a:lnTo>
                  <a:lnTo>
                    <a:pt x="79" y="203"/>
                  </a:lnTo>
                  <a:lnTo>
                    <a:pt x="79" y="205"/>
                  </a:lnTo>
                  <a:lnTo>
                    <a:pt x="79" y="206"/>
                  </a:lnTo>
                  <a:lnTo>
                    <a:pt x="80" y="207"/>
                  </a:lnTo>
                  <a:lnTo>
                    <a:pt x="80" y="208"/>
                  </a:lnTo>
                  <a:lnTo>
                    <a:pt x="80" y="209"/>
                  </a:lnTo>
                  <a:lnTo>
                    <a:pt x="80" y="211"/>
                  </a:lnTo>
                  <a:lnTo>
                    <a:pt x="80" y="212"/>
                  </a:lnTo>
                  <a:lnTo>
                    <a:pt x="80" y="213"/>
                  </a:lnTo>
                  <a:lnTo>
                    <a:pt x="80" y="214"/>
                  </a:lnTo>
                  <a:lnTo>
                    <a:pt x="80" y="215"/>
                  </a:lnTo>
                  <a:lnTo>
                    <a:pt x="80" y="218"/>
                  </a:lnTo>
                  <a:lnTo>
                    <a:pt x="81" y="219"/>
                  </a:lnTo>
                  <a:lnTo>
                    <a:pt x="81" y="220"/>
                  </a:lnTo>
                  <a:lnTo>
                    <a:pt x="81" y="223"/>
                  </a:lnTo>
                  <a:lnTo>
                    <a:pt x="81" y="224"/>
                  </a:lnTo>
                  <a:lnTo>
                    <a:pt x="81" y="225"/>
                  </a:lnTo>
                  <a:lnTo>
                    <a:pt x="81" y="227"/>
                  </a:lnTo>
                  <a:lnTo>
                    <a:pt x="81" y="229"/>
                  </a:lnTo>
                  <a:lnTo>
                    <a:pt x="81" y="230"/>
                  </a:lnTo>
                  <a:lnTo>
                    <a:pt x="81" y="231"/>
                  </a:lnTo>
                  <a:lnTo>
                    <a:pt x="81" y="232"/>
                  </a:lnTo>
                  <a:lnTo>
                    <a:pt x="82" y="233"/>
                  </a:lnTo>
                  <a:lnTo>
                    <a:pt x="82" y="235"/>
                  </a:lnTo>
                  <a:lnTo>
                    <a:pt x="82" y="236"/>
                  </a:lnTo>
                  <a:lnTo>
                    <a:pt x="82" y="237"/>
                  </a:lnTo>
                  <a:lnTo>
                    <a:pt x="82" y="238"/>
                  </a:lnTo>
                  <a:lnTo>
                    <a:pt x="82" y="239"/>
                  </a:lnTo>
                  <a:lnTo>
                    <a:pt x="82" y="241"/>
                  </a:lnTo>
                  <a:lnTo>
                    <a:pt x="82" y="242"/>
                  </a:lnTo>
                  <a:lnTo>
                    <a:pt x="82" y="243"/>
                  </a:lnTo>
                  <a:lnTo>
                    <a:pt x="83" y="243"/>
                  </a:lnTo>
                  <a:lnTo>
                    <a:pt x="83" y="244"/>
                  </a:lnTo>
                  <a:lnTo>
                    <a:pt x="83" y="245"/>
                  </a:lnTo>
                  <a:lnTo>
                    <a:pt x="83" y="247"/>
                  </a:lnTo>
                  <a:lnTo>
                    <a:pt x="83" y="248"/>
                  </a:lnTo>
                  <a:lnTo>
                    <a:pt x="85" y="249"/>
                  </a:lnTo>
                  <a:lnTo>
                    <a:pt x="85" y="250"/>
                  </a:lnTo>
                  <a:lnTo>
                    <a:pt x="85" y="251"/>
                  </a:lnTo>
                  <a:lnTo>
                    <a:pt x="85" y="253"/>
                  </a:lnTo>
                  <a:lnTo>
                    <a:pt x="85" y="254"/>
                  </a:lnTo>
                  <a:lnTo>
                    <a:pt x="85" y="255"/>
                  </a:lnTo>
                  <a:lnTo>
                    <a:pt x="86" y="255"/>
                  </a:lnTo>
                  <a:lnTo>
                    <a:pt x="86" y="256"/>
                  </a:lnTo>
                  <a:lnTo>
                    <a:pt x="86" y="257"/>
                  </a:lnTo>
                  <a:lnTo>
                    <a:pt x="86" y="259"/>
                  </a:lnTo>
                  <a:lnTo>
                    <a:pt x="86" y="260"/>
                  </a:lnTo>
                  <a:lnTo>
                    <a:pt x="86" y="261"/>
                  </a:lnTo>
                  <a:lnTo>
                    <a:pt x="86" y="262"/>
                  </a:lnTo>
                  <a:lnTo>
                    <a:pt x="86" y="263"/>
                  </a:lnTo>
                  <a:lnTo>
                    <a:pt x="86" y="265"/>
                  </a:lnTo>
                  <a:lnTo>
                    <a:pt x="86" y="266"/>
                  </a:lnTo>
                  <a:lnTo>
                    <a:pt x="86" y="267"/>
                  </a:lnTo>
                  <a:lnTo>
                    <a:pt x="86" y="268"/>
                  </a:lnTo>
                  <a:lnTo>
                    <a:pt x="86" y="269"/>
                  </a:lnTo>
                  <a:lnTo>
                    <a:pt x="86" y="271"/>
                  </a:lnTo>
                  <a:lnTo>
                    <a:pt x="86" y="273"/>
                  </a:lnTo>
                  <a:lnTo>
                    <a:pt x="86" y="274"/>
                  </a:lnTo>
                  <a:lnTo>
                    <a:pt x="86" y="275"/>
                  </a:lnTo>
                  <a:lnTo>
                    <a:pt x="86" y="278"/>
                  </a:lnTo>
                  <a:lnTo>
                    <a:pt x="86" y="279"/>
                  </a:lnTo>
                  <a:lnTo>
                    <a:pt x="86" y="281"/>
                  </a:lnTo>
                  <a:lnTo>
                    <a:pt x="86" y="283"/>
                  </a:lnTo>
                  <a:lnTo>
                    <a:pt x="86" y="285"/>
                  </a:lnTo>
                  <a:lnTo>
                    <a:pt x="85" y="287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67" name="Freeform 236">
              <a:extLst>
                <a:ext uri="{FF2B5EF4-FFF2-40B4-BE49-F238E27FC236}">
                  <a16:creationId xmlns:a16="http://schemas.microsoft.com/office/drawing/2014/main" id="{2D63D373-14A2-4C36-BC0D-9438A81D3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349"/>
              <a:ext cx="42" cy="144"/>
            </a:xfrm>
            <a:custGeom>
              <a:avLst/>
              <a:gdLst>
                <a:gd name="T0" fmla="*/ 0 w 86"/>
                <a:gd name="T1" fmla="*/ 1 h 288"/>
                <a:gd name="T2" fmla="*/ 0 w 86"/>
                <a:gd name="T3" fmla="*/ 1 h 288"/>
                <a:gd name="T4" fmla="*/ 0 w 86"/>
                <a:gd name="T5" fmla="*/ 1 h 288"/>
                <a:gd name="T6" fmla="*/ 0 w 86"/>
                <a:gd name="T7" fmla="*/ 1 h 288"/>
                <a:gd name="T8" fmla="*/ 0 w 86"/>
                <a:gd name="T9" fmla="*/ 1 h 288"/>
                <a:gd name="T10" fmla="*/ 0 w 86"/>
                <a:gd name="T11" fmla="*/ 1 h 288"/>
                <a:gd name="T12" fmla="*/ 0 w 86"/>
                <a:gd name="T13" fmla="*/ 1 h 288"/>
                <a:gd name="T14" fmla="*/ 0 w 86"/>
                <a:gd name="T15" fmla="*/ 1 h 288"/>
                <a:gd name="T16" fmla="*/ 0 w 86"/>
                <a:gd name="T17" fmla="*/ 1 h 288"/>
                <a:gd name="T18" fmla="*/ 0 w 86"/>
                <a:gd name="T19" fmla="*/ 1 h 288"/>
                <a:gd name="T20" fmla="*/ 0 w 86"/>
                <a:gd name="T21" fmla="*/ 1 h 288"/>
                <a:gd name="T22" fmla="*/ 0 w 86"/>
                <a:gd name="T23" fmla="*/ 1 h 288"/>
                <a:gd name="T24" fmla="*/ 0 w 86"/>
                <a:gd name="T25" fmla="*/ 1 h 288"/>
                <a:gd name="T26" fmla="*/ 0 w 86"/>
                <a:gd name="T27" fmla="*/ 1 h 288"/>
                <a:gd name="T28" fmla="*/ 0 w 86"/>
                <a:gd name="T29" fmla="*/ 1 h 288"/>
                <a:gd name="T30" fmla="*/ 0 w 86"/>
                <a:gd name="T31" fmla="*/ 1 h 288"/>
                <a:gd name="T32" fmla="*/ 0 w 86"/>
                <a:gd name="T33" fmla="*/ 1 h 288"/>
                <a:gd name="T34" fmla="*/ 0 w 86"/>
                <a:gd name="T35" fmla="*/ 1 h 288"/>
                <a:gd name="T36" fmla="*/ 0 w 86"/>
                <a:gd name="T37" fmla="*/ 1 h 288"/>
                <a:gd name="T38" fmla="*/ 0 w 86"/>
                <a:gd name="T39" fmla="*/ 1 h 288"/>
                <a:gd name="T40" fmla="*/ 0 w 86"/>
                <a:gd name="T41" fmla="*/ 1 h 288"/>
                <a:gd name="T42" fmla="*/ 0 w 86"/>
                <a:gd name="T43" fmla="*/ 1 h 288"/>
                <a:gd name="T44" fmla="*/ 0 w 86"/>
                <a:gd name="T45" fmla="*/ 1 h 288"/>
                <a:gd name="T46" fmla="*/ 0 w 86"/>
                <a:gd name="T47" fmla="*/ 1 h 288"/>
                <a:gd name="T48" fmla="*/ 0 w 86"/>
                <a:gd name="T49" fmla="*/ 1 h 288"/>
                <a:gd name="T50" fmla="*/ 0 w 86"/>
                <a:gd name="T51" fmla="*/ 1 h 288"/>
                <a:gd name="T52" fmla="*/ 0 w 86"/>
                <a:gd name="T53" fmla="*/ 1 h 288"/>
                <a:gd name="T54" fmla="*/ 0 w 86"/>
                <a:gd name="T55" fmla="*/ 1 h 288"/>
                <a:gd name="T56" fmla="*/ 0 w 86"/>
                <a:gd name="T57" fmla="*/ 1 h 288"/>
                <a:gd name="T58" fmla="*/ 0 w 86"/>
                <a:gd name="T59" fmla="*/ 1 h 288"/>
                <a:gd name="T60" fmla="*/ 0 w 86"/>
                <a:gd name="T61" fmla="*/ 1 h 288"/>
                <a:gd name="T62" fmla="*/ 0 w 86"/>
                <a:gd name="T63" fmla="*/ 1 h 288"/>
                <a:gd name="T64" fmla="*/ 0 w 86"/>
                <a:gd name="T65" fmla="*/ 1 h 288"/>
                <a:gd name="T66" fmla="*/ 0 w 86"/>
                <a:gd name="T67" fmla="*/ 1 h 288"/>
                <a:gd name="T68" fmla="*/ 0 w 86"/>
                <a:gd name="T69" fmla="*/ 1 h 288"/>
                <a:gd name="T70" fmla="*/ 0 w 86"/>
                <a:gd name="T71" fmla="*/ 1 h 288"/>
                <a:gd name="T72" fmla="*/ 0 w 86"/>
                <a:gd name="T73" fmla="*/ 1 h 288"/>
                <a:gd name="T74" fmla="*/ 0 w 86"/>
                <a:gd name="T75" fmla="*/ 1 h 288"/>
                <a:gd name="T76" fmla="*/ 0 w 86"/>
                <a:gd name="T77" fmla="*/ 1 h 288"/>
                <a:gd name="T78" fmla="*/ 0 w 86"/>
                <a:gd name="T79" fmla="*/ 1 h 288"/>
                <a:gd name="T80" fmla="*/ 0 w 86"/>
                <a:gd name="T81" fmla="*/ 1 h 288"/>
                <a:gd name="T82" fmla="*/ 0 w 86"/>
                <a:gd name="T83" fmla="*/ 1 h 288"/>
                <a:gd name="T84" fmla="*/ 0 w 86"/>
                <a:gd name="T85" fmla="*/ 1 h 288"/>
                <a:gd name="T86" fmla="*/ 0 w 86"/>
                <a:gd name="T87" fmla="*/ 1 h 288"/>
                <a:gd name="T88" fmla="*/ 0 w 86"/>
                <a:gd name="T89" fmla="*/ 1 h 288"/>
                <a:gd name="T90" fmla="*/ 0 w 86"/>
                <a:gd name="T91" fmla="*/ 1 h 288"/>
                <a:gd name="T92" fmla="*/ 0 w 86"/>
                <a:gd name="T93" fmla="*/ 1 h 288"/>
                <a:gd name="T94" fmla="*/ 0 w 86"/>
                <a:gd name="T95" fmla="*/ 1 h 288"/>
                <a:gd name="T96" fmla="*/ 0 w 86"/>
                <a:gd name="T97" fmla="*/ 1 h 288"/>
                <a:gd name="T98" fmla="*/ 0 w 86"/>
                <a:gd name="T99" fmla="*/ 1 h 288"/>
                <a:gd name="T100" fmla="*/ 0 w 86"/>
                <a:gd name="T101" fmla="*/ 1 h 288"/>
                <a:gd name="T102" fmla="*/ 0 w 86"/>
                <a:gd name="T103" fmla="*/ 1 h 288"/>
                <a:gd name="T104" fmla="*/ 0 w 86"/>
                <a:gd name="T105" fmla="*/ 1 h 288"/>
                <a:gd name="T106" fmla="*/ 0 w 86"/>
                <a:gd name="T107" fmla="*/ 1 h 288"/>
                <a:gd name="T108" fmla="*/ 0 w 86"/>
                <a:gd name="T109" fmla="*/ 1 h 288"/>
                <a:gd name="T110" fmla="*/ 0 w 86"/>
                <a:gd name="T111" fmla="*/ 1 h 288"/>
                <a:gd name="T112" fmla="*/ 0 w 86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8">
                  <a:moveTo>
                    <a:pt x="0" y="288"/>
                  </a:moveTo>
                  <a:lnTo>
                    <a:pt x="3" y="284"/>
                  </a:lnTo>
                  <a:lnTo>
                    <a:pt x="4" y="282"/>
                  </a:lnTo>
                  <a:lnTo>
                    <a:pt x="6" y="278"/>
                  </a:lnTo>
                  <a:lnTo>
                    <a:pt x="8" y="276"/>
                  </a:lnTo>
                  <a:lnTo>
                    <a:pt x="9" y="273"/>
                  </a:lnTo>
                  <a:lnTo>
                    <a:pt x="10" y="271"/>
                  </a:lnTo>
                  <a:lnTo>
                    <a:pt x="11" y="268"/>
                  </a:lnTo>
                  <a:lnTo>
                    <a:pt x="12" y="267"/>
                  </a:lnTo>
                  <a:lnTo>
                    <a:pt x="14" y="265"/>
                  </a:lnTo>
                  <a:lnTo>
                    <a:pt x="15" y="264"/>
                  </a:lnTo>
                  <a:lnTo>
                    <a:pt x="15" y="261"/>
                  </a:lnTo>
                  <a:lnTo>
                    <a:pt x="16" y="260"/>
                  </a:lnTo>
                  <a:lnTo>
                    <a:pt x="17" y="259"/>
                  </a:lnTo>
                  <a:lnTo>
                    <a:pt x="17" y="257"/>
                  </a:lnTo>
                  <a:lnTo>
                    <a:pt x="18" y="256"/>
                  </a:lnTo>
                  <a:lnTo>
                    <a:pt x="18" y="255"/>
                  </a:lnTo>
                  <a:lnTo>
                    <a:pt x="20" y="254"/>
                  </a:lnTo>
                  <a:lnTo>
                    <a:pt x="20" y="253"/>
                  </a:lnTo>
                  <a:lnTo>
                    <a:pt x="21" y="251"/>
                  </a:lnTo>
                  <a:lnTo>
                    <a:pt x="21" y="250"/>
                  </a:lnTo>
                  <a:lnTo>
                    <a:pt x="22" y="249"/>
                  </a:lnTo>
                  <a:lnTo>
                    <a:pt x="22" y="248"/>
                  </a:lnTo>
                  <a:lnTo>
                    <a:pt x="23" y="247"/>
                  </a:lnTo>
                  <a:lnTo>
                    <a:pt x="23" y="245"/>
                  </a:lnTo>
                  <a:lnTo>
                    <a:pt x="23" y="244"/>
                  </a:lnTo>
                  <a:lnTo>
                    <a:pt x="24" y="243"/>
                  </a:lnTo>
                  <a:lnTo>
                    <a:pt x="24" y="242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7" y="237"/>
                  </a:lnTo>
                  <a:lnTo>
                    <a:pt x="27" y="236"/>
                  </a:lnTo>
                  <a:lnTo>
                    <a:pt x="28" y="235"/>
                  </a:lnTo>
                  <a:lnTo>
                    <a:pt x="28" y="232"/>
                  </a:lnTo>
                  <a:lnTo>
                    <a:pt x="29" y="231"/>
                  </a:lnTo>
                  <a:lnTo>
                    <a:pt x="30" y="230"/>
                  </a:lnTo>
                  <a:lnTo>
                    <a:pt x="30" y="229"/>
                  </a:lnTo>
                  <a:lnTo>
                    <a:pt x="30" y="227"/>
                  </a:lnTo>
                  <a:lnTo>
                    <a:pt x="32" y="226"/>
                  </a:lnTo>
                  <a:lnTo>
                    <a:pt x="32" y="225"/>
                  </a:lnTo>
                  <a:lnTo>
                    <a:pt x="33" y="224"/>
                  </a:lnTo>
                  <a:lnTo>
                    <a:pt x="33" y="223"/>
                  </a:lnTo>
                  <a:lnTo>
                    <a:pt x="33" y="221"/>
                  </a:lnTo>
                  <a:lnTo>
                    <a:pt x="34" y="220"/>
                  </a:lnTo>
                  <a:lnTo>
                    <a:pt x="34" y="219"/>
                  </a:lnTo>
                  <a:lnTo>
                    <a:pt x="35" y="218"/>
                  </a:lnTo>
                  <a:lnTo>
                    <a:pt x="35" y="217"/>
                  </a:lnTo>
                  <a:lnTo>
                    <a:pt x="35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3"/>
                  </a:lnTo>
                  <a:lnTo>
                    <a:pt x="38" y="212"/>
                  </a:lnTo>
                  <a:lnTo>
                    <a:pt x="38" y="211"/>
                  </a:lnTo>
                  <a:lnTo>
                    <a:pt x="38" y="209"/>
                  </a:lnTo>
                  <a:lnTo>
                    <a:pt x="39" y="208"/>
                  </a:lnTo>
                  <a:lnTo>
                    <a:pt x="39" y="207"/>
                  </a:lnTo>
                  <a:lnTo>
                    <a:pt x="39" y="206"/>
                  </a:lnTo>
                  <a:lnTo>
                    <a:pt x="40" y="205"/>
                  </a:lnTo>
                  <a:lnTo>
                    <a:pt x="40" y="203"/>
                  </a:lnTo>
                  <a:lnTo>
                    <a:pt x="41" y="202"/>
                  </a:lnTo>
                  <a:lnTo>
                    <a:pt x="41" y="200"/>
                  </a:lnTo>
                  <a:lnTo>
                    <a:pt x="43" y="199"/>
                  </a:lnTo>
                  <a:lnTo>
                    <a:pt x="43" y="196"/>
                  </a:lnTo>
                  <a:lnTo>
                    <a:pt x="44" y="195"/>
                  </a:lnTo>
                  <a:lnTo>
                    <a:pt x="45" y="193"/>
                  </a:lnTo>
                  <a:lnTo>
                    <a:pt x="45" y="190"/>
                  </a:lnTo>
                  <a:lnTo>
                    <a:pt x="46" y="189"/>
                  </a:lnTo>
                  <a:lnTo>
                    <a:pt x="46" y="188"/>
                  </a:lnTo>
                  <a:lnTo>
                    <a:pt x="47" y="185"/>
                  </a:lnTo>
                  <a:lnTo>
                    <a:pt x="47" y="184"/>
                  </a:lnTo>
                  <a:lnTo>
                    <a:pt x="49" y="183"/>
                  </a:lnTo>
                  <a:lnTo>
                    <a:pt x="49" y="182"/>
                  </a:lnTo>
                  <a:lnTo>
                    <a:pt x="49" y="181"/>
                  </a:lnTo>
                  <a:lnTo>
                    <a:pt x="50" y="179"/>
                  </a:lnTo>
                  <a:lnTo>
                    <a:pt x="50" y="178"/>
                  </a:lnTo>
                  <a:lnTo>
                    <a:pt x="51" y="177"/>
                  </a:lnTo>
                  <a:lnTo>
                    <a:pt x="51" y="176"/>
                  </a:lnTo>
                  <a:lnTo>
                    <a:pt x="51" y="175"/>
                  </a:lnTo>
                  <a:lnTo>
                    <a:pt x="51" y="173"/>
                  </a:lnTo>
                  <a:lnTo>
                    <a:pt x="52" y="173"/>
                  </a:lnTo>
                  <a:lnTo>
                    <a:pt x="52" y="172"/>
                  </a:lnTo>
                  <a:lnTo>
                    <a:pt x="52" y="171"/>
                  </a:lnTo>
                  <a:lnTo>
                    <a:pt x="53" y="170"/>
                  </a:lnTo>
                  <a:lnTo>
                    <a:pt x="53" y="169"/>
                  </a:lnTo>
                  <a:lnTo>
                    <a:pt x="53" y="167"/>
                  </a:lnTo>
                  <a:lnTo>
                    <a:pt x="53" y="166"/>
                  </a:lnTo>
                  <a:lnTo>
                    <a:pt x="55" y="165"/>
                  </a:lnTo>
                  <a:lnTo>
                    <a:pt x="55" y="164"/>
                  </a:lnTo>
                  <a:lnTo>
                    <a:pt x="55" y="163"/>
                  </a:lnTo>
                  <a:lnTo>
                    <a:pt x="56" y="161"/>
                  </a:lnTo>
                  <a:lnTo>
                    <a:pt x="56" y="160"/>
                  </a:lnTo>
                  <a:lnTo>
                    <a:pt x="57" y="158"/>
                  </a:lnTo>
                  <a:lnTo>
                    <a:pt x="57" y="157"/>
                  </a:lnTo>
                  <a:lnTo>
                    <a:pt x="57" y="155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9" y="149"/>
                  </a:lnTo>
                  <a:lnTo>
                    <a:pt x="61" y="147"/>
                  </a:lnTo>
                  <a:lnTo>
                    <a:pt x="61" y="146"/>
                  </a:lnTo>
                  <a:lnTo>
                    <a:pt x="61" y="143"/>
                  </a:lnTo>
                  <a:lnTo>
                    <a:pt x="62" y="142"/>
                  </a:lnTo>
                  <a:lnTo>
                    <a:pt x="62" y="141"/>
                  </a:lnTo>
                  <a:lnTo>
                    <a:pt x="63" y="140"/>
                  </a:lnTo>
                  <a:lnTo>
                    <a:pt x="63" y="138"/>
                  </a:lnTo>
                  <a:lnTo>
                    <a:pt x="63" y="137"/>
                  </a:lnTo>
                  <a:lnTo>
                    <a:pt x="64" y="136"/>
                  </a:lnTo>
                  <a:lnTo>
                    <a:pt x="64" y="135"/>
                  </a:lnTo>
                  <a:lnTo>
                    <a:pt x="64" y="134"/>
                  </a:lnTo>
                  <a:lnTo>
                    <a:pt x="64" y="132"/>
                  </a:lnTo>
                  <a:lnTo>
                    <a:pt x="65" y="131"/>
                  </a:lnTo>
                  <a:lnTo>
                    <a:pt x="65" y="130"/>
                  </a:lnTo>
                  <a:lnTo>
                    <a:pt x="65" y="129"/>
                  </a:lnTo>
                  <a:lnTo>
                    <a:pt x="67" y="128"/>
                  </a:lnTo>
                  <a:lnTo>
                    <a:pt x="67" y="126"/>
                  </a:lnTo>
                  <a:lnTo>
                    <a:pt x="67" y="125"/>
                  </a:lnTo>
                  <a:lnTo>
                    <a:pt x="68" y="124"/>
                  </a:lnTo>
                  <a:lnTo>
                    <a:pt x="68" y="123"/>
                  </a:lnTo>
                  <a:lnTo>
                    <a:pt x="68" y="122"/>
                  </a:lnTo>
                  <a:lnTo>
                    <a:pt x="69" y="120"/>
                  </a:lnTo>
                  <a:lnTo>
                    <a:pt x="69" y="119"/>
                  </a:lnTo>
                  <a:lnTo>
                    <a:pt x="69" y="118"/>
                  </a:lnTo>
                  <a:lnTo>
                    <a:pt x="70" y="116"/>
                  </a:lnTo>
                  <a:lnTo>
                    <a:pt x="70" y="114"/>
                  </a:lnTo>
                  <a:lnTo>
                    <a:pt x="70" y="113"/>
                  </a:lnTo>
                  <a:lnTo>
                    <a:pt x="71" y="111"/>
                  </a:lnTo>
                  <a:lnTo>
                    <a:pt x="71" y="110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4" y="104"/>
                  </a:lnTo>
                  <a:lnTo>
                    <a:pt x="74" y="102"/>
                  </a:lnTo>
                  <a:lnTo>
                    <a:pt x="75" y="100"/>
                  </a:lnTo>
                  <a:lnTo>
                    <a:pt x="75" y="99"/>
                  </a:lnTo>
                  <a:lnTo>
                    <a:pt x="75" y="98"/>
                  </a:lnTo>
                  <a:lnTo>
                    <a:pt x="76" y="96"/>
                  </a:lnTo>
                  <a:lnTo>
                    <a:pt x="76" y="94"/>
                  </a:lnTo>
                  <a:lnTo>
                    <a:pt x="76" y="93"/>
                  </a:lnTo>
                  <a:lnTo>
                    <a:pt x="77" y="92"/>
                  </a:lnTo>
                  <a:lnTo>
                    <a:pt x="77" y="90"/>
                  </a:lnTo>
                  <a:lnTo>
                    <a:pt x="77" y="89"/>
                  </a:lnTo>
                  <a:lnTo>
                    <a:pt x="79" y="88"/>
                  </a:lnTo>
                  <a:lnTo>
                    <a:pt x="79" y="87"/>
                  </a:lnTo>
                  <a:lnTo>
                    <a:pt x="79" y="86"/>
                  </a:lnTo>
                  <a:lnTo>
                    <a:pt x="79" y="84"/>
                  </a:lnTo>
                  <a:lnTo>
                    <a:pt x="79" y="83"/>
                  </a:lnTo>
                  <a:lnTo>
                    <a:pt x="79" y="82"/>
                  </a:lnTo>
                  <a:lnTo>
                    <a:pt x="80" y="81"/>
                  </a:lnTo>
                  <a:lnTo>
                    <a:pt x="80" y="80"/>
                  </a:lnTo>
                  <a:lnTo>
                    <a:pt x="80" y="78"/>
                  </a:lnTo>
                  <a:lnTo>
                    <a:pt x="80" y="77"/>
                  </a:lnTo>
                  <a:lnTo>
                    <a:pt x="80" y="76"/>
                  </a:lnTo>
                  <a:lnTo>
                    <a:pt x="80" y="75"/>
                  </a:lnTo>
                  <a:lnTo>
                    <a:pt x="80" y="74"/>
                  </a:lnTo>
                  <a:lnTo>
                    <a:pt x="80" y="71"/>
                  </a:lnTo>
                  <a:lnTo>
                    <a:pt x="80" y="70"/>
                  </a:lnTo>
                  <a:lnTo>
                    <a:pt x="81" y="69"/>
                  </a:lnTo>
                  <a:lnTo>
                    <a:pt x="81" y="66"/>
                  </a:lnTo>
                  <a:lnTo>
                    <a:pt x="81" y="65"/>
                  </a:lnTo>
                  <a:lnTo>
                    <a:pt x="81" y="64"/>
                  </a:lnTo>
                  <a:lnTo>
                    <a:pt x="81" y="62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1" y="58"/>
                  </a:lnTo>
                  <a:lnTo>
                    <a:pt x="81" y="57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2" y="54"/>
                  </a:lnTo>
                  <a:lnTo>
                    <a:pt x="82" y="53"/>
                  </a:lnTo>
                  <a:lnTo>
                    <a:pt x="82" y="52"/>
                  </a:lnTo>
                  <a:lnTo>
                    <a:pt x="82" y="51"/>
                  </a:lnTo>
                  <a:lnTo>
                    <a:pt x="82" y="50"/>
                  </a:lnTo>
                  <a:lnTo>
                    <a:pt x="82" y="48"/>
                  </a:lnTo>
                  <a:lnTo>
                    <a:pt x="82" y="47"/>
                  </a:lnTo>
                  <a:lnTo>
                    <a:pt x="82" y="46"/>
                  </a:lnTo>
                  <a:lnTo>
                    <a:pt x="82" y="45"/>
                  </a:lnTo>
                  <a:lnTo>
                    <a:pt x="83" y="45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1"/>
                  </a:lnTo>
                  <a:lnTo>
                    <a:pt x="83" y="40"/>
                  </a:lnTo>
                  <a:lnTo>
                    <a:pt x="85" y="39"/>
                  </a:lnTo>
                  <a:lnTo>
                    <a:pt x="85" y="38"/>
                  </a:lnTo>
                  <a:lnTo>
                    <a:pt x="85" y="36"/>
                  </a:lnTo>
                  <a:lnTo>
                    <a:pt x="85" y="35"/>
                  </a:lnTo>
                  <a:lnTo>
                    <a:pt x="85" y="34"/>
                  </a:lnTo>
                  <a:lnTo>
                    <a:pt x="85" y="33"/>
                  </a:lnTo>
                  <a:lnTo>
                    <a:pt x="86" y="33"/>
                  </a:lnTo>
                  <a:lnTo>
                    <a:pt x="86" y="32"/>
                  </a:lnTo>
                  <a:lnTo>
                    <a:pt x="86" y="30"/>
                  </a:lnTo>
                  <a:lnTo>
                    <a:pt x="86" y="29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6" y="24"/>
                  </a:lnTo>
                  <a:lnTo>
                    <a:pt x="86" y="23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8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6" y="15"/>
                  </a:lnTo>
                  <a:lnTo>
                    <a:pt x="86" y="13"/>
                  </a:lnTo>
                  <a:lnTo>
                    <a:pt x="86" y="12"/>
                  </a:lnTo>
                  <a:lnTo>
                    <a:pt x="86" y="10"/>
                  </a:lnTo>
                  <a:lnTo>
                    <a:pt x="86" y="9"/>
                  </a:lnTo>
                  <a:lnTo>
                    <a:pt x="86" y="6"/>
                  </a:lnTo>
                  <a:lnTo>
                    <a:pt x="86" y="5"/>
                  </a:lnTo>
                  <a:lnTo>
                    <a:pt x="86" y="3"/>
                  </a:lnTo>
                  <a:lnTo>
                    <a:pt x="85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68" name="Freeform 237">
              <a:extLst>
                <a:ext uri="{FF2B5EF4-FFF2-40B4-BE49-F238E27FC236}">
                  <a16:creationId xmlns:a16="http://schemas.microsoft.com/office/drawing/2014/main" id="{72C6A195-4631-42E4-AAD5-C7B41E501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180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69" name="Line 238">
              <a:extLst>
                <a:ext uri="{FF2B5EF4-FFF2-40B4-BE49-F238E27FC236}">
                  <a16:creationId xmlns:a16="http://schemas.microsoft.com/office/drawing/2014/main" id="{CFA40A11-66AE-44F5-88EB-26409FA354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1180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0" name="Freeform 239">
              <a:extLst>
                <a:ext uri="{FF2B5EF4-FFF2-40B4-BE49-F238E27FC236}">
                  <a16:creationId xmlns:a16="http://schemas.microsoft.com/office/drawing/2014/main" id="{0733D892-033D-46FF-A8C5-B38C917E8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012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1" name="Line 240">
              <a:extLst>
                <a:ext uri="{FF2B5EF4-FFF2-40B4-BE49-F238E27FC236}">
                  <a16:creationId xmlns:a16="http://schemas.microsoft.com/office/drawing/2014/main" id="{0C878720-8F95-4CEE-BFF5-9F8FA7CF24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1012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2" name="Freeform 241">
              <a:extLst>
                <a:ext uri="{FF2B5EF4-FFF2-40B4-BE49-F238E27FC236}">
                  <a16:creationId xmlns:a16="http://schemas.microsoft.com/office/drawing/2014/main" id="{BBAF622F-9736-45AE-9C87-34CE3F8F2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118"/>
              <a:ext cx="96" cy="1"/>
            </a:xfrm>
            <a:custGeom>
              <a:avLst/>
              <a:gdLst>
                <a:gd name="T0" fmla="*/ 1 w 192"/>
                <a:gd name="T1" fmla="*/ 0 h 1"/>
                <a:gd name="T2" fmla="*/ 0 w 192"/>
                <a:gd name="T3" fmla="*/ 0 h 1"/>
                <a:gd name="T4" fmla="*/ 1 w 19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">
                  <a:moveTo>
                    <a:pt x="192" y="0"/>
                  </a:moveTo>
                  <a:lnTo>
                    <a:pt x="0" y="0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3" name="Line 242">
              <a:extLst>
                <a:ext uri="{FF2B5EF4-FFF2-40B4-BE49-F238E27FC236}">
                  <a16:creationId xmlns:a16="http://schemas.microsoft.com/office/drawing/2014/main" id="{C550B41B-42EB-44B6-B39B-6DC60ACFE9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09" y="2118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4" name="Freeform 243">
              <a:extLst>
                <a:ext uri="{FF2B5EF4-FFF2-40B4-BE49-F238E27FC236}">
                  <a16:creationId xmlns:a16="http://schemas.microsoft.com/office/drawing/2014/main" id="{2CD37880-3CF7-4600-BE85-0BC98193D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202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5" name="Line 244">
              <a:extLst>
                <a:ext uri="{FF2B5EF4-FFF2-40B4-BE49-F238E27FC236}">
                  <a16:creationId xmlns:a16="http://schemas.microsoft.com/office/drawing/2014/main" id="{D372E971-9EDD-4A30-996E-DAB7F027DF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2202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6" name="Freeform 245">
              <a:extLst>
                <a:ext uri="{FF2B5EF4-FFF2-40B4-BE49-F238E27FC236}">
                  <a16:creationId xmlns:a16="http://schemas.microsoft.com/office/drawing/2014/main" id="{D3B2FA85-42B6-4A31-95CD-81267C6FE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034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7" name="Line 246">
              <a:extLst>
                <a:ext uri="{FF2B5EF4-FFF2-40B4-BE49-F238E27FC236}">
                  <a16:creationId xmlns:a16="http://schemas.microsoft.com/office/drawing/2014/main" id="{3ACBC5F4-490D-4C66-824A-FB1B6B7E8D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2034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8" name="Line 247">
              <a:extLst>
                <a:ext uri="{FF2B5EF4-FFF2-40B4-BE49-F238E27FC236}">
                  <a16:creationId xmlns:a16="http://schemas.microsoft.com/office/drawing/2014/main" id="{8D626239-0952-4609-805D-119F5B5563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2370"/>
              <a:ext cx="192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9" name="Line 248">
              <a:extLst>
                <a:ext uri="{FF2B5EF4-FFF2-40B4-BE49-F238E27FC236}">
                  <a16:creationId xmlns:a16="http://schemas.microsoft.com/office/drawing/2014/main" id="{F36A0FF1-B6B4-4717-967A-CB9171EB74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2286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0" name="Line 249">
              <a:extLst>
                <a:ext uri="{FF2B5EF4-FFF2-40B4-BE49-F238E27FC236}">
                  <a16:creationId xmlns:a16="http://schemas.microsoft.com/office/drawing/2014/main" id="{3DFBAE5A-E0C0-4BC1-A884-9DFE4C78ED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2454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1" name="Line 250">
              <a:extLst>
                <a:ext uri="{FF2B5EF4-FFF2-40B4-BE49-F238E27FC236}">
                  <a16:creationId xmlns:a16="http://schemas.microsoft.com/office/drawing/2014/main" id="{5B16495A-7C38-4A53-BF22-BFB115F5F3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63" y="2370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2" name="Freeform 251">
              <a:extLst>
                <a:ext uri="{FF2B5EF4-FFF2-40B4-BE49-F238E27FC236}">
                  <a16:creationId xmlns:a16="http://schemas.microsoft.com/office/drawing/2014/main" id="{349E50FC-F598-4EEA-BFC2-4CC42EF09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228"/>
              <a:ext cx="359" cy="143"/>
            </a:xfrm>
            <a:custGeom>
              <a:avLst/>
              <a:gdLst>
                <a:gd name="T0" fmla="*/ 1 w 717"/>
                <a:gd name="T1" fmla="*/ 0 h 286"/>
                <a:gd name="T2" fmla="*/ 1 w 717"/>
                <a:gd name="T3" fmla="*/ 0 h 286"/>
                <a:gd name="T4" fmla="*/ 1 w 717"/>
                <a:gd name="T5" fmla="*/ 0 h 286"/>
                <a:gd name="T6" fmla="*/ 1 w 717"/>
                <a:gd name="T7" fmla="*/ 1 h 286"/>
                <a:gd name="T8" fmla="*/ 1 w 717"/>
                <a:gd name="T9" fmla="*/ 1 h 286"/>
                <a:gd name="T10" fmla="*/ 1 w 717"/>
                <a:gd name="T11" fmla="*/ 1 h 286"/>
                <a:gd name="T12" fmla="*/ 1 w 717"/>
                <a:gd name="T13" fmla="*/ 1 h 286"/>
                <a:gd name="T14" fmla="*/ 1 w 717"/>
                <a:gd name="T15" fmla="*/ 1 h 286"/>
                <a:gd name="T16" fmla="*/ 1 w 717"/>
                <a:gd name="T17" fmla="*/ 1 h 286"/>
                <a:gd name="T18" fmla="*/ 1 w 717"/>
                <a:gd name="T19" fmla="*/ 1 h 286"/>
                <a:gd name="T20" fmla="*/ 1 w 717"/>
                <a:gd name="T21" fmla="*/ 1 h 286"/>
                <a:gd name="T22" fmla="*/ 1 w 717"/>
                <a:gd name="T23" fmla="*/ 1 h 286"/>
                <a:gd name="T24" fmla="*/ 1 w 717"/>
                <a:gd name="T25" fmla="*/ 1 h 286"/>
                <a:gd name="T26" fmla="*/ 1 w 717"/>
                <a:gd name="T27" fmla="*/ 1 h 286"/>
                <a:gd name="T28" fmla="*/ 1 w 717"/>
                <a:gd name="T29" fmla="*/ 1 h 286"/>
                <a:gd name="T30" fmla="*/ 1 w 717"/>
                <a:gd name="T31" fmla="*/ 1 h 286"/>
                <a:gd name="T32" fmla="*/ 1 w 717"/>
                <a:gd name="T33" fmla="*/ 1 h 286"/>
                <a:gd name="T34" fmla="*/ 1 w 717"/>
                <a:gd name="T35" fmla="*/ 1 h 286"/>
                <a:gd name="T36" fmla="*/ 1 w 717"/>
                <a:gd name="T37" fmla="*/ 1 h 286"/>
                <a:gd name="T38" fmla="*/ 1 w 717"/>
                <a:gd name="T39" fmla="*/ 1 h 286"/>
                <a:gd name="T40" fmla="*/ 1 w 717"/>
                <a:gd name="T41" fmla="*/ 1 h 286"/>
                <a:gd name="T42" fmla="*/ 1 w 717"/>
                <a:gd name="T43" fmla="*/ 1 h 286"/>
                <a:gd name="T44" fmla="*/ 1 w 717"/>
                <a:gd name="T45" fmla="*/ 1 h 286"/>
                <a:gd name="T46" fmla="*/ 1 w 717"/>
                <a:gd name="T47" fmla="*/ 1 h 286"/>
                <a:gd name="T48" fmla="*/ 1 w 717"/>
                <a:gd name="T49" fmla="*/ 1 h 286"/>
                <a:gd name="T50" fmla="*/ 1 w 717"/>
                <a:gd name="T51" fmla="*/ 1 h 286"/>
                <a:gd name="T52" fmla="*/ 1 w 717"/>
                <a:gd name="T53" fmla="*/ 1 h 286"/>
                <a:gd name="T54" fmla="*/ 1 w 717"/>
                <a:gd name="T55" fmla="*/ 1 h 286"/>
                <a:gd name="T56" fmla="*/ 1 w 717"/>
                <a:gd name="T57" fmla="*/ 1 h 286"/>
                <a:gd name="T58" fmla="*/ 1 w 717"/>
                <a:gd name="T59" fmla="*/ 1 h 286"/>
                <a:gd name="T60" fmla="*/ 1 w 717"/>
                <a:gd name="T61" fmla="*/ 1 h 286"/>
                <a:gd name="T62" fmla="*/ 1 w 717"/>
                <a:gd name="T63" fmla="*/ 1 h 286"/>
                <a:gd name="T64" fmla="*/ 1 w 717"/>
                <a:gd name="T65" fmla="*/ 1 h 286"/>
                <a:gd name="T66" fmla="*/ 1 w 717"/>
                <a:gd name="T67" fmla="*/ 1 h 286"/>
                <a:gd name="T68" fmla="*/ 1 w 717"/>
                <a:gd name="T69" fmla="*/ 1 h 286"/>
                <a:gd name="T70" fmla="*/ 1 w 717"/>
                <a:gd name="T71" fmla="*/ 1 h 286"/>
                <a:gd name="T72" fmla="*/ 1 w 717"/>
                <a:gd name="T73" fmla="*/ 1 h 286"/>
                <a:gd name="T74" fmla="*/ 1 w 717"/>
                <a:gd name="T75" fmla="*/ 1 h 286"/>
                <a:gd name="T76" fmla="*/ 1 w 717"/>
                <a:gd name="T77" fmla="*/ 1 h 286"/>
                <a:gd name="T78" fmla="*/ 1 w 717"/>
                <a:gd name="T79" fmla="*/ 1 h 286"/>
                <a:gd name="T80" fmla="*/ 1 w 717"/>
                <a:gd name="T81" fmla="*/ 1 h 286"/>
                <a:gd name="T82" fmla="*/ 1 w 717"/>
                <a:gd name="T83" fmla="*/ 1 h 286"/>
                <a:gd name="T84" fmla="*/ 1 w 717"/>
                <a:gd name="T85" fmla="*/ 1 h 286"/>
                <a:gd name="T86" fmla="*/ 1 w 717"/>
                <a:gd name="T87" fmla="*/ 1 h 286"/>
                <a:gd name="T88" fmla="*/ 1 w 717"/>
                <a:gd name="T89" fmla="*/ 1 h 286"/>
                <a:gd name="T90" fmla="*/ 1 w 717"/>
                <a:gd name="T91" fmla="*/ 1 h 286"/>
                <a:gd name="T92" fmla="*/ 1 w 717"/>
                <a:gd name="T93" fmla="*/ 1 h 286"/>
                <a:gd name="T94" fmla="*/ 1 w 717"/>
                <a:gd name="T95" fmla="*/ 1 h 286"/>
                <a:gd name="T96" fmla="*/ 1 w 717"/>
                <a:gd name="T97" fmla="*/ 1 h 286"/>
                <a:gd name="T98" fmla="*/ 1 w 717"/>
                <a:gd name="T99" fmla="*/ 1 h 286"/>
                <a:gd name="T100" fmla="*/ 1 w 717"/>
                <a:gd name="T101" fmla="*/ 1 h 286"/>
                <a:gd name="T102" fmla="*/ 1 w 717"/>
                <a:gd name="T103" fmla="*/ 1 h 286"/>
                <a:gd name="T104" fmla="*/ 1 w 717"/>
                <a:gd name="T105" fmla="*/ 1 h 286"/>
                <a:gd name="T106" fmla="*/ 1 w 717"/>
                <a:gd name="T107" fmla="*/ 1 h 286"/>
                <a:gd name="T108" fmla="*/ 1 w 717"/>
                <a:gd name="T109" fmla="*/ 1 h 286"/>
                <a:gd name="T110" fmla="*/ 1 w 717"/>
                <a:gd name="T111" fmla="*/ 1 h 286"/>
                <a:gd name="T112" fmla="*/ 1 w 717"/>
                <a:gd name="T113" fmla="*/ 1 h 286"/>
                <a:gd name="T114" fmla="*/ 1 w 717"/>
                <a:gd name="T115" fmla="*/ 1 h 286"/>
                <a:gd name="T116" fmla="*/ 1 w 717"/>
                <a:gd name="T117" fmla="*/ 1 h 286"/>
                <a:gd name="T118" fmla="*/ 1 w 717"/>
                <a:gd name="T119" fmla="*/ 1 h 286"/>
                <a:gd name="T120" fmla="*/ 1 w 717"/>
                <a:gd name="T121" fmla="*/ 1 h 2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6">
                  <a:moveTo>
                    <a:pt x="0" y="0"/>
                  </a:moveTo>
                  <a:lnTo>
                    <a:pt x="28" y="0"/>
                  </a:lnTo>
                  <a:lnTo>
                    <a:pt x="53" y="0"/>
                  </a:lnTo>
                  <a:lnTo>
                    <a:pt x="77" y="0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39" y="0"/>
                  </a:lnTo>
                  <a:lnTo>
                    <a:pt x="157" y="0"/>
                  </a:lnTo>
                  <a:lnTo>
                    <a:pt x="174" y="0"/>
                  </a:lnTo>
                  <a:lnTo>
                    <a:pt x="190" y="0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0" y="0"/>
                  </a:lnTo>
                  <a:lnTo>
                    <a:pt x="250" y="0"/>
                  </a:lnTo>
                  <a:lnTo>
                    <a:pt x="258" y="0"/>
                  </a:lnTo>
                  <a:lnTo>
                    <a:pt x="267" y="0"/>
                  </a:lnTo>
                  <a:lnTo>
                    <a:pt x="274" y="0"/>
                  </a:lnTo>
                  <a:lnTo>
                    <a:pt x="280" y="0"/>
                  </a:lnTo>
                  <a:lnTo>
                    <a:pt x="286" y="0"/>
                  </a:lnTo>
                  <a:lnTo>
                    <a:pt x="291" y="0"/>
                  </a:lnTo>
                  <a:lnTo>
                    <a:pt x="296" y="0"/>
                  </a:lnTo>
                  <a:lnTo>
                    <a:pt x="299" y="0"/>
                  </a:lnTo>
                  <a:lnTo>
                    <a:pt x="303" y="1"/>
                  </a:lnTo>
                  <a:lnTo>
                    <a:pt x="306" y="1"/>
                  </a:lnTo>
                  <a:lnTo>
                    <a:pt x="309" y="1"/>
                  </a:lnTo>
                  <a:lnTo>
                    <a:pt x="311" y="1"/>
                  </a:lnTo>
                  <a:lnTo>
                    <a:pt x="314" y="1"/>
                  </a:lnTo>
                  <a:lnTo>
                    <a:pt x="316" y="1"/>
                  </a:lnTo>
                  <a:lnTo>
                    <a:pt x="317" y="1"/>
                  </a:lnTo>
                  <a:lnTo>
                    <a:pt x="320" y="1"/>
                  </a:lnTo>
                  <a:lnTo>
                    <a:pt x="321" y="1"/>
                  </a:lnTo>
                  <a:lnTo>
                    <a:pt x="323" y="1"/>
                  </a:lnTo>
                  <a:lnTo>
                    <a:pt x="326" y="2"/>
                  </a:lnTo>
                  <a:lnTo>
                    <a:pt x="327" y="2"/>
                  </a:lnTo>
                  <a:lnTo>
                    <a:pt x="329" y="2"/>
                  </a:lnTo>
                  <a:lnTo>
                    <a:pt x="330" y="2"/>
                  </a:lnTo>
                  <a:lnTo>
                    <a:pt x="332" y="2"/>
                  </a:lnTo>
                  <a:lnTo>
                    <a:pt x="334" y="2"/>
                  </a:lnTo>
                  <a:lnTo>
                    <a:pt x="335" y="2"/>
                  </a:lnTo>
                  <a:lnTo>
                    <a:pt x="336" y="2"/>
                  </a:lnTo>
                  <a:lnTo>
                    <a:pt x="338" y="2"/>
                  </a:lnTo>
                  <a:lnTo>
                    <a:pt x="339" y="2"/>
                  </a:lnTo>
                  <a:lnTo>
                    <a:pt x="340" y="2"/>
                  </a:lnTo>
                  <a:lnTo>
                    <a:pt x="341" y="2"/>
                  </a:lnTo>
                  <a:lnTo>
                    <a:pt x="342" y="3"/>
                  </a:lnTo>
                  <a:lnTo>
                    <a:pt x="344" y="3"/>
                  </a:lnTo>
                  <a:lnTo>
                    <a:pt x="345" y="3"/>
                  </a:lnTo>
                  <a:lnTo>
                    <a:pt x="346" y="3"/>
                  </a:lnTo>
                  <a:lnTo>
                    <a:pt x="347" y="3"/>
                  </a:lnTo>
                  <a:lnTo>
                    <a:pt x="348" y="3"/>
                  </a:lnTo>
                  <a:lnTo>
                    <a:pt x="350" y="3"/>
                  </a:lnTo>
                  <a:lnTo>
                    <a:pt x="351" y="3"/>
                  </a:lnTo>
                  <a:lnTo>
                    <a:pt x="352" y="3"/>
                  </a:lnTo>
                  <a:lnTo>
                    <a:pt x="353" y="5"/>
                  </a:lnTo>
                  <a:lnTo>
                    <a:pt x="354" y="5"/>
                  </a:lnTo>
                  <a:lnTo>
                    <a:pt x="356" y="5"/>
                  </a:lnTo>
                  <a:lnTo>
                    <a:pt x="358" y="5"/>
                  </a:lnTo>
                  <a:lnTo>
                    <a:pt x="359" y="5"/>
                  </a:lnTo>
                  <a:lnTo>
                    <a:pt x="360" y="5"/>
                  </a:lnTo>
                  <a:lnTo>
                    <a:pt x="363" y="6"/>
                  </a:lnTo>
                  <a:lnTo>
                    <a:pt x="364" y="6"/>
                  </a:lnTo>
                  <a:lnTo>
                    <a:pt x="366" y="6"/>
                  </a:lnTo>
                  <a:lnTo>
                    <a:pt x="368" y="6"/>
                  </a:lnTo>
                  <a:lnTo>
                    <a:pt x="370" y="6"/>
                  </a:lnTo>
                  <a:lnTo>
                    <a:pt x="371" y="7"/>
                  </a:lnTo>
                  <a:lnTo>
                    <a:pt x="374" y="7"/>
                  </a:lnTo>
                  <a:lnTo>
                    <a:pt x="375" y="7"/>
                  </a:lnTo>
                  <a:lnTo>
                    <a:pt x="376" y="7"/>
                  </a:lnTo>
                  <a:lnTo>
                    <a:pt x="377" y="7"/>
                  </a:lnTo>
                  <a:lnTo>
                    <a:pt x="379" y="8"/>
                  </a:lnTo>
                  <a:lnTo>
                    <a:pt x="380" y="8"/>
                  </a:lnTo>
                  <a:lnTo>
                    <a:pt x="381" y="8"/>
                  </a:lnTo>
                  <a:lnTo>
                    <a:pt x="382" y="8"/>
                  </a:lnTo>
                  <a:lnTo>
                    <a:pt x="383" y="8"/>
                  </a:lnTo>
                  <a:lnTo>
                    <a:pt x="385" y="9"/>
                  </a:lnTo>
                  <a:lnTo>
                    <a:pt x="386" y="9"/>
                  </a:lnTo>
                  <a:lnTo>
                    <a:pt x="387" y="9"/>
                  </a:lnTo>
                  <a:lnTo>
                    <a:pt x="388" y="9"/>
                  </a:lnTo>
                  <a:lnTo>
                    <a:pt x="389" y="11"/>
                  </a:lnTo>
                  <a:lnTo>
                    <a:pt x="391" y="11"/>
                  </a:lnTo>
                  <a:lnTo>
                    <a:pt x="392" y="11"/>
                  </a:lnTo>
                  <a:lnTo>
                    <a:pt x="393" y="11"/>
                  </a:lnTo>
                  <a:lnTo>
                    <a:pt x="394" y="12"/>
                  </a:lnTo>
                  <a:lnTo>
                    <a:pt x="395" y="12"/>
                  </a:lnTo>
                  <a:lnTo>
                    <a:pt x="397" y="12"/>
                  </a:lnTo>
                  <a:lnTo>
                    <a:pt x="399" y="13"/>
                  </a:lnTo>
                  <a:lnTo>
                    <a:pt x="400" y="13"/>
                  </a:lnTo>
                  <a:lnTo>
                    <a:pt x="401" y="13"/>
                  </a:lnTo>
                  <a:lnTo>
                    <a:pt x="404" y="14"/>
                  </a:lnTo>
                  <a:lnTo>
                    <a:pt x="405" y="14"/>
                  </a:lnTo>
                  <a:lnTo>
                    <a:pt x="407" y="15"/>
                  </a:lnTo>
                  <a:lnTo>
                    <a:pt x="409" y="15"/>
                  </a:lnTo>
                  <a:lnTo>
                    <a:pt x="411" y="17"/>
                  </a:lnTo>
                  <a:lnTo>
                    <a:pt x="413" y="17"/>
                  </a:lnTo>
                  <a:lnTo>
                    <a:pt x="416" y="18"/>
                  </a:lnTo>
                  <a:lnTo>
                    <a:pt x="417" y="18"/>
                  </a:lnTo>
                  <a:lnTo>
                    <a:pt x="419" y="19"/>
                  </a:lnTo>
                  <a:lnTo>
                    <a:pt x="421" y="19"/>
                  </a:lnTo>
                  <a:lnTo>
                    <a:pt x="423" y="20"/>
                  </a:lnTo>
                  <a:lnTo>
                    <a:pt x="424" y="20"/>
                  </a:lnTo>
                  <a:lnTo>
                    <a:pt x="425" y="21"/>
                  </a:lnTo>
                  <a:lnTo>
                    <a:pt x="427" y="21"/>
                  </a:lnTo>
                  <a:lnTo>
                    <a:pt x="428" y="21"/>
                  </a:lnTo>
                  <a:lnTo>
                    <a:pt x="429" y="23"/>
                  </a:lnTo>
                  <a:lnTo>
                    <a:pt x="430" y="23"/>
                  </a:lnTo>
                  <a:lnTo>
                    <a:pt x="431" y="23"/>
                  </a:lnTo>
                  <a:lnTo>
                    <a:pt x="433" y="24"/>
                  </a:lnTo>
                  <a:lnTo>
                    <a:pt x="434" y="24"/>
                  </a:lnTo>
                  <a:lnTo>
                    <a:pt x="435" y="24"/>
                  </a:lnTo>
                  <a:lnTo>
                    <a:pt x="436" y="25"/>
                  </a:lnTo>
                  <a:lnTo>
                    <a:pt x="437" y="25"/>
                  </a:lnTo>
                  <a:lnTo>
                    <a:pt x="439" y="25"/>
                  </a:lnTo>
                  <a:lnTo>
                    <a:pt x="439" y="26"/>
                  </a:lnTo>
                  <a:lnTo>
                    <a:pt x="440" y="26"/>
                  </a:lnTo>
                  <a:lnTo>
                    <a:pt x="441" y="28"/>
                  </a:lnTo>
                  <a:lnTo>
                    <a:pt x="442" y="28"/>
                  </a:lnTo>
                  <a:lnTo>
                    <a:pt x="443" y="29"/>
                  </a:lnTo>
                  <a:lnTo>
                    <a:pt x="445" y="29"/>
                  </a:lnTo>
                  <a:lnTo>
                    <a:pt x="446" y="30"/>
                  </a:lnTo>
                  <a:lnTo>
                    <a:pt x="448" y="30"/>
                  </a:lnTo>
                  <a:lnTo>
                    <a:pt x="449" y="31"/>
                  </a:lnTo>
                  <a:lnTo>
                    <a:pt x="451" y="32"/>
                  </a:lnTo>
                  <a:lnTo>
                    <a:pt x="453" y="32"/>
                  </a:lnTo>
                  <a:lnTo>
                    <a:pt x="454" y="34"/>
                  </a:lnTo>
                  <a:lnTo>
                    <a:pt x="457" y="35"/>
                  </a:lnTo>
                  <a:lnTo>
                    <a:pt x="458" y="36"/>
                  </a:lnTo>
                  <a:lnTo>
                    <a:pt x="460" y="36"/>
                  </a:lnTo>
                  <a:lnTo>
                    <a:pt x="461" y="37"/>
                  </a:lnTo>
                  <a:lnTo>
                    <a:pt x="464" y="38"/>
                  </a:lnTo>
                  <a:lnTo>
                    <a:pt x="465" y="38"/>
                  </a:lnTo>
                  <a:lnTo>
                    <a:pt x="466" y="40"/>
                  </a:lnTo>
                  <a:lnTo>
                    <a:pt x="467" y="41"/>
                  </a:lnTo>
                  <a:lnTo>
                    <a:pt x="469" y="41"/>
                  </a:lnTo>
                  <a:lnTo>
                    <a:pt x="470" y="42"/>
                  </a:lnTo>
                  <a:lnTo>
                    <a:pt x="471" y="42"/>
                  </a:lnTo>
                  <a:lnTo>
                    <a:pt x="472" y="43"/>
                  </a:lnTo>
                  <a:lnTo>
                    <a:pt x="473" y="43"/>
                  </a:lnTo>
                  <a:lnTo>
                    <a:pt x="475" y="43"/>
                  </a:lnTo>
                  <a:lnTo>
                    <a:pt x="475" y="44"/>
                  </a:lnTo>
                  <a:lnTo>
                    <a:pt x="476" y="44"/>
                  </a:lnTo>
                  <a:lnTo>
                    <a:pt x="477" y="46"/>
                  </a:lnTo>
                  <a:lnTo>
                    <a:pt x="478" y="46"/>
                  </a:lnTo>
                  <a:lnTo>
                    <a:pt x="479" y="46"/>
                  </a:lnTo>
                  <a:lnTo>
                    <a:pt x="479" y="47"/>
                  </a:lnTo>
                  <a:lnTo>
                    <a:pt x="481" y="47"/>
                  </a:lnTo>
                  <a:lnTo>
                    <a:pt x="482" y="48"/>
                  </a:lnTo>
                  <a:lnTo>
                    <a:pt x="483" y="48"/>
                  </a:lnTo>
                  <a:lnTo>
                    <a:pt x="484" y="49"/>
                  </a:lnTo>
                  <a:lnTo>
                    <a:pt x="485" y="49"/>
                  </a:lnTo>
                  <a:lnTo>
                    <a:pt x="487" y="50"/>
                  </a:lnTo>
                  <a:lnTo>
                    <a:pt x="488" y="50"/>
                  </a:lnTo>
                  <a:lnTo>
                    <a:pt x="489" y="52"/>
                  </a:lnTo>
                  <a:lnTo>
                    <a:pt x="490" y="53"/>
                  </a:lnTo>
                  <a:lnTo>
                    <a:pt x="492" y="53"/>
                  </a:lnTo>
                  <a:lnTo>
                    <a:pt x="493" y="54"/>
                  </a:lnTo>
                  <a:lnTo>
                    <a:pt x="494" y="55"/>
                  </a:lnTo>
                  <a:lnTo>
                    <a:pt x="496" y="55"/>
                  </a:lnTo>
                  <a:lnTo>
                    <a:pt x="498" y="56"/>
                  </a:lnTo>
                  <a:lnTo>
                    <a:pt x="500" y="58"/>
                  </a:lnTo>
                  <a:lnTo>
                    <a:pt x="501" y="59"/>
                  </a:lnTo>
                  <a:lnTo>
                    <a:pt x="502" y="59"/>
                  </a:lnTo>
                  <a:lnTo>
                    <a:pt x="504" y="60"/>
                  </a:lnTo>
                  <a:lnTo>
                    <a:pt x="505" y="60"/>
                  </a:lnTo>
                  <a:lnTo>
                    <a:pt x="506" y="61"/>
                  </a:lnTo>
                  <a:lnTo>
                    <a:pt x="507" y="62"/>
                  </a:lnTo>
                  <a:lnTo>
                    <a:pt x="508" y="62"/>
                  </a:lnTo>
                  <a:lnTo>
                    <a:pt x="510" y="62"/>
                  </a:lnTo>
                  <a:lnTo>
                    <a:pt x="511" y="64"/>
                  </a:lnTo>
                  <a:lnTo>
                    <a:pt x="512" y="65"/>
                  </a:lnTo>
                  <a:lnTo>
                    <a:pt x="513" y="65"/>
                  </a:lnTo>
                  <a:lnTo>
                    <a:pt x="513" y="66"/>
                  </a:lnTo>
                  <a:lnTo>
                    <a:pt x="514" y="66"/>
                  </a:lnTo>
                  <a:lnTo>
                    <a:pt x="516" y="66"/>
                  </a:lnTo>
                  <a:lnTo>
                    <a:pt x="516" y="67"/>
                  </a:lnTo>
                  <a:lnTo>
                    <a:pt x="517" y="67"/>
                  </a:lnTo>
                  <a:lnTo>
                    <a:pt x="518" y="68"/>
                  </a:lnTo>
                  <a:lnTo>
                    <a:pt x="519" y="68"/>
                  </a:lnTo>
                  <a:lnTo>
                    <a:pt x="520" y="70"/>
                  </a:lnTo>
                  <a:lnTo>
                    <a:pt x="522" y="71"/>
                  </a:lnTo>
                  <a:lnTo>
                    <a:pt x="523" y="71"/>
                  </a:lnTo>
                  <a:lnTo>
                    <a:pt x="524" y="72"/>
                  </a:lnTo>
                  <a:lnTo>
                    <a:pt x="525" y="73"/>
                  </a:lnTo>
                  <a:lnTo>
                    <a:pt x="526" y="73"/>
                  </a:lnTo>
                  <a:lnTo>
                    <a:pt x="528" y="74"/>
                  </a:lnTo>
                  <a:lnTo>
                    <a:pt x="529" y="74"/>
                  </a:lnTo>
                  <a:lnTo>
                    <a:pt x="530" y="76"/>
                  </a:lnTo>
                  <a:lnTo>
                    <a:pt x="531" y="77"/>
                  </a:lnTo>
                  <a:lnTo>
                    <a:pt x="532" y="78"/>
                  </a:lnTo>
                  <a:lnTo>
                    <a:pt x="534" y="78"/>
                  </a:lnTo>
                  <a:lnTo>
                    <a:pt x="535" y="79"/>
                  </a:lnTo>
                  <a:lnTo>
                    <a:pt x="536" y="80"/>
                  </a:lnTo>
                  <a:lnTo>
                    <a:pt x="537" y="80"/>
                  </a:lnTo>
                  <a:lnTo>
                    <a:pt x="538" y="82"/>
                  </a:lnTo>
                  <a:lnTo>
                    <a:pt x="540" y="83"/>
                  </a:lnTo>
                  <a:lnTo>
                    <a:pt x="541" y="83"/>
                  </a:lnTo>
                  <a:lnTo>
                    <a:pt x="542" y="84"/>
                  </a:lnTo>
                  <a:lnTo>
                    <a:pt x="543" y="85"/>
                  </a:lnTo>
                  <a:lnTo>
                    <a:pt x="544" y="85"/>
                  </a:lnTo>
                  <a:lnTo>
                    <a:pt x="546" y="86"/>
                  </a:lnTo>
                  <a:lnTo>
                    <a:pt x="547" y="88"/>
                  </a:lnTo>
                  <a:lnTo>
                    <a:pt x="548" y="88"/>
                  </a:lnTo>
                  <a:lnTo>
                    <a:pt x="548" y="89"/>
                  </a:lnTo>
                  <a:lnTo>
                    <a:pt x="549" y="89"/>
                  </a:lnTo>
                  <a:lnTo>
                    <a:pt x="550" y="90"/>
                  </a:lnTo>
                  <a:lnTo>
                    <a:pt x="552" y="90"/>
                  </a:lnTo>
                  <a:lnTo>
                    <a:pt x="552" y="91"/>
                  </a:lnTo>
                  <a:lnTo>
                    <a:pt x="553" y="91"/>
                  </a:lnTo>
                  <a:lnTo>
                    <a:pt x="554" y="92"/>
                  </a:lnTo>
                  <a:lnTo>
                    <a:pt x="554" y="94"/>
                  </a:lnTo>
                  <a:lnTo>
                    <a:pt x="555" y="94"/>
                  </a:lnTo>
                  <a:lnTo>
                    <a:pt x="556" y="95"/>
                  </a:lnTo>
                  <a:lnTo>
                    <a:pt x="558" y="95"/>
                  </a:lnTo>
                  <a:lnTo>
                    <a:pt x="558" y="96"/>
                  </a:lnTo>
                  <a:lnTo>
                    <a:pt x="559" y="96"/>
                  </a:lnTo>
                  <a:lnTo>
                    <a:pt x="560" y="97"/>
                  </a:lnTo>
                  <a:lnTo>
                    <a:pt x="561" y="98"/>
                  </a:lnTo>
                  <a:lnTo>
                    <a:pt x="562" y="100"/>
                  </a:lnTo>
                  <a:lnTo>
                    <a:pt x="564" y="100"/>
                  </a:lnTo>
                  <a:lnTo>
                    <a:pt x="564" y="101"/>
                  </a:lnTo>
                  <a:lnTo>
                    <a:pt x="565" y="101"/>
                  </a:lnTo>
                  <a:lnTo>
                    <a:pt x="566" y="102"/>
                  </a:lnTo>
                  <a:lnTo>
                    <a:pt x="567" y="103"/>
                  </a:lnTo>
                  <a:lnTo>
                    <a:pt x="568" y="103"/>
                  </a:lnTo>
                  <a:lnTo>
                    <a:pt x="568" y="104"/>
                  </a:lnTo>
                  <a:lnTo>
                    <a:pt x="570" y="104"/>
                  </a:lnTo>
                  <a:lnTo>
                    <a:pt x="571" y="106"/>
                  </a:lnTo>
                  <a:lnTo>
                    <a:pt x="572" y="106"/>
                  </a:lnTo>
                  <a:lnTo>
                    <a:pt x="572" y="107"/>
                  </a:lnTo>
                  <a:lnTo>
                    <a:pt x="573" y="107"/>
                  </a:lnTo>
                  <a:lnTo>
                    <a:pt x="574" y="108"/>
                  </a:lnTo>
                  <a:lnTo>
                    <a:pt x="576" y="109"/>
                  </a:lnTo>
                  <a:lnTo>
                    <a:pt x="577" y="109"/>
                  </a:lnTo>
                  <a:lnTo>
                    <a:pt x="578" y="110"/>
                  </a:lnTo>
                  <a:lnTo>
                    <a:pt x="579" y="112"/>
                  </a:lnTo>
                  <a:lnTo>
                    <a:pt x="580" y="112"/>
                  </a:lnTo>
                  <a:lnTo>
                    <a:pt x="580" y="113"/>
                  </a:lnTo>
                  <a:lnTo>
                    <a:pt x="582" y="113"/>
                  </a:lnTo>
                  <a:lnTo>
                    <a:pt x="583" y="114"/>
                  </a:lnTo>
                  <a:lnTo>
                    <a:pt x="584" y="114"/>
                  </a:lnTo>
                  <a:lnTo>
                    <a:pt x="584" y="115"/>
                  </a:lnTo>
                  <a:lnTo>
                    <a:pt x="585" y="115"/>
                  </a:lnTo>
                  <a:lnTo>
                    <a:pt x="585" y="116"/>
                  </a:lnTo>
                  <a:lnTo>
                    <a:pt x="586" y="116"/>
                  </a:lnTo>
                  <a:lnTo>
                    <a:pt x="588" y="118"/>
                  </a:lnTo>
                  <a:lnTo>
                    <a:pt x="589" y="118"/>
                  </a:lnTo>
                  <a:lnTo>
                    <a:pt x="589" y="119"/>
                  </a:lnTo>
                  <a:lnTo>
                    <a:pt x="590" y="119"/>
                  </a:lnTo>
                  <a:lnTo>
                    <a:pt x="590" y="120"/>
                  </a:lnTo>
                  <a:lnTo>
                    <a:pt x="591" y="120"/>
                  </a:lnTo>
                  <a:lnTo>
                    <a:pt x="591" y="121"/>
                  </a:lnTo>
                  <a:lnTo>
                    <a:pt x="592" y="121"/>
                  </a:lnTo>
                  <a:lnTo>
                    <a:pt x="592" y="122"/>
                  </a:lnTo>
                  <a:lnTo>
                    <a:pt x="594" y="122"/>
                  </a:lnTo>
                  <a:lnTo>
                    <a:pt x="595" y="124"/>
                  </a:lnTo>
                  <a:lnTo>
                    <a:pt x="596" y="125"/>
                  </a:lnTo>
                  <a:lnTo>
                    <a:pt x="597" y="126"/>
                  </a:lnTo>
                  <a:lnTo>
                    <a:pt x="597" y="127"/>
                  </a:lnTo>
                  <a:lnTo>
                    <a:pt x="598" y="127"/>
                  </a:lnTo>
                  <a:lnTo>
                    <a:pt x="600" y="128"/>
                  </a:lnTo>
                  <a:lnTo>
                    <a:pt x="601" y="130"/>
                  </a:lnTo>
                  <a:lnTo>
                    <a:pt x="602" y="131"/>
                  </a:lnTo>
                  <a:lnTo>
                    <a:pt x="602" y="132"/>
                  </a:lnTo>
                  <a:lnTo>
                    <a:pt x="603" y="133"/>
                  </a:lnTo>
                  <a:lnTo>
                    <a:pt x="604" y="134"/>
                  </a:lnTo>
                  <a:lnTo>
                    <a:pt x="606" y="136"/>
                  </a:lnTo>
                  <a:lnTo>
                    <a:pt x="607" y="137"/>
                  </a:lnTo>
                  <a:lnTo>
                    <a:pt x="608" y="138"/>
                  </a:lnTo>
                  <a:lnTo>
                    <a:pt x="609" y="138"/>
                  </a:lnTo>
                  <a:lnTo>
                    <a:pt x="609" y="139"/>
                  </a:lnTo>
                  <a:lnTo>
                    <a:pt x="611" y="141"/>
                  </a:lnTo>
                  <a:lnTo>
                    <a:pt x="612" y="142"/>
                  </a:lnTo>
                  <a:lnTo>
                    <a:pt x="613" y="143"/>
                  </a:lnTo>
                  <a:lnTo>
                    <a:pt x="614" y="144"/>
                  </a:lnTo>
                  <a:lnTo>
                    <a:pt x="614" y="145"/>
                  </a:lnTo>
                  <a:lnTo>
                    <a:pt x="615" y="145"/>
                  </a:lnTo>
                  <a:lnTo>
                    <a:pt x="615" y="147"/>
                  </a:lnTo>
                  <a:lnTo>
                    <a:pt x="617" y="148"/>
                  </a:lnTo>
                  <a:lnTo>
                    <a:pt x="618" y="148"/>
                  </a:lnTo>
                  <a:lnTo>
                    <a:pt x="618" y="149"/>
                  </a:lnTo>
                  <a:lnTo>
                    <a:pt x="619" y="149"/>
                  </a:lnTo>
                  <a:lnTo>
                    <a:pt x="619" y="150"/>
                  </a:lnTo>
                  <a:lnTo>
                    <a:pt x="620" y="151"/>
                  </a:lnTo>
                  <a:lnTo>
                    <a:pt x="621" y="153"/>
                  </a:lnTo>
                  <a:lnTo>
                    <a:pt x="621" y="154"/>
                  </a:lnTo>
                  <a:lnTo>
                    <a:pt x="623" y="154"/>
                  </a:lnTo>
                  <a:lnTo>
                    <a:pt x="624" y="155"/>
                  </a:lnTo>
                  <a:lnTo>
                    <a:pt x="625" y="156"/>
                  </a:lnTo>
                  <a:lnTo>
                    <a:pt x="626" y="157"/>
                  </a:lnTo>
                  <a:lnTo>
                    <a:pt x="627" y="160"/>
                  </a:lnTo>
                  <a:lnTo>
                    <a:pt x="629" y="161"/>
                  </a:lnTo>
                  <a:lnTo>
                    <a:pt x="630" y="162"/>
                  </a:lnTo>
                  <a:lnTo>
                    <a:pt x="631" y="163"/>
                  </a:lnTo>
                  <a:lnTo>
                    <a:pt x="632" y="166"/>
                  </a:lnTo>
                  <a:lnTo>
                    <a:pt x="633" y="167"/>
                  </a:lnTo>
                  <a:lnTo>
                    <a:pt x="635" y="168"/>
                  </a:lnTo>
                  <a:lnTo>
                    <a:pt x="636" y="169"/>
                  </a:lnTo>
                  <a:lnTo>
                    <a:pt x="637" y="171"/>
                  </a:lnTo>
                  <a:lnTo>
                    <a:pt x="638" y="173"/>
                  </a:lnTo>
                  <a:lnTo>
                    <a:pt x="639" y="174"/>
                  </a:lnTo>
                  <a:lnTo>
                    <a:pt x="641" y="175"/>
                  </a:lnTo>
                  <a:lnTo>
                    <a:pt x="642" y="177"/>
                  </a:lnTo>
                  <a:lnTo>
                    <a:pt x="642" y="178"/>
                  </a:lnTo>
                  <a:lnTo>
                    <a:pt x="643" y="179"/>
                  </a:lnTo>
                  <a:lnTo>
                    <a:pt x="644" y="180"/>
                  </a:lnTo>
                  <a:lnTo>
                    <a:pt x="645" y="181"/>
                  </a:lnTo>
                  <a:lnTo>
                    <a:pt x="645" y="183"/>
                  </a:lnTo>
                  <a:lnTo>
                    <a:pt x="647" y="183"/>
                  </a:lnTo>
                  <a:lnTo>
                    <a:pt x="647" y="184"/>
                  </a:lnTo>
                  <a:lnTo>
                    <a:pt x="648" y="185"/>
                  </a:lnTo>
                  <a:lnTo>
                    <a:pt x="649" y="186"/>
                  </a:lnTo>
                  <a:lnTo>
                    <a:pt x="649" y="187"/>
                  </a:lnTo>
                  <a:lnTo>
                    <a:pt x="650" y="189"/>
                  </a:lnTo>
                  <a:lnTo>
                    <a:pt x="651" y="190"/>
                  </a:lnTo>
                  <a:lnTo>
                    <a:pt x="651" y="191"/>
                  </a:lnTo>
                  <a:lnTo>
                    <a:pt x="653" y="192"/>
                  </a:lnTo>
                  <a:lnTo>
                    <a:pt x="654" y="193"/>
                  </a:lnTo>
                  <a:lnTo>
                    <a:pt x="655" y="195"/>
                  </a:lnTo>
                  <a:lnTo>
                    <a:pt x="656" y="196"/>
                  </a:lnTo>
                  <a:lnTo>
                    <a:pt x="657" y="197"/>
                  </a:lnTo>
                  <a:lnTo>
                    <a:pt x="657" y="199"/>
                  </a:lnTo>
                  <a:lnTo>
                    <a:pt x="660" y="201"/>
                  </a:lnTo>
                  <a:lnTo>
                    <a:pt x="661" y="203"/>
                  </a:lnTo>
                  <a:lnTo>
                    <a:pt x="662" y="204"/>
                  </a:lnTo>
                  <a:lnTo>
                    <a:pt x="663" y="207"/>
                  </a:lnTo>
                  <a:lnTo>
                    <a:pt x="665" y="208"/>
                  </a:lnTo>
                  <a:lnTo>
                    <a:pt x="666" y="210"/>
                  </a:lnTo>
                  <a:lnTo>
                    <a:pt x="667" y="211"/>
                  </a:lnTo>
                  <a:lnTo>
                    <a:pt x="668" y="213"/>
                  </a:lnTo>
                  <a:lnTo>
                    <a:pt x="668" y="214"/>
                  </a:lnTo>
                  <a:lnTo>
                    <a:pt x="669" y="215"/>
                  </a:lnTo>
                  <a:lnTo>
                    <a:pt x="671" y="216"/>
                  </a:lnTo>
                  <a:lnTo>
                    <a:pt x="672" y="217"/>
                  </a:lnTo>
                  <a:lnTo>
                    <a:pt x="672" y="219"/>
                  </a:lnTo>
                  <a:lnTo>
                    <a:pt x="673" y="220"/>
                  </a:lnTo>
                  <a:lnTo>
                    <a:pt x="674" y="221"/>
                  </a:lnTo>
                  <a:lnTo>
                    <a:pt x="674" y="222"/>
                  </a:lnTo>
                  <a:lnTo>
                    <a:pt x="675" y="223"/>
                  </a:lnTo>
                  <a:lnTo>
                    <a:pt x="677" y="225"/>
                  </a:lnTo>
                  <a:lnTo>
                    <a:pt x="678" y="226"/>
                  </a:lnTo>
                  <a:lnTo>
                    <a:pt x="678" y="227"/>
                  </a:lnTo>
                  <a:lnTo>
                    <a:pt x="679" y="228"/>
                  </a:lnTo>
                  <a:lnTo>
                    <a:pt x="679" y="229"/>
                  </a:lnTo>
                  <a:lnTo>
                    <a:pt x="680" y="231"/>
                  </a:lnTo>
                  <a:lnTo>
                    <a:pt x="681" y="232"/>
                  </a:lnTo>
                  <a:lnTo>
                    <a:pt x="683" y="233"/>
                  </a:lnTo>
                  <a:lnTo>
                    <a:pt x="683" y="234"/>
                  </a:lnTo>
                  <a:lnTo>
                    <a:pt x="684" y="235"/>
                  </a:lnTo>
                  <a:lnTo>
                    <a:pt x="685" y="237"/>
                  </a:lnTo>
                  <a:lnTo>
                    <a:pt x="686" y="238"/>
                  </a:lnTo>
                  <a:lnTo>
                    <a:pt x="687" y="240"/>
                  </a:lnTo>
                  <a:lnTo>
                    <a:pt x="689" y="241"/>
                  </a:lnTo>
                  <a:lnTo>
                    <a:pt x="690" y="244"/>
                  </a:lnTo>
                  <a:lnTo>
                    <a:pt x="691" y="245"/>
                  </a:lnTo>
                  <a:lnTo>
                    <a:pt x="692" y="247"/>
                  </a:lnTo>
                  <a:lnTo>
                    <a:pt x="695" y="250"/>
                  </a:lnTo>
                  <a:lnTo>
                    <a:pt x="696" y="251"/>
                  </a:lnTo>
                  <a:lnTo>
                    <a:pt x="697" y="252"/>
                  </a:lnTo>
                  <a:lnTo>
                    <a:pt x="698" y="255"/>
                  </a:lnTo>
                  <a:lnTo>
                    <a:pt x="698" y="256"/>
                  </a:lnTo>
                  <a:lnTo>
                    <a:pt x="699" y="257"/>
                  </a:lnTo>
                  <a:lnTo>
                    <a:pt x="701" y="258"/>
                  </a:lnTo>
                  <a:lnTo>
                    <a:pt x="702" y="260"/>
                  </a:lnTo>
                  <a:lnTo>
                    <a:pt x="702" y="261"/>
                  </a:lnTo>
                  <a:lnTo>
                    <a:pt x="703" y="262"/>
                  </a:lnTo>
                  <a:lnTo>
                    <a:pt x="704" y="263"/>
                  </a:lnTo>
                  <a:lnTo>
                    <a:pt x="704" y="264"/>
                  </a:lnTo>
                  <a:lnTo>
                    <a:pt x="705" y="266"/>
                  </a:lnTo>
                  <a:lnTo>
                    <a:pt x="707" y="267"/>
                  </a:lnTo>
                  <a:lnTo>
                    <a:pt x="707" y="268"/>
                  </a:lnTo>
                  <a:lnTo>
                    <a:pt x="708" y="269"/>
                  </a:lnTo>
                  <a:lnTo>
                    <a:pt x="708" y="270"/>
                  </a:lnTo>
                  <a:lnTo>
                    <a:pt x="709" y="270"/>
                  </a:lnTo>
                  <a:lnTo>
                    <a:pt x="709" y="272"/>
                  </a:lnTo>
                  <a:lnTo>
                    <a:pt x="710" y="273"/>
                  </a:lnTo>
                  <a:lnTo>
                    <a:pt x="710" y="274"/>
                  </a:lnTo>
                  <a:lnTo>
                    <a:pt x="711" y="275"/>
                  </a:lnTo>
                  <a:lnTo>
                    <a:pt x="713" y="276"/>
                  </a:lnTo>
                  <a:lnTo>
                    <a:pt x="713" y="278"/>
                  </a:lnTo>
                  <a:lnTo>
                    <a:pt x="714" y="279"/>
                  </a:lnTo>
                  <a:lnTo>
                    <a:pt x="714" y="280"/>
                  </a:lnTo>
                  <a:lnTo>
                    <a:pt x="715" y="281"/>
                  </a:lnTo>
                  <a:lnTo>
                    <a:pt x="716" y="282"/>
                  </a:lnTo>
                  <a:lnTo>
                    <a:pt x="716" y="284"/>
                  </a:lnTo>
                  <a:lnTo>
                    <a:pt x="717" y="28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3" name="Freeform 252">
              <a:extLst>
                <a:ext uri="{FF2B5EF4-FFF2-40B4-BE49-F238E27FC236}">
                  <a16:creationId xmlns:a16="http://schemas.microsoft.com/office/drawing/2014/main" id="{36F3C84A-775E-43B3-B243-0FCD229AB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372"/>
              <a:ext cx="359" cy="143"/>
            </a:xfrm>
            <a:custGeom>
              <a:avLst/>
              <a:gdLst>
                <a:gd name="T0" fmla="*/ 1 w 717"/>
                <a:gd name="T1" fmla="*/ 1 h 285"/>
                <a:gd name="T2" fmla="*/ 1 w 717"/>
                <a:gd name="T3" fmla="*/ 1 h 285"/>
                <a:gd name="T4" fmla="*/ 1 w 717"/>
                <a:gd name="T5" fmla="*/ 1 h 285"/>
                <a:gd name="T6" fmla="*/ 1 w 717"/>
                <a:gd name="T7" fmla="*/ 1 h 285"/>
                <a:gd name="T8" fmla="*/ 1 w 717"/>
                <a:gd name="T9" fmla="*/ 1 h 285"/>
                <a:gd name="T10" fmla="*/ 1 w 717"/>
                <a:gd name="T11" fmla="*/ 1 h 285"/>
                <a:gd name="T12" fmla="*/ 1 w 717"/>
                <a:gd name="T13" fmla="*/ 1 h 285"/>
                <a:gd name="T14" fmla="*/ 1 w 717"/>
                <a:gd name="T15" fmla="*/ 1 h 285"/>
                <a:gd name="T16" fmla="*/ 1 w 717"/>
                <a:gd name="T17" fmla="*/ 1 h 285"/>
                <a:gd name="T18" fmla="*/ 1 w 717"/>
                <a:gd name="T19" fmla="*/ 1 h 285"/>
                <a:gd name="T20" fmla="*/ 1 w 717"/>
                <a:gd name="T21" fmla="*/ 1 h 285"/>
                <a:gd name="T22" fmla="*/ 1 w 717"/>
                <a:gd name="T23" fmla="*/ 1 h 285"/>
                <a:gd name="T24" fmla="*/ 1 w 717"/>
                <a:gd name="T25" fmla="*/ 1 h 285"/>
                <a:gd name="T26" fmla="*/ 1 w 717"/>
                <a:gd name="T27" fmla="*/ 1 h 285"/>
                <a:gd name="T28" fmla="*/ 1 w 717"/>
                <a:gd name="T29" fmla="*/ 1 h 285"/>
                <a:gd name="T30" fmla="*/ 1 w 717"/>
                <a:gd name="T31" fmla="*/ 1 h 285"/>
                <a:gd name="T32" fmla="*/ 1 w 717"/>
                <a:gd name="T33" fmla="*/ 1 h 285"/>
                <a:gd name="T34" fmla="*/ 1 w 717"/>
                <a:gd name="T35" fmla="*/ 1 h 285"/>
                <a:gd name="T36" fmla="*/ 1 w 717"/>
                <a:gd name="T37" fmla="*/ 1 h 285"/>
                <a:gd name="T38" fmla="*/ 1 w 717"/>
                <a:gd name="T39" fmla="*/ 1 h 285"/>
                <a:gd name="T40" fmla="*/ 1 w 717"/>
                <a:gd name="T41" fmla="*/ 1 h 285"/>
                <a:gd name="T42" fmla="*/ 1 w 717"/>
                <a:gd name="T43" fmla="*/ 1 h 285"/>
                <a:gd name="T44" fmla="*/ 1 w 717"/>
                <a:gd name="T45" fmla="*/ 1 h 285"/>
                <a:gd name="T46" fmla="*/ 1 w 717"/>
                <a:gd name="T47" fmla="*/ 1 h 285"/>
                <a:gd name="T48" fmla="*/ 1 w 717"/>
                <a:gd name="T49" fmla="*/ 1 h 285"/>
                <a:gd name="T50" fmla="*/ 1 w 717"/>
                <a:gd name="T51" fmla="*/ 1 h 285"/>
                <a:gd name="T52" fmla="*/ 1 w 717"/>
                <a:gd name="T53" fmla="*/ 1 h 285"/>
                <a:gd name="T54" fmla="*/ 1 w 717"/>
                <a:gd name="T55" fmla="*/ 1 h 285"/>
                <a:gd name="T56" fmla="*/ 1 w 717"/>
                <a:gd name="T57" fmla="*/ 1 h 285"/>
                <a:gd name="T58" fmla="*/ 1 w 717"/>
                <a:gd name="T59" fmla="*/ 1 h 285"/>
                <a:gd name="T60" fmla="*/ 1 w 717"/>
                <a:gd name="T61" fmla="*/ 1 h 285"/>
                <a:gd name="T62" fmla="*/ 1 w 717"/>
                <a:gd name="T63" fmla="*/ 1 h 285"/>
                <a:gd name="T64" fmla="*/ 1 w 717"/>
                <a:gd name="T65" fmla="*/ 1 h 285"/>
                <a:gd name="T66" fmla="*/ 1 w 717"/>
                <a:gd name="T67" fmla="*/ 1 h 285"/>
                <a:gd name="T68" fmla="*/ 1 w 717"/>
                <a:gd name="T69" fmla="*/ 1 h 285"/>
                <a:gd name="T70" fmla="*/ 1 w 717"/>
                <a:gd name="T71" fmla="*/ 1 h 285"/>
                <a:gd name="T72" fmla="*/ 1 w 717"/>
                <a:gd name="T73" fmla="*/ 1 h 285"/>
                <a:gd name="T74" fmla="*/ 1 w 717"/>
                <a:gd name="T75" fmla="*/ 1 h 285"/>
                <a:gd name="T76" fmla="*/ 1 w 717"/>
                <a:gd name="T77" fmla="*/ 1 h 285"/>
                <a:gd name="T78" fmla="*/ 1 w 717"/>
                <a:gd name="T79" fmla="*/ 1 h 285"/>
                <a:gd name="T80" fmla="*/ 1 w 717"/>
                <a:gd name="T81" fmla="*/ 1 h 285"/>
                <a:gd name="T82" fmla="*/ 1 w 717"/>
                <a:gd name="T83" fmla="*/ 1 h 285"/>
                <a:gd name="T84" fmla="*/ 1 w 717"/>
                <a:gd name="T85" fmla="*/ 1 h 285"/>
                <a:gd name="T86" fmla="*/ 1 w 717"/>
                <a:gd name="T87" fmla="*/ 1 h 285"/>
                <a:gd name="T88" fmla="*/ 1 w 717"/>
                <a:gd name="T89" fmla="*/ 1 h 285"/>
                <a:gd name="T90" fmla="*/ 1 w 717"/>
                <a:gd name="T91" fmla="*/ 1 h 285"/>
                <a:gd name="T92" fmla="*/ 1 w 717"/>
                <a:gd name="T93" fmla="*/ 1 h 285"/>
                <a:gd name="T94" fmla="*/ 1 w 717"/>
                <a:gd name="T95" fmla="*/ 1 h 285"/>
                <a:gd name="T96" fmla="*/ 1 w 717"/>
                <a:gd name="T97" fmla="*/ 1 h 285"/>
                <a:gd name="T98" fmla="*/ 1 w 717"/>
                <a:gd name="T99" fmla="*/ 1 h 285"/>
                <a:gd name="T100" fmla="*/ 1 w 717"/>
                <a:gd name="T101" fmla="*/ 1 h 285"/>
                <a:gd name="T102" fmla="*/ 1 w 717"/>
                <a:gd name="T103" fmla="*/ 1 h 285"/>
                <a:gd name="T104" fmla="*/ 1 w 717"/>
                <a:gd name="T105" fmla="*/ 1 h 285"/>
                <a:gd name="T106" fmla="*/ 1 w 717"/>
                <a:gd name="T107" fmla="*/ 1 h 285"/>
                <a:gd name="T108" fmla="*/ 1 w 717"/>
                <a:gd name="T109" fmla="*/ 1 h 285"/>
                <a:gd name="T110" fmla="*/ 1 w 717"/>
                <a:gd name="T111" fmla="*/ 1 h 285"/>
                <a:gd name="T112" fmla="*/ 1 w 717"/>
                <a:gd name="T113" fmla="*/ 1 h 285"/>
                <a:gd name="T114" fmla="*/ 1 w 717"/>
                <a:gd name="T115" fmla="*/ 1 h 285"/>
                <a:gd name="T116" fmla="*/ 1 w 717"/>
                <a:gd name="T117" fmla="*/ 1 h 285"/>
                <a:gd name="T118" fmla="*/ 1 w 717"/>
                <a:gd name="T119" fmla="*/ 1 h 285"/>
                <a:gd name="T120" fmla="*/ 1 w 717"/>
                <a:gd name="T121" fmla="*/ 1 h 28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5">
                  <a:moveTo>
                    <a:pt x="0" y="285"/>
                  </a:moveTo>
                  <a:lnTo>
                    <a:pt x="28" y="285"/>
                  </a:lnTo>
                  <a:lnTo>
                    <a:pt x="53" y="285"/>
                  </a:lnTo>
                  <a:lnTo>
                    <a:pt x="77" y="285"/>
                  </a:lnTo>
                  <a:lnTo>
                    <a:pt x="100" y="285"/>
                  </a:lnTo>
                  <a:lnTo>
                    <a:pt x="120" y="285"/>
                  </a:lnTo>
                  <a:lnTo>
                    <a:pt x="139" y="285"/>
                  </a:lnTo>
                  <a:lnTo>
                    <a:pt x="157" y="285"/>
                  </a:lnTo>
                  <a:lnTo>
                    <a:pt x="174" y="285"/>
                  </a:lnTo>
                  <a:lnTo>
                    <a:pt x="190" y="285"/>
                  </a:lnTo>
                  <a:lnTo>
                    <a:pt x="204" y="285"/>
                  </a:lnTo>
                  <a:lnTo>
                    <a:pt x="217" y="285"/>
                  </a:lnTo>
                  <a:lnTo>
                    <a:pt x="229" y="285"/>
                  </a:lnTo>
                  <a:lnTo>
                    <a:pt x="240" y="285"/>
                  </a:lnTo>
                  <a:lnTo>
                    <a:pt x="250" y="285"/>
                  </a:lnTo>
                  <a:lnTo>
                    <a:pt x="258" y="285"/>
                  </a:lnTo>
                  <a:lnTo>
                    <a:pt x="267" y="285"/>
                  </a:lnTo>
                  <a:lnTo>
                    <a:pt x="274" y="285"/>
                  </a:lnTo>
                  <a:lnTo>
                    <a:pt x="280" y="285"/>
                  </a:lnTo>
                  <a:lnTo>
                    <a:pt x="286" y="285"/>
                  </a:lnTo>
                  <a:lnTo>
                    <a:pt x="291" y="285"/>
                  </a:lnTo>
                  <a:lnTo>
                    <a:pt x="296" y="285"/>
                  </a:lnTo>
                  <a:lnTo>
                    <a:pt x="299" y="285"/>
                  </a:lnTo>
                  <a:lnTo>
                    <a:pt x="303" y="285"/>
                  </a:lnTo>
                  <a:lnTo>
                    <a:pt x="306" y="285"/>
                  </a:lnTo>
                  <a:lnTo>
                    <a:pt x="309" y="285"/>
                  </a:lnTo>
                  <a:lnTo>
                    <a:pt x="311" y="285"/>
                  </a:lnTo>
                  <a:lnTo>
                    <a:pt x="314" y="285"/>
                  </a:lnTo>
                  <a:lnTo>
                    <a:pt x="316" y="284"/>
                  </a:lnTo>
                  <a:lnTo>
                    <a:pt x="317" y="284"/>
                  </a:lnTo>
                  <a:lnTo>
                    <a:pt x="320" y="284"/>
                  </a:lnTo>
                  <a:lnTo>
                    <a:pt x="321" y="284"/>
                  </a:lnTo>
                  <a:lnTo>
                    <a:pt x="323" y="284"/>
                  </a:lnTo>
                  <a:lnTo>
                    <a:pt x="326" y="284"/>
                  </a:lnTo>
                  <a:lnTo>
                    <a:pt x="327" y="284"/>
                  </a:lnTo>
                  <a:lnTo>
                    <a:pt x="329" y="284"/>
                  </a:lnTo>
                  <a:lnTo>
                    <a:pt x="330" y="284"/>
                  </a:lnTo>
                  <a:lnTo>
                    <a:pt x="332" y="284"/>
                  </a:lnTo>
                  <a:lnTo>
                    <a:pt x="334" y="283"/>
                  </a:lnTo>
                  <a:lnTo>
                    <a:pt x="335" y="283"/>
                  </a:lnTo>
                  <a:lnTo>
                    <a:pt x="336" y="283"/>
                  </a:lnTo>
                  <a:lnTo>
                    <a:pt x="338" y="283"/>
                  </a:lnTo>
                  <a:lnTo>
                    <a:pt x="339" y="283"/>
                  </a:lnTo>
                  <a:lnTo>
                    <a:pt x="340" y="283"/>
                  </a:lnTo>
                  <a:lnTo>
                    <a:pt x="341" y="283"/>
                  </a:lnTo>
                  <a:lnTo>
                    <a:pt x="342" y="283"/>
                  </a:lnTo>
                  <a:lnTo>
                    <a:pt x="344" y="283"/>
                  </a:lnTo>
                  <a:lnTo>
                    <a:pt x="345" y="283"/>
                  </a:lnTo>
                  <a:lnTo>
                    <a:pt x="346" y="283"/>
                  </a:lnTo>
                  <a:lnTo>
                    <a:pt x="347" y="283"/>
                  </a:lnTo>
                  <a:lnTo>
                    <a:pt x="348" y="281"/>
                  </a:lnTo>
                  <a:lnTo>
                    <a:pt x="350" y="281"/>
                  </a:lnTo>
                  <a:lnTo>
                    <a:pt x="351" y="281"/>
                  </a:lnTo>
                  <a:lnTo>
                    <a:pt x="352" y="281"/>
                  </a:lnTo>
                  <a:lnTo>
                    <a:pt x="353" y="281"/>
                  </a:lnTo>
                  <a:lnTo>
                    <a:pt x="354" y="281"/>
                  </a:lnTo>
                  <a:lnTo>
                    <a:pt x="356" y="281"/>
                  </a:lnTo>
                  <a:lnTo>
                    <a:pt x="358" y="280"/>
                  </a:lnTo>
                  <a:lnTo>
                    <a:pt x="359" y="280"/>
                  </a:lnTo>
                  <a:lnTo>
                    <a:pt x="360" y="280"/>
                  </a:lnTo>
                  <a:lnTo>
                    <a:pt x="363" y="280"/>
                  </a:lnTo>
                  <a:lnTo>
                    <a:pt x="364" y="280"/>
                  </a:lnTo>
                  <a:lnTo>
                    <a:pt x="366" y="279"/>
                  </a:lnTo>
                  <a:lnTo>
                    <a:pt x="368" y="279"/>
                  </a:lnTo>
                  <a:lnTo>
                    <a:pt x="370" y="279"/>
                  </a:lnTo>
                  <a:lnTo>
                    <a:pt x="371" y="279"/>
                  </a:lnTo>
                  <a:lnTo>
                    <a:pt x="374" y="279"/>
                  </a:lnTo>
                  <a:lnTo>
                    <a:pt x="375" y="278"/>
                  </a:lnTo>
                  <a:lnTo>
                    <a:pt x="376" y="278"/>
                  </a:lnTo>
                  <a:lnTo>
                    <a:pt x="377" y="278"/>
                  </a:lnTo>
                  <a:lnTo>
                    <a:pt x="379" y="278"/>
                  </a:lnTo>
                  <a:lnTo>
                    <a:pt x="380" y="278"/>
                  </a:lnTo>
                  <a:lnTo>
                    <a:pt x="381" y="277"/>
                  </a:lnTo>
                  <a:lnTo>
                    <a:pt x="382" y="277"/>
                  </a:lnTo>
                  <a:lnTo>
                    <a:pt x="383" y="277"/>
                  </a:lnTo>
                  <a:lnTo>
                    <a:pt x="385" y="277"/>
                  </a:lnTo>
                  <a:lnTo>
                    <a:pt x="386" y="277"/>
                  </a:lnTo>
                  <a:lnTo>
                    <a:pt x="387" y="277"/>
                  </a:lnTo>
                  <a:lnTo>
                    <a:pt x="388" y="275"/>
                  </a:lnTo>
                  <a:lnTo>
                    <a:pt x="389" y="275"/>
                  </a:lnTo>
                  <a:lnTo>
                    <a:pt x="391" y="275"/>
                  </a:lnTo>
                  <a:lnTo>
                    <a:pt x="392" y="274"/>
                  </a:lnTo>
                  <a:lnTo>
                    <a:pt x="393" y="274"/>
                  </a:lnTo>
                  <a:lnTo>
                    <a:pt x="394" y="274"/>
                  </a:lnTo>
                  <a:lnTo>
                    <a:pt x="395" y="274"/>
                  </a:lnTo>
                  <a:lnTo>
                    <a:pt x="397" y="273"/>
                  </a:lnTo>
                  <a:lnTo>
                    <a:pt x="399" y="273"/>
                  </a:lnTo>
                  <a:lnTo>
                    <a:pt x="400" y="273"/>
                  </a:lnTo>
                  <a:lnTo>
                    <a:pt x="401" y="272"/>
                  </a:lnTo>
                  <a:lnTo>
                    <a:pt x="404" y="272"/>
                  </a:lnTo>
                  <a:lnTo>
                    <a:pt x="405" y="271"/>
                  </a:lnTo>
                  <a:lnTo>
                    <a:pt x="407" y="271"/>
                  </a:lnTo>
                  <a:lnTo>
                    <a:pt x="409" y="269"/>
                  </a:lnTo>
                  <a:lnTo>
                    <a:pt x="411" y="269"/>
                  </a:lnTo>
                  <a:lnTo>
                    <a:pt x="413" y="268"/>
                  </a:lnTo>
                  <a:lnTo>
                    <a:pt x="416" y="268"/>
                  </a:lnTo>
                  <a:lnTo>
                    <a:pt x="417" y="267"/>
                  </a:lnTo>
                  <a:lnTo>
                    <a:pt x="419" y="267"/>
                  </a:lnTo>
                  <a:lnTo>
                    <a:pt x="421" y="266"/>
                  </a:lnTo>
                  <a:lnTo>
                    <a:pt x="423" y="266"/>
                  </a:lnTo>
                  <a:lnTo>
                    <a:pt x="424" y="265"/>
                  </a:lnTo>
                  <a:lnTo>
                    <a:pt x="425" y="265"/>
                  </a:lnTo>
                  <a:lnTo>
                    <a:pt x="427" y="265"/>
                  </a:lnTo>
                  <a:lnTo>
                    <a:pt x="428" y="263"/>
                  </a:lnTo>
                  <a:lnTo>
                    <a:pt x="429" y="263"/>
                  </a:lnTo>
                  <a:lnTo>
                    <a:pt x="430" y="262"/>
                  </a:lnTo>
                  <a:lnTo>
                    <a:pt x="431" y="262"/>
                  </a:lnTo>
                  <a:lnTo>
                    <a:pt x="433" y="262"/>
                  </a:lnTo>
                  <a:lnTo>
                    <a:pt x="434" y="261"/>
                  </a:lnTo>
                  <a:lnTo>
                    <a:pt x="435" y="261"/>
                  </a:lnTo>
                  <a:lnTo>
                    <a:pt x="436" y="261"/>
                  </a:lnTo>
                  <a:lnTo>
                    <a:pt x="437" y="260"/>
                  </a:lnTo>
                  <a:lnTo>
                    <a:pt x="439" y="260"/>
                  </a:lnTo>
                  <a:lnTo>
                    <a:pt x="440" y="259"/>
                  </a:lnTo>
                  <a:lnTo>
                    <a:pt x="441" y="259"/>
                  </a:lnTo>
                  <a:lnTo>
                    <a:pt x="442" y="257"/>
                  </a:lnTo>
                  <a:lnTo>
                    <a:pt x="443" y="257"/>
                  </a:lnTo>
                  <a:lnTo>
                    <a:pt x="445" y="256"/>
                  </a:lnTo>
                  <a:lnTo>
                    <a:pt x="446" y="256"/>
                  </a:lnTo>
                  <a:lnTo>
                    <a:pt x="448" y="255"/>
                  </a:lnTo>
                  <a:lnTo>
                    <a:pt x="449" y="255"/>
                  </a:lnTo>
                  <a:lnTo>
                    <a:pt x="451" y="254"/>
                  </a:lnTo>
                  <a:lnTo>
                    <a:pt x="453" y="253"/>
                  </a:lnTo>
                  <a:lnTo>
                    <a:pt x="454" y="251"/>
                  </a:lnTo>
                  <a:lnTo>
                    <a:pt x="457" y="251"/>
                  </a:lnTo>
                  <a:lnTo>
                    <a:pt x="458" y="250"/>
                  </a:lnTo>
                  <a:lnTo>
                    <a:pt x="460" y="249"/>
                  </a:lnTo>
                  <a:lnTo>
                    <a:pt x="461" y="248"/>
                  </a:lnTo>
                  <a:lnTo>
                    <a:pt x="464" y="248"/>
                  </a:lnTo>
                  <a:lnTo>
                    <a:pt x="465" y="247"/>
                  </a:lnTo>
                  <a:lnTo>
                    <a:pt x="466" y="245"/>
                  </a:lnTo>
                  <a:lnTo>
                    <a:pt x="467" y="245"/>
                  </a:lnTo>
                  <a:lnTo>
                    <a:pt x="469" y="244"/>
                  </a:lnTo>
                  <a:lnTo>
                    <a:pt x="470" y="244"/>
                  </a:lnTo>
                  <a:lnTo>
                    <a:pt x="471" y="243"/>
                  </a:lnTo>
                  <a:lnTo>
                    <a:pt x="472" y="243"/>
                  </a:lnTo>
                  <a:lnTo>
                    <a:pt x="473" y="243"/>
                  </a:lnTo>
                  <a:lnTo>
                    <a:pt x="475" y="242"/>
                  </a:lnTo>
                  <a:lnTo>
                    <a:pt x="476" y="241"/>
                  </a:lnTo>
                  <a:lnTo>
                    <a:pt x="477" y="241"/>
                  </a:lnTo>
                  <a:lnTo>
                    <a:pt x="478" y="239"/>
                  </a:lnTo>
                  <a:lnTo>
                    <a:pt x="479" y="239"/>
                  </a:lnTo>
                  <a:lnTo>
                    <a:pt x="481" y="238"/>
                  </a:lnTo>
                  <a:lnTo>
                    <a:pt x="482" y="238"/>
                  </a:lnTo>
                  <a:lnTo>
                    <a:pt x="483" y="237"/>
                  </a:lnTo>
                  <a:lnTo>
                    <a:pt x="484" y="237"/>
                  </a:lnTo>
                  <a:lnTo>
                    <a:pt x="485" y="236"/>
                  </a:lnTo>
                  <a:lnTo>
                    <a:pt x="487" y="236"/>
                  </a:lnTo>
                  <a:lnTo>
                    <a:pt x="488" y="235"/>
                  </a:lnTo>
                  <a:lnTo>
                    <a:pt x="489" y="235"/>
                  </a:lnTo>
                  <a:lnTo>
                    <a:pt x="490" y="233"/>
                  </a:lnTo>
                  <a:lnTo>
                    <a:pt x="492" y="232"/>
                  </a:lnTo>
                  <a:lnTo>
                    <a:pt x="493" y="232"/>
                  </a:lnTo>
                  <a:lnTo>
                    <a:pt x="494" y="231"/>
                  </a:lnTo>
                  <a:lnTo>
                    <a:pt x="496" y="230"/>
                  </a:lnTo>
                  <a:lnTo>
                    <a:pt x="498" y="229"/>
                  </a:lnTo>
                  <a:lnTo>
                    <a:pt x="500" y="229"/>
                  </a:lnTo>
                  <a:lnTo>
                    <a:pt x="501" y="227"/>
                  </a:lnTo>
                  <a:lnTo>
                    <a:pt x="502" y="226"/>
                  </a:lnTo>
                  <a:lnTo>
                    <a:pt x="504" y="226"/>
                  </a:lnTo>
                  <a:lnTo>
                    <a:pt x="505" y="225"/>
                  </a:lnTo>
                  <a:lnTo>
                    <a:pt x="506" y="224"/>
                  </a:lnTo>
                  <a:lnTo>
                    <a:pt x="507" y="224"/>
                  </a:lnTo>
                  <a:lnTo>
                    <a:pt x="508" y="223"/>
                  </a:lnTo>
                  <a:lnTo>
                    <a:pt x="510" y="223"/>
                  </a:lnTo>
                  <a:lnTo>
                    <a:pt x="511" y="223"/>
                  </a:lnTo>
                  <a:lnTo>
                    <a:pt x="511" y="221"/>
                  </a:lnTo>
                  <a:lnTo>
                    <a:pt x="512" y="221"/>
                  </a:lnTo>
                  <a:lnTo>
                    <a:pt x="513" y="220"/>
                  </a:lnTo>
                  <a:lnTo>
                    <a:pt x="514" y="219"/>
                  </a:lnTo>
                  <a:lnTo>
                    <a:pt x="516" y="219"/>
                  </a:lnTo>
                  <a:lnTo>
                    <a:pt x="517" y="218"/>
                  </a:lnTo>
                  <a:lnTo>
                    <a:pt x="518" y="218"/>
                  </a:lnTo>
                  <a:lnTo>
                    <a:pt x="518" y="217"/>
                  </a:lnTo>
                  <a:lnTo>
                    <a:pt x="519" y="217"/>
                  </a:lnTo>
                  <a:lnTo>
                    <a:pt x="520" y="217"/>
                  </a:lnTo>
                  <a:lnTo>
                    <a:pt x="520" y="215"/>
                  </a:lnTo>
                  <a:lnTo>
                    <a:pt x="522" y="215"/>
                  </a:lnTo>
                  <a:lnTo>
                    <a:pt x="523" y="214"/>
                  </a:lnTo>
                  <a:lnTo>
                    <a:pt x="524" y="214"/>
                  </a:lnTo>
                  <a:lnTo>
                    <a:pt x="525" y="213"/>
                  </a:lnTo>
                  <a:lnTo>
                    <a:pt x="526" y="212"/>
                  </a:lnTo>
                  <a:lnTo>
                    <a:pt x="528" y="212"/>
                  </a:lnTo>
                  <a:lnTo>
                    <a:pt x="529" y="211"/>
                  </a:lnTo>
                  <a:lnTo>
                    <a:pt x="530" y="209"/>
                  </a:lnTo>
                  <a:lnTo>
                    <a:pt x="531" y="208"/>
                  </a:lnTo>
                  <a:lnTo>
                    <a:pt x="532" y="208"/>
                  </a:lnTo>
                  <a:lnTo>
                    <a:pt x="534" y="207"/>
                  </a:lnTo>
                  <a:lnTo>
                    <a:pt x="535" y="207"/>
                  </a:lnTo>
                  <a:lnTo>
                    <a:pt x="536" y="206"/>
                  </a:lnTo>
                  <a:lnTo>
                    <a:pt x="537" y="205"/>
                  </a:lnTo>
                  <a:lnTo>
                    <a:pt x="538" y="205"/>
                  </a:lnTo>
                  <a:lnTo>
                    <a:pt x="538" y="203"/>
                  </a:lnTo>
                  <a:lnTo>
                    <a:pt x="540" y="203"/>
                  </a:lnTo>
                  <a:lnTo>
                    <a:pt x="541" y="202"/>
                  </a:lnTo>
                  <a:lnTo>
                    <a:pt x="542" y="202"/>
                  </a:lnTo>
                  <a:lnTo>
                    <a:pt x="542" y="201"/>
                  </a:lnTo>
                  <a:lnTo>
                    <a:pt x="543" y="201"/>
                  </a:lnTo>
                  <a:lnTo>
                    <a:pt x="544" y="201"/>
                  </a:lnTo>
                  <a:lnTo>
                    <a:pt x="544" y="200"/>
                  </a:lnTo>
                  <a:lnTo>
                    <a:pt x="546" y="200"/>
                  </a:lnTo>
                  <a:lnTo>
                    <a:pt x="546" y="198"/>
                  </a:lnTo>
                  <a:lnTo>
                    <a:pt x="547" y="198"/>
                  </a:lnTo>
                  <a:lnTo>
                    <a:pt x="547" y="197"/>
                  </a:lnTo>
                  <a:lnTo>
                    <a:pt x="548" y="197"/>
                  </a:lnTo>
                  <a:lnTo>
                    <a:pt x="549" y="196"/>
                  </a:lnTo>
                  <a:lnTo>
                    <a:pt x="550" y="196"/>
                  </a:lnTo>
                  <a:lnTo>
                    <a:pt x="550" y="195"/>
                  </a:lnTo>
                  <a:lnTo>
                    <a:pt x="552" y="195"/>
                  </a:lnTo>
                  <a:lnTo>
                    <a:pt x="552" y="194"/>
                  </a:lnTo>
                  <a:lnTo>
                    <a:pt x="553" y="194"/>
                  </a:lnTo>
                  <a:lnTo>
                    <a:pt x="554" y="192"/>
                  </a:lnTo>
                  <a:lnTo>
                    <a:pt x="555" y="191"/>
                  </a:lnTo>
                  <a:lnTo>
                    <a:pt x="556" y="191"/>
                  </a:lnTo>
                  <a:lnTo>
                    <a:pt x="558" y="190"/>
                  </a:lnTo>
                  <a:lnTo>
                    <a:pt x="558" y="189"/>
                  </a:lnTo>
                  <a:lnTo>
                    <a:pt x="559" y="189"/>
                  </a:lnTo>
                  <a:lnTo>
                    <a:pt x="560" y="188"/>
                  </a:lnTo>
                  <a:lnTo>
                    <a:pt x="561" y="188"/>
                  </a:lnTo>
                  <a:lnTo>
                    <a:pt x="561" y="186"/>
                  </a:lnTo>
                  <a:lnTo>
                    <a:pt x="562" y="186"/>
                  </a:lnTo>
                  <a:lnTo>
                    <a:pt x="562" y="185"/>
                  </a:lnTo>
                  <a:lnTo>
                    <a:pt x="564" y="185"/>
                  </a:lnTo>
                  <a:lnTo>
                    <a:pt x="565" y="184"/>
                  </a:lnTo>
                  <a:lnTo>
                    <a:pt x="566" y="184"/>
                  </a:lnTo>
                  <a:lnTo>
                    <a:pt x="566" y="183"/>
                  </a:lnTo>
                  <a:lnTo>
                    <a:pt x="567" y="183"/>
                  </a:lnTo>
                  <a:lnTo>
                    <a:pt x="567" y="182"/>
                  </a:lnTo>
                  <a:lnTo>
                    <a:pt x="568" y="182"/>
                  </a:lnTo>
                  <a:lnTo>
                    <a:pt x="570" y="180"/>
                  </a:lnTo>
                  <a:lnTo>
                    <a:pt x="571" y="180"/>
                  </a:lnTo>
                  <a:lnTo>
                    <a:pt x="572" y="179"/>
                  </a:lnTo>
                  <a:lnTo>
                    <a:pt x="573" y="178"/>
                  </a:lnTo>
                  <a:lnTo>
                    <a:pt x="574" y="178"/>
                  </a:lnTo>
                  <a:lnTo>
                    <a:pt x="574" y="177"/>
                  </a:lnTo>
                  <a:lnTo>
                    <a:pt x="576" y="177"/>
                  </a:lnTo>
                  <a:lnTo>
                    <a:pt x="577" y="176"/>
                  </a:lnTo>
                  <a:lnTo>
                    <a:pt x="578" y="174"/>
                  </a:lnTo>
                  <a:lnTo>
                    <a:pt x="579" y="174"/>
                  </a:lnTo>
                  <a:lnTo>
                    <a:pt x="580" y="173"/>
                  </a:lnTo>
                  <a:lnTo>
                    <a:pt x="582" y="172"/>
                  </a:lnTo>
                  <a:lnTo>
                    <a:pt x="583" y="172"/>
                  </a:lnTo>
                  <a:lnTo>
                    <a:pt x="584" y="171"/>
                  </a:lnTo>
                  <a:lnTo>
                    <a:pt x="585" y="170"/>
                  </a:lnTo>
                  <a:lnTo>
                    <a:pt x="586" y="168"/>
                  </a:lnTo>
                  <a:lnTo>
                    <a:pt x="588" y="168"/>
                  </a:lnTo>
                  <a:lnTo>
                    <a:pt x="589" y="167"/>
                  </a:lnTo>
                  <a:lnTo>
                    <a:pt x="589" y="166"/>
                  </a:lnTo>
                  <a:lnTo>
                    <a:pt x="590" y="166"/>
                  </a:lnTo>
                  <a:lnTo>
                    <a:pt x="591" y="165"/>
                  </a:lnTo>
                  <a:lnTo>
                    <a:pt x="592" y="164"/>
                  </a:lnTo>
                  <a:lnTo>
                    <a:pt x="594" y="162"/>
                  </a:lnTo>
                  <a:lnTo>
                    <a:pt x="595" y="162"/>
                  </a:lnTo>
                  <a:lnTo>
                    <a:pt x="595" y="161"/>
                  </a:lnTo>
                  <a:lnTo>
                    <a:pt x="596" y="160"/>
                  </a:lnTo>
                  <a:lnTo>
                    <a:pt x="597" y="160"/>
                  </a:lnTo>
                  <a:lnTo>
                    <a:pt x="597" y="159"/>
                  </a:lnTo>
                  <a:lnTo>
                    <a:pt x="598" y="158"/>
                  </a:lnTo>
                  <a:lnTo>
                    <a:pt x="600" y="156"/>
                  </a:lnTo>
                  <a:lnTo>
                    <a:pt x="601" y="155"/>
                  </a:lnTo>
                  <a:lnTo>
                    <a:pt x="602" y="154"/>
                  </a:lnTo>
                  <a:lnTo>
                    <a:pt x="602" y="153"/>
                  </a:lnTo>
                  <a:lnTo>
                    <a:pt x="603" y="152"/>
                  </a:lnTo>
                  <a:lnTo>
                    <a:pt x="604" y="150"/>
                  </a:lnTo>
                  <a:lnTo>
                    <a:pt x="606" y="150"/>
                  </a:lnTo>
                  <a:lnTo>
                    <a:pt x="607" y="149"/>
                  </a:lnTo>
                  <a:lnTo>
                    <a:pt x="608" y="148"/>
                  </a:lnTo>
                  <a:lnTo>
                    <a:pt x="609" y="147"/>
                  </a:lnTo>
                  <a:lnTo>
                    <a:pt x="609" y="146"/>
                  </a:lnTo>
                  <a:lnTo>
                    <a:pt x="611" y="146"/>
                  </a:lnTo>
                  <a:lnTo>
                    <a:pt x="612" y="144"/>
                  </a:lnTo>
                  <a:lnTo>
                    <a:pt x="612" y="143"/>
                  </a:lnTo>
                  <a:lnTo>
                    <a:pt x="613" y="143"/>
                  </a:lnTo>
                  <a:lnTo>
                    <a:pt x="613" y="142"/>
                  </a:lnTo>
                  <a:lnTo>
                    <a:pt x="614" y="141"/>
                  </a:lnTo>
                  <a:lnTo>
                    <a:pt x="615" y="140"/>
                  </a:lnTo>
                  <a:lnTo>
                    <a:pt x="617" y="138"/>
                  </a:lnTo>
                  <a:lnTo>
                    <a:pt x="618" y="137"/>
                  </a:lnTo>
                  <a:lnTo>
                    <a:pt x="619" y="136"/>
                  </a:lnTo>
                  <a:lnTo>
                    <a:pt x="619" y="135"/>
                  </a:lnTo>
                  <a:lnTo>
                    <a:pt x="620" y="135"/>
                  </a:lnTo>
                  <a:lnTo>
                    <a:pt x="621" y="134"/>
                  </a:lnTo>
                  <a:lnTo>
                    <a:pt x="621" y="132"/>
                  </a:lnTo>
                  <a:lnTo>
                    <a:pt x="623" y="131"/>
                  </a:lnTo>
                  <a:lnTo>
                    <a:pt x="624" y="130"/>
                  </a:lnTo>
                  <a:lnTo>
                    <a:pt x="625" y="129"/>
                  </a:lnTo>
                  <a:lnTo>
                    <a:pt x="626" y="128"/>
                  </a:lnTo>
                  <a:lnTo>
                    <a:pt x="627" y="126"/>
                  </a:lnTo>
                  <a:lnTo>
                    <a:pt x="629" y="125"/>
                  </a:lnTo>
                  <a:lnTo>
                    <a:pt x="630" y="123"/>
                  </a:lnTo>
                  <a:lnTo>
                    <a:pt x="631" y="122"/>
                  </a:lnTo>
                  <a:lnTo>
                    <a:pt x="632" y="120"/>
                  </a:lnTo>
                  <a:lnTo>
                    <a:pt x="633" y="118"/>
                  </a:lnTo>
                  <a:lnTo>
                    <a:pt x="635" y="117"/>
                  </a:lnTo>
                  <a:lnTo>
                    <a:pt x="636" y="116"/>
                  </a:lnTo>
                  <a:lnTo>
                    <a:pt x="637" y="114"/>
                  </a:lnTo>
                  <a:lnTo>
                    <a:pt x="638" y="113"/>
                  </a:lnTo>
                  <a:lnTo>
                    <a:pt x="638" y="112"/>
                  </a:lnTo>
                  <a:lnTo>
                    <a:pt x="639" y="111"/>
                  </a:lnTo>
                  <a:lnTo>
                    <a:pt x="641" y="110"/>
                  </a:lnTo>
                  <a:lnTo>
                    <a:pt x="642" y="108"/>
                  </a:lnTo>
                  <a:lnTo>
                    <a:pt x="643" y="107"/>
                  </a:lnTo>
                  <a:lnTo>
                    <a:pt x="643" y="106"/>
                  </a:lnTo>
                  <a:lnTo>
                    <a:pt x="644" y="105"/>
                  </a:lnTo>
                  <a:lnTo>
                    <a:pt x="645" y="104"/>
                  </a:lnTo>
                  <a:lnTo>
                    <a:pt x="647" y="102"/>
                  </a:lnTo>
                  <a:lnTo>
                    <a:pt x="647" y="101"/>
                  </a:lnTo>
                  <a:lnTo>
                    <a:pt x="648" y="100"/>
                  </a:lnTo>
                  <a:lnTo>
                    <a:pt x="649" y="100"/>
                  </a:lnTo>
                  <a:lnTo>
                    <a:pt x="649" y="99"/>
                  </a:lnTo>
                  <a:lnTo>
                    <a:pt x="650" y="98"/>
                  </a:lnTo>
                  <a:lnTo>
                    <a:pt x="651" y="96"/>
                  </a:lnTo>
                  <a:lnTo>
                    <a:pt x="651" y="95"/>
                  </a:lnTo>
                  <a:lnTo>
                    <a:pt x="653" y="94"/>
                  </a:lnTo>
                  <a:lnTo>
                    <a:pt x="654" y="93"/>
                  </a:lnTo>
                  <a:lnTo>
                    <a:pt x="655" y="92"/>
                  </a:lnTo>
                  <a:lnTo>
                    <a:pt x="656" y="89"/>
                  </a:lnTo>
                  <a:lnTo>
                    <a:pt x="657" y="88"/>
                  </a:lnTo>
                  <a:lnTo>
                    <a:pt x="657" y="87"/>
                  </a:lnTo>
                  <a:lnTo>
                    <a:pt x="660" y="84"/>
                  </a:lnTo>
                  <a:lnTo>
                    <a:pt x="661" y="83"/>
                  </a:lnTo>
                  <a:lnTo>
                    <a:pt x="662" y="81"/>
                  </a:lnTo>
                  <a:lnTo>
                    <a:pt x="663" y="79"/>
                  </a:lnTo>
                  <a:lnTo>
                    <a:pt x="665" y="77"/>
                  </a:lnTo>
                  <a:lnTo>
                    <a:pt x="666" y="76"/>
                  </a:lnTo>
                  <a:lnTo>
                    <a:pt x="667" y="75"/>
                  </a:lnTo>
                  <a:lnTo>
                    <a:pt x="668" y="72"/>
                  </a:lnTo>
                  <a:lnTo>
                    <a:pt x="668" y="71"/>
                  </a:lnTo>
                  <a:lnTo>
                    <a:pt x="669" y="70"/>
                  </a:lnTo>
                  <a:lnTo>
                    <a:pt x="671" y="69"/>
                  </a:lnTo>
                  <a:lnTo>
                    <a:pt x="672" y="67"/>
                  </a:lnTo>
                  <a:lnTo>
                    <a:pt x="672" y="66"/>
                  </a:lnTo>
                  <a:lnTo>
                    <a:pt x="673" y="65"/>
                  </a:lnTo>
                  <a:lnTo>
                    <a:pt x="674" y="65"/>
                  </a:lnTo>
                  <a:lnTo>
                    <a:pt x="674" y="64"/>
                  </a:lnTo>
                  <a:lnTo>
                    <a:pt x="675" y="63"/>
                  </a:lnTo>
                  <a:lnTo>
                    <a:pt x="675" y="61"/>
                  </a:lnTo>
                  <a:lnTo>
                    <a:pt x="677" y="60"/>
                  </a:lnTo>
                  <a:lnTo>
                    <a:pt x="678" y="59"/>
                  </a:lnTo>
                  <a:lnTo>
                    <a:pt x="678" y="58"/>
                  </a:lnTo>
                  <a:lnTo>
                    <a:pt x="679" y="58"/>
                  </a:lnTo>
                  <a:lnTo>
                    <a:pt x="679" y="57"/>
                  </a:lnTo>
                  <a:lnTo>
                    <a:pt x="680" y="55"/>
                  </a:lnTo>
                  <a:lnTo>
                    <a:pt x="681" y="54"/>
                  </a:lnTo>
                  <a:lnTo>
                    <a:pt x="683" y="53"/>
                  </a:lnTo>
                  <a:lnTo>
                    <a:pt x="683" y="52"/>
                  </a:lnTo>
                  <a:lnTo>
                    <a:pt x="684" y="49"/>
                  </a:lnTo>
                  <a:lnTo>
                    <a:pt x="685" y="48"/>
                  </a:lnTo>
                  <a:lnTo>
                    <a:pt x="686" y="47"/>
                  </a:lnTo>
                  <a:lnTo>
                    <a:pt x="687" y="46"/>
                  </a:lnTo>
                  <a:lnTo>
                    <a:pt x="689" y="43"/>
                  </a:lnTo>
                  <a:lnTo>
                    <a:pt x="690" y="42"/>
                  </a:lnTo>
                  <a:lnTo>
                    <a:pt x="691" y="40"/>
                  </a:lnTo>
                  <a:lnTo>
                    <a:pt x="692" y="37"/>
                  </a:lnTo>
                  <a:lnTo>
                    <a:pt x="695" y="36"/>
                  </a:lnTo>
                  <a:lnTo>
                    <a:pt x="696" y="34"/>
                  </a:lnTo>
                  <a:lnTo>
                    <a:pt x="697" y="33"/>
                  </a:lnTo>
                  <a:lnTo>
                    <a:pt x="698" y="31"/>
                  </a:lnTo>
                  <a:lnTo>
                    <a:pt x="698" y="29"/>
                  </a:lnTo>
                  <a:lnTo>
                    <a:pt x="699" y="28"/>
                  </a:lnTo>
                  <a:lnTo>
                    <a:pt x="701" y="27"/>
                  </a:lnTo>
                  <a:lnTo>
                    <a:pt x="702" y="25"/>
                  </a:lnTo>
                  <a:lnTo>
                    <a:pt x="702" y="24"/>
                  </a:lnTo>
                  <a:lnTo>
                    <a:pt x="703" y="23"/>
                  </a:lnTo>
                  <a:lnTo>
                    <a:pt x="704" y="22"/>
                  </a:lnTo>
                  <a:lnTo>
                    <a:pt x="705" y="21"/>
                  </a:lnTo>
                  <a:lnTo>
                    <a:pt x="705" y="19"/>
                  </a:lnTo>
                  <a:lnTo>
                    <a:pt x="707" y="18"/>
                  </a:lnTo>
                  <a:lnTo>
                    <a:pt x="707" y="17"/>
                  </a:lnTo>
                  <a:lnTo>
                    <a:pt x="708" y="17"/>
                  </a:lnTo>
                  <a:lnTo>
                    <a:pt x="708" y="16"/>
                  </a:lnTo>
                  <a:lnTo>
                    <a:pt x="709" y="15"/>
                  </a:lnTo>
                  <a:lnTo>
                    <a:pt x="709" y="13"/>
                  </a:lnTo>
                  <a:lnTo>
                    <a:pt x="710" y="13"/>
                  </a:lnTo>
                  <a:lnTo>
                    <a:pt x="710" y="12"/>
                  </a:lnTo>
                  <a:lnTo>
                    <a:pt x="711" y="11"/>
                  </a:lnTo>
                  <a:lnTo>
                    <a:pt x="713" y="10"/>
                  </a:lnTo>
                  <a:lnTo>
                    <a:pt x="713" y="9"/>
                  </a:lnTo>
                  <a:lnTo>
                    <a:pt x="714" y="7"/>
                  </a:lnTo>
                  <a:lnTo>
                    <a:pt x="714" y="6"/>
                  </a:lnTo>
                  <a:lnTo>
                    <a:pt x="715" y="5"/>
                  </a:lnTo>
                  <a:lnTo>
                    <a:pt x="716" y="3"/>
                  </a:lnTo>
                  <a:lnTo>
                    <a:pt x="716" y="1"/>
                  </a:lnTo>
                  <a:lnTo>
                    <a:pt x="717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4" name="Freeform 253">
              <a:extLst>
                <a:ext uri="{FF2B5EF4-FFF2-40B4-BE49-F238E27FC236}">
                  <a16:creationId xmlns:a16="http://schemas.microsoft.com/office/drawing/2014/main" id="{9EBCC509-605E-42D5-B830-9C754DE09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228"/>
              <a:ext cx="42" cy="144"/>
            </a:xfrm>
            <a:custGeom>
              <a:avLst/>
              <a:gdLst>
                <a:gd name="T0" fmla="*/ 0 w 86"/>
                <a:gd name="T1" fmla="*/ 1 h 287"/>
                <a:gd name="T2" fmla="*/ 0 w 86"/>
                <a:gd name="T3" fmla="*/ 1 h 287"/>
                <a:gd name="T4" fmla="*/ 0 w 86"/>
                <a:gd name="T5" fmla="*/ 1 h 287"/>
                <a:gd name="T6" fmla="*/ 0 w 86"/>
                <a:gd name="T7" fmla="*/ 1 h 287"/>
                <a:gd name="T8" fmla="*/ 0 w 86"/>
                <a:gd name="T9" fmla="*/ 1 h 287"/>
                <a:gd name="T10" fmla="*/ 0 w 86"/>
                <a:gd name="T11" fmla="*/ 1 h 287"/>
                <a:gd name="T12" fmla="*/ 0 w 86"/>
                <a:gd name="T13" fmla="*/ 1 h 287"/>
                <a:gd name="T14" fmla="*/ 0 w 86"/>
                <a:gd name="T15" fmla="*/ 1 h 287"/>
                <a:gd name="T16" fmla="*/ 0 w 86"/>
                <a:gd name="T17" fmla="*/ 1 h 287"/>
                <a:gd name="T18" fmla="*/ 0 w 86"/>
                <a:gd name="T19" fmla="*/ 1 h 287"/>
                <a:gd name="T20" fmla="*/ 0 w 86"/>
                <a:gd name="T21" fmla="*/ 1 h 287"/>
                <a:gd name="T22" fmla="*/ 0 w 86"/>
                <a:gd name="T23" fmla="*/ 1 h 287"/>
                <a:gd name="T24" fmla="*/ 0 w 86"/>
                <a:gd name="T25" fmla="*/ 1 h 287"/>
                <a:gd name="T26" fmla="*/ 0 w 86"/>
                <a:gd name="T27" fmla="*/ 1 h 287"/>
                <a:gd name="T28" fmla="*/ 0 w 86"/>
                <a:gd name="T29" fmla="*/ 1 h 287"/>
                <a:gd name="T30" fmla="*/ 0 w 86"/>
                <a:gd name="T31" fmla="*/ 1 h 287"/>
                <a:gd name="T32" fmla="*/ 0 w 86"/>
                <a:gd name="T33" fmla="*/ 1 h 287"/>
                <a:gd name="T34" fmla="*/ 0 w 86"/>
                <a:gd name="T35" fmla="*/ 1 h 287"/>
                <a:gd name="T36" fmla="*/ 0 w 86"/>
                <a:gd name="T37" fmla="*/ 1 h 287"/>
                <a:gd name="T38" fmla="*/ 0 w 86"/>
                <a:gd name="T39" fmla="*/ 1 h 287"/>
                <a:gd name="T40" fmla="*/ 0 w 86"/>
                <a:gd name="T41" fmla="*/ 1 h 287"/>
                <a:gd name="T42" fmla="*/ 0 w 86"/>
                <a:gd name="T43" fmla="*/ 1 h 287"/>
                <a:gd name="T44" fmla="*/ 0 w 86"/>
                <a:gd name="T45" fmla="*/ 1 h 287"/>
                <a:gd name="T46" fmla="*/ 0 w 86"/>
                <a:gd name="T47" fmla="*/ 1 h 287"/>
                <a:gd name="T48" fmla="*/ 0 w 86"/>
                <a:gd name="T49" fmla="*/ 1 h 287"/>
                <a:gd name="T50" fmla="*/ 0 w 86"/>
                <a:gd name="T51" fmla="*/ 1 h 287"/>
                <a:gd name="T52" fmla="*/ 0 w 86"/>
                <a:gd name="T53" fmla="*/ 1 h 287"/>
                <a:gd name="T54" fmla="*/ 0 w 86"/>
                <a:gd name="T55" fmla="*/ 1 h 287"/>
                <a:gd name="T56" fmla="*/ 0 w 86"/>
                <a:gd name="T57" fmla="*/ 1 h 287"/>
                <a:gd name="T58" fmla="*/ 0 w 86"/>
                <a:gd name="T59" fmla="*/ 1 h 287"/>
                <a:gd name="T60" fmla="*/ 0 w 86"/>
                <a:gd name="T61" fmla="*/ 1 h 287"/>
                <a:gd name="T62" fmla="*/ 0 w 86"/>
                <a:gd name="T63" fmla="*/ 1 h 287"/>
                <a:gd name="T64" fmla="*/ 0 w 86"/>
                <a:gd name="T65" fmla="*/ 1 h 287"/>
                <a:gd name="T66" fmla="*/ 0 w 86"/>
                <a:gd name="T67" fmla="*/ 1 h 287"/>
                <a:gd name="T68" fmla="*/ 0 w 86"/>
                <a:gd name="T69" fmla="*/ 1 h 287"/>
                <a:gd name="T70" fmla="*/ 0 w 86"/>
                <a:gd name="T71" fmla="*/ 1 h 287"/>
                <a:gd name="T72" fmla="*/ 0 w 86"/>
                <a:gd name="T73" fmla="*/ 1 h 287"/>
                <a:gd name="T74" fmla="*/ 0 w 86"/>
                <a:gd name="T75" fmla="*/ 1 h 287"/>
                <a:gd name="T76" fmla="*/ 0 w 86"/>
                <a:gd name="T77" fmla="*/ 1 h 287"/>
                <a:gd name="T78" fmla="*/ 0 w 86"/>
                <a:gd name="T79" fmla="*/ 1 h 287"/>
                <a:gd name="T80" fmla="*/ 0 w 86"/>
                <a:gd name="T81" fmla="*/ 1 h 287"/>
                <a:gd name="T82" fmla="*/ 0 w 86"/>
                <a:gd name="T83" fmla="*/ 1 h 287"/>
                <a:gd name="T84" fmla="*/ 0 w 86"/>
                <a:gd name="T85" fmla="*/ 1 h 287"/>
                <a:gd name="T86" fmla="*/ 0 w 86"/>
                <a:gd name="T87" fmla="*/ 1 h 287"/>
                <a:gd name="T88" fmla="*/ 0 w 86"/>
                <a:gd name="T89" fmla="*/ 1 h 287"/>
                <a:gd name="T90" fmla="*/ 0 w 86"/>
                <a:gd name="T91" fmla="*/ 1 h 287"/>
                <a:gd name="T92" fmla="*/ 0 w 86"/>
                <a:gd name="T93" fmla="*/ 1 h 287"/>
                <a:gd name="T94" fmla="*/ 0 w 86"/>
                <a:gd name="T95" fmla="*/ 1 h 287"/>
                <a:gd name="T96" fmla="*/ 0 w 86"/>
                <a:gd name="T97" fmla="*/ 1 h 287"/>
                <a:gd name="T98" fmla="*/ 0 w 86"/>
                <a:gd name="T99" fmla="*/ 1 h 287"/>
                <a:gd name="T100" fmla="*/ 0 w 86"/>
                <a:gd name="T101" fmla="*/ 1 h 287"/>
                <a:gd name="T102" fmla="*/ 0 w 86"/>
                <a:gd name="T103" fmla="*/ 1 h 287"/>
                <a:gd name="T104" fmla="*/ 0 w 86"/>
                <a:gd name="T105" fmla="*/ 1 h 287"/>
                <a:gd name="T106" fmla="*/ 0 w 86"/>
                <a:gd name="T107" fmla="*/ 1 h 287"/>
                <a:gd name="T108" fmla="*/ 0 w 86"/>
                <a:gd name="T109" fmla="*/ 1 h 287"/>
                <a:gd name="T110" fmla="*/ 0 w 86"/>
                <a:gd name="T111" fmla="*/ 1 h 287"/>
                <a:gd name="T112" fmla="*/ 0 w 86"/>
                <a:gd name="T113" fmla="*/ 1 h 2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7">
                  <a:moveTo>
                    <a:pt x="0" y="0"/>
                  </a:moveTo>
                  <a:lnTo>
                    <a:pt x="3" y="3"/>
                  </a:lnTo>
                  <a:lnTo>
                    <a:pt x="4" y="6"/>
                  </a:lnTo>
                  <a:lnTo>
                    <a:pt x="6" y="8"/>
                  </a:lnTo>
                  <a:lnTo>
                    <a:pt x="8" y="12"/>
                  </a:lnTo>
                  <a:lnTo>
                    <a:pt x="9" y="14"/>
                  </a:lnTo>
                  <a:lnTo>
                    <a:pt x="10" y="15"/>
                  </a:lnTo>
                  <a:lnTo>
                    <a:pt x="11" y="18"/>
                  </a:lnTo>
                  <a:lnTo>
                    <a:pt x="12" y="20"/>
                  </a:lnTo>
                  <a:lnTo>
                    <a:pt x="14" y="21"/>
                  </a:lnTo>
                  <a:lnTo>
                    <a:pt x="15" y="24"/>
                  </a:lnTo>
                  <a:lnTo>
                    <a:pt x="15" y="25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0"/>
                  </a:lnTo>
                  <a:lnTo>
                    <a:pt x="18" y="31"/>
                  </a:lnTo>
                  <a:lnTo>
                    <a:pt x="18" y="32"/>
                  </a:lnTo>
                  <a:lnTo>
                    <a:pt x="20" y="34"/>
                  </a:lnTo>
                  <a:lnTo>
                    <a:pt x="20" y="35"/>
                  </a:lnTo>
                  <a:lnTo>
                    <a:pt x="21" y="36"/>
                  </a:lnTo>
                  <a:lnTo>
                    <a:pt x="21" y="37"/>
                  </a:lnTo>
                  <a:lnTo>
                    <a:pt x="22" y="38"/>
                  </a:lnTo>
                  <a:lnTo>
                    <a:pt x="22" y="40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3" y="43"/>
                  </a:lnTo>
                  <a:lnTo>
                    <a:pt x="24" y="44"/>
                  </a:lnTo>
                  <a:lnTo>
                    <a:pt x="24" y="46"/>
                  </a:lnTo>
                  <a:lnTo>
                    <a:pt x="26" y="47"/>
                  </a:lnTo>
                  <a:lnTo>
                    <a:pt x="26" y="48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5"/>
                  </a:lnTo>
                  <a:lnTo>
                    <a:pt x="30" y="58"/>
                  </a:lnTo>
                  <a:lnTo>
                    <a:pt x="30" y="59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4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6"/>
                  </a:lnTo>
                  <a:lnTo>
                    <a:pt x="34" y="67"/>
                  </a:lnTo>
                  <a:lnTo>
                    <a:pt x="34" y="68"/>
                  </a:lnTo>
                  <a:lnTo>
                    <a:pt x="35" y="70"/>
                  </a:lnTo>
                  <a:lnTo>
                    <a:pt x="35" y="71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4"/>
                  </a:lnTo>
                  <a:lnTo>
                    <a:pt x="38" y="74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9" y="78"/>
                  </a:lnTo>
                  <a:lnTo>
                    <a:pt x="39" y="79"/>
                  </a:lnTo>
                  <a:lnTo>
                    <a:pt x="39" y="80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3" y="89"/>
                  </a:lnTo>
                  <a:lnTo>
                    <a:pt x="43" y="90"/>
                  </a:lnTo>
                  <a:lnTo>
                    <a:pt x="44" y="92"/>
                  </a:lnTo>
                  <a:lnTo>
                    <a:pt x="45" y="95"/>
                  </a:lnTo>
                  <a:lnTo>
                    <a:pt x="45" y="96"/>
                  </a:lnTo>
                  <a:lnTo>
                    <a:pt x="46" y="98"/>
                  </a:lnTo>
                  <a:lnTo>
                    <a:pt x="46" y="100"/>
                  </a:lnTo>
                  <a:lnTo>
                    <a:pt x="47" y="101"/>
                  </a:lnTo>
                  <a:lnTo>
                    <a:pt x="47" y="102"/>
                  </a:lnTo>
                  <a:lnTo>
                    <a:pt x="49" y="104"/>
                  </a:lnTo>
                  <a:lnTo>
                    <a:pt x="49" y="106"/>
                  </a:lnTo>
                  <a:lnTo>
                    <a:pt x="49" y="107"/>
                  </a:lnTo>
                  <a:lnTo>
                    <a:pt x="50" y="108"/>
                  </a:lnTo>
                  <a:lnTo>
                    <a:pt x="50" y="109"/>
                  </a:lnTo>
                  <a:lnTo>
                    <a:pt x="51" y="110"/>
                  </a:lnTo>
                  <a:lnTo>
                    <a:pt x="51" y="112"/>
                  </a:lnTo>
                  <a:lnTo>
                    <a:pt x="51" y="113"/>
                  </a:lnTo>
                  <a:lnTo>
                    <a:pt x="52" y="114"/>
                  </a:lnTo>
                  <a:lnTo>
                    <a:pt x="52" y="115"/>
                  </a:lnTo>
                  <a:lnTo>
                    <a:pt x="52" y="116"/>
                  </a:lnTo>
                  <a:lnTo>
                    <a:pt x="53" y="118"/>
                  </a:lnTo>
                  <a:lnTo>
                    <a:pt x="53" y="119"/>
                  </a:lnTo>
                  <a:lnTo>
                    <a:pt x="53" y="120"/>
                  </a:lnTo>
                  <a:lnTo>
                    <a:pt x="55" y="121"/>
                  </a:lnTo>
                  <a:lnTo>
                    <a:pt x="55" y="122"/>
                  </a:lnTo>
                  <a:lnTo>
                    <a:pt x="55" y="125"/>
                  </a:lnTo>
                  <a:lnTo>
                    <a:pt x="56" y="126"/>
                  </a:lnTo>
                  <a:lnTo>
                    <a:pt x="56" y="127"/>
                  </a:lnTo>
                  <a:lnTo>
                    <a:pt x="57" y="128"/>
                  </a:lnTo>
                  <a:lnTo>
                    <a:pt x="57" y="131"/>
                  </a:lnTo>
                  <a:lnTo>
                    <a:pt x="57" y="132"/>
                  </a:lnTo>
                  <a:lnTo>
                    <a:pt x="58" y="134"/>
                  </a:lnTo>
                  <a:lnTo>
                    <a:pt x="58" y="136"/>
                  </a:lnTo>
                  <a:lnTo>
                    <a:pt x="59" y="138"/>
                  </a:lnTo>
                  <a:lnTo>
                    <a:pt x="61" y="139"/>
                  </a:lnTo>
                  <a:lnTo>
                    <a:pt x="61" y="142"/>
                  </a:lnTo>
                  <a:lnTo>
                    <a:pt x="61" y="143"/>
                  </a:lnTo>
                  <a:lnTo>
                    <a:pt x="62" y="145"/>
                  </a:lnTo>
                  <a:lnTo>
                    <a:pt x="62" y="147"/>
                  </a:lnTo>
                  <a:lnTo>
                    <a:pt x="63" y="148"/>
                  </a:lnTo>
                  <a:lnTo>
                    <a:pt x="63" y="149"/>
                  </a:lnTo>
                  <a:lnTo>
                    <a:pt x="63" y="150"/>
                  </a:lnTo>
                  <a:lnTo>
                    <a:pt x="64" y="151"/>
                  </a:lnTo>
                  <a:lnTo>
                    <a:pt x="64" y="153"/>
                  </a:lnTo>
                  <a:lnTo>
                    <a:pt x="64" y="154"/>
                  </a:lnTo>
                  <a:lnTo>
                    <a:pt x="64" y="155"/>
                  </a:lnTo>
                  <a:lnTo>
                    <a:pt x="65" y="156"/>
                  </a:lnTo>
                  <a:lnTo>
                    <a:pt x="65" y="157"/>
                  </a:lnTo>
                  <a:lnTo>
                    <a:pt x="67" y="159"/>
                  </a:lnTo>
                  <a:lnTo>
                    <a:pt x="67" y="160"/>
                  </a:lnTo>
                  <a:lnTo>
                    <a:pt x="67" y="161"/>
                  </a:lnTo>
                  <a:lnTo>
                    <a:pt x="67" y="162"/>
                  </a:lnTo>
                  <a:lnTo>
                    <a:pt x="68" y="163"/>
                  </a:lnTo>
                  <a:lnTo>
                    <a:pt x="68" y="165"/>
                  </a:lnTo>
                  <a:lnTo>
                    <a:pt x="68" y="166"/>
                  </a:lnTo>
                  <a:lnTo>
                    <a:pt x="69" y="167"/>
                  </a:lnTo>
                  <a:lnTo>
                    <a:pt x="69" y="168"/>
                  </a:lnTo>
                  <a:lnTo>
                    <a:pt x="69" y="169"/>
                  </a:lnTo>
                  <a:lnTo>
                    <a:pt x="70" y="171"/>
                  </a:lnTo>
                  <a:lnTo>
                    <a:pt x="70" y="172"/>
                  </a:lnTo>
                  <a:lnTo>
                    <a:pt x="70" y="174"/>
                  </a:lnTo>
                  <a:lnTo>
                    <a:pt x="71" y="175"/>
                  </a:lnTo>
                  <a:lnTo>
                    <a:pt x="71" y="178"/>
                  </a:lnTo>
                  <a:lnTo>
                    <a:pt x="73" y="179"/>
                  </a:lnTo>
                  <a:lnTo>
                    <a:pt x="73" y="181"/>
                  </a:lnTo>
                  <a:lnTo>
                    <a:pt x="74" y="184"/>
                  </a:lnTo>
                  <a:lnTo>
                    <a:pt x="74" y="185"/>
                  </a:lnTo>
                  <a:lnTo>
                    <a:pt x="75" y="186"/>
                  </a:lnTo>
                  <a:lnTo>
                    <a:pt x="75" y="189"/>
                  </a:lnTo>
                  <a:lnTo>
                    <a:pt x="75" y="190"/>
                  </a:lnTo>
                  <a:lnTo>
                    <a:pt x="76" y="191"/>
                  </a:lnTo>
                  <a:lnTo>
                    <a:pt x="76" y="192"/>
                  </a:lnTo>
                  <a:lnTo>
                    <a:pt x="76" y="193"/>
                  </a:lnTo>
                  <a:lnTo>
                    <a:pt x="77" y="195"/>
                  </a:lnTo>
                  <a:lnTo>
                    <a:pt x="77" y="196"/>
                  </a:lnTo>
                  <a:lnTo>
                    <a:pt x="77" y="197"/>
                  </a:lnTo>
                  <a:lnTo>
                    <a:pt x="77" y="198"/>
                  </a:lnTo>
                  <a:lnTo>
                    <a:pt x="79" y="199"/>
                  </a:lnTo>
                  <a:lnTo>
                    <a:pt x="79" y="201"/>
                  </a:lnTo>
                  <a:lnTo>
                    <a:pt x="79" y="202"/>
                  </a:lnTo>
                  <a:lnTo>
                    <a:pt x="79" y="203"/>
                  </a:lnTo>
                  <a:lnTo>
                    <a:pt x="79" y="204"/>
                  </a:lnTo>
                  <a:lnTo>
                    <a:pt x="80" y="205"/>
                  </a:lnTo>
                  <a:lnTo>
                    <a:pt x="80" y="207"/>
                  </a:lnTo>
                  <a:lnTo>
                    <a:pt x="80" y="208"/>
                  </a:lnTo>
                  <a:lnTo>
                    <a:pt x="80" y="209"/>
                  </a:lnTo>
                  <a:lnTo>
                    <a:pt x="80" y="210"/>
                  </a:lnTo>
                  <a:lnTo>
                    <a:pt x="80" y="211"/>
                  </a:lnTo>
                  <a:lnTo>
                    <a:pt x="80" y="213"/>
                  </a:lnTo>
                  <a:lnTo>
                    <a:pt x="80" y="214"/>
                  </a:lnTo>
                  <a:lnTo>
                    <a:pt x="80" y="215"/>
                  </a:lnTo>
                  <a:lnTo>
                    <a:pt x="80" y="216"/>
                  </a:lnTo>
                  <a:lnTo>
                    <a:pt x="81" y="219"/>
                  </a:lnTo>
                  <a:lnTo>
                    <a:pt x="81" y="220"/>
                  </a:lnTo>
                  <a:lnTo>
                    <a:pt x="81" y="222"/>
                  </a:lnTo>
                  <a:lnTo>
                    <a:pt x="81" y="223"/>
                  </a:lnTo>
                  <a:lnTo>
                    <a:pt x="81" y="225"/>
                  </a:lnTo>
                  <a:lnTo>
                    <a:pt x="81" y="226"/>
                  </a:lnTo>
                  <a:lnTo>
                    <a:pt x="81" y="227"/>
                  </a:lnTo>
                  <a:lnTo>
                    <a:pt x="81" y="229"/>
                  </a:lnTo>
                  <a:lnTo>
                    <a:pt x="81" y="231"/>
                  </a:lnTo>
                  <a:lnTo>
                    <a:pt x="81" y="232"/>
                  </a:lnTo>
                  <a:lnTo>
                    <a:pt x="82" y="233"/>
                  </a:lnTo>
                  <a:lnTo>
                    <a:pt x="82" y="234"/>
                  </a:lnTo>
                  <a:lnTo>
                    <a:pt x="82" y="235"/>
                  </a:lnTo>
                  <a:lnTo>
                    <a:pt x="82" y="237"/>
                  </a:lnTo>
                  <a:lnTo>
                    <a:pt x="82" y="238"/>
                  </a:lnTo>
                  <a:lnTo>
                    <a:pt x="82" y="239"/>
                  </a:lnTo>
                  <a:lnTo>
                    <a:pt x="82" y="240"/>
                  </a:lnTo>
                  <a:lnTo>
                    <a:pt x="82" y="241"/>
                  </a:lnTo>
                  <a:lnTo>
                    <a:pt x="83" y="243"/>
                  </a:lnTo>
                  <a:lnTo>
                    <a:pt x="83" y="244"/>
                  </a:lnTo>
                  <a:lnTo>
                    <a:pt x="83" y="245"/>
                  </a:lnTo>
                  <a:lnTo>
                    <a:pt x="83" y="246"/>
                  </a:lnTo>
                  <a:lnTo>
                    <a:pt x="83" y="247"/>
                  </a:lnTo>
                  <a:lnTo>
                    <a:pt x="85" y="249"/>
                  </a:lnTo>
                  <a:lnTo>
                    <a:pt x="85" y="250"/>
                  </a:lnTo>
                  <a:lnTo>
                    <a:pt x="85" y="251"/>
                  </a:lnTo>
                  <a:lnTo>
                    <a:pt x="85" y="252"/>
                  </a:lnTo>
                  <a:lnTo>
                    <a:pt x="85" y="253"/>
                  </a:lnTo>
                  <a:lnTo>
                    <a:pt x="86" y="255"/>
                  </a:lnTo>
                  <a:lnTo>
                    <a:pt x="86" y="256"/>
                  </a:lnTo>
                  <a:lnTo>
                    <a:pt x="86" y="257"/>
                  </a:lnTo>
                  <a:lnTo>
                    <a:pt x="86" y="258"/>
                  </a:lnTo>
                  <a:lnTo>
                    <a:pt x="86" y="260"/>
                  </a:lnTo>
                  <a:lnTo>
                    <a:pt x="86" y="261"/>
                  </a:lnTo>
                  <a:lnTo>
                    <a:pt x="86" y="262"/>
                  </a:lnTo>
                  <a:lnTo>
                    <a:pt x="86" y="263"/>
                  </a:lnTo>
                  <a:lnTo>
                    <a:pt x="86" y="264"/>
                  </a:lnTo>
                  <a:lnTo>
                    <a:pt x="86" y="266"/>
                  </a:lnTo>
                  <a:lnTo>
                    <a:pt x="86" y="267"/>
                  </a:lnTo>
                  <a:lnTo>
                    <a:pt x="86" y="268"/>
                  </a:lnTo>
                  <a:lnTo>
                    <a:pt x="86" y="269"/>
                  </a:lnTo>
                  <a:lnTo>
                    <a:pt x="86" y="270"/>
                  </a:lnTo>
                  <a:lnTo>
                    <a:pt x="86" y="272"/>
                  </a:lnTo>
                  <a:lnTo>
                    <a:pt x="86" y="274"/>
                  </a:lnTo>
                  <a:lnTo>
                    <a:pt x="86" y="275"/>
                  </a:lnTo>
                  <a:lnTo>
                    <a:pt x="86" y="276"/>
                  </a:lnTo>
                  <a:lnTo>
                    <a:pt x="86" y="279"/>
                  </a:lnTo>
                  <a:lnTo>
                    <a:pt x="86" y="280"/>
                  </a:lnTo>
                  <a:lnTo>
                    <a:pt x="86" y="282"/>
                  </a:lnTo>
                  <a:lnTo>
                    <a:pt x="86" y="285"/>
                  </a:lnTo>
                  <a:lnTo>
                    <a:pt x="85" y="287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5" name="Freeform 254">
              <a:extLst>
                <a:ext uri="{FF2B5EF4-FFF2-40B4-BE49-F238E27FC236}">
                  <a16:creationId xmlns:a16="http://schemas.microsoft.com/office/drawing/2014/main" id="{D26A809B-7D7B-44B8-86FE-63E020EC9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371"/>
              <a:ext cx="42" cy="144"/>
            </a:xfrm>
            <a:custGeom>
              <a:avLst/>
              <a:gdLst>
                <a:gd name="T0" fmla="*/ 0 w 86"/>
                <a:gd name="T1" fmla="*/ 1 h 286"/>
                <a:gd name="T2" fmla="*/ 0 w 86"/>
                <a:gd name="T3" fmla="*/ 1 h 286"/>
                <a:gd name="T4" fmla="*/ 0 w 86"/>
                <a:gd name="T5" fmla="*/ 1 h 286"/>
                <a:gd name="T6" fmla="*/ 0 w 86"/>
                <a:gd name="T7" fmla="*/ 1 h 286"/>
                <a:gd name="T8" fmla="*/ 0 w 86"/>
                <a:gd name="T9" fmla="*/ 1 h 286"/>
                <a:gd name="T10" fmla="*/ 0 w 86"/>
                <a:gd name="T11" fmla="*/ 1 h 286"/>
                <a:gd name="T12" fmla="*/ 0 w 86"/>
                <a:gd name="T13" fmla="*/ 1 h 286"/>
                <a:gd name="T14" fmla="*/ 0 w 86"/>
                <a:gd name="T15" fmla="*/ 1 h 286"/>
                <a:gd name="T16" fmla="*/ 0 w 86"/>
                <a:gd name="T17" fmla="*/ 1 h 286"/>
                <a:gd name="T18" fmla="*/ 0 w 86"/>
                <a:gd name="T19" fmla="*/ 1 h 286"/>
                <a:gd name="T20" fmla="*/ 0 w 86"/>
                <a:gd name="T21" fmla="*/ 1 h 286"/>
                <a:gd name="T22" fmla="*/ 0 w 86"/>
                <a:gd name="T23" fmla="*/ 1 h 286"/>
                <a:gd name="T24" fmla="*/ 0 w 86"/>
                <a:gd name="T25" fmla="*/ 1 h 286"/>
                <a:gd name="T26" fmla="*/ 0 w 86"/>
                <a:gd name="T27" fmla="*/ 1 h 286"/>
                <a:gd name="T28" fmla="*/ 0 w 86"/>
                <a:gd name="T29" fmla="*/ 1 h 286"/>
                <a:gd name="T30" fmla="*/ 0 w 86"/>
                <a:gd name="T31" fmla="*/ 1 h 286"/>
                <a:gd name="T32" fmla="*/ 0 w 86"/>
                <a:gd name="T33" fmla="*/ 1 h 286"/>
                <a:gd name="T34" fmla="*/ 0 w 86"/>
                <a:gd name="T35" fmla="*/ 1 h 286"/>
                <a:gd name="T36" fmla="*/ 0 w 86"/>
                <a:gd name="T37" fmla="*/ 1 h 286"/>
                <a:gd name="T38" fmla="*/ 0 w 86"/>
                <a:gd name="T39" fmla="*/ 1 h 286"/>
                <a:gd name="T40" fmla="*/ 0 w 86"/>
                <a:gd name="T41" fmla="*/ 1 h 286"/>
                <a:gd name="T42" fmla="*/ 0 w 86"/>
                <a:gd name="T43" fmla="*/ 1 h 286"/>
                <a:gd name="T44" fmla="*/ 0 w 86"/>
                <a:gd name="T45" fmla="*/ 1 h 286"/>
                <a:gd name="T46" fmla="*/ 0 w 86"/>
                <a:gd name="T47" fmla="*/ 1 h 286"/>
                <a:gd name="T48" fmla="*/ 0 w 86"/>
                <a:gd name="T49" fmla="*/ 1 h 286"/>
                <a:gd name="T50" fmla="*/ 0 w 86"/>
                <a:gd name="T51" fmla="*/ 1 h 286"/>
                <a:gd name="T52" fmla="*/ 0 w 86"/>
                <a:gd name="T53" fmla="*/ 1 h 286"/>
                <a:gd name="T54" fmla="*/ 0 w 86"/>
                <a:gd name="T55" fmla="*/ 1 h 286"/>
                <a:gd name="T56" fmla="*/ 0 w 86"/>
                <a:gd name="T57" fmla="*/ 1 h 286"/>
                <a:gd name="T58" fmla="*/ 0 w 86"/>
                <a:gd name="T59" fmla="*/ 1 h 286"/>
                <a:gd name="T60" fmla="*/ 0 w 86"/>
                <a:gd name="T61" fmla="*/ 1 h 286"/>
                <a:gd name="T62" fmla="*/ 0 w 86"/>
                <a:gd name="T63" fmla="*/ 1 h 286"/>
                <a:gd name="T64" fmla="*/ 0 w 86"/>
                <a:gd name="T65" fmla="*/ 1 h 286"/>
                <a:gd name="T66" fmla="*/ 0 w 86"/>
                <a:gd name="T67" fmla="*/ 1 h 286"/>
                <a:gd name="T68" fmla="*/ 0 w 86"/>
                <a:gd name="T69" fmla="*/ 1 h 286"/>
                <a:gd name="T70" fmla="*/ 0 w 86"/>
                <a:gd name="T71" fmla="*/ 1 h 286"/>
                <a:gd name="T72" fmla="*/ 0 w 86"/>
                <a:gd name="T73" fmla="*/ 1 h 286"/>
                <a:gd name="T74" fmla="*/ 0 w 86"/>
                <a:gd name="T75" fmla="*/ 1 h 286"/>
                <a:gd name="T76" fmla="*/ 0 w 86"/>
                <a:gd name="T77" fmla="*/ 1 h 286"/>
                <a:gd name="T78" fmla="*/ 0 w 86"/>
                <a:gd name="T79" fmla="*/ 1 h 286"/>
                <a:gd name="T80" fmla="*/ 0 w 86"/>
                <a:gd name="T81" fmla="*/ 1 h 286"/>
                <a:gd name="T82" fmla="*/ 0 w 86"/>
                <a:gd name="T83" fmla="*/ 1 h 286"/>
                <a:gd name="T84" fmla="*/ 0 w 86"/>
                <a:gd name="T85" fmla="*/ 1 h 286"/>
                <a:gd name="T86" fmla="*/ 0 w 86"/>
                <a:gd name="T87" fmla="*/ 1 h 286"/>
                <a:gd name="T88" fmla="*/ 0 w 86"/>
                <a:gd name="T89" fmla="*/ 1 h 286"/>
                <a:gd name="T90" fmla="*/ 0 w 86"/>
                <a:gd name="T91" fmla="*/ 1 h 286"/>
                <a:gd name="T92" fmla="*/ 0 w 86"/>
                <a:gd name="T93" fmla="*/ 1 h 286"/>
                <a:gd name="T94" fmla="*/ 0 w 86"/>
                <a:gd name="T95" fmla="*/ 1 h 286"/>
                <a:gd name="T96" fmla="*/ 0 w 86"/>
                <a:gd name="T97" fmla="*/ 1 h 286"/>
                <a:gd name="T98" fmla="*/ 0 w 86"/>
                <a:gd name="T99" fmla="*/ 1 h 286"/>
                <a:gd name="T100" fmla="*/ 0 w 86"/>
                <a:gd name="T101" fmla="*/ 1 h 286"/>
                <a:gd name="T102" fmla="*/ 0 w 86"/>
                <a:gd name="T103" fmla="*/ 1 h 286"/>
                <a:gd name="T104" fmla="*/ 0 w 86"/>
                <a:gd name="T105" fmla="*/ 1 h 286"/>
                <a:gd name="T106" fmla="*/ 0 w 86"/>
                <a:gd name="T107" fmla="*/ 1 h 286"/>
                <a:gd name="T108" fmla="*/ 0 w 86"/>
                <a:gd name="T109" fmla="*/ 1 h 286"/>
                <a:gd name="T110" fmla="*/ 0 w 86"/>
                <a:gd name="T111" fmla="*/ 1 h 286"/>
                <a:gd name="T112" fmla="*/ 0 w 86"/>
                <a:gd name="T113" fmla="*/ 1 h 2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6">
                  <a:moveTo>
                    <a:pt x="0" y="286"/>
                  </a:moveTo>
                  <a:lnTo>
                    <a:pt x="3" y="284"/>
                  </a:lnTo>
                  <a:lnTo>
                    <a:pt x="4" y="280"/>
                  </a:lnTo>
                  <a:lnTo>
                    <a:pt x="6" y="278"/>
                  </a:lnTo>
                  <a:lnTo>
                    <a:pt x="8" y="275"/>
                  </a:lnTo>
                  <a:lnTo>
                    <a:pt x="9" y="273"/>
                  </a:lnTo>
                  <a:lnTo>
                    <a:pt x="10" y="270"/>
                  </a:lnTo>
                  <a:lnTo>
                    <a:pt x="11" y="268"/>
                  </a:lnTo>
                  <a:lnTo>
                    <a:pt x="12" y="267"/>
                  </a:lnTo>
                  <a:lnTo>
                    <a:pt x="14" y="264"/>
                  </a:lnTo>
                  <a:lnTo>
                    <a:pt x="15" y="263"/>
                  </a:lnTo>
                  <a:lnTo>
                    <a:pt x="15" y="261"/>
                  </a:lnTo>
                  <a:lnTo>
                    <a:pt x="16" y="260"/>
                  </a:lnTo>
                  <a:lnTo>
                    <a:pt x="17" y="258"/>
                  </a:lnTo>
                  <a:lnTo>
                    <a:pt x="17" y="257"/>
                  </a:lnTo>
                  <a:lnTo>
                    <a:pt x="18" y="255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0" y="251"/>
                  </a:lnTo>
                  <a:lnTo>
                    <a:pt x="21" y="250"/>
                  </a:lnTo>
                  <a:lnTo>
                    <a:pt x="21" y="249"/>
                  </a:lnTo>
                  <a:lnTo>
                    <a:pt x="22" y="249"/>
                  </a:lnTo>
                  <a:lnTo>
                    <a:pt x="22" y="248"/>
                  </a:lnTo>
                  <a:lnTo>
                    <a:pt x="23" y="246"/>
                  </a:lnTo>
                  <a:lnTo>
                    <a:pt x="23" y="245"/>
                  </a:lnTo>
                  <a:lnTo>
                    <a:pt x="23" y="244"/>
                  </a:lnTo>
                  <a:lnTo>
                    <a:pt x="24" y="243"/>
                  </a:lnTo>
                  <a:lnTo>
                    <a:pt x="24" y="242"/>
                  </a:lnTo>
                  <a:lnTo>
                    <a:pt x="26" y="240"/>
                  </a:lnTo>
                  <a:lnTo>
                    <a:pt x="26" y="238"/>
                  </a:lnTo>
                  <a:lnTo>
                    <a:pt x="27" y="237"/>
                  </a:lnTo>
                  <a:lnTo>
                    <a:pt x="27" y="236"/>
                  </a:lnTo>
                  <a:lnTo>
                    <a:pt x="28" y="234"/>
                  </a:lnTo>
                  <a:lnTo>
                    <a:pt x="28" y="232"/>
                  </a:lnTo>
                  <a:lnTo>
                    <a:pt x="29" y="231"/>
                  </a:lnTo>
                  <a:lnTo>
                    <a:pt x="30" y="230"/>
                  </a:lnTo>
                  <a:lnTo>
                    <a:pt x="30" y="228"/>
                  </a:lnTo>
                  <a:lnTo>
                    <a:pt x="30" y="227"/>
                  </a:lnTo>
                  <a:lnTo>
                    <a:pt x="32" y="226"/>
                  </a:lnTo>
                  <a:lnTo>
                    <a:pt x="32" y="225"/>
                  </a:lnTo>
                  <a:lnTo>
                    <a:pt x="33" y="224"/>
                  </a:lnTo>
                  <a:lnTo>
                    <a:pt x="33" y="222"/>
                  </a:lnTo>
                  <a:lnTo>
                    <a:pt x="33" y="221"/>
                  </a:lnTo>
                  <a:lnTo>
                    <a:pt x="34" y="220"/>
                  </a:lnTo>
                  <a:lnTo>
                    <a:pt x="34" y="219"/>
                  </a:lnTo>
                  <a:lnTo>
                    <a:pt x="35" y="218"/>
                  </a:lnTo>
                  <a:lnTo>
                    <a:pt x="35" y="216"/>
                  </a:lnTo>
                  <a:lnTo>
                    <a:pt x="35" y="215"/>
                  </a:lnTo>
                  <a:lnTo>
                    <a:pt x="37" y="214"/>
                  </a:lnTo>
                  <a:lnTo>
                    <a:pt x="37" y="213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09"/>
                  </a:lnTo>
                  <a:lnTo>
                    <a:pt x="39" y="208"/>
                  </a:lnTo>
                  <a:lnTo>
                    <a:pt x="39" y="207"/>
                  </a:lnTo>
                  <a:lnTo>
                    <a:pt x="39" y="206"/>
                  </a:lnTo>
                  <a:lnTo>
                    <a:pt x="40" y="204"/>
                  </a:lnTo>
                  <a:lnTo>
                    <a:pt x="40" y="203"/>
                  </a:lnTo>
                  <a:lnTo>
                    <a:pt x="41" y="201"/>
                  </a:lnTo>
                  <a:lnTo>
                    <a:pt x="41" y="199"/>
                  </a:lnTo>
                  <a:lnTo>
                    <a:pt x="43" y="198"/>
                  </a:lnTo>
                  <a:lnTo>
                    <a:pt x="43" y="196"/>
                  </a:lnTo>
                  <a:lnTo>
                    <a:pt x="44" y="193"/>
                  </a:lnTo>
                  <a:lnTo>
                    <a:pt x="45" y="192"/>
                  </a:lnTo>
                  <a:lnTo>
                    <a:pt x="45" y="190"/>
                  </a:lnTo>
                  <a:lnTo>
                    <a:pt x="46" y="189"/>
                  </a:lnTo>
                  <a:lnTo>
                    <a:pt x="46" y="186"/>
                  </a:lnTo>
                  <a:lnTo>
                    <a:pt x="47" y="185"/>
                  </a:lnTo>
                  <a:lnTo>
                    <a:pt x="47" y="184"/>
                  </a:lnTo>
                  <a:lnTo>
                    <a:pt x="49" y="183"/>
                  </a:lnTo>
                  <a:lnTo>
                    <a:pt x="49" y="181"/>
                  </a:lnTo>
                  <a:lnTo>
                    <a:pt x="49" y="180"/>
                  </a:lnTo>
                  <a:lnTo>
                    <a:pt x="50" y="179"/>
                  </a:lnTo>
                  <a:lnTo>
                    <a:pt x="50" y="178"/>
                  </a:lnTo>
                  <a:lnTo>
                    <a:pt x="51" y="177"/>
                  </a:lnTo>
                  <a:lnTo>
                    <a:pt x="51" y="175"/>
                  </a:lnTo>
                  <a:lnTo>
                    <a:pt x="51" y="174"/>
                  </a:lnTo>
                  <a:lnTo>
                    <a:pt x="51" y="173"/>
                  </a:lnTo>
                  <a:lnTo>
                    <a:pt x="52" y="172"/>
                  </a:lnTo>
                  <a:lnTo>
                    <a:pt x="52" y="171"/>
                  </a:lnTo>
                  <a:lnTo>
                    <a:pt x="53" y="169"/>
                  </a:lnTo>
                  <a:lnTo>
                    <a:pt x="53" y="168"/>
                  </a:lnTo>
                  <a:lnTo>
                    <a:pt x="53" y="167"/>
                  </a:lnTo>
                  <a:lnTo>
                    <a:pt x="53" y="166"/>
                  </a:lnTo>
                  <a:lnTo>
                    <a:pt x="55" y="165"/>
                  </a:lnTo>
                  <a:lnTo>
                    <a:pt x="55" y="163"/>
                  </a:lnTo>
                  <a:lnTo>
                    <a:pt x="55" y="162"/>
                  </a:lnTo>
                  <a:lnTo>
                    <a:pt x="56" y="161"/>
                  </a:lnTo>
                  <a:lnTo>
                    <a:pt x="56" y="160"/>
                  </a:lnTo>
                  <a:lnTo>
                    <a:pt x="57" y="157"/>
                  </a:lnTo>
                  <a:lnTo>
                    <a:pt x="57" y="156"/>
                  </a:lnTo>
                  <a:lnTo>
                    <a:pt x="57" y="154"/>
                  </a:lnTo>
                  <a:lnTo>
                    <a:pt x="58" y="153"/>
                  </a:lnTo>
                  <a:lnTo>
                    <a:pt x="58" y="150"/>
                  </a:lnTo>
                  <a:lnTo>
                    <a:pt x="59" y="149"/>
                  </a:lnTo>
                  <a:lnTo>
                    <a:pt x="61" y="147"/>
                  </a:lnTo>
                  <a:lnTo>
                    <a:pt x="61" y="145"/>
                  </a:lnTo>
                  <a:lnTo>
                    <a:pt x="61" y="143"/>
                  </a:lnTo>
                  <a:lnTo>
                    <a:pt x="62" y="142"/>
                  </a:lnTo>
                  <a:lnTo>
                    <a:pt x="62" y="141"/>
                  </a:lnTo>
                  <a:lnTo>
                    <a:pt x="63" y="139"/>
                  </a:lnTo>
                  <a:lnTo>
                    <a:pt x="63" y="137"/>
                  </a:lnTo>
                  <a:lnTo>
                    <a:pt x="63" y="136"/>
                  </a:lnTo>
                  <a:lnTo>
                    <a:pt x="64" y="135"/>
                  </a:lnTo>
                  <a:lnTo>
                    <a:pt x="64" y="133"/>
                  </a:lnTo>
                  <a:lnTo>
                    <a:pt x="64" y="132"/>
                  </a:lnTo>
                  <a:lnTo>
                    <a:pt x="65" y="131"/>
                  </a:lnTo>
                  <a:lnTo>
                    <a:pt x="65" y="130"/>
                  </a:lnTo>
                  <a:lnTo>
                    <a:pt x="65" y="129"/>
                  </a:lnTo>
                  <a:lnTo>
                    <a:pt x="67" y="127"/>
                  </a:lnTo>
                  <a:lnTo>
                    <a:pt x="67" y="126"/>
                  </a:lnTo>
                  <a:lnTo>
                    <a:pt x="67" y="125"/>
                  </a:lnTo>
                  <a:lnTo>
                    <a:pt x="68" y="124"/>
                  </a:lnTo>
                  <a:lnTo>
                    <a:pt x="68" y="123"/>
                  </a:lnTo>
                  <a:lnTo>
                    <a:pt x="68" y="121"/>
                  </a:lnTo>
                  <a:lnTo>
                    <a:pt x="69" y="120"/>
                  </a:lnTo>
                  <a:lnTo>
                    <a:pt x="69" y="119"/>
                  </a:lnTo>
                  <a:lnTo>
                    <a:pt x="69" y="117"/>
                  </a:lnTo>
                  <a:lnTo>
                    <a:pt x="70" y="115"/>
                  </a:lnTo>
                  <a:lnTo>
                    <a:pt x="70" y="114"/>
                  </a:lnTo>
                  <a:lnTo>
                    <a:pt x="70" y="113"/>
                  </a:lnTo>
                  <a:lnTo>
                    <a:pt x="71" y="111"/>
                  </a:lnTo>
                  <a:lnTo>
                    <a:pt x="71" y="109"/>
                  </a:lnTo>
                  <a:lnTo>
                    <a:pt x="73" y="107"/>
                  </a:lnTo>
                  <a:lnTo>
                    <a:pt x="73" y="105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5" y="100"/>
                  </a:lnTo>
                  <a:lnTo>
                    <a:pt x="75" y="99"/>
                  </a:lnTo>
                  <a:lnTo>
                    <a:pt x="75" y="96"/>
                  </a:lnTo>
                  <a:lnTo>
                    <a:pt x="76" y="95"/>
                  </a:lnTo>
                  <a:lnTo>
                    <a:pt x="76" y="94"/>
                  </a:lnTo>
                  <a:lnTo>
                    <a:pt x="76" y="93"/>
                  </a:lnTo>
                  <a:lnTo>
                    <a:pt x="77" y="91"/>
                  </a:lnTo>
                  <a:lnTo>
                    <a:pt x="77" y="90"/>
                  </a:lnTo>
                  <a:lnTo>
                    <a:pt x="77" y="89"/>
                  </a:lnTo>
                  <a:lnTo>
                    <a:pt x="79" y="88"/>
                  </a:lnTo>
                  <a:lnTo>
                    <a:pt x="79" y="87"/>
                  </a:lnTo>
                  <a:lnTo>
                    <a:pt x="79" y="85"/>
                  </a:lnTo>
                  <a:lnTo>
                    <a:pt x="79" y="84"/>
                  </a:lnTo>
                  <a:lnTo>
                    <a:pt x="79" y="83"/>
                  </a:lnTo>
                  <a:lnTo>
                    <a:pt x="79" y="82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0" y="78"/>
                  </a:lnTo>
                  <a:lnTo>
                    <a:pt x="80" y="77"/>
                  </a:lnTo>
                  <a:lnTo>
                    <a:pt x="80" y="76"/>
                  </a:lnTo>
                  <a:lnTo>
                    <a:pt x="80" y="74"/>
                  </a:lnTo>
                  <a:lnTo>
                    <a:pt x="80" y="72"/>
                  </a:lnTo>
                  <a:lnTo>
                    <a:pt x="80" y="71"/>
                  </a:lnTo>
                  <a:lnTo>
                    <a:pt x="80" y="70"/>
                  </a:lnTo>
                  <a:lnTo>
                    <a:pt x="81" y="68"/>
                  </a:lnTo>
                  <a:lnTo>
                    <a:pt x="81" y="66"/>
                  </a:lnTo>
                  <a:lnTo>
                    <a:pt x="81" y="65"/>
                  </a:lnTo>
                  <a:lnTo>
                    <a:pt x="81" y="62"/>
                  </a:lnTo>
                  <a:lnTo>
                    <a:pt x="81" y="61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1" y="58"/>
                  </a:lnTo>
                  <a:lnTo>
                    <a:pt x="81" y="56"/>
                  </a:lnTo>
                  <a:lnTo>
                    <a:pt x="81" y="55"/>
                  </a:lnTo>
                  <a:lnTo>
                    <a:pt x="81" y="54"/>
                  </a:lnTo>
                  <a:lnTo>
                    <a:pt x="82" y="53"/>
                  </a:lnTo>
                  <a:lnTo>
                    <a:pt x="82" y="52"/>
                  </a:lnTo>
                  <a:lnTo>
                    <a:pt x="82" y="50"/>
                  </a:lnTo>
                  <a:lnTo>
                    <a:pt x="82" y="49"/>
                  </a:lnTo>
                  <a:lnTo>
                    <a:pt x="82" y="48"/>
                  </a:lnTo>
                  <a:lnTo>
                    <a:pt x="82" y="47"/>
                  </a:lnTo>
                  <a:lnTo>
                    <a:pt x="82" y="46"/>
                  </a:lnTo>
                  <a:lnTo>
                    <a:pt x="82" y="44"/>
                  </a:lnTo>
                  <a:lnTo>
                    <a:pt x="83" y="43"/>
                  </a:lnTo>
                  <a:lnTo>
                    <a:pt x="83" y="42"/>
                  </a:lnTo>
                  <a:lnTo>
                    <a:pt x="83" y="41"/>
                  </a:lnTo>
                  <a:lnTo>
                    <a:pt x="83" y="40"/>
                  </a:lnTo>
                  <a:lnTo>
                    <a:pt x="85" y="38"/>
                  </a:lnTo>
                  <a:lnTo>
                    <a:pt x="85" y="37"/>
                  </a:lnTo>
                  <a:lnTo>
                    <a:pt x="85" y="36"/>
                  </a:lnTo>
                  <a:lnTo>
                    <a:pt x="85" y="35"/>
                  </a:lnTo>
                  <a:lnTo>
                    <a:pt x="85" y="34"/>
                  </a:lnTo>
                  <a:lnTo>
                    <a:pt x="85" y="32"/>
                  </a:lnTo>
                  <a:lnTo>
                    <a:pt x="86" y="31"/>
                  </a:lnTo>
                  <a:lnTo>
                    <a:pt x="86" y="30"/>
                  </a:lnTo>
                  <a:lnTo>
                    <a:pt x="86" y="29"/>
                  </a:lnTo>
                  <a:lnTo>
                    <a:pt x="86" y="28"/>
                  </a:lnTo>
                  <a:lnTo>
                    <a:pt x="86" y="26"/>
                  </a:lnTo>
                  <a:lnTo>
                    <a:pt x="86" y="25"/>
                  </a:lnTo>
                  <a:lnTo>
                    <a:pt x="86" y="24"/>
                  </a:lnTo>
                  <a:lnTo>
                    <a:pt x="86" y="23"/>
                  </a:lnTo>
                  <a:lnTo>
                    <a:pt x="86" y="22"/>
                  </a:lnTo>
                  <a:lnTo>
                    <a:pt x="86" y="20"/>
                  </a:lnTo>
                  <a:lnTo>
                    <a:pt x="86" y="19"/>
                  </a:lnTo>
                  <a:lnTo>
                    <a:pt x="86" y="18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6" y="14"/>
                  </a:lnTo>
                  <a:lnTo>
                    <a:pt x="86" y="13"/>
                  </a:lnTo>
                  <a:lnTo>
                    <a:pt x="86" y="12"/>
                  </a:lnTo>
                  <a:lnTo>
                    <a:pt x="86" y="10"/>
                  </a:lnTo>
                  <a:lnTo>
                    <a:pt x="86" y="8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6" y="2"/>
                  </a:lnTo>
                  <a:lnTo>
                    <a:pt x="85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6" name="Freeform 255">
              <a:extLst>
                <a:ext uri="{FF2B5EF4-FFF2-40B4-BE49-F238E27FC236}">
                  <a16:creationId xmlns:a16="http://schemas.microsoft.com/office/drawing/2014/main" id="{5A1979E7-5E4E-428F-99C4-B1E380EBE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097"/>
              <a:ext cx="349" cy="167"/>
            </a:xfrm>
            <a:custGeom>
              <a:avLst/>
              <a:gdLst>
                <a:gd name="T0" fmla="*/ 4 w 505"/>
                <a:gd name="T1" fmla="*/ 0 h 337"/>
                <a:gd name="T2" fmla="*/ 4 w 505"/>
                <a:gd name="T3" fmla="*/ 0 h 337"/>
                <a:gd name="T4" fmla="*/ 0 w 505"/>
                <a:gd name="T5" fmla="*/ 0 h 3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5" h="337">
                  <a:moveTo>
                    <a:pt x="505" y="337"/>
                  </a:moveTo>
                  <a:lnTo>
                    <a:pt x="505" y="0"/>
                  </a:lnTo>
                  <a:lnTo>
                    <a:pt x="0" y="0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7" name="Freeform 256">
              <a:extLst>
                <a:ext uri="{FF2B5EF4-FFF2-40B4-BE49-F238E27FC236}">
                  <a16:creationId xmlns:a16="http://schemas.microsoft.com/office/drawing/2014/main" id="{7D5B03E9-E4A4-4766-A079-0FE9FCB80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454"/>
              <a:ext cx="253" cy="169"/>
            </a:xfrm>
            <a:custGeom>
              <a:avLst/>
              <a:gdLst>
                <a:gd name="T0" fmla="*/ 1 w 505"/>
                <a:gd name="T1" fmla="*/ 0 h 336"/>
                <a:gd name="T2" fmla="*/ 1 w 505"/>
                <a:gd name="T3" fmla="*/ 1 h 336"/>
                <a:gd name="T4" fmla="*/ 0 w 505"/>
                <a:gd name="T5" fmla="*/ 1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5" h="336">
                  <a:moveTo>
                    <a:pt x="505" y="0"/>
                  </a:moveTo>
                  <a:lnTo>
                    <a:pt x="505" y="336"/>
                  </a:lnTo>
                  <a:lnTo>
                    <a:pt x="0" y="336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8" name="Line 257">
              <a:extLst>
                <a:ext uri="{FF2B5EF4-FFF2-40B4-BE49-F238E27FC236}">
                  <a16:creationId xmlns:a16="http://schemas.microsoft.com/office/drawing/2014/main" id="{A47FB737-0010-4627-8D38-EF9B613FFB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05" y="2118"/>
              <a:ext cx="253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9" name="Line 258">
              <a:extLst>
                <a:ext uri="{FF2B5EF4-FFF2-40B4-BE49-F238E27FC236}">
                  <a16:creationId xmlns:a16="http://schemas.microsoft.com/office/drawing/2014/main" id="{15BE7B15-876C-43DE-B74D-12899E0A02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58" y="1433"/>
              <a:ext cx="1" cy="853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90" name="Line 259">
              <a:extLst>
                <a:ext uri="{FF2B5EF4-FFF2-40B4-BE49-F238E27FC236}">
                  <a16:creationId xmlns:a16="http://schemas.microsoft.com/office/drawing/2014/main" id="{C5C90DC5-7369-4361-B015-70C619320B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05" y="1601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91" name="Freeform 260">
              <a:extLst>
                <a:ext uri="{FF2B5EF4-FFF2-40B4-BE49-F238E27FC236}">
                  <a16:creationId xmlns:a16="http://schemas.microsoft.com/office/drawing/2014/main" id="{853EE81A-9B7D-460F-BEE6-5DFB401ED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589"/>
              <a:ext cx="24" cy="24"/>
            </a:xfrm>
            <a:custGeom>
              <a:avLst/>
              <a:gdLst>
                <a:gd name="T0" fmla="*/ 0 w 48"/>
                <a:gd name="T1" fmla="*/ 1 h 48"/>
                <a:gd name="T2" fmla="*/ 1 w 48"/>
                <a:gd name="T3" fmla="*/ 1 h 48"/>
                <a:gd name="T4" fmla="*/ 1 w 48"/>
                <a:gd name="T5" fmla="*/ 1 h 48"/>
                <a:gd name="T6" fmla="*/ 1 w 48"/>
                <a:gd name="T7" fmla="*/ 1 h 48"/>
                <a:gd name="T8" fmla="*/ 1 w 48"/>
                <a:gd name="T9" fmla="*/ 1 h 48"/>
                <a:gd name="T10" fmla="*/ 1 w 48"/>
                <a:gd name="T11" fmla="*/ 1 h 48"/>
                <a:gd name="T12" fmla="*/ 1 w 48"/>
                <a:gd name="T13" fmla="*/ 1 h 48"/>
                <a:gd name="T14" fmla="*/ 1 w 48"/>
                <a:gd name="T15" fmla="*/ 1 h 48"/>
                <a:gd name="T16" fmla="*/ 1 w 48"/>
                <a:gd name="T17" fmla="*/ 1 h 48"/>
                <a:gd name="T18" fmla="*/ 1 w 48"/>
                <a:gd name="T19" fmla="*/ 0 h 48"/>
                <a:gd name="T20" fmla="*/ 1 w 48"/>
                <a:gd name="T21" fmla="*/ 0 h 48"/>
                <a:gd name="T22" fmla="*/ 1 w 48"/>
                <a:gd name="T23" fmla="*/ 0 h 48"/>
                <a:gd name="T24" fmla="*/ 1 w 48"/>
                <a:gd name="T25" fmla="*/ 0 h 48"/>
                <a:gd name="T26" fmla="*/ 1 w 48"/>
                <a:gd name="T27" fmla="*/ 1 h 48"/>
                <a:gd name="T28" fmla="*/ 1 w 48"/>
                <a:gd name="T29" fmla="*/ 1 h 48"/>
                <a:gd name="T30" fmla="*/ 1 w 48"/>
                <a:gd name="T31" fmla="*/ 1 h 48"/>
                <a:gd name="T32" fmla="*/ 1 w 48"/>
                <a:gd name="T33" fmla="*/ 1 h 48"/>
                <a:gd name="T34" fmla="*/ 1 w 48"/>
                <a:gd name="T35" fmla="*/ 1 h 48"/>
                <a:gd name="T36" fmla="*/ 1 w 48"/>
                <a:gd name="T37" fmla="*/ 1 h 48"/>
                <a:gd name="T38" fmla="*/ 1 w 48"/>
                <a:gd name="T39" fmla="*/ 1 h 48"/>
                <a:gd name="T40" fmla="*/ 1 w 48"/>
                <a:gd name="T41" fmla="*/ 1 h 48"/>
                <a:gd name="T42" fmla="*/ 1 w 48"/>
                <a:gd name="T43" fmla="*/ 1 h 48"/>
                <a:gd name="T44" fmla="*/ 1 w 48"/>
                <a:gd name="T45" fmla="*/ 1 h 48"/>
                <a:gd name="T46" fmla="*/ 1 w 48"/>
                <a:gd name="T47" fmla="*/ 1 h 48"/>
                <a:gd name="T48" fmla="*/ 1 w 48"/>
                <a:gd name="T49" fmla="*/ 1 h 48"/>
                <a:gd name="T50" fmla="*/ 1 w 48"/>
                <a:gd name="T51" fmla="*/ 1 h 48"/>
                <a:gd name="T52" fmla="*/ 1 w 48"/>
                <a:gd name="T53" fmla="*/ 1 h 48"/>
                <a:gd name="T54" fmla="*/ 1 w 48"/>
                <a:gd name="T55" fmla="*/ 1 h 48"/>
                <a:gd name="T56" fmla="*/ 1 w 48"/>
                <a:gd name="T57" fmla="*/ 1 h 48"/>
                <a:gd name="T58" fmla="*/ 1 w 48"/>
                <a:gd name="T59" fmla="*/ 1 h 48"/>
                <a:gd name="T60" fmla="*/ 1 w 48"/>
                <a:gd name="T61" fmla="*/ 1 h 48"/>
                <a:gd name="T62" fmla="*/ 1 w 48"/>
                <a:gd name="T63" fmla="*/ 1 h 48"/>
                <a:gd name="T64" fmla="*/ 1 w 48"/>
                <a:gd name="T65" fmla="*/ 1 h 48"/>
                <a:gd name="T66" fmla="*/ 1 w 48"/>
                <a:gd name="T67" fmla="*/ 1 h 48"/>
                <a:gd name="T68" fmla="*/ 1 w 48"/>
                <a:gd name="T69" fmla="*/ 1 h 48"/>
                <a:gd name="T70" fmla="*/ 1 w 48"/>
                <a:gd name="T71" fmla="*/ 1 h 48"/>
                <a:gd name="T72" fmla="*/ 1 w 48"/>
                <a:gd name="T73" fmla="*/ 1 h 48"/>
                <a:gd name="T74" fmla="*/ 1 w 48"/>
                <a:gd name="T75" fmla="*/ 1 h 48"/>
                <a:gd name="T76" fmla="*/ 1 w 48"/>
                <a:gd name="T77" fmla="*/ 1 h 48"/>
                <a:gd name="T78" fmla="*/ 1 w 48"/>
                <a:gd name="T79" fmla="*/ 1 h 48"/>
                <a:gd name="T80" fmla="*/ 1 w 48"/>
                <a:gd name="T81" fmla="*/ 1 h 48"/>
                <a:gd name="T82" fmla="*/ 1 w 48"/>
                <a:gd name="T83" fmla="*/ 1 h 48"/>
                <a:gd name="T84" fmla="*/ 1 w 48"/>
                <a:gd name="T85" fmla="*/ 1 h 48"/>
                <a:gd name="T86" fmla="*/ 1 w 48"/>
                <a:gd name="T87" fmla="*/ 1 h 48"/>
                <a:gd name="T88" fmla="*/ 1 w 48"/>
                <a:gd name="T89" fmla="*/ 1 h 48"/>
                <a:gd name="T90" fmla="*/ 1 w 48"/>
                <a:gd name="T91" fmla="*/ 1 h 48"/>
                <a:gd name="T92" fmla="*/ 1 w 48"/>
                <a:gd name="T93" fmla="*/ 1 h 48"/>
                <a:gd name="T94" fmla="*/ 1 w 48"/>
                <a:gd name="T95" fmla="*/ 1 h 48"/>
                <a:gd name="T96" fmla="*/ 1 w 48"/>
                <a:gd name="T97" fmla="*/ 1 h 48"/>
                <a:gd name="T98" fmla="*/ 1 w 48"/>
                <a:gd name="T99" fmla="*/ 1 h 48"/>
                <a:gd name="T100" fmla="*/ 1 w 48"/>
                <a:gd name="T101" fmla="*/ 1 h 48"/>
                <a:gd name="T102" fmla="*/ 1 w 48"/>
                <a:gd name="T103" fmla="*/ 1 h 48"/>
                <a:gd name="T104" fmla="*/ 1 w 48"/>
                <a:gd name="T105" fmla="*/ 1 h 48"/>
                <a:gd name="T106" fmla="*/ 1 w 48"/>
                <a:gd name="T107" fmla="*/ 1 h 48"/>
                <a:gd name="T108" fmla="*/ 1 w 48"/>
                <a:gd name="T109" fmla="*/ 1 h 48"/>
                <a:gd name="T110" fmla="*/ 0 w 48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7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7" y="5"/>
                  </a:lnTo>
                  <a:lnTo>
                    <a:pt x="38" y="5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1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11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5" y="16"/>
                  </a:lnTo>
                  <a:lnTo>
                    <a:pt x="47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8"/>
                  </a:lnTo>
                  <a:lnTo>
                    <a:pt x="47" y="29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5" y="32"/>
                  </a:lnTo>
                  <a:lnTo>
                    <a:pt x="45" y="34"/>
                  </a:lnTo>
                  <a:lnTo>
                    <a:pt x="45" y="35"/>
                  </a:lnTo>
                  <a:lnTo>
                    <a:pt x="44" y="36"/>
                  </a:lnTo>
                  <a:lnTo>
                    <a:pt x="43" y="37"/>
                  </a:lnTo>
                  <a:lnTo>
                    <a:pt x="43" y="38"/>
                  </a:lnTo>
                  <a:lnTo>
                    <a:pt x="42" y="38"/>
                  </a:lnTo>
                  <a:lnTo>
                    <a:pt x="42" y="40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37" y="43"/>
                  </a:lnTo>
                  <a:lnTo>
                    <a:pt x="36" y="44"/>
                  </a:lnTo>
                  <a:lnTo>
                    <a:pt x="35" y="44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1" y="47"/>
                  </a:lnTo>
                  <a:lnTo>
                    <a:pt x="30" y="47"/>
                  </a:lnTo>
                  <a:lnTo>
                    <a:pt x="29" y="47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8"/>
                  </a:lnTo>
                  <a:lnTo>
                    <a:pt x="20" y="48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5" y="46"/>
                  </a:lnTo>
                  <a:lnTo>
                    <a:pt x="14" y="46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1" y="43"/>
                  </a:lnTo>
                  <a:lnTo>
                    <a:pt x="9" y="42"/>
                  </a:lnTo>
                  <a:lnTo>
                    <a:pt x="8" y="42"/>
                  </a:lnTo>
                  <a:lnTo>
                    <a:pt x="7" y="41"/>
                  </a:lnTo>
                  <a:lnTo>
                    <a:pt x="7" y="40"/>
                  </a:lnTo>
                  <a:lnTo>
                    <a:pt x="6" y="38"/>
                  </a:lnTo>
                  <a:lnTo>
                    <a:pt x="5" y="38"/>
                  </a:lnTo>
                  <a:lnTo>
                    <a:pt x="5" y="37"/>
                  </a:lnTo>
                  <a:lnTo>
                    <a:pt x="3" y="36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92" name="Freeform 261">
              <a:extLst>
                <a:ext uri="{FF2B5EF4-FFF2-40B4-BE49-F238E27FC236}">
                  <a16:creationId xmlns:a16="http://schemas.microsoft.com/office/drawing/2014/main" id="{230A3E6F-6045-4886-B632-BCF540D67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106"/>
              <a:ext cx="24" cy="24"/>
            </a:xfrm>
            <a:custGeom>
              <a:avLst/>
              <a:gdLst>
                <a:gd name="T0" fmla="*/ 0 w 48"/>
                <a:gd name="T1" fmla="*/ 1 h 48"/>
                <a:gd name="T2" fmla="*/ 1 w 48"/>
                <a:gd name="T3" fmla="*/ 1 h 48"/>
                <a:gd name="T4" fmla="*/ 1 w 48"/>
                <a:gd name="T5" fmla="*/ 1 h 48"/>
                <a:gd name="T6" fmla="*/ 1 w 48"/>
                <a:gd name="T7" fmla="*/ 1 h 48"/>
                <a:gd name="T8" fmla="*/ 1 w 48"/>
                <a:gd name="T9" fmla="*/ 1 h 48"/>
                <a:gd name="T10" fmla="*/ 1 w 48"/>
                <a:gd name="T11" fmla="*/ 1 h 48"/>
                <a:gd name="T12" fmla="*/ 1 w 48"/>
                <a:gd name="T13" fmla="*/ 1 h 48"/>
                <a:gd name="T14" fmla="*/ 1 w 48"/>
                <a:gd name="T15" fmla="*/ 1 h 48"/>
                <a:gd name="T16" fmla="*/ 1 w 48"/>
                <a:gd name="T17" fmla="*/ 1 h 48"/>
                <a:gd name="T18" fmla="*/ 1 w 48"/>
                <a:gd name="T19" fmla="*/ 0 h 48"/>
                <a:gd name="T20" fmla="*/ 1 w 48"/>
                <a:gd name="T21" fmla="*/ 0 h 48"/>
                <a:gd name="T22" fmla="*/ 1 w 48"/>
                <a:gd name="T23" fmla="*/ 0 h 48"/>
                <a:gd name="T24" fmla="*/ 1 w 48"/>
                <a:gd name="T25" fmla="*/ 0 h 48"/>
                <a:gd name="T26" fmla="*/ 1 w 48"/>
                <a:gd name="T27" fmla="*/ 1 h 48"/>
                <a:gd name="T28" fmla="*/ 1 w 48"/>
                <a:gd name="T29" fmla="*/ 1 h 48"/>
                <a:gd name="T30" fmla="*/ 1 w 48"/>
                <a:gd name="T31" fmla="*/ 1 h 48"/>
                <a:gd name="T32" fmla="*/ 1 w 48"/>
                <a:gd name="T33" fmla="*/ 1 h 48"/>
                <a:gd name="T34" fmla="*/ 1 w 48"/>
                <a:gd name="T35" fmla="*/ 1 h 48"/>
                <a:gd name="T36" fmla="*/ 1 w 48"/>
                <a:gd name="T37" fmla="*/ 1 h 48"/>
                <a:gd name="T38" fmla="*/ 1 w 48"/>
                <a:gd name="T39" fmla="*/ 1 h 48"/>
                <a:gd name="T40" fmla="*/ 1 w 48"/>
                <a:gd name="T41" fmla="*/ 1 h 48"/>
                <a:gd name="T42" fmla="*/ 1 w 48"/>
                <a:gd name="T43" fmla="*/ 1 h 48"/>
                <a:gd name="T44" fmla="*/ 1 w 48"/>
                <a:gd name="T45" fmla="*/ 1 h 48"/>
                <a:gd name="T46" fmla="*/ 1 w 48"/>
                <a:gd name="T47" fmla="*/ 1 h 48"/>
                <a:gd name="T48" fmla="*/ 1 w 48"/>
                <a:gd name="T49" fmla="*/ 1 h 48"/>
                <a:gd name="T50" fmla="*/ 1 w 48"/>
                <a:gd name="T51" fmla="*/ 1 h 48"/>
                <a:gd name="T52" fmla="*/ 1 w 48"/>
                <a:gd name="T53" fmla="*/ 1 h 48"/>
                <a:gd name="T54" fmla="*/ 1 w 48"/>
                <a:gd name="T55" fmla="*/ 1 h 48"/>
                <a:gd name="T56" fmla="*/ 1 w 48"/>
                <a:gd name="T57" fmla="*/ 1 h 48"/>
                <a:gd name="T58" fmla="*/ 1 w 48"/>
                <a:gd name="T59" fmla="*/ 1 h 48"/>
                <a:gd name="T60" fmla="*/ 1 w 48"/>
                <a:gd name="T61" fmla="*/ 1 h 48"/>
                <a:gd name="T62" fmla="*/ 1 w 48"/>
                <a:gd name="T63" fmla="*/ 1 h 48"/>
                <a:gd name="T64" fmla="*/ 1 w 48"/>
                <a:gd name="T65" fmla="*/ 1 h 48"/>
                <a:gd name="T66" fmla="*/ 1 w 48"/>
                <a:gd name="T67" fmla="*/ 1 h 48"/>
                <a:gd name="T68" fmla="*/ 1 w 48"/>
                <a:gd name="T69" fmla="*/ 1 h 48"/>
                <a:gd name="T70" fmla="*/ 1 w 48"/>
                <a:gd name="T71" fmla="*/ 1 h 48"/>
                <a:gd name="T72" fmla="*/ 1 w 48"/>
                <a:gd name="T73" fmla="*/ 1 h 48"/>
                <a:gd name="T74" fmla="*/ 1 w 48"/>
                <a:gd name="T75" fmla="*/ 1 h 48"/>
                <a:gd name="T76" fmla="*/ 1 w 48"/>
                <a:gd name="T77" fmla="*/ 1 h 48"/>
                <a:gd name="T78" fmla="*/ 1 w 48"/>
                <a:gd name="T79" fmla="*/ 1 h 48"/>
                <a:gd name="T80" fmla="*/ 1 w 48"/>
                <a:gd name="T81" fmla="*/ 1 h 48"/>
                <a:gd name="T82" fmla="*/ 1 w 48"/>
                <a:gd name="T83" fmla="*/ 1 h 48"/>
                <a:gd name="T84" fmla="*/ 1 w 48"/>
                <a:gd name="T85" fmla="*/ 1 h 48"/>
                <a:gd name="T86" fmla="*/ 1 w 48"/>
                <a:gd name="T87" fmla="*/ 1 h 48"/>
                <a:gd name="T88" fmla="*/ 1 w 48"/>
                <a:gd name="T89" fmla="*/ 1 h 48"/>
                <a:gd name="T90" fmla="*/ 1 w 48"/>
                <a:gd name="T91" fmla="*/ 1 h 48"/>
                <a:gd name="T92" fmla="*/ 1 w 48"/>
                <a:gd name="T93" fmla="*/ 1 h 48"/>
                <a:gd name="T94" fmla="*/ 1 w 48"/>
                <a:gd name="T95" fmla="*/ 1 h 48"/>
                <a:gd name="T96" fmla="*/ 1 w 48"/>
                <a:gd name="T97" fmla="*/ 1 h 48"/>
                <a:gd name="T98" fmla="*/ 1 w 48"/>
                <a:gd name="T99" fmla="*/ 1 h 48"/>
                <a:gd name="T100" fmla="*/ 1 w 48"/>
                <a:gd name="T101" fmla="*/ 1 h 48"/>
                <a:gd name="T102" fmla="*/ 1 w 48"/>
                <a:gd name="T103" fmla="*/ 1 h 48"/>
                <a:gd name="T104" fmla="*/ 1 w 48"/>
                <a:gd name="T105" fmla="*/ 1 h 48"/>
                <a:gd name="T106" fmla="*/ 1 w 48"/>
                <a:gd name="T107" fmla="*/ 1 h 48"/>
                <a:gd name="T108" fmla="*/ 1 w 48"/>
                <a:gd name="T109" fmla="*/ 1 h 48"/>
                <a:gd name="T110" fmla="*/ 0 w 48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2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4" y="10"/>
                  </a:lnTo>
                  <a:lnTo>
                    <a:pt x="45" y="12"/>
                  </a:lnTo>
                  <a:lnTo>
                    <a:pt x="46" y="13"/>
                  </a:lnTo>
                  <a:lnTo>
                    <a:pt x="46" y="14"/>
                  </a:lnTo>
                  <a:lnTo>
                    <a:pt x="46" y="15"/>
                  </a:lnTo>
                  <a:lnTo>
                    <a:pt x="47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7" y="28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6" y="35"/>
                  </a:lnTo>
                  <a:lnTo>
                    <a:pt x="45" y="36"/>
                  </a:lnTo>
                  <a:lnTo>
                    <a:pt x="44" y="37"/>
                  </a:lnTo>
                  <a:lnTo>
                    <a:pt x="44" y="38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1" y="41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36" y="44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7"/>
                  </a:lnTo>
                  <a:lnTo>
                    <a:pt x="30" y="47"/>
                  </a:lnTo>
                  <a:lnTo>
                    <a:pt x="29" y="47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6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2" y="44"/>
                  </a:lnTo>
                  <a:lnTo>
                    <a:pt x="11" y="43"/>
                  </a:lnTo>
                  <a:lnTo>
                    <a:pt x="10" y="42"/>
                  </a:lnTo>
                  <a:lnTo>
                    <a:pt x="9" y="42"/>
                  </a:lnTo>
                  <a:lnTo>
                    <a:pt x="7" y="41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5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93" name="Line 262">
              <a:extLst>
                <a:ext uri="{FF2B5EF4-FFF2-40B4-BE49-F238E27FC236}">
                  <a16:creationId xmlns:a16="http://schemas.microsoft.com/office/drawing/2014/main" id="{6D31DF72-F926-4FB8-A511-BFA2354837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59" y="1349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94" name="Line 263">
              <a:extLst>
                <a:ext uri="{FF2B5EF4-FFF2-40B4-BE49-F238E27FC236}">
                  <a16:creationId xmlns:a16="http://schemas.microsoft.com/office/drawing/2014/main" id="{82002B7D-E2FD-4291-AD5B-657374B417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59" y="2370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95" name="Rectangle 264">
              <a:extLst>
                <a:ext uri="{FF2B5EF4-FFF2-40B4-BE49-F238E27FC236}">
                  <a16:creationId xmlns:a16="http://schemas.microsoft.com/office/drawing/2014/main" id="{A033031E-61E7-4F1D-A9B5-174ECD234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0" y="1277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96" name="Rectangle 265">
              <a:extLst>
                <a:ext uri="{FF2B5EF4-FFF2-40B4-BE49-F238E27FC236}">
                  <a16:creationId xmlns:a16="http://schemas.microsoft.com/office/drawing/2014/main" id="{3931FFD7-69FB-4965-BD5F-831A77862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0" y="1331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97" name="Rectangle 266">
              <a:extLst>
                <a:ext uri="{FF2B5EF4-FFF2-40B4-BE49-F238E27FC236}">
                  <a16:creationId xmlns:a16="http://schemas.microsoft.com/office/drawing/2014/main" id="{F69A72B3-0184-4CD2-8129-1CF5A14BA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" y="2299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98" name="Rectangle 267">
              <a:extLst>
                <a:ext uri="{FF2B5EF4-FFF2-40B4-BE49-F238E27FC236}">
                  <a16:creationId xmlns:a16="http://schemas.microsoft.com/office/drawing/2014/main" id="{47547F48-8EDF-40C9-8799-610C70DB3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8" y="2354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99" name="Rectangle 268">
              <a:extLst>
                <a:ext uri="{FF2B5EF4-FFF2-40B4-BE49-F238E27FC236}">
                  <a16:creationId xmlns:a16="http://schemas.microsoft.com/office/drawing/2014/main" id="{0B5A9A00-7934-442B-B996-0AB93F549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846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00" name="Rectangle 269">
              <a:extLst>
                <a:ext uri="{FF2B5EF4-FFF2-40B4-BE49-F238E27FC236}">
                  <a16:creationId xmlns:a16="http://schemas.microsoft.com/office/drawing/2014/main" id="{3F5E3BB6-3A44-4552-986C-C5E15CD5C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90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01" name="Rectangle 270">
              <a:extLst>
                <a:ext uri="{FF2B5EF4-FFF2-40B4-BE49-F238E27FC236}">
                  <a16:creationId xmlns:a16="http://schemas.microsoft.com/office/drawing/2014/main" id="{8D545689-CBD5-49B4-B20C-0B137E5CB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021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02" name="Line 271">
              <a:extLst>
                <a:ext uri="{FF2B5EF4-FFF2-40B4-BE49-F238E27FC236}">
                  <a16:creationId xmlns:a16="http://schemas.microsoft.com/office/drawing/2014/main" id="{A4C89D02-1269-40AA-9E46-EC7882CB04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0" y="1036"/>
              <a:ext cx="3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03" name="Rectangle 272">
              <a:extLst>
                <a:ext uri="{FF2B5EF4-FFF2-40B4-BE49-F238E27FC236}">
                  <a16:creationId xmlns:a16="http://schemas.microsoft.com/office/drawing/2014/main" id="{A86044CB-CF6B-43EC-8C80-DD1C8FD36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073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04" name="Rectangle 273">
              <a:extLst>
                <a:ext uri="{FF2B5EF4-FFF2-40B4-BE49-F238E27FC236}">
                  <a16:creationId xmlns:a16="http://schemas.microsoft.com/office/drawing/2014/main" id="{4BE5F74C-13FF-4C9D-998E-5A576F6E5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188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05" name="Freeform 274">
              <a:extLst>
                <a:ext uri="{FF2B5EF4-FFF2-40B4-BE49-F238E27FC236}">
                  <a16:creationId xmlns:a16="http://schemas.microsoft.com/office/drawing/2014/main" id="{FEB3C568-B918-4623-A081-35D615BDF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928"/>
              <a:ext cx="84" cy="84"/>
            </a:xfrm>
            <a:custGeom>
              <a:avLst/>
              <a:gdLst>
                <a:gd name="T0" fmla="*/ 0 w 169"/>
                <a:gd name="T1" fmla="*/ 0 h 168"/>
                <a:gd name="T2" fmla="*/ 0 w 169"/>
                <a:gd name="T3" fmla="*/ 0 h 168"/>
                <a:gd name="T4" fmla="*/ 0 w 169"/>
                <a:gd name="T5" fmla="*/ 1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68">
                  <a:moveTo>
                    <a:pt x="0" y="0"/>
                  </a:moveTo>
                  <a:lnTo>
                    <a:pt x="169" y="0"/>
                  </a:lnTo>
                  <a:lnTo>
                    <a:pt x="169" y="168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06" name="Freeform 275">
              <a:extLst>
                <a:ext uri="{FF2B5EF4-FFF2-40B4-BE49-F238E27FC236}">
                  <a16:creationId xmlns:a16="http://schemas.microsoft.com/office/drawing/2014/main" id="{5CCE556E-71CC-415B-B67B-0395A93B5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180"/>
              <a:ext cx="84" cy="84"/>
            </a:xfrm>
            <a:custGeom>
              <a:avLst/>
              <a:gdLst>
                <a:gd name="T0" fmla="*/ 0 w 169"/>
                <a:gd name="T1" fmla="*/ 0 h 169"/>
                <a:gd name="T2" fmla="*/ 0 w 169"/>
                <a:gd name="T3" fmla="*/ 0 h 169"/>
                <a:gd name="T4" fmla="*/ 0 w 169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69">
                  <a:moveTo>
                    <a:pt x="0" y="169"/>
                  </a:moveTo>
                  <a:lnTo>
                    <a:pt x="169" y="169"/>
                  </a:lnTo>
                  <a:lnTo>
                    <a:pt x="169" y="0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07" name="Rectangle 276">
              <a:extLst>
                <a:ext uri="{FF2B5EF4-FFF2-40B4-BE49-F238E27FC236}">
                  <a16:creationId xmlns:a16="http://schemas.microsoft.com/office/drawing/2014/main" id="{7B1BD4DB-033D-4C58-92C1-2D61598F9D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243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08" name="Rectangle 277">
              <a:extLst>
                <a:ext uri="{FF2B5EF4-FFF2-40B4-BE49-F238E27FC236}">
                  <a16:creationId xmlns:a16="http://schemas.microsoft.com/office/drawing/2014/main" id="{7E836249-CEA0-4A1F-A23E-6D043CBDC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448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09" name="Rectangle 278">
              <a:extLst>
                <a:ext uri="{FF2B5EF4-FFF2-40B4-BE49-F238E27FC236}">
                  <a16:creationId xmlns:a16="http://schemas.microsoft.com/office/drawing/2014/main" id="{60FB8D1E-009D-4B89-98DF-9FCF61731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1503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0" name="Rectangle 279">
              <a:extLst>
                <a:ext uri="{FF2B5EF4-FFF2-40B4-BE49-F238E27FC236}">
                  <a16:creationId xmlns:a16="http://schemas.microsoft.com/office/drawing/2014/main" id="{40AF6198-CCB9-48A0-A552-572D4DBB4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62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1" name="Line 280">
              <a:extLst>
                <a:ext uri="{FF2B5EF4-FFF2-40B4-BE49-F238E27FC236}">
                  <a16:creationId xmlns:a16="http://schemas.microsoft.com/office/drawing/2014/main" id="{AC00C155-240D-4EF8-A97E-5AAE4D110B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0" y="1637"/>
              <a:ext cx="3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2" name="Rectangle 281">
              <a:extLst>
                <a:ext uri="{FF2B5EF4-FFF2-40B4-BE49-F238E27FC236}">
                  <a16:creationId xmlns:a16="http://schemas.microsoft.com/office/drawing/2014/main" id="{6ADBC9DE-0339-44B8-8C2D-180791D54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675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3" name="Rectangle 282">
              <a:extLst>
                <a:ext uri="{FF2B5EF4-FFF2-40B4-BE49-F238E27FC236}">
                  <a16:creationId xmlns:a16="http://schemas.microsoft.com/office/drawing/2014/main" id="{D63ED92D-B11E-4322-8904-1785BE094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95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4" name="Line 283">
              <a:extLst>
                <a:ext uri="{FF2B5EF4-FFF2-40B4-BE49-F238E27FC236}">
                  <a16:creationId xmlns:a16="http://schemas.microsoft.com/office/drawing/2014/main" id="{9C7A2360-7E94-4045-BBF4-E905A14482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12" y="1974"/>
              <a:ext cx="2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5" name="Rectangle 284">
              <a:extLst>
                <a:ext uri="{FF2B5EF4-FFF2-40B4-BE49-F238E27FC236}">
                  <a16:creationId xmlns:a16="http://schemas.microsoft.com/office/drawing/2014/main" id="{51F4FE46-F1CC-4DF7-B1B2-B66D03A03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200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6" name="Rectangle 285">
              <a:extLst>
                <a:ext uri="{FF2B5EF4-FFF2-40B4-BE49-F238E27FC236}">
                  <a16:creationId xmlns:a16="http://schemas.microsoft.com/office/drawing/2014/main" id="{8D2536B9-001D-4E1A-85EA-210CF52FC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131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7" name="Freeform 286">
              <a:extLst>
                <a:ext uri="{FF2B5EF4-FFF2-40B4-BE49-F238E27FC236}">
                  <a16:creationId xmlns:a16="http://schemas.microsoft.com/office/drawing/2014/main" id="{269994D9-1A13-4962-AACF-D6AF9B8B1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623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8" name="Line 287">
              <a:extLst>
                <a:ext uri="{FF2B5EF4-FFF2-40B4-BE49-F238E27FC236}">
                  <a16:creationId xmlns:a16="http://schemas.microsoft.com/office/drawing/2014/main" id="{346E2665-B94A-405E-B9DD-D8F29BF10B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2623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9" name="Freeform 288">
              <a:extLst>
                <a:ext uri="{FF2B5EF4-FFF2-40B4-BE49-F238E27FC236}">
                  <a16:creationId xmlns:a16="http://schemas.microsoft.com/office/drawing/2014/main" id="{A251AB86-21A6-479B-AAF2-C7379882E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623"/>
              <a:ext cx="96" cy="1"/>
            </a:xfrm>
            <a:custGeom>
              <a:avLst/>
              <a:gdLst>
                <a:gd name="T0" fmla="*/ 1 w 192"/>
                <a:gd name="T1" fmla="*/ 0 h 1"/>
                <a:gd name="T2" fmla="*/ 0 w 192"/>
                <a:gd name="T3" fmla="*/ 0 h 1"/>
                <a:gd name="T4" fmla="*/ 1 w 19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">
                  <a:moveTo>
                    <a:pt x="192" y="0"/>
                  </a:moveTo>
                  <a:lnTo>
                    <a:pt x="0" y="0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20" name="Line 289">
              <a:extLst>
                <a:ext uri="{FF2B5EF4-FFF2-40B4-BE49-F238E27FC236}">
                  <a16:creationId xmlns:a16="http://schemas.microsoft.com/office/drawing/2014/main" id="{0E55B408-6681-4D18-9C9E-4A844FA5BF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09" y="2623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21" name="Freeform 290">
              <a:extLst>
                <a:ext uri="{FF2B5EF4-FFF2-40B4-BE49-F238E27FC236}">
                  <a16:creationId xmlns:a16="http://schemas.microsoft.com/office/drawing/2014/main" id="{5030027E-CE2A-4B0E-B60E-D3497A007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707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22" name="Line 291">
              <a:extLst>
                <a:ext uri="{FF2B5EF4-FFF2-40B4-BE49-F238E27FC236}">
                  <a16:creationId xmlns:a16="http://schemas.microsoft.com/office/drawing/2014/main" id="{9B2DE728-84DB-4481-B877-DCCBEA679F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2707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23" name="Freeform 292">
              <a:extLst>
                <a:ext uri="{FF2B5EF4-FFF2-40B4-BE49-F238E27FC236}">
                  <a16:creationId xmlns:a16="http://schemas.microsoft.com/office/drawing/2014/main" id="{009EFF09-782A-48C8-84D3-C7629D83F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539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24" name="Line 293">
              <a:extLst>
                <a:ext uri="{FF2B5EF4-FFF2-40B4-BE49-F238E27FC236}">
                  <a16:creationId xmlns:a16="http://schemas.microsoft.com/office/drawing/2014/main" id="{FA2B6D6D-6493-45E1-AA5C-15D20C0C4A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2539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25" name="Freeform 294">
              <a:extLst>
                <a:ext uri="{FF2B5EF4-FFF2-40B4-BE49-F238E27FC236}">
                  <a16:creationId xmlns:a16="http://schemas.microsoft.com/office/drawing/2014/main" id="{61DF6EFD-8DA4-45E7-9246-FD3ABC9EC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454"/>
              <a:ext cx="84" cy="85"/>
            </a:xfrm>
            <a:custGeom>
              <a:avLst/>
              <a:gdLst>
                <a:gd name="T0" fmla="*/ 0 w 169"/>
                <a:gd name="T1" fmla="*/ 0 h 168"/>
                <a:gd name="T2" fmla="*/ 0 w 169"/>
                <a:gd name="T3" fmla="*/ 0 h 168"/>
                <a:gd name="T4" fmla="*/ 0 w 169"/>
                <a:gd name="T5" fmla="*/ 1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68">
                  <a:moveTo>
                    <a:pt x="0" y="0"/>
                  </a:moveTo>
                  <a:lnTo>
                    <a:pt x="169" y="0"/>
                  </a:lnTo>
                  <a:lnTo>
                    <a:pt x="169" y="168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26" name="Freeform 295">
              <a:extLst>
                <a:ext uri="{FF2B5EF4-FFF2-40B4-BE49-F238E27FC236}">
                  <a16:creationId xmlns:a16="http://schemas.microsoft.com/office/drawing/2014/main" id="{7B029A3A-C0D9-423A-A751-2C3F8283D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707"/>
              <a:ext cx="84" cy="96"/>
            </a:xfrm>
            <a:custGeom>
              <a:avLst/>
              <a:gdLst>
                <a:gd name="T0" fmla="*/ 0 w 169"/>
                <a:gd name="T1" fmla="*/ 1 h 192"/>
                <a:gd name="T2" fmla="*/ 0 w 169"/>
                <a:gd name="T3" fmla="*/ 1 h 192"/>
                <a:gd name="T4" fmla="*/ 0 w 169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92">
                  <a:moveTo>
                    <a:pt x="0" y="192"/>
                  </a:moveTo>
                  <a:lnTo>
                    <a:pt x="169" y="192"/>
                  </a:lnTo>
                  <a:lnTo>
                    <a:pt x="169" y="0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27" name="Rectangle 296">
              <a:extLst>
                <a:ext uri="{FF2B5EF4-FFF2-40B4-BE49-F238E27FC236}">
                  <a16:creationId xmlns:a16="http://schemas.microsoft.com/office/drawing/2014/main" id="{BF95C749-947A-4524-9C08-A40BEBD48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18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28" name="Rectangle 297">
              <a:extLst>
                <a:ext uri="{FF2B5EF4-FFF2-40B4-BE49-F238E27FC236}">
                  <a16:creationId xmlns:a16="http://schemas.microsoft.com/office/drawing/2014/main" id="{77A2ED88-3E4B-4D63-B27A-12C292302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2382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29" name="Rectangle 298">
              <a:extLst>
                <a:ext uri="{FF2B5EF4-FFF2-40B4-BE49-F238E27FC236}">
                  <a16:creationId xmlns:a16="http://schemas.microsoft.com/office/drawing/2014/main" id="{067B9BB9-CB39-41D7-8466-E5550F67E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2437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30" name="Rectangle 299">
              <a:extLst>
                <a:ext uri="{FF2B5EF4-FFF2-40B4-BE49-F238E27FC236}">
                  <a16:creationId xmlns:a16="http://schemas.microsoft.com/office/drawing/2014/main" id="{B28D875B-5C75-4176-9372-519EAB6C9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552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31" name="Rectangle 300">
              <a:extLst>
                <a:ext uri="{FF2B5EF4-FFF2-40B4-BE49-F238E27FC236}">
                  <a16:creationId xmlns:a16="http://schemas.microsoft.com/office/drawing/2014/main" id="{5AB93971-5BED-4E82-9FBC-83CBF186B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607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32" name="Rectangle 301">
              <a:extLst>
                <a:ext uri="{FF2B5EF4-FFF2-40B4-BE49-F238E27FC236}">
                  <a16:creationId xmlns:a16="http://schemas.microsoft.com/office/drawing/2014/main" id="{2CF98658-E2F3-4246-ADA4-A048B81E6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72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33" name="Rectangle 302">
              <a:extLst>
                <a:ext uri="{FF2B5EF4-FFF2-40B4-BE49-F238E27FC236}">
                  <a16:creationId xmlns:a16="http://schemas.microsoft.com/office/drawing/2014/main" id="{EFE79660-5B1B-4E91-AB99-08CB2F1DA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78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34" name="Rectangle 303">
              <a:extLst>
                <a:ext uri="{FF2B5EF4-FFF2-40B4-BE49-F238E27FC236}">
                  <a16:creationId xmlns:a16="http://schemas.microsoft.com/office/drawing/2014/main" id="{3B7F3A89-A36F-462A-9155-443FB63AF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3010"/>
              <a:ext cx="115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(c) Combined circuit for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35" name="Rectangle 304">
              <a:extLst>
                <a:ext uri="{FF2B5EF4-FFF2-40B4-BE49-F238E27FC236}">
                  <a16:creationId xmlns:a16="http://schemas.microsoft.com/office/drawing/2014/main" id="{DA60F777-7A88-4B49-98BD-8EE8E845B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3002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36" name="Rectangle 305">
              <a:extLst>
                <a:ext uri="{FF2B5EF4-FFF2-40B4-BE49-F238E27FC236}">
                  <a16:creationId xmlns:a16="http://schemas.microsoft.com/office/drawing/2014/main" id="{7B8A1F2F-D535-4EA6-BCE4-A981C2EDB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8" y="305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37" name="Rectangle 306">
              <a:extLst>
                <a:ext uri="{FF2B5EF4-FFF2-40B4-BE49-F238E27FC236}">
                  <a16:creationId xmlns:a16="http://schemas.microsoft.com/office/drawing/2014/main" id="{99D5FCDA-43AB-48A1-BCA4-C3DB63390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3002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38" name="Rectangle 307">
              <a:extLst>
                <a:ext uri="{FF2B5EF4-FFF2-40B4-BE49-F238E27FC236}">
                  <a16:creationId xmlns:a16="http://schemas.microsoft.com/office/drawing/2014/main" id="{DEEEB8C8-ED03-4FA9-A2DC-78C4B6079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9" y="305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39" name="Rectangle 308">
              <a:extLst>
                <a:ext uri="{FF2B5EF4-FFF2-40B4-BE49-F238E27FC236}">
                  <a16:creationId xmlns:a16="http://schemas.microsoft.com/office/drawing/2014/main" id="{461876D3-6DB5-4557-A628-C27C511D6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3010"/>
              <a:ext cx="217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and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40" name="Line 309">
              <a:extLst>
                <a:ext uri="{FF2B5EF4-FFF2-40B4-BE49-F238E27FC236}">
                  <a16:creationId xmlns:a16="http://schemas.microsoft.com/office/drawing/2014/main" id="{D006BABA-424A-4F58-AE39-61821F39F5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89" y="1349"/>
              <a:ext cx="22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41" name="Line 310">
              <a:extLst>
                <a:ext uri="{FF2B5EF4-FFF2-40B4-BE49-F238E27FC236}">
                  <a16:creationId xmlns:a16="http://schemas.microsoft.com/office/drawing/2014/main" id="{2C1624E6-7D80-4689-AF1C-178F0CD73C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" y="1349"/>
              <a:ext cx="0" cy="10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42" name="Line 311">
              <a:extLst>
                <a:ext uri="{FF2B5EF4-FFF2-40B4-BE49-F238E27FC236}">
                  <a16:creationId xmlns:a16="http://schemas.microsoft.com/office/drawing/2014/main" id="{C38E5331-4314-42B0-8082-BC419A2F83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" y="2370"/>
              <a:ext cx="20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43" name="AutoShape 312">
              <a:extLst>
                <a:ext uri="{FF2B5EF4-FFF2-40B4-BE49-F238E27FC236}">
                  <a16:creationId xmlns:a16="http://schemas.microsoft.com/office/drawing/2014/main" id="{B3B15D54-DA5D-4163-94EB-206533B14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952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44" name="AutoShape 313">
              <a:extLst>
                <a:ext uri="{FF2B5EF4-FFF2-40B4-BE49-F238E27FC236}">
                  <a16:creationId xmlns:a16="http://schemas.microsoft.com/office/drawing/2014/main" id="{16DF7A1A-E793-488E-9F46-2EB1D9462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469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45" name="AutoShape 314">
              <a:extLst>
                <a:ext uri="{FF2B5EF4-FFF2-40B4-BE49-F238E27FC236}">
                  <a16:creationId xmlns:a16="http://schemas.microsoft.com/office/drawing/2014/main" id="{D1AF9EAD-6E60-413F-9490-86B4A7F9B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" y="1979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46" name="AutoShape 315">
              <a:extLst>
                <a:ext uri="{FF2B5EF4-FFF2-40B4-BE49-F238E27FC236}">
                  <a16:creationId xmlns:a16="http://schemas.microsoft.com/office/drawing/2014/main" id="{8C752B64-0FD4-43A6-B49B-E35C46CD8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2490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3434" name="Group 16">
            <a:extLst>
              <a:ext uri="{FF2B5EF4-FFF2-40B4-BE49-F238E27FC236}">
                <a16:creationId xmlns:a16="http://schemas.microsoft.com/office/drawing/2014/main" id="{F18D49EB-635E-450A-87E1-593114702229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3048000"/>
            <a:ext cx="774700" cy="771525"/>
            <a:chOff x="282646" y="3410630"/>
            <a:chExt cx="774571" cy="771325"/>
          </a:xfrm>
        </p:grpSpPr>
        <p:sp>
          <p:nvSpPr>
            <p:cNvPr id="103451" name="TextBox 14">
              <a:extLst>
                <a:ext uri="{FF2B5EF4-FFF2-40B4-BE49-F238E27FC236}">
                  <a16:creationId xmlns:a16="http://schemas.microsoft.com/office/drawing/2014/main" id="{9089584B-3124-4794-B72E-BE3BB0CBB0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03452" name="TextBox 15">
              <a:extLst>
                <a:ext uri="{FF2B5EF4-FFF2-40B4-BE49-F238E27FC236}">
                  <a16:creationId xmlns:a16="http://schemas.microsoft.com/office/drawing/2014/main" id="{50BC707C-0E25-4173-99C4-9050C5AF15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571" y="341063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103435" name="Group 305">
            <a:extLst>
              <a:ext uri="{FF2B5EF4-FFF2-40B4-BE49-F238E27FC236}">
                <a16:creationId xmlns:a16="http://schemas.microsoft.com/office/drawing/2014/main" id="{E5F89EA3-23ED-40B8-AA1A-16AC76511E4D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3200400"/>
            <a:ext cx="774700" cy="771525"/>
            <a:chOff x="282646" y="3410630"/>
            <a:chExt cx="774571" cy="771325"/>
          </a:xfrm>
        </p:grpSpPr>
        <p:sp>
          <p:nvSpPr>
            <p:cNvPr id="103449" name="TextBox 306">
              <a:extLst>
                <a:ext uri="{FF2B5EF4-FFF2-40B4-BE49-F238E27FC236}">
                  <a16:creationId xmlns:a16="http://schemas.microsoft.com/office/drawing/2014/main" id="{F26DA76E-77A3-401D-A771-7296BF4482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03450" name="TextBox 307">
              <a:extLst>
                <a:ext uri="{FF2B5EF4-FFF2-40B4-BE49-F238E27FC236}">
                  <a16:creationId xmlns:a16="http://schemas.microsoft.com/office/drawing/2014/main" id="{5E262494-AE84-4521-A273-BE0609F91E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571" y="341063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103436" name="Group 309">
            <a:extLst>
              <a:ext uri="{FF2B5EF4-FFF2-40B4-BE49-F238E27FC236}">
                <a16:creationId xmlns:a16="http://schemas.microsoft.com/office/drawing/2014/main" id="{83A82B66-1017-4858-956B-996435055D97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23813"/>
            <a:ext cx="774700" cy="766762"/>
            <a:chOff x="282646" y="3415490"/>
            <a:chExt cx="774571" cy="766465"/>
          </a:xfrm>
        </p:grpSpPr>
        <p:sp>
          <p:nvSpPr>
            <p:cNvPr id="103447" name="TextBox 310">
              <a:extLst>
                <a:ext uri="{FF2B5EF4-FFF2-40B4-BE49-F238E27FC236}">
                  <a16:creationId xmlns:a16="http://schemas.microsoft.com/office/drawing/2014/main" id="{DB433FB7-FD6D-4727-8D23-8E67EA14E5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03448" name="TextBox 312">
              <a:extLst>
                <a:ext uri="{FF2B5EF4-FFF2-40B4-BE49-F238E27FC236}">
                  <a16:creationId xmlns:a16="http://schemas.microsoft.com/office/drawing/2014/main" id="{22948A54-718B-4CFD-83AC-6982E44C42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41549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103437" name="Group 313">
            <a:extLst>
              <a:ext uri="{FF2B5EF4-FFF2-40B4-BE49-F238E27FC236}">
                <a16:creationId xmlns:a16="http://schemas.microsoft.com/office/drawing/2014/main" id="{4A40EC36-299C-4DFC-829A-2F137A266E98}"/>
              </a:ext>
            </a:extLst>
          </p:cNvPr>
          <p:cNvGrpSpPr>
            <a:grpSpLocks/>
          </p:cNvGrpSpPr>
          <p:nvPr/>
        </p:nvGrpSpPr>
        <p:grpSpPr bwMode="auto">
          <a:xfrm>
            <a:off x="3151188" y="1420813"/>
            <a:ext cx="1219200" cy="766762"/>
            <a:chOff x="282646" y="3415490"/>
            <a:chExt cx="1082348" cy="766465"/>
          </a:xfrm>
        </p:grpSpPr>
        <p:sp>
          <p:nvSpPr>
            <p:cNvPr id="103445" name="TextBox 314">
              <a:extLst>
                <a:ext uri="{FF2B5EF4-FFF2-40B4-BE49-F238E27FC236}">
                  <a16:creationId xmlns:a16="http://schemas.microsoft.com/office/drawing/2014/main" id="{866606FF-EEAD-4C0D-A0AB-5FA008B24A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108234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103446" name="TextBox 316">
              <a:extLst>
                <a:ext uri="{FF2B5EF4-FFF2-40B4-BE49-F238E27FC236}">
                  <a16:creationId xmlns:a16="http://schemas.microsoft.com/office/drawing/2014/main" id="{0B7963A3-A245-46C1-B5FF-4B223D04A2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41549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sp>
        <p:nvSpPr>
          <p:cNvPr id="103438" name="TextBox 325">
            <a:extLst>
              <a:ext uri="{FF2B5EF4-FFF2-40B4-BE49-F238E27FC236}">
                <a16:creationId xmlns:a16="http://schemas.microsoft.com/office/drawing/2014/main" id="{2611E4FC-F5B8-487C-8FC7-F8E60A1A4C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000" y="2138363"/>
            <a:ext cx="10826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</a:p>
        </p:txBody>
      </p:sp>
      <p:sp>
        <p:nvSpPr>
          <p:cNvPr id="103439" name="Oval 1">
            <a:extLst>
              <a:ext uri="{FF2B5EF4-FFF2-40B4-BE49-F238E27FC236}">
                <a16:creationId xmlns:a16="http://schemas.microsoft.com/office/drawing/2014/main" id="{B81EC38C-D0C5-40B1-BB6F-F261EDE9D4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238500"/>
            <a:ext cx="914400" cy="76200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03440" name="Straight Arrow Connector 298">
            <a:extLst>
              <a:ext uri="{FF2B5EF4-FFF2-40B4-BE49-F238E27FC236}">
                <a16:creationId xmlns:a16="http://schemas.microsoft.com/office/drawing/2014/main" id="{5DC8156D-549A-4DAE-BB89-D2C0DB19955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14400" y="3657600"/>
            <a:ext cx="3302000" cy="1273175"/>
          </a:xfrm>
          <a:prstGeom prst="straightConnector1">
            <a:avLst/>
          </a:prstGeom>
          <a:noFill/>
          <a:ln w="3175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3441" name="Oval 299">
            <a:extLst>
              <a:ext uri="{FF2B5EF4-FFF2-40B4-BE49-F238E27FC236}">
                <a16:creationId xmlns:a16="http://schemas.microsoft.com/office/drawing/2014/main" id="{930C22E6-B4C5-4245-88EA-8292AF4A94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9388" y="3417888"/>
            <a:ext cx="914400" cy="76200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03442" name="Straight Arrow Connector 300">
            <a:extLst>
              <a:ext uri="{FF2B5EF4-FFF2-40B4-BE49-F238E27FC236}">
                <a16:creationId xmlns:a16="http://schemas.microsoft.com/office/drawing/2014/main" id="{4283A0D9-82ED-4EBB-93F1-3683C02F2349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297363" y="3886200"/>
            <a:ext cx="3524250" cy="1044575"/>
          </a:xfrm>
          <a:prstGeom prst="straightConnector1">
            <a:avLst/>
          </a:prstGeom>
          <a:noFill/>
          <a:ln w="3175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3443" name="Oval 301">
            <a:extLst>
              <a:ext uri="{FF2B5EF4-FFF2-40B4-BE49-F238E27FC236}">
                <a16:creationId xmlns:a16="http://schemas.microsoft.com/office/drawing/2014/main" id="{3C389C73-629F-4D6A-86A8-07402DC4EB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9263" y="257175"/>
            <a:ext cx="914400" cy="762000"/>
          </a:xfrm>
          <a:prstGeom prst="ellips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03444" name="Straight Arrow Connector 302">
            <a:extLst>
              <a:ext uri="{FF2B5EF4-FFF2-40B4-BE49-F238E27FC236}">
                <a16:creationId xmlns:a16="http://schemas.microsoft.com/office/drawing/2014/main" id="{E5924FB2-CDE1-4C3E-A59D-0774678AF19D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187825" y="1025525"/>
            <a:ext cx="557213" cy="3176588"/>
          </a:xfrm>
          <a:prstGeom prst="straightConnector1">
            <a:avLst/>
          </a:prstGeom>
          <a:noFill/>
          <a:ln w="31750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3B3CA943-6E1F-49AA-A048-3FD2D636F600}"/>
                  </a:ext>
                </a:extLst>
              </p14:cNvPr>
              <p14:cNvContentPartPr/>
              <p14:nvPr/>
            </p14:nvContentPartPr>
            <p14:xfrm>
              <a:off x="4519800" y="3786480"/>
              <a:ext cx="865080" cy="16387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3B3CA943-6E1F-49AA-A048-3FD2D636F60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10440" y="3777120"/>
                <a:ext cx="883800" cy="16574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449" name="Group 317">
            <a:extLst>
              <a:ext uri="{FF2B5EF4-FFF2-40B4-BE49-F238E27FC236}">
                <a16:creationId xmlns:a16="http://schemas.microsoft.com/office/drawing/2014/main" id="{2FA05739-65AC-409A-9352-89710B68607B}"/>
              </a:ext>
            </a:extLst>
          </p:cNvPr>
          <p:cNvGrpSpPr>
            <a:grpSpLocks/>
          </p:cNvGrpSpPr>
          <p:nvPr/>
        </p:nvGrpSpPr>
        <p:grpSpPr bwMode="auto">
          <a:xfrm>
            <a:off x="685800" y="198438"/>
            <a:ext cx="2270125" cy="2620962"/>
            <a:chOff x="427" y="273"/>
            <a:chExt cx="1430" cy="1651"/>
          </a:xfrm>
        </p:grpSpPr>
        <p:sp>
          <p:nvSpPr>
            <p:cNvPr id="104617" name="Rectangle 170">
              <a:extLst>
                <a:ext uri="{FF2B5EF4-FFF2-40B4-BE49-F238E27FC236}">
                  <a16:creationId xmlns:a16="http://schemas.microsoft.com/office/drawing/2014/main" id="{7F128C9C-A458-4A2A-ADCA-05D70CD8A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597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18" name="Line 171">
              <a:extLst>
                <a:ext uri="{FF2B5EF4-FFF2-40B4-BE49-F238E27FC236}">
                  <a16:creationId xmlns:a16="http://schemas.microsoft.com/office/drawing/2014/main" id="{EC37D38E-80B3-4178-8F69-5AEB22EF01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850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19" name="Line 172">
              <a:extLst>
                <a:ext uri="{FF2B5EF4-FFF2-40B4-BE49-F238E27FC236}">
                  <a16:creationId xmlns:a16="http://schemas.microsoft.com/office/drawing/2014/main" id="{16E5EC0F-9DA1-4E84-B8F5-E7265BAD61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20" name="Line 173">
              <a:extLst>
                <a:ext uri="{FF2B5EF4-FFF2-40B4-BE49-F238E27FC236}">
                  <a16:creationId xmlns:a16="http://schemas.microsoft.com/office/drawing/2014/main" id="{8A6B856A-5ECF-44F4-8E8A-792338B5BA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" y="345"/>
              <a:ext cx="253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21" name="Rectangle 175">
              <a:extLst>
                <a:ext uri="{FF2B5EF4-FFF2-40B4-BE49-F238E27FC236}">
                  <a16:creationId xmlns:a16="http://schemas.microsoft.com/office/drawing/2014/main" id="{7F3DD904-64F9-425D-AA0A-FD1AC74D7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22" name="Rectangle 176">
              <a:extLst>
                <a:ext uri="{FF2B5EF4-FFF2-40B4-BE49-F238E27FC236}">
                  <a16:creationId xmlns:a16="http://schemas.microsoft.com/office/drawing/2014/main" id="{AA3F2870-6228-40E9-843C-6BE696D5E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23" name="Rectangle 177">
              <a:extLst>
                <a:ext uri="{FF2B5EF4-FFF2-40B4-BE49-F238E27FC236}">
                  <a16:creationId xmlns:a16="http://schemas.microsoft.com/office/drawing/2014/main" id="{82FCFB1D-4D5D-4ED7-B2A2-51FA3875C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24" name="Rectangle 178">
              <a:extLst>
                <a:ext uri="{FF2B5EF4-FFF2-40B4-BE49-F238E27FC236}">
                  <a16:creationId xmlns:a16="http://schemas.microsoft.com/office/drawing/2014/main" id="{87A8E6AC-D365-4D70-816D-880C8D617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25" name="Rectangle 179">
              <a:extLst>
                <a:ext uri="{FF2B5EF4-FFF2-40B4-BE49-F238E27FC236}">
                  <a16:creationId xmlns:a16="http://schemas.microsoft.com/office/drawing/2014/main" id="{39D4C5CF-67DF-489C-AC12-6DFA2B549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26" name="Rectangle 180">
              <a:extLst>
                <a:ext uri="{FF2B5EF4-FFF2-40B4-BE49-F238E27FC236}">
                  <a16:creationId xmlns:a16="http://schemas.microsoft.com/office/drawing/2014/main" id="{D760BCFF-2791-4B70-90C1-2B907384E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27" name="Rectangle 181">
              <a:extLst>
                <a:ext uri="{FF2B5EF4-FFF2-40B4-BE49-F238E27FC236}">
                  <a16:creationId xmlns:a16="http://schemas.microsoft.com/office/drawing/2014/main" id="{B16B4F0C-D5B4-488F-9687-E2A3E289C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28" name="Rectangle 182">
              <a:extLst>
                <a:ext uri="{FF2B5EF4-FFF2-40B4-BE49-F238E27FC236}">
                  <a16:creationId xmlns:a16="http://schemas.microsoft.com/office/drawing/2014/main" id="{8D676635-81BA-4637-B075-1275C39DE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597"/>
              <a:ext cx="504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29" name="Line 183">
              <a:extLst>
                <a:ext uri="{FF2B5EF4-FFF2-40B4-BE49-F238E27FC236}">
                  <a16:creationId xmlns:a16="http://schemas.microsoft.com/office/drawing/2014/main" id="{036C1942-026A-4439-99F5-D417BB8BB7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850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30" name="Line 184">
              <a:extLst>
                <a:ext uri="{FF2B5EF4-FFF2-40B4-BE49-F238E27FC236}">
                  <a16:creationId xmlns:a16="http://schemas.microsoft.com/office/drawing/2014/main" id="{D89AE84D-5F87-4869-AD03-2DE88DB385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31" name="Rectangle 185">
              <a:extLst>
                <a:ext uri="{FF2B5EF4-FFF2-40B4-BE49-F238E27FC236}">
                  <a16:creationId xmlns:a16="http://schemas.microsoft.com/office/drawing/2014/main" id="{AAD8B6F4-9C28-40D2-A9CF-4BFFC3480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32" name="Rectangle 186">
              <a:extLst>
                <a:ext uri="{FF2B5EF4-FFF2-40B4-BE49-F238E27FC236}">
                  <a16:creationId xmlns:a16="http://schemas.microsoft.com/office/drawing/2014/main" id="{6706F527-6DB3-433C-9331-42852EB59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33" name="Rectangle 187">
              <a:extLst>
                <a:ext uri="{FF2B5EF4-FFF2-40B4-BE49-F238E27FC236}">
                  <a16:creationId xmlns:a16="http://schemas.microsoft.com/office/drawing/2014/main" id="{688D7736-C286-4B54-BFA5-6F2B93DF6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8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34" name="Rectangle 188">
              <a:extLst>
                <a:ext uri="{FF2B5EF4-FFF2-40B4-BE49-F238E27FC236}">
                  <a16:creationId xmlns:a16="http://schemas.microsoft.com/office/drawing/2014/main" id="{00C088A3-A136-443A-ABC3-58D606749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35" name="Rectangle 189">
              <a:extLst>
                <a:ext uri="{FF2B5EF4-FFF2-40B4-BE49-F238E27FC236}">
                  <a16:creationId xmlns:a16="http://schemas.microsoft.com/office/drawing/2014/main" id="{C03CBA02-26C1-4CCF-A75F-1523D5418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36" name="Rectangle 190">
              <a:extLst>
                <a:ext uri="{FF2B5EF4-FFF2-40B4-BE49-F238E27FC236}">
                  <a16:creationId xmlns:a16="http://schemas.microsoft.com/office/drawing/2014/main" id="{FE2836C4-818C-4EC9-92FA-240D78D85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37" name="Rectangle 191">
              <a:extLst>
                <a:ext uri="{FF2B5EF4-FFF2-40B4-BE49-F238E27FC236}">
                  <a16:creationId xmlns:a16="http://schemas.microsoft.com/office/drawing/2014/main" id="{8C3C2EE9-5E8C-4FA8-A815-14426DB27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38" name="Rectangle 192">
              <a:extLst>
                <a:ext uri="{FF2B5EF4-FFF2-40B4-BE49-F238E27FC236}">
                  <a16:creationId xmlns:a16="http://schemas.microsoft.com/office/drawing/2014/main" id="{E476BA8F-358E-4B90-B8D1-9DFDC51FA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39" name="Rectangle 193">
              <a:extLst>
                <a:ext uri="{FF2B5EF4-FFF2-40B4-BE49-F238E27FC236}">
                  <a16:creationId xmlns:a16="http://schemas.microsoft.com/office/drawing/2014/main" id="{6662BB50-B94B-4886-95B8-0DD58A4D5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1114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40" name="Line 194">
              <a:extLst>
                <a:ext uri="{FF2B5EF4-FFF2-40B4-BE49-F238E27FC236}">
                  <a16:creationId xmlns:a16="http://schemas.microsoft.com/office/drawing/2014/main" id="{C06DFEFF-FC12-4E3E-8E31-F04C149CF5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1366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41" name="Line 195">
              <a:extLst>
                <a:ext uri="{FF2B5EF4-FFF2-40B4-BE49-F238E27FC236}">
                  <a16:creationId xmlns:a16="http://schemas.microsoft.com/office/drawing/2014/main" id="{0988D3F2-F3F0-467D-8211-55031F239D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42" name="Rectangle 196">
              <a:extLst>
                <a:ext uri="{FF2B5EF4-FFF2-40B4-BE49-F238E27FC236}">
                  <a16:creationId xmlns:a16="http://schemas.microsoft.com/office/drawing/2014/main" id="{8753ADB3-95EB-4A16-A39B-9D6247819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43" name="Rectangle 197">
              <a:extLst>
                <a:ext uri="{FF2B5EF4-FFF2-40B4-BE49-F238E27FC236}">
                  <a16:creationId xmlns:a16="http://schemas.microsoft.com/office/drawing/2014/main" id="{F2BCAE0F-37B1-4496-8A30-E2AD7D062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1114"/>
              <a:ext cx="504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44" name="Line 198">
              <a:extLst>
                <a:ext uri="{FF2B5EF4-FFF2-40B4-BE49-F238E27FC236}">
                  <a16:creationId xmlns:a16="http://schemas.microsoft.com/office/drawing/2014/main" id="{77198002-4430-4618-8694-BC87775825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1366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45" name="Line 199">
              <a:extLst>
                <a:ext uri="{FF2B5EF4-FFF2-40B4-BE49-F238E27FC236}">
                  <a16:creationId xmlns:a16="http://schemas.microsoft.com/office/drawing/2014/main" id="{98797B20-B7B2-48FC-B9DB-D43FCF9C81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46" name="Rectangle 200">
              <a:extLst>
                <a:ext uri="{FF2B5EF4-FFF2-40B4-BE49-F238E27FC236}">
                  <a16:creationId xmlns:a16="http://schemas.microsoft.com/office/drawing/2014/main" id="{F7DBDA8D-626A-487D-860C-FAC351424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47" name="Rectangle 201">
              <a:extLst>
                <a:ext uri="{FF2B5EF4-FFF2-40B4-BE49-F238E27FC236}">
                  <a16:creationId xmlns:a16="http://schemas.microsoft.com/office/drawing/2014/main" id="{6A1D0E3A-ACA4-40E6-926D-853A8F229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48" name="Rectangle 202">
              <a:extLst>
                <a:ext uri="{FF2B5EF4-FFF2-40B4-BE49-F238E27FC236}">
                  <a16:creationId xmlns:a16="http://schemas.microsoft.com/office/drawing/2014/main" id="{94E92045-D622-46BB-A885-82D76280D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49" name="Rectangle 203">
              <a:extLst>
                <a:ext uri="{FF2B5EF4-FFF2-40B4-BE49-F238E27FC236}">
                  <a16:creationId xmlns:a16="http://schemas.microsoft.com/office/drawing/2014/main" id="{1948506E-239E-4604-8EA3-24BC98558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50" name="Rectangle 204">
              <a:extLst>
                <a:ext uri="{FF2B5EF4-FFF2-40B4-BE49-F238E27FC236}">
                  <a16:creationId xmlns:a16="http://schemas.microsoft.com/office/drawing/2014/main" id="{DC237E50-C1E7-4FD0-8B6E-D54B003EA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673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51" name="Rectangle 205">
              <a:extLst>
                <a:ext uri="{FF2B5EF4-FFF2-40B4-BE49-F238E27FC236}">
                  <a16:creationId xmlns:a16="http://schemas.microsoft.com/office/drawing/2014/main" id="{79B5436E-ED31-4C57-92A5-470122054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928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52" name="Rectangle 206">
              <a:extLst>
                <a:ext uri="{FF2B5EF4-FFF2-40B4-BE49-F238E27FC236}">
                  <a16:creationId xmlns:a16="http://schemas.microsoft.com/office/drawing/2014/main" id="{736F12A1-F918-4503-9680-8A911548F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184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53" name="Freeform 207">
              <a:extLst>
                <a:ext uri="{FF2B5EF4-FFF2-40B4-BE49-F238E27FC236}">
                  <a16:creationId xmlns:a16="http://schemas.microsoft.com/office/drawing/2014/main" id="{D1F76B32-0C46-4C34-BDD1-62F68ADA3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640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8" y="0"/>
                  </a:moveTo>
                  <a:lnTo>
                    <a:pt x="465" y="0"/>
                  </a:lnTo>
                  <a:lnTo>
                    <a:pt x="461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4" y="0"/>
                  </a:lnTo>
                  <a:lnTo>
                    <a:pt x="442" y="0"/>
                  </a:lnTo>
                  <a:lnTo>
                    <a:pt x="438" y="0"/>
                  </a:lnTo>
                  <a:lnTo>
                    <a:pt x="436" y="0"/>
                  </a:lnTo>
                  <a:lnTo>
                    <a:pt x="432" y="0"/>
                  </a:lnTo>
                  <a:lnTo>
                    <a:pt x="430" y="0"/>
                  </a:lnTo>
                  <a:lnTo>
                    <a:pt x="426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7" y="0"/>
                  </a:lnTo>
                  <a:lnTo>
                    <a:pt x="402" y="0"/>
                  </a:lnTo>
                  <a:lnTo>
                    <a:pt x="397" y="0"/>
                  </a:lnTo>
                  <a:lnTo>
                    <a:pt x="391" y="0"/>
                  </a:lnTo>
                  <a:lnTo>
                    <a:pt x="385" y="0"/>
                  </a:lnTo>
                  <a:lnTo>
                    <a:pt x="379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49" y="0"/>
                  </a:lnTo>
                  <a:lnTo>
                    <a:pt x="341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6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7" y="0"/>
                  </a:lnTo>
                  <a:lnTo>
                    <a:pt x="239" y="0"/>
                  </a:lnTo>
                  <a:lnTo>
                    <a:pt x="230" y="0"/>
                  </a:lnTo>
                  <a:lnTo>
                    <a:pt x="223" y="0"/>
                  </a:lnTo>
                  <a:lnTo>
                    <a:pt x="217" y="0"/>
                  </a:lnTo>
                  <a:lnTo>
                    <a:pt x="211" y="0"/>
                  </a:lnTo>
                  <a:lnTo>
                    <a:pt x="205" y="0"/>
                  </a:lnTo>
                  <a:lnTo>
                    <a:pt x="199" y="0"/>
                  </a:lnTo>
                  <a:lnTo>
                    <a:pt x="194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4" y="0"/>
                  </a:lnTo>
                  <a:lnTo>
                    <a:pt x="170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1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5" y="0"/>
                  </a:lnTo>
                  <a:lnTo>
                    <a:pt x="132" y="0"/>
                  </a:lnTo>
                  <a:lnTo>
                    <a:pt x="128" y="0"/>
                  </a:lnTo>
                  <a:lnTo>
                    <a:pt x="123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0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3" y="1"/>
                  </a:lnTo>
                  <a:lnTo>
                    <a:pt x="101" y="1"/>
                  </a:lnTo>
                  <a:lnTo>
                    <a:pt x="98" y="2"/>
                  </a:lnTo>
                  <a:lnTo>
                    <a:pt x="96" y="2"/>
                  </a:lnTo>
                  <a:lnTo>
                    <a:pt x="93" y="2"/>
                  </a:lnTo>
                  <a:lnTo>
                    <a:pt x="91" y="3"/>
                  </a:lnTo>
                  <a:lnTo>
                    <a:pt x="90" y="3"/>
                  </a:lnTo>
                  <a:lnTo>
                    <a:pt x="87" y="5"/>
                  </a:lnTo>
                  <a:lnTo>
                    <a:pt x="85" y="6"/>
                  </a:lnTo>
                  <a:lnTo>
                    <a:pt x="84" y="7"/>
                  </a:lnTo>
                  <a:lnTo>
                    <a:pt x="81" y="8"/>
                  </a:lnTo>
                  <a:lnTo>
                    <a:pt x="79" y="10"/>
                  </a:lnTo>
                  <a:lnTo>
                    <a:pt x="78" y="11"/>
                  </a:lnTo>
                  <a:lnTo>
                    <a:pt x="75" y="12"/>
                  </a:lnTo>
                  <a:lnTo>
                    <a:pt x="73" y="14"/>
                  </a:lnTo>
                  <a:lnTo>
                    <a:pt x="71" y="17"/>
                  </a:lnTo>
                  <a:lnTo>
                    <a:pt x="68" y="18"/>
                  </a:lnTo>
                  <a:lnTo>
                    <a:pt x="66" y="20"/>
                  </a:lnTo>
                  <a:lnTo>
                    <a:pt x="63" y="23"/>
                  </a:lnTo>
                  <a:lnTo>
                    <a:pt x="60" y="26"/>
                  </a:lnTo>
                  <a:lnTo>
                    <a:pt x="57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6" y="40"/>
                  </a:lnTo>
                  <a:lnTo>
                    <a:pt x="43" y="43"/>
                  </a:lnTo>
                  <a:lnTo>
                    <a:pt x="39" y="47"/>
                  </a:lnTo>
                  <a:lnTo>
                    <a:pt x="36" y="50"/>
                  </a:lnTo>
                  <a:lnTo>
                    <a:pt x="32" y="54"/>
                  </a:lnTo>
                  <a:lnTo>
                    <a:pt x="28" y="58"/>
                  </a:lnTo>
                  <a:lnTo>
                    <a:pt x="26" y="60"/>
                  </a:lnTo>
                  <a:lnTo>
                    <a:pt x="22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0" y="77"/>
                  </a:lnTo>
                  <a:lnTo>
                    <a:pt x="9" y="79"/>
                  </a:lnTo>
                  <a:lnTo>
                    <a:pt x="8" y="82"/>
                  </a:lnTo>
                  <a:lnTo>
                    <a:pt x="7" y="84"/>
                  </a:lnTo>
                  <a:lnTo>
                    <a:pt x="6" y="85"/>
                  </a:lnTo>
                  <a:lnTo>
                    <a:pt x="4" y="88"/>
                  </a:lnTo>
                  <a:lnTo>
                    <a:pt x="3" y="90"/>
                  </a:lnTo>
                  <a:lnTo>
                    <a:pt x="3" y="91"/>
                  </a:lnTo>
                  <a:lnTo>
                    <a:pt x="2" y="94"/>
                  </a:lnTo>
                  <a:lnTo>
                    <a:pt x="2" y="96"/>
                  </a:lnTo>
                  <a:lnTo>
                    <a:pt x="2" y="98"/>
                  </a:lnTo>
                  <a:lnTo>
                    <a:pt x="1" y="101"/>
                  </a:lnTo>
                  <a:lnTo>
                    <a:pt x="1" y="103"/>
                  </a:lnTo>
                  <a:lnTo>
                    <a:pt x="1" y="106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4"/>
                  </a:lnTo>
                  <a:lnTo>
                    <a:pt x="1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1" y="736"/>
                  </a:lnTo>
                  <a:lnTo>
                    <a:pt x="1" y="739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8"/>
                  </a:lnTo>
                  <a:lnTo>
                    <a:pt x="1" y="750"/>
                  </a:lnTo>
                  <a:lnTo>
                    <a:pt x="1" y="752"/>
                  </a:lnTo>
                  <a:lnTo>
                    <a:pt x="2" y="755"/>
                  </a:lnTo>
                  <a:lnTo>
                    <a:pt x="2" y="757"/>
                  </a:lnTo>
                  <a:lnTo>
                    <a:pt x="2" y="758"/>
                  </a:lnTo>
                  <a:lnTo>
                    <a:pt x="3" y="761"/>
                  </a:lnTo>
                  <a:lnTo>
                    <a:pt x="3" y="763"/>
                  </a:lnTo>
                  <a:lnTo>
                    <a:pt x="4" y="766"/>
                  </a:lnTo>
                  <a:lnTo>
                    <a:pt x="6" y="767"/>
                  </a:lnTo>
                  <a:lnTo>
                    <a:pt x="7" y="769"/>
                  </a:lnTo>
                  <a:lnTo>
                    <a:pt x="8" y="772"/>
                  </a:lnTo>
                  <a:lnTo>
                    <a:pt x="9" y="773"/>
                  </a:lnTo>
                  <a:lnTo>
                    <a:pt x="10" y="775"/>
                  </a:lnTo>
                  <a:lnTo>
                    <a:pt x="12" y="778"/>
                  </a:lnTo>
                  <a:lnTo>
                    <a:pt x="14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2" y="790"/>
                  </a:lnTo>
                  <a:lnTo>
                    <a:pt x="26" y="792"/>
                  </a:lnTo>
                  <a:lnTo>
                    <a:pt x="28" y="796"/>
                  </a:lnTo>
                  <a:lnTo>
                    <a:pt x="32" y="799"/>
                  </a:lnTo>
                  <a:lnTo>
                    <a:pt x="36" y="802"/>
                  </a:lnTo>
                  <a:lnTo>
                    <a:pt x="39" y="805"/>
                  </a:lnTo>
                  <a:lnTo>
                    <a:pt x="43" y="810"/>
                  </a:lnTo>
                  <a:lnTo>
                    <a:pt x="46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7" y="823"/>
                  </a:lnTo>
                  <a:lnTo>
                    <a:pt x="60" y="827"/>
                  </a:lnTo>
                  <a:lnTo>
                    <a:pt x="63" y="829"/>
                  </a:lnTo>
                  <a:lnTo>
                    <a:pt x="66" y="832"/>
                  </a:lnTo>
                  <a:lnTo>
                    <a:pt x="68" y="834"/>
                  </a:lnTo>
                  <a:lnTo>
                    <a:pt x="71" y="837"/>
                  </a:lnTo>
                  <a:lnTo>
                    <a:pt x="73" y="839"/>
                  </a:lnTo>
                  <a:lnTo>
                    <a:pt x="75" y="840"/>
                  </a:lnTo>
                  <a:lnTo>
                    <a:pt x="78" y="841"/>
                  </a:lnTo>
                  <a:lnTo>
                    <a:pt x="79" y="844"/>
                  </a:lnTo>
                  <a:lnTo>
                    <a:pt x="81" y="845"/>
                  </a:lnTo>
                  <a:lnTo>
                    <a:pt x="84" y="846"/>
                  </a:lnTo>
                  <a:lnTo>
                    <a:pt x="85" y="847"/>
                  </a:lnTo>
                  <a:lnTo>
                    <a:pt x="87" y="847"/>
                  </a:lnTo>
                  <a:lnTo>
                    <a:pt x="90" y="849"/>
                  </a:lnTo>
                  <a:lnTo>
                    <a:pt x="91" y="850"/>
                  </a:lnTo>
                  <a:lnTo>
                    <a:pt x="93" y="850"/>
                  </a:lnTo>
                  <a:lnTo>
                    <a:pt x="96" y="851"/>
                  </a:lnTo>
                  <a:lnTo>
                    <a:pt x="98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3" y="852"/>
                  </a:lnTo>
                  <a:lnTo>
                    <a:pt x="128" y="852"/>
                  </a:lnTo>
                  <a:lnTo>
                    <a:pt x="132" y="852"/>
                  </a:lnTo>
                  <a:lnTo>
                    <a:pt x="135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1" y="852"/>
                  </a:lnTo>
                  <a:lnTo>
                    <a:pt x="155" y="852"/>
                  </a:lnTo>
                  <a:lnTo>
                    <a:pt x="157" y="852"/>
                  </a:lnTo>
                  <a:lnTo>
                    <a:pt x="161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70" y="852"/>
                  </a:lnTo>
                  <a:lnTo>
                    <a:pt x="174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4" y="852"/>
                  </a:lnTo>
                  <a:lnTo>
                    <a:pt x="199" y="852"/>
                  </a:lnTo>
                  <a:lnTo>
                    <a:pt x="205" y="852"/>
                  </a:lnTo>
                  <a:lnTo>
                    <a:pt x="211" y="852"/>
                  </a:lnTo>
                  <a:lnTo>
                    <a:pt x="217" y="852"/>
                  </a:lnTo>
                  <a:lnTo>
                    <a:pt x="223" y="852"/>
                  </a:lnTo>
                  <a:lnTo>
                    <a:pt x="230" y="852"/>
                  </a:lnTo>
                  <a:lnTo>
                    <a:pt x="239" y="852"/>
                  </a:lnTo>
                  <a:lnTo>
                    <a:pt x="247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6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1" y="852"/>
                  </a:lnTo>
                  <a:lnTo>
                    <a:pt x="349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8" y="852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0" y="852"/>
                  </a:lnTo>
                  <a:lnTo>
                    <a:pt x="456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1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4" y="852"/>
                  </a:lnTo>
                  <a:lnTo>
                    <a:pt x="621" y="852"/>
                  </a:lnTo>
                  <a:lnTo>
                    <a:pt x="628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2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0" y="852"/>
                  </a:lnTo>
                  <a:lnTo>
                    <a:pt x="675" y="852"/>
                  </a:lnTo>
                  <a:lnTo>
                    <a:pt x="679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8" y="852"/>
                  </a:lnTo>
                  <a:lnTo>
                    <a:pt x="692" y="852"/>
                  </a:lnTo>
                  <a:lnTo>
                    <a:pt x="694" y="852"/>
                  </a:lnTo>
                  <a:lnTo>
                    <a:pt x="698" y="852"/>
                  </a:lnTo>
                  <a:lnTo>
                    <a:pt x="700" y="852"/>
                  </a:lnTo>
                  <a:lnTo>
                    <a:pt x="704" y="852"/>
                  </a:lnTo>
                  <a:lnTo>
                    <a:pt x="706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5" y="852"/>
                  </a:lnTo>
                  <a:lnTo>
                    <a:pt x="738" y="852"/>
                  </a:lnTo>
                  <a:lnTo>
                    <a:pt x="741" y="852"/>
                  </a:lnTo>
                  <a:lnTo>
                    <a:pt x="744" y="852"/>
                  </a:lnTo>
                  <a:lnTo>
                    <a:pt x="747" y="852"/>
                  </a:lnTo>
                  <a:lnTo>
                    <a:pt x="750" y="851"/>
                  </a:lnTo>
                  <a:lnTo>
                    <a:pt x="752" y="851"/>
                  </a:lnTo>
                  <a:lnTo>
                    <a:pt x="754" y="851"/>
                  </a:lnTo>
                  <a:lnTo>
                    <a:pt x="757" y="851"/>
                  </a:lnTo>
                  <a:lnTo>
                    <a:pt x="758" y="850"/>
                  </a:lnTo>
                  <a:lnTo>
                    <a:pt x="760" y="850"/>
                  </a:lnTo>
                  <a:lnTo>
                    <a:pt x="763" y="849"/>
                  </a:lnTo>
                  <a:lnTo>
                    <a:pt x="764" y="847"/>
                  </a:lnTo>
                  <a:lnTo>
                    <a:pt x="766" y="847"/>
                  </a:lnTo>
                  <a:lnTo>
                    <a:pt x="769" y="846"/>
                  </a:lnTo>
                  <a:lnTo>
                    <a:pt x="770" y="845"/>
                  </a:lnTo>
                  <a:lnTo>
                    <a:pt x="773" y="844"/>
                  </a:lnTo>
                  <a:lnTo>
                    <a:pt x="775" y="841"/>
                  </a:lnTo>
                  <a:lnTo>
                    <a:pt x="777" y="840"/>
                  </a:lnTo>
                  <a:lnTo>
                    <a:pt x="780" y="839"/>
                  </a:lnTo>
                  <a:lnTo>
                    <a:pt x="782" y="837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9" y="821"/>
                  </a:lnTo>
                  <a:lnTo>
                    <a:pt x="801" y="817"/>
                  </a:lnTo>
                  <a:lnTo>
                    <a:pt x="805" y="814"/>
                  </a:lnTo>
                  <a:lnTo>
                    <a:pt x="810" y="810"/>
                  </a:lnTo>
                  <a:lnTo>
                    <a:pt x="813" y="805"/>
                  </a:lnTo>
                  <a:lnTo>
                    <a:pt x="817" y="802"/>
                  </a:lnTo>
                  <a:lnTo>
                    <a:pt x="821" y="799"/>
                  </a:lnTo>
                  <a:lnTo>
                    <a:pt x="823" y="796"/>
                  </a:lnTo>
                  <a:lnTo>
                    <a:pt x="827" y="792"/>
                  </a:lnTo>
                  <a:lnTo>
                    <a:pt x="829" y="790"/>
                  </a:lnTo>
                  <a:lnTo>
                    <a:pt x="831" y="787"/>
                  </a:lnTo>
                  <a:lnTo>
                    <a:pt x="834" y="785"/>
                  </a:lnTo>
                  <a:lnTo>
                    <a:pt x="836" y="782"/>
                  </a:lnTo>
                  <a:lnTo>
                    <a:pt x="839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5" y="772"/>
                  </a:lnTo>
                  <a:lnTo>
                    <a:pt x="846" y="769"/>
                  </a:lnTo>
                  <a:lnTo>
                    <a:pt x="847" y="767"/>
                  </a:lnTo>
                  <a:lnTo>
                    <a:pt x="847" y="766"/>
                  </a:lnTo>
                  <a:lnTo>
                    <a:pt x="848" y="763"/>
                  </a:lnTo>
                  <a:lnTo>
                    <a:pt x="849" y="761"/>
                  </a:lnTo>
                  <a:lnTo>
                    <a:pt x="849" y="758"/>
                  </a:lnTo>
                  <a:lnTo>
                    <a:pt x="851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2" y="750"/>
                  </a:lnTo>
                  <a:lnTo>
                    <a:pt x="852" y="748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6"/>
                  </a:lnTo>
                  <a:lnTo>
                    <a:pt x="852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1" y="96"/>
                  </a:lnTo>
                  <a:lnTo>
                    <a:pt x="849" y="94"/>
                  </a:lnTo>
                  <a:lnTo>
                    <a:pt x="849" y="91"/>
                  </a:lnTo>
                  <a:lnTo>
                    <a:pt x="848" y="90"/>
                  </a:lnTo>
                  <a:lnTo>
                    <a:pt x="847" y="88"/>
                  </a:lnTo>
                  <a:lnTo>
                    <a:pt x="847" y="85"/>
                  </a:lnTo>
                  <a:lnTo>
                    <a:pt x="846" y="84"/>
                  </a:lnTo>
                  <a:lnTo>
                    <a:pt x="845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9" y="73"/>
                  </a:lnTo>
                  <a:lnTo>
                    <a:pt x="836" y="71"/>
                  </a:lnTo>
                  <a:lnTo>
                    <a:pt x="834" y="68"/>
                  </a:lnTo>
                  <a:lnTo>
                    <a:pt x="831" y="66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3" y="58"/>
                  </a:lnTo>
                  <a:lnTo>
                    <a:pt x="821" y="54"/>
                  </a:lnTo>
                  <a:lnTo>
                    <a:pt x="817" y="50"/>
                  </a:lnTo>
                  <a:lnTo>
                    <a:pt x="813" y="47"/>
                  </a:lnTo>
                  <a:lnTo>
                    <a:pt x="810" y="43"/>
                  </a:lnTo>
                  <a:lnTo>
                    <a:pt x="805" y="40"/>
                  </a:lnTo>
                  <a:lnTo>
                    <a:pt x="801" y="36"/>
                  </a:lnTo>
                  <a:lnTo>
                    <a:pt x="799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2" y="17"/>
                  </a:lnTo>
                  <a:lnTo>
                    <a:pt x="780" y="14"/>
                  </a:lnTo>
                  <a:lnTo>
                    <a:pt x="777" y="12"/>
                  </a:lnTo>
                  <a:lnTo>
                    <a:pt x="775" y="11"/>
                  </a:lnTo>
                  <a:lnTo>
                    <a:pt x="773" y="10"/>
                  </a:lnTo>
                  <a:lnTo>
                    <a:pt x="770" y="8"/>
                  </a:lnTo>
                  <a:lnTo>
                    <a:pt x="769" y="7"/>
                  </a:lnTo>
                  <a:lnTo>
                    <a:pt x="766" y="6"/>
                  </a:lnTo>
                  <a:lnTo>
                    <a:pt x="764" y="5"/>
                  </a:lnTo>
                  <a:lnTo>
                    <a:pt x="763" y="3"/>
                  </a:lnTo>
                  <a:lnTo>
                    <a:pt x="760" y="3"/>
                  </a:lnTo>
                  <a:lnTo>
                    <a:pt x="758" y="2"/>
                  </a:lnTo>
                  <a:lnTo>
                    <a:pt x="757" y="2"/>
                  </a:lnTo>
                  <a:lnTo>
                    <a:pt x="754" y="2"/>
                  </a:lnTo>
                  <a:lnTo>
                    <a:pt x="752" y="1"/>
                  </a:lnTo>
                  <a:lnTo>
                    <a:pt x="750" y="1"/>
                  </a:lnTo>
                  <a:lnTo>
                    <a:pt x="747" y="1"/>
                  </a:lnTo>
                  <a:lnTo>
                    <a:pt x="744" y="1"/>
                  </a:lnTo>
                  <a:lnTo>
                    <a:pt x="741" y="1"/>
                  </a:lnTo>
                  <a:lnTo>
                    <a:pt x="738" y="1"/>
                  </a:lnTo>
                  <a:lnTo>
                    <a:pt x="735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6" y="0"/>
                  </a:lnTo>
                  <a:lnTo>
                    <a:pt x="704" y="0"/>
                  </a:lnTo>
                  <a:lnTo>
                    <a:pt x="700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3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7" y="0"/>
                  </a:lnTo>
                  <a:lnTo>
                    <a:pt x="663" y="0"/>
                  </a:lnTo>
                  <a:lnTo>
                    <a:pt x="660" y="0"/>
                  </a:lnTo>
                  <a:lnTo>
                    <a:pt x="655" y="0"/>
                  </a:lnTo>
                  <a:lnTo>
                    <a:pt x="651" y="0"/>
                  </a:lnTo>
                  <a:lnTo>
                    <a:pt x="646" y="0"/>
                  </a:lnTo>
                  <a:lnTo>
                    <a:pt x="641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1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1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1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3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2" y="0"/>
                  </a:lnTo>
                  <a:lnTo>
                    <a:pt x="519" y="0"/>
                  </a:lnTo>
                  <a:lnTo>
                    <a:pt x="516" y="0"/>
                  </a:lnTo>
                  <a:lnTo>
                    <a:pt x="513" y="0"/>
                  </a:lnTo>
                  <a:lnTo>
                    <a:pt x="510" y="0"/>
                  </a:lnTo>
                  <a:lnTo>
                    <a:pt x="508" y="0"/>
                  </a:lnTo>
                  <a:lnTo>
                    <a:pt x="506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5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8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54" name="Rectangle 208">
              <a:extLst>
                <a:ext uri="{FF2B5EF4-FFF2-40B4-BE49-F238E27FC236}">
                  <a16:creationId xmlns:a16="http://schemas.microsoft.com/office/drawing/2014/main" id="{6A53EA55-AE65-4E2B-BA00-399898F4C2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439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55" name="Rectangle 209">
              <a:extLst>
                <a:ext uri="{FF2B5EF4-FFF2-40B4-BE49-F238E27FC236}">
                  <a16:creationId xmlns:a16="http://schemas.microsoft.com/office/drawing/2014/main" id="{CD8D7422-8391-4F0A-995D-6AA9174F3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" y="1762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(a)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56" name="Freeform 210">
              <a:extLst>
                <a:ext uri="{FF2B5EF4-FFF2-40B4-BE49-F238E27FC236}">
                  <a16:creationId xmlns:a16="http://schemas.microsoft.com/office/drawing/2014/main" id="{2BB0F1D4-4FC2-486C-9823-59A334751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152"/>
              <a:ext cx="427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0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3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199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0" y="1"/>
                  </a:lnTo>
                  <a:lnTo>
                    <a:pt x="97" y="1"/>
                  </a:lnTo>
                  <a:lnTo>
                    <a:pt x="95" y="1"/>
                  </a:lnTo>
                  <a:lnTo>
                    <a:pt x="94" y="2"/>
                  </a:lnTo>
                  <a:lnTo>
                    <a:pt x="91" y="2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3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7" y="9"/>
                  </a:lnTo>
                  <a:lnTo>
                    <a:pt x="74" y="12"/>
                  </a:lnTo>
                  <a:lnTo>
                    <a:pt x="72" y="13"/>
                  </a:lnTo>
                  <a:lnTo>
                    <a:pt x="71" y="15"/>
                  </a:lnTo>
                  <a:lnTo>
                    <a:pt x="68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5"/>
                  </a:lnTo>
                  <a:lnTo>
                    <a:pt x="56" y="29"/>
                  </a:lnTo>
                  <a:lnTo>
                    <a:pt x="54" y="31"/>
                  </a:lnTo>
                  <a:lnTo>
                    <a:pt x="50" y="35"/>
                  </a:lnTo>
                  <a:lnTo>
                    <a:pt x="47" y="38"/>
                  </a:lnTo>
                  <a:lnTo>
                    <a:pt x="42" y="42"/>
                  </a:lnTo>
                  <a:lnTo>
                    <a:pt x="38" y="46"/>
                  </a:lnTo>
                  <a:lnTo>
                    <a:pt x="35" y="49"/>
                  </a:lnTo>
                  <a:lnTo>
                    <a:pt x="31" y="53"/>
                  </a:lnTo>
                  <a:lnTo>
                    <a:pt x="29" y="56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5" y="70"/>
                  </a:lnTo>
                  <a:lnTo>
                    <a:pt x="13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0"/>
                  </a:lnTo>
                  <a:lnTo>
                    <a:pt x="6" y="83"/>
                  </a:lnTo>
                  <a:lnTo>
                    <a:pt x="5" y="85"/>
                  </a:lnTo>
                  <a:lnTo>
                    <a:pt x="5" y="86"/>
                  </a:lnTo>
                  <a:lnTo>
                    <a:pt x="3" y="89"/>
                  </a:lnTo>
                  <a:lnTo>
                    <a:pt x="2" y="91"/>
                  </a:lnTo>
                  <a:lnTo>
                    <a:pt x="2" y="92"/>
                  </a:lnTo>
                  <a:lnTo>
                    <a:pt x="1" y="95"/>
                  </a:lnTo>
                  <a:lnTo>
                    <a:pt x="1" y="97"/>
                  </a:lnTo>
                  <a:lnTo>
                    <a:pt x="1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3"/>
                  </a:lnTo>
                  <a:lnTo>
                    <a:pt x="0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0" y="734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6"/>
                  </a:lnTo>
                  <a:lnTo>
                    <a:pt x="0" y="749"/>
                  </a:lnTo>
                  <a:lnTo>
                    <a:pt x="1" y="751"/>
                  </a:lnTo>
                  <a:lnTo>
                    <a:pt x="1" y="754"/>
                  </a:lnTo>
                  <a:lnTo>
                    <a:pt x="1" y="756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3" y="762"/>
                  </a:lnTo>
                  <a:lnTo>
                    <a:pt x="5" y="764"/>
                  </a:lnTo>
                  <a:lnTo>
                    <a:pt x="5" y="767"/>
                  </a:lnTo>
                  <a:lnTo>
                    <a:pt x="6" y="768"/>
                  </a:lnTo>
                  <a:lnTo>
                    <a:pt x="7" y="770"/>
                  </a:lnTo>
                  <a:lnTo>
                    <a:pt x="8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3" y="779"/>
                  </a:lnTo>
                  <a:lnTo>
                    <a:pt x="15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5" y="792"/>
                  </a:lnTo>
                  <a:lnTo>
                    <a:pt x="29" y="794"/>
                  </a:lnTo>
                  <a:lnTo>
                    <a:pt x="31" y="798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09"/>
                  </a:lnTo>
                  <a:lnTo>
                    <a:pt x="47" y="812"/>
                  </a:lnTo>
                  <a:lnTo>
                    <a:pt x="50" y="816"/>
                  </a:lnTo>
                  <a:lnTo>
                    <a:pt x="54" y="820"/>
                  </a:lnTo>
                  <a:lnTo>
                    <a:pt x="56" y="823"/>
                  </a:lnTo>
                  <a:lnTo>
                    <a:pt x="60" y="826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8" y="834"/>
                  </a:lnTo>
                  <a:lnTo>
                    <a:pt x="71" y="835"/>
                  </a:lnTo>
                  <a:lnTo>
                    <a:pt x="72" y="838"/>
                  </a:lnTo>
                  <a:lnTo>
                    <a:pt x="74" y="840"/>
                  </a:lnTo>
                  <a:lnTo>
                    <a:pt x="77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3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89" y="848"/>
                  </a:lnTo>
                  <a:lnTo>
                    <a:pt x="91" y="848"/>
                  </a:lnTo>
                  <a:lnTo>
                    <a:pt x="94" y="850"/>
                  </a:lnTo>
                  <a:lnTo>
                    <a:pt x="95" y="850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4" y="851"/>
                  </a:lnTo>
                  <a:lnTo>
                    <a:pt x="108" y="851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6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199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3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0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19" y="852"/>
                  </a:lnTo>
                  <a:lnTo>
                    <a:pt x="425" y="852"/>
                  </a:lnTo>
                  <a:lnTo>
                    <a:pt x="431" y="852"/>
                  </a:lnTo>
                  <a:lnTo>
                    <a:pt x="437" y="852"/>
                  </a:lnTo>
                  <a:lnTo>
                    <a:pt x="443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4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1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3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1"/>
                  </a:lnTo>
                  <a:lnTo>
                    <a:pt x="746" y="851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0"/>
                  </a:lnTo>
                  <a:lnTo>
                    <a:pt x="758" y="850"/>
                  </a:lnTo>
                  <a:lnTo>
                    <a:pt x="761" y="848"/>
                  </a:lnTo>
                  <a:lnTo>
                    <a:pt x="762" y="848"/>
                  </a:lnTo>
                  <a:lnTo>
                    <a:pt x="764" y="847"/>
                  </a:lnTo>
                  <a:lnTo>
                    <a:pt x="767" y="846"/>
                  </a:lnTo>
                  <a:lnTo>
                    <a:pt x="768" y="845"/>
                  </a:lnTo>
                  <a:lnTo>
                    <a:pt x="770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6" y="840"/>
                  </a:lnTo>
                  <a:lnTo>
                    <a:pt x="779" y="838"/>
                  </a:lnTo>
                  <a:lnTo>
                    <a:pt x="781" y="835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90" y="829"/>
                  </a:lnTo>
                  <a:lnTo>
                    <a:pt x="792" y="826"/>
                  </a:lnTo>
                  <a:lnTo>
                    <a:pt x="794" y="823"/>
                  </a:lnTo>
                  <a:lnTo>
                    <a:pt x="798" y="820"/>
                  </a:lnTo>
                  <a:lnTo>
                    <a:pt x="802" y="816"/>
                  </a:lnTo>
                  <a:lnTo>
                    <a:pt x="805" y="812"/>
                  </a:lnTo>
                  <a:lnTo>
                    <a:pt x="809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0" y="798"/>
                  </a:lnTo>
                  <a:lnTo>
                    <a:pt x="823" y="794"/>
                  </a:lnTo>
                  <a:lnTo>
                    <a:pt x="826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6" y="781"/>
                  </a:lnTo>
                  <a:lnTo>
                    <a:pt x="838" y="779"/>
                  </a:lnTo>
                  <a:lnTo>
                    <a:pt x="840" y="776"/>
                  </a:lnTo>
                  <a:lnTo>
                    <a:pt x="841" y="774"/>
                  </a:lnTo>
                  <a:lnTo>
                    <a:pt x="842" y="773"/>
                  </a:lnTo>
                  <a:lnTo>
                    <a:pt x="844" y="770"/>
                  </a:lnTo>
                  <a:lnTo>
                    <a:pt x="845" y="768"/>
                  </a:lnTo>
                  <a:lnTo>
                    <a:pt x="846" y="767"/>
                  </a:lnTo>
                  <a:lnTo>
                    <a:pt x="847" y="764"/>
                  </a:lnTo>
                  <a:lnTo>
                    <a:pt x="848" y="762"/>
                  </a:lnTo>
                  <a:lnTo>
                    <a:pt x="848" y="761"/>
                  </a:lnTo>
                  <a:lnTo>
                    <a:pt x="850" y="758"/>
                  </a:lnTo>
                  <a:lnTo>
                    <a:pt x="850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1" y="749"/>
                  </a:lnTo>
                  <a:lnTo>
                    <a:pt x="851" y="746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4"/>
                  </a:lnTo>
                  <a:lnTo>
                    <a:pt x="851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0" y="95"/>
                  </a:lnTo>
                  <a:lnTo>
                    <a:pt x="850" y="92"/>
                  </a:lnTo>
                  <a:lnTo>
                    <a:pt x="848" y="91"/>
                  </a:lnTo>
                  <a:lnTo>
                    <a:pt x="848" y="89"/>
                  </a:lnTo>
                  <a:lnTo>
                    <a:pt x="847" y="86"/>
                  </a:lnTo>
                  <a:lnTo>
                    <a:pt x="846" y="85"/>
                  </a:lnTo>
                  <a:lnTo>
                    <a:pt x="845" y="83"/>
                  </a:lnTo>
                  <a:lnTo>
                    <a:pt x="844" y="80"/>
                  </a:lnTo>
                  <a:lnTo>
                    <a:pt x="842" y="79"/>
                  </a:lnTo>
                  <a:lnTo>
                    <a:pt x="841" y="77"/>
                  </a:lnTo>
                  <a:lnTo>
                    <a:pt x="840" y="74"/>
                  </a:lnTo>
                  <a:lnTo>
                    <a:pt x="838" y="72"/>
                  </a:lnTo>
                  <a:lnTo>
                    <a:pt x="836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6"/>
                  </a:lnTo>
                  <a:lnTo>
                    <a:pt x="820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09" y="42"/>
                  </a:lnTo>
                  <a:lnTo>
                    <a:pt x="805" y="38"/>
                  </a:lnTo>
                  <a:lnTo>
                    <a:pt x="802" y="35"/>
                  </a:lnTo>
                  <a:lnTo>
                    <a:pt x="798" y="31"/>
                  </a:lnTo>
                  <a:lnTo>
                    <a:pt x="794" y="29"/>
                  </a:lnTo>
                  <a:lnTo>
                    <a:pt x="792" y="25"/>
                  </a:lnTo>
                  <a:lnTo>
                    <a:pt x="790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5"/>
                  </a:lnTo>
                  <a:lnTo>
                    <a:pt x="779" y="13"/>
                  </a:lnTo>
                  <a:lnTo>
                    <a:pt x="776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0" y="7"/>
                  </a:lnTo>
                  <a:lnTo>
                    <a:pt x="768" y="6"/>
                  </a:lnTo>
                  <a:lnTo>
                    <a:pt x="767" y="5"/>
                  </a:lnTo>
                  <a:lnTo>
                    <a:pt x="764" y="3"/>
                  </a:lnTo>
                  <a:lnTo>
                    <a:pt x="762" y="3"/>
                  </a:lnTo>
                  <a:lnTo>
                    <a:pt x="761" y="2"/>
                  </a:lnTo>
                  <a:lnTo>
                    <a:pt x="758" y="2"/>
                  </a:lnTo>
                  <a:lnTo>
                    <a:pt x="756" y="1"/>
                  </a:lnTo>
                  <a:lnTo>
                    <a:pt x="754" y="1"/>
                  </a:lnTo>
                  <a:lnTo>
                    <a:pt x="751" y="1"/>
                  </a:lnTo>
                  <a:lnTo>
                    <a:pt x="749" y="0"/>
                  </a:lnTo>
                  <a:lnTo>
                    <a:pt x="746" y="0"/>
                  </a:lnTo>
                  <a:lnTo>
                    <a:pt x="744" y="0"/>
                  </a:lnTo>
                  <a:lnTo>
                    <a:pt x="742" y="0"/>
                  </a:lnTo>
                  <a:lnTo>
                    <a:pt x="738" y="0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3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1" y="0"/>
                  </a:lnTo>
                  <a:lnTo>
                    <a:pt x="679" y="0"/>
                  </a:lnTo>
                  <a:lnTo>
                    <a:pt x="675" y="0"/>
                  </a:lnTo>
                  <a:lnTo>
                    <a:pt x="673" y="0"/>
                  </a:lnTo>
                  <a:lnTo>
                    <a:pt x="669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4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57" name="Freeform 212">
              <a:extLst>
                <a:ext uri="{FF2B5EF4-FFF2-40B4-BE49-F238E27FC236}">
                  <a16:creationId xmlns:a16="http://schemas.microsoft.com/office/drawing/2014/main" id="{5E2B3B24-52D3-4968-AADB-1479CE3C3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910"/>
              <a:ext cx="421" cy="132"/>
            </a:xfrm>
            <a:custGeom>
              <a:avLst/>
              <a:gdLst>
                <a:gd name="T0" fmla="*/ 0 w 841"/>
                <a:gd name="T1" fmla="*/ 0 h 265"/>
                <a:gd name="T2" fmla="*/ 1 w 841"/>
                <a:gd name="T3" fmla="*/ 0 h 265"/>
                <a:gd name="T4" fmla="*/ 1 w 841"/>
                <a:gd name="T5" fmla="*/ 0 h 265"/>
                <a:gd name="T6" fmla="*/ 1 w 841"/>
                <a:gd name="T7" fmla="*/ 0 h 265"/>
                <a:gd name="T8" fmla="*/ 1 w 841"/>
                <a:gd name="T9" fmla="*/ 0 h 265"/>
                <a:gd name="T10" fmla="*/ 1 w 841"/>
                <a:gd name="T11" fmla="*/ 0 h 265"/>
                <a:gd name="T12" fmla="*/ 1 w 841"/>
                <a:gd name="T13" fmla="*/ 0 h 265"/>
                <a:gd name="T14" fmla="*/ 1 w 841"/>
                <a:gd name="T15" fmla="*/ 0 h 265"/>
                <a:gd name="T16" fmla="*/ 1 w 841"/>
                <a:gd name="T17" fmla="*/ 0 h 265"/>
                <a:gd name="T18" fmla="*/ 1 w 841"/>
                <a:gd name="T19" fmla="*/ 0 h 265"/>
                <a:gd name="T20" fmla="*/ 1 w 841"/>
                <a:gd name="T21" fmla="*/ 0 h 265"/>
                <a:gd name="T22" fmla="*/ 1 w 841"/>
                <a:gd name="T23" fmla="*/ 0 h 265"/>
                <a:gd name="T24" fmla="*/ 1 w 841"/>
                <a:gd name="T25" fmla="*/ 0 h 265"/>
                <a:gd name="T26" fmla="*/ 1 w 841"/>
                <a:gd name="T27" fmla="*/ 0 h 265"/>
                <a:gd name="T28" fmla="*/ 1 w 841"/>
                <a:gd name="T29" fmla="*/ 0 h 265"/>
                <a:gd name="T30" fmla="*/ 1 w 841"/>
                <a:gd name="T31" fmla="*/ 0 h 265"/>
                <a:gd name="T32" fmla="*/ 1 w 841"/>
                <a:gd name="T33" fmla="*/ 0 h 265"/>
                <a:gd name="T34" fmla="*/ 1 w 841"/>
                <a:gd name="T35" fmla="*/ 0 h 265"/>
                <a:gd name="T36" fmla="*/ 1 w 841"/>
                <a:gd name="T37" fmla="*/ 0 h 265"/>
                <a:gd name="T38" fmla="*/ 1 w 841"/>
                <a:gd name="T39" fmla="*/ 0 h 265"/>
                <a:gd name="T40" fmla="*/ 1 w 841"/>
                <a:gd name="T41" fmla="*/ 0 h 265"/>
                <a:gd name="T42" fmla="*/ 1 w 841"/>
                <a:gd name="T43" fmla="*/ 0 h 265"/>
                <a:gd name="T44" fmla="*/ 1 w 841"/>
                <a:gd name="T45" fmla="*/ 0 h 265"/>
                <a:gd name="T46" fmla="*/ 1 w 841"/>
                <a:gd name="T47" fmla="*/ 0 h 265"/>
                <a:gd name="T48" fmla="*/ 1 w 841"/>
                <a:gd name="T49" fmla="*/ 0 h 265"/>
                <a:gd name="T50" fmla="*/ 1 w 841"/>
                <a:gd name="T51" fmla="*/ 0 h 265"/>
                <a:gd name="T52" fmla="*/ 1 w 841"/>
                <a:gd name="T53" fmla="*/ 0 h 265"/>
                <a:gd name="T54" fmla="*/ 1 w 841"/>
                <a:gd name="T55" fmla="*/ 0 h 265"/>
                <a:gd name="T56" fmla="*/ 1 w 841"/>
                <a:gd name="T57" fmla="*/ 0 h 265"/>
                <a:gd name="T58" fmla="*/ 1 w 841"/>
                <a:gd name="T59" fmla="*/ 0 h 265"/>
                <a:gd name="T60" fmla="*/ 1 w 841"/>
                <a:gd name="T61" fmla="*/ 0 h 265"/>
                <a:gd name="T62" fmla="*/ 1 w 841"/>
                <a:gd name="T63" fmla="*/ 0 h 265"/>
                <a:gd name="T64" fmla="*/ 1 w 841"/>
                <a:gd name="T65" fmla="*/ 0 h 265"/>
                <a:gd name="T66" fmla="*/ 1 w 841"/>
                <a:gd name="T67" fmla="*/ 0 h 265"/>
                <a:gd name="T68" fmla="*/ 1 w 841"/>
                <a:gd name="T69" fmla="*/ 0 h 265"/>
                <a:gd name="T70" fmla="*/ 1 w 841"/>
                <a:gd name="T71" fmla="*/ 0 h 265"/>
                <a:gd name="T72" fmla="*/ 1 w 841"/>
                <a:gd name="T73" fmla="*/ 0 h 265"/>
                <a:gd name="T74" fmla="*/ 1 w 841"/>
                <a:gd name="T75" fmla="*/ 0 h 265"/>
                <a:gd name="T76" fmla="*/ 1 w 841"/>
                <a:gd name="T77" fmla="*/ 0 h 265"/>
                <a:gd name="T78" fmla="*/ 1 w 841"/>
                <a:gd name="T79" fmla="*/ 0 h 265"/>
                <a:gd name="T80" fmla="*/ 1 w 841"/>
                <a:gd name="T81" fmla="*/ 0 h 265"/>
                <a:gd name="T82" fmla="*/ 1 w 841"/>
                <a:gd name="T83" fmla="*/ 0 h 265"/>
                <a:gd name="T84" fmla="*/ 1 w 841"/>
                <a:gd name="T85" fmla="*/ 0 h 265"/>
                <a:gd name="T86" fmla="*/ 1 w 841"/>
                <a:gd name="T87" fmla="*/ 0 h 265"/>
                <a:gd name="T88" fmla="*/ 1 w 841"/>
                <a:gd name="T89" fmla="*/ 0 h 265"/>
                <a:gd name="T90" fmla="*/ 1 w 841"/>
                <a:gd name="T91" fmla="*/ 0 h 265"/>
                <a:gd name="T92" fmla="*/ 1 w 841"/>
                <a:gd name="T93" fmla="*/ 0 h 265"/>
                <a:gd name="T94" fmla="*/ 1 w 841"/>
                <a:gd name="T95" fmla="*/ 0 h 265"/>
                <a:gd name="T96" fmla="*/ 1 w 841"/>
                <a:gd name="T97" fmla="*/ 0 h 265"/>
                <a:gd name="T98" fmla="*/ 1 w 841"/>
                <a:gd name="T99" fmla="*/ 0 h 265"/>
                <a:gd name="T100" fmla="*/ 1 w 841"/>
                <a:gd name="T101" fmla="*/ 0 h 265"/>
                <a:gd name="T102" fmla="*/ 1 w 841"/>
                <a:gd name="T103" fmla="*/ 0 h 265"/>
                <a:gd name="T104" fmla="*/ 1 w 841"/>
                <a:gd name="T105" fmla="*/ 0 h 265"/>
                <a:gd name="T106" fmla="*/ 1 w 841"/>
                <a:gd name="T107" fmla="*/ 0 h 265"/>
                <a:gd name="T108" fmla="*/ 1 w 841"/>
                <a:gd name="T109" fmla="*/ 0 h 265"/>
                <a:gd name="T110" fmla="*/ 0 w 841"/>
                <a:gd name="T111" fmla="*/ 0 h 26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841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3"/>
                  </a:lnTo>
                  <a:lnTo>
                    <a:pt x="3" y="97"/>
                  </a:lnTo>
                  <a:lnTo>
                    <a:pt x="6" y="91"/>
                  </a:lnTo>
                  <a:lnTo>
                    <a:pt x="8" y="85"/>
                  </a:lnTo>
                  <a:lnTo>
                    <a:pt x="9" y="79"/>
                  </a:lnTo>
                  <a:lnTo>
                    <a:pt x="13" y="73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14" y="0"/>
                  </a:lnTo>
                  <a:lnTo>
                    <a:pt x="720" y="0"/>
                  </a:lnTo>
                  <a:lnTo>
                    <a:pt x="727" y="2"/>
                  </a:lnTo>
                  <a:lnTo>
                    <a:pt x="733" y="2"/>
                  </a:lnTo>
                  <a:lnTo>
                    <a:pt x="739" y="3"/>
                  </a:lnTo>
                  <a:lnTo>
                    <a:pt x="745" y="4"/>
                  </a:lnTo>
                  <a:lnTo>
                    <a:pt x="751" y="6"/>
                  </a:lnTo>
                  <a:lnTo>
                    <a:pt x="757" y="8"/>
                  </a:lnTo>
                  <a:lnTo>
                    <a:pt x="763" y="10"/>
                  </a:lnTo>
                  <a:lnTo>
                    <a:pt x="769" y="14"/>
                  </a:lnTo>
                  <a:lnTo>
                    <a:pt x="774" y="16"/>
                  </a:lnTo>
                  <a:lnTo>
                    <a:pt x="780" y="18"/>
                  </a:lnTo>
                  <a:lnTo>
                    <a:pt x="784" y="22"/>
                  </a:lnTo>
                  <a:lnTo>
                    <a:pt x="789" y="26"/>
                  </a:lnTo>
                  <a:lnTo>
                    <a:pt x="794" y="29"/>
                  </a:lnTo>
                  <a:lnTo>
                    <a:pt x="799" y="34"/>
                  </a:lnTo>
                  <a:lnTo>
                    <a:pt x="804" y="38"/>
                  </a:lnTo>
                  <a:lnTo>
                    <a:pt x="807" y="42"/>
                  </a:lnTo>
                  <a:lnTo>
                    <a:pt x="812" y="47"/>
                  </a:lnTo>
                  <a:lnTo>
                    <a:pt x="816" y="52"/>
                  </a:lnTo>
                  <a:lnTo>
                    <a:pt x="819" y="57"/>
                  </a:lnTo>
                  <a:lnTo>
                    <a:pt x="823" y="62"/>
                  </a:lnTo>
                  <a:lnTo>
                    <a:pt x="825" y="68"/>
                  </a:lnTo>
                  <a:lnTo>
                    <a:pt x="829" y="73"/>
                  </a:lnTo>
                  <a:lnTo>
                    <a:pt x="831" y="79"/>
                  </a:lnTo>
                  <a:lnTo>
                    <a:pt x="834" y="85"/>
                  </a:lnTo>
                  <a:lnTo>
                    <a:pt x="835" y="91"/>
                  </a:lnTo>
                  <a:lnTo>
                    <a:pt x="837" y="97"/>
                  </a:lnTo>
                  <a:lnTo>
                    <a:pt x="839" y="103"/>
                  </a:lnTo>
                  <a:lnTo>
                    <a:pt x="840" y="109"/>
                  </a:lnTo>
                  <a:lnTo>
                    <a:pt x="841" y="116"/>
                  </a:lnTo>
                  <a:lnTo>
                    <a:pt x="841" y="122"/>
                  </a:lnTo>
                  <a:lnTo>
                    <a:pt x="841" y="128"/>
                  </a:lnTo>
                  <a:lnTo>
                    <a:pt x="841" y="137"/>
                  </a:lnTo>
                  <a:lnTo>
                    <a:pt x="841" y="143"/>
                  </a:lnTo>
                  <a:lnTo>
                    <a:pt x="841" y="151"/>
                  </a:lnTo>
                  <a:lnTo>
                    <a:pt x="840" y="157"/>
                  </a:lnTo>
                  <a:lnTo>
                    <a:pt x="839" y="163"/>
                  </a:lnTo>
                  <a:lnTo>
                    <a:pt x="837" y="169"/>
                  </a:lnTo>
                  <a:lnTo>
                    <a:pt x="835" y="175"/>
                  </a:lnTo>
                  <a:lnTo>
                    <a:pt x="834" y="181"/>
                  </a:lnTo>
                  <a:lnTo>
                    <a:pt x="831" y="187"/>
                  </a:lnTo>
                  <a:lnTo>
                    <a:pt x="829" y="193"/>
                  </a:lnTo>
                  <a:lnTo>
                    <a:pt x="825" y="198"/>
                  </a:lnTo>
                  <a:lnTo>
                    <a:pt x="823" y="204"/>
                  </a:lnTo>
                  <a:lnTo>
                    <a:pt x="819" y="208"/>
                  </a:lnTo>
                  <a:lnTo>
                    <a:pt x="816" y="213"/>
                  </a:lnTo>
                  <a:lnTo>
                    <a:pt x="812" y="218"/>
                  </a:lnTo>
                  <a:lnTo>
                    <a:pt x="807" y="223"/>
                  </a:lnTo>
                  <a:lnTo>
                    <a:pt x="804" y="228"/>
                  </a:lnTo>
                  <a:lnTo>
                    <a:pt x="799" y="231"/>
                  </a:lnTo>
                  <a:lnTo>
                    <a:pt x="794" y="236"/>
                  </a:lnTo>
                  <a:lnTo>
                    <a:pt x="789" y="240"/>
                  </a:lnTo>
                  <a:lnTo>
                    <a:pt x="784" y="243"/>
                  </a:lnTo>
                  <a:lnTo>
                    <a:pt x="780" y="247"/>
                  </a:lnTo>
                  <a:lnTo>
                    <a:pt x="774" y="249"/>
                  </a:lnTo>
                  <a:lnTo>
                    <a:pt x="769" y="253"/>
                  </a:lnTo>
                  <a:lnTo>
                    <a:pt x="763" y="255"/>
                  </a:lnTo>
                  <a:lnTo>
                    <a:pt x="757" y="258"/>
                  </a:lnTo>
                  <a:lnTo>
                    <a:pt x="751" y="259"/>
                  </a:lnTo>
                  <a:lnTo>
                    <a:pt x="745" y="261"/>
                  </a:lnTo>
                  <a:lnTo>
                    <a:pt x="739" y="262"/>
                  </a:lnTo>
                  <a:lnTo>
                    <a:pt x="733" y="264"/>
                  </a:lnTo>
                  <a:lnTo>
                    <a:pt x="727" y="264"/>
                  </a:lnTo>
                  <a:lnTo>
                    <a:pt x="720" y="265"/>
                  </a:lnTo>
                  <a:lnTo>
                    <a:pt x="714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4"/>
                  </a:lnTo>
                  <a:lnTo>
                    <a:pt x="15" y="198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58" name="Rectangle 216">
              <a:extLst>
                <a:ext uri="{FF2B5EF4-FFF2-40B4-BE49-F238E27FC236}">
                  <a16:creationId xmlns:a16="http://schemas.microsoft.com/office/drawing/2014/main" id="{896515CE-B36C-4D45-A493-A70E45D9F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59" name="Rectangle 217">
              <a:extLst>
                <a:ext uri="{FF2B5EF4-FFF2-40B4-BE49-F238E27FC236}">
                  <a16:creationId xmlns:a16="http://schemas.microsoft.com/office/drawing/2014/main" id="{FA8A1218-8446-4B90-AA86-297F020D8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0" y="1763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60" name="Rectangle 218">
              <a:extLst>
                <a:ext uri="{FF2B5EF4-FFF2-40B4-BE49-F238E27FC236}">
                  <a16:creationId xmlns:a16="http://schemas.microsoft.com/office/drawing/2014/main" id="{F515EED7-7EA6-409C-BA2E-05964DF74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" y="1818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4450" name="Group 316">
            <a:extLst>
              <a:ext uri="{FF2B5EF4-FFF2-40B4-BE49-F238E27FC236}">
                <a16:creationId xmlns:a16="http://schemas.microsoft.com/office/drawing/2014/main" id="{09BF668F-C016-4350-BF54-0DFA021BE357}"/>
              </a:ext>
            </a:extLst>
          </p:cNvPr>
          <p:cNvGrpSpPr>
            <a:grpSpLocks/>
          </p:cNvGrpSpPr>
          <p:nvPr/>
        </p:nvGrpSpPr>
        <p:grpSpPr bwMode="auto">
          <a:xfrm>
            <a:off x="6189663" y="152400"/>
            <a:ext cx="2268537" cy="2620963"/>
            <a:chOff x="429" y="2045"/>
            <a:chExt cx="1429" cy="1651"/>
          </a:xfrm>
        </p:grpSpPr>
        <p:sp>
          <p:nvSpPr>
            <p:cNvPr id="104573" name="Rectangle 133">
              <a:extLst>
                <a:ext uri="{FF2B5EF4-FFF2-40B4-BE49-F238E27FC236}">
                  <a16:creationId xmlns:a16="http://schemas.microsoft.com/office/drawing/2014/main" id="{89352E73-AABC-4958-A75D-33291461D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369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74" name="Line 134">
              <a:extLst>
                <a:ext uri="{FF2B5EF4-FFF2-40B4-BE49-F238E27FC236}">
                  <a16:creationId xmlns:a16="http://schemas.microsoft.com/office/drawing/2014/main" id="{48D9B79B-C316-4608-8FA4-039B6B44B3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2622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75" name="Line 135">
              <a:extLst>
                <a:ext uri="{FF2B5EF4-FFF2-40B4-BE49-F238E27FC236}">
                  <a16:creationId xmlns:a16="http://schemas.microsoft.com/office/drawing/2014/main" id="{82CB0146-750F-4E6C-B128-B6C4308E4D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76" name="Line 136">
              <a:extLst>
                <a:ext uri="{FF2B5EF4-FFF2-40B4-BE49-F238E27FC236}">
                  <a16:creationId xmlns:a16="http://schemas.microsoft.com/office/drawing/2014/main" id="{0DD13FFE-BEA9-451E-850B-B96FA4E261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" y="2117"/>
              <a:ext cx="252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77" name="Rectangle 137">
              <a:extLst>
                <a:ext uri="{FF2B5EF4-FFF2-40B4-BE49-F238E27FC236}">
                  <a16:creationId xmlns:a16="http://schemas.microsoft.com/office/drawing/2014/main" id="{B6968115-91DF-474C-B381-1D321DEC3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78" name="Rectangle 138">
              <a:extLst>
                <a:ext uri="{FF2B5EF4-FFF2-40B4-BE49-F238E27FC236}">
                  <a16:creationId xmlns:a16="http://schemas.microsoft.com/office/drawing/2014/main" id="{137FE0B7-E5A9-413E-8EE7-3DF27F9C7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79" name="Rectangle 139">
              <a:extLst>
                <a:ext uri="{FF2B5EF4-FFF2-40B4-BE49-F238E27FC236}">
                  <a16:creationId xmlns:a16="http://schemas.microsoft.com/office/drawing/2014/main" id="{29459668-064E-4B5A-8C16-3D14CFA8E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80" name="Rectangle 140">
              <a:extLst>
                <a:ext uri="{FF2B5EF4-FFF2-40B4-BE49-F238E27FC236}">
                  <a16:creationId xmlns:a16="http://schemas.microsoft.com/office/drawing/2014/main" id="{FB1B9A9C-3979-478F-933F-48A2819BE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81" name="Rectangle 141">
              <a:extLst>
                <a:ext uri="{FF2B5EF4-FFF2-40B4-BE49-F238E27FC236}">
                  <a16:creationId xmlns:a16="http://schemas.microsoft.com/office/drawing/2014/main" id="{D34DB3A3-024C-4D70-8478-A2C8835B9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82" name="Rectangle 142">
              <a:extLst>
                <a:ext uri="{FF2B5EF4-FFF2-40B4-BE49-F238E27FC236}">
                  <a16:creationId xmlns:a16="http://schemas.microsoft.com/office/drawing/2014/main" id="{7A3F5309-C300-4E80-87FB-C601396A8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83" name="Rectangle 143">
              <a:extLst>
                <a:ext uri="{FF2B5EF4-FFF2-40B4-BE49-F238E27FC236}">
                  <a16:creationId xmlns:a16="http://schemas.microsoft.com/office/drawing/2014/main" id="{D73D44A0-12B8-4253-BD34-18F38E32B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84" name="Rectangle 144">
              <a:extLst>
                <a:ext uri="{FF2B5EF4-FFF2-40B4-BE49-F238E27FC236}">
                  <a16:creationId xmlns:a16="http://schemas.microsoft.com/office/drawing/2014/main" id="{C09C33CF-CF9A-49CC-B67C-CE4019072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369"/>
              <a:ext cx="505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85" name="Line 145">
              <a:extLst>
                <a:ext uri="{FF2B5EF4-FFF2-40B4-BE49-F238E27FC236}">
                  <a16:creationId xmlns:a16="http://schemas.microsoft.com/office/drawing/2014/main" id="{B8E25E30-F322-47A2-A3C6-B02F2F248E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2622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86" name="Line 146">
              <a:extLst>
                <a:ext uri="{FF2B5EF4-FFF2-40B4-BE49-F238E27FC236}">
                  <a16:creationId xmlns:a16="http://schemas.microsoft.com/office/drawing/2014/main" id="{834FA4BD-D715-440E-9993-8D0CABD61E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87" name="Rectangle 147">
              <a:extLst>
                <a:ext uri="{FF2B5EF4-FFF2-40B4-BE49-F238E27FC236}">
                  <a16:creationId xmlns:a16="http://schemas.microsoft.com/office/drawing/2014/main" id="{6B97B195-B6A7-4458-BFE5-19D4ACA57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88" name="Rectangle 148">
              <a:extLst>
                <a:ext uri="{FF2B5EF4-FFF2-40B4-BE49-F238E27FC236}">
                  <a16:creationId xmlns:a16="http://schemas.microsoft.com/office/drawing/2014/main" id="{DB281B66-C7BB-4026-BD03-31D8495D2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89" name="Rectangle 149">
              <a:extLst>
                <a:ext uri="{FF2B5EF4-FFF2-40B4-BE49-F238E27FC236}">
                  <a16:creationId xmlns:a16="http://schemas.microsoft.com/office/drawing/2014/main" id="{21B000A9-E293-4E0C-89E4-FF484974D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90" name="Rectangle 150">
              <a:extLst>
                <a:ext uri="{FF2B5EF4-FFF2-40B4-BE49-F238E27FC236}">
                  <a16:creationId xmlns:a16="http://schemas.microsoft.com/office/drawing/2014/main" id="{53381D2B-C721-452F-9E5D-714CCDB5E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91" name="Rectangle 151">
              <a:extLst>
                <a:ext uri="{FF2B5EF4-FFF2-40B4-BE49-F238E27FC236}">
                  <a16:creationId xmlns:a16="http://schemas.microsoft.com/office/drawing/2014/main" id="{78F9205D-64BC-45F6-A834-9BF8AE077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92" name="Rectangle 152">
              <a:extLst>
                <a:ext uri="{FF2B5EF4-FFF2-40B4-BE49-F238E27FC236}">
                  <a16:creationId xmlns:a16="http://schemas.microsoft.com/office/drawing/2014/main" id="{ACF212B3-E108-480C-868B-8798EC722A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93" name="Rectangle 153">
              <a:extLst>
                <a:ext uri="{FF2B5EF4-FFF2-40B4-BE49-F238E27FC236}">
                  <a16:creationId xmlns:a16="http://schemas.microsoft.com/office/drawing/2014/main" id="{7E960B1D-EFB5-42E4-BA0B-AFF7143A7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94" name="Rectangle 154">
              <a:extLst>
                <a:ext uri="{FF2B5EF4-FFF2-40B4-BE49-F238E27FC236}">
                  <a16:creationId xmlns:a16="http://schemas.microsoft.com/office/drawing/2014/main" id="{6A03E04C-815C-46D0-87CF-650A1CCE9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95" name="Rectangle 155">
              <a:extLst>
                <a:ext uri="{FF2B5EF4-FFF2-40B4-BE49-F238E27FC236}">
                  <a16:creationId xmlns:a16="http://schemas.microsoft.com/office/drawing/2014/main" id="{ED380380-2198-440D-B007-43BC7767E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886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96" name="Line 156">
              <a:extLst>
                <a:ext uri="{FF2B5EF4-FFF2-40B4-BE49-F238E27FC236}">
                  <a16:creationId xmlns:a16="http://schemas.microsoft.com/office/drawing/2014/main" id="{E139EE27-F9B4-4220-B78D-E909E61685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3138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97" name="Line 157">
              <a:extLst>
                <a:ext uri="{FF2B5EF4-FFF2-40B4-BE49-F238E27FC236}">
                  <a16:creationId xmlns:a16="http://schemas.microsoft.com/office/drawing/2014/main" id="{D055D14E-E6E4-42A9-9AE4-A24407F83F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98" name="Rectangle 158">
              <a:extLst>
                <a:ext uri="{FF2B5EF4-FFF2-40B4-BE49-F238E27FC236}">
                  <a16:creationId xmlns:a16="http://schemas.microsoft.com/office/drawing/2014/main" id="{F1DDF424-925B-4313-A3F5-018691CBC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99" name="Rectangle 159">
              <a:extLst>
                <a:ext uri="{FF2B5EF4-FFF2-40B4-BE49-F238E27FC236}">
                  <a16:creationId xmlns:a16="http://schemas.microsoft.com/office/drawing/2014/main" id="{004C7D92-D94E-431E-BA56-47EEF322E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886"/>
              <a:ext cx="505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00" name="Line 160">
              <a:extLst>
                <a:ext uri="{FF2B5EF4-FFF2-40B4-BE49-F238E27FC236}">
                  <a16:creationId xmlns:a16="http://schemas.microsoft.com/office/drawing/2014/main" id="{D5D711A2-824E-4A31-9AB1-2868B01DDD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3138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01" name="Line 161">
              <a:extLst>
                <a:ext uri="{FF2B5EF4-FFF2-40B4-BE49-F238E27FC236}">
                  <a16:creationId xmlns:a16="http://schemas.microsoft.com/office/drawing/2014/main" id="{C0C59988-9E27-45E7-8B0E-432C2347AD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02" name="Rectangle 162">
              <a:extLst>
                <a:ext uri="{FF2B5EF4-FFF2-40B4-BE49-F238E27FC236}">
                  <a16:creationId xmlns:a16="http://schemas.microsoft.com/office/drawing/2014/main" id="{05B19673-53C3-43C6-B39E-BAC9B956C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03" name="Rectangle 163">
              <a:extLst>
                <a:ext uri="{FF2B5EF4-FFF2-40B4-BE49-F238E27FC236}">
                  <a16:creationId xmlns:a16="http://schemas.microsoft.com/office/drawing/2014/main" id="{91BE7637-33B1-4051-93E0-E6BB34878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04" name="Rectangle 164">
              <a:extLst>
                <a:ext uri="{FF2B5EF4-FFF2-40B4-BE49-F238E27FC236}">
                  <a16:creationId xmlns:a16="http://schemas.microsoft.com/office/drawing/2014/main" id="{9C3BCE56-F5E7-42DF-94AE-1ACB1869E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05" name="Rectangle 165">
              <a:extLst>
                <a:ext uri="{FF2B5EF4-FFF2-40B4-BE49-F238E27FC236}">
                  <a16:creationId xmlns:a16="http://schemas.microsoft.com/office/drawing/2014/main" id="{63CAF634-BE2E-4350-8851-8DAEBD6D3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06" name="Rectangle 166">
              <a:extLst>
                <a:ext uri="{FF2B5EF4-FFF2-40B4-BE49-F238E27FC236}">
                  <a16:creationId xmlns:a16="http://schemas.microsoft.com/office/drawing/2014/main" id="{FD0B437A-AF21-4AFD-8478-1D0B7C4B9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07" name="Rectangle 167">
              <a:extLst>
                <a:ext uri="{FF2B5EF4-FFF2-40B4-BE49-F238E27FC236}">
                  <a16:creationId xmlns:a16="http://schemas.microsoft.com/office/drawing/2014/main" id="{B7FEDC45-B47D-4614-A438-947518BDE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44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08" name="Rectangle 168">
              <a:extLst>
                <a:ext uri="{FF2B5EF4-FFF2-40B4-BE49-F238E27FC236}">
                  <a16:creationId xmlns:a16="http://schemas.microsoft.com/office/drawing/2014/main" id="{82801786-A292-4750-9E42-6EFEBD661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700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09" name="Rectangle 169">
              <a:extLst>
                <a:ext uri="{FF2B5EF4-FFF2-40B4-BE49-F238E27FC236}">
                  <a16:creationId xmlns:a16="http://schemas.microsoft.com/office/drawing/2014/main" id="{234C745B-2442-43C4-AAE9-717AC8066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956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10" name="Rectangle 174">
              <a:extLst>
                <a:ext uri="{FF2B5EF4-FFF2-40B4-BE49-F238E27FC236}">
                  <a16:creationId xmlns:a16="http://schemas.microsoft.com/office/drawing/2014/main" id="{CBD59C28-775D-431B-AD46-908635A5D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3211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11" name="Rectangle 211">
              <a:extLst>
                <a:ext uri="{FF2B5EF4-FFF2-40B4-BE49-F238E27FC236}">
                  <a16:creationId xmlns:a16="http://schemas.microsoft.com/office/drawing/2014/main" id="{C1051A46-B2F8-47F3-BC3F-4C2EC440A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8" y="3534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(b)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12" name="Freeform 213">
              <a:extLst>
                <a:ext uri="{FF2B5EF4-FFF2-40B4-BE49-F238E27FC236}">
                  <a16:creationId xmlns:a16="http://schemas.microsoft.com/office/drawing/2014/main" id="{07167FC3-D9F3-438A-8316-7A34546BA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412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3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4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2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1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2" y="1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2"/>
                  </a:lnTo>
                  <a:lnTo>
                    <a:pt x="94" y="2"/>
                  </a:lnTo>
                  <a:lnTo>
                    <a:pt x="91" y="3"/>
                  </a:lnTo>
                  <a:lnTo>
                    <a:pt x="89" y="3"/>
                  </a:lnTo>
                  <a:lnTo>
                    <a:pt x="88" y="5"/>
                  </a:lnTo>
                  <a:lnTo>
                    <a:pt x="85" y="6"/>
                  </a:lnTo>
                  <a:lnTo>
                    <a:pt x="83" y="7"/>
                  </a:lnTo>
                  <a:lnTo>
                    <a:pt x="82" y="8"/>
                  </a:lnTo>
                  <a:lnTo>
                    <a:pt x="79" y="10"/>
                  </a:lnTo>
                  <a:lnTo>
                    <a:pt x="77" y="11"/>
                  </a:lnTo>
                  <a:lnTo>
                    <a:pt x="75" y="12"/>
                  </a:lnTo>
                  <a:lnTo>
                    <a:pt x="72" y="14"/>
                  </a:lnTo>
                  <a:lnTo>
                    <a:pt x="71" y="17"/>
                  </a:lnTo>
                  <a:lnTo>
                    <a:pt x="69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6"/>
                  </a:lnTo>
                  <a:lnTo>
                    <a:pt x="56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7" y="40"/>
                  </a:lnTo>
                  <a:lnTo>
                    <a:pt x="42" y="43"/>
                  </a:lnTo>
                  <a:lnTo>
                    <a:pt x="38" y="47"/>
                  </a:lnTo>
                  <a:lnTo>
                    <a:pt x="35" y="50"/>
                  </a:lnTo>
                  <a:lnTo>
                    <a:pt x="31" y="54"/>
                  </a:lnTo>
                  <a:lnTo>
                    <a:pt x="29" y="58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3" y="73"/>
                  </a:lnTo>
                  <a:lnTo>
                    <a:pt x="12" y="76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2"/>
                  </a:lnTo>
                  <a:lnTo>
                    <a:pt x="6" y="84"/>
                  </a:lnTo>
                  <a:lnTo>
                    <a:pt x="5" y="85"/>
                  </a:lnTo>
                  <a:lnTo>
                    <a:pt x="5" y="88"/>
                  </a:lnTo>
                  <a:lnTo>
                    <a:pt x="4" y="90"/>
                  </a:lnTo>
                  <a:lnTo>
                    <a:pt x="2" y="91"/>
                  </a:lnTo>
                  <a:lnTo>
                    <a:pt x="2" y="94"/>
                  </a:lnTo>
                  <a:lnTo>
                    <a:pt x="1" y="96"/>
                  </a:lnTo>
                  <a:lnTo>
                    <a:pt x="1" y="98"/>
                  </a:lnTo>
                  <a:lnTo>
                    <a:pt x="1" y="101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0" y="736"/>
                  </a:lnTo>
                  <a:lnTo>
                    <a:pt x="0" y="739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8"/>
                  </a:lnTo>
                  <a:lnTo>
                    <a:pt x="0" y="750"/>
                  </a:lnTo>
                  <a:lnTo>
                    <a:pt x="1" y="752"/>
                  </a:lnTo>
                  <a:lnTo>
                    <a:pt x="1" y="755"/>
                  </a:lnTo>
                  <a:lnTo>
                    <a:pt x="1" y="757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4" y="763"/>
                  </a:lnTo>
                  <a:lnTo>
                    <a:pt x="5" y="766"/>
                  </a:lnTo>
                  <a:lnTo>
                    <a:pt x="5" y="767"/>
                  </a:lnTo>
                  <a:lnTo>
                    <a:pt x="6" y="769"/>
                  </a:lnTo>
                  <a:lnTo>
                    <a:pt x="7" y="772"/>
                  </a:lnTo>
                  <a:lnTo>
                    <a:pt x="8" y="773"/>
                  </a:lnTo>
                  <a:lnTo>
                    <a:pt x="11" y="775"/>
                  </a:lnTo>
                  <a:lnTo>
                    <a:pt x="12" y="778"/>
                  </a:lnTo>
                  <a:lnTo>
                    <a:pt x="13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3" y="790"/>
                  </a:lnTo>
                  <a:lnTo>
                    <a:pt x="25" y="792"/>
                  </a:lnTo>
                  <a:lnTo>
                    <a:pt x="29" y="796"/>
                  </a:lnTo>
                  <a:lnTo>
                    <a:pt x="31" y="799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10"/>
                  </a:lnTo>
                  <a:lnTo>
                    <a:pt x="47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6" y="823"/>
                  </a:lnTo>
                  <a:lnTo>
                    <a:pt x="60" y="827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9" y="834"/>
                  </a:lnTo>
                  <a:lnTo>
                    <a:pt x="71" y="837"/>
                  </a:lnTo>
                  <a:lnTo>
                    <a:pt x="72" y="839"/>
                  </a:lnTo>
                  <a:lnTo>
                    <a:pt x="75" y="840"/>
                  </a:lnTo>
                  <a:lnTo>
                    <a:pt x="77" y="841"/>
                  </a:lnTo>
                  <a:lnTo>
                    <a:pt x="79" y="844"/>
                  </a:lnTo>
                  <a:lnTo>
                    <a:pt x="82" y="845"/>
                  </a:lnTo>
                  <a:lnTo>
                    <a:pt x="83" y="846"/>
                  </a:lnTo>
                  <a:lnTo>
                    <a:pt x="85" y="847"/>
                  </a:lnTo>
                  <a:lnTo>
                    <a:pt x="88" y="847"/>
                  </a:lnTo>
                  <a:lnTo>
                    <a:pt x="89" y="849"/>
                  </a:lnTo>
                  <a:lnTo>
                    <a:pt x="91" y="850"/>
                  </a:lnTo>
                  <a:lnTo>
                    <a:pt x="94" y="850"/>
                  </a:lnTo>
                  <a:lnTo>
                    <a:pt x="95" y="851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1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2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4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7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7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3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8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2"/>
                  </a:lnTo>
                  <a:lnTo>
                    <a:pt x="746" y="852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1"/>
                  </a:lnTo>
                  <a:lnTo>
                    <a:pt x="758" y="850"/>
                  </a:lnTo>
                  <a:lnTo>
                    <a:pt x="761" y="850"/>
                  </a:lnTo>
                  <a:lnTo>
                    <a:pt x="762" y="849"/>
                  </a:lnTo>
                  <a:lnTo>
                    <a:pt x="764" y="847"/>
                  </a:lnTo>
                  <a:lnTo>
                    <a:pt x="767" y="847"/>
                  </a:lnTo>
                  <a:lnTo>
                    <a:pt x="768" y="846"/>
                  </a:lnTo>
                  <a:lnTo>
                    <a:pt x="771" y="845"/>
                  </a:lnTo>
                  <a:lnTo>
                    <a:pt x="773" y="844"/>
                  </a:lnTo>
                  <a:lnTo>
                    <a:pt x="774" y="841"/>
                  </a:lnTo>
                  <a:lnTo>
                    <a:pt x="777" y="840"/>
                  </a:lnTo>
                  <a:lnTo>
                    <a:pt x="779" y="839"/>
                  </a:lnTo>
                  <a:lnTo>
                    <a:pt x="781" y="837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8" y="821"/>
                  </a:lnTo>
                  <a:lnTo>
                    <a:pt x="802" y="817"/>
                  </a:lnTo>
                  <a:lnTo>
                    <a:pt x="805" y="814"/>
                  </a:lnTo>
                  <a:lnTo>
                    <a:pt x="809" y="810"/>
                  </a:lnTo>
                  <a:lnTo>
                    <a:pt x="813" y="805"/>
                  </a:lnTo>
                  <a:lnTo>
                    <a:pt x="816" y="802"/>
                  </a:lnTo>
                  <a:lnTo>
                    <a:pt x="820" y="799"/>
                  </a:lnTo>
                  <a:lnTo>
                    <a:pt x="823" y="796"/>
                  </a:lnTo>
                  <a:lnTo>
                    <a:pt x="826" y="792"/>
                  </a:lnTo>
                  <a:lnTo>
                    <a:pt x="829" y="790"/>
                  </a:lnTo>
                  <a:lnTo>
                    <a:pt x="832" y="787"/>
                  </a:lnTo>
                  <a:lnTo>
                    <a:pt x="834" y="785"/>
                  </a:lnTo>
                  <a:lnTo>
                    <a:pt x="835" y="782"/>
                  </a:lnTo>
                  <a:lnTo>
                    <a:pt x="838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4" y="772"/>
                  </a:lnTo>
                  <a:lnTo>
                    <a:pt x="845" y="769"/>
                  </a:lnTo>
                  <a:lnTo>
                    <a:pt x="846" y="767"/>
                  </a:lnTo>
                  <a:lnTo>
                    <a:pt x="847" y="766"/>
                  </a:lnTo>
                  <a:lnTo>
                    <a:pt x="849" y="763"/>
                  </a:lnTo>
                  <a:lnTo>
                    <a:pt x="849" y="761"/>
                  </a:lnTo>
                  <a:lnTo>
                    <a:pt x="850" y="758"/>
                  </a:lnTo>
                  <a:lnTo>
                    <a:pt x="850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1" y="750"/>
                  </a:lnTo>
                  <a:lnTo>
                    <a:pt x="851" y="748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6"/>
                  </a:lnTo>
                  <a:lnTo>
                    <a:pt x="851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0" y="96"/>
                  </a:lnTo>
                  <a:lnTo>
                    <a:pt x="850" y="94"/>
                  </a:lnTo>
                  <a:lnTo>
                    <a:pt x="849" y="91"/>
                  </a:lnTo>
                  <a:lnTo>
                    <a:pt x="849" y="90"/>
                  </a:lnTo>
                  <a:lnTo>
                    <a:pt x="847" y="88"/>
                  </a:lnTo>
                  <a:lnTo>
                    <a:pt x="846" y="85"/>
                  </a:lnTo>
                  <a:lnTo>
                    <a:pt x="845" y="84"/>
                  </a:lnTo>
                  <a:lnTo>
                    <a:pt x="844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8" y="73"/>
                  </a:lnTo>
                  <a:lnTo>
                    <a:pt x="835" y="71"/>
                  </a:lnTo>
                  <a:lnTo>
                    <a:pt x="834" y="68"/>
                  </a:lnTo>
                  <a:lnTo>
                    <a:pt x="832" y="66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8"/>
                  </a:lnTo>
                  <a:lnTo>
                    <a:pt x="820" y="54"/>
                  </a:lnTo>
                  <a:lnTo>
                    <a:pt x="816" y="50"/>
                  </a:lnTo>
                  <a:lnTo>
                    <a:pt x="813" y="47"/>
                  </a:lnTo>
                  <a:lnTo>
                    <a:pt x="809" y="43"/>
                  </a:lnTo>
                  <a:lnTo>
                    <a:pt x="805" y="40"/>
                  </a:lnTo>
                  <a:lnTo>
                    <a:pt x="802" y="36"/>
                  </a:lnTo>
                  <a:lnTo>
                    <a:pt x="798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7"/>
                  </a:lnTo>
                  <a:lnTo>
                    <a:pt x="779" y="14"/>
                  </a:lnTo>
                  <a:lnTo>
                    <a:pt x="777" y="12"/>
                  </a:lnTo>
                  <a:lnTo>
                    <a:pt x="774" y="11"/>
                  </a:lnTo>
                  <a:lnTo>
                    <a:pt x="773" y="10"/>
                  </a:lnTo>
                  <a:lnTo>
                    <a:pt x="771" y="8"/>
                  </a:lnTo>
                  <a:lnTo>
                    <a:pt x="768" y="7"/>
                  </a:lnTo>
                  <a:lnTo>
                    <a:pt x="767" y="6"/>
                  </a:lnTo>
                  <a:lnTo>
                    <a:pt x="764" y="5"/>
                  </a:lnTo>
                  <a:lnTo>
                    <a:pt x="762" y="3"/>
                  </a:lnTo>
                  <a:lnTo>
                    <a:pt x="761" y="3"/>
                  </a:lnTo>
                  <a:lnTo>
                    <a:pt x="758" y="2"/>
                  </a:lnTo>
                  <a:lnTo>
                    <a:pt x="756" y="2"/>
                  </a:lnTo>
                  <a:lnTo>
                    <a:pt x="754" y="2"/>
                  </a:lnTo>
                  <a:lnTo>
                    <a:pt x="751" y="1"/>
                  </a:lnTo>
                  <a:lnTo>
                    <a:pt x="749" y="1"/>
                  </a:lnTo>
                  <a:lnTo>
                    <a:pt x="746" y="1"/>
                  </a:lnTo>
                  <a:lnTo>
                    <a:pt x="744" y="1"/>
                  </a:lnTo>
                  <a:lnTo>
                    <a:pt x="742" y="1"/>
                  </a:lnTo>
                  <a:lnTo>
                    <a:pt x="738" y="1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1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5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7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4" y="0"/>
                  </a:lnTo>
                  <a:lnTo>
                    <a:pt x="492" y="0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13" name="Freeform 214">
              <a:extLst>
                <a:ext uri="{FF2B5EF4-FFF2-40B4-BE49-F238E27FC236}">
                  <a16:creationId xmlns:a16="http://schemas.microsoft.com/office/drawing/2014/main" id="{67506A87-9CA2-47AA-B374-EBE0D15D7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924"/>
              <a:ext cx="426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5" y="0"/>
                  </a:lnTo>
                  <a:lnTo>
                    <a:pt x="462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6" y="0"/>
                  </a:lnTo>
                  <a:lnTo>
                    <a:pt x="442" y="0"/>
                  </a:lnTo>
                  <a:lnTo>
                    <a:pt x="440" y="0"/>
                  </a:lnTo>
                  <a:lnTo>
                    <a:pt x="436" y="0"/>
                  </a:lnTo>
                  <a:lnTo>
                    <a:pt x="434" y="0"/>
                  </a:lnTo>
                  <a:lnTo>
                    <a:pt x="430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6" y="0"/>
                  </a:lnTo>
                  <a:lnTo>
                    <a:pt x="412" y="0"/>
                  </a:lnTo>
                  <a:lnTo>
                    <a:pt x="408" y="0"/>
                  </a:lnTo>
                  <a:lnTo>
                    <a:pt x="403" y="0"/>
                  </a:lnTo>
                  <a:lnTo>
                    <a:pt x="398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4" y="0"/>
                  </a:lnTo>
                  <a:lnTo>
                    <a:pt x="367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1" y="0"/>
                  </a:lnTo>
                  <a:lnTo>
                    <a:pt x="332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7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8" y="0"/>
                  </a:lnTo>
                  <a:lnTo>
                    <a:pt x="239" y="0"/>
                  </a:lnTo>
                  <a:lnTo>
                    <a:pt x="232" y="0"/>
                  </a:lnTo>
                  <a:lnTo>
                    <a:pt x="225" y="0"/>
                  </a:lnTo>
                  <a:lnTo>
                    <a:pt x="218" y="0"/>
                  </a:lnTo>
                  <a:lnTo>
                    <a:pt x="212" y="0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6" y="0"/>
                  </a:lnTo>
                  <a:lnTo>
                    <a:pt x="182" y="0"/>
                  </a:lnTo>
                  <a:lnTo>
                    <a:pt x="178" y="0"/>
                  </a:lnTo>
                  <a:lnTo>
                    <a:pt x="174" y="0"/>
                  </a:lnTo>
                  <a:lnTo>
                    <a:pt x="171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9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99" y="1"/>
                  </a:lnTo>
                  <a:lnTo>
                    <a:pt x="96" y="1"/>
                  </a:lnTo>
                  <a:lnTo>
                    <a:pt x="94" y="2"/>
                  </a:lnTo>
                  <a:lnTo>
                    <a:pt x="93" y="2"/>
                  </a:lnTo>
                  <a:lnTo>
                    <a:pt x="90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4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8" y="9"/>
                  </a:lnTo>
                  <a:lnTo>
                    <a:pt x="76" y="12"/>
                  </a:lnTo>
                  <a:lnTo>
                    <a:pt x="73" y="13"/>
                  </a:lnTo>
                  <a:lnTo>
                    <a:pt x="71" y="15"/>
                  </a:lnTo>
                  <a:lnTo>
                    <a:pt x="69" y="18"/>
                  </a:lnTo>
                  <a:lnTo>
                    <a:pt x="66" y="20"/>
                  </a:lnTo>
                  <a:lnTo>
                    <a:pt x="64" y="23"/>
                  </a:lnTo>
                  <a:lnTo>
                    <a:pt x="60" y="25"/>
                  </a:lnTo>
                  <a:lnTo>
                    <a:pt x="58" y="29"/>
                  </a:lnTo>
                  <a:lnTo>
                    <a:pt x="54" y="31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3" y="42"/>
                  </a:lnTo>
                  <a:lnTo>
                    <a:pt x="40" y="46"/>
                  </a:lnTo>
                  <a:lnTo>
                    <a:pt x="36" y="49"/>
                  </a:lnTo>
                  <a:lnTo>
                    <a:pt x="32" y="53"/>
                  </a:lnTo>
                  <a:lnTo>
                    <a:pt x="29" y="56"/>
                  </a:lnTo>
                  <a:lnTo>
                    <a:pt x="26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7" y="70"/>
                  </a:lnTo>
                  <a:lnTo>
                    <a:pt x="14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10" y="79"/>
                  </a:lnTo>
                  <a:lnTo>
                    <a:pt x="8" y="80"/>
                  </a:lnTo>
                  <a:lnTo>
                    <a:pt x="7" y="83"/>
                  </a:lnTo>
                  <a:lnTo>
                    <a:pt x="6" y="85"/>
                  </a:lnTo>
                  <a:lnTo>
                    <a:pt x="5" y="86"/>
                  </a:lnTo>
                  <a:lnTo>
                    <a:pt x="4" y="89"/>
                  </a:lnTo>
                  <a:lnTo>
                    <a:pt x="4" y="91"/>
                  </a:lnTo>
                  <a:lnTo>
                    <a:pt x="2" y="92"/>
                  </a:lnTo>
                  <a:lnTo>
                    <a:pt x="2" y="95"/>
                  </a:lnTo>
                  <a:lnTo>
                    <a:pt x="2" y="97"/>
                  </a:lnTo>
                  <a:lnTo>
                    <a:pt x="1" y="100"/>
                  </a:lnTo>
                  <a:lnTo>
                    <a:pt x="1" y="102"/>
                  </a:lnTo>
                  <a:lnTo>
                    <a:pt x="1" y="104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3"/>
                  </a:lnTo>
                  <a:lnTo>
                    <a:pt x="1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1" y="734"/>
                  </a:lnTo>
                  <a:lnTo>
                    <a:pt x="1" y="738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6"/>
                  </a:lnTo>
                  <a:lnTo>
                    <a:pt x="1" y="749"/>
                  </a:lnTo>
                  <a:lnTo>
                    <a:pt x="1" y="751"/>
                  </a:lnTo>
                  <a:lnTo>
                    <a:pt x="2" y="754"/>
                  </a:lnTo>
                  <a:lnTo>
                    <a:pt x="2" y="756"/>
                  </a:lnTo>
                  <a:lnTo>
                    <a:pt x="2" y="758"/>
                  </a:lnTo>
                  <a:lnTo>
                    <a:pt x="4" y="761"/>
                  </a:lnTo>
                  <a:lnTo>
                    <a:pt x="4" y="762"/>
                  </a:lnTo>
                  <a:lnTo>
                    <a:pt x="5" y="764"/>
                  </a:lnTo>
                  <a:lnTo>
                    <a:pt x="6" y="767"/>
                  </a:lnTo>
                  <a:lnTo>
                    <a:pt x="7" y="768"/>
                  </a:lnTo>
                  <a:lnTo>
                    <a:pt x="8" y="770"/>
                  </a:lnTo>
                  <a:lnTo>
                    <a:pt x="10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4" y="779"/>
                  </a:lnTo>
                  <a:lnTo>
                    <a:pt x="17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6" y="792"/>
                  </a:lnTo>
                  <a:lnTo>
                    <a:pt x="29" y="794"/>
                  </a:lnTo>
                  <a:lnTo>
                    <a:pt x="32" y="798"/>
                  </a:lnTo>
                  <a:lnTo>
                    <a:pt x="36" y="802"/>
                  </a:lnTo>
                  <a:lnTo>
                    <a:pt x="40" y="805"/>
                  </a:lnTo>
                  <a:lnTo>
                    <a:pt x="43" y="809"/>
                  </a:lnTo>
                  <a:lnTo>
                    <a:pt x="47" y="812"/>
                  </a:lnTo>
                  <a:lnTo>
                    <a:pt x="51" y="816"/>
                  </a:lnTo>
                  <a:lnTo>
                    <a:pt x="54" y="820"/>
                  </a:lnTo>
                  <a:lnTo>
                    <a:pt x="58" y="823"/>
                  </a:lnTo>
                  <a:lnTo>
                    <a:pt x="60" y="826"/>
                  </a:lnTo>
                  <a:lnTo>
                    <a:pt x="64" y="829"/>
                  </a:lnTo>
                  <a:lnTo>
                    <a:pt x="66" y="832"/>
                  </a:lnTo>
                  <a:lnTo>
                    <a:pt x="69" y="834"/>
                  </a:lnTo>
                  <a:lnTo>
                    <a:pt x="71" y="835"/>
                  </a:lnTo>
                  <a:lnTo>
                    <a:pt x="73" y="838"/>
                  </a:lnTo>
                  <a:lnTo>
                    <a:pt x="76" y="840"/>
                  </a:lnTo>
                  <a:lnTo>
                    <a:pt x="78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4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90" y="848"/>
                  </a:lnTo>
                  <a:lnTo>
                    <a:pt x="93" y="848"/>
                  </a:lnTo>
                  <a:lnTo>
                    <a:pt x="94" y="850"/>
                  </a:lnTo>
                  <a:lnTo>
                    <a:pt x="96" y="850"/>
                  </a:lnTo>
                  <a:lnTo>
                    <a:pt x="99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6" y="851"/>
                  </a:lnTo>
                  <a:lnTo>
                    <a:pt x="108" y="851"/>
                  </a:lnTo>
                  <a:lnTo>
                    <a:pt x="112" y="852"/>
                  </a:lnTo>
                  <a:lnTo>
                    <a:pt x="114" y="852"/>
                  </a:lnTo>
                  <a:lnTo>
                    <a:pt x="118" y="852"/>
                  </a:lnTo>
                  <a:lnTo>
                    <a:pt x="121" y="852"/>
                  </a:lnTo>
                  <a:lnTo>
                    <a:pt x="125" y="852"/>
                  </a:lnTo>
                  <a:lnTo>
                    <a:pt x="129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3" y="852"/>
                  </a:lnTo>
                  <a:lnTo>
                    <a:pt x="155" y="852"/>
                  </a:lnTo>
                  <a:lnTo>
                    <a:pt x="159" y="852"/>
                  </a:lnTo>
                  <a:lnTo>
                    <a:pt x="161" y="852"/>
                  </a:lnTo>
                  <a:lnTo>
                    <a:pt x="165" y="852"/>
                  </a:lnTo>
                  <a:lnTo>
                    <a:pt x="167" y="852"/>
                  </a:lnTo>
                  <a:lnTo>
                    <a:pt x="171" y="852"/>
                  </a:lnTo>
                  <a:lnTo>
                    <a:pt x="174" y="852"/>
                  </a:lnTo>
                  <a:lnTo>
                    <a:pt x="178" y="852"/>
                  </a:lnTo>
                  <a:lnTo>
                    <a:pt x="182" y="852"/>
                  </a:lnTo>
                  <a:lnTo>
                    <a:pt x="186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6" y="852"/>
                  </a:lnTo>
                  <a:lnTo>
                    <a:pt x="212" y="852"/>
                  </a:lnTo>
                  <a:lnTo>
                    <a:pt x="218" y="852"/>
                  </a:lnTo>
                  <a:lnTo>
                    <a:pt x="225" y="852"/>
                  </a:lnTo>
                  <a:lnTo>
                    <a:pt x="232" y="852"/>
                  </a:lnTo>
                  <a:lnTo>
                    <a:pt x="239" y="852"/>
                  </a:lnTo>
                  <a:lnTo>
                    <a:pt x="248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7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2" y="852"/>
                  </a:lnTo>
                  <a:lnTo>
                    <a:pt x="341" y="852"/>
                  </a:lnTo>
                  <a:lnTo>
                    <a:pt x="350" y="852"/>
                  </a:lnTo>
                  <a:lnTo>
                    <a:pt x="359" y="852"/>
                  </a:lnTo>
                  <a:lnTo>
                    <a:pt x="367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90" y="852"/>
                  </a:lnTo>
                  <a:lnTo>
                    <a:pt x="396" y="852"/>
                  </a:lnTo>
                  <a:lnTo>
                    <a:pt x="403" y="852"/>
                  </a:lnTo>
                  <a:lnTo>
                    <a:pt x="409" y="852"/>
                  </a:lnTo>
                  <a:lnTo>
                    <a:pt x="415" y="852"/>
                  </a:lnTo>
                  <a:lnTo>
                    <a:pt x="421" y="852"/>
                  </a:lnTo>
                  <a:lnTo>
                    <a:pt x="427" y="852"/>
                  </a:lnTo>
                  <a:lnTo>
                    <a:pt x="433" y="852"/>
                  </a:lnTo>
                  <a:lnTo>
                    <a:pt x="439" y="852"/>
                  </a:lnTo>
                  <a:lnTo>
                    <a:pt x="445" y="852"/>
                  </a:lnTo>
                  <a:lnTo>
                    <a:pt x="451" y="852"/>
                  </a:lnTo>
                  <a:lnTo>
                    <a:pt x="458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2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6" y="852"/>
                  </a:lnTo>
                  <a:lnTo>
                    <a:pt x="614" y="852"/>
                  </a:lnTo>
                  <a:lnTo>
                    <a:pt x="622" y="852"/>
                  </a:lnTo>
                  <a:lnTo>
                    <a:pt x="629" y="852"/>
                  </a:lnTo>
                  <a:lnTo>
                    <a:pt x="636" y="852"/>
                  </a:lnTo>
                  <a:lnTo>
                    <a:pt x="642" y="852"/>
                  </a:lnTo>
                  <a:lnTo>
                    <a:pt x="648" y="852"/>
                  </a:lnTo>
                  <a:lnTo>
                    <a:pt x="653" y="852"/>
                  </a:lnTo>
                  <a:lnTo>
                    <a:pt x="659" y="852"/>
                  </a:lnTo>
                  <a:lnTo>
                    <a:pt x="664" y="852"/>
                  </a:lnTo>
                  <a:lnTo>
                    <a:pt x="667" y="852"/>
                  </a:lnTo>
                  <a:lnTo>
                    <a:pt x="672" y="852"/>
                  </a:lnTo>
                  <a:lnTo>
                    <a:pt x="676" y="852"/>
                  </a:lnTo>
                  <a:lnTo>
                    <a:pt x="679" y="852"/>
                  </a:lnTo>
                  <a:lnTo>
                    <a:pt x="683" y="852"/>
                  </a:lnTo>
                  <a:lnTo>
                    <a:pt x="686" y="852"/>
                  </a:lnTo>
                  <a:lnTo>
                    <a:pt x="689" y="852"/>
                  </a:lnTo>
                  <a:lnTo>
                    <a:pt x="692" y="852"/>
                  </a:lnTo>
                  <a:lnTo>
                    <a:pt x="695" y="852"/>
                  </a:lnTo>
                  <a:lnTo>
                    <a:pt x="698" y="852"/>
                  </a:lnTo>
                  <a:lnTo>
                    <a:pt x="701" y="852"/>
                  </a:lnTo>
                  <a:lnTo>
                    <a:pt x="704" y="852"/>
                  </a:lnTo>
                  <a:lnTo>
                    <a:pt x="707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8" y="852"/>
                  </a:lnTo>
                  <a:lnTo>
                    <a:pt x="721" y="852"/>
                  </a:lnTo>
                  <a:lnTo>
                    <a:pt x="725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6" y="852"/>
                  </a:lnTo>
                  <a:lnTo>
                    <a:pt x="739" y="852"/>
                  </a:lnTo>
                  <a:lnTo>
                    <a:pt x="742" y="852"/>
                  </a:lnTo>
                  <a:lnTo>
                    <a:pt x="745" y="851"/>
                  </a:lnTo>
                  <a:lnTo>
                    <a:pt x="748" y="851"/>
                  </a:lnTo>
                  <a:lnTo>
                    <a:pt x="750" y="851"/>
                  </a:lnTo>
                  <a:lnTo>
                    <a:pt x="753" y="851"/>
                  </a:lnTo>
                  <a:lnTo>
                    <a:pt x="755" y="851"/>
                  </a:lnTo>
                  <a:lnTo>
                    <a:pt x="757" y="850"/>
                  </a:lnTo>
                  <a:lnTo>
                    <a:pt x="760" y="850"/>
                  </a:lnTo>
                  <a:lnTo>
                    <a:pt x="761" y="848"/>
                  </a:lnTo>
                  <a:lnTo>
                    <a:pt x="763" y="848"/>
                  </a:lnTo>
                  <a:lnTo>
                    <a:pt x="766" y="847"/>
                  </a:lnTo>
                  <a:lnTo>
                    <a:pt x="767" y="846"/>
                  </a:lnTo>
                  <a:lnTo>
                    <a:pt x="769" y="845"/>
                  </a:lnTo>
                  <a:lnTo>
                    <a:pt x="772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8" y="840"/>
                  </a:lnTo>
                  <a:lnTo>
                    <a:pt x="780" y="838"/>
                  </a:lnTo>
                  <a:lnTo>
                    <a:pt x="783" y="835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90" y="829"/>
                  </a:lnTo>
                  <a:lnTo>
                    <a:pt x="793" y="826"/>
                  </a:lnTo>
                  <a:lnTo>
                    <a:pt x="796" y="823"/>
                  </a:lnTo>
                  <a:lnTo>
                    <a:pt x="799" y="820"/>
                  </a:lnTo>
                  <a:lnTo>
                    <a:pt x="803" y="816"/>
                  </a:lnTo>
                  <a:lnTo>
                    <a:pt x="807" y="812"/>
                  </a:lnTo>
                  <a:lnTo>
                    <a:pt x="810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1" y="798"/>
                  </a:lnTo>
                  <a:lnTo>
                    <a:pt x="825" y="794"/>
                  </a:lnTo>
                  <a:lnTo>
                    <a:pt x="827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7" y="781"/>
                  </a:lnTo>
                  <a:lnTo>
                    <a:pt x="839" y="779"/>
                  </a:lnTo>
                  <a:lnTo>
                    <a:pt x="840" y="776"/>
                  </a:lnTo>
                  <a:lnTo>
                    <a:pt x="843" y="774"/>
                  </a:lnTo>
                  <a:lnTo>
                    <a:pt x="844" y="773"/>
                  </a:lnTo>
                  <a:lnTo>
                    <a:pt x="845" y="770"/>
                  </a:lnTo>
                  <a:lnTo>
                    <a:pt x="846" y="768"/>
                  </a:lnTo>
                  <a:lnTo>
                    <a:pt x="847" y="767"/>
                  </a:lnTo>
                  <a:lnTo>
                    <a:pt x="849" y="764"/>
                  </a:lnTo>
                  <a:lnTo>
                    <a:pt x="849" y="762"/>
                  </a:lnTo>
                  <a:lnTo>
                    <a:pt x="850" y="761"/>
                  </a:lnTo>
                  <a:lnTo>
                    <a:pt x="850" y="758"/>
                  </a:lnTo>
                  <a:lnTo>
                    <a:pt x="851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2" y="749"/>
                  </a:lnTo>
                  <a:lnTo>
                    <a:pt x="852" y="746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4"/>
                  </a:lnTo>
                  <a:lnTo>
                    <a:pt x="852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1" y="95"/>
                  </a:lnTo>
                  <a:lnTo>
                    <a:pt x="850" y="92"/>
                  </a:lnTo>
                  <a:lnTo>
                    <a:pt x="850" y="91"/>
                  </a:lnTo>
                  <a:lnTo>
                    <a:pt x="849" y="89"/>
                  </a:lnTo>
                  <a:lnTo>
                    <a:pt x="849" y="86"/>
                  </a:lnTo>
                  <a:lnTo>
                    <a:pt x="847" y="85"/>
                  </a:lnTo>
                  <a:lnTo>
                    <a:pt x="846" y="83"/>
                  </a:lnTo>
                  <a:lnTo>
                    <a:pt x="845" y="80"/>
                  </a:lnTo>
                  <a:lnTo>
                    <a:pt x="844" y="79"/>
                  </a:lnTo>
                  <a:lnTo>
                    <a:pt x="843" y="77"/>
                  </a:lnTo>
                  <a:lnTo>
                    <a:pt x="840" y="74"/>
                  </a:lnTo>
                  <a:lnTo>
                    <a:pt x="839" y="72"/>
                  </a:lnTo>
                  <a:lnTo>
                    <a:pt x="837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5" y="56"/>
                  </a:lnTo>
                  <a:lnTo>
                    <a:pt x="821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10" y="42"/>
                  </a:lnTo>
                  <a:lnTo>
                    <a:pt x="807" y="38"/>
                  </a:lnTo>
                  <a:lnTo>
                    <a:pt x="803" y="35"/>
                  </a:lnTo>
                  <a:lnTo>
                    <a:pt x="799" y="31"/>
                  </a:lnTo>
                  <a:lnTo>
                    <a:pt x="796" y="29"/>
                  </a:lnTo>
                  <a:lnTo>
                    <a:pt x="793" y="25"/>
                  </a:lnTo>
                  <a:lnTo>
                    <a:pt x="790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3" y="15"/>
                  </a:lnTo>
                  <a:lnTo>
                    <a:pt x="780" y="13"/>
                  </a:lnTo>
                  <a:lnTo>
                    <a:pt x="778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2" y="7"/>
                  </a:lnTo>
                  <a:lnTo>
                    <a:pt x="769" y="6"/>
                  </a:lnTo>
                  <a:lnTo>
                    <a:pt x="767" y="5"/>
                  </a:lnTo>
                  <a:lnTo>
                    <a:pt x="766" y="3"/>
                  </a:lnTo>
                  <a:lnTo>
                    <a:pt x="763" y="3"/>
                  </a:lnTo>
                  <a:lnTo>
                    <a:pt x="761" y="2"/>
                  </a:lnTo>
                  <a:lnTo>
                    <a:pt x="760" y="2"/>
                  </a:lnTo>
                  <a:lnTo>
                    <a:pt x="757" y="1"/>
                  </a:lnTo>
                  <a:lnTo>
                    <a:pt x="755" y="1"/>
                  </a:lnTo>
                  <a:lnTo>
                    <a:pt x="753" y="1"/>
                  </a:lnTo>
                  <a:lnTo>
                    <a:pt x="750" y="0"/>
                  </a:lnTo>
                  <a:lnTo>
                    <a:pt x="748" y="0"/>
                  </a:lnTo>
                  <a:lnTo>
                    <a:pt x="745" y="0"/>
                  </a:lnTo>
                  <a:lnTo>
                    <a:pt x="742" y="0"/>
                  </a:lnTo>
                  <a:lnTo>
                    <a:pt x="739" y="0"/>
                  </a:lnTo>
                  <a:lnTo>
                    <a:pt x="736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5" y="0"/>
                  </a:lnTo>
                  <a:lnTo>
                    <a:pt x="721" y="0"/>
                  </a:lnTo>
                  <a:lnTo>
                    <a:pt x="718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7" y="0"/>
                  </a:lnTo>
                  <a:lnTo>
                    <a:pt x="704" y="0"/>
                  </a:lnTo>
                  <a:lnTo>
                    <a:pt x="702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4" y="0"/>
                  </a:lnTo>
                  <a:lnTo>
                    <a:pt x="691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3" y="0"/>
                  </a:lnTo>
                  <a:lnTo>
                    <a:pt x="680" y="0"/>
                  </a:lnTo>
                  <a:lnTo>
                    <a:pt x="677" y="0"/>
                  </a:lnTo>
                  <a:lnTo>
                    <a:pt x="674" y="0"/>
                  </a:lnTo>
                  <a:lnTo>
                    <a:pt x="671" y="0"/>
                  </a:lnTo>
                  <a:lnTo>
                    <a:pt x="667" y="0"/>
                  </a:lnTo>
                  <a:lnTo>
                    <a:pt x="664" y="0"/>
                  </a:lnTo>
                  <a:lnTo>
                    <a:pt x="660" y="0"/>
                  </a:lnTo>
                  <a:lnTo>
                    <a:pt x="656" y="0"/>
                  </a:lnTo>
                  <a:lnTo>
                    <a:pt x="652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7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6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8" y="0"/>
                  </a:lnTo>
                  <a:lnTo>
                    <a:pt x="552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9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7" y="0"/>
                  </a:lnTo>
                  <a:lnTo>
                    <a:pt x="523" y="0"/>
                  </a:lnTo>
                  <a:lnTo>
                    <a:pt x="521" y="0"/>
                  </a:lnTo>
                  <a:lnTo>
                    <a:pt x="517" y="0"/>
                  </a:lnTo>
                  <a:lnTo>
                    <a:pt x="515" y="0"/>
                  </a:lnTo>
                  <a:lnTo>
                    <a:pt x="511" y="0"/>
                  </a:lnTo>
                  <a:lnTo>
                    <a:pt x="509" y="0"/>
                  </a:lnTo>
                  <a:lnTo>
                    <a:pt x="506" y="0"/>
                  </a:lnTo>
                  <a:lnTo>
                    <a:pt x="504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5" y="0"/>
                  </a:lnTo>
                  <a:lnTo>
                    <a:pt x="493" y="0"/>
                  </a:lnTo>
                  <a:lnTo>
                    <a:pt x="489" y="0"/>
                  </a:lnTo>
                  <a:lnTo>
                    <a:pt x="487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7" y="0"/>
                  </a:lnTo>
                  <a:lnTo>
                    <a:pt x="474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14" name="Freeform 215">
              <a:extLst>
                <a:ext uri="{FF2B5EF4-FFF2-40B4-BE49-F238E27FC236}">
                  <a16:creationId xmlns:a16="http://schemas.microsoft.com/office/drawing/2014/main" id="{6D0664D1-1643-4F83-B063-26741BECE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946"/>
              <a:ext cx="432" cy="132"/>
            </a:xfrm>
            <a:custGeom>
              <a:avLst/>
              <a:gdLst>
                <a:gd name="T0" fmla="*/ 0 w 865"/>
                <a:gd name="T1" fmla="*/ 0 h 265"/>
                <a:gd name="T2" fmla="*/ 0 w 865"/>
                <a:gd name="T3" fmla="*/ 0 h 265"/>
                <a:gd name="T4" fmla="*/ 0 w 865"/>
                <a:gd name="T5" fmla="*/ 0 h 265"/>
                <a:gd name="T6" fmla="*/ 0 w 865"/>
                <a:gd name="T7" fmla="*/ 0 h 265"/>
                <a:gd name="T8" fmla="*/ 0 w 865"/>
                <a:gd name="T9" fmla="*/ 0 h 265"/>
                <a:gd name="T10" fmla="*/ 0 w 865"/>
                <a:gd name="T11" fmla="*/ 0 h 265"/>
                <a:gd name="T12" fmla="*/ 0 w 865"/>
                <a:gd name="T13" fmla="*/ 0 h 265"/>
                <a:gd name="T14" fmla="*/ 0 w 865"/>
                <a:gd name="T15" fmla="*/ 0 h 265"/>
                <a:gd name="T16" fmla="*/ 0 w 865"/>
                <a:gd name="T17" fmla="*/ 0 h 265"/>
                <a:gd name="T18" fmla="*/ 0 w 865"/>
                <a:gd name="T19" fmla="*/ 0 h 265"/>
                <a:gd name="T20" fmla="*/ 0 w 865"/>
                <a:gd name="T21" fmla="*/ 0 h 265"/>
                <a:gd name="T22" fmla="*/ 0 w 865"/>
                <a:gd name="T23" fmla="*/ 0 h 265"/>
                <a:gd name="T24" fmla="*/ 0 w 865"/>
                <a:gd name="T25" fmla="*/ 0 h 265"/>
                <a:gd name="T26" fmla="*/ 0 w 865"/>
                <a:gd name="T27" fmla="*/ 0 h 265"/>
                <a:gd name="T28" fmla="*/ 0 w 865"/>
                <a:gd name="T29" fmla="*/ 0 h 265"/>
                <a:gd name="T30" fmla="*/ 0 w 865"/>
                <a:gd name="T31" fmla="*/ 0 h 265"/>
                <a:gd name="T32" fmla="*/ 0 w 865"/>
                <a:gd name="T33" fmla="*/ 0 h 265"/>
                <a:gd name="T34" fmla="*/ 0 w 865"/>
                <a:gd name="T35" fmla="*/ 0 h 265"/>
                <a:gd name="T36" fmla="*/ 0 w 865"/>
                <a:gd name="T37" fmla="*/ 0 h 265"/>
                <a:gd name="T38" fmla="*/ 0 w 865"/>
                <a:gd name="T39" fmla="*/ 0 h 265"/>
                <a:gd name="T40" fmla="*/ 0 w 865"/>
                <a:gd name="T41" fmla="*/ 0 h 265"/>
                <a:gd name="T42" fmla="*/ 0 w 865"/>
                <a:gd name="T43" fmla="*/ 0 h 265"/>
                <a:gd name="T44" fmla="*/ 0 w 865"/>
                <a:gd name="T45" fmla="*/ 0 h 265"/>
                <a:gd name="T46" fmla="*/ 0 w 865"/>
                <a:gd name="T47" fmla="*/ 0 h 265"/>
                <a:gd name="T48" fmla="*/ 0 w 865"/>
                <a:gd name="T49" fmla="*/ 0 h 265"/>
                <a:gd name="T50" fmla="*/ 0 w 865"/>
                <a:gd name="T51" fmla="*/ 0 h 265"/>
                <a:gd name="T52" fmla="*/ 0 w 865"/>
                <a:gd name="T53" fmla="*/ 0 h 265"/>
                <a:gd name="T54" fmla="*/ 0 w 865"/>
                <a:gd name="T55" fmla="*/ 0 h 265"/>
                <a:gd name="T56" fmla="*/ 0 w 865"/>
                <a:gd name="T57" fmla="*/ 0 h 265"/>
                <a:gd name="T58" fmla="*/ 0 w 865"/>
                <a:gd name="T59" fmla="*/ 0 h 265"/>
                <a:gd name="T60" fmla="*/ 0 w 865"/>
                <a:gd name="T61" fmla="*/ 0 h 265"/>
                <a:gd name="T62" fmla="*/ 0 w 865"/>
                <a:gd name="T63" fmla="*/ 0 h 265"/>
                <a:gd name="T64" fmla="*/ 0 w 865"/>
                <a:gd name="T65" fmla="*/ 0 h 265"/>
                <a:gd name="T66" fmla="*/ 0 w 865"/>
                <a:gd name="T67" fmla="*/ 0 h 265"/>
                <a:gd name="T68" fmla="*/ 0 w 865"/>
                <a:gd name="T69" fmla="*/ 0 h 265"/>
                <a:gd name="T70" fmla="*/ 0 w 865"/>
                <a:gd name="T71" fmla="*/ 0 h 265"/>
                <a:gd name="T72" fmla="*/ 0 w 865"/>
                <a:gd name="T73" fmla="*/ 0 h 265"/>
                <a:gd name="T74" fmla="*/ 0 w 865"/>
                <a:gd name="T75" fmla="*/ 0 h 265"/>
                <a:gd name="T76" fmla="*/ 0 w 865"/>
                <a:gd name="T77" fmla="*/ 0 h 265"/>
                <a:gd name="T78" fmla="*/ 0 w 865"/>
                <a:gd name="T79" fmla="*/ 0 h 265"/>
                <a:gd name="T80" fmla="*/ 0 w 865"/>
                <a:gd name="T81" fmla="*/ 0 h 265"/>
                <a:gd name="T82" fmla="*/ 0 w 865"/>
                <a:gd name="T83" fmla="*/ 0 h 265"/>
                <a:gd name="T84" fmla="*/ 0 w 865"/>
                <a:gd name="T85" fmla="*/ 0 h 265"/>
                <a:gd name="T86" fmla="*/ 0 w 865"/>
                <a:gd name="T87" fmla="*/ 0 h 265"/>
                <a:gd name="T88" fmla="*/ 0 w 865"/>
                <a:gd name="T89" fmla="*/ 0 h 26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865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2"/>
                  </a:lnTo>
                  <a:lnTo>
                    <a:pt x="3" y="96"/>
                  </a:lnTo>
                  <a:lnTo>
                    <a:pt x="6" y="90"/>
                  </a:lnTo>
                  <a:lnTo>
                    <a:pt x="8" y="84"/>
                  </a:lnTo>
                  <a:lnTo>
                    <a:pt x="9" y="78"/>
                  </a:lnTo>
                  <a:lnTo>
                    <a:pt x="13" y="72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38" y="0"/>
                  </a:lnTo>
                  <a:lnTo>
                    <a:pt x="744" y="0"/>
                  </a:lnTo>
                  <a:lnTo>
                    <a:pt x="751" y="2"/>
                  </a:lnTo>
                  <a:lnTo>
                    <a:pt x="757" y="2"/>
                  </a:lnTo>
                  <a:lnTo>
                    <a:pt x="763" y="3"/>
                  </a:lnTo>
                  <a:lnTo>
                    <a:pt x="769" y="4"/>
                  </a:lnTo>
                  <a:lnTo>
                    <a:pt x="775" y="6"/>
                  </a:lnTo>
                  <a:lnTo>
                    <a:pt x="781" y="8"/>
                  </a:lnTo>
                  <a:lnTo>
                    <a:pt x="787" y="10"/>
                  </a:lnTo>
                  <a:lnTo>
                    <a:pt x="793" y="14"/>
                  </a:lnTo>
                  <a:lnTo>
                    <a:pt x="798" y="16"/>
                  </a:lnTo>
                  <a:lnTo>
                    <a:pt x="804" y="18"/>
                  </a:lnTo>
                  <a:lnTo>
                    <a:pt x="808" y="22"/>
                  </a:lnTo>
                  <a:lnTo>
                    <a:pt x="813" y="26"/>
                  </a:lnTo>
                  <a:lnTo>
                    <a:pt x="818" y="29"/>
                  </a:lnTo>
                  <a:lnTo>
                    <a:pt x="823" y="34"/>
                  </a:lnTo>
                  <a:lnTo>
                    <a:pt x="828" y="38"/>
                  </a:lnTo>
                  <a:lnTo>
                    <a:pt x="831" y="42"/>
                  </a:lnTo>
                  <a:lnTo>
                    <a:pt x="836" y="47"/>
                  </a:lnTo>
                  <a:lnTo>
                    <a:pt x="840" y="52"/>
                  </a:lnTo>
                  <a:lnTo>
                    <a:pt x="843" y="57"/>
                  </a:lnTo>
                  <a:lnTo>
                    <a:pt x="847" y="62"/>
                  </a:lnTo>
                  <a:lnTo>
                    <a:pt x="849" y="68"/>
                  </a:lnTo>
                  <a:lnTo>
                    <a:pt x="853" y="72"/>
                  </a:lnTo>
                  <a:lnTo>
                    <a:pt x="855" y="78"/>
                  </a:lnTo>
                  <a:lnTo>
                    <a:pt x="858" y="84"/>
                  </a:lnTo>
                  <a:lnTo>
                    <a:pt x="859" y="90"/>
                  </a:lnTo>
                  <a:lnTo>
                    <a:pt x="861" y="96"/>
                  </a:lnTo>
                  <a:lnTo>
                    <a:pt x="863" y="102"/>
                  </a:lnTo>
                  <a:lnTo>
                    <a:pt x="864" y="109"/>
                  </a:lnTo>
                  <a:lnTo>
                    <a:pt x="865" y="116"/>
                  </a:lnTo>
                  <a:lnTo>
                    <a:pt x="865" y="122"/>
                  </a:lnTo>
                  <a:lnTo>
                    <a:pt x="865" y="128"/>
                  </a:lnTo>
                  <a:lnTo>
                    <a:pt x="865" y="137"/>
                  </a:lnTo>
                  <a:lnTo>
                    <a:pt x="865" y="143"/>
                  </a:lnTo>
                  <a:lnTo>
                    <a:pt x="865" y="151"/>
                  </a:lnTo>
                  <a:lnTo>
                    <a:pt x="864" y="157"/>
                  </a:lnTo>
                  <a:lnTo>
                    <a:pt x="863" y="163"/>
                  </a:lnTo>
                  <a:lnTo>
                    <a:pt x="861" y="169"/>
                  </a:lnTo>
                  <a:lnTo>
                    <a:pt x="859" y="175"/>
                  </a:lnTo>
                  <a:lnTo>
                    <a:pt x="858" y="181"/>
                  </a:lnTo>
                  <a:lnTo>
                    <a:pt x="855" y="187"/>
                  </a:lnTo>
                  <a:lnTo>
                    <a:pt x="853" y="193"/>
                  </a:lnTo>
                  <a:lnTo>
                    <a:pt x="849" y="197"/>
                  </a:lnTo>
                  <a:lnTo>
                    <a:pt x="847" y="203"/>
                  </a:lnTo>
                  <a:lnTo>
                    <a:pt x="843" y="208"/>
                  </a:lnTo>
                  <a:lnTo>
                    <a:pt x="840" y="213"/>
                  </a:lnTo>
                  <a:lnTo>
                    <a:pt x="836" y="218"/>
                  </a:lnTo>
                  <a:lnTo>
                    <a:pt x="831" y="223"/>
                  </a:lnTo>
                  <a:lnTo>
                    <a:pt x="828" y="228"/>
                  </a:lnTo>
                  <a:lnTo>
                    <a:pt x="823" y="231"/>
                  </a:lnTo>
                  <a:lnTo>
                    <a:pt x="818" y="236"/>
                  </a:lnTo>
                  <a:lnTo>
                    <a:pt x="813" y="240"/>
                  </a:lnTo>
                  <a:lnTo>
                    <a:pt x="808" y="243"/>
                  </a:lnTo>
                  <a:lnTo>
                    <a:pt x="804" y="247"/>
                  </a:lnTo>
                  <a:lnTo>
                    <a:pt x="798" y="249"/>
                  </a:lnTo>
                  <a:lnTo>
                    <a:pt x="793" y="253"/>
                  </a:lnTo>
                  <a:lnTo>
                    <a:pt x="787" y="255"/>
                  </a:lnTo>
                  <a:lnTo>
                    <a:pt x="781" y="258"/>
                  </a:lnTo>
                  <a:lnTo>
                    <a:pt x="775" y="259"/>
                  </a:lnTo>
                  <a:lnTo>
                    <a:pt x="769" y="261"/>
                  </a:lnTo>
                  <a:lnTo>
                    <a:pt x="763" y="262"/>
                  </a:lnTo>
                  <a:lnTo>
                    <a:pt x="757" y="264"/>
                  </a:lnTo>
                  <a:lnTo>
                    <a:pt x="751" y="264"/>
                  </a:lnTo>
                  <a:lnTo>
                    <a:pt x="744" y="265"/>
                  </a:lnTo>
                  <a:lnTo>
                    <a:pt x="738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3"/>
                  </a:lnTo>
                  <a:lnTo>
                    <a:pt x="15" y="197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15" name="Rectangle 219">
              <a:extLst>
                <a:ext uri="{FF2B5EF4-FFF2-40B4-BE49-F238E27FC236}">
                  <a16:creationId xmlns:a16="http://schemas.microsoft.com/office/drawing/2014/main" id="{6DEDE566-8F00-4044-A10F-EF4D2B47F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3535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616" name="Rectangle 220">
              <a:extLst>
                <a:ext uri="{FF2B5EF4-FFF2-40B4-BE49-F238E27FC236}">
                  <a16:creationId xmlns:a16="http://schemas.microsoft.com/office/drawing/2014/main" id="{12038188-0776-49FC-820B-27EC3F3D1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7" y="359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cxnSp>
        <p:nvCxnSpPr>
          <p:cNvPr id="104451" name="Straight Connector 2">
            <a:extLst>
              <a:ext uri="{FF2B5EF4-FFF2-40B4-BE49-F238E27FC236}">
                <a16:creationId xmlns:a16="http://schemas.microsoft.com/office/drawing/2014/main" id="{A69DAF9B-AB31-478E-8376-9978ABB1CF0F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57200" y="2209800"/>
            <a:ext cx="992188" cy="1017588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4452" name="Straight Connector 189">
            <a:extLst>
              <a:ext uri="{FF2B5EF4-FFF2-40B4-BE49-F238E27FC236}">
                <a16:creationId xmlns:a16="http://schemas.microsoft.com/office/drawing/2014/main" id="{2C641DD7-5C9D-47D6-9BFA-F89EF551867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543800" y="2133600"/>
            <a:ext cx="685800" cy="129540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4453" name="Straight Connector 190">
            <a:extLst>
              <a:ext uri="{FF2B5EF4-FFF2-40B4-BE49-F238E27FC236}">
                <a16:creationId xmlns:a16="http://schemas.microsoft.com/office/drawing/2014/main" id="{B991CE86-E1E7-440A-950F-117359BDB2BA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2897188" y="685800"/>
            <a:ext cx="1293812" cy="428625"/>
          </a:xfrm>
          <a:prstGeom prst="lin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4454" name="Straight Connector 192">
            <a:extLst>
              <a:ext uri="{FF2B5EF4-FFF2-40B4-BE49-F238E27FC236}">
                <a16:creationId xmlns:a16="http://schemas.microsoft.com/office/drawing/2014/main" id="{6356A025-D54E-4B09-8D04-0995C968BDCE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7800" y="685800"/>
            <a:ext cx="2468563" cy="395288"/>
          </a:xfrm>
          <a:prstGeom prst="lin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4455" name="Straight Connector 197">
            <a:extLst>
              <a:ext uri="{FF2B5EF4-FFF2-40B4-BE49-F238E27FC236}">
                <a16:creationId xmlns:a16="http://schemas.microsoft.com/office/drawing/2014/main" id="{920607CF-3CA1-49DA-98B4-5277A487FFD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2130425" y="1428750"/>
            <a:ext cx="1298575" cy="247650"/>
          </a:xfrm>
          <a:prstGeom prst="line">
            <a:avLst/>
          </a:prstGeom>
          <a:noFill/>
          <a:ln w="254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4456" name="Straight Connector 199">
            <a:extLst>
              <a:ext uri="{FF2B5EF4-FFF2-40B4-BE49-F238E27FC236}">
                <a16:creationId xmlns:a16="http://schemas.microsoft.com/office/drawing/2014/main" id="{ED4832C6-6B63-47ED-90F2-4DC36BB8BC5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019800" y="1706563"/>
            <a:ext cx="1306513" cy="655637"/>
          </a:xfrm>
          <a:prstGeom prst="line">
            <a:avLst/>
          </a:prstGeom>
          <a:noFill/>
          <a:ln w="25400">
            <a:solidFill>
              <a:srgbClr val="8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04457" name="Group 221">
            <a:extLst>
              <a:ext uri="{FF2B5EF4-FFF2-40B4-BE49-F238E27FC236}">
                <a16:creationId xmlns:a16="http://schemas.microsoft.com/office/drawing/2014/main" id="{4B80E5E6-162D-4E33-AFCF-7DF468F4EE24}"/>
              </a:ext>
            </a:extLst>
          </p:cNvPr>
          <p:cNvGrpSpPr>
            <a:grpSpLocks/>
          </p:cNvGrpSpPr>
          <p:nvPr/>
        </p:nvGrpSpPr>
        <p:grpSpPr bwMode="auto">
          <a:xfrm>
            <a:off x="3381375" y="2971800"/>
            <a:ext cx="3095625" cy="3676650"/>
            <a:chOff x="3196" y="846"/>
            <a:chExt cx="1950" cy="2316"/>
          </a:xfrm>
        </p:grpSpPr>
        <p:sp>
          <p:nvSpPr>
            <p:cNvPr id="104479" name="Line 222">
              <a:extLst>
                <a:ext uri="{FF2B5EF4-FFF2-40B4-BE49-F238E27FC236}">
                  <a16:creationId xmlns:a16="http://schemas.microsoft.com/office/drawing/2014/main" id="{1483660F-D3D2-4698-96EA-CFBD9E40EA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1096"/>
              <a:ext cx="16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80" name="Freeform 223">
              <a:extLst>
                <a:ext uri="{FF2B5EF4-FFF2-40B4-BE49-F238E27FC236}">
                  <a16:creationId xmlns:a16="http://schemas.microsoft.com/office/drawing/2014/main" id="{54EEDFFD-3BE2-43EB-9123-F92E29E00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601"/>
              <a:ext cx="96" cy="1"/>
            </a:xfrm>
            <a:custGeom>
              <a:avLst/>
              <a:gdLst>
                <a:gd name="T0" fmla="*/ 1 w 192"/>
                <a:gd name="T1" fmla="*/ 0 h 1"/>
                <a:gd name="T2" fmla="*/ 0 w 192"/>
                <a:gd name="T3" fmla="*/ 0 h 1"/>
                <a:gd name="T4" fmla="*/ 1 w 19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">
                  <a:moveTo>
                    <a:pt x="192" y="0"/>
                  </a:moveTo>
                  <a:lnTo>
                    <a:pt x="0" y="0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81" name="Line 224">
              <a:extLst>
                <a:ext uri="{FF2B5EF4-FFF2-40B4-BE49-F238E27FC236}">
                  <a16:creationId xmlns:a16="http://schemas.microsoft.com/office/drawing/2014/main" id="{3F1DD07C-09F9-484B-93AC-B8A1BE2063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09" y="1601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82" name="Freeform 225">
              <a:extLst>
                <a:ext uri="{FF2B5EF4-FFF2-40B4-BE49-F238E27FC236}">
                  <a16:creationId xmlns:a16="http://schemas.microsoft.com/office/drawing/2014/main" id="{3361B1E7-BDB7-4B23-82F4-4280FDE2A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685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83" name="Line 226">
              <a:extLst>
                <a:ext uri="{FF2B5EF4-FFF2-40B4-BE49-F238E27FC236}">
                  <a16:creationId xmlns:a16="http://schemas.microsoft.com/office/drawing/2014/main" id="{57856FB3-FB86-4701-B08E-C00058FA18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1685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84" name="Freeform 227">
              <a:extLst>
                <a:ext uri="{FF2B5EF4-FFF2-40B4-BE49-F238E27FC236}">
                  <a16:creationId xmlns:a16="http://schemas.microsoft.com/office/drawing/2014/main" id="{C3560E0F-E0A2-4167-8557-212A10A36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517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85" name="Line 228">
              <a:extLst>
                <a:ext uri="{FF2B5EF4-FFF2-40B4-BE49-F238E27FC236}">
                  <a16:creationId xmlns:a16="http://schemas.microsoft.com/office/drawing/2014/main" id="{1AA813F5-866C-47DB-8B03-1F788CA625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1517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86" name="Line 229">
              <a:extLst>
                <a:ext uri="{FF2B5EF4-FFF2-40B4-BE49-F238E27FC236}">
                  <a16:creationId xmlns:a16="http://schemas.microsoft.com/office/drawing/2014/main" id="{DF8BB3F4-1CD7-4538-BB3B-C4251740DC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1349"/>
              <a:ext cx="192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87" name="Line 230">
              <a:extLst>
                <a:ext uri="{FF2B5EF4-FFF2-40B4-BE49-F238E27FC236}">
                  <a16:creationId xmlns:a16="http://schemas.microsoft.com/office/drawing/2014/main" id="{81BD9CB3-46AE-456D-922A-BCC636F02C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1264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88" name="Line 231">
              <a:extLst>
                <a:ext uri="{FF2B5EF4-FFF2-40B4-BE49-F238E27FC236}">
                  <a16:creationId xmlns:a16="http://schemas.microsoft.com/office/drawing/2014/main" id="{5AB263E5-F106-44F9-86DD-04D8AD5BAE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1433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89" name="Line 232">
              <a:extLst>
                <a:ext uri="{FF2B5EF4-FFF2-40B4-BE49-F238E27FC236}">
                  <a16:creationId xmlns:a16="http://schemas.microsoft.com/office/drawing/2014/main" id="{9E6C17EA-E0B7-4857-92B1-97DC281ED6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63" y="1349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90" name="Freeform 233">
              <a:extLst>
                <a:ext uri="{FF2B5EF4-FFF2-40B4-BE49-F238E27FC236}">
                  <a16:creationId xmlns:a16="http://schemas.microsoft.com/office/drawing/2014/main" id="{DF551A55-BC04-44FF-B952-959B06FA3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206"/>
              <a:ext cx="359" cy="143"/>
            </a:xfrm>
            <a:custGeom>
              <a:avLst/>
              <a:gdLst>
                <a:gd name="T0" fmla="*/ 1 w 717"/>
                <a:gd name="T1" fmla="*/ 0 h 286"/>
                <a:gd name="T2" fmla="*/ 1 w 717"/>
                <a:gd name="T3" fmla="*/ 0 h 286"/>
                <a:gd name="T4" fmla="*/ 1 w 717"/>
                <a:gd name="T5" fmla="*/ 1 h 286"/>
                <a:gd name="T6" fmla="*/ 1 w 717"/>
                <a:gd name="T7" fmla="*/ 1 h 286"/>
                <a:gd name="T8" fmla="*/ 1 w 717"/>
                <a:gd name="T9" fmla="*/ 1 h 286"/>
                <a:gd name="T10" fmla="*/ 1 w 717"/>
                <a:gd name="T11" fmla="*/ 1 h 286"/>
                <a:gd name="T12" fmla="*/ 1 w 717"/>
                <a:gd name="T13" fmla="*/ 1 h 286"/>
                <a:gd name="T14" fmla="*/ 1 w 717"/>
                <a:gd name="T15" fmla="*/ 1 h 286"/>
                <a:gd name="T16" fmla="*/ 1 w 717"/>
                <a:gd name="T17" fmla="*/ 1 h 286"/>
                <a:gd name="T18" fmla="*/ 1 w 717"/>
                <a:gd name="T19" fmla="*/ 1 h 286"/>
                <a:gd name="T20" fmla="*/ 1 w 717"/>
                <a:gd name="T21" fmla="*/ 1 h 286"/>
                <a:gd name="T22" fmla="*/ 1 w 717"/>
                <a:gd name="T23" fmla="*/ 1 h 286"/>
                <a:gd name="T24" fmla="*/ 1 w 717"/>
                <a:gd name="T25" fmla="*/ 1 h 286"/>
                <a:gd name="T26" fmla="*/ 1 w 717"/>
                <a:gd name="T27" fmla="*/ 1 h 286"/>
                <a:gd name="T28" fmla="*/ 1 w 717"/>
                <a:gd name="T29" fmla="*/ 1 h 286"/>
                <a:gd name="T30" fmla="*/ 1 w 717"/>
                <a:gd name="T31" fmla="*/ 1 h 286"/>
                <a:gd name="T32" fmla="*/ 1 w 717"/>
                <a:gd name="T33" fmla="*/ 1 h 286"/>
                <a:gd name="T34" fmla="*/ 1 w 717"/>
                <a:gd name="T35" fmla="*/ 1 h 286"/>
                <a:gd name="T36" fmla="*/ 1 w 717"/>
                <a:gd name="T37" fmla="*/ 1 h 286"/>
                <a:gd name="T38" fmla="*/ 1 w 717"/>
                <a:gd name="T39" fmla="*/ 1 h 286"/>
                <a:gd name="T40" fmla="*/ 1 w 717"/>
                <a:gd name="T41" fmla="*/ 1 h 286"/>
                <a:gd name="T42" fmla="*/ 1 w 717"/>
                <a:gd name="T43" fmla="*/ 1 h 286"/>
                <a:gd name="T44" fmla="*/ 1 w 717"/>
                <a:gd name="T45" fmla="*/ 1 h 286"/>
                <a:gd name="T46" fmla="*/ 1 w 717"/>
                <a:gd name="T47" fmla="*/ 1 h 286"/>
                <a:gd name="T48" fmla="*/ 1 w 717"/>
                <a:gd name="T49" fmla="*/ 1 h 286"/>
                <a:gd name="T50" fmla="*/ 1 w 717"/>
                <a:gd name="T51" fmla="*/ 1 h 286"/>
                <a:gd name="T52" fmla="*/ 1 w 717"/>
                <a:gd name="T53" fmla="*/ 1 h 286"/>
                <a:gd name="T54" fmla="*/ 1 w 717"/>
                <a:gd name="T55" fmla="*/ 1 h 286"/>
                <a:gd name="T56" fmla="*/ 1 w 717"/>
                <a:gd name="T57" fmla="*/ 1 h 286"/>
                <a:gd name="T58" fmla="*/ 1 w 717"/>
                <a:gd name="T59" fmla="*/ 1 h 286"/>
                <a:gd name="T60" fmla="*/ 1 w 717"/>
                <a:gd name="T61" fmla="*/ 1 h 286"/>
                <a:gd name="T62" fmla="*/ 1 w 717"/>
                <a:gd name="T63" fmla="*/ 1 h 286"/>
                <a:gd name="T64" fmla="*/ 1 w 717"/>
                <a:gd name="T65" fmla="*/ 1 h 286"/>
                <a:gd name="T66" fmla="*/ 1 w 717"/>
                <a:gd name="T67" fmla="*/ 1 h 286"/>
                <a:gd name="T68" fmla="*/ 1 w 717"/>
                <a:gd name="T69" fmla="*/ 1 h 286"/>
                <a:gd name="T70" fmla="*/ 1 w 717"/>
                <a:gd name="T71" fmla="*/ 1 h 286"/>
                <a:gd name="T72" fmla="*/ 1 w 717"/>
                <a:gd name="T73" fmla="*/ 1 h 286"/>
                <a:gd name="T74" fmla="*/ 1 w 717"/>
                <a:gd name="T75" fmla="*/ 1 h 286"/>
                <a:gd name="T76" fmla="*/ 1 w 717"/>
                <a:gd name="T77" fmla="*/ 1 h 286"/>
                <a:gd name="T78" fmla="*/ 1 w 717"/>
                <a:gd name="T79" fmla="*/ 1 h 286"/>
                <a:gd name="T80" fmla="*/ 1 w 717"/>
                <a:gd name="T81" fmla="*/ 1 h 286"/>
                <a:gd name="T82" fmla="*/ 1 w 717"/>
                <a:gd name="T83" fmla="*/ 1 h 286"/>
                <a:gd name="T84" fmla="*/ 1 w 717"/>
                <a:gd name="T85" fmla="*/ 1 h 286"/>
                <a:gd name="T86" fmla="*/ 1 w 717"/>
                <a:gd name="T87" fmla="*/ 1 h 286"/>
                <a:gd name="T88" fmla="*/ 1 w 717"/>
                <a:gd name="T89" fmla="*/ 1 h 286"/>
                <a:gd name="T90" fmla="*/ 1 w 717"/>
                <a:gd name="T91" fmla="*/ 1 h 286"/>
                <a:gd name="T92" fmla="*/ 1 w 717"/>
                <a:gd name="T93" fmla="*/ 1 h 286"/>
                <a:gd name="T94" fmla="*/ 1 w 717"/>
                <a:gd name="T95" fmla="*/ 1 h 286"/>
                <a:gd name="T96" fmla="*/ 1 w 717"/>
                <a:gd name="T97" fmla="*/ 1 h 286"/>
                <a:gd name="T98" fmla="*/ 1 w 717"/>
                <a:gd name="T99" fmla="*/ 1 h 286"/>
                <a:gd name="T100" fmla="*/ 1 w 717"/>
                <a:gd name="T101" fmla="*/ 1 h 286"/>
                <a:gd name="T102" fmla="*/ 1 w 717"/>
                <a:gd name="T103" fmla="*/ 1 h 286"/>
                <a:gd name="T104" fmla="*/ 1 w 717"/>
                <a:gd name="T105" fmla="*/ 1 h 286"/>
                <a:gd name="T106" fmla="*/ 1 w 717"/>
                <a:gd name="T107" fmla="*/ 1 h 286"/>
                <a:gd name="T108" fmla="*/ 1 w 717"/>
                <a:gd name="T109" fmla="*/ 1 h 286"/>
                <a:gd name="T110" fmla="*/ 1 w 717"/>
                <a:gd name="T111" fmla="*/ 1 h 286"/>
                <a:gd name="T112" fmla="*/ 1 w 717"/>
                <a:gd name="T113" fmla="*/ 1 h 286"/>
                <a:gd name="T114" fmla="*/ 1 w 717"/>
                <a:gd name="T115" fmla="*/ 1 h 286"/>
                <a:gd name="T116" fmla="*/ 1 w 717"/>
                <a:gd name="T117" fmla="*/ 1 h 286"/>
                <a:gd name="T118" fmla="*/ 1 w 717"/>
                <a:gd name="T119" fmla="*/ 1 h 286"/>
                <a:gd name="T120" fmla="*/ 1 w 717"/>
                <a:gd name="T121" fmla="*/ 1 h 2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6">
                  <a:moveTo>
                    <a:pt x="0" y="0"/>
                  </a:moveTo>
                  <a:lnTo>
                    <a:pt x="28" y="0"/>
                  </a:lnTo>
                  <a:lnTo>
                    <a:pt x="53" y="0"/>
                  </a:lnTo>
                  <a:lnTo>
                    <a:pt x="77" y="0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39" y="0"/>
                  </a:lnTo>
                  <a:lnTo>
                    <a:pt x="157" y="0"/>
                  </a:lnTo>
                  <a:lnTo>
                    <a:pt x="174" y="0"/>
                  </a:lnTo>
                  <a:lnTo>
                    <a:pt x="190" y="0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0" y="0"/>
                  </a:lnTo>
                  <a:lnTo>
                    <a:pt x="250" y="0"/>
                  </a:lnTo>
                  <a:lnTo>
                    <a:pt x="258" y="0"/>
                  </a:lnTo>
                  <a:lnTo>
                    <a:pt x="267" y="0"/>
                  </a:lnTo>
                  <a:lnTo>
                    <a:pt x="274" y="0"/>
                  </a:lnTo>
                  <a:lnTo>
                    <a:pt x="280" y="0"/>
                  </a:lnTo>
                  <a:lnTo>
                    <a:pt x="286" y="1"/>
                  </a:lnTo>
                  <a:lnTo>
                    <a:pt x="291" y="1"/>
                  </a:lnTo>
                  <a:lnTo>
                    <a:pt x="296" y="1"/>
                  </a:lnTo>
                  <a:lnTo>
                    <a:pt x="299" y="1"/>
                  </a:lnTo>
                  <a:lnTo>
                    <a:pt x="303" y="1"/>
                  </a:lnTo>
                  <a:lnTo>
                    <a:pt x="306" y="1"/>
                  </a:lnTo>
                  <a:lnTo>
                    <a:pt x="309" y="1"/>
                  </a:lnTo>
                  <a:lnTo>
                    <a:pt x="311" y="1"/>
                  </a:lnTo>
                  <a:lnTo>
                    <a:pt x="314" y="1"/>
                  </a:lnTo>
                  <a:lnTo>
                    <a:pt x="316" y="1"/>
                  </a:lnTo>
                  <a:lnTo>
                    <a:pt x="317" y="1"/>
                  </a:lnTo>
                  <a:lnTo>
                    <a:pt x="320" y="1"/>
                  </a:lnTo>
                  <a:lnTo>
                    <a:pt x="321" y="3"/>
                  </a:lnTo>
                  <a:lnTo>
                    <a:pt x="323" y="3"/>
                  </a:lnTo>
                  <a:lnTo>
                    <a:pt x="326" y="3"/>
                  </a:lnTo>
                  <a:lnTo>
                    <a:pt x="327" y="3"/>
                  </a:lnTo>
                  <a:lnTo>
                    <a:pt x="329" y="3"/>
                  </a:lnTo>
                  <a:lnTo>
                    <a:pt x="330" y="3"/>
                  </a:lnTo>
                  <a:lnTo>
                    <a:pt x="332" y="3"/>
                  </a:lnTo>
                  <a:lnTo>
                    <a:pt x="334" y="3"/>
                  </a:lnTo>
                  <a:lnTo>
                    <a:pt x="335" y="3"/>
                  </a:lnTo>
                  <a:lnTo>
                    <a:pt x="336" y="3"/>
                  </a:lnTo>
                  <a:lnTo>
                    <a:pt x="338" y="3"/>
                  </a:lnTo>
                  <a:lnTo>
                    <a:pt x="339" y="4"/>
                  </a:lnTo>
                  <a:lnTo>
                    <a:pt x="340" y="4"/>
                  </a:lnTo>
                  <a:lnTo>
                    <a:pt x="341" y="4"/>
                  </a:lnTo>
                  <a:lnTo>
                    <a:pt x="342" y="4"/>
                  </a:lnTo>
                  <a:lnTo>
                    <a:pt x="344" y="4"/>
                  </a:lnTo>
                  <a:lnTo>
                    <a:pt x="345" y="4"/>
                  </a:lnTo>
                  <a:lnTo>
                    <a:pt x="346" y="4"/>
                  </a:lnTo>
                  <a:lnTo>
                    <a:pt x="347" y="4"/>
                  </a:lnTo>
                  <a:lnTo>
                    <a:pt x="348" y="4"/>
                  </a:lnTo>
                  <a:lnTo>
                    <a:pt x="350" y="4"/>
                  </a:lnTo>
                  <a:lnTo>
                    <a:pt x="351" y="5"/>
                  </a:lnTo>
                  <a:lnTo>
                    <a:pt x="352" y="5"/>
                  </a:lnTo>
                  <a:lnTo>
                    <a:pt x="353" y="5"/>
                  </a:lnTo>
                  <a:lnTo>
                    <a:pt x="354" y="5"/>
                  </a:lnTo>
                  <a:lnTo>
                    <a:pt x="356" y="5"/>
                  </a:lnTo>
                  <a:lnTo>
                    <a:pt x="358" y="5"/>
                  </a:lnTo>
                  <a:lnTo>
                    <a:pt x="359" y="5"/>
                  </a:lnTo>
                  <a:lnTo>
                    <a:pt x="360" y="6"/>
                  </a:lnTo>
                  <a:lnTo>
                    <a:pt x="363" y="6"/>
                  </a:lnTo>
                  <a:lnTo>
                    <a:pt x="364" y="6"/>
                  </a:lnTo>
                  <a:lnTo>
                    <a:pt x="366" y="6"/>
                  </a:lnTo>
                  <a:lnTo>
                    <a:pt x="368" y="6"/>
                  </a:lnTo>
                  <a:lnTo>
                    <a:pt x="370" y="7"/>
                  </a:lnTo>
                  <a:lnTo>
                    <a:pt x="371" y="7"/>
                  </a:lnTo>
                  <a:lnTo>
                    <a:pt x="374" y="7"/>
                  </a:lnTo>
                  <a:lnTo>
                    <a:pt x="375" y="7"/>
                  </a:lnTo>
                  <a:lnTo>
                    <a:pt x="376" y="7"/>
                  </a:lnTo>
                  <a:lnTo>
                    <a:pt x="377" y="9"/>
                  </a:lnTo>
                  <a:lnTo>
                    <a:pt x="379" y="9"/>
                  </a:lnTo>
                  <a:lnTo>
                    <a:pt x="380" y="9"/>
                  </a:lnTo>
                  <a:lnTo>
                    <a:pt x="381" y="9"/>
                  </a:lnTo>
                  <a:lnTo>
                    <a:pt x="382" y="9"/>
                  </a:lnTo>
                  <a:lnTo>
                    <a:pt x="383" y="10"/>
                  </a:lnTo>
                  <a:lnTo>
                    <a:pt x="385" y="10"/>
                  </a:lnTo>
                  <a:lnTo>
                    <a:pt x="386" y="10"/>
                  </a:lnTo>
                  <a:lnTo>
                    <a:pt x="387" y="10"/>
                  </a:lnTo>
                  <a:lnTo>
                    <a:pt x="388" y="10"/>
                  </a:lnTo>
                  <a:lnTo>
                    <a:pt x="389" y="11"/>
                  </a:lnTo>
                  <a:lnTo>
                    <a:pt x="391" y="11"/>
                  </a:lnTo>
                  <a:lnTo>
                    <a:pt x="392" y="11"/>
                  </a:lnTo>
                  <a:lnTo>
                    <a:pt x="393" y="11"/>
                  </a:lnTo>
                  <a:lnTo>
                    <a:pt x="394" y="12"/>
                  </a:lnTo>
                  <a:lnTo>
                    <a:pt x="395" y="12"/>
                  </a:lnTo>
                  <a:lnTo>
                    <a:pt x="397" y="12"/>
                  </a:lnTo>
                  <a:lnTo>
                    <a:pt x="399" y="13"/>
                  </a:lnTo>
                  <a:lnTo>
                    <a:pt x="400" y="13"/>
                  </a:lnTo>
                  <a:lnTo>
                    <a:pt x="401" y="15"/>
                  </a:lnTo>
                  <a:lnTo>
                    <a:pt x="404" y="15"/>
                  </a:lnTo>
                  <a:lnTo>
                    <a:pt x="405" y="15"/>
                  </a:lnTo>
                  <a:lnTo>
                    <a:pt x="407" y="16"/>
                  </a:lnTo>
                  <a:lnTo>
                    <a:pt x="409" y="16"/>
                  </a:lnTo>
                  <a:lnTo>
                    <a:pt x="411" y="17"/>
                  </a:lnTo>
                  <a:lnTo>
                    <a:pt x="413" y="18"/>
                  </a:lnTo>
                  <a:lnTo>
                    <a:pt x="416" y="18"/>
                  </a:lnTo>
                  <a:lnTo>
                    <a:pt x="417" y="19"/>
                  </a:lnTo>
                  <a:lnTo>
                    <a:pt x="419" y="19"/>
                  </a:lnTo>
                  <a:lnTo>
                    <a:pt x="421" y="21"/>
                  </a:lnTo>
                  <a:lnTo>
                    <a:pt x="423" y="21"/>
                  </a:lnTo>
                  <a:lnTo>
                    <a:pt x="424" y="21"/>
                  </a:lnTo>
                  <a:lnTo>
                    <a:pt x="425" y="22"/>
                  </a:lnTo>
                  <a:lnTo>
                    <a:pt x="427" y="22"/>
                  </a:lnTo>
                  <a:lnTo>
                    <a:pt x="428" y="22"/>
                  </a:lnTo>
                  <a:lnTo>
                    <a:pt x="429" y="23"/>
                  </a:lnTo>
                  <a:lnTo>
                    <a:pt x="430" y="23"/>
                  </a:lnTo>
                  <a:lnTo>
                    <a:pt x="431" y="24"/>
                  </a:lnTo>
                  <a:lnTo>
                    <a:pt x="433" y="24"/>
                  </a:lnTo>
                  <a:lnTo>
                    <a:pt x="434" y="24"/>
                  </a:lnTo>
                  <a:lnTo>
                    <a:pt x="435" y="25"/>
                  </a:lnTo>
                  <a:lnTo>
                    <a:pt x="436" y="25"/>
                  </a:lnTo>
                  <a:lnTo>
                    <a:pt x="437" y="25"/>
                  </a:lnTo>
                  <a:lnTo>
                    <a:pt x="439" y="27"/>
                  </a:lnTo>
                  <a:lnTo>
                    <a:pt x="440" y="27"/>
                  </a:lnTo>
                  <a:lnTo>
                    <a:pt x="441" y="28"/>
                  </a:lnTo>
                  <a:lnTo>
                    <a:pt x="442" y="28"/>
                  </a:lnTo>
                  <a:lnTo>
                    <a:pt x="443" y="29"/>
                  </a:lnTo>
                  <a:lnTo>
                    <a:pt x="445" y="29"/>
                  </a:lnTo>
                  <a:lnTo>
                    <a:pt x="446" y="30"/>
                  </a:lnTo>
                  <a:lnTo>
                    <a:pt x="448" y="30"/>
                  </a:lnTo>
                  <a:lnTo>
                    <a:pt x="449" y="31"/>
                  </a:lnTo>
                  <a:lnTo>
                    <a:pt x="451" y="33"/>
                  </a:lnTo>
                  <a:lnTo>
                    <a:pt x="453" y="33"/>
                  </a:lnTo>
                  <a:lnTo>
                    <a:pt x="454" y="34"/>
                  </a:lnTo>
                  <a:lnTo>
                    <a:pt x="457" y="35"/>
                  </a:lnTo>
                  <a:lnTo>
                    <a:pt x="458" y="36"/>
                  </a:lnTo>
                  <a:lnTo>
                    <a:pt x="460" y="37"/>
                  </a:lnTo>
                  <a:lnTo>
                    <a:pt x="461" y="37"/>
                  </a:lnTo>
                  <a:lnTo>
                    <a:pt x="464" y="39"/>
                  </a:lnTo>
                  <a:lnTo>
                    <a:pt x="465" y="40"/>
                  </a:lnTo>
                  <a:lnTo>
                    <a:pt x="466" y="40"/>
                  </a:lnTo>
                  <a:lnTo>
                    <a:pt x="467" y="41"/>
                  </a:lnTo>
                  <a:lnTo>
                    <a:pt x="469" y="41"/>
                  </a:lnTo>
                  <a:lnTo>
                    <a:pt x="470" y="42"/>
                  </a:lnTo>
                  <a:lnTo>
                    <a:pt x="471" y="42"/>
                  </a:lnTo>
                  <a:lnTo>
                    <a:pt x="472" y="43"/>
                  </a:lnTo>
                  <a:lnTo>
                    <a:pt x="473" y="43"/>
                  </a:lnTo>
                  <a:lnTo>
                    <a:pt x="475" y="45"/>
                  </a:lnTo>
                  <a:lnTo>
                    <a:pt x="476" y="45"/>
                  </a:lnTo>
                  <a:lnTo>
                    <a:pt x="477" y="46"/>
                  </a:lnTo>
                  <a:lnTo>
                    <a:pt x="478" y="46"/>
                  </a:lnTo>
                  <a:lnTo>
                    <a:pt x="479" y="47"/>
                  </a:lnTo>
                  <a:lnTo>
                    <a:pt x="481" y="48"/>
                  </a:lnTo>
                  <a:lnTo>
                    <a:pt x="482" y="48"/>
                  </a:lnTo>
                  <a:lnTo>
                    <a:pt x="483" y="48"/>
                  </a:lnTo>
                  <a:lnTo>
                    <a:pt x="484" y="49"/>
                  </a:lnTo>
                  <a:lnTo>
                    <a:pt x="485" y="49"/>
                  </a:lnTo>
                  <a:lnTo>
                    <a:pt x="487" y="51"/>
                  </a:lnTo>
                  <a:lnTo>
                    <a:pt x="488" y="51"/>
                  </a:lnTo>
                  <a:lnTo>
                    <a:pt x="489" y="52"/>
                  </a:lnTo>
                  <a:lnTo>
                    <a:pt x="490" y="53"/>
                  </a:lnTo>
                  <a:lnTo>
                    <a:pt x="492" y="53"/>
                  </a:lnTo>
                  <a:lnTo>
                    <a:pt x="493" y="54"/>
                  </a:lnTo>
                  <a:lnTo>
                    <a:pt x="494" y="55"/>
                  </a:lnTo>
                  <a:lnTo>
                    <a:pt x="496" y="57"/>
                  </a:lnTo>
                  <a:lnTo>
                    <a:pt x="498" y="57"/>
                  </a:lnTo>
                  <a:lnTo>
                    <a:pt x="500" y="58"/>
                  </a:lnTo>
                  <a:lnTo>
                    <a:pt x="501" y="59"/>
                  </a:lnTo>
                  <a:lnTo>
                    <a:pt x="502" y="59"/>
                  </a:lnTo>
                  <a:lnTo>
                    <a:pt x="504" y="60"/>
                  </a:lnTo>
                  <a:lnTo>
                    <a:pt x="505" y="61"/>
                  </a:lnTo>
                  <a:lnTo>
                    <a:pt x="506" y="61"/>
                  </a:lnTo>
                  <a:lnTo>
                    <a:pt x="507" y="63"/>
                  </a:lnTo>
                  <a:lnTo>
                    <a:pt x="508" y="63"/>
                  </a:lnTo>
                  <a:lnTo>
                    <a:pt x="510" y="64"/>
                  </a:lnTo>
                  <a:lnTo>
                    <a:pt x="511" y="64"/>
                  </a:lnTo>
                  <a:lnTo>
                    <a:pt x="511" y="65"/>
                  </a:lnTo>
                  <a:lnTo>
                    <a:pt x="512" y="65"/>
                  </a:lnTo>
                  <a:lnTo>
                    <a:pt x="513" y="65"/>
                  </a:lnTo>
                  <a:lnTo>
                    <a:pt x="513" y="66"/>
                  </a:lnTo>
                  <a:lnTo>
                    <a:pt x="514" y="66"/>
                  </a:lnTo>
                  <a:lnTo>
                    <a:pt x="516" y="67"/>
                  </a:lnTo>
                  <a:lnTo>
                    <a:pt x="517" y="67"/>
                  </a:lnTo>
                  <a:lnTo>
                    <a:pt x="518" y="69"/>
                  </a:lnTo>
                  <a:lnTo>
                    <a:pt x="519" y="70"/>
                  </a:lnTo>
                  <a:lnTo>
                    <a:pt x="520" y="70"/>
                  </a:lnTo>
                  <a:lnTo>
                    <a:pt x="520" y="71"/>
                  </a:lnTo>
                  <a:lnTo>
                    <a:pt x="522" y="71"/>
                  </a:lnTo>
                  <a:lnTo>
                    <a:pt x="523" y="72"/>
                  </a:lnTo>
                  <a:lnTo>
                    <a:pt x="524" y="72"/>
                  </a:lnTo>
                  <a:lnTo>
                    <a:pt x="525" y="73"/>
                  </a:lnTo>
                  <a:lnTo>
                    <a:pt x="526" y="73"/>
                  </a:lnTo>
                  <a:lnTo>
                    <a:pt x="528" y="75"/>
                  </a:lnTo>
                  <a:lnTo>
                    <a:pt x="529" y="76"/>
                  </a:lnTo>
                  <a:lnTo>
                    <a:pt x="530" y="76"/>
                  </a:lnTo>
                  <a:lnTo>
                    <a:pt x="531" y="77"/>
                  </a:lnTo>
                  <a:lnTo>
                    <a:pt x="532" y="78"/>
                  </a:lnTo>
                  <a:lnTo>
                    <a:pt x="534" y="79"/>
                  </a:lnTo>
                  <a:lnTo>
                    <a:pt x="535" y="79"/>
                  </a:lnTo>
                  <a:lnTo>
                    <a:pt x="536" y="81"/>
                  </a:lnTo>
                  <a:lnTo>
                    <a:pt x="537" y="81"/>
                  </a:lnTo>
                  <a:lnTo>
                    <a:pt x="538" y="82"/>
                  </a:lnTo>
                  <a:lnTo>
                    <a:pt x="540" y="83"/>
                  </a:lnTo>
                  <a:lnTo>
                    <a:pt x="541" y="83"/>
                  </a:lnTo>
                  <a:lnTo>
                    <a:pt x="541" y="84"/>
                  </a:lnTo>
                  <a:lnTo>
                    <a:pt x="542" y="84"/>
                  </a:lnTo>
                  <a:lnTo>
                    <a:pt x="543" y="86"/>
                  </a:lnTo>
                  <a:lnTo>
                    <a:pt x="544" y="86"/>
                  </a:lnTo>
                  <a:lnTo>
                    <a:pt x="546" y="87"/>
                  </a:lnTo>
                  <a:lnTo>
                    <a:pt x="546" y="88"/>
                  </a:lnTo>
                  <a:lnTo>
                    <a:pt x="547" y="88"/>
                  </a:lnTo>
                  <a:lnTo>
                    <a:pt x="548" y="89"/>
                  </a:lnTo>
                  <a:lnTo>
                    <a:pt x="549" y="89"/>
                  </a:lnTo>
                  <a:lnTo>
                    <a:pt x="550" y="90"/>
                  </a:lnTo>
                  <a:lnTo>
                    <a:pt x="552" y="92"/>
                  </a:lnTo>
                  <a:lnTo>
                    <a:pt x="553" y="93"/>
                  </a:lnTo>
                  <a:lnTo>
                    <a:pt x="554" y="93"/>
                  </a:lnTo>
                  <a:lnTo>
                    <a:pt x="554" y="94"/>
                  </a:lnTo>
                  <a:lnTo>
                    <a:pt x="555" y="94"/>
                  </a:lnTo>
                  <a:lnTo>
                    <a:pt x="556" y="95"/>
                  </a:lnTo>
                  <a:lnTo>
                    <a:pt x="558" y="96"/>
                  </a:lnTo>
                  <a:lnTo>
                    <a:pt x="559" y="98"/>
                  </a:lnTo>
                  <a:lnTo>
                    <a:pt x="560" y="98"/>
                  </a:lnTo>
                  <a:lnTo>
                    <a:pt x="560" y="99"/>
                  </a:lnTo>
                  <a:lnTo>
                    <a:pt x="561" y="99"/>
                  </a:lnTo>
                  <a:lnTo>
                    <a:pt x="562" y="100"/>
                  </a:lnTo>
                  <a:lnTo>
                    <a:pt x="564" y="101"/>
                  </a:lnTo>
                  <a:lnTo>
                    <a:pt x="565" y="101"/>
                  </a:lnTo>
                  <a:lnTo>
                    <a:pt x="565" y="102"/>
                  </a:lnTo>
                  <a:lnTo>
                    <a:pt x="566" y="102"/>
                  </a:lnTo>
                  <a:lnTo>
                    <a:pt x="566" y="104"/>
                  </a:lnTo>
                  <a:lnTo>
                    <a:pt x="567" y="104"/>
                  </a:lnTo>
                  <a:lnTo>
                    <a:pt x="568" y="105"/>
                  </a:lnTo>
                  <a:lnTo>
                    <a:pt x="570" y="105"/>
                  </a:lnTo>
                  <a:lnTo>
                    <a:pt x="570" y="106"/>
                  </a:lnTo>
                  <a:lnTo>
                    <a:pt x="571" y="106"/>
                  </a:lnTo>
                  <a:lnTo>
                    <a:pt x="572" y="107"/>
                  </a:lnTo>
                  <a:lnTo>
                    <a:pt x="573" y="107"/>
                  </a:lnTo>
                  <a:lnTo>
                    <a:pt x="574" y="108"/>
                  </a:lnTo>
                  <a:lnTo>
                    <a:pt x="576" y="110"/>
                  </a:lnTo>
                  <a:lnTo>
                    <a:pt x="577" y="111"/>
                  </a:lnTo>
                  <a:lnTo>
                    <a:pt x="578" y="111"/>
                  </a:lnTo>
                  <a:lnTo>
                    <a:pt x="579" y="112"/>
                  </a:lnTo>
                  <a:lnTo>
                    <a:pt x="580" y="112"/>
                  </a:lnTo>
                  <a:lnTo>
                    <a:pt x="580" y="113"/>
                  </a:lnTo>
                  <a:lnTo>
                    <a:pt x="582" y="114"/>
                  </a:lnTo>
                  <a:lnTo>
                    <a:pt x="583" y="114"/>
                  </a:lnTo>
                  <a:lnTo>
                    <a:pt x="584" y="114"/>
                  </a:lnTo>
                  <a:lnTo>
                    <a:pt x="584" y="116"/>
                  </a:lnTo>
                  <a:lnTo>
                    <a:pt x="585" y="116"/>
                  </a:lnTo>
                  <a:lnTo>
                    <a:pt x="585" y="117"/>
                  </a:lnTo>
                  <a:lnTo>
                    <a:pt x="586" y="117"/>
                  </a:lnTo>
                  <a:lnTo>
                    <a:pt x="586" y="118"/>
                  </a:lnTo>
                  <a:lnTo>
                    <a:pt x="588" y="118"/>
                  </a:lnTo>
                  <a:lnTo>
                    <a:pt x="589" y="118"/>
                  </a:lnTo>
                  <a:lnTo>
                    <a:pt x="589" y="119"/>
                  </a:lnTo>
                  <a:lnTo>
                    <a:pt x="590" y="120"/>
                  </a:lnTo>
                  <a:lnTo>
                    <a:pt x="591" y="120"/>
                  </a:lnTo>
                  <a:lnTo>
                    <a:pt x="591" y="122"/>
                  </a:lnTo>
                  <a:lnTo>
                    <a:pt x="592" y="122"/>
                  </a:lnTo>
                  <a:lnTo>
                    <a:pt x="592" y="123"/>
                  </a:lnTo>
                  <a:lnTo>
                    <a:pt x="594" y="123"/>
                  </a:lnTo>
                  <a:lnTo>
                    <a:pt x="595" y="124"/>
                  </a:lnTo>
                  <a:lnTo>
                    <a:pt x="595" y="125"/>
                  </a:lnTo>
                  <a:lnTo>
                    <a:pt x="596" y="125"/>
                  </a:lnTo>
                  <a:lnTo>
                    <a:pt x="597" y="126"/>
                  </a:lnTo>
                  <a:lnTo>
                    <a:pt x="597" y="128"/>
                  </a:lnTo>
                  <a:lnTo>
                    <a:pt x="598" y="129"/>
                  </a:lnTo>
                  <a:lnTo>
                    <a:pt x="600" y="129"/>
                  </a:lnTo>
                  <a:lnTo>
                    <a:pt x="601" y="130"/>
                  </a:lnTo>
                  <a:lnTo>
                    <a:pt x="602" y="131"/>
                  </a:lnTo>
                  <a:lnTo>
                    <a:pt x="602" y="132"/>
                  </a:lnTo>
                  <a:lnTo>
                    <a:pt x="603" y="134"/>
                  </a:lnTo>
                  <a:lnTo>
                    <a:pt x="604" y="135"/>
                  </a:lnTo>
                  <a:lnTo>
                    <a:pt x="606" y="136"/>
                  </a:lnTo>
                  <a:lnTo>
                    <a:pt x="607" y="137"/>
                  </a:lnTo>
                  <a:lnTo>
                    <a:pt x="608" y="138"/>
                  </a:lnTo>
                  <a:lnTo>
                    <a:pt x="609" y="140"/>
                  </a:lnTo>
                  <a:lnTo>
                    <a:pt x="611" y="141"/>
                  </a:lnTo>
                  <a:lnTo>
                    <a:pt x="612" y="142"/>
                  </a:lnTo>
                  <a:lnTo>
                    <a:pt x="613" y="143"/>
                  </a:lnTo>
                  <a:lnTo>
                    <a:pt x="613" y="144"/>
                  </a:lnTo>
                  <a:lnTo>
                    <a:pt x="614" y="144"/>
                  </a:lnTo>
                  <a:lnTo>
                    <a:pt x="614" y="146"/>
                  </a:lnTo>
                  <a:lnTo>
                    <a:pt x="615" y="146"/>
                  </a:lnTo>
                  <a:lnTo>
                    <a:pt x="615" y="147"/>
                  </a:lnTo>
                  <a:lnTo>
                    <a:pt x="617" y="148"/>
                  </a:lnTo>
                  <a:lnTo>
                    <a:pt x="618" y="148"/>
                  </a:lnTo>
                  <a:lnTo>
                    <a:pt x="618" y="149"/>
                  </a:lnTo>
                  <a:lnTo>
                    <a:pt x="619" y="150"/>
                  </a:lnTo>
                  <a:lnTo>
                    <a:pt x="620" y="152"/>
                  </a:lnTo>
                  <a:lnTo>
                    <a:pt x="621" y="153"/>
                  </a:lnTo>
                  <a:lnTo>
                    <a:pt x="621" y="154"/>
                  </a:lnTo>
                  <a:lnTo>
                    <a:pt x="623" y="155"/>
                  </a:lnTo>
                  <a:lnTo>
                    <a:pt x="624" y="156"/>
                  </a:lnTo>
                  <a:lnTo>
                    <a:pt x="625" y="158"/>
                  </a:lnTo>
                  <a:lnTo>
                    <a:pt x="626" y="159"/>
                  </a:lnTo>
                  <a:lnTo>
                    <a:pt x="627" y="160"/>
                  </a:lnTo>
                  <a:lnTo>
                    <a:pt x="629" y="161"/>
                  </a:lnTo>
                  <a:lnTo>
                    <a:pt x="630" y="162"/>
                  </a:lnTo>
                  <a:lnTo>
                    <a:pt x="631" y="165"/>
                  </a:lnTo>
                  <a:lnTo>
                    <a:pt x="632" y="166"/>
                  </a:lnTo>
                  <a:lnTo>
                    <a:pt x="633" y="167"/>
                  </a:lnTo>
                  <a:lnTo>
                    <a:pt x="635" y="168"/>
                  </a:lnTo>
                  <a:lnTo>
                    <a:pt x="636" y="171"/>
                  </a:lnTo>
                  <a:lnTo>
                    <a:pt x="637" y="172"/>
                  </a:lnTo>
                  <a:lnTo>
                    <a:pt x="638" y="173"/>
                  </a:lnTo>
                  <a:lnTo>
                    <a:pt x="638" y="174"/>
                  </a:lnTo>
                  <a:lnTo>
                    <a:pt x="639" y="176"/>
                  </a:lnTo>
                  <a:lnTo>
                    <a:pt x="641" y="176"/>
                  </a:lnTo>
                  <a:lnTo>
                    <a:pt x="642" y="177"/>
                  </a:lnTo>
                  <a:lnTo>
                    <a:pt x="642" y="178"/>
                  </a:lnTo>
                  <a:lnTo>
                    <a:pt x="643" y="179"/>
                  </a:lnTo>
                  <a:lnTo>
                    <a:pt x="643" y="180"/>
                  </a:lnTo>
                  <a:lnTo>
                    <a:pt x="644" y="180"/>
                  </a:lnTo>
                  <a:lnTo>
                    <a:pt x="645" y="182"/>
                  </a:lnTo>
                  <a:lnTo>
                    <a:pt x="645" y="183"/>
                  </a:lnTo>
                  <a:lnTo>
                    <a:pt x="647" y="184"/>
                  </a:lnTo>
                  <a:lnTo>
                    <a:pt x="648" y="185"/>
                  </a:lnTo>
                  <a:lnTo>
                    <a:pt x="649" y="186"/>
                  </a:lnTo>
                  <a:lnTo>
                    <a:pt x="649" y="188"/>
                  </a:lnTo>
                  <a:lnTo>
                    <a:pt x="650" y="189"/>
                  </a:lnTo>
                  <a:lnTo>
                    <a:pt x="651" y="190"/>
                  </a:lnTo>
                  <a:lnTo>
                    <a:pt x="651" y="191"/>
                  </a:lnTo>
                  <a:lnTo>
                    <a:pt x="653" y="192"/>
                  </a:lnTo>
                  <a:lnTo>
                    <a:pt x="654" y="194"/>
                  </a:lnTo>
                  <a:lnTo>
                    <a:pt x="655" y="195"/>
                  </a:lnTo>
                  <a:lnTo>
                    <a:pt x="656" y="196"/>
                  </a:lnTo>
                  <a:lnTo>
                    <a:pt x="657" y="199"/>
                  </a:lnTo>
                  <a:lnTo>
                    <a:pt x="657" y="200"/>
                  </a:lnTo>
                  <a:lnTo>
                    <a:pt x="660" y="201"/>
                  </a:lnTo>
                  <a:lnTo>
                    <a:pt x="661" y="203"/>
                  </a:lnTo>
                  <a:lnTo>
                    <a:pt x="662" y="206"/>
                  </a:lnTo>
                  <a:lnTo>
                    <a:pt x="663" y="207"/>
                  </a:lnTo>
                  <a:lnTo>
                    <a:pt x="665" y="209"/>
                  </a:lnTo>
                  <a:lnTo>
                    <a:pt x="666" y="211"/>
                  </a:lnTo>
                  <a:lnTo>
                    <a:pt x="667" y="212"/>
                  </a:lnTo>
                  <a:lnTo>
                    <a:pt x="668" y="213"/>
                  </a:lnTo>
                  <a:lnTo>
                    <a:pt x="668" y="214"/>
                  </a:lnTo>
                  <a:lnTo>
                    <a:pt x="669" y="215"/>
                  </a:lnTo>
                  <a:lnTo>
                    <a:pt x="671" y="218"/>
                  </a:lnTo>
                  <a:lnTo>
                    <a:pt x="672" y="218"/>
                  </a:lnTo>
                  <a:lnTo>
                    <a:pt x="672" y="219"/>
                  </a:lnTo>
                  <a:lnTo>
                    <a:pt x="673" y="220"/>
                  </a:lnTo>
                  <a:lnTo>
                    <a:pt x="674" y="221"/>
                  </a:lnTo>
                  <a:lnTo>
                    <a:pt x="674" y="223"/>
                  </a:lnTo>
                  <a:lnTo>
                    <a:pt x="675" y="224"/>
                  </a:lnTo>
                  <a:lnTo>
                    <a:pt x="675" y="225"/>
                  </a:lnTo>
                  <a:lnTo>
                    <a:pt x="677" y="226"/>
                  </a:lnTo>
                  <a:lnTo>
                    <a:pt x="678" y="226"/>
                  </a:lnTo>
                  <a:lnTo>
                    <a:pt x="678" y="227"/>
                  </a:lnTo>
                  <a:lnTo>
                    <a:pt x="679" y="229"/>
                  </a:lnTo>
                  <a:lnTo>
                    <a:pt x="679" y="230"/>
                  </a:lnTo>
                  <a:lnTo>
                    <a:pt x="680" y="231"/>
                  </a:lnTo>
                  <a:lnTo>
                    <a:pt x="681" y="232"/>
                  </a:lnTo>
                  <a:lnTo>
                    <a:pt x="683" y="233"/>
                  </a:lnTo>
                  <a:lnTo>
                    <a:pt x="683" y="235"/>
                  </a:lnTo>
                  <a:lnTo>
                    <a:pt x="684" y="236"/>
                  </a:lnTo>
                  <a:lnTo>
                    <a:pt x="685" y="237"/>
                  </a:lnTo>
                  <a:lnTo>
                    <a:pt x="686" y="239"/>
                  </a:lnTo>
                  <a:lnTo>
                    <a:pt x="687" y="241"/>
                  </a:lnTo>
                  <a:lnTo>
                    <a:pt x="689" y="242"/>
                  </a:lnTo>
                  <a:lnTo>
                    <a:pt x="690" y="244"/>
                  </a:lnTo>
                  <a:lnTo>
                    <a:pt x="691" y="247"/>
                  </a:lnTo>
                  <a:lnTo>
                    <a:pt x="692" y="248"/>
                  </a:lnTo>
                  <a:lnTo>
                    <a:pt x="695" y="250"/>
                  </a:lnTo>
                  <a:lnTo>
                    <a:pt x="696" y="251"/>
                  </a:lnTo>
                  <a:lnTo>
                    <a:pt x="697" y="254"/>
                  </a:lnTo>
                  <a:lnTo>
                    <a:pt x="698" y="255"/>
                  </a:lnTo>
                  <a:lnTo>
                    <a:pt x="698" y="256"/>
                  </a:lnTo>
                  <a:lnTo>
                    <a:pt x="699" y="257"/>
                  </a:lnTo>
                  <a:lnTo>
                    <a:pt x="701" y="259"/>
                  </a:lnTo>
                  <a:lnTo>
                    <a:pt x="702" y="260"/>
                  </a:lnTo>
                  <a:lnTo>
                    <a:pt x="702" y="261"/>
                  </a:lnTo>
                  <a:lnTo>
                    <a:pt x="703" y="262"/>
                  </a:lnTo>
                  <a:lnTo>
                    <a:pt x="704" y="263"/>
                  </a:lnTo>
                  <a:lnTo>
                    <a:pt x="704" y="265"/>
                  </a:lnTo>
                  <a:lnTo>
                    <a:pt x="705" y="266"/>
                  </a:lnTo>
                  <a:lnTo>
                    <a:pt x="705" y="267"/>
                  </a:lnTo>
                  <a:lnTo>
                    <a:pt x="707" y="267"/>
                  </a:lnTo>
                  <a:lnTo>
                    <a:pt x="707" y="268"/>
                  </a:lnTo>
                  <a:lnTo>
                    <a:pt x="708" y="269"/>
                  </a:lnTo>
                  <a:lnTo>
                    <a:pt x="708" y="271"/>
                  </a:lnTo>
                  <a:lnTo>
                    <a:pt x="709" y="272"/>
                  </a:lnTo>
                  <a:lnTo>
                    <a:pt x="710" y="273"/>
                  </a:lnTo>
                  <a:lnTo>
                    <a:pt x="710" y="274"/>
                  </a:lnTo>
                  <a:lnTo>
                    <a:pt x="711" y="275"/>
                  </a:lnTo>
                  <a:lnTo>
                    <a:pt x="713" y="277"/>
                  </a:lnTo>
                  <a:lnTo>
                    <a:pt x="713" y="278"/>
                  </a:lnTo>
                  <a:lnTo>
                    <a:pt x="714" y="279"/>
                  </a:lnTo>
                  <a:lnTo>
                    <a:pt x="714" y="280"/>
                  </a:lnTo>
                  <a:lnTo>
                    <a:pt x="715" y="281"/>
                  </a:lnTo>
                  <a:lnTo>
                    <a:pt x="716" y="283"/>
                  </a:lnTo>
                  <a:lnTo>
                    <a:pt x="716" y="284"/>
                  </a:lnTo>
                  <a:lnTo>
                    <a:pt x="717" y="28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91" name="Freeform 234">
              <a:extLst>
                <a:ext uri="{FF2B5EF4-FFF2-40B4-BE49-F238E27FC236}">
                  <a16:creationId xmlns:a16="http://schemas.microsoft.com/office/drawing/2014/main" id="{17EE1D66-4255-4396-B7E0-39A863566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350"/>
              <a:ext cx="359" cy="143"/>
            </a:xfrm>
            <a:custGeom>
              <a:avLst/>
              <a:gdLst>
                <a:gd name="T0" fmla="*/ 1 w 717"/>
                <a:gd name="T1" fmla="*/ 0 h 287"/>
                <a:gd name="T2" fmla="*/ 1 w 717"/>
                <a:gd name="T3" fmla="*/ 0 h 287"/>
                <a:gd name="T4" fmla="*/ 1 w 717"/>
                <a:gd name="T5" fmla="*/ 0 h 287"/>
                <a:gd name="T6" fmla="*/ 1 w 717"/>
                <a:gd name="T7" fmla="*/ 0 h 287"/>
                <a:gd name="T8" fmla="*/ 1 w 717"/>
                <a:gd name="T9" fmla="*/ 0 h 287"/>
                <a:gd name="T10" fmla="*/ 1 w 717"/>
                <a:gd name="T11" fmla="*/ 0 h 287"/>
                <a:gd name="T12" fmla="*/ 1 w 717"/>
                <a:gd name="T13" fmla="*/ 0 h 287"/>
                <a:gd name="T14" fmla="*/ 1 w 717"/>
                <a:gd name="T15" fmla="*/ 0 h 287"/>
                <a:gd name="T16" fmla="*/ 1 w 717"/>
                <a:gd name="T17" fmla="*/ 0 h 287"/>
                <a:gd name="T18" fmla="*/ 1 w 717"/>
                <a:gd name="T19" fmla="*/ 0 h 287"/>
                <a:gd name="T20" fmla="*/ 1 w 717"/>
                <a:gd name="T21" fmla="*/ 0 h 287"/>
                <a:gd name="T22" fmla="*/ 1 w 717"/>
                <a:gd name="T23" fmla="*/ 0 h 287"/>
                <a:gd name="T24" fmla="*/ 1 w 717"/>
                <a:gd name="T25" fmla="*/ 0 h 287"/>
                <a:gd name="T26" fmla="*/ 1 w 717"/>
                <a:gd name="T27" fmla="*/ 0 h 287"/>
                <a:gd name="T28" fmla="*/ 1 w 717"/>
                <a:gd name="T29" fmla="*/ 0 h 287"/>
                <a:gd name="T30" fmla="*/ 1 w 717"/>
                <a:gd name="T31" fmla="*/ 0 h 287"/>
                <a:gd name="T32" fmla="*/ 1 w 717"/>
                <a:gd name="T33" fmla="*/ 0 h 287"/>
                <a:gd name="T34" fmla="*/ 1 w 717"/>
                <a:gd name="T35" fmla="*/ 0 h 287"/>
                <a:gd name="T36" fmla="*/ 1 w 717"/>
                <a:gd name="T37" fmla="*/ 0 h 287"/>
                <a:gd name="T38" fmla="*/ 1 w 717"/>
                <a:gd name="T39" fmla="*/ 0 h 287"/>
                <a:gd name="T40" fmla="*/ 1 w 717"/>
                <a:gd name="T41" fmla="*/ 0 h 287"/>
                <a:gd name="T42" fmla="*/ 1 w 717"/>
                <a:gd name="T43" fmla="*/ 0 h 287"/>
                <a:gd name="T44" fmla="*/ 1 w 717"/>
                <a:gd name="T45" fmla="*/ 0 h 287"/>
                <a:gd name="T46" fmla="*/ 1 w 717"/>
                <a:gd name="T47" fmla="*/ 0 h 287"/>
                <a:gd name="T48" fmla="*/ 1 w 717"/>
                <a:gd name="T49" fmla="*/ 0 h 287"/>
                <a:gd name="T50" fmla="*/ 1 w 717"/>
                <a:gd name="T51" fmla="*/ 0 h 287"/>
                <a:gd name="T52" fmla="*/ 1 w 717"/>
                <a:gd name="T53" fmla="*/ 0 h 287"/>
                <a:gd name="T54" fmla="*/ 1 w 717"/>
                <a:gd name="T55" fmla="*/ 0 h 287"/>
                <a:gd name="T56" fmla="*/ 1 w 717"/>
                <a:gd name="T57" fmla="*/ 0 h 287"/>
                <a:gd name="T58" fmla="*/ 1 w 717"/>
                <a:gd name="T59" fmla="*/ 0 h 287"/>
                <a:gd name="T60" fmla="*/ 1 w 717"/>
                <a:gd name="T61" fmla="*/ 0 h 287"/>
                <a:gd name="T62" fmla="*/ 1 w 717"/>
                <a:gd name="T63" fmla="*/ 0 h 287"/>
                <a:gd name="T64" fmla="*/ 1 w 717"/>
                <a:gd name="T65" fmla="*/ 0 h 287"/>
                <a:gd name="T66" fmla="*/ 1 w 717"/>
                <a:gd name="T67" fmla="*/ 0 h 287"/>
                <a:gd name="T68" fmla="*/ 1 w 717"/>
                <a:gd name="T69" fmla="*/ 0 h 287"/>
                <a:gd name="T70" fmla="*/ 1 w 717"/>
                <a:gd name="T71" fmla="*/ 0 h 287"/>
                <a:gd name="T72" fmla="*/ 1 w 717"/>
                <a:gd name="T73" fmla="*/ 0 h 287"/>
                <a:gd name="T74" fmla="*/ 1 w 717"/>
                <a:gd name="T75" fmla="*/ 0 h 287"/>
                <a:gd name="T76" fmla="*/ 1 w 717"/>
                <a:gd name="T77" fmla="*/ 0 h 287"/>
                <a:gd name="T78" fmla="*/ 1 w 717"/>
                <a:gd name="T79" fmla="*/ 0 h 287"/>
                <a:gd name="T80" fmla="*/ 1 w 717"/>
                <a:gd name="T81" fmla="*/ 0 h 287"/>
                <a:gd name="T82" fmla="*/ 1 w 717"/>
                <a:gd name="T83" fmla="*/ 0 h 287"/>
                <a:gd name="T84" fmla="*/ 1 w 717"/>
                <a:gd name="T85" fmla="*/ 0 h 287"/>
                <a:gd name="T86" fmla="*/ 1 w 717"/>
                <a:gd name="T87" fmla="*/ 0 h 287"/>
                <a:gd name="T88" fmla="*/ 1 w 717"/>
                <a:gd name="T89" fmla="*/ 0 h 287"/>
                <a:gd name="T90" fmla="*/ 1 w 717"/>
                <a:gd name="T91" fmla="*/ 0 h 287"/>
                <a:gd name="T92" fmla="*/ 1 w 717"/>
                <a:gd name="T93" fmla="*/ 0 h 287"/>
                <a:gd name="T94" fmla="*/ 1 w 717"/>
                <a:gd name="T95" fmla="*/ 0 h 287"/>
                <a:gd name="T96" fmla="*/ 1 w 717"/>
                <a:gd name="T97" fmla="*/ 0 h 287"/>
                <a:gd name="T98" fmla="*/ 1 w 717"/>
                <a:gd name="T99" fmla="*/ 0 h 287"/>
                <a:gd name="T100" fmla="*/ 1 w 717"/>
                <a:gd name="T101" fmla="*/ 0 h 287"/>
                <a:gd name="T102" fmla="*/ 1 w 717"/>
                <a:gd name="T103" fmla="*/ 0 h 287"/>
                <a:gd name="T104" fmla="*/ 1 w 717"/>
                <a:gd name="T105" fmla="*/ 0 h 287"/>
                <a:gd name="T106" fmla="*/ 1 w 717"/>
                <a:gd name="T107" fmla="*/ 0 h 287"/>
                <a:gd name="T108" fmla="*/ 1 w 717"/>
                <a:gd name="T109" fmla="*/ 0 h 287"/>
                <a:gd name="T110" fmla="*/ 1 w 717"/>
                <a:gd name="T111" fmla="*/ 0 h 287"/>
                <a:gd name="T112" fmla="*/ 1 w 717"/>
                <a:gd name="T113" fmla="*/ 0 h 287"/>
                <a:gd name="T114" fmla="*/ 1 w 717"/>
                <a:gd name="T115" fmla="*/ 0 h 287"/>
                <a:gd name="T116" fmla="*/ 1 w 717"/>
                <a:gd name="T117" fmla="*/ 0 h 287"/>
                <a:gd name="T118" fmla="*/ 1 w 717"/>
                <a:gd name="T119" fmla="*/ 0 h 287"/>
                <a:gd name="T120" fmla="*/ 1 w 717"/>
                <a:gd name="T121" fmla="*/ 0 h 2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7">
                  <a:moveTo>
                    <a:pt x="0" y="287"/>
                  </a:moveTo>
                  <a:lnTo>
                    <a:pt x="28" y="287"/>
                  </a:lnTo>
                  <a:lnTo>
                    <a:pt x="53" y="287"/>
                  </a:lnTo>
                  <a:lnTo>
                    <a:pt x="77" y="287"/>
                  </a:lnTo>
                  <a:lnTo>
                    <a:pt x="100" y="287"/>
                  </a:lnTo>
                  <a:lnTo>
                    <a:pt x="120" y="287"/>
                  </a:lnTo>
                  <a:lnTo>
                    <a:pt x="139" y="287"/>
                  </a:lnTo>
                  <a:lnTo>
                    <a:pt x="157" y="287"/>
                  </a:lnTo>
                  <a:lnTo>
                    <a:pt x="174" y="287"/>
                  </a:lnTo>
                  <a:lnTo>
                    <a:pt x="190" y="287"/>
                  </a:lnTo>
                  <a:lnTo>
                    <a:pt x="204" y="287"/>
                  </a:lnTo>
                  <a:lnTo>
                    <a:pt x="217" y="287"/>
                  </a:lnTo>
                  <a:lnTo>
                    <a:pt x="229" y="287"/>
                  </a:lnTo>
                  <a:lnTo>
                    <a:pt x="240" y="287"/>
                  </a:lnTo>
                  <a:lnTo>
                    <a:pt x="250" y="287"/>
                  </a:lnTo>
                  <a:lnTo>
                    <a:pt x="258" y="285"/>
                  </a:lnTo>
                  <a:lnTo>
                    <a:pt x="267" y="285"/>
                  </a:lnTo>
                  <a:lnTo>
                    <a:pt x="274" y="285"/>
                  </a:lnTo>
                  <a:lnTo>
                    <a:pt x="280" y="285"/>
                  </a:lnTo>
                  <a:lnTo>
                    <a:pt x="286" y="285"/>
                  </a:lnTo>
                  <a:lnTo>
                    <a:pt x="291" y="285"/>
                  </a:lnTo>
                  <a:lnTo>
                    <a:pt x="296" y="285"/>
                  </a:lnTo>
                  <a:lnTo>
                    <a:pt x="299" y="285"/>
                  </a:lnTo>
                  <a:lnTo>
                    <a:pt x="303" y="285"/>
                  </a:lnTo>
                  <a:lnTo>
                    <a:pt x="306" y="285"/>
                  </a:lnTo>
                  <a:lnTo>
                    <a:pt x="309" y="285"/>
                  </a:lnTo>
                  <a:lnTo>
                    <a:pt x="311" y="285"/>
                  </a:lnTo>
                  <a:lnTo>
                    <a:pt x="314" y="285"/>
                  </a:lnTo>
                  <a:lnTo>
                    <a:pt x="316" y="285"/>
                  </a:lnTo>
                  <a:lnTo>
                    <a:pt x="317" y="285"/>
                  </a:lnTo>
                  <a:lnTo>
                    <a:pt x="320" y="284"/>
                  </a:lnTo>
                  <a:lnTo>
                    <a:pt x="321" y="284"/>
                  </a:lnTo>
                  <a:lnTo>
                    <a:pt x="323" y="284"/>
                  </a:lnTo>
                  <a:lnTo>
                    <a:pt x="326" y="284"/>
                  </a:lnTo>
                  <a:lnTo>
                    <a:pt x="327" y="284"/>
                  </a:lnTo>
                  <a:lnTo>
                    <a:pt x="329" y="284"/>
                  </a:lnTo>
                  <a:lnTo>
                    <a:pt x="330" y="284"/>
                  </a:lnTo>
                  <a:lnTo>
                    <a:pt x="332" y="284"/>
                  </a:lnTo>
                  <a:lnTo>
                    <a:pt x="334" y="284"/>
                  </a:lnTo>
                  <a:lnTo>
                    <a:pt x="335" y="284"/>
                  </a:lnTo>
                  <a:lnTo>
                    <a:pt x="336" y="284"/>
                  </a:lnTo>
                  <a:lnTo>
                    <a:pt x="338" y="283"/>
                  </a:lnTo>
                  <a:lnTo>
                    <a:pt x="339" y="283"/>
                  </a:lnTo>
                  <a:lnTo>
                    <a:pt x="340" y="283"/>
                  </a:lnTo>
                  <a:lnTo>
                    <a:pt x="341" y="283"/>
                  </a:lnTo>
                  <a:lnTo>
                    <a:pt x="342" y="283"/>
                  </a:lnTo>
                  <a:lnTo>
                    <a:pt x="344" y="283"/>
                  </a:lnTo>
                  <a:lnTo>
                    <a:pt x="345" y="283"/>
                  </a:lnTo>
                  <a:lnTo>
                    <a:pt x="346" y="283"/>
                  </a:lnTo>
                  <a:lnTo>
                    <a:pt x="347" y="283"/>
                  </a:lnTo>
                  <a:lnTo>
                    <a:pt x="348" y="283"/>
                  </a:lnTo>
                  <a:lnTo>
                    <a:pt x="350" y="283"/>
                  </a:lnTo>
                  <a:lnTo>
                    <a:pt x="350" y="282"/>
                  </a:lnTo>
                  <a:lnTo>
                    <a:pt x="351" y="282"/>
                  </a:lnTo>
                  <a:lnTo>
                    <a:pt x="352" y="282"/>
                  </a:lnTo>
                  <a:lnTo>
                    <a:pt x="353" y="282"/>
                  </a:lnTo>
                  <a:lnTo>
                    <a:pt x="354" y="282"/>
                  </a:lnTo>
                  <a:lnTo>
                    <a:pt x="356" y="282"/>
                  </a:lnTo>
                  <a:lnTo>
                    <a:pt x="358" y="282"/>
                  </a:lnTo>
                  <a:lnTo>
                    <a:pt x="359" y="281"/>
                  </a:lnTo>
                  <a:lnTo>
                    <a:pt x="360" y="281"/>
                  </a:lnTo>
                  <a:lnTo>
                    <a:pt x="363" y="281"/>
                  </a:lnTo>
                  <a:lnTo>
                    <a:pt x="364" y="281"/>
                  </a:lnTo>
                  <a:lnTo>
                    <a:pt x="366" y="281"/>
                  </a:lnTo>
                  <a:lnTo>
                    <a:pt x="368" y="279"/>
                  </a:lnTo>
                  <a:lnTo>
                    <a:pt x="370" y="279"/>
                  </a:lnTo>
                  <a:lnTo>
                    <a:pt x="371" y="279"/>
                  </a:lnTo>
                  <a:lnTo>
                    <a:pt x="374" y="279"/>
                  </a:lnTo>
                  <a:lnTo>
                    <a:pt x="375" y="279"/>
                  </a:lnTo>
                  <a:lnTo>
                    <a:pt x="376" y="278"/>
                  </a:lnTo>
                  <a:lnTo>
                    <a:pt x="377" y="278"/>
                  </a:lnTo>
                  <a:lnTo>
                    <a:pt x="379" y="278"/>
                  </a:lnTo>
                  <a:lnTo>
                    <a:pt x="380" y="278"/>
                  </a:lnTo>
                  <a:lnTo>
                    <a:pt x="381" y="278"/>
                  </a:lnTo>
                  <a:lnTo>
                    <a:pt x="382" y="278"/>
                  </a:lnTo>
                  <a:lnTo>
                    <a:pt x="383" y="277"/>
                  </a:lnTo>
                  <a:lnTo>
                    <a:pt x="385" y="277"/>
                  </a:lnTo>
                  <a:lnTo>
                    <a:pt x="386" y="277"/>
                  </a:lnTo>
                  <a:lnTo>
                    <a:pt x="387" y="277"/>
                  </a:lnTo>
                  <a:lnTo>
                    <a:pt x="388" y="277"/>
                  </a:lnTo>
                  <a:lnTo>
                    <a:pt x="388" y="276"/>
                  </a:lnTo>
                  <a:lnTo>
                    <a:pt x="389" y="276"/>
                  </a:lnTo>
                  <a:lnTo>
                    <a:pt x="391" y="276"/>
                  </a:lnTo>
                  <a:lnTo>
                    <a:pt x="392" y="276"/>
                  </a:lnTo>
                  <a:lnTo>
                    <a:pt x="393" y="275"/>
                  </a:lnTo>
                  <a:lnTo>
                    <a:pt x="394" y="275"/>
                  </a:lnTo>
                  <a:lnTo>
                    <a:pt x="395" y="275"/>
                  </a:lnTo>
                  <a:lnTo>
                    <a:pt x="397" y="273"/>
                  </a:lnTo>
                  <a:lnTo>
                    <a:pt x="399" y="273"/>
                  </a:lnTo>
                  <a:lnTo>
                    <a:pt x="400" y="273"/>
                  </a:lnTo>
                  <a:lnTo>
                    <a:pt x="401" y="272"/>
                  </a:lnTo>
                  <a:lnTo>
                    <a:pt x="404" y="272"/>
                  </a:lnTo>
                  <a:lnTo>
                    <a:pt x="405" y="271"/>
                  </a:lnTo>
                  <a:lnTo>
                    <a:pt x="407" y="271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3" y="269"/>
                  </a:lnTo>
                  <a:lnTo>
                    <a:pt x="416" y="269"/>
                  </a:lnTo>
                  <a:lnTo>
                    <a:pt x="417" y="267"/>
                  </a:lnTo>
                  <a:lnTo>
                    <a:pt x="419" y="267"/>
                  </a:lnTo>
                  <a:lnTo>
                    <a:pt x="421" y="266"/>
                  </a:lnTo>
                  <a:lnTo>
                    <a:pt x="423" y="266"/>
                  </a:lnTo>
                  <a:lnTo>
                    <a:pt x="424" y="265"/>
                  </a:lnTo>
                  <a:lnTo>
                    <a:pt x="425" y="265"/>
                  </a:lnTo>
                  <a:lnTo>
                    <a:pt x="427" y="265"/>
                  </a:lnTo>
                  <a:lnTo>
                    <a:pt x="428" y="264"/>
                  </a:lnTo>
                  <a:lnTo>
                    <a:pt x="429" y="264"/>
                  </a:lnTo>
                  <a:lnTo>
                    <a:pt x="430" y="264"/>
                  </a:lnTo>
                  <a:lnTo>
                    <a:pt x="431" y="263"/>
                  </a:lnTo>
                  <a:lnTo>
                    <a:pt x="433" y="263"/>
                  </a:lnTo>
                  <a:lnTo>
                    <a:pt x="434" y="263"/>
                  </a:lnTo>
                  <a:lnTo>
                    <a:pt x="435" y="261"/>
                  </a:lnTo>
                  <a:lnTo>
                    <a:pt x="436" y="261"/>
                  </a:lnTo>
                  <a:lnTo>
                    <a:pt x="437" y="261"/>
                  </a:lnTo>
                  <a:lnTo>
                    <a:pt x="439" y="260"/>
                  </a:lnTo>
                  <a:lnTo>
                    <a:pt x="440" y="259"/>
                  </a:lnTo>
                  <a:lnTo>
                    <a:pt x="441" y="259"/>
                  </a:lnTo>
                  <a:lnTo>
                    <a:pt x="442" y="259"/>
                  </a:lnTo>
                  <a:lnTo>
                    <a:pt x="443" y="258"/>
                  </a:lnTo>
                  <a:lnTo>
                    <a:pt x="445" y="258"/>
                  </a:lnTo>
                  <a:lnTo>
                    <a:pt x="446" y="256"/>
                  </a:lnTo>
                  <a:lnTo>
                    <a:pt x="448" y="255"/>
                  </a:lnTo>
                  <a:lnTo>
                    <a:pt x="449" y="255"/>
                  </a:lnTo>
                  <a:lnTo>
                    <a:pt x="451" y="254"/>
                  </a:lnTo>
                  <a:lnTo>
                    <a:pt x="453" y="253"/>
                  </a:lnTo>
                  <a:lnTo>
                    <a:pt x="454" y="253"/>
                  </a:lnTo>
                  <a:lnTo>
                    <a:pt x="457" y="252"/>
                  </a:lnTo>
                  <a:lnTo>
                    <a:pt x="458" y="250"/>
                  </a:lnTo>
                  <a:lnTo>
                    <a:pt x="460" y="249"/>
                  </a:lnTo>
                  <a:lnTo>
                    <a:pt x="461" y="249"/>
                  </a:lnTo>
                  <a:lnTo>
                    <a:pt x="464" y="248"/>
                  </a:lnTo>
                  <a:lnTo>
                    <a:pt x="465" y="247"/>
                  </a:lnTo>
                  <a:lnTo>
                    <a:pt x="466" y="247"/>
                  </a:lnTo>
                  <a:lnTo>
                    <a:pt x="467" y="246"/>
                  </a:lnTo>
                  <a:lnTo>
                    <a:pt x="469" y="246"/>
                  </a:lnTo>
                  <a:lnTo>
                    <a:pt x="470" y="244"/>
                  </a:lnTo>
                  <a:lnTo>
                    <a:pt x="471" y="244"/>
                  </a:lnTo>
                  <a:lnTo>
                    <a:pt x="472" y="243"/>
                  </a:lnTo>
                  <a:lnTo>
                    <a:pt x="473" y="243"/>
                  </a:lnTo>
                  <a:lnTo>
                    <a:pt x="475" y="242"/>
                  </a:lnTo>
                  <a:lnTo>
                    <a:pt x="476" y="241"/>
                  </a:lnTo>
                  <a:lnTo>
                    <a:pt x="477" y="241"/>
                  </a:lnTo>
                  <a:lnTo>
                    <a:pt x="478" y="241"/>
                  </a:lnTo>
                  <a:lnTo>
                    <a:pt x="479" y="240"/>
                  </a:lnTo>
                  <a:lnTo>
                    <a:pt x="481" y="238"/>
                  </a:lnTo>
                  <a:lnTo>
                    <a:pt x="482" y="238"/>
                  </a:lnTo>
                  <a:lnTo>
                    <a:pt x="483" y="237"/>
                  </a:lnTo>
                  <a:lnTo>
                    <a:pt x="484" y="237"/>
                  </a:lnTo>
                  <a:lnTo>
                    <a:pt x="485" y="236"/>
                  </a:lnTo>
                  <a:lnTo>
                    <a:pt x="487" y="236"/>
                  </a:lnTo>
                  <a:lnTo>
                    <a:pt x="488" y="235"/>
                  </a:lnTo>
                  <a:lnTo>
                    <a:pt x="489" y="235"/>
                  </a:lnTo>
                  <a:lnTo>
                    <a:pt x="490" y="234"/>
                  </a:lnTo>
                  <a:lnTo>
                    <a:pt x="492" y="232"/>
                  </a:lnTo>
                  <a:lnTo>
                    <a:pt x="493" y="232"/>
                  </a:lnTo>
                  <a:lnTo>
                    <a:pt x="494" y="231"/>
                  </a:lnTo>
                  <a:lnTo>
                    <a:pt x="496" y="230"/>
                  </a:lnTo>
                  <a:lnTo>
                    <a:pt x="498" y="229"/>
                  </a:lnTo>
                  <a:lnTo>
                    <a:pt x="500" y="229"/>
                  </a:lnTo>
                  <a:lnTo>
                    <a:pt x="501" y="228"/>
                  </a:lnTo>
                  <a:lnTo>
                    <a:pt x="502" y="226"/>
                  </a:lnTo>
                  <a:lnTo>
                    <a:pt x="504" y="226"/>
                  </a:lnTo>
                  <a:lnTo>
                    <a:pt x="505" y="225"/>
                  </a:lnTo>
                  <a:lnTo>
                    <a:pt x="506" y="225"/>
                  </a:lnTo>
                  <a:lnTo>
                    <a:pt x="507" y="224"/>
                  </a:lnTo>
                  <a:lnTo>
                    <a:pt x="508" y="224"/>
                  </a:lnTo>
                  <a:lnTo>
                    <a:pt x="510" y="223"/>
                  </a:lnTo>
                  <a:lnTo>
                    <a:pt x="511" y="223"/>
                  </a:lnTo>
                  <a:lnTo>
                    <a:pt x="511" y="222"/>
                  </a:lnTo>
                  <a:lnTo>
                    <a:pt x="512" y="222"/>
                  </a:lnTo>
                  <a:lnTo>
                    <a:pt x="513" y="220"/>
                  </a:lnTo>
                  <a:lnTo>
                    <a:pt x="514" y="220"/>
                  </a:lnTo>
                  <a:lnTo>
                    <a:pt x="516" y="219"/>
                  </a:lnTo>
                  <a:lnTo>
                    <a:pt x="517" y="218"/>
                  </a:lnTo>
                  <a:lnTo>
                    <a:pt x="518" y="218"/>
                  </a:lnTo>
                  <a:lnTo>
                    <a:pt x="519" y="217"/>
                  </a:lnTo>
                  <a:lnTo>
                    <a:pt x="520" y="217"/>
                  </a:lnTo>
                  <a:lnTo>
                    <a:pt x="520" y="216"/>
                  </a:lnTo>
                  <a:lnTo>
                    <a:pt x="522" y="216"/>
                  </a:lnTo>
                  <a:lnTo>
                    <a:pt x="523" y="214"/>
                  </a:lnTo>
                  <a:lnTo>
                    <a:pt x="524" y="214"/>
                  </a:lnTo>
                  <a:lnTo>
                    <a:pt x="525" y="213"/>
                  </a:lnTo>
                  <a:lnTo>
                    <a:pt x="526" y="213"/>
                  </a:lnTo>
                  <a:lnTo>
                    <a:pt x="528" y="212"/>
                  </a:lnTo>
                  <a:lnTo>
                    <a:pt x="529" y="211"/>
                  </a:lnTo>
                  <a:lnTo>
                    <a:pt x="530" y="210"/>
                  </a:lnTo>
                  <a:lnTo>
                    <a:pt x="531" y="210"/>
                  </a:lnTo>
                  <a:lnTo>
                    <a:pt x="532" y="208"/>
                  </a:lnTo>
                  <a:lnTo>
                    <a:pt x="534" y="207"/>
                  </a:lnTo>
                  <a:lnTo>
                    <a:pt x="535" y="207"/>
                  </a:lnTo>
                  <a:lnTo>
                    <a:pt x="536" y="206"/>
                  </a:lnTo>
                  <a:lnTo>
                    <a:pt x="537" y="206"/>
                  </a:lnTo>
                  <a:lnTo>
                    <a:pt x="538" y="205"/>
                  </a:lnTo>
                  <a:lnTo>
                    <a:pt x="540" y="204"/>
                  </a:lnTo>
                  <a:lnTo>
                    <a:pt x="541" y="204"/>
                  </a:lnTo>
                  <a:lnTo>
                    <a:pt x="541" y="202"/>
                  </a:lnTo>
                  <a:lnTo>
                    <a:pt x="542" y="202"/>
                  </a:lnTo>
                  <a:lnTo>
                    <a:pt x="542" y="201"/>
                  </a:lnTo>
                  <a:lnTo>
                    <a:pt x="543" y="201"/>
                  </a:lnTo>
                  <a:lnTo>
                    <a:pt x="544" y="201"/>
                  </a:lnTo>
                  <a:lnTo>
                    <a:pt x="544" y="200"/>
                  </a:lnTo>
                  <a:lnTo>
                    <a:pt x="546" y="200"/>
                  </a:lnTo>
                  <a:lnTo>
                    <a:pt x="546" y="199"/>
                  </a:lnTo>
                  <a:lnTo>
                    <a:pt x="547" y="199"/>
                  </a:lnTo>
                  <a:lnTo>
                    <a:pt x="548" y="198"/>
                  </a:lnTo>
                  <a:lnTo>
                    <a:pt x="549" y="196"/>
                  </a:lnTo>
                  <a:lnTo>
                    <a:pt x="550" y="196"/>
                  </a:lnTo>
                  <a:lnTo>
                    <a:pt x="552" y="195"/>
                  </a:lnTo>
                  <a:lnTo>
                    <a:pt x="553" y="194"/>
                  </a:lnTo>
                  <a:lnTo>
                    <a:pt x="554" y="194"/>
                  </a:lnTo>
                  <a:lnTo>
                    <a:pt x="554" y="193"/>
                  </a:lnTo>
                  <a:lnTo>
                    <a:pt x="555" y="192"/>
                  </a:lnTo>
                  <a:lnTo>
                    <a:pt x="556" y="192"/>
                  </a:lnTo>
                  <a:lnTo>
                    <a:pt x="558" y="190"/>
                  </a:lnTo>
                  <a:lnTo>
                    <a:pt x="559" y="189"/>
                  </a:lnTo>
                  <a:lnTo>
                    <a:pt x="560" y="189"/>
                  </a:lnTo>
                  <a:lnTo>
                    <a:pt x="560" y="188"/>
                  </a:lnTo>
                  <a:lnTo>
                    <a:pt x="561" y="188"/>
                  </a:lnTo>
                  <a:lnTo>
                    <a:pt x="561" y="187"/>
                  </a:lnTo>
                  <a:lnTo>
                    <a:pt x="562" y="187"/>
                  </a:lnTo>
                  <a:lnTo>
                    <a:pt x="564" y="186"/>
                  </a:lnTo>
                  <a:lnTo>
                    <a:pt x="565" y="186"/>
                  </a:lnTo>
                  <a:lnTo>
                    <a:pt x="565" y="184"/>
                  </a:lnTo>
                  <a:lnTo>
                    <a:pt x="566" y="184"/>
                  </a:lnTo>
                  <a:lnTo>
                    <a:pt x="566" y="183"/>
                  </a:lnTo>
                  <a:lnTo>
                    <a:pt x="567" y="183"/>
                  </a:lnTo>
                  <a:lnTo>
                    <a:pt x="568" y="182"/>
                  </a:lnTo>
                  <a:lnTo>
                    <a:pt x="570" y="182"/>
                  </a:lnTo>
                  <a:lnTo>
                    <a:pt x="570" y="181"/>
                  </a:lnTo>
                  <a:lnTo>
                    <a:pt x="571" y="181"/>
                  </a:lnTo>
                  <a:lnTo>
                    <a:pt x="572" y="180"/>
                  </a:lnTo>
                  <a:lnTo>
                    <a:pt x="573" y="178"/>
                  </a:lnTo>
                  <a:lnTo>
                    <a:pt x="574" y="178"/>
                  </a:lnTo>
                  <a:lnTo>
                    <a:pt x="574" y="177"/>
                  </a:lnTo>
                  <a:lnTo>
                    <a:pt x="576" y="177"/>
                  </a:lnTo>
                  <a:lnTo>
                    <a:pt x="577" y="176"/>
                  </a:lnTo>
                  <a:lnTo>
                    <a:pt x="578" y="176"/>
                  </a:lnTo>
                  <a:lnTo>
                    <a:pt x="579" y="175"/>
                  </a:lnTo>
                  <a:lnTo>
                    <a:pt x="580" y="174"/>
                  </a:lnTo>
                  <a:lnTo>
                    <a:pt x="582" y="172"/>
                  </a:lnTo>
                  <a:lnTo>
                    <a:pt x="583" y="172"/>
                  </a:lnTo>
                  <a:lnTo>
                    <a:pt x="584" y="171"/>
                  </a:lnTo>
                  <a:lnTo>
                    <a:pt x="585" y="171"/>
                  </a:lnTo>
                  <a:lnTo>
                    <a:pt x="585" y="170"/>
                  </a:lnTo>
                  <a:lnTo>
                    <a:pt x="586" y="170"/>
                  </a:lnTo>
                  <a:lnTo>
                    <a:pt x="586" y="169"/>
                  </a:lnTo>
                  <a:lnTo>
                    <a:pt x="588" y="169"/>
                  </a:lnTo>
                  <a:lnTo>
                    <a:pt x="589" y="169"/>
                  </a:lnTo>
                  <a:lnTo>
                    <a:pt x="589" y="168"/>
                  </a:lnTo>
                  <a:lnTo>
                    <a:pt x="590" y="166"/>
                  </a:lnTo>
                  <a:lnTo>
                    <a:pt x="591" y="165"/>
                  </a:lnTo>
                  <a:lnTo>
                    <a:pt x="592" y="164"/>
                  </a:lnTo>
                  <a:lnTo>
                    <a:pt x="594" y="163"/>
                  </a:lnTo>
                  <a:lnTo>
                    <a:pt x="595" y="163"/>
                  </a:lnTo>
                  <a:lnTo>
                    <a:pt x="595" y="162"/>
                  </a:lnTo>
                  <a:lnTo>
                    <a:pt x="596" y="162"/>
                  </a:lnTo>
                  <a:lnTo>
                    <a:pt x="597" y="160"/>
                  </a:lnTo>
                  <a:lnTo>
                    <a:pt x="597" y="159"/>
                  </a:lnTo>
                  <a:lnTo>
                    <a:pt x="598" y="158"/>
                  </a:lnTo>
                  <a:lnTo>
                    <a:pt x="600" y="158"/>
                  </a:lnTo>
                  <a:lnTo>
                    <a:pt x="601" y="157"/>
                  </a:lnTo>
                  <a:lnTo>
                    <a:pt x="602" y="156"/>
                  </a:lnTo>
                  <a:lnTo>
                    <a:pt x="602" y="154"/>
                  </a:lnTo>
                  <a:lnTo>
                    <a:pt x="603" y="153"/>
                  </a:lnTo>
                  <a:lnTo>
                    <a:pt x="604" y="152"/>
                  </a:lnTo>
                  <a:lnTo>
                    <a:pt x="606" y="151"/>
                  </a:lnTo>
                  <a:lnTo>
                    <a:pt x="607" y="150"/>
                  </a:lnTo>
                  <a:lnTo>
                    <a:pt x="608" y="148"/>
                  </a:lnTo>
                  <a:lnTo>
                    <a:pt x="609" y="147"/>
                  </a:lnTo>
                  <a:lnTo>
                    <a:pt x="611" y="146"/>
                  </a:lnTo>
                  <a:lnTo>
                    <a:pt x="612" y="145"/>
                  </a:lnTo>
                  <a:lnTo>
                    <a:pt x="612" y="143"/>
                  </a:lnTo>
                  <a:lnTo>
                    <a:pt x="613" y="143"/>
                  </a:lnTo>
                  <a:lnTo>
                    <a:pt x="613" y="142"/>
                  </a:lnTo>
                  <a:lnTo>
                    <a:pt x="614" y="142"/>
                  </a:lnTo>
                  <a:lnTo>
                    <a:pt x="614" y="141"/>
                  </a:lnTo>
                  <a:lnTo>
                    <a:pt x="615" y="140"/>
                  </a:lnTo>
                  <a:lnTo>
                    <a:pt x="617" y="139"/>
                  </a:lnTo>
                  <a:lnTo>
                    <a:pt x="618" y="139"/>
                  </a:lnTo>
                  <a:lnTo>
                    <a:pt x="618" y="137"/>
                  </a:lnTo>
                  <a:lnTo>
                    <a:pt x="619" y="136"/>
                  </a:lnTo>
                  <a:lnTo>
                    <a:pt x="619" y="135"/>
                  </a:lnTo>
                  <a:lnTo>
                    <a:pt x="620" y="135"/>
                  </a:lnTo>
                  <a:lnTo>
                    <a:pt x="621" y="134"/>
                  </a:lnTo>
                  <a:lnTo>
                    <a:pt x="621" y="133"/>
                  </a:lnTo>
                  <a:lnTo>
                    <a:pt x="623" y="131"/>
                  </a:lnTo>
                  <a:lnTo>
                    <a:pt x="624" y="130"/>
                  </a:lnTo>
                  <a:lnTo>
                    <a:pt x="625" y="129"/>
                  </a:lnTo>
                  <a:lnTo>
                    <a:pt x="626" y="128"/>
                  </a:lnTo>
                  <a:lnTo>
                    <a:pt x="627" y="127"/>
                  </a:lnTo>
                  <a:lnTo>
                    <a:pt x="629" y="125"/>
                  </a:lnTo>
                  <a:lnTo>
                    <a:pt x="630" y="124"/>
                  </a:lnTo>
                  <a:lnTo>
                    <a:pt x="631" y="122"/>
                  </a:lnTo>
                  <a:lnTo>
                    <a:pt x="632" y="121"/>
                  </a:lnTo>
                  <a:lnTo>
                    <a:pt x="633" y="119"/>
                  </a:lnTo>
                  <a:lnTo>
                    <a:pt x="635" y="117"/>
                  </a:lnTo>
                  <a:lnTo>
                    <a:pt x="636" y="116"/>
                  </a:lnTo>
                  <a:lnTo>
                    <a:pt x="637" y="115"/>
                  </a:lnTo>
                  <a:lnTo>
                    <a:pt x="638" y="113"/>
                  </a:lnTo>
                  <a:lnTo>
                    <a:pt x="638" y="112"/>
                  </a:lnTo>
                  <a:lnTo>
                    <a:pt x="639" y="111"/>
                  </a:lnTo>
                  <a:lnTo>
                    <a:pt x="641" y="110"/>
                  </a:lnTo>
                  <a:lnTo>
                    <a:pt x="642" y="110"/>
                  </a:lnTo>
                  <a:lnTo>
                    <a:pt x="642" y="109"/>
                  </a:lnTo>
                  <a:lnTo>
                    <a:pt x="643" y="107"/>
                  </a:lnTo>
                  <a:lnTo>
                    <a:pt x="643" y="106"/>
                  </a:lnTo>
                  <a:lnTo>
                    <a:pt x="644" y="105"/>
                  </a:lnTo>
                  <a:lnTo>
                    <a:pt x="645" y="105"/>
                  </a:lnTo>
                  <a:lnTo>
                    <a:pt x="645" y="104"/>
                  </a:lnTo>
                  <a:lnTo>
                    <a:pt x="647" y="103"/>
                  </a:lnTo>
                  <a:lnTo>
                    <a:pt x="647" y="101"/>
                  </a:lnTo>
                  <a:lnTo>
                    <a:pt x="648" y="101"/>
                  </a:lnTo>
                  <a:lnTo>
                    <a:pt x="649" y="100"/>
                  </a:lnTo>
                  <a:lnTo>
                    <a:pt x="649" y="99"/>
                  </a:lnTo>
                  <a:lnTo>
                    <a:pt x="650" y="98"/>
                  </a:lnTo>
                  <a:lnTo>
                    <a:pt x="651" y="97"/>
                  </a:lnTo>
                  <a:lnTo>
                    <a:pt x="651" y="95"/>
                  </a:lnTo>
                  <a:lnTo>
                    <a:pt x="653" y="94"/>
                  </a:lnTo>
                  <a:lnTo>
                    <a:pt x="654" y="93"/>
                  </a:lnTo>
                  <a:lnTo>
                    <a:pt x="655" y="92"/>
                  </a:lnTo>
                  <a:lnTo>
                    <a:pt x="656" y="91"/>
                  </a:lnTo>
                  <a:lnTo>
                    <a:pt x="657" y="88"/>
                  </a:lnTo>
                  <a:lnTo>
                    <a:pt x="657" y="87"/>
                  </a:lnTo>
                  <a:lnTo>
                    <a:pt x="660" y="85"/>
                  </a:lnTo>
                  <a:lnTo>
                    <a:pt x="661" y="83"/>
                  </a:lnTo>
                  <a:lnTo>
                    <a:pt x="662" y="81"/>
                  </a:lnTo>
                  <a:lnTo>
                    <a:pt x="663" y="80"/>
                  </a:lnTo>
                  <a:lnTo>
                    <a:pt x="665" y="77"/>
                  </a:lnTo>
                  <a:lnTo>
                    <a:pt x="666" y="76"/>
                  </a:lnTo>
                  <a:lnTo>
                    <a:pt x="667" y="75"/>
                  </a:lnTo>
                  <a:lnTo>
                    <a:pt x="668" y="74"/>
                  </a:lnTo>
                  <a:lnTo>
                    <a:pt x="668" y="71"/>
                  </a:lnTo>
                  <a:lnTo>
                    <a:pt x="669" y="70"/>
                  </a:lnTo>
                  <a:lnTo>
                    <a:pt x="671" y="69"/>
                  </a:lnTo>
                  <a:lnTo>
                    <a:pt x="672" y="68"/>
                  </a:lnTo>
                  <a:lnTo>
                    <a:pt x="672" y="67"/>
                  </a:lnTo>
                  <a:lnTo>
                    <a:pt x="673" y="67"/>
                  </a:lnTo>
                  <a:lnTo>
                    <a:pt x="674" y="65"/>
                  </a:lnTo>
                  <a:lnTo>
                    <a:pt x="674" y="64"/>
                  </a:lnTo>
                  <a:lnTo>
                    <a:pt x="675" y="63"/>
                  </a:lnTo>
                  <a:lnTo>
                    <a:pt x="675" y="62"/>
                  </a:lnTo>
                  <a:lnTo>
                    <a:pt x="677" y="61"/>
                  </a:lnTo>
                  <a:lnTo>
                    <a:pt x="678" y="61"/>
                  </a:lnTo>
                  <a:lnTo>
                    <a:pt x="678" y="59"/>
                  </a:lnTo>
                  <a:lnTo>
                    <a:pt x="679" y="58"/>
                  </a:lnTo>
                  <a:lnTo>
                    <a:pt x="679" y="57"/>
                  </a:lnTo>
                  <a:lnTo>
                    <a:pt x="680" y="56"/>
                  </a:lnTo>
                  <a:lnTo>
                    <a:pt x="681" y="55"/>
                  </a:lnTo>
                  <a:lnTo>
                    <a:pt x="683" y="53"/>
                  </a:lnTo>
                  <a:lnTo>
                    <a:pt x="683" y="52"/>
                  </a:lnTo>
                  <a:lnTo>
                    <a:pt x="684" y="51"/>
                  </a:lnTo>
                  <a:lnTo>
                    <a:pt x="685" y="49"/>
                  </a:lnTo>
                  <a:lnTo>
                    <a:pt x="686" y="47"/>
                  </a:lnTo>
                  <a:lnTo>
                    <a:pt x="687" y="46"/>
                  </a:lnTo>
                  <a:lnTo>
                    <a:pt x="689" y="44"/>
                  </a:lnTo>
                  <a:lnTo>
                    <a:pt x="690" y="43"/>
                  </a:lnTo>
                  <a:lnTo>
                    <a:pt x="691" y="40"/>
                  </a:lnTo>
                  <a:lnTo>
                    <a:pt x="692" y="39"/>
                  </a:lnTo>
                  <a:lnTo>
                    <a:pt x="695" y="37"/>
                  </a:lnTo>
                  <a:lnTo>
                    <a:pt x="696" y="35"/>
                  </a:lnTo>
                  <a:lnTo>
                    <a:pt x="697" y="33"/>
                  </a:lnTo>
                  <a:lnTo>
                    <a:pt x="698" y="32"/>
                  </a:lnTo>
                  <a:lnTo>
                    <a:pt x="698" y="31"/>
                  </a:lnTo>
                  <a:lnTo>
                    <a:pt x="699" y="29"/>
                  </a:lnTo>
                  <a:lnTo>
                    <a:pt x="701" y="27"/>
                  </a:lnTo>
                  <a:lnTo>
                    <a:pt x="702" y="26"/>
                  </a:lnTo>
                  <a:lnTo>
                    <a:pt x="702" y="24"/>
                  </a:lnTo>
                  <a:lnTo>
                    <a:pt x="703" y="24"/>
                  </a:lnTo>
                  <a:lnTo>
                    <a:pt x="704" y="23"/>
                  </a:lnTo>
                  <a:lnTo>
                    <a:pt x="704" y="22"/>
                  </a:lnTo>
                  <a:lnTo>
                    <a:pt x="705" y="21"/>
                  </a:lnTo>
                  <a:lnTo>
                    <a:pt x="705" y="20"/>
                  </a:lnTo>
                  <a:lnTo>
                    <a:pt x="707" y="18"/>
                  </a:lnTo>
                  <a:lnTo>
                    <a:pt x="708" y="17"/>
                  </a:lnTo>
                  <a:lnTo>
                    <a:pt x="708" y="16"/>
                  </a:lnTo>
                  <a:lnTo>
                    <a:pt x="709" y="15"/>
                  </a:lnTo>
                  <a:lnTo>
                    <a:pt x="710" y="14"/>
                  </a:lnTo>
                  <a:lnTo>
                    <a:pt x="710" y="12"/>
                  </a:lnTo>
                  <a:lnTo>
                    <a:pt x="711" y="11"/>
                  </a:lnTo>
                  <a:lnTo>
                    <a:pt x="713" y="10"/>
                  </a:lnTo>
                  <a:lnTo>
                    <a:pt x="713" y="9"/>
                  </a:lnTo>
                  <a:lnTo>
                    <a:pt x="714" y="8"/>
                  </a:lnTo>
                  <a:lnTo>
                    <a:pt x="714" y="6"/>
                  </a:lnTo>
                  <a:lnTo>
                    <a:pt x="715" y="5"/>
                  </a:lnTo>
                  <a:lnTo>
                    <a:pt x="716" y="4"/>
                  </a:lnTo>
                  <a:lnTo>
                    <a:pt x="716" y="2"/>
                  </a:lnTo>
                  <a:lnTo>
                    <a:pt x="717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92" name="Freeform 235">
              <a:extLst>
                <a:ext uri="{FF2B5EF4-FFF2-40B4-BE49-F238E27FC236}">
                  <a16:creationId xmlns:a16="http://schemas.microsoft.com/office/drawing/2014/main" id="{579AA565-5ED3-44E7-ACB9-C31743C4D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206"/>
              <a:ext cx="42" cy="144"/>
            </a:xfrm>
            <a:custGeom>
              <a:avLst/>
              <a:gdLst>
                <a:gd name="T0" fmla="*/ 0 w 86"/>
                <a:gd name="T1" fmla="*/ 1 h 287"/>
                <a:gd name="T2" fmla="*/ 0 w 86"/>
                <a:gd name="T3" fmla="*/ 1 h 287"/>
                <a:gd name="T4" fmla="*/ 0 w 86"/>
                <a:gd name="T5" fmla="*/ 1 h 287"/>
                <a:gd name="T6" fmla="*/ 0 w 86"/>
                <a:gd name="T7" fmla="*/ 1 h 287"/>
                <a:gd name="T8" fmla="*/ 0 w 86"/>
                <a:gd name="T9" fmla="*/ 1 h 287"/>
                <a:gd name="T10" fmla="*/ 0 w 86"/>
                <a:gd name="T11" fmla="*/ 1 h 287"/>
                <a:gd name="T12" fmla="*/ 0 w 86"/>
                <a:gd name="T13" fmla="*/ 1 h 287"/>
                <a:gd name="T14" fmla="*/ 0 w 86"/>
                <a:gd name="T15" fmla="*/ 1 h 287"/>
                <a:gd name="T16" fmla="*/ 0 w 86"/>
                <a:gd name="T17" fmla="*/ 1 h 287"/>
                <a:gd name="T18" fmla="*/ 0 w 86"/>
                <a:gd name="T19" fmla="*/ 1 h 287"/>
                <a:gd name="T20" fmla="*/ 0 w 86"/>
                <a:gd name="T21" fmla="*/ 1 h 287"/>
                <a:gd name="T22" fmla="*/ 0 w 86"/>
                <a:gd name="T23" fmla="*/ 1 h 287"/>
                <a:gd name="T24" fmla="*/ 0 w 86"/>
                <a:gd name="T25" fmla="*/ 1 h 287"/>
                <a:gd name="T26" fmla="*/ 0 w 86"/>
                <a:gd name="T27" fmla="*/ 1 h 287"/>
                <a:gd name="T28" fmla="*/ 0 w 86"/>
                <a:gd name="T29" fmla="*/ 1 h 287"/>
                <a:gd name="T30" fmla="*/ 0 w 86"/>
                <a:gd name="T31" fmla="*/ 1 h 287"/>
                <a:gd name="T32" fmla="*/ 0 w 86"/>
                <a:gd name="T33" fmla="*/ 1 h 287"/>
                <a:gd name="T34" fmla="*/ 0 w 86"/>
                <a:gd name="T35" fmla="*/ 1 h 287"/>
                <a:gd name="T36" fmla="*/ 0 w 86"/>
                <a:gd name="T37" fmla="*/ 1 h 287"/>
                <a:gd name="T38" fmla="*/ 0 w 86"/>
                <a:gd name="T39" fmla="*/ 1 h 287"/>
                <a:gd name="T40" fmla="*/ 0 w 86"/>
                <a:gd name="T41" fmla="*/ 1 h 287"/>
                <a:gd name="T42" fmla="*/ 0 w 86"/>
                <a:gd name="T43" fmla="*/ 1 h 287"/>
                <a:gd name="T44" fmla="*/ 0 w 86"/>
                <a:gd name="T45" fmla="*/ 1 h 287"/>
                <a:gd name="T46" fmla="*/ 0 w 86"/>
                <a:gd name="T47" fmla="*/ 1 h 287"/>
                <a:gd name="T48" fmla="*/ 0 w 86"/>
                <a:gd name="T49" fmla="*/ 1 h 287"/>
                <a:gd name="T50" fmla="*/ 0 w 86"/>
                <a:gd name="T51" fmla="*/ 1 h 287"/>
                <a:gd name="T52" fmla="*/ 0 w 86"/>
                <a:gd name="T53" fmla="*/ 1 h 287"/>
                <a:gd name="T54" fmla="*/ 0 w 86"/>
                <a:gd name="T55" fmla="*/ 1 h 287"/>
                <a:gd name="T56" fmla="*/ 0 w 86"/>
                <a:gd name="T57" fmla="*/ 1 h 287"/>
                <a:gd name="T58" fmla="*/ 0 w 86"/>
                <a:gd name="T59" fmla="*/ 1 h 287"/>
                <a:gd name="T60" fmla="*/ 0 w 86"/>
                <a:gd name="T61" fmla="*/ 1 h 287"/>
                <a:gd name="T62" fmla="*/ 0 w 86"/>
                <a:gd name="T63" fmla="*/ 1 h 287"/>
                <a:gd name="T64" fmla="*/ 0 w 86"/>
                <a:gd name="T65" fmla="*/ 1 h 287"/>
                <a:gd name="T66" fmla="*/ 0 w 86"/>
                <a:gd name="T67" fmla="*/ 1 h 287"/>
                <a:gd name="T68" fmla="*/ 0 w 86"/>
                <a:gd name="T69" fmla="*/ 1 h 287"/>
                <a:gd name="T70" fmla="*/ 0 w 86"/>
                <a:gd name="T71" fmla="*/ 1 h 287"/>
                <a:gd name="T72" fmla="*/ 0 w 86"/>
                <a:gd name="T73" fmla="*/ 1 h 287"/>
                <a:gd name="T74" fmla="*/ 0 w 86"/>
                <a:gd name="T75" fmla="*/ 1 h 287"/>
                <a:gd name="T76" fmla="*/ 0 w 86"/>
                <a:gd name="T77" fmla="*/ 1 h 287"/>
                <a:gd name="T78" fmla="*/ 0 w 86"/>
                <a:gd name="T79" fmla="*/ 1 h 287"/>
                <a:gd name="T80" fmla="*/ 0 w 86"/>
                <a:gd name="T81" fmla="*/ 1 h 287"/>
                <a:gd name="T82" fmla="*/ 0 w 86"/>
                <a:gd name="T83" fmla="*/ 1 h 287"/>
                <a:gd name="T84" fmla="*/ 0 w 86"/>
                <a:gd name="T85" fmla="*/ 1 h 287"/>
                <a:gd name="T86" fmla="*/ 0 w 86"/>
                <a:gd name="T87" fmla="*/ 1 h 287"/>
                <a:gd name="T88" fmla="*/ 0 w 86"/>
                <a:gd name="T89" fmla="*/ 1 h 287"/>
                <a:gd name="T90" fmla="*/ 0 w 86"/>
                <a:gd name="T91" fmla="*/ 1 h 287"/>
                <a:gd name="T92" fmla="*/ 0 w 86"/>
                <a:gd name="T93" fmla="*/ 1 h 287"/>
                <a:gd name="T94" fmla="*/ 0 w 86"/>
                <a:gd name="T95" fmla="*/ 1 h 287"/>
                <a:gd name="T96" fmla="*/ 0 w 86"/>
                <a:gd name="T97" fmla="*/ 1 h 287"/>
                <a:gd name="T98" fmla="*/ 0 w 86"/>
                <a:gd name="T99" fmla="*/ 1 h 287"/>
                <a:gd name="T100" fmla="*/ 0 w 86"/>
                <a:gd name="T101" fmla="*/ 1 h 287"/>
                <a:gd name="T102" fmla="*/ 0 w 86"/>
                <a:gd name="T103" fmla="*/ 1 h 287"/>
                <a:gd name="T104" fmla="*/ 0 w 86"/>
                <a:gd name="T105" fmla="*/ 1 h 287"/>
                <a:gd name="T106" fmla="*/ 0 w 86"/>
                <a:gd name="T107" fmla="*/ 1 h 287"/>
                <a:gd name="T108" fmla="*/ 0 w 86"/>
                <a:gd name="T109" fmla="*/ 1 h 287"/>
                <a:gd name="T110" fmla="*/ 0 w 86"/>
                <a:gd name="T111" fmla="*/ 1 h 287"/>
                <a:gd name="T112" fmla="*/ 0 w 86"/>
                <a:gd name="T113" fmla="*/ 1 h 2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7">
                  <a:moveTo>
                    <a:pt x="0" y="0"/>
                  </a:moveTo>
                  <a:lnTo>
                    <a:pt x="3" y="4"/>
                  </a:lnTo>
                  <a:lnTo>
                    <a:pt x="4" y="6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9" y="15"/>
                  </a:lnTo>
                  <a:lnTo>
                    <a:pt x="10" y="17"/>
                  </a:lnTo>
                  <a:lnTo>
                    <a:pt x="11" y="18"/>
                  </a:lnTo>
                  <a:lnTo>
                    <a:pt x="12" y="21"/>
                  </a:lnTo>
                  <a:lnTo>
                    <a:pt x="14" y="23"/>
                  </a:lnTo>
                  <a:lnTo>
                    <a:pt x="15" y="24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0"/>
                  </a:lnTo>
                  <a:lnTo>
                    <a:pt x="18" y="31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5"/>
                  </a:lnTo>
                  <a:lnTo>
                    <a:pt x="21" y="36"/>
                  </a:lnTo>
                  <a:lnTo>
                    <a:pt x="21" y="37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3" y="43"/>
                  </a:lnTo>
                  <a:lnTo>
                    <a:pt x="24" y="45"/>
                  </a:lnTo>
                  <a:lnTo>
                    <a:pt x="24" y="46"/>
                  </a:lnTo>
                  <a:lnTo>
                    <a:pt x="26" y="47"/>
                  </a:lnTo>
                  <a:lnTo>
                    <a:pt x="26" y="48"/>
                  </a:lnTo>
                  <a:lnTo>
                    <a:pt x="27" y="49"/>
                  </a:lnTo>
                  <a:lnTo>
                    <a:pt x="27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7"/>
                  </a:lnTo>
                  <a:lnTo>
                    <a:pt x="30" y="58"/>
                  </a:lnTo>
                  <a:lnTo>
                    <a:pt x="30" y="59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3"/>
                  </a:lnTo>
                  <a:lnTo>
                    <a:pt x="33" y="64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7"/>
                  </a:lnTo>
                  <a:lnTo>
                    <a:pt x="34" y="69"/>
                  </a:lnTo>
                  <a:lnTo>
                    <a:pt x="35" y="70"/>
                  </a:lnTo>
                  <a:lnTo>
                    <a:pt x="35" y="71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9" y="78"/>
                  </a:lnTo>
                  <a:lnTo>
                    <a:pt x="39" y="79"/>
                  </a:lnTo>
                  <a:lnTo>
                    <a:pt x="39" y="82"/>
                  </a:lnTo>
                  <a:lnTo>
                    <a:pt x="40" y="83"/>
                  </a:lnTo>
                  <a:lnTo>
                    <a:pt x="40" y="84"/>
                  </a:lnTo>
                  <a:lnTo>
                    <a:pt x="41" y="86"/>
                  </a:lnTo>
                  <a:lnTo>
                    <a:pt x="41" y="88"/>
                  </a:lnTo>
                  <a:lnTo>
                    <a:pt x="43" y="89"/>
                  </a:lnTo>
                  <a:lnTo>
                    <a:pt x="43" y="92"/>
                  </a:lnTo>
                  <a:lnTo>
                    <a:pt x="44" y="93"/>
                  </a:lnTo>
                  <a:lnTo>
                    <a:pt x="45" y="95"/>
                  </a:lnTo>
                  <a:lnTo>
                    <a:pt x="45" y="96"/>
                  </a:lnTo>
                  <a:lnTo>
                    <a:pt x="46" y="99"/>
                  </a:lnTo>
                  <a:lnTo>
                    <a:pt x="46" y="100"/>
                  </a:lnTo>
                  <a:lnTo>
                    <a:pt x="47" y="101"/>
                  </a:lnTo>
                  <a:lnTo>
                    <a:pt x="47" y="104"/>
                  </a:lnTo>
                  <a:lnTo>
                    <a:pt x="49" y="105"/>
                  </a:lnTo>
                  <a:lnTo>
                    <a:pt x="49" y="106"/>
                  </a:lnTo>
                  <a:lnTo>
                    <a:pt x="49" y="107"/>
                  </a:lnTo>
                  <a:lnTo>
                    <a:pt x="50" y="108"/>
                  </a:lnTo>
                  <a:lnTo>
                    <a:pt x="50" y="110"/>
                  </a:lnTo>
                  <a:lnTo>
                    <a:pt x="51" y="111"/>
                  </a:lnTo>
                  <a:lnTo>
                    <a:pt x="51" y="112"/>
                  </a:lnTo>
                  <a:lnTo>
                    <a:pt x="51" y="113"/>
                  </a:lnTo>
                  <a:lnTo>
                    <a:pt x="52" y="114"/>
                  </a:lnTo>
                  <a:lnTo>
                    <a:pt x="52" y="116"/>
                  </a:lnTo>
                  <a:lnTo>
                    <a:pt x="52" y="117"/>
                  </a:lnTo>
                  <a:lnTo>
                    <a:pt x="53" y="118"/>
                  </a:lnTo>
                  <a:lnTo>
                    <a:pt x="53" y="119"/>
                  </a:lnTo>
                  <a:lnTo>
                    <a:pt x="53" y="120"/>
                  </a:lnTo>
                  <a:lnTo>
                    <a:pt x="53" y="122"/>
                  </a:lnTo>
                  <a:lnTo>
                    <a:pt x="55" y="123"/>
                  </a:lnTo>
                  <a:lnTo>
                    <a:pt x="55" y="124"/>
                  </a:lnTo>
                  <a:lnTo>
                    <a:pt x="55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7" y="129"/>
                  </a:lnTo>
                  <a:lnTo>
                    <a:pt x="57" y="131"/>
                  </a:lnTo>
                  <a:lnTo>
                    <a:pt x="57" y="132"/>
                  </a:lnTo>
                  <a:lnTo>
                    <a:pt x="58" y="135"/>
                  </a:lnTo>
                  <a:lnTo>
                    <a:pt x="58" y="136"/>
                  </a:lnTo>
                  <a:lnTo>
                    <a:pt x="59" y="138"/>
                  </a:lnTo>
                  <a:lnTo>
                    <a:pt x="61" y="141"/>
                  </a:lnTo>
                  <a:lnTo>
                    <a:pt x="61" y="142"/>
                  </a:lnTo>
                  <a:lnTo>
                    <a:pt x="61" y="143"/>
                  </a:lnTo>
                  <a:lnTo>
                    <a:pt x="62" y="146"/>
                  </a:lnTo>
                  <a:lnTo>
                    <a:pt x="62" y="147"/>
                  </a:lnTo>
                  <a:lnTo>
                    <a:pt x="63" y="148"/>
                  </a:lnTo>
                  <a:lnTo>
                    <a:pt x="63" y="149"/>
                  </a:lnTo>
                  <a:lnTo>
                    <a:pt x="63" y="150"/>
                  </a:lnTo>
                  <a:lnTo>
                    <a:pt x="64" y="152"/>
                  </a:lnTo>
                  <a:lnTo>
                    <a:pt x="64" y="153"/>
                  </a:lnTo>
                  <a:lnTo>
                    <a:pt x="64" y="154"/>
                  </a:lnTo>
                  <a:lnTo>
                    <a:pt x="64" y="155"/>
                  </a:lnTo>
                  <a:lnTo>
                    <a:pt x="65" y="156"/>
                  </a:lnTo>
                  <a:lnTo>
                    <a:pt x="65" y="158"/>
                  </a:lnTo>
                  <a:lnTo>
                    <a:pt x="65" y="159"/>
                  </a:lnTo>
                  <a:lnTo>
                    <a:pt x="67" y="159"/>
                  </a:lnTo>
                  <a:lnTo>
                    <a:pt x="67" y="160"/>
                  </a:lnTo>
                  <a:lnTo>
                    <a:pt x="67" y="161"/>
                  </a:lnTo>
                  <a:lnTo>
                    <a:pt x="67" y="162"/>
                  </a:lnTo>
                  <a:lnTo>
                    <a:pt x="68" y="164"/>
                  </a:lnTo>
                  <a:lnTo>
                    <a:pt x="68" y="165"/>
                  </a:lnTo>
                  <a:lnTo>
                    <a:pt x="68" y="166"/>
                  </a:lnTo>
                  <a:lnTo>
                    <a:pt x="69" y="167"/>
                  </a:lnTo>
                  <a:lnTo>
                    <a:pt x="69" y="168"/>
                  </a:lnTo>
                  <a:lnTo>
                    <a:pt x="69" y="170"/>
                  </a:lnTo>
                  <a:lnTo>
                    <a:pt x="70" y="171"/>
                  </a:lnTo>
                  <a:lnTo>
                    <a:pt x="70" y="173"/>
                  </a:lnTo>
                  <a:lnTo>
                    <a:pt x="70" y="174"/>
                  </a:lnTo>
                  <a:lnTo>
                    <a:pt x="71" y="176"/>
                  </a:lnTo>
                  <a:lnTo>
                    <a:pt x="71" y="178"/>
                  </a:lnTo>
                  <a:lnTo>
                    <a:pt x="73" y="180"/>
                  </a:lnTo>
                  <a:lnTo>
                    <a:pt x="73" y="182"/>
                  </a:lnTo>
                  <a:lnTo>
                    <a:pt x="74" y="184"/>
                  </a:lnTo>
                  <a:lnTo>
                    <a:pt x="74" y="185"/>
                  </a:lnTo>
                  <a:lnTo>
                    <a:pt x="75" y="188"/>
                  </a:lnTo>
                  <a:lnTo>
                    <a:pt x="75" y="189"/>
                  </a:lnTo>
                  <a:lnTo>
                    <a:pt x="75" y="190"/>
                  </a:lnTo>
                  <a:lnTo>
                    <a:pt x="76" y="191"/>
                  </a:lnTo>
                  <a:lnTo>
                    <a:pt x="76" y="192"/>
                  </a:lnTo>
                  <a:lnTo>
                    <a:pt x="76" y="194"/>
                  </a:lnTo>
                  <a:lnTo>
                    <a:pt x="77" y="195"/>
                  </a:lnTo>
                  <a:lnTo>
                    <a:pt x="77" y="196"/>
                  </a:lnTo>
                  <a:lnTo>
                    <a:pt x="77" y="197"/>
                  </a:lnTo>
                  <a:lnTo>
                    <a:pt x="77" y="199"/>
                  </a:lnTo>
                  <a:lnTo>
                    <a:pt x="79" y="200"/>
                  </a:lnTo>
                  <a:lnTo>
                    <a:pt x="79" y="201"/>
                  </a:lnTo>
                  <a:lnTo>
                    <a:pt x="79" y="202"/>
                  </a:lnTo>
                  <a:lnTo>
                    <a:pt x="79" y="203"/>
                  </a:lnTo>
                  <a:lnTo>
                    <a:pt x="79" y="205"/>
                  </a:lnTo>
                  <a:lnTo>
                    <a:pt x="79" y="206"/>
                  </a:lnTo>
                  <a:lnTo>
                    <a:pt x="80" y="207"/>
                  </a:lnTo>
                  <a:lnTo>
                    <a:pt x="80" y="208"/>
                  </a:lnTo>
                  <a:lnTo>
                    <a:pt x="80" y="209"/>
                  </a:lnTo>
                  <a:lnTo>
                    <a:pt x="80" y="211"/>
                  </a:lnTo>
                  <a:lnTo>
                    <a:pt x="80" y="212"/>
                  </a:lnTo>
                  <a:lnTo>
                    <a:pt x="80" y="213"/>
                  </a:lnTo>
                  <a:lnTo>
                    <a:pt x="80" y="214"/>
                  </a:lnTo>
                  <a:lnTo>
                    <a:pt x="80" y="215"/>
                  </a:lnTo>
                  <a:lnTo>
                    <a:pt x="80" y="218"/>
                  </a:lnTo>
                  <a:lnTo>
                    <a:pt x="81" y="219"/>
                  </a:lnTo>
                  <a:lnTo>
                    <a:pt x="81" y="220"/>
                  </a:lnTo>
                  <a:lnTo>
                    <a:pt x="81" y="223"/>
                  </a:lnTo>
                  <a:lnTo>
                    <a:pt x="81" y="224"/>
                  </a:lnTo>
                  <a:lnTo>
                    <a:pt x="81" y="225"/>
                  </a:lnTo>
                  <a:lnTo>
                    <a:pt x="81" y="227"/>
                  </a:lnTo>
                  <a:lnTo>
                    <a:pt x="81" y="229"/>
                  </a:lnTo>
                  <a:lnTo>
                    <a:pt x="81" y="230"/>
                  </a:lnTo>
                  <a:lnTo>
                    <a:pt x="81" y="231"/>
                  </a:lnTo>
                  <a:lnTo>
                    <a:pt x="81" y="232"/>
                  </a:lnTo>
                  <a:lnTo>
                    <a:pt x="82" y="233"/>
                  </a:lnTo>
                  <a:lnTo>
                    <a:pt x="82" y="235"/>
                  </a:lnTo>
                  <a:lnTo>
                    <a:pt x="82" y="236"/>
                  </a:lnTo>
                  <a:lnTo>
                    <a:pt x="82" y="237"/>
                  </a:lnTo>
                  <a:lnTo>
                    <a:pt x="82" y="238"/>
                  </a:lnTo>
                  <a:lnTo>
                    <a:pt x="82" y="239"/>
                  </a:lnTo>
                  <a:lnTo>
                    <a:pt x="82" y="241"/>
                  </a:lnTo>
                  <a:lnTo>
                    <a:pt x="82" y="242"/>
                  </a:lnTo>
                  <a:lnTo>
                    <a:pt x="82" y="243"/>
                  </a:lnTo>
                  <a:lnTo>
                    <a:pt x="83" y="243"/>
                  </a:lnTo>
                  <a:lnTo>
                    <a:pt x="83" y="244"/>
                  </a:lnTo>
                  <a:lnTo>
                    <a:pt x="83" y="245"/>
                  </a:lnTo>
                  <a:lnTo>
                    <a:pt x="83" y="247"/>
                  </a:lnTo>
                  <a:lnTo>
                    <a:pt x="83" y="248"/>
                  </a:lnTo>
                  <a:lnTo>
                    <a:pt x="85" y="249"/>
                  </a:lnTo>
                  <a:lnTo>
                    <a:pt x="85" y="250"/>
                  </a:lnTo>
                  <a:lnTo>
                    <a:pt x="85" y="251"/>
                  </a:lnTo>
                  <a:lnTo>
                    <a:pt x="85" y="253"/>
                  </a:lnTo>
                  <a:lnTo>
                    <a:pt x="85" y="254"/>
                  </a:lnTo>
                  <a:lnTo>
                    <a:pt x="85" y="255"/>
                  </a:lnTo>
                  <a:lnTo>
                    <a:pt x="86" y="255"/>
                  </a:lnTo>
                  <a:lnTo>
                    <a:pt x="86" y="256"/>
                  </a:lnTo>
                  <a:lnTo>
                    <a:pt x="86" y="257"/>
                  </a:lnTo>
                  <a:lnTo>
                    <a:pt x="86" y="259"/>
                  </a:lnTo>
                  <a:lnTo>
                    <a:pt x="86" y="260"/>
                  </a:lnTo>
                  <a:lnTo>
                    <a:pt x="86" y="261"/>
                  </a:lnTo>
                  <a:lnTo>
                    <a:pt x="86" y="262"/>
                  </a:lnTo>
                  <a:lnTo>
                    <a:pt x="86" y="263"/>
                  </a:lnTo>
                  <a:lnTo>
                    <a:pt x="86" y="265"/>
                  </a:lnTo>
                  <a:lnTo>
                    <a:pt x="86" y="266"/>
                  </a:lnTo>
                  <a:lnTo>
                    <a:pt x="86" y="267"/>
                  </a:lnTo>
                  <a:lnTo>
                    <a:pt x="86" y="268"/>
                  </a:lnTo>
                  <a:lnTo>
                    <a:pt x="86" y="269"/>
                  </a:lnTo>
                  <a:lnTo>
                    <a:pt x="86" y="271"/>
                  </a:lnTo>
                  <a:lnTo>
                    <a:pt x="86" y="273"/>
                  </a:lnTo>
                  <a:lnTo>
                    <a:pt x="86" y="274"/>
                  </a:lnTo>
                  <a:lnTo>
                    <a:pt x="86" y="275"/>
                  </a:lnTo>
                  <a:lnTo>
                    <a:pt x="86" y="278"/>
                  </a:lnTo>
                  <a:lnTo>
                    <a:pt x="86" y="279"/>
                  </a:lnTo>
                  <a:lnTo>
                    <a:pt x="86" y="281"/>
                  </a:lnTo>
                  <a:lnTo>
                    <a:pt x="86" y="283"/>
                  </a:lnTo>
                  <a:lnTo>
                    <a:pt x="86" y="285"/>
                  </a:lnTo>
                  <a:lnTo>
                    <a:pt x="85" y="287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93" name="Freeform 236">
              <a:extLst>
                <a:ext uri="{FF2B5EF4-FFF2-40B4-BE49-F238E27FC236}">
                  <a16:creationId xmlns:a16="http://schemas.microsoft.com/office/drawing/2014/main" id="{EE3B5787-3174-4E9D-B073-3DEC9C983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349"/>
              <a:ext cx="42" cy="144"/>
            </a:xfrm>
            <a:custGeom>
              <a:avLst/>
              <a:gdLst>
                <a:gd name="T0" fmla="*/ 0 w 86"/>
                <a:gd name="T1" fmla="*/ 1 h 288"/>
                <a:gd name="T2" fmla="*/ 0 w 86"/>
                <a:gd name="T3" fmla="*/ 1 h 288"/>
                <a:gd name="T4" fmla="*/ 0 w 86"/>
                <a:gd name="T5" fmla="*/ 1 h 288"/>
                <a:gd name="T6" fmla="*/ 0 w 86"/>
                <a:gd name="T7" fmla="*/ 1 h 288"/>
                <a:gd name="T8" fmla="*/ 0 w 86"/>
                <a:gd name="T9" fmla="*/ 1 h 288"/>
                <a:gd name="T10" fmla="*/ 0 w 86"/>
                <a:gd name="T11" fmla="*/ 1 h 288"/>
                <a:gd name="T12" fmla="*/ 0 w 86"/>
                <a:gd name="T13" fmla="*/ 1 h 288"/>
                <a:gd name="T14" fmla="*/ 0 w 86"/>
                <a:gd name="T15" fmla="*/ 1 h 288"/>
                <a:gd name="T16" fmla="*/ 0 w 86"/>
                <a:gd name="T17" fmla="*/ 1 h 288"/>
                <a:gd name="T18" fmla="*/ 0 w 86"/>
                <a:gd name="T19" fmla="*/ 1 h 288"/>
                <a:gd name="T20" fmla="*/ 0 w 86"/>
                <a:gd name="T21" fmla="*/ 1 h 288"/>
                <a:gd name="T22" fmla="*/ 0 w 86"/>
                <a:gd name="T23" fmla="*/ 1 h 288"/>
                <a:gd name="T24" fmla="*/ 0 w 86"/>
                <a:gd name="T25" fmla="*/ 1 h 288"/>
                <a:gd name="T26" fmla="*/ 0 w 86"/>
                <a:gd name="T27" fmla="*/ 1 h 288"/>
                <a:gd name="T28" fmla="*/ 0 w 86"/>
                <a:gd name="T29" fmla="*/ 1 h 288"/>
                <a:gd name="T30" fmla="*/ 0 w 86"/>
                <a:gd name="T31" fmla="*/ 1 h 288"/>
                <a:gd name="T32" fmla="*/ 0 w 86"/>
                <a:gd name="T33" fmla="*/ 1 h 288"/>
                <a:gd name="T34" fmla="*/ 0 w 86"/>
                <a:gd name="T35" fmla="*/ 1 h 288"/>
                <a:gd name="T36" fmla="*/ 0 w 86"/>
                <a:gd name="T37" fmla="*/ 1 h 288"/>
                <a:gd name="T38" fmla="*/ 0 w 86"/>
                <a:gd name="T39" fmla="*/ 1 h 288"/>
                <a:gd name="T40" fmla="*/ 0 w 86"/>
                <a:gd name="T41" fmla="*/ 1 h 288"/>
                <a:gd name="T42" fmla="*/ 0 w 86"/>
                <a:gd name="T43" fmla="*/ 1 h 288"/>
                <a:gd name="T44" fmla="*/ 0 w 86"/>
                <a:gd name="T45" fmla="*/ 1 h 288"/>
                <a:gd name="T46" fmla="*/ 0 w 86"/>
                <a:gd name="T47" fmla="*/ 1 h 288"/>
                <a:gd name="T48" fmla="*/ 0 w 86"/>
                <a:gd name="T49" fmla="*/ 1 h 288"/>
                <a:gd name="T50" fmla="*/ 0 w 86"/>
                <a:gd name="T51" fmla="*/ 1 h 288"/>
                <a:gd name="T52" fmla="*/ 0 w 86"/>
                <a:gd name="T53" fmla="*/ 1 h 288"/>
                <a:gd name="T54" fmla="*/ 0 w 86"/>
                <a:gd name="T55" fmla="*/ 1 h 288"/>
                <a:gd name="T56" fmla="*/ 0 w 86"/>
                <a:gd name="T57" fmla="*/ 1 h 288"/>
                <a:gd name="T58" fmla="*/ 0 w 86"/>
                <a:gd name="T59" fmla="*/ 1 h 288"/>
                <a:gd name="T60" fmla="*/ 0 w 86"/>
                <a:gd name="T61" fmla="*/ 1 h 288"/>
                <a:gd name="T62" fmla="*/ 0 w 86"/>
                <a:gd name="T63" fmla="*/ 1 h 288"/>
                <a:gd name="T64" fmla="*/ 0 w 86"/>
                <a:gd name="T65" fmla="*/ 1 h 288"/>
                <a:gd name="T66" fmla="*/ 0 w 86"/>
                <a:gd name="T67" fmla="*/ 1 h 288"/>
                <a:gd name="T68" fmla="*/ 0 w 86"/>
                <a:gd name="T69" fmla="*/ 1 h 288"/>
                <a:gd name="T70" fmla="*/ 0 w 86"/>
                <a:gd name="T71" fmla="*/ 1 h 288"/>
                <a:gd name="T72" fmla="*/ 0 w 86"/>
                <a:gd name="T73" fmla="*/ 1 h 288"/>
                <a:gd name="T74" fmla="*/ 0 w 86"/>
                <a:gd name="T75" fmla="*/ 1 h 288"/>
                <a:gd name="T76" fmla="*/ 0 w 86"/>
                <a:gd name="T77" fmla="*/ 1 h 288"/>
                <a:gd name="T78" fmla="*/ 0 w 86"/>
                <a:gd name="T79" fmla="*/ 1 h 288"/>
                <a:gd name="T80" fmla="*/ 0 w 86"/>
                <a:gd name="T81" fmla="*/ 1 h 288"/>
                <a:gd name="T82" fmla="*/ 0 w 86"/>
                <a:gd name="T83" fmla="*/ 1 h 288"/>
                <a:gd name="T84" fmla="*/ 0 w 86"/>
                <a:gd name="T85" fmla="*/ 1 h 288"/>
                <a:gd name="T86" fmla="*/ 0 w 86"/>
                <a:gd name="T87" fmla="*/ 1 h 288"/>
                <a:gd name="T88" fmla="*/ 0 w 86"/>
                <a:gd name="T89" fmla="*/ 1 h 288"/>
                <a:gd name="T90" fmla="*/ 0 w 86"/>
                <a:gd name="T91" fmla="*/ 1 h 288"/>
                <a:gd name="T92" fmla="*/ 0 w 86"/>
                <a:gd name="T93" fmla="*/ 1 h 288"/>
                <a:gd name="T94" fmla="*/ 0 w 86"/>
                <a:gd name="T95" fmla="*/ 1 h 288"/>
                <a:gd name="T96" fmla="*/ 0 w 86"/>
                <a:gd name="T97" fmla="*/ 1 h 288"/>
                <a:gd name="T98" fmla="*/ 0 w 86"/>
                <a:gd name="T99" fmla="*/ 1 h 288"/>
                <a:gd name="T100" fmla="*/ 0 w 86"/>
                <a:gd name="T101" fmla="*/ 1 h 288"/>
                <a:gd name="T102" fmla="*/ 0 w 86"/>
                <a:gd name="T103" fmla="*/ 1 h 288"/>
                <a:gd name="T104" fmla="*/ 0 w 86"/>
                <a:gd name="T105" fmla="*/ 1 h 288"/>
                <a:gd name="T106" fmla="*/ 0 w 86"/>
                <a:gd name="T107" fmla="*/ 1 h 288"/>
                <a:gd name="T108" fmla="*/ 0 w 86"/>
                <a:gd name="T109" fmla="*/ 1 h 288"/>
                <a:gd name="T110" fmla="*/ 0 w 86"/>
                <a:gd name="T111" fmla="*/ 1 h 288"/>
                <a:gd name="T112" fmla="*/ 0 w 86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8">
                  <a:moveTo>
                    <a:pt x="0" y="288"/>
                  </a:moveTo>
                  <a:lnTo>
                    <a:pt x="3" y="284"/>
                  </a:lnTo>
                  <a:lnTo>
                    <a:pt x="4" y="282"/>
                  </a:lnTo>
                  <a:lnTo>
                    <a:pt x="6" y="278"/>
                  </a:lnTo>
                  <a:lnTo>
                    <a:pt x="8" y="276"/>
                  </a:lnTo>
                  <a:lnTo>
                    <a:pt x="9" y="273"/>
                  </a:lnTo>
                  <a:lnTo>
                    <a:pt x="10" y="271"/>
                  </a:lnTo>
                  <a:lnTo>
                    <a:pt x="11" y="268"/>
                  </a:lnTo>
                  <a:lnTo>
                    <a:pt x="12" y="267"/>
                  </a:lnTo>
                  <a:lnTo>
                    <a:pt x="14" y="265"/>
                  </a:lnTo>
                  <a:lnTo>
                    <a:pt x="15" y="264"/>
                  </a:lnTo>
                  <a:lnTo>
                    <a:pt x="15" y="261"/>
                  </a:lnTo>
                  <a:lnTo>
                    <a:pt x="16" y="260"/>
                  </a:lnTo>
                  <a:lnTo>
                    <a:pt x="17" y="259"/>
                  </a:lnTo>
                  <a:lnTo>
                    <a:pt x="17" y="257"/>
                  </a:lnTo>
                  <a:lnTo>
                    <a:pt x="18" y="256"/>
                  </a:lnTo>
                  <a:lnTo>
                    <a:pt x="18" y="255"/>
                  </a:lnTo>
                  <a:lnTo>
                    <a:pt x="20" y="254"/>
                  </a:lnTo>
                  <a:lnTo>
                    <a:pt x="20" y="253"/>
                  </a:lnTo>
                  <a:lnTo>
                    <a:pt x="21" y="251"/>
                  </a:lnTo>
                  <a:lnTo>
                    <a:pt x="21" y="250"/>
                  </a:lnTo>
                  <a:lnTo>
                    <a:pt x="22" y="249"/>
                  </a:lnTo>
                  <a:lnTo>
                    <a:pt x="22" y="248"/>
                  </a:lnTo>
                  <a:lnTo>
                    <a:pt x="23" y="247"/>
                  </a:lnTo>
                  <a:lnTo>
                    <a:pt x="23" y="245"/>
                  </a:lnTo>
                  <a:lnTo>
                    <a:pt x="23" y="244"/>
                  </a:lnTo>
                  <a:lnTo>
                    <a:pt x="24" y="243"/>
                  </a:lnTo>
                  <a:lnTo>
                    <a:pt x="24" y="242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7" y="237"/>
                  </a:lnTo>
                  <a:lnTo>
                    <a:pt x="27" y="236"/>
                  </a:lnTo>
                  <a:lnTo>
                    <a:pt x="28" y="235"/>
                  </a:lnTo>
                  <a:lnTo>
                    <a:pt x="28" y="232"/>
                  </a:lnTo>
                  <a:lnTo>
                    <a:pt x="29" y="231"/>
                  </a:lnTo>
                  <a:lnTo>
                    <a:pt x="30" y="230"/>
                  </a:lnTo>
                  <a:lnTo>
                    <a:pt x="30" y="229"/>
                  </a:lnTo>
                  <a:lnTo>
                    <a:pt x="30" y="227"/>
                  </a:lnTo>
                  <a:lnTo>
                    <a:pt x="32" y="226"/>
                  </a:lnTo>
                  <a:lnTo>
                    <a:pt x="32" y="225"/>
                  </a:lnTo>
                  <a:lnTo>
                    <a:pt x="33" y="224"/>
                  </a:lnTo>
                  <a:lnTo>
                    <a:pt x="33" y="223"/>
                  </a:lnTo>
                  <a:lnTo>
                    <a:pt x="33" y="221"/>
                  </a:lnTo>
                  <a:lnTo>
                    <a:pt x="34" y="220"/>
                  </a:lnTo>
                  <a:lnTo>
                    <a:pt x="34" y="219"/>
                  </a:lnTo>
                  <a:lnTo>
                    <a:pt x="35" y="218"/>
                  </a:lnTo>
                  <a:lnTo>
                    <a:pt x="35" y="217"/>
                  </a:lnTo>
                  <a:lnTo>
                    <a:pt x="35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3"/>
                  </a:lnTo>
                  <a:lnTo>
                    <a:pt x="38" y="212"/>
                  </a:lnTo>
                  <a:lnTo>
                    <a:pt x="38" y="211"/>
                  </a:lnTo>
                  <a:lnTo>
                    <a:pt x="38" y="209"/>
                  </a:lnTo>
                  <a:lnTo>
                    <a:pt x="39" y="208"/>
                  </a:lnTo>
                  <a:lnTo>
                    <a:pt x="39" y="207"/>
                  </a:lnTo>
                  <a:lnTo>
                    <a:pt x="39" y="206"/>
                  </a:lnTo>
                  <a:lnTo>
                    <a:pt x="40" y="205"/>
                  </a:lnTo>
                  <a:lnTo>
                    <a:pt x="40" y="203"/>
                  </a:lnTo>
                  <a:lnTo>
                    <a:pt x="41" y="202"/>
                  </a:lnTo>
                  <a:lnTo>
                    <a:pt x="41" y="200"/>
                  </a:lnTo>
                  <a:lnTo>
                    <a:pt x="43" y="199"/>
                  </a:lnTo>
                  <a:lnTo>
                    <a:pt x="43" y="196"/>
                  </a:lnTo>
                  <a:lnTo>
                    <a:pt x="44" y="195"/>
                  </a:lnTo>
                  <a:lnTo>
                    <a:pt x="45" y="193"/>
                  </a:lnTo>
                  <a:lnTo>
                    <a:pt x="45" y="190"/>
                  </a:lnTo>
                  <a:lnTo>
                    <a:pt x="46" y="189"/>
                  </a:lnTo>
                  <a:lnTo>
                    <a:pt x="46" y="188"/>
                  </a:lnTo>
                  <a:lnTo>
                    <a:pt x="47" y="185"/>
                  </a:lnTo>
                  <a:lnTo>
                    <a:pt x="47" y="184"/>
                  </a:lnTo>
                  <a:lnTo>
                    <a:pt x="49" y="183"/>
                  </a:lnTo>
                  <a:lnTo>
                    <a:pt x="49" y="182"/>
                  </a:lnTo>
                  <a:lnTo>
                    <a:pt x="49" y="181"/>
                  </a:lnTo>
                  <a:lnTo>
                    <a:pt x="50" y="179"/>
                  </a:lnTo>
                  <a:lnTo>
                    <a:pt x="50" y="178"/>
                  </a:lnTo>
                  <a:lnTo>
                    <a:pt x="51" y="177"/>
                  </a:lnTo>
                  <a:lnTo>
                    <a:pt x="51" y="176"/>
                  </a:lnTo>
                  <a:lnTo>
                    <a:pt x="51" y="175"/>
                  </a:lnTo>
                  <a:lnTo>
                    <a:pt x="51" y="173"/>
                  </a:lnTo>
                  <a:lnTo>
                    <a:pt x="52" y="173"/>
                  </a:lnTo>
                  <a:lnTo>
                    <a:pt x="52" y="172"/>
                  </a:lnTo>
                  <a:lnTo>
                    <a:pt x="52" y="171"/>
                  </a:lnTo>
                  <a:lnTo>
                    <a:pt x="53" y="170"/>
                  </a:lnTo>
                  <a:lnTo>
                    <a:pt x="53" y="169"/>
                  </a:lnTo>
                  <a:lnTo>
                    <a:pt x="53" y="167"/>
                  </a:lnTo>
                  <a:lnTo>
                    <a:pt x="53" y="166"/>
                  </a:lnTo>
                  <a:lnTo>
                    <a:pt x="55" y="165"/>
                  </a:lnTo>
                  <a:lnTo>
                    <a:pt x="55" y="164"/>
                  </a:lnTo>
                  <a:lnTo>
                    <a:pt x="55" y="163"/>
                  </a:lnTo>
                  <a:lnTo>
                    <a:pt x="56" y="161"/>
                  </a:lnTo>
                  <a:lnTo>
                    <a:pt x="56" y="160"/>
                  </a:lnTo>
                  <a:lnTo>
                    <a:pt x="57" y="158"/>
                  </a:lnTo>
                  <a:lnTo>
                    <a:pt x="57" y="157"/>
                  </a:lnTo>
                  <a:lnTo>
                    <a:pt x="57" y="155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9" y="149"/>
                  </a:lnTo>
                  <a:lnTo>
                    <a:pt x="61" y="147"/>
                  </a:lnTo>
                  <a:lnTo>
                    <a:pt x="61" y="146"/>
                  </a:lnTo>
                  <a:lnTo>
                    <a:pt x="61" y="143"/>
                  </a:lnTo>
                  <a:lnTo>
                    <a:pt x="62" y="142"/>
                  </a:lnTo>
                  <a:lnTo>
                    <a:pt x="62" y="141"/>
                  </a:lnTo>
                  <a:lnTo>
                    <a:pt x="63" y="140"/>
                  </a:lnTo>
                  <a:lnTo>
                    <a:pt x="63" y="138"/>
                  </a:lnTo>
                  <a:lnTo>
                    <a:pt x="63" y="137"/>
                  </a:lnTo>
                  <a:lnTo>
                    <a:pt x="64" y="136"/>
                  </a:lnTo>
                  <a:lnTo>
                    <a:pt x="64" y="135"/>
                  </a:lnTo>
                  <a:lnTo>
                    <a:pt x="64" y="134"/>
                  </a:lnTo>
                  <a:lnTo>
                    <a:pt x="64" y="132"/>
                  </a:lnTo>
                  <a:lnTo>
                    <a:pt x="65" y="131"/>
                  </a:lnTo>
                  <a:lnTo>
                    <a:pt x="65" y="130"/>
                  </a:lnTo>
                  <a:lnTo>
                    <a:pt x="65" y="129"/>
                  </a:lnTo>
                  <a:lnTo>
                    <a:pt x="67" y="128"/>
                  </a:lnTo>
                  <a:lnTo>
                    <a:pt x="67" y="126"/>
                  </a:lnTo>
                  <a:lnTo>
                    <a:pt x="67" y="125"/>
                  </a:lnTo>
                  <a:lnTo>
                    <a:pt x="68" y="124"/>
                  </a:lnTo>
                  <a:lnTo>
                    <a:pt x="68" y="123"/>
                  </a:lnTo>
                  <a:lnTo>
                    <a:pt x="68" y="122"/>
                  </a:lnTo>
                  <a:lnTo>
                    <a:pt x="69" y="120"/>
                  </a:lnTo>
                  <a:lnTo>
                    <a:pt x="69" y="119"/>
                  </a:lnTo>
                  <a:lnTo>
                    <a:pt x="69" y="118"/>
                  </a:lnTo>
                  <a:lnTo>
                    <a:pt x="70" y="116"/>
                  </a:lnTo>
                  <a:lnTo>
                    <a:pt x="70" y="114"/>
                  </a:lnTo>
                  <a:lnTo>
                    <a:pt x="70" y="113"/>
                  </a:lnTo>
                  <a:lnTo>
                    <a:pt x="71" y="111"/>
                  </a:lnTo>
                  <a:lnTo>
                    <a:pt x="71" y="110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4" y="104"/>
                  </a:lnTo>
                  <a:lnTo>
                    <a:pt x="74" y="102"/>
                  </a:lnTo>
                  <a:lnTo>
                    <a:pt x="75" y="100"/>
                  </a:lnTo>
                  <a:lnTo>
                    <a:pt x="75" y="99"/>
                  </a:lnTo>
                  <a:lnTo>
                    <a:pt x="75" y="98"/>
                  </a:lnTo>
                  <a:lnTo>
                    <a:pt x="76" y="96"/>
                  </a:lnTo>
                  <a:lnTo>
                    <a:pt x="76" y="94"/>
                  </a:lnTo>
                  <a:lnTo>
                    <a:pt x="76" y="93"/>
                  </a:lnTo>
                  <a:lnTo>
                    <a:pt x="77" y="92"/>
                  </a:lnTo>
                  <a:lnTo>
                    <a:pt x="77" y="90"/>
                  </a:lnTo>
                  <a:lnTo>
                    <a:pt x="77" y="89"/>
                  </a:lnTo>
                  <a:lnTo>
                    <a:pt x="79" y="88"/>
                  </a:lnTo>
                  <a:lnTo>
                    <a:pt x="79" y="87"/>
                  </a:lnTo>
                  <a:lnTo>
                    <a:pt x="79" y="86"/>
                  </a:lnTo>
                  <a:lnTo>
                    <a:pt x="79" y="84"/>
                  </a:lnTo>
                  <a:lnTo>
                    <a:pt x="79" y="83"/>
                  </a:lnTo>
                  <a:lnTo>
                    <a:pt x="79" y="82"/>
                  </a:lnTo>
                  <a:lnTo>
                    <a:pt x="80" y="81"/>
                  </a:lnTo>
                  <a:lnTo>
                    <a:pt x="80" y="80"/>
                  </a:lnTo>
                  <a:lnTo>
                    <a:pt x="80" y="78"/>
                  </a:lnTo>
                  <a:lnTo>
                    <a:pt x="80" y="77"/>
                  </a:lnTo>
                  <a:lnTo>
                    <a:pt x="80" y="76"/>
                  </a:lnTo>
                  <a:lnTo>
                    <a:pt x="80" y="75"/>
                  </a:lnTo>
                  <a:lnTo>
                    <a:pt x="80" y="74"/>
                  </a:lnTo>
                  <a:lnTo>
                    <a:pt x="80" y="71"/>
                  </a:lnTo>
                  <a:lnTo>
                    <a:pt x="80" y="70"/>
                  </a:lnTo>
                  <a:lnTo>
                    <a:pt x="81" y="69"/>
                  </a:lnTo>
                  <a:lnTo>
                    <a:pt x="81" y="66"/>
                  </a:lnTo>
                  <a:lnTo>
                    <a:pt x="81" y="65"/>
                  </a:lnTo>
                  <a:lnTo>
                    <a:pt x="81" y="64"/>
                  </a:lnTo>
                  <a:lnTo>
                    <a:pt x="81" y="62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1" y="58"/>
                  </a:lnTo>
                  <a:lnTo>
                    <a:pt x="81" y="57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2" y="54"/>
                  </a:lnTo>
                  <a:lnTo>
                    <a:pt x="82" y="53"/>
                  </a:lnTo>
                  <a:lnTo>
                    <a:pt x="82" y="52"/>
                  </a:lnTo>
                  <a:lnTo>
                    <a:pt x="82" y="51"/>
                  </a:lnTo>
                  <a:lnTo>
                    <a:pt x="82" y="50"/>
                  </a:lnTo>
                  <a:lnTo>
                    <a:pt x="82" y="48"/>
                  </a:lnTo>
                  <a:lnTo>
                    <a:pt x="82" y="47"/>
                  </a:lnTo>
                  <a:lnTo>
                    <a:pt x="82" y="46"/>
                  </a:lnTo>
                  <a:lnTo>
                    <a:pt x="82" y="45"/>
                  </a:lnTo>
                  <a:lnTo>
                    <a:pt x="83" y="45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1"/>
                  </a:lnTo>
                  <a:lnTo>
                    <a:pt x="83" y="40"/>
                  </a:lnTo>
                  <a:lnTo>
                    <a:pt x="85" y="39"/>
                  </a:lnTo>
                  <a:lnTo>
                    <a:pt x="85" y="38"/>
                  </a:lnTo>
                  <a:lnTo>
                    <a:pt x="85" y="36"/>
                  </a:lnTo>
                  <a:lnTo>
                    <a:pt x="85" y="35"/>
                  </a:lnTo>
                  <a:lnTo>
                    <a:pt x="85" y="34"/>
                  </a:lnTo>
                  <a:lnTo>
                    <a:pt x="85" y="33"/>
                  </a:lnTo>
                  <a:lnTo>
                    <a:pt x="86" y="33"/>
                  </a:lnTo>
                  <a:lnTo>
                    <a:pt x="86" y="32"/>
                  </a:lnTo>
                  <a:lnTo>
                    <a:pt x="86" y="30"/>
                  </a:lnTo>
                  <a:lnTo>
                    <a:pt x="86" y="29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6" y="24"/>
                  </a:lnTo>
                  <a:lnTo>
                    <a:pt x="86" y="23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8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6" y="15"/>
                  </a:lnTo>
                  <a:lnTo>
                    <a:pt x="86" y="13"/>
                  </a:lnTo>
                  <a:lnTo>
                    <a:pt x="86" y="12"/>
                  </a:lnTo>
                  <a:lnTo>
                    <a:pt x="86" y="10"/>
                  </a:lnTo>
                  <a:lnTo>
                    <a:pt x="86" y="9"/>
                  </a:lnTo>
                  <a:lnTo>
                    <a:pt x="86" y="6"/>
                  </a:lnTo>
                  <a:lnTo>
                    <a:pt x="86" y="5"/>
                  </a:lnTo>
                  <a:lnTo>
                    <a:pt x="86" y="3"/>
                  </a:lnTo>
                  <a:lnTo>
                    <a:pt x="85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94" name="Freeform 237">
              <a:extLst>
                <a:ext uri="{FF2B5EF4-FFF2-40B4-BE49-F238E27FC236}">
                  <a16:creationId xmlns:a16="http://schemas.microsoft.com/office/drawing/2014/main" id="{D27B6A6C-8D5E-4E82-99A3-18125046B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180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95" name="Line 238">
              <a:extLst>
                <a:ext uri="{FF2B5EF4-FFF2-40B4-BE49-F238E27FC236}">
                  <a16:creationId xmlns:a16="http://schemas.microsoft.com/office/drawing/2014/main" id="{F1E97EFF-341C-4738-9769-38A3104EB5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1180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96" name="Freeform 239">
              <a:extLst>
                <a:ext uri="{FF2B5EF4-FFF2-40B4-BE49-F238E27FC236}">
                  <a16:creationId xmlns:a16="http://schemas.microsoft.com/office/drawing/2014/main" id="{63BF0032-863D-4963-A5A5-A6BC4CFBA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012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97" name="Line 240">
              <a:extLst>
                <a:ext uri="{FF2B5EF4-FFF2-40B4-BE49-F238E27FC236}">
                  <a16:creationId xmlns:a16="http://schemas.microsoft.com/office/drawing/2014/main" id="{31698D4C-7643-4C76-9037-47479069D7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1012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98" name="Freeform 241">
              <a:extLst>
                <a:ext uri="{FF2B5EF4-FFF2-40B4-BE49-F238E27FC236}">
                  <a16:creationId xmlns:a16="http://schemas.microsoft.com/office/drawing/2014/main" id="{B5112BDD-F65A-4DDB-9C0D-CDECD1855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118"/>
              <a:ext cx="96" cy="1"/>
            </a:xfrm>
            <a:custGeom>
              <a:avLst/>
              <a:gdLst>
                <a:gd name="T0" fmla="*/ 1 w 192"/>
                <a:gd name="T1" fmla="*/ 0 h 1"/>
                <a:gd name="T2" fmla="*/ 0 w 192"/>
                <a:gd name="T3" fmla="*/ 0 h 1"/>
                <a:gd name="T4" fmla="*/ 1 w 19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">
                  <a:moveTo>
                    <a:pt x="192" y="0"/>
                  </a:moveTo>
                  <a:lnTo>
                    <a:pt x="0" y="0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499" name="Line 242">
              <a:extLst>
                <a:ext uri="{FF2B5EF4-FFF2-40B4-BE49-F238E27FC236}">
                  <a16:creationId xmlns:a16="http://schemas.microsoft.com/office/drawing/2014/main" id="{38B7A24B-A1A3-4912-882C-FFC34824B7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09" y="2118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00" name="Freeform 243">
              <a:extLst>
                <a:ext uri="{FF2B5EF4-FFF2-40B4-BE49-F238E27FC236}">
                  <a16:creationId xmlns:a16="http://schemas.microsoft.com/office/drawing/2014/main" id="{2023558B-C4D0-45F3-943A-EACA3ED79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202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01" name="Line 244">
              <a:extLst>
                <a:ext uri="{FF2B5EF4-FFF2-40B4-BE49-F238E27FC236}">
                  <a16:creationId xmlns:a16="http://schemas.microsoft.com/office/drawing/2014/main" id="{5614037D-4710-4C0C-995B-6B8E250186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2202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02" name="Freeform 245">
              <a:extLst>
                <a:ext uri="{FF2B5EF4-FFF2-40B4-BE49-F238E27FC236}">
                  <a16:creationId xmlns:a16="http://schemas.microsoft.com/office/drawing/2014/main" id="{702835D8-52C3-48A4-AE27-AF69C1B2E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034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03" name="Line 246">
              <a:extLst>
                <a:ext uri="{FF2B5EF4-FFF2-40B4-BE49-F238E27FC236}">
                  <a16:creationId xmlns:a16="http://schemas.microsoft.com/office/drawing/2014/main" id="{BC0BEB35-7493-40F0-AC0C-500A2A23E8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2034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04" name="Line 247">
              <a:extLst>
                <a:ext uri="{FF2B5EF4-FFF2-40B4-BE49-F238E27FC236}">
                  <a16:creationId xmlns:a16="http://schemas.microsoft.com/office/drawing/2014/main" id="{9F1CF2B4-4744-4164-93FE-F1942E7647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2370"/>
              <a:ext cx="192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05" name="Line 248">
              <a:extLst>
                <a:ext uri="{FF2B5EF4-FFF2-40B4-BE49-F238E27FC236}">
                  <a16:creationId xmlns:a16="http://schemas.microsoft.com/office/drawing/2014/main" id="{02ED2750-3F7C-4072-AAE2-25ACD8C69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2286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06" name="Line 249">
              <a:extLst>
                <a:ext uri="{FF2B5EF4-FFF2-40B4-BE49-F238E27FC236}">
                  <a16:creationId xmlns:a16="http://schemas.microsoft.com/office/drawing/2014/main" id="{48CE8131-390B-49B0-B424-7634915C0C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2454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07" name="Line 250">
              <a:extLst>
                <a:ext uri="{FF2B5EF4-FFF2-40B4-BE49-F238E27FC236}">
                  <a16:creationId xmlns:a16="http://schemas.microsoft.com/office/drawing/2014/main" id="{10805B77-F5D4-4C91-8E83-81BB41911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63" y="2370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08" name="Freeform 251">
              <a:extLst>
                <a:ext uri="{FF2B5EF4-FFF2-40B4-BE49-F238E27FC236}">
                  <a16:creationId xmlns:a16="http://schemas.microsoft.com/office/drawing/2014/main" id="{A708D579-0EEB-4951-AA58-3C3145541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228"/>
              <a:ext cx="359" cy="143"/>
            </a:xfrm>
            <a:custGeom>
              <a:avLst/>
              <a:gdLst>
                <a:gd name="T0" fmla="*/ 1 w 717"/>
                <a:gd name="T1" fmla="*/ 0 h 286"/>
                <a:gd name="T2" fmla="*/ 1 w 717"/>
                <a:gd name="T3" fmla="*/ 0 h 286"/>
                <a:gd name="T4" fmla="*/ 1 w 717"/>
                <a:gd name="T5" fmla="*/ 0 h 286"/>
                <a:gd name="T6" fmla="*/ 1 w 717"/>
                <a:gd name="T7" fmla="*/ 1 h 286"/>
                <a:gd name="T8" fmla="*/ 1 w 717"/>
                <a:gd name="T9" fmla="*/ 1 h 286"/>
                <a:gd name="T10" fmla="*/ 1 w 717"/>
                <a:gd name="T11" fmla="*/ 1 h 286"/>
                <a:gd name="T12" fmla="*/ 1 w 717"/>
                <a:gd name="T13" fmla="*/ 1 h 286"/>
                <a:gd name="T14" fmla="*/ 1 w 717"/>
                <a:gd name="T15" fmla="*/ 1 h 286"/>
                <a:gd name="T16" fmla="*/ 1 w 717"/>
                <a:gd name="T17" fmla="*/ 1 h 286"/>
                <a:gd name="T18" fmla="*/ 1 w 717"/>
                <a:gd name="T19" fmla="*/ 1 h 286"/>
                <a:gd name="T20" fmla="*/ 1 w 717"/>
                <a:gd name="T21" fmla="*/ 1 h 286"/>
                <a:gd name="T22" fmla="*/ 1 w 717"/>
                <a:gd name="T23" fmla="*/ 1 h 286"/>
                <a:gd name="T24" fmla="*/ 1 w 717"/>
                <a:gd name="T25" fmla="*/ 1 h 286"/>
                <a:gd name="T26" fmla="*/ 1 w 717"/>
                <a:gd name="T27" fmla="*/ 1 h 286"/>
                <a:gd name="T28" fmla="*/ 1 w 717"/>
                <a:gd name="T29" fmla="*/ 1 h 286"/>
                <a:gd name="T30" fmla="*/ 1 w 717"/>
                <a:gd name="T31" fmla="*/ 1 h 286"/>
                <a:gd name="T32" fmla="*/ 1 w 717"/>
                <a:gd name="T33" fmla="*/ 1 h 286"/>
                <a:gd name="T34" fmla="*/ 1 w 717"/>
                <a:gd name="T35" fmla="*/ 1 h 286"/>
                <a:gd name="T36" fmla="*/ 1 w 717"/>
                <a:gd name="T37" fmla="*/ 1 h 286"/>
                <a:gd name="T38" fmla="*/ 1 w 717"/>
                <a:gd name="T39" fmla="*/ 1 h 286"/>
                <a:gd name="T40" fmla="*/ 1 w 717"/>
                <a:gd name="T41" fmla="*/ 1 h 286"/>
                <a:gd name="T42" fmla="*/ 1 w 717"/>
                <a:gd name="T43" fmla="*/ 1 h 286"/>
                <a:gd name="T44" fmla="*/ 1 w 717"/>
                <a:gd name="T45" fmla="*/ 1 h 286"/>
                <a:gd name="T46" fmla="*/ 1 w 717"/>
                <a:gd name="T47" fmla="*/ 1 h 286"/>
                <a:gd name="T48" fmla="*/ 1 w 717"/>
                <a:gd name="T49" fmla="*/ 1 h 286"/>
                <a:gd name="T50" fmla="*/ 1 w 717"/>
                <a:gd name="T51" fmla="*/ 1 h 286"/>
                <a:gd name="T52" fmla="*/ 1 w 717"/>
                <a:gd name="T53" fmla="*/ 1 h 286"/>
                <a:gd name="T54" fmla="*/ 1 w 717"/>
                <a:gd name="T55" fmla="*/ 1 h 286"/>
                <a:gd name="T56" fmla="*/ 1 w 717"/>
                <a:gd name="T57" fmla="*/ 1 h 286"/>
                <a:gd name="T58" fmla="*/ 1 w 717"/>
                <a:gd name="T59" fmla="*/ 1 h 286"/>
                <a:gd name="T60" fmla="*/ 1 w 717"/>
                <a:gd name="T61" fmla="*/ 1 h 286"/>
                <a:gd name="T62" fmla="*/ 1 w 717"/>
                <a:gd name="T63" fmla="*/ 1 h 286"/>
                <a:gd name="T64" fmla="*/ 1 w 717"/>
                <a:gd name="T65" fmla="*/ 1 h 286"/>
                <a:gd name="T66" fmla="*/ 1 w 717"/>
                <a:gd name="T67" fmla="*/ 1 h 286"/>
                <a:gd name="T68" fmla="*/ 1 w 717"/>
                <a:gd name="T69" fmla="*/ 1 h 286"/>
                <a:gd name="T70" fmla="*/ 1 w 717"/>
                <a:gd name="T71" fmla="*/ 1 h 286"/>
                <a:gd name="T72" fmla="*/ 1 w 717"/>
                <a:gd name="T73" fmla="*/ 1 h 286"/>
                <a:gd name="T74" fmla="*/ 1 w 717"/>
                <a:gd name="T75" fmla="*/ 1 h 286"/>
                <a:gd name="T76" fmla="*/ 1 w 717"/>
                <a:gd name="T77" fmla="*/ 1 h 286"/>
                <a:gd name="T78" fmla="*/ 1 w 717"/>
                <a:gd name="T79" fmla="*/ 1 h 286"/>
                <a:gd name="T80" fmla="*/ 1 w 717"/>
                <a:gd name="T81" fmla="*/ 1 h 286"/>
                <a:gd name="T82" fmla="*/ 1 w 717"/>
                <a:gd name="T83" fmla="*/ 1 h 286"/>
                <a:gd name="T84" fmla="*/ 1 w 717"/>
                <a:gd name="T85" fmla="*/ 1 h 286"/>
                <a:gd name="T86" fmla="*/ 1 w 717"/>
                <a:gd name="T87" fmla="*/ 1 h 286"/>
                <a:gd name="T88" fmla="*/ 1 w 717"/>
                <a:gd name="T89" fmla="*/ 1 h 286"/>
                <a:gd name="T90" fmla="*/ 1 w 717"/>
                <a:gd name="T91" fmla="*/ 1 h 286"/>
                <a:gd name="T92" fmla="*/ 1 w 717"/>
                <a:gd name="T93" fmla="*/ 1 h 286"/>
                <a:gd name="T94" fmla="*/ 1 w 717"/>
                <a:gd name="T95" fmla="*/ 1 h 286"/>
                <a:gd name="T96" fmla="*/ 1 w 717"/>
                <a:gd name="T97" fmla="*/ 1 h 286"/>
                <a:gd name="T98" fmla="*/ 1 w 717"/>
                <a:gd name="T99" fmla="*/ 1 h 286"/>
                <a:gd name="T100" fmla="*/ 1 w 717"/>
                <a:gd name="T101" fmla="*/ 1 h 286"/>
                <a:gd name="T102" fmla="*/ 1 w 717"/>
                <a:gd name="T103" fmla="*/ 1 h 286"/>
                <a:gd name="T104" fmla="*/ 1 w 717"/>
                <a:gd name="T105" fmla="*/ 1 h 286"/>
                <a:gd name="T106" fmla="*/ 1 w 717"/>
                <a:gd name="T107" fmla="*/ 1 h 286"/>
                <a:gd name="T108" fmla="*/ 1 w 717"/>
                <a:gd name="T109" fmla="*/ 1 h 286"/>
                <a:gd name="T110" fmla="*/ 1 w 717"/>
                <a:gd name="T111" fmla="*/ 1 h 286"/>
                <a:gd name="T112" fmla="*/ 1 w 717"/>
                <a:gd name="T113" fmla="*/ 1 h 286"/>
                <a:gd name="T114" fmla="*/ 1 w 717"/>
                <a:gd name="T115" fmla="*/ 1 h 286"/>
                <a:gd name="T116" fmla="*/ 1 w 717"/>
                <a:gd name="T117" fmla="*/ 1 h 286"/>
                <a:gd name="T118" fmla="*/ 1 w 717"/>
                <a:gd name="T119" fmla="*/ 1 h 286"/>
                <a:gd name="T120" fmla="*/ 1 w 717"/>
                <a:gd name="T121" fmla="*/ 1 h 2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6">
                  <a:moveTo>
                    <a:pt x="0" y="0"/>
                  </a:moveTo>
                  <a:lnTo>
                    <a:pt x="28" y="0"/>
                  </a:lnTo>
                  <a:lnTo>
                    <a:pt x="53" y="0"/>
                  </a:lnTo>
                  <a:lnTo>
                    <a:pt x="77" y="0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39" y="0"/>
                  </a:lnTo>
                  <a:lnTo>
                    <a:pt x="157" y="0"/>
                  </a:lnTo>
                  <a:lnTo>
                    <a:pt x="174" y="0"/>
                  </a:lnTo>
                  <a:lnTo>
                    <a:pt x="190" y="0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0" y="0"/>
                  </a:lnTo>
                  <a:lnTo>
                    <a:pt x="250" y="0"/>
                  </a:lnTo>
                  <a:lnTo>
                    <a:pt x="258" y="0"/>
                  </a:lnTo>
                  <a:lnTo>
                    <a:pt x="267" y="0"/>
                  </a:lnTo>
                  <a:lnTo>
                    <a:pt x="274" y="0"/>
                  </a:lnTo>
                  <a:lnTo>
                    <a:pt x="280" y="0"/>
                  </a:lnTo>
                  <a:lnTo>
                    <a:pt x="286" y="0"/>
                  </a:lnTo>
                  <a:lnTo>
                    <a:pt x="291" y="0"/>
                  </a:lnTo>
                  <a:lnTo>
                    <a:pt x="296" y="0"/>
                  </a:lnTo>
                  <a:lnTo>
                    <a:pt x="299" y="0"/>
                  </a:lnTo>
                  <a:lnTo>
                    <a:pt x="303" y="1"/>
                  </a:lnTo>
                  <a:lnTo>
                    <a:pt x="306" y="1"/>
                  </a:lnTo>
                  <a:lnTo>
                    <a:pt x="309" y="1"/>
                  </a:lnTo>
                  <a:lnTo>
                    <a:pt x="311" y="1"/>
                  </a:lnTo>
                  <a:lnTo>
                    <a:pt x="314" y="1"/>
                  </a:lnTo>
                  <a:lnTo>
                    <a:pt x="316" y="1"/>
                  </a:lnTo>
                  <a:lnTo>
                    <a:pt x="317" y="1"/>
                  </a:lnTo>
                  <a:lnTo>
                    <a:pt x="320" y="1"/>
                  </a:lnTo>
                  <a:lnTo>
                    <a:pt x="321" y="1"/>
                  </a:lnTo>
                  <a:lnTo>
                    <a:pt x="323" y="1"/>
                  </a:lnTo>
                  <a:lnTo>
                    <a:pt x="326" y="2"/>
                  </a:lnTo>
                  <a:lnTo>
                    <a:pt x="327" y="2"/>
                  </a:lnTo>
                  <a:lnTo>
                    <a:pt x="329" y="2"/>
                  </a:lnTo>
                  <a:lnTo>
                    <a:pt x="330" y="2"/>
                  </a:lnTo>
                  <a:lnTo>
                    <a:pt x="332" y="2"/>
                  </a:lnTo>
                  <a:lnTo>
                    <a:pt x="334" y="2"/>
                  </a:lnTo>
                  <a:lnTo>
                    <a:pt x="335" y="2"/>
                  </a:lnTo>
                  <a:lnTo>
                    <a:pt x="336" y="2"/>
                  </a:lnTo>
                  <a:lnTo>
                    <a:pt x="338" y="2"/>
                  </a:lnTo>
                  <a:lnTo>
                    <a:pt x="339" y="2"/>
                  </a:lnTo>
                  <a:lnTo>
                    <a:pt x="340" y="2"/>
                  </a:lnTo>
                  <a:lnTo>
                    <a:pt x="341" y="2"/>
                  </a:lnTo>
                  <a:lnTo>
                    <a:pt x="342" y="3"/>
                  </a:lnTo>
                  <a:lnTo>
                    <a:pt x="344" y="3"/>
                  </a:lnTo>
                  <a:lnTo>
                    <a:pt x="345" y="3"/>
                  </a:lnTo>
                  <a:lnTo>
                    <a:pt x="346" y="3"/>
                  </a:lnTo>
                  <a:lnTo>
                    <a:pt x="347" y="3"/>
                  </a:lnTo>
                  <a:lnTo>
                    <a:pt x="348" y="3"/>
                  </a:lnTo>
                  <a:lnTo>
                    <a:pt x="350" y="3"/>
                  </a:lnTo>
                  <a:lnTo>
                    <a:pt x="351" y="3"/>
                  </a:lnTo>
                  <a:lnTo>
                    <a:pt x="352" y="3"/>
                  </a:lnTo>
                  <a:lnTo>
                    <a:pt x="353" y="5"/>
                  </a:lnTo>
                  <a:lnTo>
                    <a:pt x="354" y="5"/>
                  </a:lnTo>
                  <a:lnTo>
                    <a:pt x="356" y="5"/>
                  </a:lnTo>
                  <a:lnTo>
                    <a:pt x="358" y="5"/>
                  </a:lnTo>
                  <a:lnTo>
                    <a:pt x="359" y="5"/>
                  </a:lnTo>
                  <a:lnTo>
                    <a:pt x="360" y="5"/>
                  </a:lnTo>
                  <a:lnTo>
                    <a:pt x="363" y="6"/>
                  </a:lnTo>
                  <a:lnTo>
                    <a:pt x="364" y="6"/>
                  </a:lnTo>
                  <a:lnTo>
                    <a:pt x="366" y="6"/>
                  </a:lnTo>
                  <a:lnTo>
                    <a:pt x="368" y="6"/>
                  </a:lnTo>
                  <a:lnTo>
                    <a:pt x="370" y="6"/>
                  </a:lnTo>
                  <a:lnTo>
                    <a:pt x="371" y="7"/>
                  </a:lnTo>
                  <a:lnTo>
                    <a:pt x="374" y="7"/>
                  </a:lnTo>
                  <a:lnTo>
                    <a:pt x="375" y="7"/>
                  </a:lnTo>
                  <a:lnTo>
                    <a:pt x="376" y="7"/>
                  </a:lnTo>
                  <a:lnTo>
                    <a:pt x="377" y="7"/>
                  </a:lnTo>
                  <a:lnTo>
                    <a:pt x="379" y="8"/>
                  </a:lnTo>
                  <a:lnTo>
                    <a:pt x="380" y="8"/>
                  </a:lnTo>
                  <a:lnTo>
                    <a:pt x="381" y="8"/>
                  </a:lnTo>
                  <a:lnTo>
                    <a:pt x="382" y="8"/>
                  </a:lnTo>
                  <a:lnTo>
                    <a:pt x="383" y="8"/>
                  </a:lnTo>
                  <a:lnTo>
                    <a:pt x="385" y="9"/>
                  </a:lnTo>
                  <a:lnTo>
                    <a:pt x="386" y="9"/>
                  </a:lnTo>
                  <a:lnTo>
                    <a:pt x="387" y="9"/>
                  </a:lnTo>
                  <a:lnTo>
                    <a:pt x="388" y="9"/>
                  </a:lnTo>
                  <a:lnTo>
                    <a:pt x="389" y="11"/>
                  </a:lnTo>
                  <a:lnTo>
                    <a:pt x="391" y="11"/>
                  </a:lnTo>
                  <a:lnTo>
                    <a:pt x="392" y="11"/>
                  </a:lnTo>
                  <a:lnTo>
                    <a:pt x="393" y="11"/>
                  </a:lnTo>
                  <a:lnTo>
                    <a:pt x="394" y="12"/>
                  </a:lnTo>
                  <a:lnTo>
                    <a:pt x="395" y="12"/>
                  </a:lnTo>
                  <a:lnTo>
                    <a:pt x="397" y="12"/>
                  </a:lnTo>
                  <a:lnTo>
                    <a:pt x="399" y="13"/>
                  </a:lnTo>
                  <a:lnTo>
                    <a:pt x="400" y="13"/>
                  </a:lnTo>
                  <a:lnTo>
                    <a:pt x="401" y="13"/>
                  </a:lnTo>
                  <a:lnTo>
                    <a:pt x="404" y="14"/>
                  </a:lnTo>
                  <a:lnTo>
                    <a:pt x="405" y="14"/>
                  </a:lnTo>
                  <a:lnTo>
                    <a:pt x="407" y="15"/>
                  </a:lnTo>
                  <a:lnTo>
                    <a:pt x="409" y="15"/>
                  </a:lnTo>
                  <a:lnTo>
                    <a:pt x="411" y="17"/>
                  </a:lnTo>
                  <a:lnTo>
                    <a:pt x="413" y="17"/>
                  </a:lnTo>
                  <a:lnTo>
                    <a:pt x="416" y="18"/>
                  </a:lnTo>
                  <a:lnTo>
                    <a:pt x="417" y="18"/>
                  </a:lnTo>
                  <a:lnTo>
                    <a:pt x="419" y="19"/>
                  </a:lnTo>
                  <a:lnTo>
                    <a:pt x="421" y="19"/>
                  </a:lnTo>
                  <a:lnTo>
                    <a:pt x="423" y="20"/>
                  </a:lnTo>
                  <a:lnTo>
                    <a:pt x="424" y="20"/>
                  </a:lnTo>
                  <a:lnTo>
                    <a:pt x="425" y="21"/>
                  </a:lnTo>
                  <a:lnTo>
                    <a:pt x="427" y="21"/>
                  </a:lnTo>
                  <a:lnTo>
                    <a:pt x="428" y="21"/>
                  </a:lnTo>
                  <a:lnTo>
                    <a:pt x="429" y="23"/>
                  </a:lnTo>
                  <a:lnTo>
                    <a:pt x="430" y="23"/>
                  </a:lnTo>
                  <a:lnTo>
                    <a:pt x="431" y="23"/>
                  </a:lnTo>
                  <a:lnTo>
                    <a:pt x="433" y="24"/>
                  </a:lnTo>
                  <a:lnTo>
                    <a:pt x="434" y="24"/>
                  </a:lnTo>
                  <a:lnTo>
                    <a:pt x="435" y="24"/>
                  </a:lnTo>
                  <a:lnTo>
                    <a:pt x="436" y="25"/>
                  </a:lnTo>
                  <a:lnTo>
                    <a:pt x="437" y="25"/>
                  </a:lnTo>
                  <a:lnTo>
                    <a:pt x="439" y="25"/>
                  </a:lnTo>
                  <a:lnTo>
                    <a:pt x="439" y="26"/>
                  </a:lnTo>
                  <a:lnTo>
                    <a:pt x="440" y="26"/>
                  </a:lnTo>
                  <a:lnTo>
                    <a:pt x="441" y="28"/>
                  </a:lnTo>
                  <a:lnTo>
                    <a:pt x="442" y="28"/>
                  </a:lnTo>
                  <a:lnTo>
                    <a:pt x="443" y="29"/>
                  </a:lnTo>
                  <a:lnTo>
                    <a:pt x="445" y="29"/>
                  </a:lnTo>
                  <a:lnTo>
                    <a:pt x="446" y="30"/>
                  </a:lnTo>
                  <a:lnTo>
                    <a:pt x="448" y="30"/>
                  </a:lnTo>
                  <a:lnTo>
                    <a:pt x="449" y="31"/>
                  </a:lnTo>
                  <a:lnTo>
                    <a:pt x="451" y="32"/>
                  </a:lnTo>
                  <a:lnTo>
                    <a:pt x="453" y="32"/>
                  </a:lnTo>
                  <a:lnTo>
                    <a:pt x="454" y="34"/>
                  </a:lnTo>
                  <a:lnTo>
                    <a:pt x="457" y="35"/>
                  </a:lnTo>
                  <a:lnTo>
                    <a:pt x="458" y="36"/>
                  </a:lnTo>
                  <a:lnTo>
                    <a:pt x="460" y="36"/>
                  </a:lnTo>
                  <a:lnTo>
                    <a:pt x="461" y="37"/>
                  </a:lnTo>
                  <a:lnTo>
                    <a:pt x="464" y="38"/>
                  </a:lnTo>
                  <a:lnTo>
                    <a:pt x="465" y="38"/>
                  </a:lnTo>
                  <a:lnTo>
                    <a:pt x="466" y="40"/>
                  </a:lnTo>
                  <a:lnTo>
                    <a:pt x="467" y="41"/>
                  </a:lnTo>
                  <a:lnTo>
                    <a:pt x="469" y="41"/>
                  </a:lnTo>
                  <a:lnTo>
                    <a:pt x="470" y="42"/>
                  </a:lnTo>
                  <a:lnTo>
                    <a:pt x="471" y="42"/>
                  </a:lnTo>
                  <a:lnTo>
                    <a:pt x="472" y="43"/>
                  </a:lnTo>
                  <a:lnTo>
                    <a:pt x="473" y="43"/>
                  </a:lnTo>
                  <a:lnTo>
                    <a:pt x="475" y="43"/>
                  </a:lnTo>
                  <a:lnTo>
                    <a:pt x="475" y="44"/>
                  </a:lnTo>
                  <a:lnTo>
                    <a:pt x="476" y="44"/>
                  </a:lnTo>
                  <a:lnTo>
                    <a:pt x="477" y="46"/>
                  </a:lnTo>
                  <a:lnTo>
                    <a:pt x="478" y="46"/>
                  </a:lnTo>
                  <a:lnTo>
                    <a:pt x="479" y="46"/>
                  </a:lnTo>
                  <a:lnTo>
                    <a:pt x="479" y="47"/>
                  </a:lnTo>
                  <a:lnTo>
                    <a:pt x="481" y="47"/>
                  </a:lnTo>
                  <a:lnTo>
                    <a:pt x="482" y="48"/>
                  </a:lnTo>
                  <a:lnTo>
                    <a:pt x="483" y="48"/>
                  </a:lnTo>
                  <a:lnTo>
                    <a:pt x="484" y="49"/>
                  </a:lnTo>
                  <a:lnTo>
                    <a:pt x="485" y="49"/>
                  </a:lnTo>
                  <a:lnTo>
                    <a:pt x="487" y="50"/>
                  </a:lnTo>
                  <a:lnTo>
                    <a:pt x="488" y="50"/>
                  </a:lnTo>
                  <a:lnTo>
                    <a:pt x="489" y="52"/>
                  </a:lnTo>
                  <a:lnTo>
                    <a:pt x="490" y="53"/>
                  </a:lnTo>
                  <a:lnTo>
                    <a:pt x="492" y="53"/>
                  </a:lnTo>
                  <a:lnTo>
                    <a:pt x="493" y="54"/>
                  </a:lnTo>
                  <a:lnTo>
                    <a:pt x="494" y="55"/>
                  </a:lnTo>
                  <a:lnTo>
                    <a:pt x="496" y="55"/>
                  </a:lnTo>
                  <a:lnTo>
                    <a:pt x="498" y="56"/>
                  </a:lnTo>
                  <a:lnTo>
                    <a:pt x="500" y="58"/>
                  </a:lnTo>
                  <a:lnTo>
                    <a:pt x="501" y="59"/>
                  </a:lnTo>
                  <a:lnTo>
                    <a:pt x="502" y="59"/>
                  </a:lnTo>
                  <a:lnTo>
                    <a:pt x="504" y="60"/>
                  </a:lnTo>
                  <a:lnTo>
                    <a:pt x="505" y="60"/>
                  </a:lnTo>
                  <a:lnTo>
                    <a:pt x="506" y="61"/>
                  </a:lnTo>
                  <a:lnTo>
                    <a:pt x="507" y="62"/>
                  </a:lnTo>
                  <a:lnTo>
                    <a:pt x="508" y="62"/>
                  </a:lnTo>
                  <a:lnTo>
                    <a:pt x="510" y="62"/>
                  </a:lnTo>
                  <a:lnTo>
                    <a:pt x="511" y="64"/>
                  </a:lnTo>
                  <a:lnTo>
                    <a:pt x="512" y="65"/>
                  </a:lnTo>
                  <a:lnTo>
                    <a:pt x="513" y="65"/>
                  </a:lnTo>
                  <a:lnTo>
                    <a:pt x="513" y="66"/>
                  </a:lnTo>
                  <a:lnTo>
                    <a:pt x="514" y="66"/>
                  </a:lnTo>
                  <a:lnTo>
                    <a:pt x="516" y="66"/>
                  </a:lnTo>
                  <a:lnTo>
                    <a:pt x="516" y="67"/>
                  </a:lnTo>
                  <a:lnTo>
                    <a:pt x="517" y="67"/>
                  </a:lnTo>
                  <a:lnTo>
                    <a:pt x="518" y="68"/>
                  </a:lnTo>
                  <a:lnTo>
                    <a:pt x="519" y="68"/>
                  </a:lnTo>
                  <a:lnTo>
                    <a:pt x="520" y="70"/>
                  </a:lnTo>
                  <a:lnTo>
                    <a:pt x="522" y="71"/>
                  </a:lnTo>
                  <a:lnTo>
                    <a:pt x="523" y="71"/>
                  </a:lnTo>
                  <a:lnTo>
                    <a:pt x="524" y="72"/>
                  </a:lnTo>
                  <a:lnTo>
                    <a:pt x="525" y="73"/>
                  </a:lnTo>
                  <a:lnTo>
                    <a:pt x="526" y="73"/>
                  </a:lnTo>
                  <a:lnTo>
                    <a:pt x="528" y="74"/>
                  </a:lnTo>
                  <a:lnTo>
                    <a:pt x="529" y="74"/>
                  </a:lnTo>
                  <a:lnTo>
                    <a:pt x="530" y="76"/>
                  </a:lnTo>
                  <a:lnTo>
                    <a:pt x="531" y="77"/>
                  </a:lnTo>
                  <a:lnTo>
                    <a:pt x="532" y="78"/>
                  </a:lnTo>
                  <a:lnTo>
                    <a:pt x="534" y="78"/>
                  </a:lnTo>
                  <a:lnTo>
                    <a:pt x="535" y="79"/>
                  </a:lnTo>
                  <a:lnTo>
                    <a:pt x="536" y="80"/>
                  </a:lnTo>
                  <a:lnTo>
                    <a:pt x="537" y="80"/>
                  </a:lnTo>
                  <a:lnTo>
                    <a:pt x="538" y="82"/>
                  </a:lnTo>
                  <a:lnTo>
                    <a:pt x="540" y="83"/>
                  </a:lnTo>
                  <a:lnTo>
                    <a:pt x="541" y="83"/>
                  </a:lnTo>
                  <a:lnTo>
                    <a:pt x="542" y="84"/>
                  </a:lnTo>
                  <a:lnTo>
                    <a:pt x="543" y="85"/>
                  </a:lnTo>
                  <a:lnTo>
                    <a:pt x="544" y="85"/>
                  </a:lnTo>
                  <a:lnTo>
                    <a:pt x="546" y="86"/>
                  </a:lnTo>
                  <a:lnTo>
                    <a:pt x="547" y="88"/>
                  </a:lnTo>
                  <a:lnTo>
                    <a:pt x="548" y="88"/>
                  </a:lnTo>
                  <a:lnTo>
                    <a:pt x="548" y="89"/>
                  </a:lnTo>
                  <a:lnTo>
                    <a:pt x="549" y="89"/>
                  </a:lnTo>
                  <a:lnTo>
                    <a:pt x="550" y="90"/>
                  </a:lnTo>
                  <a:lnTo>
                    <a:pt x="552" y="90"/>
                  </a:lnTo>
                  <a:lnTo>
                    <a:pt x="552" y="91"/>
                  </a:lnTo>
                  <a:lnTo>
                    <a:pt x="553" y="91"/>
                  </a:lnTo>
                  <a:lnTo>
                    <a:pt x="554" y="92"/>
                  </a:lnTo>
                  <a:lnTo>
                    <a:pt x="554" y="94"/>
                  </a:lnTo>
                  <a:lnTo>
                    <a:pt x="555" y="94"/>
                  </a:lnTo>
                  <a:lnTo>
                    <a:pt x="556" y="95"/>
                  </a:lnTo>
                  <a:lnTo>
                    <a:pt x="558" y="95"/>
                  </a:lnTo>
                  <a:lnTo>
                    <a:pt x="558" y="96"/>
                  </a:lnTo>
                  <a:lnTo>
                    <a:pt x="559" y="96"/>
                  </a:lnTo>
                  <a:lnTo>
                    <a:pt x="560" y="97"/>
                  </a:lnTo>
                  <a:lnTo>
                    <a:pt x="561" y="98"/>
                  </a:lnTo>
                  <a:lnTo>
                    <a:pt x="562" y="100"/>
                  </a:lnTo>
                  <a:lnTo>
                    <a:pt x="564" y="100"/>
                  </a:lnTo>
                  <a:lnTo>
                    <a:pt x="564" y="101"/>
                  </a:lnTo>
                  <a:lnTo>
                    <a:pt x="565" y="101"/>
                  </a:lnTo>
                  <a:lnTo>
                    <a:pt x="566" y="102"/>
                  </a:lnTo>
                  <a:lnTo>
                    <a:pt x="567" y="103"/>
                  </a:lnTo>
                  <a:lnTo>
                    <a:pt x="568" y="103"/>
                  </a:lnTo>
                  <a:lnTo>
                    <a:pt x="568" y="104"/>
                  </a:lnTo>
                  <a:lnTo>
                    <a:pt x="570" y="104"/>
                  </a:lnTo>
                  <a:lnTo>
                    <a:pt x="571" y="106"/>
                  </a:lnTo>
                  <a:lnTo>
                    <a:pt x="572" y="106"/>
                  </a:lnTo>
                  <a:lnTo>
                    <a:pt x="572" y="107"/>
                  </a:lnTo>
                  <a:lnTo>
                    <a:pt x="573" y="107"/>
                  </a:lnTo>
                  <a:lnTo>
                    <a:pt x="574" y="108"/>
                  </a:lnTo>
                  <a:lnTo>
                    <a:pt x="576" y="109"/>
                  </a:lnTo>
                  <a:lnTo>
                    <a:pt x="577" y="109"/>
                  </a:lnTo>
                  <a:lnTo>
                    <a:pt x="578" y="110"/>
                  </a:lnTo>
                  <a:lnTo>
                    <a:pt x="579" y="112"/>
                  </a:lnTo>
                  <a:lnTo>
                    <a:pt x="580" y="112"/>
                  </a:lnTo>
                  <a:lnTo>
                    <a:pt x="580" y="113"/>
                  </a:lnTo>
                  <a:lnTo>
                    <a:pt x="582" y="113"/>
                  </a:lnTo>
                  <a:lnTo>
                    <a:pt x="583" y="114"/>
                  </a:lnTo>
                  <a:lnTo>
                    <a:pt x="584" y="114"/>
                  </a:lnTo>
                  <a:lnTo>
                    <a:pt x="584" y="115"/>
                  </a:lnTo>
                  <a:lnTo>
                    <a:pt x="585" y="115"/>
                  </a:lnTo>
                  <a:lnTo>
                    <a:pt x="585" y="116"/>
                  </a:lnTo>
                  <a:lnTo>
                    <a:pt x="586" y="116"/>
                  </a:lnTo>
                  <a:lnTo>
                    <a:pt x="588" y="118"/>
                  </a:lnTo>
                  <a:lnTo>
                    <a:pt x="589" y="118"/>
                  </a:lnTo>
                  <a:lnTo>
                    <a:pt x="589" y="119"/>
                  </a:lnTo>
                  <a:lnTo>
                    <a:pt x="590" y="119"/>
                  </a:lnTo>
                  <a:lnTo>
                    <a:pt x="590" y="120"/>
                  </a:lnTo>
                  <a:lnTo>
                    <a:pt x="591" y="120"/>
                  </a:lnTo>
                  <a:lnTo>
                    <a:pt x="591" y="121"/>
                  </a:lnTo>
                  <a:lnTo>
                    <a:pt x="592" y="121"/>
                  </a:lnTo>
                  <a:lnTo>
                    <a:pt x="592" y="122"/>
                  </a:lnTo>
                  <a:lnTo>
                    <a:pt x="594" y="122"/>
                  </a:lnTo>
                  <a:lnTo>
                    <a:pt x="595" y="124"/>
                  </a:lnTo>
                  <a:lnTo>
                    <a:pt x="596" y="125"/>
                  </a:lnTo>
                  <a:lnTo>
                    <a:pt x="597" y="126"/>
                  </a:lnTo>
                  <a:lnTo>
                    <a:pt x="597" y="127"/>
                  </a:lnTo>
                  <a:lnTo>
                    <a:pt x="598" y="127"/>
                  </a:lnTo>
                  <a:lnTo>
                    <a:pt x="600" y="128"/>
                  </a:lnTo>
                  <a:lnTo>
                    <a:pt x="601" y="130"/>
                  </a:lnTo>
                  <a:lnTo>
                    <a:pt x="602" y="131"/>
                  </a:lnTo>
                  <a:lnTo>
                    <a:pt x="602" y="132"/>
                  </a:lnTo>
                  <a:lnTo>
                    <a:pt x="603" y="133"/>
                  </a:lnTo>
                  <a:lnTo>
                    <a:pt x="604" y="134"/>
                  </a:lnTo>
                  <a:lnTo>
                    <a:pt x="606" y="136"/>
                  </a:lnTo>
                  <a:lnTo>
                    <a:pt x="607" y="137"/>
                  </a:lnTo>
                  <a:lnTo>
                    <a:pt x="608" y="138"/>
                  </a:lnTo>
                  <a:lnTo>
                    <a:pt x="609" y="138"/>
                  </a:lnTo>
                  <a:lnTo>
                    <a:pt x="609" y="139"/>
                  </a:lnTo>
                  <a:lnTo>
                    <a:pt x="611" y="141"/>
                  </a:lnTo>
                  <a:lnTo>
                    <a:pt x="612" y="142"/>
                  </a:lnTo>
                  <a:lnTo>
                    <a:pt x="613" y="143"/>
                  </a:lnTo>
                  <a:lnTo>
                    <a:pt x="614" y="144"/>
                  </a:lnTo>
                  <a:lnTo>
                    <a:pt x="614" y="145"/>
                  </a:lnTo>
                  <a:lnTo>
                    <a:pt x="615" y="145"/>
                  </a:lnTo>
                  <a:lnTo>
                    <a:pt x="615" y="147"/>
                  </a:lnTo>
                  <a:lnTo>
                    <a:pt x="617" y="148"/>
                  </a:lnTo>
                  <a:lnTo>
                    <a:pt x="618" y="148"/>
                  </a:lnTo>
                  <a:lnTo>
                    <a:pt x="618" y="149"/>
                  </a:lnTo>
                  <a:lnTo>
                    <a:pt x="619" y="149"/>
                  </a:lnTo>
                  <a:lnTo>
                    <a:pt x="619" y="150"/>
                  </a:lnTo>
                  <a:lnTo>
                    <a:pt x="620" y="151"/>
                  </a:lnTo>
                  <a:lnTo>
                    <a:pt x="621" y="153"/>
                  </a:lnTo>
                  <a:lnTo>
                    <a:pt x="621" y="154"/>
                  </a:lnTo>
                  <a:lnTo>
                    <a:pt x="623" y="154"/>
                  </a:lnTo>
                  <a:lnTo>
                    <a:pt x="624" y="155"/>
                  </a:lnTo>
                  <a:lnTo>
                    <a:pt x="625" y="156"/>
                  </a:lnTo>
                  <a:lnTo>
                    <a:pt x="626" y="157"/>
                  </a:lnTo>
                  <a:lnTo>
                    <a:pt x="627" y="160"/>
                  </a:lnTo>
                  <a:lnTo>
                    <a:pt x="629" y="161"/>
                  </a:lnTo>
                  <a:lnTo>
                    <a:pt x="630" y="162"/>
                  </a:lnTo>
                  <a:lnTo>
                    <a:pt x="631" y="163"/>
                  </a:lnTo>
                  <a:lnTo>
                    <a:pt x="632" y="166"/>
                  </a:lnTo>
                  <a:lnTo>
                    <a:pt x="633" y="167"/>
                  </a:lnTo>
                  <a:lnTo>
                    <a:pt x="635" y="168"/>
                  </a:lnTo>
                  <a:lnTo>
                    <a:pt x="636" y="169"/>
                  </a:lnTo>
                  <a:lnTo>
                    <a:pt x="637" y="171"/>
                  </a:lnTo>
                  <a:lnTo>
                    <a:pt x="638" y="173"/>
                  </a:lnTo>
                  <a:lnTo>
                    <a:pt x="639" y="174"/>
                  </a:lnTo>
                  <a:lnTo>
                    <a:pt x="641" y="175"/>
                  </a:lnTo>
                  <a:lnTo>
                    <a:pt x="642" y="177"/>
                  </a:lnTo>
                  <a:lnTo>
                    <a:pt x="642" y="178"/>
                  </a:lnTo>
                  <a:lnTo>
                    <a:pt x="643" y="179"/>
                  </a:lnTo>
                  <a:lnTo>
                    <a:pt x="644" y="180"/>
                  </a:lnTo>
                  <a:lnTo>
                    <a:pt x="645" y="181"/>
                  </a:lnTo>
                  <a:lnTo>
                    <a:pt x="645" y="183"/>
                  </a:lnTo>
                  <a:lnTo>
                    <a:pt x="647" y="183"/>
                  </a:lnTo>
                  <a:lnTo>
                    <a:pt x="647" y="184"/>
                  </a:lnTo>
                  <a:lnTo>
                    <a:pt x="648" y="185"/>
                  </a:lnTo>
                  <a:lnTo>
                    <a:pt x="649" y="186"/>
                  </a:lnTo>
                  <a:lnTo>
                    <a:pt x="649" y="187"/>
                  </a:lnTo>
                  <a:lnTo>
                    <a:pt x="650" y="189"/>
                  </a:lnTo>
                  <a:lnTo>
                    <a:pt x="651" y="190"/>
                  </a:lnTo>
                  <a:lnTo>
                    <a:pt x="651" y="191"/>
                  </a:lnTo>
                  <a:lnTo>
                    <a:pt x="653" y="192"/>
                  </a:lnTo>
                  <a:lnTo>
                    <a:pt x="654" y="193"/>
                  </a:lnTo>
                  <a:lnTo>
                    <a:pt x="655" y="195"/>
                  </a:lnTo>
                  <a:lnTo>
                    <a:pt x="656" y="196"/>
                  </a:lnTo>
                  <a:lnTo>
                    <a:pt x="657" y="197"/>
                  </a:lnTo>
                  <a:lnTo>
                    <a:pt x="657" y="199"/>
                  </a:lnTo>
                  <a:lnTo>
                    <a:pt x="660" y="201"/>
                  </a:lnTo>
                  <a:lnTo>
                    <a:pt x="661" y="203"/>
                  </a:lnTo>
                  <a:lnTo>
                    <a:pt x="662" y="204"/>
                  </a:lnTo>
                  <a:lnTo>
                    <a:pt x="663" y="207"/>
                  </a:lnTo>
                  <a:lnTo>
                    <a:pt x="665" y="208"/>
                  </a:lnTo>
                  <a:lnTo>
                    <a:pt x="666" y="210"/>
                  </a:lnTo>
                  <a:lnTo>
                    <a:pt x="667" y="211"/>
                  </a:lnTo>
                  <a:lnTo>
                    <a:pt x="668" y="213"/>
                  </a:lnTo>
                  <a:lnTo>
                    <a:pt x="668" y="214"/>
                  </a:lnTo>
                  <a:lnTo>
                    <a:pt x="669" y="215"/>
                  </a:lnTo>
                  <a:lnTo>
                    <a:pt x="671" y="216"/>
                  </a:lnTo>
                  <a:lnTo>
                    <a:pt x="672" y="217"/>
                  </a:lnTo>
                  <a:lnTo>
                    <a:pt x="672" y="219"/>
                  </a:lnTo>
                  <a:lnTo>
                    <a:pt x="673" y="220"/>
                  </a:lnTo>
                  <a:lnTo>
                    <a:pt x="674" y="221"/>
                  </a:lnTo>
                  <a:lnTo>
                    <a:pt x="674" y="222"/>
                  </a:lnTo>
                  <a:lnTo>
                    <a:pt x="675" y="223"/>
                  </a:lnTo>
                  <a:lnTo>
                    <a:pt x="677" y="225"/>
                  </a:lnTo>
                  <a:lnTo>
                    <a:pt x="678" y="226"/>
                  </a:lnTo>
                  <a:lnTo>
                    <a:pt x="678" y="227"/>
                  </a:lnTo>
                  <a:lnTo>
                    <a:pt x="679" y="228"/>
                  </a:lnTo>
                  <a:lnTo>
                    <a:pt x="679" y="229"/>
                  </a:lnTo>
                  <a:lnTo>
                    <a:pt x="680" y="231"/>
                  </a:lnTo>
                  <a:lnTo>
                    <a:pt x="681" y="232"/>
                  </a:lnTo>
                  <a:lnTo>
                    <a:pt x="683" y="233"/>
                  </a:lnTo>
                  <a:lnTo>
                    <a:pt x="683" y="234"/>
                  </a:lnTo>
                  <a:lnTo>
                    <a:pt x="684" y="235"/>
                  </a:lnTo>
                  <a:lnTo>
                    <a:pt x="685" y="237"/>
                  </a:lnTo>
                  <a:lnTo>
                    <a:pt x="686" y="238"/>
                  </a:lnTo>
                  <a:lnTo>
                    <a:pt x="687" y="240"/>
                  </a:lnTo>
                  <a:lnTo>
                    <a:pt x="689" y="241"/>
                  </a:lnTo>
                  <a:lnTo>
                    <a:pt x="690" y="244"/>
                  </a:lnTo>
                  <a:lnTo>
                    <a:pt x="691" y="245"/>
                  </a:lnTo>
                  <a:lnTo>
                    <a:pt x="692" y="247"/>
                  </a:lnTo>
                  <a:lnTo>
                    <a:pt x="695" y="250"/>
                  </a:lnTo>
                  <a:lnTo>
                    <a:pt x="696" y="251"/>
                  </a:lnTo>
                  <a:lnTo>
                    <a:pt x="697" y="252"/>
                  </a:lnTo>
                  <a:lnTo>
                    <a:pt x="698" y="255"/>
                  </a:lnTo>
                  <a:lnTo>
                    <a:pt x="698" y="256"/>
                  </a:lnTo>
                  <a:lnTo>
                    <a:pt x="699" y="257"/>
                  </a:lnTo>
                  <a:lnTo>
                    <a:pt x="701" y="258"/>
                  </a:lnTo>
                  <a:lnTo>
                    <a:pt x="702" y="260"/>
                  </a:lnTo>
                  <a:lnTo>
                    <a:pt x="702" y="261"/>
                  </a:lnTo>
                  <a:lnTo>
                    <a:pt x="703" y="262"/>
                  </a:lnTo>
                  <a:lnTo>
                    <a:pt x="704" y="263"/>
                  </a:lnTo>
                  <a:lnTo>
                    <a:pt x="704" y="264"/>
                  </a:lnTo>
                  <a:lnTo>
                    <a:pt x="705" y="266"/>
                  </a:lnTo>
                  <a:lnTo>
                    <a:pt x="707" y="267"/>
                  </a:lnTo>
                  <a:lnTo>
                    <a:pt x="707" y="268"/>
                  </a:lnTo>
                  <a:lnTo>
                    <a:pt x="708" y="269"/>
                  </a:lnTo>
                  <a:lnTo>
                    <a:pt x="708" y="270"/>
                  </a:lnTo>
                  <a:lnTo>
                    <a:pt x="709" y="270"/>
                  </a:lnTo>
                  <a:lnTo>
                    <a:pt x="709" y="272"/>
                  </a:lnTo>
                  <a:lnTo>
                    <a:pt x="710" y="273"/>
                  </a:lnTo>
                  <a:lnTo>
                    <a:pt x="710" y="274"/>
                  </a:lnTo>
                  <a:lnTo>
                    <a:pt x="711" y="275"/>
                  </a:lnTo>
                  <a:lnTo>
                    <a:pt x="713" y="276"/>
                  </a:lnTo>
                  <a:lnTo>
                    <a:pt x="713" y="278"/>
                  </a:lnTo>
                  <a:lnTo>
                    <a:pt x="714" y="279"/>
                  </a:lnTo>
                  <a:lnTo>
                    <a:pt x="714" y="280"/>
                  </a:lnTo>
                  <a:lnTo>
                    <a:pt x="715" y="281"/>
                  </a:lnTo>
                  <a:lnTo>
                    <a:pt x="716" y="282"/>
                  </a:lnTo>
                  <a:lnTo>
                    <a:pt x="716" y="284"/>
                  </a:lnTo>
                  <a:lnTo>
                    <a:pt x="717" y="28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09" name="Freeform 252">
              <a:extLst>
                <a:ext uri="{FF2B5EF4-FFF2-40B4-BE49-F238E27FC236}">
                  <a16:creationId xmlns:a16="http://schemas.microsoft.com/office/drawing/2014/main" id="{3568FAAB-2A17-4B3C-88F7-893D8D716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372"/>
              <a:ext cx="359" cy="143"/>
            </a:xfrm>
            <a:custGeom>
              <a:avLst/>
              <a:gdLst>
                <a:gd name="T0" fmla="*/ 1 w 717"/>
                <a:gd name="T1" fmla="*/ 1 h 285"/>
                <a:gd name="T2" fmla="*/ 1 w 717"/>
                <a:gd name="T3" fmla="*/ 1 h 285"/>
                <a:gd name="T4" fmla="*/ 1 w 717"/>
                <a:gd name="T5" fmla="*/ 1 h 285"/>
                <a:gd name="T6" fmla="*/ 1 w 717"/>
                <a:gd name="T7" fmla="*/ 1 h 285"/>
                <a:gd name="T8" fmla="*/ 1 w 717"/>
                <a:gd name="T9" fmla="*/ 1 h 285"/>
                <a:gd name="T10" fmla="*/ 1 w 717"/>
                <a:gd name="T11" fmla="*/ 1 h 285"/>
                <a:gd name="T12" fmla="*/ 1 w 717"/>
                <a:gd name="T13" fmla="*/ 1 h 285"/>
                <a:gd name="T14" fmla="*/ 1 w 717"/>
                <a:gd name="T15" fmla="*/ 1 h 285"/>
                <a:gd name="T16" fmla="*/ 1 w 717"/>
                <a:gd name="T17" fmla="*/ 1 h 285"/>
                <a:gd name="T18" fmla="*/ 1 w 717"/>
                <a:gd name="T19" fmla="*/ 1 h 285"/>
                <a:gd name="T20" fmla="*/ 1 w 717"/>
                <a:gd name="T21" fmla="*/ 1 h 285"/>
                <a:gd name="T22" fmla="*/ 1 w 717"/>
                <a:gd name="T23" fmla="*/ 1 h 285"/>
                <a:gd name="T24" fmla="*/ 1 w 717"/>
                <a:gd name="T25" fmla="*/ 1 h 285"/>
                <a:gd name="T26" fmla="*/ 1 w 717"/>
                <a:gd name="T27" fmla="*/ 1 h 285"/>
                <a:gd name="T28" fmla="*/ 1 w 717"/>
                <a:gd name="T29" fmla="*/ 1 h 285"/>
                <a:gd name="T30" fmla="*/ 1 w 717"/>
                <a:gd name="T31" fmla="*/ 1 h 285"/>
                <a:gd name="T32" fmla="*/ 1 w 717"/>
                <a:gd name="T33" fmla="*/ 1 h 285"/>
                <a:gd name="T34" fmla="*/ 1 w 717"/>
                <a:gd name="T35" fmla="*/ 1 h 285"/>
                <a:gd name="T36" fmla="*/ 1 w 717"/>
                <a:gd name="T37" fmla="*/ 1 h 285"/>
                <a:gd name="T38" fmla="*/ 1 w 717"/>
                <a:gd name="T39" fmla="*/ 1 h 285"/>
                <a:gd name="T40" fmla="*/ 1 w 717"/>
                <a:gd name="T41" fmla="*/ 1 h 285"/>
                <a:gd name="T42" fmla="*/ 1 w 717"/>
                <a:gd name="T43" fmla="*/ 1 h 285"/>
                <a:gd name="T44" fmla="*/ 1 w 717"/>
                <a:gd name="T45" fmla="*/ 1 h 285"/>
                <a:gd name="T46" fmla="*/ 1 w 717"/>
                <a:gd name="T47" fmla="*/ 1 h 285"/>
                <a:gd name="T48" fmla="*/ 1 w 717"/>
                <a:gd name="T49" fmla="*/ 1 h 285"/>
                <a:gd name="T50" fmla="*/ 1 w 717"/>
                <a:gd name="T51" fmla="*/ 1 h 285"/>
                <a:gd name="T52" fmla="*/ 1 w 717"/>
                <a:gd name="T53" fmla="*/ 1 h 285"/>
                <a:gd name="T54" fmla="*/ 1 w 717"/>
                <a:gd name="T55" fmla="*/ 1 h 285"/>
                <a:gd name="T56" fmla="*/ 1 w 717"/>
                <a:gd name="T57" fmla="*/ 1 h 285"/>
                <a:gd name="T58" fmla="*/ 1 w 717"/>
                <a:gd name="T59" fmla="*/ 1 h 285"/>
                <a:gd name="T60" fmla="*/ 1 w 717"/>
                <a:gd name="T61" fmla="*/ 1 h 285"/>
                <a:gd name="T62" fmla="*/ 1 w 717"/>
                <a:gd name="T63" fmla="*/ 1 h 285"/>
                <a:gd name="T64" fmla="*/ 1 w 717"/>
                <a:gd name="T65" fmla="*/ 1 h 285"/>
                <a:gd name="T66" fmla="*/ 1 w 717"/>
                <a:gd name="T67" fmla="*/ 1 h 285"/>
                <a:gd name="T68" fmla="*/ 1 w 717"/>
                <a:gd name="T69" fmla="*/ 1 h 285"/>
                <a:gd name="T70" fmla="*/ 1 w 717"/>
                <a:gd name="T71" fmla="*/ 1 h 285"/>
                <a:gd name="T72" fmla="*/ 1 w 717"/>
                <a:gd name="T73" fmla="*/ 1 h 285"/>
                <a:gd name="T74" fmla="*/ 1 w 717"/>
                <a:gd name="T75" fmla="*/ 1 h 285"/>
                <a:gd name="T76" fmla="*/ 1 w 717"/>
                <a:gd name="T77" fmla="*/ 1 h 285"/>
                <a:gd name="T78" fmla="*/ 1 w 717"/>
                <a:gd name="T79" fmla="*/ 1 h 285"/>
                <a:gd name="T80" fmla="*/ 1 w 717"/>
                <a:gd name="T81" fmla="*/ 1 h 285"/>
                <a:gd name="T82" fmla="*/ 1 w 717"/>
                <a:gd name="T83" fmla="*/ 1 h 285"/>
                <a:gd name="T84" fmla="*/ 1 w 717"/>
                <a:gd name="T85" fmla="*/ 1 h 285"/>
                <a:gd name="T86" fmla="*/ 1 w 717"/>
                <a:gd name="T87" fmla="*/ 1 h 285"/>
                <a:gd name="T88" fmla="*/ 1 w 717"/>
                <a:gd name="T89" fmla="*/ 1 h 285"/>
                <a:gd name="T90" fmla="*/ 1 w 717"/>
                <a:gd name="T91" fmla="*/ 1 h 285"/>
                <a:gd name="T92" fmla="*/ 1 w 717"/>
                <a:gd name="T93" fmla="*/ 1 h 285"/>
                <a:gd name="T94" fmla="*/ 1 w 717"/>
                <a:gd name="T95" fmla="*/ 1 h 285"/>
                <a:gd name="T96" fmla="*/ 1 w 717"/>
                <a:gd name="T97" fmla="*/ 1 h 285"/>
                <a:gd name="T98" fmla="*/ 1 w 717"/>
                <a:gd name="T99" fmla="*/ 1 h 285"/>
                <a:gd name="T100" fmla="*/ 1 w 717"/>
                <a:gd name="T101" fmla="*/ 1 h 285"/>
                <a:gd name="T102" fmla="*/ 1 w 717"/>
                <a:gd name="T103" fmla="*/ 1 h 285"/>
                <a:gd name="T104" fmla="*/ 1 w 717"/>
                <a:gd name="T105" fmla="*/ 1 h 285"/>
                <a:gd name="T106" fmla="*/ 1 w 717"/>
                <a:gd name="T107" fmla="*/ 1 h 285"/>
                <a:gd name="T108" fmla="*/ 1 w 717"/>
                <a:gd name="T109" fmla="*/ 1 h 285"/>
                <a:gd name="T110" fmla="*/ 1 w 717"/>
                <a:gd name="T111" fmla="*/ 1 h 285"/>
                <a:gd name="T112" fmla="*/ 1 w 717"/>
                <a:gd name="T113" fmla="*/ 1 h 285"/>
                <a:gd name="T114" fmla="*/ 1 w 717"/>
                <a:gd name="T115" fmla="*/ 1 h 285"/>
                <a:gd name="T116" fmla="*/ 1 w 717"/>
                <a:gd name="T117" fmla="*/ 1 h 285"/>
                <a:gd name="T118" fmla="*/ 1 w 717"/>
                <a:gd name="T119" fmla="*/ 1 h 285"/>
                <a:gd name="T120" fmla="*/ 1 w 717"/>
                <a:gd name="T121" fmla="*/ 1 h 28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5">
                  <a:moveTo>
                    <a:pt x="0" y="285"/>
                  </a:moveTo>
                  <a:lnTo>
                    <a:pt x="28" y="285"/>
                  </a:lnTo>
                  <a:lnTo>
                    <a:pt x="53" y="285"/>
                  </a:lnTo>
                  <a:lnTo>
                    <a:pt x="77" y="285"/>
                  </a:lnTo>
                  <a:lnTo>
                    <a:pt x="100" y="285"/>
                  </a:lnTo>
                  <a:lnTo>
                    <a:pt x="120" y="285"/>
                  </a:lnTo>
                  <a:lnTo>
                    <a:pt x="139" y="285"/>
                  </a:lnTo>
                  <a:lnTo>
                    <a:pt x="157" y="285"/>
                  </a:lnTo>
                  <a:lnTo>
                    <a:pt x="174" y="285"/>
                  </a:lnTo>
                  <a:lnTo>
                    <a:pt x="190" y="285"/>
                  </a:lnTo>
                  <a:lnTo>
                    <a:pt x="204" y="285"/>
                  </a:lnTo>
                  <a:lnTo>
                    <a:pt x="217" y="285"/>
                  </a:lnTo>
                  <a:lnTo>
                    <a:pt x="229" y="285"/>
                  </a:lnTo>
                  <a:lnTo>
                    <a:pt x="240" y="285"/>
                  </a:lnTo>
                  <a:lnTo>
                    <a:pt x="250" y="285"/>
                  </a:lnTo>
                  <a:lnTo>
                    <a:pt x="258" y="285"/>
                  </a:lnTo>
                  <a:lnTo>
                    <a:pt x="267" y="285"/>
                  </a:lnTo>
                  <a:lnTo>
                    <a:pt x="274" y="285"/>
                  </a:lnTo>
                  <a:lnTo>
                    <a:pt x="280" y="285"/>
                  </a:lnTo>
                  <a:lnTo>
                    <a:pt x="286" y="285"/>
                  </a:lnTo>
                  <a:lnTo>
                    <a:pt x="291" y="285"/>
                  </a:lnTo>
                  <a:lnTo>
                    <a:pt x="296" y="285"/>
                  </a:lnTo>
                  <a:lnTo>
                    <a:pt x="299" y="285"/>
                  </a:lnTo>
                  <a:lnTo>
                    <a:pt x="303" y="285"/>
                  </a:lnTo>
                  <a:lnTo>
                    <a:pt x="306" y="285"/>
                  </a:lnTo>
                  <a:lnTo>
                    <a:pt x="309" y="285"/>
                  </a:lnTo>
                  <a:lnTo>
                    <a:pt x="311" y="285"/>
                  </a:lnTo>
                  <a:lnTo>
                    <a:pt x="314" y="285"/>
                  </a:lnTo>
                  <a:lnTo>
                    <a:pt x="316" y="284"/>
                  </a:lnTo>
                  <a:lnTo>
                    <a:pt x="317" y="284"/>
                  </a:lnTo>
                  <a:lnTo>
                    <a:pt x="320" y="284"/>
                  </a:lnTo>
                  <a:lnTo>
                    <a:pt x="321" y="284"/>
                  </a:lnTo>
                  <a:lnTo>
                    <a:pt x="323" y="284"/>
                  </a:lnTo>
                  <a:lnTo>
                    <a:pt x="326" y="284"/>
                  </a:lnTo>
                  <a:lnTo>
                    <a:pt x="327" y="284"/>
                  </a:lnTo>
                  <a:lnTo>
                    <a:pt x="329" y="284"/>
                  </a:lnTo>
                  <a:lnTo>
                    <a:pt x="330" y="284"/>
                  </a:lnTo>
                  <a:lnTo>
                    <a:pt x="332" y="284"/>
                  </a:lnTo>
                  <a:lnTo>
                    <a:pt x="334" y="283"/>
                  </a:lnTo>
                  <a:lnTo>
                    <a:pt x="335" y="283"/>
                  </a:lnTo>
                  <a:lnTo>
                    <a:pt x="336" y="283"/>
                  </a:lnTo>
                  <a:lnTo>
                    <a:pt x="338" y="283"/>
                  </a:lnTo>
                  <a:lnTo>
                    <a:pt x="339" y="283"/>
                  </a:lnTo>
                  <a:lnTo>
                    <a:pt x="340" y="283"/>
                  </a:lnTo>
                  <a:lnTo>
                    <a:pt x="341" y="283"/>
                  </a:lnTo>
                  <a:lnTo>
                    <a:pt x="342" y="283"/>
                  </a:lnTo>
                  <a:lnTo>
                    <a:pt x="344" y="283"/>
                  </a:lnTo>
                  <a:lnTo>
                    <a:pt x="345" y="283"/>
                  </a:lnTo>
                  <a:lnTo>
                    <a:pt x="346" y="283"/>
                  </a:lnTo>
                  <a:lnTo>
                    <a:pt x="347" y="283"/>
                  </a:lnTo>
                  <a:lnTo>
                    <a:pt x="348" y="281"/>
                  </a:lnTo>
                  <a:lnTo>
                    <a:pt x="350" y="281"/>
                  </a:lnTo>
                  <a:lnTo>
                    <a:pt x="351" y="281"/>
                  </a:lnTo>
                  <a:lnTo>
                    <a:pt x="352" y="281"/>
                  </a:lnTo>
                  <a:lnTo>
                    <a:pt x="353" y="281"/>
                  </a:lnTo>
                  <a:lnTo>
                    <a:pt x="354" y="281"/>
                  </a:lnTo>
                  <a:lnTo>
                    <a:pt x="356" y="281"/>
                  </a:lnTo>
                  <a:lnTo>
                    <a:pt x="358" y="280"/>
                  </a:lnTo>
                  <a:lnTo>
                    <a:pt x="359" y="280"/>
                  </a:lnTo>
                  <a:lnTo>
                    <a:pt x="360" y="280"/>
                  </a:lnTo>
                  <a:lnTo>
                    <a:pt x="363" y="280"/>
                  </a:lnTo>
                  <a:lnTo>
                    <a:pt x="364" y="280"/>
                  </a:lnTo>
                  <a:lnTo>
                    <a:pt x="366" y="279"/>
                  </a:lnTo>
                  <a:lnTo>
                    <a:pt x="368" y="279"/>
                  </a:lnTo>
                  <a:lnTo>
                    <a:pt x="370" y="279"/>
                  </a:lnTo>
                  <a:lnTo>
                    <a:pt x="371" y="279"/>
                  </a:lnTo>
                  <a:lnTo>
                    <a:pt x="374" y="279"/>
                  </a:lnTo>
                  <a:lnTo>
                    <a:pt x="375" y="278"/>
                  </a:lnTo>
                  <a:lnTo>
                    <a:pt x="376" y="278"/>
                  </a:lnTo>
                  <a:lnTo>
                    <a:pt x="377" y="278"/>
                  </a:lnTo>
                  <a:lnTo>
                    <a:pt x="379" y="278"/>
                  </a:lnTo>
                  <a:lnTo>
                    <a:pt x="380" y="278"/>
                  </a:lnTo>
                  <a:lnTo>
                    <a:pt x="381" y="277"/>
                  </a:lnTo>
                  <a:lnTo>
                    <a:pt x="382" y="277"/>
                  </a:lnTo>
                  <a:lnTo>
                    <a:pt x="383" y="277"/>
                  </a:lnTo>
                  <a:lnTo>
                    <a:pt x="385" y="277"/>
                  </a:lnTo>
                  <a:lnTo>
                    <a:pt x="386" y="277"/>
                  </a:lnTo>
                  <a:lnTo>
                    <a:pt x="387" y="277"/>
                  </a:lnTo>
                  <a:lnTo>
                    <a:pt x="388" y="275"/>
                  </a:lnTo>
                  <a:lnTo>
                    <a:pt x="389" y="275"/>
                  </a:lnTo>
                  <a:lnTo>
                    <a:pt x="391" y="275"/>
                  </a:lnTo>
                  <a:lnTo>
                    <a:pt x="392" y="274"/>
                  </a:lnTo>
                  <a:lnTo>
                    <a:pt x="393" y="274"/>
                  </a:lnTo>
                  <a:lnTo>
                    <a:pt x="394" y="274"/>
                  </a:lnTo>
                  <a:lnTo>
                    <a:pt x="395" y="274"/>
                  </a:lnTo>
                  <a:lnTo>
                    <a:pt x="397" y="273"/>
                  </a:lnTo>
                  <a:lnTo>
                    <a:pt x="399" y="273"/>
                  </a:lnTo>
                  <a:lnTo>
                    <a:pt x="400" y="273"/>
                  </a:lnTo>
                  <a:lnTo>
                    <a:pt x="401" y="272"/>
                  </a:lnTo>
                  <a:lnTo>
                    <a:pt x="404" y="272"/>
                  </a:lnTo>
                  <a:lnTo>
                    <a:pt x="405" y="271"/>
                  </a:lnTo>
                  <a:lnTo>
                    <a:pt x="407" y="271"/>
                  </a:lnTo>
                  <a:lnTo>
                    <a:pt x="409" y="269"/>
                  </a:lnTo>
                  <a:lnTo>
                    <a:pt x="411" y="269"/>
                  </a:lnTo>
                  <a:lnTo>
                    <a:pt x="413" y="268"/>
                  </a:lnTo>
                  <a:lnTo>
                    <a:pt x="416" y="268"/>
                  </a:lnTo>
                  <a:lnTo>
                    <a:pt x="417" y="267"/>
                  </a:lnTo>
                  <a:lnTo>
                    <a:pt x="419" y="267"/>
                  </a:lnTo>
                  <a:lnTo>
                    <a:pt x="421" y="266"/>
                  </a:lnTo>
                  <a:lnTo>
                    <a:pt x="423" y="266"/>
                  </a:lnTo>
                  <a:lnTo>
                    <a:pt x="424" y="265"/>
                  </a:lnTo>
                  <a:lnTo>
                    <a:pt x="425" y="265"/>
                  </a:lnTo>
                  <a:lnTo>
                    <a:pt x="427" y="265"/>
                  </a:lnTo>
                  <a:lnTo>
                    <a:pt x="428" y="263"/>
                  </a:lnTo>
                  <a:lnTo>
                    <a:pt x="429" y="263"/>
                  </a:lnTo>
                  <a:lnTo>
                    <a:pt x="430" y="262"/>
                  </a:lnTo>
                  <a:lnTo>
                    <a:pt x="431" y="262"/>
                  </a:lnTo>
                  <a:lnTo>
                    <a:pt x="433" y="262"/>
                  </a:lnTo>
                  <a:lnTo>
                    <a:pt x="434" y="261"/>
                  </a:lnTo>
                  <a:lnTo>
                    <a:pt x="435" y="261"/>
                  </a:lnTo>
                  <a:lnTo>
                    <a:pt x="436" y="261"/>
                  </a:lnTo>
                  <a:lnTo>
                    <a:pt x="437" y="260"/>
                  </a:lnTo>
                  <a:lnTo>
                    <a:pt x="439" y="260"/>
                  </a:lnTo>
                  <a:lnTo>
                    <a:pt x="440" y="259"/>
                  </a:lnTo>
                  <a:lnTo>
                    <a:pt x="441" y="259"/>
                  </a:lnTo>
                  <a:lnTo>
                    <a:pt x="442" y="257"/>
                  </a:lnTo>
                  <a:lnTo>
                    <a:pt x="443" y="257"/>
                  </a:lnTo>
                  <a:lnTo>
                    <a:pt x="445" y="256"/>
                  </a:lnTo>
                  <a:lnTo>
                    <a:pt x="446" y="256"/>
                  </a:lnTo>
                  <a:lnTo>
                    <a:pt x="448" y="255"/>
                  </a:lnTo>
                  <a:lnTo>
                    <a:pt x="449" y="255"/>
                  </a:lnTo>
                  <a:lnTo>
                    <a:pt x="451" y="254"/>
                  </a:lnTo>
                  <a:lnTo>
                    <a:pt x="453" y="253"/>
                  </a:lnTo>
                  <a:lnTo>
                    <a:pt x="454" y="251"/>
                  </a:lnTo>
                  <a:lnTo>
                    <a:pt x="457" y="251"/>
                  </a:lnTo>
                  <a:lnTo>
                    <a:pt x="458" y="250"/>
                  </a:lnTo>
                  <a:lnTo>
                    <a:pt x="460" y="249"/>
                  </a:lnTo>
                  <a:lnTo>
                    <a:pt x="461" y="248"/>
                  </a:lnTo>
                  <a:lnTo>
                    <a:pt x="464" y="248"/>
                  </a:lnTo>
                  <a:lnTo>
                    <a:pt x="465" y="247"/>
                  </a:lnTo>
                  <a:lnTo>
                    <a:pt x="466" y="245"/>
                  </a:lnTo>
                  <a:lnTo>
                    <a:pt x="467" y="245"/>
                  </a:lnTo>
                  <a:lnTo>
                    <a:pt x="469" y="244"/>
                  </a:lnTo>
                  <a:lnTo>
                    <a:pt x="470" y="244"/>
                  </a:lnTo>
                  <a:lnTo>
                    <a:pt x="471" y="243"/>
                  </a:lnTo>
                  <a:lnTo>
                    <a:pt x="472" y="243"/>
                  </a:lnTo>
                  <a:lnTo>
                    <a:pt x="473" y="243"/>
                  </a:lnTo>
                  <a:lnTo>
                    <a:pt x="475" y="242"/>
                  </a:lnTo>
                  <a:lnTo>
                    <a:pt x="476" y="241"/>
                  </a:lnTo>
                  <a:lnTo>
                    <a:pt x="477" y="241"/>
                  </a:lnTo>
                  <a:lnTo>
                    <a:pt x="478" y="239"/>
                  </a:lnTo>
                  <a:lnTo>
                    <a:pt x="479" y="239"/>
                  </a:lnTo>
                  <a:lnTo>
                    <a:pt x="481" y="238"/>
                  </a:lnTo>
                  <a:lnTo>
                    <a:pt x="482" y="238"/>
                  </a:lnTo>
                  <a:lnTo>
                    <a:pt x="483" y="237"/>
                  </a:lnTo>
                  <a:lnTo>
                    <a:pt x="484" y="237"/>
                  </a:lnTo>
                  <a:lnTo>
                    <a:pt x="485" y="236"/>
                  </a:lnTo>
                  <a:lnTo>
                    <a:pt x="487" y="236"/>
                  </a:lnTo>
                  <a:lnTo>
                    <a:pt x="488" y="235"/>
                  </a:lnTo>
                  <a:lnTo>
                    <a:pt x="489" y="235"/>
                  </a:lnTo>
                  <a:lnTo>
                    <a:pt x="490" y="233"/>
                  </a:lnTo>
                  <a:lnTo>
                    <a:pt x="492" y="232"/>
                  </a:lnTo>
                  <a:lnTo>
                    <a:pt x="493" y="232"/>
                  </a:lnTo>
                  <a:lnTo>
                    <a:pt x="494" y="231"/>
                  </a:lnTo>
                  <a:lnTo>
                    <a:pt x="496" y="230"/>
                  </a:lnTo>
                  <a:lnTo>
                    <a:pt x="498" y="229"/>
                  </a:lnTo>
                  <a:lnTo>
                    <a:pt x="500" y="229"/>
                  </a:lnTo>
                  <a:lnTo>
                    <a:pt x="501" y="227"/>
                  </a:lnTo>
                  <a:lnTo>
                    <a:pt x="502" y="226"/>
                  </a:lnTo>
                  <a:lnTo>
                    <a:pt x="504" y="226"/>
                  </a:lnTo>
                  <a:lnTo>
                    <a:pt x="505" y="225"/>
                  </a:lnTo>
                  <a:lnTo>
                    <a:pt x="506" y="224"/>
                  </a:lnTo>
                  <a:lnTo>
                    <a:pt x="507" y="224"/>
                  </a:lnTo>
                  <a:lnTo>
                    <a:pt x="508" y="223"/>
                  </a:lnTo>
                  <a:lnTo>
                    <a:pt x="510" y="223"/>
                  </a:lnTo>
                  <a:lnTo>
                    <a:pt x="511" y="223"/>
                  </a:lnTo>
                  <a:lnTo>
                    <a:pt x="511" y="221"/>
                  </a:lnTo>
                  <a:lnTo>
                    <a:pt x="512" y="221"/>
                  </a:lnTo>
                  <a:lnTo>
                    <a:pt x="513" y="220"/>
                  </a:lnTo>
                  <a:lnTo>
                    <a:pt x="514" y="219"/>
                  </a:lnTo>
                  <a:lnTo>
                    <a:pt x="516" y="219"/>
                  </a:lnTo>
                  <a:lnTo>
                    <a:pt x="517" y="218"/>
                  </a:lnTo>
                  <a:lnTo>
                    <a:pt x="518" y="218"/>
                  </a:lnTo>
                  <a:lnTo>
                    <a:pt x="518" y="217"/>
                  </a:lnTo>
                  <a:lnTo>
                    <a:pt x="519" y="217"/>
                  </a:lnTo>
                  <a:lnTo>
                    <a:pt x="520" y="217"/>
                  </a:lnTo>
                  <a:lnTo>
                    <a:pt x="520" y="215"/>
                  </a:lnTo>
                  <a:lnTo>
                    <a:pt x="522" y="215"/>
                  </a:lnTo>
                  <a:lnTo>
                    <a:pt x="523" y="214"/>
                  </a:lnTo>
                  <a:lnTo>
                    <a:pt x="524" y="214"/>
                  </a:lnTo>
                  <a:lnTo>
                    <a:pt x="525" y="213"/>
                  </a:lnTo>
                  <a:lnTo>
                    <a:pt x="526" y="212"/>
                  </a:lnTo>
                  <a:lnTo>
                    <a:pt x="528" y="212"/>
                  </a:lnTo>
                  <a:lnTo>
                    <a:pt x="529" y="211"/>
                  </a:lnTo>
                  <a:lnTo>
                    <a:pt x="530" y="209"/>
                  </a:lnTo>
                  <a:lnTo>
                    <a:pt x="531" y="208"/>
                  </a:lnTo>
                  <a:lnTo>
                    <a:pt x="532" y="208"/>
                  </a:lnTo>
                  <a:lnTo>
                    <a:pt x="534" y="207"/>
                  </a:lnTo>
                  <a:lnTo>
                    <a:pt x="535" y="207"/>
                  </a:lnTo>
                  <a:lnTo>
                    <a:pt x="536" y="206"/>
                  </a:lnTo>
                  <a:lnTo>
                    <a:pt x="537" y="205"/>
                  </a:lnTo>
                  <a:lnTo>
                    <a:pt x="538" y="205"/>
                  </a:lnTo>
                  <a:lnTo>
                    <a:pt x="538" y="203"/>
                  </a:lnTo>
                  <a:lnTo>
                    <a:pt x="540" y="203"/>
                  </a:lnTo>
                  <a:lnTo>
                    <a:pt x="541" y="202"/>
                  </a:lnTo>
                  <a:lnTo>
                    <a:pt x="542" y="202"/>
                  </a:lnTo>
                  <a:lnTo>
                    <a:pt x="542" y="201"/>
                  </a:lnTo>
                  <a:lnTo>
                    <a:pt x="543" y="201"/>
                  </a:lnTo>
                  <a:lnTo>
                    <a:pt x="544" y="201"/>
                  </a:lnTo>
                  <a:lnTo>
                    <a:pt x="544" y="200"/>
                  </a:lnTo>
                  <a:lnTo>
                    <a:pt x="546" y="200"/>
                  </a:lnTo>
                  <a:lnTo>
                    <a:pt x="546" y="198"/>
                  </a:lnTo>
                  <a:lnTo>
                    <a:pt x="547" y="198"/>
                  </a:lnTo>
                  <a:lnTo>
                    <a:pt x="547" y="197"/>
                  </a:lnTo>
                  <a:lnTo>
                    <a:pt x="548" y="197"/>
                  </a:lnTo>
                  <a:lnTo>
                    <a:pt x="549" y="196"/>
                  </a:lnTo>
                  <a:lnTo>
                    <a:pt x="550" y="196"/>
                  </a:lnTo>
                  <a:lnTo>
                    <a:pt x="550" y="195"/>
                  </a:lnTo>
                  <a:lnTo>
                    <a:pt x="552" y="195"/>
                  </a:lnTo>
                  <a:lnTo>
                    <a:pt x="552" y="194"/>
                  </a:lnTo>
                  <a:lnTo>
                    <a:pt x="553" y="194"/>
                  </a:lnTo>
                  <a:lnTo>
                    <a:pt x="554" y="192"/>
                  </a:lnTo>
                  <a:lnTo>
                    <a:pt x="555" y="191"/>
                  </a:lnTo>
                  <a:lnTo>
                    <a:pt x="556" y="191"/>
                  </a:lnTo>
                  <a:lnTo>
                    <a:pt x="558" y="190"/>
                  </a:lnTo>
                  <a:lnTo>
                    <a:pt x="558" y="189"/>
                  </a:lnTo>
                  <a:lnTo>
                    <a:pt x="559" y="189"/>
                  </a:lnTo>
                  <a:lnTo>
                    <a:pt x="560" y="188"/>
                  </a:lnTo>
                  <a:lnTo>
                    <a:pt x="561" y="188"/>
                  </a:lnTo>
                  <a:lnTo>
                    <a:pt x="561" y="186"/>
                  </a:lnTo>
                  <a:lnTo>
                    <a:pt x="562" y="186"/>
                  </a:lnTo>
                  <a:lnTo>
                    <a:pt x="562" y="185"/>
                  </a:lnTo>
                  <a:lnTo>
                    <a:pt x="564" y="185"/>
                  </a:lnTo>
                  <a:lnTo>
                    <a:pt x="565" y="184"/>
                  </a:lnTo>
                  <a:lnTo>
                    <a:pt x="566" y="184"/>
                  </a:lnTo>
                  <a:lnTo>
                    <a:pt x="566" y="183"/>
                  </a:lnTo>
                  <a:lnTo>
                    <a:pt x="567" y="183"/>
                  </a:lnTo>
                  <a:lnTo>
                    <a:pt x="567" y="182"/>
                  </a:lnTo>
                  <a:lnTo>
                    <a:pt x="568" y="182"/>
                  </a:lnTo>
                  <a:lnTo>
                    <a:pt x="570" y="180"/>
                  </a:lnTo>
                  <a:lnTo>
                    <a:pt x="571" y="180"/>
                  </a:lnTo>
                  <a:lnTo>
                    <a:pt x="572" y="179"/>
                  </a:lnTo>
                  <a:lnTo>
                    <a:pt x="573" y="178"/>
                  </a:lnTo>
                  <a:lnTo>
                    <a:pt x="574" y="178"/>
                  </a:lnTo>
                  <a:lnTo>
                    <a:pt x="574" y="177"/>
                  </a:lnTo>
                  <a:lnTo>
                    <a:pt x="576" y="177"/>
                  </a:lnTo>
                  <a:lnTo>
                    <a:pt x="577" y="176"/>
                  </a:lnTo>
                  <a:lnTo>
                    <a:pt x="578" y="174"/>
                  </a:lnTo>
                  <a:lnTo>
                    <a:pt x="579" y="174"/>
                  </a:lnTo>
                  <a:lnTo>
                    <a:pt x="580" y="173"/>
                  </a:lnTo>
                  <a:lnTo>
                    <a:pt x="582" y="172"/>
                  </a:lnTo>
                  <a:lnTo>
                    <a:pt x="583" y="172"/>
                  </a:lnTo>
                  <a:lnTo>
                    <a:pt x="584" y="171"/>
                  </a:lnTo>
                  <a:lnTo>
                    <a:pt x="585" y="170"/>
                  </a:lnTo>
                  <a:lnTo>
                    <a:pt x="586" y="168"/>
                  </a:lnTo>
                  <a:lnTo>
                    <a:pt x="588" y="168"/>
                  </a:lnTo>
                  <a:lnTo>
                    <a:pt x="589" y="167"/>
                  </a:lnTo>
                  <a:lnTo>
                    <a:pt x="589" y="166"/>
                  </a:lnTo>
                  <a:lnTo>
                    <a:pt x="590" y="166"/>
                  </a:lnTo>
                  <a:lnTo>
                    <a:pt x="591" y="165"/>
                  </a:lnTo>
                  <a:lnTo>
                    <a:pt x="592" y="164"/>
                  </a:lnTo>
                  <a:lnTo>
                    <a:pt x="594" y="162"/>
                  </a:lnTo>
                  <a:lnTo>
                    <a:pt x="595" y="162"/>
                  </a:lnTo>
                  <a:lnTo>
                    <a:pt x="595" y="161"/>
                  </a:lnTo>
                  <a:lnTo>
                    <a:pt x="596" y="160"/>
                  </a:lnTo>
                  <a:lnTo>
                    <a:pt x="597" y="160"/>
                  </a:lnTo>
                  <a:lnTo>
                    <a:pt x="597" y="159"/>
                  </a:lnTo>
                  <a:lnTo>
                    <a:pt x="598" y="158"/>
                  </a:lnTo>
                  <a:lnTo>
                    <a:pt x="600" y="156"/>
                  </a:lnTo>
                  <a:lnTo>
                    <a:pt x="601" y="155"/>
                  </a:lnTo>
                  <a:lnTo>
                    <a:pt x="602" y="154"/>
                  </a:lnTo>
                  <a:lnTo>
                    <a:pt x="602" y="153"/>
                  </a:lnTo>
                  <a:lnTo>
                    <a:pt x="603" y="152"/>
                  </a:lnTo>
                  <a:lnTo>
                    <a:pt x="604" y="150"/>
                  </a:lnTo>
                  <a:lnTo>
                    <a:pt x="606" y="150"/>
                  </a:lnTo>
                  <a:lnTo>
                    <a:pt x="607" y="149"/>
                  </a:lnTo>
                  <a:lnTo>
                    <a:pt x="608" y="148"/>
                  </a:lnTo>
                  <a:lnTo>
                    <a:pt x="609" y="147"/>
                  </a:lnTo>
                  <a:lnTo>
                    <a:pt x="609" y="146"/>
                  </a:lnTo>
                  <a:lnTo>
                    <a:pt x="611" y="146"/>
                  </a:lnTo>
                  <a:lnTo>
                    <a:pt x="612" y="144"/>
                  </a:lnTo>
                  <a:lnTo>
                    <a:pt x="612" y="143"/>
                  </a:lnTo>
                  <a:lnTo>
                    <a:pt x="613" y="143"/>
                  </a:lnTo>
                  <a:lnTo>
                    <a:pt x="613" y="142"/>
                  </a:lnTo>
                  <a:lnTo>
                    <a:pt x="614" y="141"/>
                  </a:lnTo>
                  <a:lnTo>
                    <a:pt x="615" y="140"/>
                  </a:lnTo>
                  <a:lnTo>
                    <a:pt x="617" y="138"/>
                  </a:lnTo>
                  <a:lnTo>
                    <a:pt x="618" y="137"/>
                  </a:lnTo>
                  <a:lnTo>
                    <a:pt x="619" y="136"/>
                  </a:lnTo>
                  <a:lnTo>
                    <a:pt x="619" y="135"/>
                  </a:lnTo>
                  <a:lnTo>
                    <a:pt x="620" y="135"/>
                  </a:lnTo>
                  <a:lnTo>
                    <a:pt x="621" y="134"/>
                  </a:lnTo>
                  <a:lnTo>
                    <a:pt x="621" y="132"/>
                  </a:lnTo>
                  <a:lnTo>
                    <a:pt x="623" y="131"/>
                  </a:lnTo>
                  <a:lnTo>
                    <a:pt x="624" y="130"/>
                  </a:lnTo>
                  <a:lnTo>
                    <a:pt x="625" y="129"/>
                  </a:lnTo>
                  <a:lnTo>
                    <a:pt x="626" y="128"/>
                  </a:lnTo>
                  <a:lnTo>
                    <a:pt x="627" y="126"/>
                  </a:lnTo>
                  <a:lnTo>
                    <a:pt x="629" y="125"/>
                  </a:lnTo>
                  <a:lnTo>
                    <a:pt x="630" y="123"/>
                  </a:lnTo>
                  <a:lnTo>
                    <a:pt x="631" y="122"/>
                  </a:lnTo>
                  <a:lnTo>
                    <a:pt x="632" y="120"/>
                  </a:lnTo>
                  <a:lnTo>
                    <a:pt x="633" y="118"/>
                  </a:lnTo>
                  <a:lnTo>
                    <a:pt x="635" y="117"/>
                  </a:lnTo>
                  <a:lnTo>
                    <a:pt x="636" y="116"/>
                  </a:lnTo>
                  <a:lnTo>
                    <a:pt x="637" y="114"/>
                  </a:lnTo>
                  <a:lnTo>
                    <a:pt x="638" y="113"/>
                  </a:lnTo>
                  <a:lnTo>
                    <a:pt x="638" y="112"/>
                  </a:lnTo>
                  <a:lnTo>
                    <a:pt x="639" y="111"/>
                  </a:lnTo>
                  <a:lnTo>
                    <a:pt x="641" y="110"/>
                  </a:lnTo>
                  <a:lnTo>
                    <a:pt x="642" y="108"/>
                  </a:lnTo>
                  <a:lnTo>
                    <a:pt x="643" y="107"/>
                  </a:lnTo>
                  <a:lnTo>
                    <a:pt x="643" y="106"/>
                  </a:lnTo>
                  <a:lnTo>
                    <a:pt x="644" y="105"/>
                  </a:lnTo>
                  <a:lnTo>
                    <a:pt x="645" y="104"/>
                  </a:lnTo>
                  <a:lnTo>
                    <a:pt x="647" y="102"/>
                  </a:lnTo>
                  <a:lnTo>
                    <a:pt x="647" y="101"/>
                  </a:lnTo>
                  <a:lnTo>
                    <a:pt x="648" y="100"/>
                  </a:lnTo>
                  <a:lnTo>
                    <a:pt x="649" y="100"/>
                  </a:lnTo>
                  <a:lnTo>
                    <a:pt x="649" y="99"/>
                  </a:lnTo>
                  <a:lnTo>
                    <a:pt x="650" y="98"/>
                  </a:lnTo>
                  <a:lnTo>
                    <a:pt x="651" y="96"/>
                  </a:lnTo>
                  <a:lnTo>
                    <a:pt x="651" y="95"/>
                  </a:lnTo>
                  <a:lnTo>
                    <a:pt x="653" y="94"/>
                  </a:lnTo>
                  <a:lnTo>
                    <a:pt x="654" y="93"/>
                  </a:lnTo>
                  <a:lnTo>
                    <a:pt x="655" y="92"/>
                  </a:lnTo>
                  <a:lnTo>
                    <a:pt x="656" y="89"/>
                  </a:lnTo>
                  <a:lnTo>
                    <a:pt x="657" y="88"/>
                  </a:lnTo>
                  <a:lnTo>
                    <a:pt x="657" y="87"/>
                  </a:lnTo>
                  <a:lnTo>
                    <a:pt x="660" y="84"/>
                  </a:lnTo>
                  <a:lnTo>
                    <a:pt x="661" y="83"/>
                  </a:lnTo>
                  <a:lnTo>
                    <a:pt x="662" y="81"/>
                  </a:lnTo>
                  <a:lnTo>
                    <a:pt x="663" y="79"/>
                  </a:lnTo>
                  <a:lnTo>
                    <a:pt x="665" y="77"/>
                  </a:lnTo>
                  <a:lnTo>
                    <a:pt x="666" y="76"/>
                  </a:lnTo>
                  <a:lnTo>
                    <a:pt x="667" y="75"/>
                  </a:lnTo>
                  <a:lnTo>
                    <a:pt x="668" y="72"/>
                  </a:lnTo>
                  <a:lnTo>
                    <a:pt x="668" y="71"/>
                  </a:lnTo>
                  <a:lnTo>
                    <a:pt x="669" y="70"/>
                  </a:lnTo>
                  <a:lnTo>
                    <a:pt x="671" y="69"/>
                  </a:lnTo>
                  <a:lnTo>
                    <a:pt x="672" y="67"/>
                  </a:lnTo>
                  <a:lnTo>
                    <a:pt x="672" y="66"/>
                  </a:lnTo>
                  <a:lnTo>
                    <a:pt x="673" y="65"/>
                  </a:lnTo>
                  <a:lnTo>
                    <a:pt x="674" y="65"/>
                  </a:lnTo>
                  <a:lnTo>
                    <a:pt x="674" y="64"/>
                  </a:lnTo>
                  <a:lnTo>
                    <a:pt x="675" y="63"/>
                  </a:lnTo>
                  <a:lnTo>
                    <a:pt x="675" y="61"/>
                  </a:lnTo>
                  <a:lnTo>
                    <a:pt x="677" y="60"/>
                  </a:lnTo>
                  <a:lnTo>
                    <a:pt x="678" y="59"/>
                  </a:lnTo>
                  <a:lnTo>
                    <a:pt x="678" y="58"/>
                  </a:lnTo>
                  <a:lnTo>
                    <a:pt x="679" y="58"/>
                  </a:lnTo>
                  <a:lnTo>
                    <a:pt x="679" y="57"/>
                  </a:lnTo>
                  <a:lnTo>
                    <a:pt x="680" y="55"/>
                  </a:lnTo>
                  <a:lnTo>
                    <a:pt x="681" y="54"/>
                  </a:lnTo>
                  <a:lnTo>
                    <a:pt x="683" y="53"/>
                  </a:lnTo>
                  <a:lnTo>
                    <a:pt x="683" y="52"/>
                  </a:lnTo>
                  <a:lnTo>
                    <a:pt x="684" y="49"/>
                  </a:lnTo>
                  <a:lnTo>
                    <a:pt x="685" y="48"/>
                  </a:lnTo>
                  <a:lnTo>
                    <a:pt x="686" y="47"/>
                  </a:lnTo>
                  <a:lnTo>
                    <a:pt x="687" y="46"/>
                  </a:lnTo>
                  <a:lnTo>
                    <a:pt x="689" y="43"/>
                  </a:lnTo>
                  <a:lnTo>
                    <a:pt x="690" y="42"/>
                  </a:lnTo>
                  <a:lnTo>
                    <a:pt x="691" y="40"/>
                  </a:lnTo>
                  <a:lnTo>
                    <a:pt x="692" y="37"/>
                  </a:lnTo>
                  <a:lnTo>
                    <a:pt x="695" y="36"/>
                  </a:lnTo>
                  <a:lnTo>
                    <a:pt x="696" y="34"/>
                  </a:lnTo>
                  <a:lnTo>
                    <a:pt x="697" y="33"/>
                  </a:lnTo>
                  <a:lnTo>
                    <a:pt x="698" y="31"/>
                  </a:lnTo>
                  <a:lnTo>
                    <a:pt x="698" y="29"/>
                  </a:lnTo>
                  <a:lnTo>
                    <a:pt x="699" y="28"/>
                  </a:lnTo>
                  <a:lnTo>
                    <a:pt x="701" y="27"/>
                  </a:lnTo>
                  <a:lnTo>
                    <a:pt x="702" y="25"/>
                  </a:lnTo>
                  <a:lnTo>
                    <a:pt x="702" y="24"/>
                  </a:lnTo>
                  <a:lnTo>
                    <a:pt x="703" y="23"/>
                  </a:lnTo>
                  <a:lnTo>
                    <a:pt x="704" y="22"/>
                  </a:lnTo>
                  <a:lnTo>
                    <a:pt x="705" y="21"/>
                  </a:lnTo>
                  <a:lnTo>
                    <a:pt x="705" y="19"/>
                  </a:lnTo>
                  <a:lnTo>
                    <a:pt x="707" y="18"/>
                  </a:lnTo>
                  <a:lnTo>
                    <a:pt x="707" y="17"/>
                  </a:lnTo>
                  <a:lnTo>
                    <a:pt x="708" y="17"/>
                  </a:lnTo>
                  <a:lnTo>
                    <a:pt x="708" y="16"/>
                  </a:lnTo>
                  <a:lnTo>
                    <a:pt x="709" y="15"/>
                  </a:lnTo>
                  <a:lnTo>
                    <a:pt x="709" y="13"/>
                  </a:lnTo>
                  <a:lnTo>
                    <a:pt x="710" y="13"/>
                  </a:lnTo>
                  <a:lnTo>
                    <a:pt x="710" y="12"/>
                  </a:lnTo>
                  <a:lnTo>
                    <a:pt x="711" y="11"/>
                  </a:lnTo>
                  <a:lnTo>
                    <a:pt x="713" y="10"/>
                  </a:lnTo>
                  <a:lnTo>
                    <a:pt x="713" y="9"/>
                  </a:lnTo>
                  <a:lnTo>
                    <a:pt x="714" y="7"/>
                  </a:lnTo>
                  <a:lnTo>
                    <a:pt x="714" y="6"/>
                  </a:lnTo>
                  <a:lnTo>
                    <a:pt x="715" y="5"/>
                  </a:lnTo>
                  <a:lnTo>
                    <a:pt x="716" y="3"/>
                  </a:lnTo>
                  <a:lnTo>
                    <a:pt x="716" y="1"/>
                  </a:lnTo>
                  <a:lnTo>
                    <a:pt x="717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10" name="Freeform 253">
              <a:extLst>
                <a:ext uri="{FF2B5EF4-FFF2-40B4-BE49-F238E27FC236}">
                  <a16:creationId xmlns:a16="http://schemas.microsoft.com/office/drawing/2014/main" id="{C9FFEAB3-0B50-4BB4-AB7F-238EBA56F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228"/>
              <a:ext cx="42" cy="144"/>
            </a:xfrm>
            <a:custGeom>
              <a:avLst/>
              <a:gdLst>
                <a:gd name="T0" fmla="*/ 0 w 86"/>
                <a:gd name="T1" fmla="*/ 1 h 287"/>
                <a:gd name="T2" fmla="*/ 0 w 86"/>
                <a:gd name="T3" fmla="*/ 1 h 287"/>
                <a:gd name="T4" fmla="*/ 0 w 86"/>
                <a:gd name="T5" fmla="*/ 1 h 287"/>
                <a:gd name="T6" fmla="*/ 0 w 86"/>
                <a:gd name="T7" fmla="*/ 1 h 287"/>
                <a:gd name="T8" fmla="*/ 0 w 86"/>
                <a:gd name="T9" fmla="*/ 1 h 287"/>
                <a:gd name="T10" fmla="*/ 0 w 86"/>
                <a:gd name="T11" fmla="*/ 1 h 287"/>
                <a:gd name="T12" fmla="*/ 0 w 86"/>
                <a:gd name="T13" fmla="*/ 1 h 287"/>
                <a:gd name="T14" fmla="*/ 0 w 86"/>
                <a:gd name="T15" fmla="*/ 1 h 287"/>
                <a:gd name="T16" fmla="*/ 0 w 86"/>
                <a:gd name="T17" fmla="*/ 1 h 287"/>
                <a:gd name="T18" fmla="*/ 0 w 86"/>
                <a:gd name="T19" fmla="*/ 1 h 287"/>
                <a:gd name="T20" fmla="*/ 0 w 86"/>
                <a:gd name="T21" fmla="*/ 1 h 287"/>
                <a:gd name="T22" fmla="*/ 0 w 86"/>
                <a:gd name="T23" fmla="*/ 1 h 287"/>
                <a:gd name="T24" fmla="*/ 0 w 86"/>
                <a:gd name="T25" fmla="*/ 1 h 287"/>
                <a:gd name="T26" fmla="*/ 0 w 86"/>
                <a:gd name="T27" fmla="*/ 1 h 287"/>
                <a:gd name="T28" fmla="*/ 0 w 86"/>
                <a:gd name="T29" fmla="*/ 1 h 287"/>
                <a:gd name="T30" fmla="*/ 0 w 86"/>
                <a:gd name="T31" fmla="*/ 1 h 287"/>
                <a:gd name="T32" fmla="*/ 0 w 86"/>
                <a:gd name="T33" fmla="*/ 1 h 287"/>
                <a:gd name="T34" fmla="*/ 0 w 86"/>
                <a:gd name="T35" fmla="*/ 1 h 287"/>
                <a:gd name="T36" fmla="*/ 0 w 86"/>
                <a:gd name="T37" fmla="*/ 1 h 287"/>
                <a:gd name="T38" fmla="*/ 0 w 86"/>
                <a:gd name="T39" fmla="*/ 1 h 287"/>
                <a:gd name="T40" fmla="*/ 0 w 86"/>
                <a:gd name="T41" fmla="*/ 1 h 287"/>
                <a:gd name="T42" fmla="*/ 0 w 86"/>
                <a:gd name="T43" fmla="*/ 1 h 287"/>
                <a:gd name="T44" fmla="*/ 0 w 86"/>
                <a:gd name="T45" fmla="*/ 1 h 287"/>
                <a:gd name="T46" fmla="*/ 0 w 86"/>
                <a:gd name="T47" fmla="*/ 1 h 287"/>
                <a:gd name="T48" fmla="*/ 0 w 86"/>
                <a:gd name="T49" fmla="*/ 1 h 287"/>
                <a:gd name="T50" fmla="*/ 0 w 86"/>
                <a:gd name="T51" fmla="*/ 1 h 287"/>
                <a:gd name="T52" fmla="*/ 0 w 86"/>
                <a:gd name="T53" fmla="*/ 1 h 287"/>
                <a:gd name="T54" fmla="*/ 0 w 86"/>
                <a:gd name="T55" fmla="*/ 1 h 287"/>
                <a:gd name="T56" fmla="*/ 0 w 86"/>
                <a:gd name="T57" fmla="*/ 1 h 287"/>
                <a:gd name="T58" fmla="*/ 0 w 86"/>
                <a:gd name="T59" fmla="*/ 1 h 287"/>
                <a:gd name="T60" fmla="*/ 0 w 86"/>
                <a:gd name="T61" fmla="*/ 1 h 287"/>
                <a:gd name="T62" fmla="*/ 0 w 86"/>
                <a:gd name="T63" fmla="*/ 1 h 287"/>
                <a:gd name="T64" fmla="*/ 0 w 86"/>
                <a:gd name="T65" fmla="*/ 1 h 287"/>
                <a:gd name="T66" fmla="*/ 0 w 86"/>
                <a:gd name="T67" fmla="*/ 1 h 287"/>
                <a:gd name="T68" fmla="*/ 0 w 86"/>
                <a:gd name="T69" fmla="*/ 1 h 287"/>
                <a:gd name="T70" fmla="*/ 0 w 86"/>
                <a:gd name="T71" fmla="*/ 1 h 287"/>
                <a:gd name="T72" fmla="*/ 0 w 86"/>
                <a:gd name="T73" fmla="*/ 1 h 287"/>
                <a:gd name="T74" fmla="*/ 0 w 86"/>
                <a:gd name="T75" fmla="*/ 1 h 287"/>
                <a:gd name="T76" fmla="*/ 0 w 86"/>
                <a:gd name="T77" fmla="*/ 1 h 287"/>
                <a:gd name="T78" fmla="*/ 0 w 86"/>
                <a:gd name="T79" fmla="*/ 1 h 287"/>
                <a:gd name="T80" fmla="*/ 0 w 86"/>
                <a:gd name="T81" fmla="*/ 1 h 287"/>
                <a:gd name="T82" fmla="*/ 0 w 86"/>
                <a:gd name="T83" fmla="*/ 1 h 287"/>
                <a:gd name="T84" fmla="*/ 0 w 86"/>
                <a:gd name="T85" fmla="*/ 1 h 287"/>
                <a:gd name="T86" fmla="*/ 0 w 86"/>
                <a:gd name="T87" fmla="*/ 1 h 287"/>
                <a:gd name="T88" fmla="*/ 0 w 86"/>
                <a:gd name="T89" fmla="*/ 1 h 287"/>
                <a:gd name="T90" fmla="*/ 0 w 86"/>
                <a:gd name="T91" fmla="*/ 1 h 287"/>
                <a:gd name="T92" fmla="*/ 0 w 86"/>
                <a:gd name="T93" fmla="*/ 1 h 287"/>
                <a:gd name="T94" fmla="*/ 0 w 86"/>
                <a:gd name="T95" fmla="*/ 1 h 287"/>
                <a:gd name="T96" fmla="*/ 0 w 86"/>
                <a:gd name="T97" fmla="*/ 1 h 287"/>
                <a:gd name="T98" fmla="*/ 0 w 86"/>
                <a:gd name="T99" fmla="*/ 1 h 287"/>
                <a:gd name="T100" fmla="*/ 0 w 86"/>
                <a:gd name="T101" fmla="*/ 1 h 287"/>
                <a:gd name="T102" fmla="*/ 0 w 86"/>
                <a:gd name="T103" fmla="*/ 1 h 287"/>
                <a:gd name="T104" fmla="*/ 0 w 86"/>
                <a:gd name="T105" fmla="*/ 1 h 287"/>
                <a:gd name="T106" fmla="*/ 0 w 86"/>
                <a:gd name="T107" fmla="*/ 1 h 287"/>
                <a:gd name="T108" fmla="*/ 0 w 86"/>
                <a:gd name="T109" fmla="*/ 1 h 287"/>
                <a:gd name="T110" fmla="*/ 0 w 86"/>
                <a:gd name="T111" fmla="*/ 1 h 287"/>
                <a:gd name="T112" fmla="*/ 0 w 86"/>
                <a:gd name="T113" fmla="*/ 1 h 2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7">
                  <a:moveTo>
                    <a:pt x="0" y="0"/>
                  </a:moveTo>
                  <a:lnTo>
                    <a:pt x="3" y="3"/>
                  </a:lnTo>
                  <a:lnTo>
                    <a:pt x="4" y="6"/>
                  </a:lnTo>
                  <a:lnTo>
                    <a:pt x="6" y="8"/>
                  </a:lnTo>
                  <a:lnTo>
                    <a:pt x="8" y="12"/>
                  </a:lnTo>
                  <a:lnTo>
                    <a:pt x="9" y="14"/>
                  </a:lnTo>
                  <a:lnTo>
                    <a:pt x="10" y="15"/>
                  </a:lnTo>
                  <a:lnTo>
                    <a:pt x="11" y="18"/>
                  </a:lnTo>
                  <a:lnTo>
                    <a:pt x="12" y="20"/>
                  </a:lnTo>
                  <a:lnTo>
                    <a:pt x="14" y="21"/>
                  </a:lnTo>
                  <a:lnTo>
                    <a:pt x="15" y="24"/>
                  </a:lnTo>
                  <a:lnTo>
                    <a:pt x="15" y="25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0"/>
                  </a:lnTo>
                  <a:lnTo>
                    <a:pt x="18" y="31"/>
                  </a:lnTo>
                  <a:lnTo>
                    <a:pt x="18" y="32"/>
                  </a:lnTo>
                  <a:lnTo>
                    <a:pt x="20" y="34"/>
                  </a:lnTo>
                  <a:lnTo>
                    <a:pt x="20" y="35"/>
                  </a:lnTo>
                  <a:lnTo>
                    <a:pt x="21" y="36"/>
                  </a:lnTo>
                  <a:lnTo>
                    <a:pt x="21" y="37"/>
                  </a:lnTo>
                  <a:lnTo>
                    <a:pt x="22" y="38"/>
                  </a:lnTo>
                  <a:lnTo>
                    <a:pt x="22" y="40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3" y="43"/>
                  </a:lnTo>
                  <a:lnTo>
                    <a:pt x="24" y="44"/>
                  </a:lnTo>
                  <a:lnTo>
                    <a:pt x="24" y="46"/>
                  </a:lnTo>
                  <a:lnTo>
                    <a:pt x="26" y="47"/>
                  </a:lnTo>
                  <a:lnTo>
                    <a:pt x="26" y="48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5"/>
                  </a:lnTo>
                  <a:lnTo>
                    <a:pt x="30" y="58"/>
                  </a:lnTo>
                  <a:lnTo>
                    <a:pt x="30" y="59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4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6"/>
                  </a:lnTo>
                  <a:lnTo>
                    <a:pt x="34" y="67"/>
                  </a:lnTo>
                  <a:lnTo>
                    <a:pt x="34" y="68"/>
                  </a:lnTo>
                  <a:lnTo>
                    <a:pt x="35" y="70"/>
                  </a:lnTo>
                  <a:lnTo>
                    <a:pt x="35" y="71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4"/>
                  </a:lnTo>
                  <a:lnTo>
                    <a:pt x="38" y="74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9" y="78"/>
                  </a:lnTo>
                  <a:lnTo>
                    <a:pt x="39" y="79"/>
                  </a:lnTo>
                  <a:lnTo>
                    <a:pt x="39" y="80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3" y="89"/>
                  </a:lnTo>
                  <a:lnTo>
                    <a:pt x="43" y="90"/>
                  </a:lnTo>
                  <a:lnTo>
                    <a:pt x="44" y="92"/>
                  </a:lnTo>
                  <a:lnTo>
                    <a:pt x="45" y="95"/>
                  </a:lnTo>
                  <a:lnTo>
                    <a:pt x="45" y="96"/>
                  </a:lnTo>
                  <a:lnTo>
                    <a:pt x="46" y="98"/>
                  </a:lnTo>
                  <a:lnTo>
                    <a:pt x="46" y="100"/>
                  </a:lnTo>
                  <a:lnTo>
                    <a:pt x="47" y="101"/>
                  </a:lnTo>
                  <a:lnTo>
                    <a:pt x="47" y="102"/>
                  </a:lnTo>
                  <a:lnTo>
                    <a:pt x="49" y="104"/>
                  </a:lnTo>
                  <a:lnTo>
                    <a:pt x="49" y="106"/>
                  </a:lnTo>
                  <a:lnTo>
                    <a:pt x="49" y="107"/>
                  </a:lnTo>
                  <a:lnTo>
                    <a:pt x="50" y="108"/>
                  </a:lnTo>
                  <a:lnTo>
                    <a:pt x="50" y="109"/>
                  </a:lnTo>
                  <a:lnTo>
                    <a:pt x="51" y="110"/>
                  </a:lnTo>
                  <a:lnTo>
                    <a:pt x="51" y="112"/>
                  </a:lnTo>
                  <a:lnTo>
                    <a:pt x="51" y="113"/>
                  </a:lnTo>
                  <a:lnTo>
                    <a:pt x="52" y="114"/>
                  </a:lnTo>
                  <a:lnTo>
                    <a:pt x="52" y="115"/>
                  </a:lnTo>
                  <a:lnTo>
                    <a:pt x="52" y="116"/>
                  </a:lnTo>
                  <a:lnTo>
                    <a:pt x="53" y="118"/>
                  </a:lnTo>
                  <a:lnTo>
                    <a:pt x="53" y="119"/>
                  </a:lnTo>
                  <a:lnTo>
                    <a:pt x="53" y="120"/>
                  </a:lnTo>
                  <a:lnTo>
                    <a:pt x="55" y="121"/>
                  </a:lnTo>
                  <a:lnTo>
                    <a:pt x="55" y="122"/>
                  </a:lnTo>
                  <a:lnTo>
                    <a:pt x="55" y="125"/>
                  </a:lnTo>
                  <a:lnTo>
                    <a:pt x="56" y="126"/>
                  </a:lnTo>
                  <a:lnTo>
                    <a:pt x="56" y="127"/>
                  </a:lnTo>
                  <a:lnTo>
                    <a:pt x="57" y="128"/>
                  </a:lnTo>
                  <a:lnTo>
                    <a:pt x="57" y="131"/>
                  </a:lnTo>
                  <a:lnTo>
                    <a:pt x="57" y="132"/>
                  </a:lnTo>
                  <a:lnTo>
                    <a:pt x="58" y="134"/>
                  </a:lnTo>
                  <a:lnTo>
                    <a:pt x="58" y="136"/>
                  </a:lnTo>
                  <a:lnTo>
                    <a:pt x="59" y="138"/>
                  </a:lnTo>
                  <a:lnTo>
                    <a:pt x="61" y="139"/>
                  </a:lnTo>
                  <a:lnTo>
                    <a:pt x="61" y="142"/>
                  </a:lnTo>
                  <a:lnTo>
                    <a:pt x="61" y="143"/>
                  </a:lnTo>
                  <a:lnTo>
                    <a:pt x="62" y="145"/>
                  </a:lnTo>
                  <a:lnTo>
                    <a:pt x="62" y="147"/>
                  </a:lnTo>
                  <a:lnTo>
                    <a:pt x="63" y="148"/>
                  </a:lnTo>
                  <a:lnTo>
                    <a:pt x="63" y="149"/>
                  </a:lnTo>
                  <a:lnTo>
                    <a:pt x="63" y="150"/>
                  </a:lnTo>
                  <a:lnTo>
                    <a:pt x="64" y="151"/>
                  </a:lnTo>
                  <a:lnTo>
                    <a:pt x="64" y="153"/>
                  </a:lnTo>
                  <a:lnTo>
                    <a:pt x="64" y="154"/>
                  </a:lnTo>
                  <a:lnTo>
                    <a:pt x="64" y="155"/>
                  </a:lnTo>
                  <a:lnTo>
                    <a:pt x="65" y="156"/>
                  </a:lnTo>
                  <a:lnTo>
                    <a:pt x="65" y="157"/>
                  </a:lnTo>
                  <a:lnTo>
                    <a:pt x="67" y="159"/>
                  </a:lnTo>
                  <a:lnTo>
                    <a:pt x="67" y="160"/>
                  </a:lnTo>
                  <a:lnTo>
                    <a:pt x="67" y="161"/>
                  </a:lnTo>
                  <a:lnTo>
                    <a:pt x="67" y="162"/>
                  </a:lnTo>
                  <a:lnTo>
                    <a:pt x="68" y="163"/>
                  </a:lnTo>
                  <a:lnTo>
                    <a:pt x="68" y="165"/>
                  </a:lnTo>
                  <a:lnTo>
                    <a:pt x="68" y="166"/>
                  </a:lnTo>
                  <a:lnTo>
                    <a:pt x="69" y="167"/>
                  </a:lnTo>
                  <a:lnTo>
                    <a:pt x="69" y="168"/>
                  </a:lnTo>
                  <a:lnTo>
                    <a:pt x="69" y="169"/>
                  </a:lnTo>
                  <a:lnTo>
                    <a:pt x="70" y="171"/>
                  </a:lnTo>
                  <a:lnTo>
                    <a:pt x="70" y="172"/>
                  </a:lnTo>
                  <a:lnTo>
                    <a:pt x="70" y="174"/>
                  </a:lnTo>
                  <a:lnTo>
                    <a:pt x="71" y="175"/>
                  </a:lnTo>
                  <a:lnTo>
                    <a:pt x="71" y="178"/>
                  </a:lnTo>
                  <a:lnTo>
                    <a:pt x="73" y="179"/>
                  </a:lnTo>
                  <a:lnTo>
                    <a:pt x="73" y="181"/>
                  </a:lnTo>
                  <a:lnTo>
                    <a:pt x="74" y="184"/>
                  </a:lnTo>
                  <a:lnTo>
                    <a:pt x="74" y="185"/>
                  </a:lnTo>
                  <a:lnTo>
                    <a:pt x="75" y="186"/>
                  </a:lnTo>
                  <a:lnTo>
                    <a:pt x="75" y="189"/>
                  </a:lnTo>
                  <a:lnTo>
                    <a:pt x="75" y="190"/>
                  </a:lnTo>
                  <a:lnTo>
                    <a:pt x="76" y="191"/>
                  </a:lnTo>
                  <a:lnTo>
                    <a:pt x="76" y="192"/>
                  </a:lnTo>
                  <a:lnTo>
                    <a:pt x="76" y="193"/>
                  </a:lnTo>
                  <a:lnTo>
                    <a:pt x="77" y="195"/>
                  </a:lnTo>
                  <a:lnTo>
                    <a:pt x="77" y="196"/>
                  </a:lnTo>
                  <a:lnTo>
                    <a:pt x="77" y="197"/>
                  </a:lnTo>
                  <a:lnTo>
                    <a:pt x="77" y="198"/>
                  </a:lnTo>
                  <a:lnTo>
                    <a:pt x="79" y="199"/>
                  </a:lnTo>
                  <a:lnTo>
                    <a:pt x="79" y="201"/>
                  </a:lnTo>
                  <a:lnTo>
                    <a:pt x="79" y="202"/>
                  </a:lnTo>
                  <a:lnTo>
                    <a:pt x="79" y="203"/>
                  </a:lnTo>
                  <a:lnTo>
                    <a:pt x="79" y="204"/>
                  </a:lnTo>
                  <a:lnTo>
                    <a:pt x="80" y="205"/>
                  </a:lnTo>
                  <a:lnTo>
                    <a:pt x="80" y="207"/>
                  </a:lnTo>
                  <a:lnTo>
                    <a:pt x="80" y="208"/>
                  </a:lnTo>
                  <a:lnTo>
                    <a:pt x="80" y="209"/>
                  </a:lnTo>
                  <a:lnTo>
                    <a:pt x="80" y="210"/>
                  </a:lnTo>
                  <a:lnTo>
                    <a:pt x="80" y="211"/>
                  </a:lnTo>
                  <a:lnTo>
                    <a:pt x="80" y="213"/>
                  </a:lnTo>
                  <a:lnTo>
                    <a:pt x="80" y="214"/>
                  </a:lnTo>
                  <a:lnTo>
                    <a:pt x="80" y="215"/>
                  </a:lnTo>
                  <a:lnTo>
                    <a:pt x="80" y="216"/>
                  </a:lnTo>
                  <a:lnTo>
                    <a:pt x="81" y="219"/>
                  </a:lnTo>
                  <a:lnTo>
                    <a:pt x="81" y="220"/>
                  </a:lnTo>
                  <a:lnTo>
                    <a:pt x="81" y="222"/>
                  </a:lnTo>
                  <a:lnTo>
                    <a:pt x="81" y="223"/>
                  </a:lnTo>
                  <a:lnTo>
                    <a:pt x="81" y="225"/>
                  </a:lnTo>
                  <a:lnTo>
                    <a:pt x="81" y="226"/>
                  </a:lnTo>
                  <a:lnTo>
                    <a:pt x="81" y="227"/>
                  </a:lnTo>
                  <a:lnTo>
                    <a:pt x="81" y="229"/>
                  </a:lnTo>
                  <a:lnTo>
                    <a:pt x="81" y="231"/>
                  </a:lnTo>
                  <a:lnTo>
                    <a:pt x="81" y="232"/>
                  </a:lnTo>
                  <a:lnTo>
                    <a:pt x="82" y="233"/>
                  </a:lnTo>
                  <a:lnTo>
                    <a:pt x="82" y="234"/>
                  </a:lnTo>
                  <a:lnTo>
                    <a:pt x="82" y="235"/>
                  </a:lnTo>
                  <a:lnTo>
                    <a:pt x="82" y="237"/>
                  </a:lnTo>
                  <a:lnTo>
                    <a:pt x="82" y="238"/>
                  </a:lnTo>
                  <a:lnTo>
                    <a:pt x="82" y="239"/>
                  </a:lnTo>
                  <a:lnTo>
                    <a:pt x="82" y="240"/>
                  </a:lnTo>
                  <a:lnTo>
                    <a:pt x="82" y="241"/>
                  </a:lnTo>
                  <a:lnTo>
                    <a:pt x="83" y="243"/>
                  </a:lnTo>
                  <a:lnTo>
                    <a:pt x="83" y="244"/>
                  </a:lnTo>
                  <a:lnTo>
                    <a:pt x="83" y="245"/>
                  </a:lnTo>
                  <a:lnTo>
                    <a:pt x="83" y="246"/>
                  </a:lnTo>
                  <a:lnTo>
                    <a:pt x="83" y="247"/>
                  </a:lnTo>
                  <a:lnTo>
                    <a:pt x="85" y="249"/>
                  </a:lnTo>
                  <a:lnTo>
                    <a:pt x="85" y="250"/>
                  </a:lnTo>
                  <a:lnTo>
                    <a:pt x="85" y="251"/>
                  </a:lnTo>
                  <a:lnTo>
                    <a:pt x="85" y="252"/>
                  </a:lnTo>
                  <a:lnTo>
                    <a:pt x="85" y="253"/>
                  </a:lnTo>
                  <a:lnTo>
                    <a:pt x="86" y="255"/>
                  </a:lnTo>
                  <a:lnTo>
                    <a:pt x="86" y="256"/>
                  </a:lnTo>
                  <a:lnTo>
                    <a:pt x="86" y="257"/>
                  </a:lnTo>
                  <a:lnTo>
                    <a:pt x="86" y="258"/>
                  </a:lnTo>
                  <a:lnTo>
                    <a:pt x="86" y="260"/>
                  </a:lnTo>
                  <a:lnTo>
                    <a:pt x="86" y="261"/>
                  </a:lnTo>
                  <a:lnTo>
                    <a:pt x="86" y="262"/>
                  </a:lnTo>
                  <a:lnTo>
                    <a:pt x="86" y="263"/>
                  </a:lnTo>
                  <a:lnTo>
                    <a:pt x="86" y="264"/>
                  </a:lnTo>
                  <a:lnTo>
                    <a:pt x="86" y="266"/>
                  </a:lnTo>
                  <a:lnTo>
                    <a:pt x="86" y="267"/>
                  </a:lnTo>
                  <a:lnTo>
                    <a:pt x="86" y="268"/>
                  </a:lnTo>
                  <a:lnTo>
                    <a:pt x="86" y="269"/>
                  </a:lnTo>
                  <a:lnTo>
                    <a:pt x="86" y="270"/>
                  </a:lnTo>
                  <a:lnTo>
                    <a:pt x="86" y="272"/>
                  </a:lnTo>
                  <a:lnTo>
                    <a:pt x="86" y="274"/>
                  </a:lnTo>
                  <a:lnTo>
                    <a:pt x="86" y="275"/>
                  </a:lnTo>
                  <a:lnTo>
                    <a:pt x="86" y="276"/>
                  </a:lnTo>
                  <a:lnTo>
                    <a:pt x="86" y="279"/>
                  </a:lnTo>
                  <a:lnTo>
                    <a:pt x="86" y="280"/>
                  </a:lnTo>
                  <a:lnTo>
                    <a:pt x="86" y="282"/>
                  </a:lnTo>
                  <a:lnTo>
                    <a:pt x="86" y="285"/>
                  </a:lnTo>
                  <a:lnTo>
                    <a:pt x="85" y="287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11" name="Freeform 254">
              <a:extLst>
                <a:ext uri="{FF2B5EF4-FFF2-40B4-BE49-F238E27FC236}">
                  <a16:creationId xmlns:a16="http://schemas.microsoft.com/office/drawing/2014/main" id="{D0485CB1-7697-4A16-8951-828380849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371"/>
              <a:ext cx="42" cy="144"/>
            </a:xfrm>
            <a:custGeom>
              <a:avLst/>
              <a:gdLst>
                <a:gd name="T0" fmla="*/ 0 w 86"/>
                <a:gd name="T1" fmla="*/ 1 h 286"/>
                <a:gd name="T2" fmla="*/ 0 w 86"/>
                <a:gd name="T3" fmla="*/ 1 h 286"/>
                <a:gd name="T4" fmla="*/ 0 w 86"/>
                <a:gd name="T5" fmla="*/ 1 h 286"/>
                <a:gd name="T6" fmla="*/ 0 w 86"/>
                <a:gd name="T7" fmla="*/ 1 h 286"/>
                <a:gd name="T8" fmla="*/ 0 w 86"/>
                <a:gd name="T9" fmla="*/ 1 h 286"/>
                <a:gd name="T10" fmla="*/ 0 w 86"/>
                <a:gd name="T11" fmla="*/ 1 h 286"/>
                <a:gd name="T12" fmla="*/ 0 w 86"/>
                <a:gd name="T13" fmla="*/ 1 h 286"/>
                <a:gd name="T14" fmla="*/ 0 w 86"/>
                <a:gd name="T15" fmla="*/ 1 h 286"/>
                <a:gd name="T16" fmla="*/ 0 w 86"/>
                <a:gd name="T17" fmla="*/ 1 h 286"/>
                <a:gd name="T18" fmla="*/ 0 w 86"/>
                <a:gd name="T19" fmla="*/ 1 h 286"/>
                <a:gd name="T20" fmla="*/ 0 w 86"/>
                <a:gd name="T21" fmla="*/ 1 h 286"/>
                <a:gd name="T22" fmla="*/ 0 w 86"/>
                <a:gd name="T23" fmla="*/ 1 h 286"/>
                <a:gd name="T24" fmla="*/ 0 w 86"/>
                <a:gd name="T25" fmla="*/ 1 h 286"/>
                <a:gd name="T26" fmla="*/ 0 w 86"/>
                <a:gd name="T27" fmla="*/ 1 h 286"/>
                <a:gd name="T28" fmla="*/ 0 w 86"/>
                <a:gd name="T29" fmla="*/ 1 h 286"/>
                <a:gd name="T30" fmla="*/ 0 w 86"/>
                <a:gd name="T31" fmla="*/ 1 h 286"/>
                <a:gd name="T32" fmla="*/ 0 w 86"/>
                <a:gd name="T33" fmla="*/ 1 h 286"/>
                <a:gd name="T34" fmla="*/ 0 w 86"/>
                <a:gd name="T35" fmla="*/ 1 h 286"/>
                <a:gd name="T36" fmla="*/ 0 w 86"/>
                <a:gd name="T37" fmla="*/ 1 h 286"/>
                <a:gd name="T38" fmla="*/ 0 w 86"/>
                <a:gd name="T39" fmla="*/ 1 h 286"/>
                <a:gd name="T40" fmla="*/ 0 w 86"/>
                <a:gd name="T41" fmla="*/ 1 h 286"/>
                <a:gd name="T42" fmla="*/ 0 w 86"/>
                <a:gd name="T43" fmla="*/ 1 h 286"/>
                <a:gd name="T44" fmla="*/ 0 w 86"/>
                <a:gd name="T45" fmla="*/ 1 h 286"/>
                <a:gd name="T46" fmla="*/ 0 w 86"/>
                <a:gd name="T47" fmla="*/ 1 h 286"/>
                <a:gd name="T48" fmla="*/ 0 w 86"/>
                <a:gd name="T49" fmla="*/ 1 h 286"/>
                <a:gd name="T50" fmla="*/ 0 w 86"/>
                <a:gd name="T51" fmla="*/ 1 h 286"/>
                <a:gd name="T52" fmla="*/ 0 w 86"/>
                <a:gd name="T53" fmla="*/ 1 h 286"/>
                <a:gd name="T54" fmla="*/ 0 w 86"/>
                <a:gd name="T55" fmla="*/ 1 h 286"/>
                <a:gd name="T56" fmla="*/ 0 w 86"/>
                <a:gd name="T57" fmla="*/ 1 h 286"/>
                <a:gd name="T58" fmla="*/ 0 w 86"/>
                <a:gd name="T59" fmla="*/ 1 h 286"/>
                <a:gd name="T60" fmla="*/ 0 w 86"/>
                <a:gd name="T61" fmla="*/ 1 h 286"/>
                <a:gd name="T62" fmla="*/ 0 w 86"/>
                <a:gd name="T63" fmla="*/ 1 h 286"/>
                <a:gd name="T64" fmla="*/ 0 w 86"/>
                <a:gd name="T65" fmla="*/ 1 h 286"/>
                <a:gd name="T66" fmla="*/ 0 w 86"/>
                <a:gd name="T67" fmla="*/ 1 h 286"/>
                <a:gd name="T68" fmla="*/ 0 w 86"/>
                <a:gd name="T69" fmla="*/ 1 h 286"/>
                <a:gd name="T70" fmla="*/ 0 w 86"/>
                <a:gd name="T71" fmla="*/ 1 h 286"/>
                <a:gd name="T72" fmla="*/ 0 w 86"/>
                <a:gd name="T73" fmla="*/ 1 h 286"/>
                <a:gd name="T74" fmla="*/ 0 w 86"/>
                <a:gd name="T75" fmla="*/ 1 h 286"/>
                <a:gd name="T76" fmla="*/ 0 w 86"/>
                <a:gd name="T77" fmla="*/ 1 h 286"/>
                <a:gd name="T78" fmla="*/ 0 w 86"/>
                <a:gd name="T79" fmla="*/ 1 h 286"/>
                <a:gd name="T80" fmla="*/ 0 w 86"/>
                <a:gd name="T81" fmla="*/ 1 h 286"/>
                <a:gd name="T82" fmla="*/ 0 w 86"/>
                <a:gd name="T83" fmla="*/ 1 h 286"/>
                <a:gd name="T84" fmla="*/ 0 w 86"/>
                <a:gd name="T85" fmla="*/ 1 h 286"/>
                <a:gd name="T86" fmla="*/ 0 w 86"/>
                <a:gd name="T87" fmla="*/ 1 h 286"/>
                <a:gd name="T88" fmla="*/ 0 w 86"/>
                <a:gd name="T89" fmla="*/ 1 h 286"/>
                <a:gd name="T90" fmla="*/ 0 w 86"/>
                <a:gd name="T91" fmla="*/ 1 h 286"/>
                <a:gd name="T92" fmla="*/ 0 w 86"/>
                <a:gd name="T93" fmla="*/ 1 h 286"/>
                <a:gd name="T94" fmla="*/ 0 w 86"/>
                <a:gd name="T95" fmla="*/ 1 h 286"/>
                <a:gd name="T96" fmla="*/ 0 w 86"/>
                <a:gd name="T97" fmla="*/ 1 h 286"/>
                <a:gd name="T98" fmla="*/ 0 w 86"/>
                <a:gd name="T99" fmla="*/ 1 h 286"/>
                <a:gd name="T100" fmla="*/ 0 w 86"/>
                <a:gd name="T101" fmla="*/ 1 h 286"/>
                <a:gd name="T102" fmla="*/ 0 w 86"/>
                <a:gd name="T103" fmla="*/ 1 h 286"/>
                <a:gd name="T104" fmla="*/ 0 w 86"/>
                <a:gd name="T105" fmla="*/ 1 h 286"/>
                <a:gd name="T106" fmla="*/ 0 w 86"/>
                <a:gd name="T107" fmla="*/ 1 h 286"/>
                <a:gd name="T108" fmla="*/ 0 w 86"/>
                <a:gd name="T109" fmla="*/ 1 h 286"/>
                <a:gd name="T110" fmla="*/ 0 w 86"/>
                <a:gd name="T111" fmla="*/ 1 h 286"/>
                <a:gd name="T112" fmla="*/ 0 w 86"/>
                <a:gd name="T113" fmla="*/ 1 h 2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6">
                  <a:moveTo>
                    <a:pt x="0" y="286"/>
                  </a:moveTo>
                  <a:lnTo>
                    <a:pt x="3" y="284"/>
                  </a:lnTo>
                  <a:lnTo>
                    <a:pt x="4" y="280"/>
                  </a:lnTo>
                  <a:lnTo>
                    <a:pt x="6" y="278"/>
                  </a:lnTo>
                  <a:lnTo>
                    <a:pt x="8" y="275"/>
                  </a:lnTo>
                  <a:lnTo>
                    <a:pt x="9" y="273"/>
                  </a:lnTo>
                  <a:lnTo>
                    <a:pt x="10" y="270"/>
                  </a:lnTo>
                  <a:lnTo>
                    <a:pt x="11" y="268"/>
                  </a:lnTo>
                  <a:lnTo>
                    <a:pt x="12" y="267"/>
                  </a:lnTo>
                  <a:lnTo>
                    <a:pt x="14" y="264"/>
                  </a:lnTo>
                  <a:lnTo>
                    <a:pt x="15" y="263"/>
                  </a:lnTo>
                  <a:lnTo>
                    <a:pt x="15" y="261"/>
                  </a:lnTo>
                  <a:lnTo>
                    <a:pt x="16" y="260"/>
                  </a:lnTo>
                  <a:lnTo>
                    <a:pt x="17" y="258"/>
                  </a:lnTo>
                  <a:lnTo>
                    <a:pt x="17" y="257"/>
                  </a:lnTo>
                  <a:lnTo>
                    <a:pt x="18" y="255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0" y="251"/>
                  </a:lnTo>
                  <a:lnTo>
                    <a:pt x="21" y="250"/>
                  </a:lnTo>
                  <a:lnTo>
                    <a:pt x="21" y="249"/>
                  </a:lnTo>
                  <a:lnTo>
                    <a:pt x="22" y="249"/>
                  </a:lnTo>
                  <a:lnTo>
                    <a:pt x="22" y="248"/>
                  </a:lnTo>
                  <a:lnTo>
                    <a:pt x="23" y="246"/>
                  </a:lnTo>
                  <a:lnTo>
                    <a:pt x="23" y="245"/>
                  </a:lnTo>
                  <a:lnTo>
                    <a:pt x="23" y="244"/>
                  </a:lnTo>
                  <a:lnTo>
                    <a:pt x="24" y="243"/>
                  </a:lnTo>
                  <a:lnTo>
                    <a:pt x="24" y="242"/>
                  </a:lnTo>
                  <a:lnTo>
                    <a:pt x="26" y="240"/>
                  </a:lnTo>
                  <a:lnTo>
                    <a:pt x="26" y="238"/>
                  </a:lnTo>
                  <a:lnTo>
                    <a:pt x="27" y="237"/>
                  </a:lnTo>
                  <a:lnTo>
                    <a:pt x="27" y="236"/>
                  </a:lnTo>
                  <a:lnTo>
                    <a:pt x="28" y="234"/>
                  </a:lnTo>
                  <a:lnTo>
                    <a:pt x="28" y="232"/>
                  </a:lnTo>
                  <a:lnTo>
                    <a:pt x="29" y="231"/>
                  </a:lnTo>
                  <a:lnTo>
                    <a:pt x="30" y="230"/>
                  </a:lnTo>
                  <a:lnTo>
                    <a:pt x="30" y="228"/>
                  </a:lnTo>
                  <a:lnTo>
                    <a:pt x="30" y="227"/>
                  </a:lnTo>
                  <a:lnTo>
                    <a:pt x="32" y="226"/>
                  </a:lnTo>
                  <a:lnTo>
                    <a:pt x="32" y="225"/>
                  </a:lnTo>
                  <a:lnTo>
                    <a:pt x="33" y="224"/>
                  </a:lnTo>
                  <a:lnTo>
                    <a:pt x="33" y="222"/>
                  </a:lnTo>
                  <a:lnTo>
                    <a:pt x="33" y="221"/>
                  </a:lnTo>
                  <a:lnTo>
                    <a:pt x="34" y="220"/>
                  </a:lnTo>
                  <a:lnTo>
                    <a:pt x="34" y="219"/>
                  </a:lnTo>
                  <a:lnTo>
                    <a:pt x="35" y="218"/>
                  </a:lnTo>
                  <a:lnTo>
                    <a:pt x="35" y="216"/>
                  </a:lnTo>
                  <a:lnTo>
                    <a:pt x="35" y="215"/>
                  </a:lnTo>
                  <a:lnTo>
                    <a:pt x="37" y="214"/>
                  </a:lnTo>
                  <a:lnTo>
                    <a:pt x="37" y="213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09"/>
                  </a:lnTo>
                  <a:lnTo>
                    <a:pt x="39" y="208"/>
                  </a:lnTo>
                  <a:lnTo>
                    <a:pt x="39" y="207"/>
                  </a:lnTo>
                  <a:lnTo>
                    <a:pt x="39" y="206"/>
                  </a:lnTo>
                  <a:lnTo>
                    <a:pt x="40" y="204"/>
                  </a:lnTo>
                  <a:lnTo>
                    <a:pt x="40" y="203"/>
                  </a:lnTo>
                  <a:lnTo>
                    <a:pt x="41" y="201"/>
                  </a:lnTo>
                  <a:lnTo>
                    <a:pt x="41" y="199"/>
                  </a:lnTo>
                  <a:lnTo>
                    <a:pt x="43" y="198"/>
                  </a:lnTo>
                  <a:lnTo>
                    <a:pt x="43" y="196"/>
                  </a:lnTo>
                  <a:lnTo>
                    <a:pt x="44" y="193"/>
                  </a:lnTo>
                  <a:lnTo>
                    <a:pt x="45" y="192"/>
                  </a:lnTo>
                  <a:lnTo>
                    <a:pt x="45" y="190"/>
                  </a:lnTo>
                  <a:lnTo>
                    <a:pt x="46" y="189"/>
                  </a:lnTo>
                  <a:lnTo>
                    <a:pt x="46" y="186"/>
                  </a:lnTo>
                  <a:lnTo>
                    <a:pt x="47" y="185"/>
                  </a:lnTo>
                  <a:lnTo>
                    <a:pt x="47" y="184"/>
                  </a:lnTo>
                  <a:lnTo>
                    <a:pt x="49" y="183"/>
                  </a:lnTo>
                  <a:lnTo>
                    <a:pt x="49" y="181"/>
                  </a:lnTo>
                  <a:lnTo>
                    <a:pt x="49" y="180"/>
                  </a:lnTo>
                  <a:lnTo>
                    <a:pt x="50" y="179"/>
                  </a:lnTo>
                  <a:lnTo>
                    <a:pt x="50" y="178"/>
                  </a:lnTo>
                  <a:lnTo>
                    <a:pt x="51" y="177"/>
                  </a:lnTo>
                  <a:lnTo>
                    <a:pt x="51" y="175"/>
                  </a:lnTo>
                  <a:lnTo>
                    <a:pt x="51" y="174"/>
                  </a:lnTo>
                  <a:lnTo>
                    <a:pt x="51" y="173"/>
                  </a:lnTo>
                  <a:lnTo>
                    <a:pt x="52" y="172"/>
                  </a:lnTo>
                  <a:lnTo>
                    <a:pt x="52" y="171"/>
                  </a:lnTo>
                  <a:lnTo>
                    <a:pt x="53" y="169"/>
                  </a:lnTo>
                  <a:lnTo>
                    <a:pt x="53" y="168"/>
                  </a:lnTo>
                  <a:lnTo>
                    <a:pt x="53" y="167"/>
                  </a:lnTo>
                  <a:lnTo>
                    <a:pt x="53" y="166"/>
                  </a:lnTo>
                  <a:lnTo>
                    <a:pt x="55" y="165"/>
                  </a:lnTo>
                  <a:lnTo>
                    <a:pt x="55" y="163"/>
                  </a:lnTo>
                  <a:lnTo>
                    <a:pt x="55" y="162"/>
                  </a:lnTo>
                  <a:lnTo>
                    <a:pt x="56" y="161"/>
                  </a:lnTo>
                  <a:lnTo>
                    <a:pt x="56" y="160"/>
                  </a:lnTo>
                  <a:lnTo>
                    <a:pt x="57" y="157"/>
                  </a:lnTo>
                  <a:lnTo>
                    <a:pt x="57" y="156"/>
                  </a:lnTo>
                  <a:lnTo>
                    <a:pt x="57" y="154"/>
                  </a:lnTo>
                  <a:lnTo>
                    <a:pt x="58" y="153"/>
                  </a:lnTo>
                  <a:lnTo>
                    <a:pt x="58" y="150"/>
                  </a:lnTo>
                  <a:lnTo>
                    <a:pt x="59" y="149"/>
                  </a:lnTo>
                  <a:lnTo>
                    <a:pt x="61" y="147"/>
                  </a:lnTo>
                  <a:lnTo>
                    <a:pt x="61" y="145"/>
                  </a:lnTo>
                  <a:lnTo>
                    <a:pt x="61" y="143"/>
                  </a:lnTo>
                  <a:lnTo>
                    <a:pt x="62" y="142"/>
                  </a:lnTo>
                  <a:lnTo>
                    <a:pt x="62" y="141"/>
                  </a:lnTo>
                  <a:lnTo>
                    <a:pt x="63" y="139"/>
                  </a:lnTo>
                  <a:lnTo>
                    <a:pt x="63" y="137"/>
                  </a:lnTo>
                  <a:lnTo>
                    <a:pt x="63" y="136"/>
                  </a:lnTo>
                  <a:lnTo>
                    <a:pt x="64" y="135"/>
                  </a:lnTo>
                  <a:lnTo>
                    <a:pt x="64" y="133"/>
                  </a:lnTo>
                  <a:lnTo>
                    <a:pt x="64" y="132"/>
                  </a:lnTo>
                  <a:lnTo>
                    <a:pt x="65" y="131"/>
                  </a:lnTo>
                  <a:lnTo>
                    <a:pt x="65" y="130"/>
                  </a:lnTo>
                  <a:lnTo>
                    <a:pt x="65" y="129"/>
                  </a:lnTo>
                  <a:lnTo>
                    <a:pt x="67" y="127"/>
                  </a:lnTo>
                  <a:lnTo>
                    <a:pt x="67" y="126"/>
                  </a:lnTo>
                  <a:lnTo>
                    <a:pt x="67" y="125"/>
                  </a:lnTo>
                  <a:lnTo>
                    <a:pt x="68" y="124"/>
                  </a:lnTo>
                  <a:lnTo>
                    <a:pt x="68" y="123"/>
                  </a:lnTo>
                  <a:lnTo>
                    <a:pt x="68" y="121"/>
                  </a:lnTo>
                  <a:lnTo>
                    <a:pt x="69" y="120"/>
                  </a:lnTo>
                  <a:lnTo>
                    <a:pt x="69" y="119"/>
                  </a:lnTo>
                  <a:lnTo>
                    <a:pt x="69" y="117"/>
                  </a:lnTo>
                  <a:lnTo>
                    <a:pt x="70" y="115"/>
                  </a:lnTo>
                  <a:lnTo>
                    <a:pt x="70" y="114"/>
                  </a:lnTo>
                  <a:lnTo>
                    <a:pt x="70" y="113"/>
                  </a:lnTo>
                  <a:lnTo>
                    <a:pt x="71" y="111"/>
                  </a:lnTo>
                  <a:lnTo>
                    <a:pt x="71" y="109"/>
                  </a:lnTo>
                  <a:lnTo>
                    <a:pt x="73" y="107"/>
                  </a:lnTo>
                  <a:lnTo>
                    <a:pt x="73" y="105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5" y="100"/>
                  </a:lnTo>
                  <a:lnTo>
                    <a:pt x="75" y="99"/>
                  </a:lnTo>
                  <a:lnTo>
                    <a:pt x="75" y="96"/>
                  </a:lnTo>
                  <a:lnTo>
                    <a:pt x="76" y="95"/>
                  </a:lnTo>
                  <a:lnTo>
                    <a:pt x="76" y="94"/>
                  </a:lnTo>
                  <a:lnTo>
                    <a:pt x="76" y="93"/>
                  </a:lnTo>
                  <a:lnTo>
                    <a:pt x="77" y="91"/>
                  </a:lnTo>
                  <a:lnTo>
                    <a:pt x="77" y="90"/>
                  </a:lnTo>
                  <a:lnTo>
                    <a:pt x="77" y="89"/>
                  </a:lnTo>
                  <a:lnTo>
                    <a:pt x="79" y="88"/>
                  </a:lnTo>
                  <a:lnTo>
                    <a:pt x="79" y="87"/>
                  </a:lnTo>
                  <a:lnTo>
                    <a:pt x="79" y="85"/>
                  </a:lnTo>
                  <a:lnTo>
                    <a:pt x="79" y="84"/>
                  </a:lnTo>
                  <a:lnTo>
                    <a:pt x="79" y="83"/>
                  </a:lnTo>
                  <a:lnTo>
                    <a:pt x="79" y="82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0" y="78"/>
                  </a:lnTo>
                  <a:lnTo>
                    <a:pt x="80" y="77"/>
                  </a:lnTo>
                  <a:lnTo>
                    <a:pt x="80" y="76"/>
                  </a:lnTo>
                  <a:lnTo>
                    <a:pt x="80" y="74"/>
                  </a:lnTo>
                  <a:lnTo>
                    <a:pt x="80" y="72"/>
                  </a:lnTo>
                  <a:lnTo>
                    <a:pt x="80" y="71"/>
                  </a:lnTo>
                  <a:lnTo>
                    <a:pt x="80" y="70"/>
                  </a:lnTo>
                  <a:lnTo>
                    <a:pt x="81" y="68"/>
                  </a:lnTo>
                  <a:lnTo>
                    <a:pt x="81" y="66"/>
                  </a:lnTo>
                  <a:lnTo>
                    <a:pt x="81" y="65"/>
                  </a:lnTo>
                  <a:lnTo>
                    <a:pt x="81" y="62"/>
                  </a:lnTo>
                  <a:lnTo>
                    <a:pt x="81" y="61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1" y="58"/>
                  </a:lnTo>
                  <a:lnTo>
                    <a:pt x="81" y="56"/>
                  </a:lnTo>
                  <a:lnTo>
                    <a:pt x="81" y="55"/>
                  </a:lnTo>
                  <a:lnTo>
                    <a:pt x="81" y="54"/>
                  </a:lnTo>
                  <a:lnTo>
                    <a:pt x="82" y="53"/>
                  </a:lnTo>
                  <a:lnTo>
                    <a:pt x="82" y="52"/>
                  </a:lnTo>
                  <a:lnTo>
                    <a:pt x="82" y="50"/>
                  </a:lnTo>
                  <a:lnTo>
                    <a:pt x="82" y="49"/>
                  </a:lnTo>
                  <a:lnTo>
                    <a:pt x="82" y="48"/>
                  </a:lnTo>
                  <a:lnTo>
                    <a:pt x="82" y="47"/>
                  </a:lnTo>
                  <a:lnTo>
                    <a:pt x="82" y="46"/>
                  </a:lnTo>
                  <a:lnTo>
                    <a:pt x="82" y="44"/>
                  </a:lnTo>
                  <a:lnTo>
                    <a:pt x="83" y="43"/>
                  </a:lnTo>
                  <a:lnTo>
                    <a:pt x="83" y="42"/>
                  </a:lnTo>
                  <a:lnTo>
                    <a:pt x="83" y="41"/>
                  </a:lnTo>
                  <a:lnTo>
                    <a:pt x="83" y="40"/>
                  </a:lnTo>
                  <a:lnTo>
                    <a:pt x="85" y="38"/>
                  </a:lnTo>
                  <a:lnTo>
                    <a:pt x="85" y="37"/>
                  </a:lnTo>
                  <a:lnTo>
                    <a:pt x="85" y="36"/>
                  </a:lnTo>
                  <a:lnTo>
                    <a:pt x="85" y="35"/>
                  </a:lnTo>
                  <a:lnTo>
                    <a:pt x="85" y="34"/>
                  </a:lnTo>
                  <a:lnTo>
                    <a:pt x="85" y="32"/>
                  </a:lnTo>
                  <a:lnTo>
                    <a:pt x="86" y="31"/>
                  </a:lnTo>
                  <a:lnTo>
                    <a:pt x="86" y="30"/>
                  </a:lnTo>
                  <a:lnTo>
                    <a:pt x="86" y="29"/>
                  </a:lnTo>
                  <a:lnTo>
                    <a:pt x="86" y="28"/>
                  </a:lnTo>
                  <a:lnTo>
                    <a:pt x="86" y="26"/>
                  </a:lnTo>
                  <a:lnTo>
                    <a:pt x="86" y="25"/>
                  </a:lnTo>
                  <a:lnTo>
                    <a:pt x="86" y="24"/>
                  </a:lnTo>
                  <a:lnTo>
                    <a:pt x="86" y="23"/>
                  </a:lnTo>
                  <a:lnTo>
                    <a:pt x="86" y="22"/>
                  </a:lnTo>
                  <a:lnTo>
                    <a:pt x="86" y="20"/>
                  </a:lnTo>
                  <a:lnTo>
                    <a:pt x="86" y="19"/>
                  </a:lnTo>
                  <a:lnTo>
                    <a:pt x="86" y="18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6" y="14"/>
                  </a:lnTo>
                  <a:lnTo>
                    <a:pt x="86" y="13"/>
                  </a:lnTo>
                  <a:lnTo>
                    <a:pt x="86" y="12"/>
                  </a:lnTo>
                  <a:lnTo>
                    <a:pt x="86" y="10"/>
                  </a:lnTo>
                  <a:lnTo>
                    <a:pt x="86" y="8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6" y="2"/>
                  </a:lnTo>
                  <a:lnTo>
                    <a:pt x="85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12" name="Freeform 255">
              <a:extLst>
                <a:ext uri="{FF2B5EF4-FFF2-40B4-BE49-F238E27FC236}">
                  <a16:creationId xmlns:a16="http://schemas.microsoft.com/office/drawing/2014/main" id="{C9729DFF-F4C0-4758-9730-8AABC03D0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097"/>
              <a:ext cx="349" cy="167"/>
            </a:xfrm>
            <a:custGeom>
              <a:avLst/>
              <a:gdLst>
                <a:gd name="T0" fmla="*/ 4 w 505"/>
                <a:gd name="T1" fmla="*/ 0 h 337"/>
                <a:gd name="T2" fmla="*/ 4 w 505"/>
                <a:gd name="T3" fmla="*/ 0 h 337"/>
                <a:gd name="T4" fmla="*/ 0 w 505"/>
                <a:gd name="T5" fmla="*/ 0 h 3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5" h="337">
                  <a:moveTo>
                    <a:pt x="505" y="337"/>
                  </a:moveTo>
                  <a:lnTo>
                    <a:pt x="505" y="0"/>
                  </a:lnTo>
                  <a:lnTo>
                    <a:pt x="0" y="0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13" name="Freeform 256">
              <a:extLst>
                <a:ext uri="{FF2B5EF4-FFF2-40B4-BE49-F238E27FC236}">
                  <a16:creationId xmlns:a16="http://schemas.microsoft.com/office/drawing/2014/main" id="{F244A276-2FB7-450E-906A-6B7FB7E08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454"/>
              <a:ext cx="253" cy="169"/>
            </a:xfrm>
            <a:custGeom>
              <a:avLst/>
              <a:gdLst>
                <a:gd name="T0" fmla="*/ 1 w 505"/>
                <a:gd name="T1" fmla="*/ 0 h 336"/>
                <a:gd name="T2" fmla="*/ 1 w 505"/>
                <a:gd name="T3" fmla="*/ 1 h 336"/>
                <a:gd name="T4" fmla="*/ 0 w 505"/>
                <a:gd name="T5" fmla="*/ 1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5" h="336">
                  <a:moveTo>
                    <a:pt x="505" y="0"/>
                  </a:moveTo>
                  <a:lnTo>
                    <a:pt x="505" y="336"/>
                  </a:lnTo>
                  <a:lnTo>
                    <a:pt x="0" y="336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14" name="Line 257">
              <a:extLst>
                <a:ext uri="{FF2B5EF4-FFF2-40B4-BE49-F238E27FC236}">
                  <a16:creationId xmlns:a16="http://schemas.microsoft.com/office/drawing/2014/main" id="{947BFE44-B0DE-44EE-A87A-7837D8CC64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05" y="2118"/>
              <a:ext cx="253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15" name="Line 258">
              <a:extLst>
                <a:ext uri="{FF2B5EF4-FFF2-40B4-BE49-F238E27FC236}">
                  <a16:creationId xmlns:a16="http://schemas.microsoft.com/office/drawing/2014/main" id="{F81A944A-29C6-4559-B645-6D33A4366D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58" y="1433"/>
              <a:ext cx="1" cy="853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16" name="Line 259">
              <a:extLst>
                <a:ext uri="{FF2B5EF4-FFF2-40B4-BE49-F238E27FC236}">
                  <a16:creationId xmlns:a16="http://schemas.microsoft.com/office/drawing/2014/main" id="{95A91663-A0A5-449A-ABCF-04ED8C41BD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05" y="1601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17" name="Freeform 260">
              <a:extLst>
                <a:ext uri="{FF2B5EF4-FFF2-40B4-BE49-F238E27FC236}">
                  <a16:creationId xmlns:a16="http://schemas.microsoft.com/office/drawing/2014/main" id="{4D73790F-A65E-467A-9BF9-733475C17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589"/>
              <a:ext cx="24" cy="24"/>
            </a:xfrm>
            <a:custGeom>
              <a:avLst/>
              <a:gdLst>
                <a:gd name="T0" fmla="*/ 0 w 48"/>
                <a:gd name="T1" fmla="*/ 1 h 48"/>
                <a:gd name="T2" fmla="*/ 1 w 48"/>
                <a:gd name="T3" fmla="*/ 1 h 48"/>
                <a:gd name="T4" fmla="*/ 1 w 48"/>
                <a:gd name="T5" fmla="*/ 1 h 48"/>
                <a:gd name="T6" fmla="*/ 1 w 48"/>
                <a:gd name="T7" fmla="*/ 1 h 48"/>
                <a:gd name="T8" fmla="*/ 1 w 48"/>
                <a:gd name="T9" fmla="*/ 1 h 48"/>
                <a:gd name="T10" fmla="*/ 1 w 48"/>
                <a:gd name="T11" fmla="*/ 1 h 48"/>
                <a:gd name="T12" fmla="*/ 1 w 48"/>
                <a:gd name="T13" fmla="*/ 1 h 48"/>
                <a:gd name="T14" fmla="*/ 1 w 48"/>
                <a:gd name="T15" fmla="*/ 1 h 48"/>
                <a:gd name="T16" fmla="*/ 1 w 48"/>
                <a:gd name="T17" fmla="*/ 1 h 48"/>
                <a:gd name="T18" fmla="*/ 1 w 48"/>
                <a:gd name="T19" fmla="*/ 0 h 48"/>
                <a:gd name="T20" fmla="*/ 1 w 48"/>
                <a:gd name="T21" fmla="*/ 0 h 48"/>
                <a:gd name="T22" fmla="*/ 1 w 48"/>
                <a:gd name="T23" fmla="*/ 0 h 48"/>
                <a:gd name="T24" fmla="*/ 1 w 48"/>
                <a:gd name="T25" fmla="*/ 0 h 48"/>
                <a:gd name="T26" fmla="*/ 1 w 48"/>
                <a:gd name="T27" fmla="*/ 1 h 48"/>
                <a:gd name="T28" fmla="*/ 1 w 48"/>
                <a:gd name="T29" fmla="*/ 1 h 48"/>
                <a:gd name="T30" fmla="*/ 1 w 48"/>
                <a:gd name="T31" fmla="*/ 1 h 48"/>
                <a:gd name="T32" fmla="*/ 1 w 48"/>
                <a:gd name="T33" fmla="*/ 1 h 48"/>
                <a:gd name="T34" fmla="*/ 1 w 48"/>
                <a:gd name="T35" fmla="*/ 1 h 48"/>
                <a:gd name="T36" fmla="*/ 1 w 48"/>
                <a:gd name="T37" fmla="*/ 1 h 48"/>
                <a:gd name="T38" fmla="*/ 1 w 48"/>
                <a:gd name="T39" fmla="*/ 1 h 48"/>
                <a:gd name="T40" fmla="*/ 1 w 48"/>
                <a:gd name="T41" fmla="*/ 1 h 48"/>
                <a:gd name="T42" fmla="*/ 1 w 48"/>
                <a:gd name="T43" fmla="*/ 1 h 48"/>
                <a:gd name="T44" fmla="*/ 1 w 48"/>
                <a:gd name="T45" fmla="*/ 1 h 48"/>
                <a:gd name="T46" fmla="*/ 1 w 48"/>
                <a:gd name="T47" fmla="*/ 1 h 48"/>
                <a:gd name="T48" fmla="*/ 1 w 48"/>
                <a:gd name="T49" fmla="*/ 1 h 48"/>
                <a:gd name="T50" fmla="*/ 1 w 48"/>
                <a:gd name="T51" fmla="*/ 1 h 48"/>
                <a:gd name="T52" fmla="*/ 1 w 48"/>
                <a:gd name="T53" fmla="*/ 1 h 48"/>
                <a:gd name="T54" fmla="*/ 1 w 48"/>
                <a:gd name="T55" fmla="*/ 1 h 48"/>
                <a:gd name="T56" fmla="*/ 1 w 48"/>
                <a:gd name="T57" fmla="*/ 1 h 48"/>
                <a:gd name="T58" fmla="*/ 1 w 48"/>
                <a:gd name="T59" fmla="*/ 1 h 48"/>
                <a:gd name="T60" fmla="*/ 1 w 48"/>
                <a:gd name="T61" fmla="*/ 1 h 48"/>
                <a:gd name="T62" fmla="*/ 1 w 48"/>
                <a:gd name="T63" fmla="*/ 1 h 48"/>
                <a:gd name="T64" fmla="*/ 1 w 48"/>
                <a:gd name="T65" fmla="*/ 1 h 48"/>
                <a:gd name="T66" fmla="*/ 1 w 48"/>
                <a:gd name="T67" fmla="*/ 1 h 48"/>
                <a:gd name="T68" fmla="*/ 1 w 48"/>
                <a:gd name="T69" fmla="*/ 1 h 48"/>
                <a:gd name="T70" fmla="*/ 1 w 48"/>
                <a:gd name="T71" fmla="*/ 1 h 48"/>
                <a:gd name="T72" fmla="*/ 1 w 48"/>
                <a:gd name="T73" fmla="*/ 1 h 48"/>
                <a:gd name="T74" fmla="*/ 1 w 48"/>
                <a:gd name="T75" fmla="*/ 1 h 48"/>
                <a:gd name="T76" fmla="*/ 1 w 48"/>
                <a:gd name="T77" fmla="*/ 1 h 48"/>
                <a:gd name="T78" fmla="*/ 1 w 48"/>
                <a:gd name="T79" fmla="*/ 1 h 48"/>
                <a:gd name="T80" fmla="*/ 1 w 48"/>
                <a:gd name="T81" fmla="*/ 1 h 48"/>
                <a:gd name="T82" fmla="*/ 1 w 48"/>
                <a:gd name="T83" fmla="*/ 1 h 48"/>
                <a:gd name="T84" fmla="*/ 1 w 48"/>
                <a:gd name="T85" fmla="*/ 1 h 48"/>
                <a:gd name="T86" fmla="*/ 1 w 48"/>
                <a:gd name="T87" fmla="*/ 1 h 48"/>
                <a:gd name="T88" fmla="*/ 1 w 48"/>
                <a:gd name="T89" fmla="*/ 1 h 48"/>
                <a:gd name="T90" fmla="*/ 1 w 48"/>
                <a:gd name="T91" fmla="*/ 1 h 48"/>
                <a:gd name="T92" fmla="*/ 1 w 48"/>
                <a:gd name="T93" fmla="*/ 1 h 48"/>
                <a:gd name="T94" fmla="*/ 1 w 48"/>
                <a:gd name="T95" fmla="*/ 1 h 48"/>
                <a:gd name="T96" fmla="*/ 1 w 48"/>
                <a:gd name="T97" fmla="*/ 1 h 48"/>
                <a:gd name="T98" fmla="*/ 1 w 48"/>
                <a:gd name="T99" fmla="*/ 1 h 48"/>
                <a:gd name="T100" fmla="*/ 1 w 48"/>
                <a:gd name="T101" fmla="*/ 1 h 48"/>
                <a:gd name="T102" fmla="*/ 1 w 48"/>
                <a:gd name="T103" fmla="*/ 1 h 48"/>
                <a:gd name="T104" fmla="*/ 1 w 48"/>
                <a:gd name="T105" fmla="*/ 1 h 48"/>
                <a:gd name="T106" fmla="*/ 1 w 48"/>
                <a:gd name="T107" fmla="*/ 1 h 48"/>
                <a:gd name="T108" fmla="*/ 1 w 48"/>
                <a:gd name="T109" fmla="*/ 1 h 48"/>
                <a:gd name="T110" fmla="*/ 0 w 48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7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7" y="5"/>
                  </a:lnTo>
                  <a:lnTo>
                    <a:pt x="38" y="5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1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11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5" y="16"/>
                  </a:lnTo>
                  <a:lnTo>
                    <a:pt x="47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8"/>
                  </a:lnTo>
                  <a:lnTo>
                    <a:pt x="47" y="29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5" y="32"/>
                  </a:lnTo>
                  <a:lnTo>
                    <a:pt x="45" y="34"/>
                  </a:lnTo>
                  <a:lnTo>
                    <a:pt x="45" y="35"/>
                  </a:lnTo>
                  <a:lnTo>
                    <a:pt x="44" y="36"/>
                  </a:lnTo>
                  <a:lnTo>
                    <a:pt x="43" y="37"/>
                  </a:lnTo>
                  <a:lnTo>
                    <a:pt x="43" y="38"/>
                  </a:lnTo>
                  <a:lnTo>
                    <a:pt x="42" y="38"/>
                  </a:lnTo>
                  <a:lnTo>
                    <a:pt x="42" y="40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37" y="43"/>
                  </a:lnTo>
                  <a:lnTo>
                    <a:pt x="36" y="44"/>
                  </a:lnTo>
                  <a:lnTo>
                    <a:pt x="35" y="44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1" y="47"/>
                  </a:lnTo>
                  <a:lnTo>
                    <a:pt x="30" y="47"/>
                  </a:lnTo>
                  <a:lnTo>
                    <a:pt x="29" y="47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8"/>
                  </a:lnTo>
                  <a:lnTo>
                    <a:pt x="20" y="48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5" y="46"/>
                  </a:lnTo>
                  <a:lnTo>
                    <a:pt x="14" y="46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1" y="43"/>
                  </a:lnTo>
                  <a:lnTo>
                    <a:pt x="9" y="42"/>
                  </a:lnTo>
                  <a:lnTo>
                    <a:pt x="8" y="42"/>
                  </a:lnTo>
                  <a:lnTo>
                    <a:pt x="7" y="41"/>
                  </a:lnTo>
                  <a:lnTo>
                    <a:pt x="7" y="40"/>
                  </a:lnTo>
                  <a:lnTo>
                    <a:pt x="6" y="38"/>
                  </a:lnTo>
                  <a:lnTo>
                    <a:pt x="5" y="38"/>
                  </a:lnTo>
                  <a:lnTo>
                    <a:pt x="5" y="37"/>
                  </a:lnTo>
                  <a:lnTo>
                    <a:pt x="3" y="36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18" name="Freeform 261">
              <a:extLst>
                <a:ext uri="{FF2B5EF4-FFF2-40B4-BE49-F238E27FC236}">
                  <a16:creationId xmlns:a16="http://schemas.microsoft.com/office/drawing/2014/main" id="{92A36E54-8719-4ED7-AB60-3A54DC479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106"/>
              <a:ext cx="24" cy="24"/>
            </a:xfrm>
            <a:custGeom>
              <a:avLst/>
              <a:gdLst>
                <a:gd name="T0" fmla="*/ 0 w 48"/>
                <a:gd name="T1" fmla="*/ 1 h 48"/>
                <a:gd name="T2" fmla="*/ 1 w 48"/>
                <a:gd name="T3" fmla="*/ 1 h 48"/>
                <a:gd name="T4" fmla="*/ 1 w 48"/>
                <a:gd name="T5" fmla="*/ 1 h 48"/>
                <a:gd name="T6" fmla="*/ 1 w 48"/>
                <a:gd name="T7" fmla="*/ 1 h 48"/>
                <a:gd name="T8" fmla="*/ 1 w 48"/>
                <a:gd name="T9" fmla="*/ 1 h 48"/>
                <a:gd name="T10" fmla="*/ 1 w 48"/>
                <a:gd name="T11" fmla="*/ 1 h 48"/>
                <a:gd name="T12" fmla="*/ 1 w 48"/>
                <a:gd name="T13" fmla="*/ 1 h 48"/>
                <a:gd name="T14" fmla="*/ 1 w 48"/>
                <a:gd name="T15" fmla="*/ 1 h 48"/>
                <a:gd name="T16" fmla="*/ 1 w 48"/>
                <a:gd name="T17" fmla="*/ 1 h 48"/>
                <a:gd name="T18" fmla="*/ 1 w 48"/>
                <a:gd name="T19" fmla="*/ 0 h 48"/>
                <a:gd name="T20" fmla="*/ 1 w 48"/>
                <a:gd name="T21" fmla="*/ 0 h 48"/>
                <a:gd name="T22" fmla="*/ 1 w 48"/>
                <a:gd name="T23" fmla="*/ 0 h 48"/>
                <a:gd name="T24" fmla="*/ 1 w 48"/>
                <a:gd name="T25" fmla="*/ 0 h 48"/>
                <a:gd name="T26" fmla="*/ 1 w 48"/>
                <a:gd name="T27" fmla="*/ 1 h 48"/>
                <a:gd name="T28" fmla="*/ 1 w 48"/>
                <a:gd name="T29" fmla="*/ 1 h 48"/>
                <a:gd name="T30" fmla="*/ 1 w 48"/>
                <a:gd name="T31" fmla="*/ 1 h 48"/>
                <a:gd name="T32" fmla="*/ 1 w 48"/>
                <a:gd name="T33" fmla="*/ 1 h 48"/>
                <a:gd name="T34" fmla="*/ 1 w 48"/>
                <a:gd name="T35" fmla="*/ 1 h 48"/>
                <a:gd name="T36" fmla="*/ 1 w 48"/>
                <a:gd name="T37" fmla="*/ 1 h 48"/>
                <a:gd name="T38" fmla="*/ 1 w 48"/>
                <a:gd name="T39" fmla="*/ 1 h 48"/>
                <a:gd name="T40" fmla="*/ 1 w 48"/>
                <a:gd name="T41" fmla="*/ 1 h 48"/>
                <a:gd name="T42" fmla="*/ 1 w 48"/>
                <a:gd name="T43" fmla="*/ 1 h 48"/>
                <a:gd name="T44" fmla="*/ 1 w 48"/>
                <a:gd name="T45" fmla="*/ 1 h 48"/>
                <a:gd name="T46" fmla="*/ 1 w 48"/>
                <a:gd name="T47" fmla="*/ 1 h 48"/>
                <a:gd name="T48" fmla="*/ 1 w 48"/>
                <a:gd name="T49" fmla="*/ 1 h 48"/>
                <a:gd name="T50" fmla="*/ 1 w 48"/>
                <a:gd name="T51" fmla="*/ 1 h 48"/>
                <a:gd name="T52" fmla="*/ 1 w 48"/>
                <a:gd name="T53" fmla="*/ 1 h 48"/>
                <a:gd name="T54" fmla="*/ 1 w 48"/>
                <a:gd name="T55" fmla="*/ 1 h 48"/>
                <a:gd name="T56" fmla="*/ 1 w 48"/>
                <a:gd name="T57" fmla="*/ 1 h 48"/>
                <a:gd name="T58" fmla="*/ 1 w 48"/>
                <a:gd name="T59" fmla="*/ 1 h 48"/>
                <a:gd name="T60" fmla="*/ 1 w 48"/>
                <a:gd name="T61" fmla="*/ 1 h 48"/>
                <a:gd name="T62" fmla="*/ 1 w 48"/>
                <a:gd name="T63" fmla="*/ 1 h 48"/>
                <a:gd name="T64" fmla="*/ 1 w 48"/>
                <a:gd name="T65" fmla="*/ 1 h 48"/>
                <a:gd name="T66" fmla="*/ 1 w 48"/>
                <a:gd name="T67" fmla="*/ 1 h 48"/>
                <a:gd name="T68" fmla="*/ 1 w 48"/>
                <a:gd name="T69" fmla="*/ 1 h 48"/>
                <a:gd name="T70" fmla="*/ 1 w 48"/>
                <a:gd name="T71" fmla="*/ 1 h 48"/>
                <a:gd name="T72" fmla="*/ 1 w 48"/>
                <a:gd name="T73" fmla="*/ 1 h 48"/>
                <a:gd name="T74" fmla="*/ 1 w 48"/>
                <a:gd name="T75" fmla="*/ 1 h 48"/>
                <a:gd name="T76" fmla="*/ 1 w 48"/>
                <a:gd name="T77" fmla="*/ 1 h 48"/>
                <a:gd name="T78" fmla="*/ 1 w 48"/>
                <a:gd name="T79" fmla="*/ 1 h 48"/>
                <a:gd name="T80" fmla="*/ 1 w 48"/>
                <a:gd name="T81" fmla="*/ 1 h 48"/>
                <a:gd name="T82" fmla="*/ 1 w 48"/>
                <a:gd name="T83" fmla="*/ 1 h 48"/>
                <a:gd name="T84" fmla="*/ 1 w 48"/>
                <a:gd name="T85" fmla="*/ 1 h 48"/>
                <a:gd name="T86" fmla="*/ 1 w 48"/>
                <a:gd name="T87" fmla="*/ 1 h 48"/>
                <a:gd name="T88" fmla="*/ 1 w 48"/>
                <a:gd name="T89" fmla="*/ 1 h 48"/>
                <a:gd name="T90" fmla="*/ 1 w 48"/>
                <a:gd name="T91" fmla="*/ 1 h 48"/>
                <a:gd name="T92" fmla="*/ 1 w 48"/>
                <a:gd name="T93" fmla="*/ 1 h 48"/>
                <a:gd name="T94" fmla="*/ 1 w 48"/>
                <a:gd name="T95" fmla="*/ 1 h 48"/>
                <a:gd name="T96" fmla="*/ 1 w 48"/>
                <a:gd name="T97" fmla="*/ 1 h 48"/>
                <a:gd name="T98" fmla="*/ 1 w 48"/>
                <a:gd name="T99" fmla="*/ 1 h 48"/>
                <a:gd name="T100" fmla="*/ 1 w 48"/>
                <a:gd name="T101" fmla="*/ 1 h 48"/>
                <a:gd name="T102" fmla="*/ 1 w 48"/>
                <a:gd name="T103" fmla="*/ 1 h 48"/>
                <a:gd name="T104" fmla="*/ 1 w 48"/>
                <a:gd name="T105" fmla="*/ 1 h 48"/>
                <a:gd name="T106" fmla="*/ 1 w 48"/>
                <a:gd name="T107" fmla="*/ 1 h 48"/>
                <a:gd name="T108" fmla="*/ 1 w 48"/>
                <a:gd name="T109" fmla="*/ 1 h 48"/>
                <a:gd name="T110" fmla="*/ 0 w 48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2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4" y="10"/>
                  </a:lnTo>
                  <a:lnTo>
                    <a:pt x="45" y="12"/>
                  </a:lnTo>
                  <a:lnTo>
                    <a:pt x="46" y="13"/>
                  </a:lnTo>
                  <a:lnTo>
                    <a:pt x="46" y="14"/>
                  </a:lnTo>
                  <a:lnTo>
                    <a:pt x="46" y="15"/>
                  </a:lnTo>
                  <a:lnTo>
                    <a:pt x="47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7" y="28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6" y="35"/>
                  </a:lnTo>
                  <a:lnTo>
                    <a:pt x="45" y="36"/>
                  </a:lnTo>
                  <a:lnTo>
                    <a:pt x="44" y="37"/>
                  </a:lnTo>
                  <a:lnTo>
                    <a:pt x="44" y="38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1" y="41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36" y="44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7"/>
                  </a:lnTo>
                  <a:lnTo>
                    <a:pt x="30" y="47"/>
                  </a:lnTo>
                  <a:lnTo>
                    <a:pt x="29" y="47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6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2" y="44"/>
                  </a:lnTo>
                  <a:lnTo>
                    <a:pt x="11" y="43"/>
                  </a:lnTo>
                  <a:lnTo>
                    <a:pt x="10" y="42"/>
                  </a:lnTo>
                  <a:lnTo>
                    <a:pt x="9" y="42"/>
                  </a:lnTo>
                  <a:lnTo>
                    <a:pt x="7" y="41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5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19" name="Line 262">
              <a:extLst>
                <a:ext uri="{FF2B5EF4-FFF2-40B4-BE49-F238E27FC236}">
                  <a16:creationId xmlns:a16="http://schemas.microsoft.com/office/drawing/2014/main" id="{ACD0519B-8217-463D-8561-4D8C5EB82E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59" y="1349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20" name="Line 263">
              <a:extLst>
                <a:ext uri="{FF2B5EF4-FFF2-40B4-BE49-F238E27FC236}">
                  <a16:creationId xmlns:a16="http://schemas.microsoft.com/office/drawing/2014/main" id="{113AC8FB-A4A0-42B7-9FB3-0D15CA7DEF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59" y="2370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21" name="Rectangle 264">
              <a:extLst>
                <a:ext uri="{FF2B5EF4-FFF2-40B4-BE49-F238E27FC236}">
                  <a16:creationId xmlns:a16="http://schemas.microsoft.com/office/drawing/2014/main" id="{51B8AE8F-9BA1-4973-9D1D-1FF55EDB8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0" y="1277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22" name="Rectangle 265">
              <a:extLst>
                <a:ext uri="{FF2B5EF4-FFF2-40B4-BE49-F238E27FC236}">
                  <a16:creationId xmlns:a16="http://schemas.microsoft.com/office/drawing/2014/main" id="{39087B08-2919-4027-88A8-38993F810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0" y="1331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23" name="Rectangle 266">
              <a:extLst>
                <a:ext uri="{FF2B5EF4-FFF2-40B4-BE49-F238E27FC236}">
                  <a16:creationId xmlns:a16="http://schemas.microsoft.com/office/drawing/2014/main" id="{14C6223A-5221-4892-A607-854CE6C1F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" y="2299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24" name="Rectangle 267">
              <a:extLst>
                <a:ext uri="{FF2B5EF4-FFF2-40B4-BE49-F238E27FC236}">
                  <a16:creationId xmlns:a16="http://schemas.microsoft.com/office/drawing/2014/main" id="{59D8133B-CA04-4248-B706-3A0EA3EF0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8" y="2354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25" name="Rectangle 268">
              <a:extLst>
                <a:ext uri="{FF2B5EF4-FFF2-40B4-BE49-F238E27FC236}">
                  <a16:creationId xmlns:a16="http://schemas.microsoft.com/office/drawing/2014/main" id="{1B9AFEBA-575F-4C72-B09A-842D0FED0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846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26" name="Rectangle 269">
              <a:extLst>
                <a:ext uri="{FF2B5EF4-FFF2-40B4-BE49-F238E27FC236}">
                  <a16:creationId xmlns:a16="http://schemas.microsoft.com/office/drawing/2014/main" id="{E43C15DF-9467-4D47-9D8C-D0BE38036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90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27" name="Rectangle 270">
              <a:extLst>
                <a:ext uri="{FF2B5EF4-FFF2-40B4-BE49-F238E27FC236}">
                  <a16:creationId xmlns:a16="http://schemas.microsoft.com/office/drawing/2014/main" id="{D259CCF5-1B5C-4C4A-A240-CA13A1ED6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021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28" name="Line 271">
              <a:extLst>
                <a:ext uri="{FF2B5EF4-FFF2-40B4-BE49-F238E27FC236}">
                  <a16:creationId xmlns:a16="http://schemas.microsoft.com/office/drawing/2014/main" id="{32B8EB3E-7C31-47FD-9229-60D0C3869B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0" y="1036"/>
              <a:ext cx="3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29" name="Rectangle 272">
              <a:extLst>
                <a:ext uri="{FF2B5EF4-FFF2-40B4-BE49-F238E27FC236}">
                  <a16:creationId xmlns:a16="http://schemas.microsoft.com/office/drawing/2014/main" id="{3BE74869-897F-44A6-A4C5-DE1FB4D76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073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30" name="Rectangle 273">
              <a:extLst>
                <a:ext uri="{FF2B5EF4-FFF2-40B4-BE49-F238E27FC236}">
                  <a16:creationId xmlns:a16="http://schemas.microsoft.com/office/drawing/2014/main" id="{86017DA5-6C10-404E-B84E-4F2C96251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188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31" name="Freeform 274">
              <a:extLst>
                <a:ext uri="{FF2B5EF4-FFF2-40B4-BE49-F238E27FC236}">
                  <a16:creationId xmlns:a16="http://schemas.microsoft.com/office/drawing/2014/main" id="{28E42369-CE31-4CA8-85F8-613674027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928"/>
              <a:ext cx="84" cy="84"/>
            </a:xfrm>
            <a:custGeom>
              <a:avLst/>
              <a:gdLst>
                <a:gd name="T0" fmla="*/ 0 w 169"/>
                <a:gd name="T1" fmla="*/ 0 h 168"/>
                <a:gd name="T2" fmla="*/ 0 w 169"/>
                <a:gd name="T3" fmla="*/ 0 h 168"/>
                <a:gd name="T4" fmla="*/ 0 w 169"/>
                <a:gd name="T5" fmla="*/ 1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68">
                  <a:moveTo>
                    <a:pt x="0" y="0"/>
                  </a:moveTo>
                  <a:lnTo>
                    <a:pt x="169" y="0"/>
                  </a:lnTo>
                  <a:lnTo>
                    <a:pt x="169" y="168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32" name="Freeform 275">
              <a:extLst>
                <a:ext uri="{FF2B5EF4-FFF2-40B4-BE49-F238E27FC236}">
                  <a16:creationId xmlns:a16="http://schemas.microsoft.com/office/drawing/2014/main" id="{92956C62-3861-47EC-9B8B-789619FF1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180"/>
              <a:ext cx="84" cy="84"/>
            </a:xfrm>
            <a:custGeom>
              <a:avLst/>
              <a:gdLst>
                <a:gd name="T0" fmla="*/ 0 w 169"/>
                <a:gd name="T1" fmla="*/ 0 h 169"/>
                <a:gd name="T2" fmla="*/ 0 w 169"/>
                <a:gd name="T3" fmla="*/ 0 h 169"/>
                <a:gd name="T4" fmla="*/ 0 w 169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69">
                  <a:moveTo>
                    <a:pt x="0" y="169"/>
                  </a:moveTo>
                  <a:lnTo>
                    <a:pt x="169" y="169"/>
                  </a:lnTo>
                  <a:lnTo>
                    <a:pt x="169" y="0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33" name="Rectangle 276">
              <a:extLst>
                <a:ext uri="{FF2B5EF4-FFF2-40B4-BE49-F238E27FC236}">
                  <a16:creationId xmlns:a16="http://schemas.microsoft.com/office/drawing/2014/main" id="{3376D55C-59C6-491B-9DDA-B1DEA61B9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243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34" name="Rectangle 277">
              <a:extLst>
                <a:ext uri="{FF2B5EF4-FFF2-40B4-BE49-F238E27FC236}">
                  <a16:creationId xmlns:a16="http://schemas.microsoft.com/office/drawing/2014/main" id="{DEA6B633-17CC-48C9-90F5-6FFCAB570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448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35" name="Rectangle 278">
              <a:extLst>
                <a:ext uri="{FF2B5EF4-FFF2-40B4-BE49-F238E27FC236}">
                  <a16:creationId xmlns:a16="http://schemas.microsoft.com/office/drawing/2014/main" id="{46CB40FC-ACFC-452F-88E5-1979FDC533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1503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36" name="Rectangle 279">
              <a:extLst>
                <a:ext uri="{FF2B5EF4-FFF2-40B4-BE49-F238E27FC236}">
                  <a16:creationId xmlns:a16="http://schemas.microsoft.com/office/drawing/2014/main" id="{CDC849B7-6A0A-4F02-91AA-44A77AB34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62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37" name="Line 280">
              <a:extLst>
                <a:ext uri="{FF2B5EF4-FFF2-40B4-BE49-F238E27FC236}">
                  <a16:creationId xmlns:a16="http://schemas.microsoft.com/office/drawing/2014/main" id="{02C04E1F-2C70-439D-AA5C-5D28540C6E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0" y="1637"/>
              <a:ext cx="3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38" name="Rectangle 281">
              <a:extLst>
                <a:ext uri="{FF2B5EF4-FFF2-40B4-BE49-F238E27FC236}">
                  <a16:creationId xmlns:a16="http://schemas.microsoft.com/office/drawing/2014/main" id="{9F084955-F36F-436F-AF75-6F2AAD285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675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39" name="Rectangle 282">
              <a:extLst>
                <a:ext uri="{FF2B5EF4-FFF2-40B4-BE49-F238E27FC236}">
                  <a16:creationId xmlns:a16="http://schemas.microsoft.com/office/drawing/2014/main" id="{304AF600-781D-4402-A3EF-930725031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95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40" name="Line 283">
              <a:extLst>
                <a:ext uri="{FF2B5EF4-FFF2-40B4-BE49-F238E27FC236}">
                  <a16:creationId xmlns:a16="http://schemas.microsoft.com/office/drawing/2014/main" id="{541B0497-EE38-4D9E-8A4B-69FA0FB110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12" y="1974"/>
              <a:ext cx="2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41" name="Rectangle 284">
              <a:extLst>
                <a:ext uri="{FF2B5EF4-FFF2-40B4-BE49-F238E27FC236}">
                  <a16:creationId xmlns:a16="http://schemas.microsoft.com/office/drawing/2014/main" id="{74BFCF77-FE62-41DA-89EB-BB5557988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200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42" name="Rectangle 285">
              <a:extLst>
                <a:ext uri="{FF2B5EF4-FFF2-40B4-BE49-F238E27FC236}">
                  <a16:creationId xmlns:a16="http://schemas.microsoft.com/office/drawing/2014/main" id="{AF5C8EEE-BD08-45EF-90DC-A5446E6B0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131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43" name="Freeform 286">
              <a:extLst>
                <a:ext uri="{FF2B5EF4-FFF2-40B4-BE49-F238E27FC236}">
                  <a16:creationId xmlns:a16="http://schemas.microsoft.com/office/drawing/2014/main" id="{86CF733C-2F64-469E-BD07-8F2D98CF9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623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44" name="Line 287">
              <a:extLst>
                <a:ext uri="{FF2B5EF4-FFF2-40B4-BE49-F238E27FC236}">
                  <a16:creationId xmlns:a16="http://schemas.microsoft.com/office/drawing/2014/main" id="{5F9C0B3B-DB63-4EA5-93A2-86EF2BF728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2623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45" name="Freeform 288">
              <a:extLst>
                <a:ext uri="{FF2B5EF4-FFF2-40B4-BE49-F238E27FC236}">
                  <a16:creationId xmlns:a16="http://schemas.microsoft.com/office/drawing/2014/main" id="{4A359B79-927D-407F-A47A-22136A7BF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623"/>
              <a:ext cx="96" cy="1"/>
            </a:xfrm>
            <a:custGeom>
              <a:avLst/>
              <a:gdLst>
                <a:gd name="T0" fmla="*/ 1 w 192"/>
                <a:gd name="T1" fmla="*/ 0 h 1"/>
                <a:gd name="T2" fmla="*/ 0 w 192"/>
                <a:gd name="T3" fmla="*/ 0 h 1"/>
                <a:gd name="T4" fmla="*/ 1 w 19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">
                  <a:moveTo>
                    <a:pt x="192" y="0"/>
                  </a:moveTo>
                  <a:lnTo>
                    <a:pt x="0" y="0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46" name="Line 289">
              <a:extLst>
                <a:ext uri="{FF2B5EF4-FFF2-40B4-BE49-F238E27FC236}">
                  <a16:creationId xmlns:a16="http://schemas.microsoft.com/office/drawing/2014/main" id="{DBB4F6AB-4E02-44A3-9208-7D95A2677B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09" y="2623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47" name="Freeform 290">
              <a:extLst>
                <a:ext uri="{FF2B5EF4-FFF2-40B4-BE49-F238E27FC236}">
                  <a16:creationId xmlns:a16="http://schemas.microsoft.com/office/drawing/2014/main" id="{A79B509C-1B90-4BB5-818F-E6E5DA608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707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48" name="Line 291">
              <a:extLst>
                <a:ext uri="{FF2B5EF4-FFF2-40B4-BE49-F238E27FC236}">
                  <a16:creationId xmlns:a16="http://schemas.microsoft.com/office/drawing/2014/main" id="{04AB5119-CD38-49ED-844B-EF77D84504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2707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49" name="Freeform 292">
              <a:extLst>
                <a:ext uri="{FF2B5EF4-FFF2-40B4-BE49-F238E27FC236}">
                  <a16:creationId xmlns:a16="http://schemas.microsoft.com/office/drawing/2014/main" id="{08F3C4A2-9EA3-4AA3-B702-C6C54D0E6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539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50" name="Line 293">
              <a:extLst>
                <a:ext uri="{FF2B5EF4-FFF2-40B4-BE49-F238E27FC236}">
                  <a16:creationId xmlns:a16="http://schemas.microsoft.com/office/drawing/2014/main" id="{CBD14D3E-6726-4F55-B075-617CCC8C26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2539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51" name="Freeform 294">
              <a:extLst>
                <a:ext uri="{FF2B5EF4-FFF2-40B4-BE49-F238E27FC236}">
                  <a16:creationId xmlns:a16="http://schemas.microsoft.com/office/drawing/2014/main" id="{A562A55E-24FD-47CB-9BB4-0BA8DC53A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454"/>
              <a:ext cx="84" cy="85"/>
            </a:xfrm>
            <a:custGeom>
              <a:avLst/>
              <a:gdLst>
                <a:gd name="T0" fmla="*/ 0 w 169"/>
                <a:gd name="T1" fmla="*/ 0 h 168"/>
                <a:gd name="T2" fmla="*/ 0 w 169"/>
                <a:gd name="T3" fmla="*/ 0 h 168"/>
                <a:gd name="T4" fmla="*/ 0 w 169"/>
                <a:gd name="T5" fmla="*/ 1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68">
                  <a:moveTo>
                    <a:pt x="0" y="0"/>
                  </a:moveTo>
                  <a:lnTo>
                    <a:pt x="169" y="0"/>
                  </a:lnTo>
                  <a:lnTo>
                    <a:pt x="169" y="168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52" name="Freeform 295">
              <a:extLst>
                <a:ext uri="{FF2B5EF4-FFF2-40B4-BE49-F238E27FC236}">
                  <a16:creationId xmlns:a16="http://schemas.microsoft.com/office/drawing/2014/main" id="{5A3A52F9-2CE7-4034-9C1E-08A00D66F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707"/>
              <a:ext cx="84" cy="96"/>
            </a:xfrm>
            <a:custGeom>
              <a:avLst/>
              <a:gdLst>
                <a:gd name="T0" fmla="*/ 0 w 169"/>
                <a:gd name="T1" fmla="*/ 1 h 192"/>
                <a:gd name="T2" fmla="*/ 0 w 169"/>
                <a:gd name="T3" fmla="*/ 1 h 192"/>
                <a:gd name="T4" fmla="*/ 0 w 169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92">
                  <a:moveTo>
                    <a:pt x="0" y="192"/>
                  </a:moveTo>
                  <a:lnTo>
                    <a:pt x="169" y="192"/>
                  </a:lnTo>
                  <a:lnTo>
                    <a:pt x="169" y="0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53" name="Rectangle 296">
              <a:extLst>
                <a:ext uri="{FF2B5EF4-FFF2-40B4-BE49-F238E27FC236}">
                  <a16:creationId xmlns:a16="http://schemas.microsoft.com/office/drawing/2014/main" id="{FDACA907-A270-4FF9-ABA4-F7993D893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18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54" name="Rectangle 297">
              <a:extLst>
                <a:ext uri="{FF2B5EF4-FFF2-40B4-BE49-F238E27FC236}">
                  <a16:creationId xmlns:a16="http://schemas.microsoft.com/office/drawing/2014/main" id="{0F6A371A-B5B8-421D-8983-A87566599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2382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55" name="Rectangle 298">
              <a:extLst>
                <a:ext uri="{FF2B5EF4-FFF2-40B4-BE49-F238E27FC236}">
                  <a16:creationId xmlns:a16="http://schemas.microsoft.com/office/drawing/2014/main" id="{B4834484-EF6C-49E2-B916-F4AED68FC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2437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56" name="Rectangle 299">
              <a:extLst>
                <a:ext uri="{FF2B5EF4-FFF2-40B4-BE49-F238E27FC236}">
                  <a16:creationId xmlns:a16="http://schemas.microsoft.com/office/drawing/2014/main" id="{4FD6D756-851E-4611-9F23-564972F8E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552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57" name="Rectangle 300">
              <a:extLst>
                <a:ext uri="{FF2B5EF4-FFF2-40B4-BE49-F238E27FC236}">
                  <a16:creationId xmlns:a16="http://schemas.microsoft.com/office/drawing/2014/main" id="{165167A7-9AEC-43D9-80C0-AE39C7274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607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58" name="Rectangle 301">
              <a:extLst>
                <a:ext uri="{FF2B5EF4-FFF2-40B4-BE49-F238E27FC236}">
                  <a16:creationId xmlns:a16="http://schemas.microsoft.com/office/drawing/2014/main" id="{D49566ED-E759-466A-B439-104822644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72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59" name="Rectangle 302">
              <a:extLst>
                <a:ext uri="{FF2B5EF4-FFF2-40B4-BE49-F238E27FC236}">
                  <a16:creationId xmlns:a16="http://schemas.microsoft.com/office/drawing/2014/main" id="{C5F35309-333C-465B-8735-FF75416A3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78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60" name="Rectangle 303">
              <a:extLst>
                <a:ext uri="{FF2B5EF4-FFF2-40B4-BE49-F238E27FC236}">
                  <a16:creationId xmlns:a16="http://schemas.microsoft.com/office/drawing/2014/main" id="{8CC248F3-30E4-4EFB-AC59-BF2F44C44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3010"/>
              <a:ext cx="115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(c) Combined circuit for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61" name="Rectangle 304">
              <a:extLst>
                <a:ext uri="{FF2B5EF4-FFF2-40B4-BE49-F238E27FC236}">
                  <a16:creationId xmlns:a16="http://schemas.microsoft.com/office/drawing/2014/main" id="{9BC8EA55-7A67-4C41-B7F7-36EAA6DD9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3002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62" name="Rectangle 305">
              <a:extLst>
                <a:ext uri="{FF2B5EF4-FFF2-40B4-BE49-F238E27FC236}">
                  <a16:creationId xmlns:a16="http://schemas.microsoft.com/office/drawing/2014/main" id="{7B6CEB6C-8C1F-4EAB-8CA3-DA367A810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8" y="305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63" name="Rectangle 306">
              <a:extLst>
                <a:ext uri="{FF2B5EF4-FFF2-40B4-BE49-F238E27FC236}">
                  <a16:creationId xmlns:a16="http://schemas.microsoft.com/office/drawing/2014/main" id="{DCF101A7-AC53-4636-9651-800CC101D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3002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64" name="Rectangle 307">
              <a:extLst>
                <a:ext uri="{FF2B5EF4-FFF2-40B4-BE49-F238E27FC236}">
                  <a16:creationId xmlns:a16="http://schemas.microsoft.com/office/drawing/2014/main" id="{CA3BBF18-353A-4E8F-962E-BECC9C909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9" y="305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65" name="Rectangle 308">
              <a:extLst>
                <a:ext uri="{FF2B5EF4-FFF2-40B4-BE49-F238E27FC236}">
                  <a16:creationId xmlns:a16="http://schemas.microsoft.com/office/drawing/2014/main" id="{FF600D6C-227C-4CDA-8CCE-8A98B51E1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3010"/>
              <a:ext cx="217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and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66" name="Line 309">
              <a:extLst>
                <a:ext uri="{FF2B5EF4-FFF2-40B4-BE49-F238E27FC236}">
                  <a16:creationId xmlns:a16="http://schemas.microsoft.com/office/drawing/2014/main" id="{55555FA7-4E09-48D2-A4EF-33A31BD8E0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89" y="1349"/>
              <a:ext cx="22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67" name="Line 310">
              <a:extLst>
                <a:ext uri="{FF2B5EF4-FFF2-40B4-BE49-F238E27FC236}">
                  <a16:creationId xmlns:a16="http://schemas.microsoft.com/office/drawing/2014/main" id="{44313CE8-5B26-4F44-B11B-939A1F4F77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" y="1349"/>
              <a:ext cx="0" cy="10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68" name="Line 311">
              <a:extLst>
                <a:ext uri="{FF2B5EF4-FFF2-40B4-BE49-F238E27FC236}">
                  <a16:creationId xmlns:a16="http://schemas.microsoft.com/office/drawing/2014/main" id="{5C397F8A-BA61-49C6-8D4C-40C4096F46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" y="2370"/>
              <a:ext cx="20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69" name="AutoShape 312">
              <a:extLst>
                <a:ext uri="{FF2B5EF4-FFF2-40B4-BE49-F238E27FC236}">
                  <a16:creationId xmlns:a16="http://schemas.microsoft.com/office/drawing/2014/main" id="{80AE8E27-111E-4F4D-98DB-E18FD0FC8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952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70" name="AutoShape 313">
              <a:extLst>
                <a:ext uri="{FF2B5EF4-FFF2-40B4-BE49-F238E27FC236}">
                  <a16:creationId xmlns:a16="http://schemas.microsoft.com/office/drawing/2014/main" id="{6C37D7C1-C1A7-4FF5-95F6-0DB0672B0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469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71" name="AutoShape 314">
              <a:extLst>
                <a:ext uri="{FF2B5EF4-FFF2-40B4-BE49-F238E27FC236}">
                  <a16:creationId xmlns:a16="http://schemas.microsoft.com/office/drawing/2014/main" id="{75E8DC0B-C4AD-4EC4-9575-BB0108412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" y="1979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572" name="AutoShape 315">
              <a:extLst>
                <a:ext uri="{FF2B5EF4-FFF2-40B4-BE49-F238E27FC236}">
                  <a16:creationId xmlns:a16="http://schemas.microsoft.com/office/drawing/2014/main" id="{A5134CD5-9064-419C-B82C-0A1395427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2490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4458" name="Group 16">
            <a:extLst>
              <a:ext uri="{FF2B5EF4-FFF2-40B4-BE49-F238E27FC236}">
                <a16:creationId xmlns:a16="http://schemas.microsoft.com/office/drawing/2014/main" id="{EE6C834D-6F01-4E2D-A06D-C51E5310E763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3048000"/>
            <a:ext cx="774700" cy="771525"/>
            <a:chOff x="282646" y="3410630"/>
            <a:chExt cx="774571" cy="771325"/>
          </a:xfrm>
        </p:grpSpPr>
        <p:sp>
          <p:nvSpPr>
            <p:cNvPr id="104477" name="TextBox 14">
              <a:extLst>
                <a:ext uri="{FF2B5EF4-FFF2-40B4-BE49-F238E27FC236}">
                  <a16:creationId xmlns:a16="http://schemas.microsoft.com/office/drawing/2014/main" id="{81343F23-9418-47D3-88FC-F9AE67C4FB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04478" name="TextBox 15">
              <a:extLst>
                <a:ext uri="{FF2B5EF4-FFF2-40B4-BE49-F238E27FC236}">
                  <a16:creationId xmlns:a16="http://schemas.microsoft.com/office/drawing/2014/main" id="{569CC0B3-76DE-41EB-995A-D9B362A54F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571" y="341063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104459" name="Group 305">
            <a:extLst>
              <a:ext uri="{FF2B5EF4-FFF2-40B4-BE49-F238E27FC236}">
                <a16:creationId xmlns:a16="http://schemas.microsoft.com/office/drawing/2014/main" id="{1DEFDFB4-E470-42E4-9DED-581B074CA41A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3200400"/>
            <a:ext cx="774700" cy="771525"/>
            <a:chOff x="282646" y="3410630"/>
            <a:chExt cx="774571" cy="771325"/>
          </a:xfrm>
        </p:grpSpPr>
        <p:sp>
          <p:nvSpPr>
            <p:cNvPr id="104475" name="TextBox 306">
              <a:extLst>
                <a:ext uri="{FF2B5EF4-FFF2-40B4-BE49-F238E27FC236}">
                  <a16:creationId xmlns:a16="http://schemas.microsoft.com/office/drawing/2014/main" id="{89F0745C-8D45-4149-B757-310076597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04476" name="TextBox 307">
              <a:extLst>
                <a:ext uri="{FF2B5EF4-FFF2-40B4-BE49-F238E27FC236}">
                  <a16:creationId xmlns:a16="http://schemas.microsoft.com/office/drawing/2014/main" id="{B542AC17-0AD2-4C78-9D76-425B85D922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571" y="341063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104460" name="Group 309">
            <a:extLst>
              <a:ext uri="{FF2B5EF4-FFF2-40B4-BE49-F238E27FC236}">
                <a16:creationId xmlns:a16="http://schemas.microsoft.com/office/drawing/2014/main" id="{ACD4CFAF-6E44-4948-82F4-9AF8EE4A7390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23813"/>
            <a:ext cx="774700" cy="766762"/>
            <a:chOff x="282646" y="3415490"/>
            <a:chExt cx="774571" cy="766465"/>
          </a:xfrm>
        </p:grpSpPr>
        <p:sp>
          <p:nvSpPr>
            <p:cNvPr id="104473" name="TextBox 310">
              <a:extLst>
                <a:ext uri="{FF2B5EF4-FFF2-40B4-BE49-F238E27FC236}">
                  <a16:creationId xmlns:a16="http://schemas.microsoft.com/office/drawing/2014/main" id="{972175D4-F56D-4091-969B-9A89AC271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04474" name="TextBox 312">
              <a:extLst>
                <a:ext uri="{FF2B5EF4-FFF2-40B4-BE49-F238E27FC236}">
                  <a16:creationId xmlns:a16="http://schemas.microsoft.com/office/drawing/2014/main" id="{528C7F8F-436C-4234-91AB-1F41AF75A3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41549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104461" name="Group 313">
            <a:extLst>
              <a:ext uri="{FF2B5EF4-FFF2-40B4-BE49-F238E27FC236}">
                <a16:creationId xmlns:a16="http://schemas.microsoft.com/office/drawing/2014/main" id="{DE814065-0E24-4A49-AFE7-B443ADC8E1B8}"/>
              </a:ext>
            </a:extLst>
          </p:cNvPr>
          <p:cNvGrpSpPr>
            <a:grpSpLocks/>
          </p:cNvGrpSpPr>
          <p:nvPr/>
        </p:nvGrpSpPr>
        <p:grpSpPr bwMode="auto">
          <a:xfrm>
            <a:off x="3151188" y="1420813"/>
            <a:ext cx="1219200" cy="766762"/>
            <a:chOff x="282646" y="3415490"/>
            <a:chExt cx="1082348" cy="766465"/>
          </a:xfrm>
        </p:grpSpPr>
        <p:sp>
          <p:nvSpPr>
            <p:cNvPr id="104471" name="TextBox 314">
              <a:extLst>
                <a:ext uri="{FF2B5EF4-FFF2-40B4-BE49-F238E27FC236}">
                  <a16:creationId xmlns:a16="http://schemas.microsoft.com/office/drawing/2014/main" id="{ADE5B636-6D8B-458C-AE9C-55E1CB2B63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108234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104472" name="TextBox 316">
              <a:extLst>
                <a:ext uri="{FF2B5EF4-FFF2-40B4-BE49-F238E27FC236}">
                  <a16:creationId xmlns:a16="http://schemas.microsoft.com/office/drawing/2014/main" id="{F4D98E5F-74C3-4D5C-BF19-9DD35A2E93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41549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sp>
        <p:nvSpPr>
          <p:cNvPr id="104462" name="TextBox 325">
            <a:extLst>
              <a:ext uri="{FF2B5EF4-FFF2-40B4-BE49-F238E27FC236}">
                <a16:creationId xmlns:a16="http://schemas.microsoft.com/office/drawing/2014/main" id="{9C5F4D3D-A5B9-401B-8E36-4814BA3BF7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000" y="2138363"/>
            <a:ext cx="10826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</a:p>
        </p:txBody>
      </p:sp>
      <p:sp>
        <p:nvSpPr>
          <p:cNvPr id="104463" name="Oval 1">
            <a:extLst>
              <a:ext uri="{FF2B5EF4-FFF2-40B4-BE49-F238E27FC236}">
                <a16:creationId xmlns:a16="http://schemas.microsoft.com/office/drawing/2014/main" id="{31EEB2C1-2EE0-4629-89D1-98FBE23FC1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238500"/>
            <a:ext cx="914400" cy="76200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04464" name="Straight Arrow Connector 298">
            <a:extLst>
              <a:ext uri="{FF2B5EF4-FFF2-40B4-BE49-F238E27FC236}">
                <a16:creationId xmlns:a16="http://schemas.microsoft.com/office/drawing/2014/main" id="{4A319E67-9835-41C7-8D57-9995F4E2680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14400" y="3657600"/>
            <a:ext cx="3302000" cy="1273175"/>
          </a:xfrm>
          <a:prstGeom prst="straightConnector1">
            <a:avLst/>
          </a:prstGeom>
          <a:noFill/>
          <a:ln w="3175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4465" name="Oval 299">
            <a:extLst>
              <a:ext uri="{FF2B5EF4-FFF2-40B4-BE49-F238E27FC236}">
                <a16:creationId xmlns:a16="http://schemas.microsoft.com/office/drawing/2014/main" id="{6A37A3D0-2C07-43BE-9203-FB22B285ED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9388" y="3417888"/>
            <a:ext cx="914400" cy="76200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04466" name="Straight Arrow Connector 300">
            <a:extLst>
              <a:ext uri="{FF2B5EF4-FFF2-40B4-BE49-F238E27FC236}">
                <a16:creationId xmlns:a16="http://schemas.microsoft.com/office/drawing/2014/main" id="{428CF7A7-0D3D-42F7-B1F1-ADE5FDECB517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297363" y="3886200"/>
            <a:ext cx="3524250" cy="1044575"/>
          </a:xfrm>
          <a:prstGeom prst="straightConnector1">
            <a:avLst/>
          </a:prstGeom>
          <a:noFill/>
          <a:ln w="3175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4467" name="Oval 301">
            <a:extLst>
              <a:ext uri="{FF2B5EF4-FFF2-40B4-BE49-F238E27FC236}">
                <a16:creationId xmlns:a16="http://schemas.microsoft.com/office/drawing/2014/main" id="{309B37EE-5C1F-428A-801F-847C7B1A14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9263" y="257175"/>
            <a:ext cx="914400" cy="762000"/>
          </a:xfrm>
          <a:prstGeom prst="ellips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04468" name="Straight Arrow Connector 302">
            <a:extLst>
              <a:ext uri="{FF2B5EF4-FFF2-40B4-BE49-F238E27FC236}">
                <a16:creationId xmlns:a16="http://schemas.microsoft.com/office/drawing/2014/main" id="{FB563674-9336-49B9-B8C3-EE5FF0DE91E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187825" y="1025525"/>
            <a:ext cx="557213" cy="3176588"/>
          </a:xfrm>
          <a:prstGeom prst="straightConnector1">
            <a:avLst/>
          </a:prstGeom>
          <a:noFill/>
          <a:ln w="31750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4469" name="Oval 303">
            <a:extLst>
              <a:ext uri="{FF2B5EF4-FFF2-40B4-BE49-F238E27FC236}">
                <a16:creationId xmlns:a16="http://schemas.microsoft.com/office/drawing/2014/main" id="{943433E7-FFCF-453C-990B-9AEB5AE67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7688" y="1652588"/>
            <a:ext cx="1195387" cy="762000"/>
          </a:xfrm>
          <a:prstGeom prst="ellipse">
            <a:avLst/>
          </a:prstGeom>
          <a:noFill/>
          <a:ln w="254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04470" name="Straight Arrow Connector 304">
            <a:extLst>
              <a:ext uri="{FF2B5EF4-FFF2-40B4-BE49-F238E27FC236}">
                <a16:creationId xmlns:a16="http://schemas.microsoft.com/office/drawing/2014/main" id="{DA46CE2E-1FD0-4385-839E-74A1D06A9E4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654425" y="2408238"/>
            <a:ext cx="520700" cy="982662"/>
          </a:xfrm>
          <a:prstGeom prst="straightConnector1">
            <a:avLst/>
          </a:prstGeom>
          <a:noFill/>
          <a:ln w="31750">
            <a:solidFill>
              <a:srgbClr val="008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473" name="Group 317">
            <a:extLst>
              <a:ext uri="{FF2B5EF4-FFF2-40B4-BE49-F238E27FC236}">
                <a16:creationId xmlns:a16="http://schemas.microsoft.com/office/drawing/2014/main" id="{4099E120-0635-4F5D-AA99-96AA4804A08B}"/>
              </a:ext>
            </a:extLst>
          </p:cNvPr>
          <p:cNvGrpSpPr>
            <a:grpSpLocks/>
          </p:cNvGrpSpPr>
          <p:nvPr/>
        </p:nvGrpSpPr>
        <p:grpSpPr bwMode="auto">
          <a:xfrm>
            <a:off x="685800" y="198438"/>
            <a:ext cx="2270125" cy="2620962"/>
            <a:chOff x="427" y="273"/>
            <a:chExt cx="1430" cy="1651"/>
          </a:xfrm>
        </p:grpSpPr>
        <p:sp>
          <p:nvSpPr>
            <p:cNvPr id="105643" name="Rectangle 170">
              <a:extLst>
                <a:ext uri="{FF2B5EF4-FFF2-40B4-BE49-F238E27FC236}">
                  <a16:creationId xmlns:a16="http://schemas.microsoft.com/office/drawing/2014/main" id="{82BCAE27-FC20-4880-A5FF-AF4FDA9A2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597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44" name="Line 171">
              <a:extLst>
                <a:ext uri="{FF2B5EF4-FFF2-40B4-BE49-F238E27FC236}">
                  <a16:creationId xmlns:a16="http://schemas.microsoft.com/office/drawing/2014/main" id="{1E85F31A-DEEB-45D4-A5A6-E242CBE930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850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45" name="Line 172">
              <a:extLst>
                <a:ext uri="{FF2B5EF4-FFF2-40B4-BE49-F238E27FC236}">
                  <a16:creationId xmlns:a16="http://schemas.microsoft.com/office/drawing/2014/main" id="{4BF1EBB1-CE8E-4BBD-BDA6-65021004A4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46" name="Line 173">
              <a:extLst>
                <a:ext uri="{FF2B5EF4-FFF2-40B4-BE49-F238E27FC236}">
                  <a16:creationId xmlns:a16="http://schemas.microsoft.com/office/drawing/2014/main" id="{65419A6D-4444-467C-82D3-BE8F9FE6C6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" y="345"/>
              <a:ext cx="253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47" name="Rectangle 175">
              <a:extLst>
                <a:ext uri="{FF2B5EF4-FFF2-40B4-BE49-F238E27FC236}">
                  <a16:creationId xmlns:a16="http://schemas.microsoft.com/office/drawing/2014/main" id="{2CE11250-EB13-4186-A479-0BAF09B3F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48" name="Rectangle 176">
              <a:extLst>
                <a:ext uri="{FF2B5EF4-FFF2-40B4-BE49-F238E27FC236}">
                  <a16:creationId xmlns:a16="http://schemas.microsoft.com/office/drawing/2014/main" id="{6BF8F1A8-DF0B-4EBB-A2CF-990CB5B3D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49" name="Rectangle 177">
              <a:extLst>
                <a:ext uri="{FF2B5EF4-FFF2-40B4-BE49-F238E27FC236}">
                  <a16:creationId xmlns:a16="http://schemas.microsoft.com/office/drawing/2014/main" id="{BC8B4DDD-1D67-4E3C-8F49-62B7CABA6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50" name="Rectangle 178">
              <a:extLst>
                <a:ext uri="{FF2B5EF4-FFF2-40B4-BE49-F238E27FC236}">
                  <a16:creationId xmlns:a16="http://schemas.microsoft.com/office/drawing/2014/main" id="{BC2B31F9-CF86-4653-BF4F-824E35CC1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51" name="Rectangle 179">
              <a:extLst>
                <a:ext uri="{FF2B5EF4-FFF2-40B4-BE49-F238E27FC236}">
                  <a16:creationId xmlns:a16="http://schemas.microsoft.com/office/drawing/2014/main" id="{984B3B6F-B716-4722-8194-015BD475C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52" name="Rectangle 180">
              <a:extLst>
                <a:ext uri="{FF2B5EF4-FFF2-40B4-BE49-F238E27FC236}">
                  <a16:creationId xmlns:a16="http://schemas.microsoft.com/office/drawing/2014/main" id="{FDD2F394-E965-40F6-B4EE-19CB3E299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53" name="Rectangle 181">
              <a:extLst>
                <a:ext uri="{FF2B5EF4-FFF2-40B4-BE49-F238E27FC236}">
                  <a16:creationId xmlns:a16="http://schemas.microsoft.com/office/drawing/2014/main" id="{92ED4857-2743-41D1-A967-66A7F7585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54" name="Rectangle 182">
              <a:extLst>
                <a:ext uri="{FF2B5EF4-FFF2-40B4-BE49-F238E27FC236}">
                  <a16:creationId xmlns:a16="http://schemas.microsoft.com/office/drawing/2014/main" id="{C660A1F3-7D41-4238-BF89-A824E32CC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597"/>
              <a:ext cx="504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55" name="Line 183">
              <a:extLst>
                <a:ext uri="{FF2B5EF4-FFF2-40B4-BE49-F238E27FC236}">
                  <a16:creationId xmlns:a16="http://schemas.microsoft.com/office/drawing/2014/main" id="{5450D587-3215-458C-93E0-4B457603C1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850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56" name="Line 184">
              <a:extLst>
                <a:ext uri="{FF2B5EF4-FFF2-40B4-BE49-F238E27FC236}">
                  <a16:creationId xmlns:a16="http://schemas.microsoft.com/office/drawing/2014/main" id="{D016B740-86A5-4669-BE75-0549F01671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57" name="Rectangle 185">
              <a:extLst>
                <a:ext uri="{FF2B5EF4-FFF2-40B4-BE49-F238E27FC236}">
                  <a16:creationId xmlns:a16="http://schemas.microsoft.com/office/drawing/2014/main" id="{F2874672-A4BB-45F5-B431-B5073D043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58" name="Rectangle 186">
              <a:extLst>
                <a:ext uri="{FF2B5EF4-FFF2-40B4-BE49-F238E27FC236}">
                  <a16:creationId xmlns:a16="http://schemas.microsoft.com/office/drawing/2014/main" id="{52315A6F-84C8-46FE-8CE8-879A078E6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59" name="Rectangle 187">
              <a:extLst>
                <a:ext uri="{FF2B5EF4-FFF2-40B4-BE49-F238E27FC236}">
                  <a16:creationId xmlns:a16="http://schemas.microsoft.com/office/drawing/2014/main" id="{D51BBF46-C93C-4ED2-A84E-B35A41644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8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60" name="Rectangle 188">
              <a:extLst>
                <a:ext uri="{FF2B5EF4-FFF2-40B4-BE49-F238E27FC236}">
                  <a16:creationId xmlns:a16="http://schemas.microsoft.com/office/drawing/2014/main" id="{8122229D-6B43-4DBA-9BAC-B3258449A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61" name="Rectangle 189">
              <a:extLst>
                <a:ext uri="{FF2B5EF4-FFF2-40B4-BE49-F238E27FC236}">
                  <a16:creationId xmlns:a16="http://schemas.microsoft.com/office/drawing/2014/main" id="{6F140584-A688-4F12-8584-FE5976085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62" name="Rectangle 190">
              <a:extLst>
                <a:ext uri="{FF2B5EF4-FFF2-40B4-BE49-F238E27FC236}">
                  <a16:creationId xmlns:a16="http://schemas.microsoft.com/office/drawing/2014/main" id="{7061D396-8F3F-4646-ADA6-6196A2B21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63" name="Rectangle 191">
              <a:extLst>
                <a:ext uri="{FF2B5EF4-FFF2-40B4-BE49-F238E27FC236}">
                  <a16:creationId xmlns:a16="http://schemas.microsoft.com/office/drawing/2014/main" id="{7C38DFB6-4067-4315-ACEA-A83AA3766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64" name="Rectangle 192">
              <a:extLst>
                <a:ext uri="{FF2B5EF4-FFF2-40B4-BE49-F238E27FC236}">
                  <a16:creationId xmlns:a16="http://schemas.microsoft.com/office/drawing/2014/main" id="{2787F47D-9B22-4715-A514-3C68076CF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65" name="Rectangle 193">
              <a:extLst>
                <a:ext uri="{FF2B5EF4-FFF2-40B4-BE49-F238E27FC236}">
                  <a16:creationId xmlns:a16="http://schemas.microsoft.com/office/drawing/2014/main" id="{C3EF93FF-DFE8-4ABF-80C6-313EDD797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1114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66" name="Line 194">
              <a:extLst>
                <a:ext uri="{FF2B5EF4-FFF2-40B4-BE49-F238E27FC236}">
                  <a16:creationId xmlns:a16="http://schemas.microsoft.com/office/drawing/2014/main" id="{EDBF4825-AB30-49F7-A3D5-1406442C93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1366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67" name="Line 195">
              <a:extLst>
                <a:ext uri="{FF2B5EF4-FFF2-40B4-BE49-F238E27FC236}">
                  <a16:creationId xmlns:a16="http://schemas.microsoft.com/office/drawing/2014/main" id="{4639B0D2-9C71-44C1-8A57-AE9490CBF4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68" name="Rectangle 196">
              <a:extLst>
                <a:ext uri="{FF2B5EF4-FFF2-40B4-BE49-F238E27FC236}">
                  <a16:creationId xmlns:a16="http://schemas.microsoft.com/office/drawing/2014/main" id="{A8687F3D-176F-4DFA-9F37-E132E0B90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69" name="Rectangle 197">
              <a:extLst>
                <a:ext uri="{FF2B5EF4-FFF2-40B4-BE49-F238E27FC236}">
                  <a16:creationId xmlns:a16="http://schemas.microsoft.com/office/drawing/2014/main" id="{A7EBDF70-4308-482D-8557-A11A624D0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1114"/>
              <a:ext cx="504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70" name="Line 198">
              <a:extLst>
                <a:ext uri="{FF2B5EF4-FFF2-40B4-BE49-F238E27FC236}">
                  <a16:creationId xmlns:a16="http://schemas.microsoft.com/office/drawing/2014/main" id="{FF3490C7-F937-487C-B95A-A04F3C3866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1366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71" name="Line 199">
              <a:extLst>
                <a:ext uri="{FF2B5EF4-FFF2-40B4-BE49-F238E27FC236}">
                  <a16:creationId xmlns:a16="http://schemas.microsoft.com/office/drawing/2014/main" id="{07485FC7-4DAB-433F-939B-3D7FBAB45E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72" name="Rectangle 200">
              <a:extLst>
                <a:ext uri="{FF2B5EF4-FFF2-40B4-BE49-F238E27FC236}">
                  <a16:creationId xmlns:a16="http://schemas.microsoft.com/office/drawing/2014/main" id="{39EB5793-BC5B-4881-8A98-B26E91F35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73" name="Rectangle 201">
              <a:extLst>
                <a:ext uri="{FF2B5EF4-FFF2-40B4-BE49-F238E27FC236}">
                  <a16:creationId xmlns:a16="http://schemas.microsoft.com/office/drawing/2014/main" id="{8456F3DA-B370-4004-8863-D36D551B4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74" name="Rectangle 202">
              <a:extLst>
                <a:ext uri="{FF2B5EF4-FFF2-40B4-BE49-F238E27FC236}">
                  <a16:creationId xmlns:a16="http://schemas.microsoft.com/office/drawing/2014/main" id="{7B62A3ED-8A92-43E0-9F38-6938A1138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75" name="Rectangle 203">
              <a:extLst>
                <a:ext uri="{FF2B5EF4-FFF2-40B4-BE49-F238E27FC236}">
                  <a16:creationId xmlns:a16="http://schemas.microsoft.com/office/drawing/2014/main" id="{6AF79013-228B-4476-BEE3-F47724DDD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76" name="Rectangle 204">
              <a:extLst>
                <a:ext uri="{FF2B5EF4-FFF2-40B4-BE49-F238E27FC236}">
                  <a16:creationId xmlns:a16="http://schemas.microsoft.com/office/drawing/2014/main" id="{112719EA-3A3A-4EBE-A9ED-12AE47524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673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77" name="Rectangle 205">
              <a:extLst>
                <a:ext uri="{FF2B5EF4-FFF2-40B4-BE49-F238E27FC236}">
                  <a16:creationId xmlns:a16="http://schemas.microsoft.com/office/drawing/2014/main" id="{6E89E658-069B-4227-B436-07A34F642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928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78" name="Rectangle 206">
              <a:extLst>
                <a:ext uri="{FF2B5EF4-FFF2-40B4-BE49-F238E27FC236}">
                  <a16:creationId xmlns:a16="http://schemas.microsoft.com/office/drawing/2014/main" id="{2477A59E-DB2C-4CA4-BE1B-25095404B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184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79" name="Freeform 207">
              <a:extLst>
                <a:ext uri="{FF2B5EF4-FFF2-40B4-BE49-F238E27FC236}">
                  <a16:creationId xmlns:a16="http://schemas.microsoft.com/office/drawing/2014/main" id="{DE9FAA8F-D79F-4220-99B9-2861DEE2C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640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8" y="0"/>
                  </a:moveTo>
                  <a:lnTo>
                    <a:pt x="465" y="0"/>
                  </a:lnTo>
                  <a:lnTo>
                    <a:pt x="461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4" y="0"/>
                  </a:lnTo>
                  <a:lnTo>
                    <a:pt x="442" y="0"/>
                  </a:lnTo>
                  <a:lnTo>
                    <a:pt x="438" y="0"/>
                  </a:lnTo>
                  <a:lnTo>
                    <a:pt x="436" y="0"/>
                  </a:lnTo>
                  <a:lnTo>
                    <a:pt x="432" y="0"/>
                  </a:lnTo>
                  <a:lnTo>
                    <a:pt x="430" y="0"/>
                  </a:lnTo>
                  <a:lnTo>
                    <a:pt x="426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7" y="0"/>
                  </a:lnTo>
                  <a:lnTo>
                    <a:pt x="402" y="0"/>
                  </a:lnTo>
                  <a:lnTo>
                    <a:pt x="397" y="0"/>
                  </a:lnTo>
                  <a:lnTo>
                    <a:pt x="391" y="0"/>
                  </a:lnTo>
                  <a:lnTo>
                    <a:pt x="385" y="0"/>
                  </a:lnTo>
                  <a:lnTo>
                    <a:pt x="379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49" y="0"/>
                  </a:lnTo>
                  <a:lnTo>
                    <a:pt x="341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6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7" y="0"/>
                  </a:lnTo>
                  <a:lnTo>
                    <a:pt x="239" y="0"/>
                  </a:lnTo>
                  <a:lnTo>
                    <a:pt x="230" y="0"/>
                  </a:lnTo>
                  <a:lnTo>
                    <a:pt x="223" y="0"/>
                  </a:lnTo>
                  <a:lnTo>
                    <a:pt x="217" y="0"/>
                  </a:lnTo>
                  <a:lnTo>
                    <a:pt x="211" y="0"/>
                  </a:lnTo>
                  <a:lnTo>
                    <a:pt x="205" y="0"/>
                  </a:lnTo>
                  <a:lnTo>
                    <a:pt x="199" y="0"/>
                  </a:lnTo>
                  <a:lnTo>
                    <a:pt x="194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4" y="0"/>
                  </a:lnTo>
                  <a:lnTo>
                    <a:pt x="170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1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5" y="0"/>
                  </a:lnTo>
                  <a:lnTo>
                    <a:pt x="132" y="0"/>
                  </a:lnTo>
                  <a:lnTo>
                    <a:pt x="128" y="0"/>
                  </a:lnTo>
                  <a:lnTo>
                    <a:pt x="123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0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3" y="1"/>
                  </a:lnTo>
                  <a:lnTo>
                    <a:pt x="101" y="1"/>
                  </a:lnTo>
                  <a:lnTo>
                    <a:pt x="98" y="2"/>
                  </a:lnTo>
                  <a:lnTo>
                    <a:pt x="96" y="2"/>
                  </a:lnTo>
                  <a:lnTo>
                    <a:pt x="93" y="2"/>
                  </a:lnTo>
                  <a:lnTo>
                    <a:pt x="91" y="3"/>
                  </a:lnTo>
                  <a:lnTo>
                    <a:pt x="90" y="3"/>
                  </a:lnTo>
                  <a:lnTo>
                    <a:pt x="87" y="5"/>
                  </a:lnTo>
                  <a:lnTo>
                    <a:pt x="85" y="6"/>
                  </a:lnTo>
                  <a:lnTo>
                    <a:pt x="84" y="7"/>
                  </a:lnTo>
                  <a:lnTo>
                    <a:pt x="81" y="8"/>
                  </a:lnTo>
                  <a:lnTo>
                    <a:pt x="79" y="10"/>
                  </a:lnTo>
                  <a:lnTo>
                    <a:pt x="78" y="11"/>
                  </a:lnTo>
                  <a:lnTo>
                    <a:pt x="75" y="12"/>
                  </a:lnTo>
                  <a:lnTo>
                    <a:pt x="73" y="14"/>
                  </a:lnTo>
                  <a:lnTo>
                    <a:pt x="71" y="17"/>
                  </a:lnTo>
                  <a:lnTo>
                    <a:pt x="68" y="18"/>
                  </a:lnTo>
                  <a:lnTo>
                    <a:pt x="66" y="20"/>
                  </a:lnTo>
                  <a:lnTo>
                    <a:pt x="63" y="23"/>
                  </a:lnTo>
                  <a:lnTo>
                    <a:pt x="60" y="26"/>
                  </a:lnTo>
                  <a:lnTo>
                    <a:pt x="57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6" y="40"/>
                  </a:lnTo>
                  <a:lnTo>
                    <a:pt x="43" y="43"/>
                  </a:lnTo>
                  <a:lnTo>
                    <a:pt x="39" y="47"/>
                  </a:lnTo>
                  <a:lnTo>
                    <a:pt x="36" y="50"/>
                  </a:lnTo>
                  <a:lnTo>
                    <a:pt x="32" y="54"/>
                  </a:lnTo>
                  <a:lnTo>
                    <a:pt x="28" y="58"/>
                  </a:lnTo>
                  <a:lnTo>
                    <a:pt x="26" y="60"/>
                  </a:lnTo>
                  <a:lnTo>
                    <a:pt x="22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0" y="77"/>
                  </a:lnTo>
                  <a:lnTo>
                    <a:pt x="9" y="79"/>
                  </a:lnTo>
                  <a:lnTo>
                    <a:pt x="8" y="82"/>
                  </a:lnTo>
                  <a:lnTo>
                    <a:pt x="7" y="84"/>
                  </a:lnTo>
                  <a:lnTo>
                    <a:pt x="6" y="85"/>
                  </a:lnTo>
                  <a:lnTo>
                    <a:pt x="4" y="88"/>
                  </a:lnTo>
                  <a:lnTo>
                    <a:pt x="3" y="90"/>
                  </a:lnTo>
                  <a:lnTo>
                    <a:pt x="3" y="91"/>
                  </a:lnTo>
                  <a:lnTo>
                    <a:pt x="2" y="94"/>
                  </a:lnTo>
                  <a:lnTo>
                    <a:pt x="2" y="96"/>
                  </a:lnTo>
                  <a:lnTo>
                    <a:pt x="2" y="98"/>
                  </a:lnTo>
                  <a:lnTo>
                    <a:pt x="1" y="101"/>
                  </a:lnTo>
                  <a:lnTo>
                    <a:pt x="1" y="103"/>
                  </a:lnTo>
                  <a:lnTo>
                    <a:pt x="1" y="106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4"/>
                  </a:lnTo>
                  <a:lnTo>
                    <a:pt x="1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1" y="736"/>
                  </a:lnTo>
                  <a:lnTo>
                    <a:pt x="1" y="739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8"/>
                  </a:lnTo>
                  <a:lnTo>
                    <a:pt x="1" y="750"/>
                  </a:lnTo>
                  <a:lnTo>
                    <a:pt x="1" y="752"/>
                  </a:lnTo>
                  <a:lnTo>
                    <a:pt x="2" y="755"/>
                  </a:lnTo>
                  <a:lnTo>
                    <a:pt x="2" y="757"/>
                  </a:lnTo>
                  <a:lnTo>
                    <a:pt x="2" y="758"/>
                  </a:lnTo>
                  <a:lnTo>
                    <a:pt x="3" y="761"/>
                  </a:lnTo>
                  <a:lnTo>
                    <a:pt x="3" y="763"/>
                  </a:lnTo>
                  <a:lnTo>
                    <a:pt x="4" y="766"/>
                  </a:lnTo>
                  <a:lnTo>
                    <a:pt x="6" y="767"/>
                  </a:lnTo>
                  <a:lnTo>
                    <a:pt x="7" y="769"/>
                  </a:lnTo>
                  <a:lnTo>
                    <a:pt x="8" y="772"/>
                  </a:lnTo>
                  <a:lnTo>
                    <a:pt x="9" y="773"/>
                  </a:lnTo>
                  <a:lnTo>
                    <a:pt x="10" y="775"/>
                  </a:lnTo>
                  <a:lnTo>
                    <a:pt x="12" y="778"/>
                  </a:lnTo>
                  <a:lnTo>
                    <a:pt x="14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2" y="790"/>
                  </a:lnTo>
                  <a:lnTo>
                    <a:pt x="26" y="792"/>
                  </a:lnTo>
                  <a:lnTo>
                    <a:pt x="28" y="796"/>
                  </a:lnTo>
                  <a:lnTo>
                    <a:pt x="32" y="799"/>
                  </a:lnTo>
                  <a:lnTo>
                    <a:pt x="36" y="802"/>
                  </a:lnTo>
                  <a:lnTo>
                    <a:pt x="39" y="805"/>
                  </a:lnTo>
                  <a:lnTo>
                    <a:pt x="43" y="810"/>
                  </a:lnTo>
                  <a:lnTo>
                    <a:pt x="46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7" y="823"/>
                  </a:lnTo>
                  <a:lnTo>
                    <a:pt x="60" y="827"/>
                  </a:lnTo>
                  <a:lnTo>
                    <a:pt x="63" y="829"/>
                  </a:lnTo>
                  <a:lnTo>
                    <a:pt x="66" y="832"/>
                  </a:lnTo>
                  <a:lnTo>
                    <a:pt x="68" y="834"/>
                  </a:lnTo>
                  <a:lnTo>
                    <a:pt x="71" y="837"/>
                  </a:lnTo>
                  <a:lnTo>
                    <a:pt x="73" y="839"/>
                  </a:lnTo>
                  <a:lnTo>
                    <a:pt x="75" y="840"/>
                  </a:lnTo>
                  <a:lnTo>
                    <a:pt x="78" y="841"/>
                  </a:lnTo>
                  <a:lnTo>
                    <a:pt x="79" y="844"/>
                  </a:lnTo>
                  <a:lnTo>
                    <a:pt x="81" y="845"/>
                  </a:lnTo>
                  <a:lnTo>
                    <a:pt x="84" y="846"/>
                  </a:lnTo>
                  <a:lnTo>
                    <a:pt x="85" y="847"/>
                  </a:lnTo>
                  <a:lnTo>
                    <a:pt x="87" y="847"/>
                  </a:lnTo>
                  <a:lnTo>
                    <a:pt x="90" y="849"/>
                  </a:lnTo>
                  <a:lnTo>
                    <a:pt x="91" y="850"/>
                  </a:lnTo>
                  <a:lnTo>
                    <a:pt x="93" y="850"/>
                  </a:lnTo>
                  <a:lnTo>
                    <a:pt x="96" y="851"/>
                  </a:lnTo>
                  <a:lnTo>
                    <a:pt x="98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3" y="852"/>
                  </a:lnTo>
                  <a:lnTo>
                    <a:pt x="128" y="852"/>
                  </a:lnTo>
                  <a:lnTo>
                    <a:pt x="132" y="852"/>
                  </a:lnTo>
                  <a:lnTo>
                    <a:pt x="135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1" y="852"/>
                  </a:lnTo>
                  <a:lnTo>
                    <a:pt x="155" y="852"/>
                  </a:lnTo>
                  <a:lnTo>
                    <a:pt x="157" y="852"/>
                  </a:lnTo>
                  <a:lnTo>
                    <a:pt x="161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70" y="852"/>
                  </a:lnTo>
                  <a:lnTo>
                    <a:pt x="174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4" y="852"/>
                  </a:lnTo>
                  <a:lnTo>
                    <a:pt x="199" y="852"/>
                  </a:lnTo>
                  <a:lnTo>
                    <a:pt x="205" y="852"/>
                  </a:lnTo>
                  <a:lnTo>
                    <a:pt x="211" y="852"/>
                  </a:lnTo>
                  <a:lnTo>
                    <a:pt x="217" y="852"/>
                  </a:lnTo>
                  <a:lnTo>
                    <a:pt x="223" y="852"/>
                  </a:lnTo>
                  <a:lnTo>
                    <a:pt x="230" y="852"/>
                  </a:lnTo>
                  <a:lnTo>
                    <a:pt x="239" y="852"/>
                  </a:lnTo>
                  <a:lnTo>
                    <a:pt x="247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6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1" y="852"/>
                  </a:lnTo>
                  <a:lnTo>
                    <a:pt x="349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8" y="852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0" y="852"/>
                  </a:lnTo>
                  <a:lnTo>
                    <a:pt x="456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1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4" y="852"/>
                  </a:lnTo>
                  <a:lnTo>
                    <a:pt x="621" y="852"/>
                  </a:lnTo>
                  <a:lnTo>
                    <a:pt x="628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2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0" y="852"/>
                  </a:lnTo>
                  <a:lnTo>
                    <a:pt x="675" y="852"/>
                  </a:lnTo>
                  <a:lnTo>
                    <a:pt x="679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8" y="852"/>
                  </a:lnTo>
                  <a:lnTo>
                    <a:pt x="692" y="852"/>
                  </a:lnTo>
                  <a:lnTo>
                    <a:pt x="694" y="852"/>
                  </a:lnTo>
                  <a:lnTo>
                    <a:pt x="698" y="852"/>
                  </a:lnTo>
                  <a:lnTo>
                    <a:pt x="700" y="852"/>
                  </a:lnTo>
                  <a:lnTo>
                    <a:pt x="704" y="852"/>
                  </a:lnTo>
                  <a:lnTo>
                    <a:pt x="706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5" y="852"/>
                  </a:lnTo>
                  <a:lnTo>
                    <a:pt x="738" y="852"/>
                  </a:lnTo>
                  <a:lnTo>
                    <a:pt x="741" y="852"/>
                  </a:lnTo>
                  <a:lnTo>
                    <a:pt x="744" y="852"/>
                  </a:lnTo>
                  <a:lnTo>
                    <a:pt x="747" y="852"/>
                  </a:lnTo>
                  <a:lnTo>
                    <a:pt x="750" y="851"/>
                  </a:lnTo>
                  <a:lnTo>
                    <a:pt x="752" y="851"/>
                  </a:lnTo>
                  <a:lnTo>
                    <a:pt x="754" y="851"/>
                  </a:lnTo>
                  <a:lnTo>
                    <a:pt x="757" y="851"/>
                  </a:lnTo>
                  <a:lnTo>
                    <a:pt x="758" y="850"/>
                  </a:lnTo>
                  <a:lnTo>
                    <a:pt x="760" y="850"/>
                  </a:lnTo>
                  <a:lnTo>
                    <a:pt x="763" y="849"/>
                  </a:lnTo>
                  <a:lnTo>
                    <a:pt x="764" y="847"/>
                  </a:lnTo>
                  <a:lnTo>
                    <a:pt x="766" y="847"/>
                  </a:lnTo>
                  <a:lnTo>
                    <a:pt x="769" y="846"/>
                  </a:lnTo>
                  <a:lnTo>
                    <a:pt x="770" y="845"/>
                  </a:lnTo>
                  <a:lnTo>
                    <a:pt x="773" y="844"/>
                  </a:lnTo>
                  <a:lnTo>
                    <a:pt x="775" y="841"/>
                  </a:lnTo>
                  <a:lnTo>
                    <a:pt x="777" y="840"/>
                  </a:lnTo>
                  <a:lnTo>
                    <a:pt x="780" y="839"/>
                  </a:lnTo>
                  <a:lnTo>
                    <a:pt x="782" y="837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9" y="821"/>
                  </a:lnTo>
                  <a:lnTo>
                    <a:pt x="801" y="817"/>
                  </a:lnTo>
                  <a:lnTo>
                    <a:pt x="805" y="814"/>
                  </a:lnTo>
                  <a:lnTo>
                    <a:pt x="810" y="810"/>
                  </a:lnTo>
                  <a:lnTo>
                    <a:pt x="813" y="805"/>
                  </a:lnTo>
                  <a:lnTo>
                    <a:pt x="817" y="802"/>
                  </a:lnTo>
                  <a:lnTo>
                    <a:pt x="821" y="799"/>
                  </a:lnTo>
                  <a:lnTo>
                    <a:pt x="823" y="796"/>
                  </a:lnTo>
                  <a:lnTo>
                    <a:pt x="827" y="792"/>
                  </a:lnTo>
                  <a:lnTo>
                    <a:pt x="829" y="790"/>
                  </a:lnTo>
                  <a:lnTo>
                    <a:pt x="831" y="787"/>
                  </a:lnTo>
                  <a:lnTo>
                    <a:pt x="834" y="785"/>
                  </a:lnTo>
                  <a:lnTo>
                    <a:pt x="836" y="782"/>
                  </a:lnTo>
                  <a:lnTo>
                    <a:pt x="839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5" y="772"/>
                  </a:lnTo>
                  <a:lnTo>
                    <a:pt x="846" y="769"/>
                  </a:lnTo>
                  <a:lnTo>
                    <a:pt x="847" y="767"/>
                  </a:lnTo>
                  <a:lnTo>
                    <a:pt x="847" y="766"/>
                  </a:lnTo>
                  <a:lnTo>
                    <a:pt x="848" y="763"/>
                  </a:lnTo>
                  <a:lnTo>
                    <a:pt x="849" y="761"/>
                  </a:lnTo>
                  <a:lnTo>
                    <a:pt x="849" y="758"/>
                  </a:lnTo>
                  <a:lnTo>
                    <a:pt x="851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2" y="750"/>
                  </a:lnTo>
                  <a:lnTo>
                    <a:pt x="852" y="748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6"/>
                  </a:lnTo>
                  <a:lnTo>
                    <a:pt x="852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1" y="96"/>
                  </a:lnTo>
                  <a:lnTo>
                    <a:pt x="849" y="94"/>
                  </a:lnTo>
                  <a:lnTo>
                    <a:pt x="849" y="91"/>
                  </a:lnTo>
                  <a:lnTo>
                    <a:pt x="848" y="90"/>
                  </a:lnTo>
                  <a:lnTo>
                    <a:pt x="847" y="88"/>
                  </a:lnTo>
                  <a:lnTo>
                    <a:pt x="847" y="85"/>
                  </a:lnTo>
                  <a:lnTo>
                    <a:pt x="846" y="84"/>
                  </a:lnTo>
                  <a:lnTo>
                    <a:pt x="845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9" y="73"/>
                  </a:lnTo>
                  <a:lnTo>
                    <a:pt x="836" y="71"/>
                  </a:lnTo>
                  <a:lnTo>
                    <a:pt x="834" y="68"/>
                  </a:lnTo>
                  <a:lnTo>
                    <a:pt x="831" y="66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3" y="58"/>
                  </a:lnTo>
                  <a:lnTo>
                    <a:pt x="821" y="54"/>
                  </a:lnTo>
                  <a:lnTo>
                    <a:pt x="817" y="50"/>
                  </a:lnTo>
                  <a:lnTo>
                    <a:pt x="813" y="47"/>
                  </a:lnTo>
                  <a:lnTo>
                    <a:pt x="810" y="43"/>
                  </a:lnTo>
                  <a:lnTo>
                    <a:pt x="805" y="40"/>
                  </a:lnTo>
                  <a:lnTo>
                    <a:pt x="801" y="36"/>
                  </a:lnTo>
                  <a:lnTo>
                    <a:pt x="799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2" y="17"/>
                  </a:lnTo>
                  <a:lnTo>
                    <a:pt x="780" y="14"/>
                  </a:lnTo>
                  <a:lnTo>
                    <a:pt x="777" y="12"/>
                  </a:lnTo>
                  <a:lnTo>
                    <a:pt x="775" y="11"/>
                  </a:lnTo>
                  <a:lnTo>
                    <a:pt x="773" y="10"/>
                  </a:lnTo>
                  <a:lnTo>
                    <a:pt x="770" y="8"/>
                  </a:lnTo>
                  <a:lnTo>
                    <a:pt x="769" y="7"/>
                  </a:lnTo>
                  <a:lnTo>
                    <a:pt x="766" y="6"/>
                  </a:lnTo>
                  <a:lnTo>
                    <a:pt x="764" y="5"/>
                  </a:lnTo>
                  <a:lnTo>
                    <a:pt x="763" y="3"/>
                  </a:lnTo>
                  <a:lnTo>
                    <a:pt x="760" y="3"/>
                  </a:lnTo>
                  <a:lnTo>
                    <a:pt x="758" y="2"/>
                  </a:lnTo>
                  <a:lnTo>
                    <a:pt x="757" y="2"/>
                  </a:lnTo>
                  <a:lnTo>
                    <a:pt x="754" y="2"/>
                  </a:lnTo>
                  <a:lnTo>
                    <a:pt x="752" y="1"/>
                  </a:lnTo>
                  <a:lnTo>
                    <a:pt x="750" y="1"/>
                  </a:lnTo>
                  <a:lnTo>
                    <a:pt x="747" y="1"/>
                  </a:lnTo>
                  <a:lnTo>
                    <a:pt x="744" y="1"/>
                  </a:lnTo>
                  <a:lnTo>
                    <a:pt x="741" y="1"/>
                  </a:lnTo>
                  <a:lnTo>
                    <a:pt x="738" y="1"/>
                  </a:lnTo>
                  <a:lnTo>
                    <a:pt x="735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6" y="0"/>
                  </a:lnTo>
                  <a:lnTo>
                    <a:pt x="704" y="0"/>
                  </a:lnTo>
                  <a:lnTo>
                    <a:pt x="700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3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7" y="0"/>
                  </a:lnTo>
                  <a:lnTo>
                    <a:pt x="663" y="0"/>
                  </a:lnTo>
                  <a:lnTo>
                    <a:pt x="660" y="0"/>
                  </a:lnTo>
                  <a:lnTo>
                    <a:pt x="655" y="0"/>
                  </a:lnTo>
                  <a:lnTo>
                    <a:pt x="651" y="0"/>
                  </a:lnTo>
                  <a:lnTo>
                    <a:pt x="646" y="0"/>
                  </a:lnTo>
                  <a:lnTo>
                    <a:pt x="641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1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1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1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3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2" y="0"/>
                  </a:lnTo>
                  <a:lnTo>
                    <a:pt x="519" y="0"/>
                  </a:lnTo>
                  <a:lnTo>
                    <a:pt x="516" y="0"/>
                  </a:lnTo>
                  <a:lnTo>
                    <a:pt x="513" y="0"/>
                  </a:lnTo>
                  <a:lnTo>
                    <a:pt x="510" y="0"/>
                  </a:lnTo>
                  <a:lnTo>
                    <a:pt x="508" y="0"/>
                  </a:lnTo>
                  <a:lnTo>
                    <a:pt x="506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5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8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80" name="Rectangle 208">
              <a:extLst>
                <a:ext uri="{FF2B5EF4-FFF2-40B4-BE49-F238E27FC236}">
                  <a16:creationId xmlns:a16="http://schemas.microsoft.com/office/drawing/2014/main" id="{A707AD05-1F4A-40F7-8F5A-471CDCC32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439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81" name="Rectangle 209">
              <a:extLst>
                <a:ext uri="{FF2B5EF4-FFF2-40B4-BE49-F238E27FC236}">
                  <a16:creationId xmlns:a16="http://schemas.microsoft.com/office/drawing/2014/main" id="{9DAF582A-BBF6-4DB6-9092-B17682AB8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" y="1762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(a)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82" name="Freeform 210">
              <a:extLst>
                <a:ext uri="{FF2B5EF4-FFF2-40B4-BE49-F238E27FC236}">
                  <a16:creationId xmlns:a16="http://schemas.microsoft.com/office/drawing/2014/main" id="{8A1D10A5-F680-47C8-9278-19BF863A6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152"/>
              <a:ext cx="427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0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3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199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0" y="1"/>
                  </a:lnTo>
                  <a:lnTo>
                    <a:pt x="97" y="1"/>
                  </a:lnTo>
                  <a:lnTo>
                    <a:pt x="95" y="1"/>
                  </a:lnTo>
                  <a:lnTo>
                    <a:pt x="94" y="2"/>
                  </a:lnTo>
                  <a:lnTo>
                    <a:pt x="91" y="2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3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7" y="9"/>
                  </a:lnTo>
                  <a:lnTo>
                    <a:pt x="74" y="12"/>
                  </a:lnTo>
                  <a:lnTo>
                    <a:pt x="72" y="13"/>
                  </a:lnTo>
                  <a:lnTo>
                    <a:pt x="71" y="15"/>
                  </a:lnTo>
                  <a:lnTo>
                    <a:pt x="68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5"/>
                  </a:lnTo>
                  <a:lnTo>
                    <a:pt x="56" y="29"/>
                  </a:lnTo>
                  <a:lnTo>
                    <a:pt x="54" y="31"/>
                  </a:lnTo>
                  <a:lnTo>
                    <a:pt x="50" y="35"/>
                  </a:lnTo>
                  <a:lnTo>
                    <a:pt x="47" y="38"/>
                  </a:lnTo>
                  <a:lnTo>
                    <a:pt x="42" y="42"/>
                  </a:lnTo>
                  <a:lnTo>
                    <a:pt x="38" y="46"/>
                  </a:lnTo>
                  <a:lnTo>
                    <a:pt x="35" y="49"/>
                  </a:lnTo>
                  <a:lnTo>
                    <a:pt x="31" y="53"/>
                  </a:lnTo>
                  <a:lnTo>
                    <a:pt x="29" y="56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5" y="70"/>
                  </a:lnTo>
                  <a:lnTo>
                    <a:pt x="13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0"/>
                  </a:lnTo>
                  <a:lnTo>
                    <a:pt x="6" y="83"/>
                  </a:lnTo>
                  <a:lnTo>
                    <a:pt x="5" y="85"/>
                  </a:lnTo>
                  <a:lnTo>
                    <a:pt x="5" y="86"/>
                  </a:lnTo>
                  <a:lnTo>
                    <a:pt x="3" y="89"/>
                  </a:lnTo>
                  <a:lnTo>
                    <a:pt x="2" y="91"/>
                  </a:lnTo>
                  <a:lnTo>
                    <a:pt x="2" y="92"/>
                  </a:lnTo>
                  <a:lnTo>
                    <a:pt x="1" y="95"/>
                  </a:lnTo>
                  <a:lnTo>
                    <a:pt x="1" y="97"/>
                  </a:lnTo>
                  <a:lnTo>
                    <a:pt x="1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3"/>
                  </a:lnTo>
                  <a:lnTo>
                    <a:pt x="0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0" y="734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6"/>
                  </a:lnTo>
                  <a:lnTo>
                    <a:pt x="0" y="749"/>
                  </a:lnTo>
                  <a:lnTo>
                    <a:pt x="1" y="751"/>
                  </a:lnTo>
                  <a:lnTo>
                    <a:pt x="1" y="754"/>
                  </a:lnTo>
                  <a:lnTo>
                    <a:pt x="1" y="756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3" y="762"/>
                  </a:lnTo>
                  <a:lnTo>
                    <a:pt x="5" y="764"/>
                  </a:lnTo>
                  <a:lnTo>
                    <a:pt x="5" y="767"/>
                  </a:lnTo>
                  <a:lnTo>
                    <a:pt x="6" y="768"/>
                  </a:lnTo>
                  <a:lnTo>
                    <a:pt x="7" y="770"/>
                  </a:lnTo>
                  <a:lnTo>
                    <a:pt x="8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3" y="779"/>
                  </a:lnTo>
                  <a:lnTo>
                    <a:pt x="15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5" y="792"/>
                  </a:lnTo>
                  <a:lnTo>
                    <a:pt x="29" y="794"/>
                  </a:lnTo>
                  <a:lnTo>
                    <a:pt x="31" y="798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09"/>
                  </a:lnTo>
                  <a:lnTo>
                    <a:pt x="47" y="812"/>
                  </a:lnTo>
                  <a:lnTo>
                    <a:pt x="50" y="816"/>
                  </a:lnTo>
                  <a:lnTo>
                    <a:pt x="54" y="820"/>
                  </a:lnTo>
                  <a:lnTo>
                    <a:pt x="56" y="823"/>
                  </a:lnTo>
                  <a:lnTo>
                    <a:pt x="60" y="826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8" y="834"/>
                  </a:lnTo>
                  <a:lnTo>
                    <a:pt x="71" y="835"/>
                  </a:lnTo>
                  <a:lnTo>
                    <a:pt x="72" y="838"/>
                  </a:lnTo>
                  <a:lnTo>
                    <a:pt x="74" y="840"/>
                  </a:lnTo>
                  <a:lnTo>
                    <a:pt x="77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3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89" y="848"/>
                  </a:lnTo>
                  <a:lnTo>
                    <a:pt x="91" y="848"/>
                  </a:lnTo>
                  <a:lnTo>
                    <a:pt x="94" y="850"/>
                  </a:lnTo>
                  <a:lnTo>
                    <a:pt x="95" y="850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4" y="851"/>
                  </a:lnTo>
                  <a:lnTo>
                    <a:pt x="108" y="851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6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199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3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0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19" y="852"/>
                  </a:lnTo>
                  <a:lnTo>
                    <a:pt x="425" y="852"/>
                  </a:lnTo>
                  <a:lnTo>
                    <a:pt x="431" y="852"/>
                  </a:lnTo>
                  <a:lnTo>
                    <a:pt x="437" y="852"/>
                  </a:lnTo>
                  <a:lnTo>
                    <a:pt x="443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4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1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3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1"/>
                  </a:lnTo>
                  <a:lnTo>
                    <a:pt x="746" y="851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0"/>
                  </a:lnTo>
                  <a:lnTo>
                    <a:pt x="758" y="850"/>
                  </a:lnTo>
                  <a:lnTo>
                    <a:pt x="761" y="848"/>
                  </a:lnTo>
                  <a:lnTo>
                    <a:pt x="762" y="848"/>
                  </a:lnTo>
                  <a:lnTo>
                    <a:pt x="764" y="847"/>
                  </a:lnTo>
                  <a:lnTo>
                    <a:pt x="767" y="846"/>
                  </a:lnTo>
                  <a:lnTo>
                    <a:pt x="768" y="845"/>
                  </a:lnTo>
                  <a:lnTo>
                    <a:pt x="770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6" y="840"/>
                  </a:lnTo>
                  <a:lnTo>
                    <a:pt x="779" y="838"/>
                  </a:lnTo>
                  <a:lnTo>
                    <a:pt x="781" y="835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90" y="829"/>
                  </a:lnTo>
                  <a:lnTo>
                    <a:pt x="792" y="826"/>
                  </a:lnTo>
                  <a:lnTo>
                    <a:pt x="794" y="823"/>
                  </a:lnTo>
                  <a:lnTo>
                    <a:pt x="798" y="820"/>
                  </a:lnTo>
                  <a:lnTo>
                    <a:pt x="802" y="816"/>
                  </a:lnTo>
                  <a:lnTo>
                    <a:pt x="805" y="812"/>
                  </a:lnTo>
                  <a:lnTo>
                    <a:pt x="809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0" y="798"/>
                  </a:lnTo>
                  <a:lnTo>
                    <a:pt x="823" y="794"/>
                  </a:lnTo>
                  <a:lnTo>
                    <a:pt x="826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6" y="781"/>
                  </a:lnTo>
                  <a:lnTo>
                    <a:pt x="838" y="779"/>
                  </a:lnTo>
                  <a:lnTo>
                    <a:pt x="840" y="776"/>
                  </a:lnTo>
                  <a:lnTo>
                    <a:pt x="841" y="774"/>
                  </a:lnTo>
                  <a:lnTo>
                    <a:pt x="842" y="773"/>
                  </a:lnTo>
                  <a:lnTo>
                    <a:pt x="844" y="770"/>
                  </a:lnTo>
                  <a:lnTo>
                    <a:pt x="845" y="768"/>
                  </a:lnTo>
                  <a:lnTo>
                    <a:pt x="846" y="767"/>
                  </a:lnTo>
                  <a:lnTo>
                    <a:pt x="847" y="764"/>
                  </a:lnTo>
                  <a:lnTo>
                    <a:pt x="848" y="762"/>
                  </a:lnTo>
                  <a:lnTo>
                    <a:pt x="848" y="761"/>
                  </a:lnTo>
                  <a:lnTo>
                    <a:pt x="850" y="758"/>
                  </a:lnTo>
                  <a:lnTo>
                    <a:pt x="850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1" y="749"/>
                  </a:lnTo>
                  <a:lnTo>
                    <a:pt x="851" y="746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4"/>
                  </a:lnTo>
                  <a:lnTo>
                    <a:pt x="851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0" y="95"/>
                  </a:lnTo>
                  <a:lnTo>
                    <a:pt x="850" y="92"/>
                  </a:lnTo>
                  <a:lnTo>
                    <a:pt x="848" y="91"/>
                  </a:lnTo>
                  <a:lnTo>
                    <a:pt x="848" y="89"/>
                  </a:lnTo>
                  <a:lnTo>
                    <a:pt x="847" y="86"/>
                  </a:lnTo>
                  <a:lnTo>
                    <a:pt x="846" y="85"/>
                  </a:lnTo>
                  <a:lnTo>
                    <a:pt x="845" y="83"/>
                  </a:lnTo>
                  <a:lnTo>
                    <a:pt x="844" y="80"/>
                  </a:lnTo>
                  <a:lnTo>
                    <a:pt x="842" y="79"/>
                  </a:lnTo>
                  <a:lnTo>
                    <a:pt x="841" y="77"/>
                  </a:lnTo>
                  <a:lnTo>
                    <a:pt x="840" y="74"/>
                  </a:lnTo>
                  <a:lnTo>
                    <a:pt x="838" y="72"/>
                  </a:lnTo>
                  <a:lnTo>
                    <a:pt x="836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6"/>
                  </a:lnTo>
                  <a:lnTo>
                    <a:pt x="820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09" y="42"/>
                  </a:lnTo>
                  <a:lnTo>
                    <a:pt x="805" y="38"/>
                  </a:lnTo>
                  <a:lnTo>
                    <a:pt x="802" y="35"/>
                  </a:lnTo>
                  <a:lnTo>
                    <a:pt x="798" y="31"/>
                  </a:lnTo>
                  <a:lnTo>
                    <a:pt x="794" y="29"/>
                  </a:lnTo>
                  <a:lnTo>
                    <a:pt x="792" y="25"/>
                  </a:lnTo>
                  <a:lnTo>
                    <a:pt x="790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5"/>
                  </a:lnTo>
                  <a:lnTo>
                    <a:pt x="779" y="13"/>
                  </a:lnTo>
                  <a:lnTo>
                    <a:pt x="776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0" y="7"/>
                  </a:lnTo>
                  <a:lnTo>
                    <a:pt x="768" y="6"/>
                  </a:lnTo>
                  <a:lnTo>
                    <a:pt x="767" y="5"/>
                  </a:lnTo>
                  <a:lnTo>
                    <a:pt x="764" y="3"/>
                  </a:lnTo>
                  <a:lnTo>
                    <a:pt x="762" y="3"/>
                  </a:lnTo>
                  <a:lnTo>
                    <a:pt x="761" y="2"/>
                  </a:lnTo>
                  <a:lnTo>
                    <a:pt x="758" y="2"/>
                  </a:lnTo>
                  <a:lnTo>
                    <a:pt x="756" y="1"/>
                  </a:lnTo>
                  <a:lnTo>
                    <a:pt x="754" y="1"/>
                  </a:lnTo>
                  <a:lnTo>
                    <a:pt x="751" y="1"/>
                  </a:lnTo>
                  <a:lnTo>
                    <a:pt x="749" y="0"/>
                  </a:lnTo>
                  <a:lnTo>
                    <a:pt x="746" y="0"/>
                  </a:lnTo>
                  <a:lnTo>
                    <a:pt x="744" y="0"/>
                  </a:lnTo>
                  <a:lnTo>
                    <a:pt x="742" y="0"/>
                  </a:lnTo>
                  <a:lnTo>
                    <a:pt x="738" y="0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3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1" y="0"/>
                  </a:lnTo>
                  <a:lnTo>
                    <a:pt x="679" y="0"/>
                  </a:lnTo>
                  <a:lnTo>
                    <a:pt x="675" y="0"/>
                  </a:lnTo>
                  <a:lnTo>
                    <a:pt x="673" y="0"/>
                  </a:lnTo>
                  <a:lnTo>
                    <a:pt x="669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4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83" name="Freeform 212">
              <a:extLst>
                <a:ext uri="{FF2B5EF4-FFF2-40B4-BE49-F238E27FC236}">
                  <a16:creationId xmlns:a16="http://schemas.microsoft.com/office/drawing/2014/main" id="{DD8E02E0-FC92-4917-9EDC-804DA3D08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910"/>
              <a:ext cx="421" cy="132"/>
            </a:xfrm>
            <a:custGeom>
              <a:avLst/>
              <a:gdLst>
                <a:gd name="T0" fmla="*/ 0 w 841"/>
                <a:gd name="T1" fmla="*/ 0 h 265"/>
                <a:gd name="T2" fmla="*/ 1 w 841"/>
                <a:gd name="T3" fmla="*/ 0 h 265"/>
                <a:gd name="T4" fmla="*/ 1 w 841"/>
                <a:gd name="T5" fmla="*/ 0 h 265"/>
                <a:gd name="T6" fmla="*/ 1 w 841"/>
                <a:gd name="T7" fmla="*/ 0 h 265"/>
                <a:gd name="T8" fmla="*/ 1 w 841"/>
                <a:gd name="T9" fmla="*/ 0 h 265"/>
                <a:gd name="T10" fmla="*/ 1 w 841"/>
                <a:gd name="T11" fmla="*/ 0 h 265"/>
                <a:gd name="T12" fmla="*/ 1 w 841"/>
                <a:gd name="T13" fmla="*/ 0 h 265"/>
                <a:gd name="T14" fmla="*/ 1 w 841"/>
                <a:gd name="T15" fmla="*/ 0 h 265"/>
                <a:gd name="T16" fmla="*/ 1 w 841"/>
                <a:gd name="T17" fmla="*/ 0 h 265"/>
                <a:gd name="T18" fmla="*/ 1 w 841"/>
                <a:gd name="T19" fmla="*/ 0 h 265"/>
                <a:gd name="T20" fmla="*/ 1 w 841"/>
                <a:gd name="T21" fmla="*/ 0 h 265"/>
                <a:gd name="T22" fmla="*/ 1 w 841"/>
                <a:gd name="T23" fmla="*/ 0 h 265"/>
                <a:gd name="T24" fmla="*/ 1 w 841"/>
                <a:gd name="T25" fmla="*/ 0 h 265"/>
                <a:gd name="T26" fmla="*/ 1 w 841"/>
                <a:gd name="T27" fmla="*/ 0 h 265"/>
                <a:gd name="T28" fmla="*/ 1 w 841"/>
                <a:gd name="T29" fmla="*/ 0 h 265"/>
                <a:gd name="T30" fmla="*/ 1 w 841"/>
                <a:gd name="T31" fmla="*/ 0 h 265"/>
                <a:gd name="T32" fmla="*/ 1 w 841"/>
                <a:gd name="T33" fmla="*/ 0 h 265"/>
                <a:gd name="T34" fmla="*/ 1 w 841"/>
                <a:gd name="T35" fmla="*/ 0 h 265"/>
                <a:gd name="T36" fmla="*/ 1 w 841"/>
                <a:gd name="T37" fmla="*/ 0 h 265"/>
                <a:gd name="T38" fmla="*/ 1 w 841"/>
                <a:gd name="T39" fmla="*/ 0 h 265"/>
                <a:gd name="T40" fmla="*/ 1 w 841"/>
                <a:gd name="T41" fmla="*/ 0 h 265"/>
                <a:gd name="T42" fmla="*/ 1 w 841"/>
                <a:gd name="T43" fmla="*/ 0 h 265"/>
                <a:gd name="T44" fmla="*/ 1 w 841"/>
                <a:gd name="T45" fmla="*/ 0 h 265"/>
                <a:gd name="T46" fmla="*/ 1 w 841"/>
                <a:gd name="T47" fmla="*/ 0 h 265"/>
                <a:gd name="T48" fmla="*/ 1 w 841"/>
                <a:gd name="T49" fmla="*/ 0 h 265"/>
                <a:gd name="T50" fmla="*/ 1 w 841"/>
                <a:gd name="T51" fmla="*/ 0 h 265"/>
                <a:gd name="T52" fmla="*/ 1 w 841"/>
                <a:gd name="T53" fmla="*/ 0 h 265"/>
                <a:gd name="T54" fmla="*/ 1 w 841"/>
                <a:gd name="T55" fmla="*/ 0 h 265"/>
                <a:gd name="T56" fmla="*/ 1 w 841"/>
                <a:gd name="T57" fmla="*/ 0 h 265"/>
                <a:gd name="T58" fmla="*/ 1 w 841"/>
                <a:gd name="T59" fmla="*/ 0 h 265"/>
                <a:gd name="T60" fmla="*/ 1 w 841"/>
                <a:gd name="T61" fmla="*/ 0 h 265"/>
                <a:gd name="T62" fmla="*/ 1 w 841"/>
                <a:gd name="T63" fmla="*/ 0 h 265"/>
                <a:gd name="T64" fmla="*/ 1 w 841"/>
                <a:gd name="T65" fmla="*/ 0 h 265"/>
                <a:gd name="T66" fmla="*/ 1 w 841"/>
                <a:gd name="T67" fmla="*/ 0 h 265"/>
                <a:gd name="T68" fmla="*/ 1 w 841"/>
                <a:gd name="T69" fmla="*/ 0 h 265"/>
                <a:gd name="T70" fmla="*/ 1 w 841"/>
                <a:gd name="T71" fmla="*/ 0 h 265"/>
                <a:gd name="T72" fmla="*/ 1 w 841"/>
                <a:gd name="T73" fmla="*/ 0 h 265"/>
                <a:gd name="T74" fmla="*/ 1 w 841"/>
                <a:gd name="T75" fmla="*/ 0 h 265"/>
                <a:gd name="T76" fmla="*/ 1 w 841"/>
                <a:gd name="T77" fmla="*/ 0 h 265"/>
                <a:gd name="T78" fmla="*/ 1 w 841"/>
                <a:gd name="T79" fmla="*/ 0 h 265"/>
                <a:gd name="T80" fmla="*/ 1 w 841"/>
                <a:gd name="T81" fmla="*/ 0 h 265"/>
                <a:gd name="T82" fmla="*/ 1 w 841"/>
                <a:gd name="T83" fmla="*/ 0 h 265"/>
                <a:gd name="T84" fmla="*/ 1 w 841"/>
                <a:gd name="T85" fmla="*/ 0 h 265"/>
                <a:gd name="T86" fmla="*/ 1 w 841"/>
                <a:gd name="T87" fmla="*/ 0 h 265"/>
                <a:gd name="T88" fmla="*/ 1 w 841"/>
                <a:gd name="T89" fmla="*/ 0 h 265"/>
                <a:gd name="T90" fmla="*/ 1 w 841"/>
                <a:gd name="T91" fmla="*/ 0 h 265"/>
                <a:gd name="T92" fmla="*/ 1 w 841"/>
                <a:gd name="T93" fmla="*/ 0 h 265"/>
                <a:gd name="T94" fmla="*/ 1 w 841"/>
                <a:gd name="T95" fmla="*/ 0 h 265"/>
                <a:gd name="T96" fmla="*/ 1 w 841"/>
                <a:gd name="T97" fmla="*/ 0 h 265"/>
                <a:gd name="T98" fmla="*/ 1 w 841"/>
                <a:gd name="T99" fmla="*/ 0 h 265"/>
                <a:gd name="T100" fmla="*/ 1 w 841"/>
                <a:gd name="T101" fmla="*/ 0 h 265"/>
                <a:gd name="T102" fmla="*/ 1 w 841"/>
                <a:gd name="T103" fmla="*/ 0 h 265"/>
                <a:gd name="T104" fmla="*/ 1 w 841"/>
                <a:gd name="T105" fmla="*/ 0 h 265"/>
                <a:gd name="T106" fmla="*/ 1 w 841"/>
                <a:gd name="T107" fmla="*/ 0 h 265"/>
                <a:gd name="T108" fmla="*/ 1 w 841"/>
                <a:gd name="T109" fmla="*/ 0 h 265"/>
                <a:gd name="T110" fmla="*/ 0 w 841"/>
                <a:gd name="T111" fmla="*/ 0 h 26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841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3"/>
                  </a:lnTo>
                  <a:lnTo>
                    <a:pt x="3" y="97"/>
                  </a:lnTo>
                  <a:lnTo>
                    <a:pt x="6" y="91"/>
                  </a:lnTo>
                  <a:lnTo>
                    <a:pt x="8" y="85"/>
                  </a:lnTo>
                  <a:lnTo>
                    <a:pt x="9" y="79"/>
                  </a:lnTo>
                  <a:lnTo>
                    <a:pt x="13" y="73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14" y="0"/>
                  </a:lnTo>
                  <a:lnTo>
                    <a:pt x="720" y="0"/>
                  </a:lnTo>
                  <a:lnTo>
                    <a:pt x="727" y="2"/>
                  </a:lnTo>
                  <a:lnTo>
                    <a:pt x="733" y="2"/>
                  </a:lnTo>
                  <a:lnTo>
                    <a:pt x="739" y="3"/>
                  </a:lnTo>
                  <a:lnTo>
                    <a:pt x="745" y="4"/>
                  </a:lnTo>
                  <a:lnTo>
                    <a:pt x="751" y="6"/>
                  </a:lnTo>
                  <a:lnTo>
                    <a:pt x="757" y="8"/>
                  </a:lnTo>
                  <a:lnTo>
                    <a:pt x="763" y="10"/>
                  </a:lnTo>
                  <a:lnTo>
                    <a:pt x="769" y="14"/>
                  </a:lnTo>
                  <a:lnTo>
                    <a:pt x="774" y="16"/>
                  </a:lnTo>
                  <a:lnTo>
                    <a:pt x="780" y="18"/>
                  </a:lnTo>
                  <a:lnTo>
                    <a:pt x="784" y="22"/>
                  </a:lnTo>
                  <a:lnTo>
                    <a:pt x="789" y="26"/>
                  </a:lnTo>
                  <a:lnTo>
                    <a:pt x="794" y="29"/>
                  </a:lnTo>
                  <a:lnTo>
                    <a:pt x="799" y="34"/>
                  </a:lnTo>
                  <a:lnTo>
                    <a:pt x="804" y="38"/>
                  </a:lnTo>
                  <a:lnTo>
                    <a:pt x="807" y="42"/>
                  </a:lnTo>
                  <a:lnTo>
                    <a:pt x="812" y="47"/>
                  </a:lnTo>
                  <a:lnTo>
                    <a:pt x="816" y="52"/>
                  </a:lnTo>
                  <a:lnTo>
                    <a:pt x="819" y="57"/>
                  </a:lnTo>
                  <a:lnTo>
                    <a:pt x="823" y="62"/>
                  </a:lnTo>
                  <a:lnTo>
                    <a:pt x="825" y="68"/>
                  </a:lnTo>
                  <a:lnTo>
                    <a:pt x="829" y="73"/>
                  </a:lnTo>
                  <a:lnTo>
                    <a:pt x="831" y="79"/>
                  </a:lnTo>
                  <a:lnTo>
                    <a:pt x="834" y="85"/>
                  </a:lnTo>
                  <a:lnTo>
                    <a:pt x="835" y="91"/>
                  </a:lnTo>
                  <a:lnTo>
                    <a:pt x="837" y="97"/>
                  </a:lnTo>
                  <a:lnTo>
                    <a:pt x="839" y="103"/>
                  </a:lnTo>
                  <a:lnTo>
                    <a:pt x="840" y="109"/>
                  </a:lnTo>
                  <a:lnTo>
                    <a:pt x="841" y="116"/>
                  </a:lnTo>
                  <a:lnTo>
                    <a:pt x="841" y="122"/>
                  </a:lnTo>
                  <a:lnTo>
                    <a:pt x="841" y="128"/>
                  </a:lnTo>
                  <a:lnTo>
                    <a:pt x="841" y="137"/>
                  </a:lnTo>
                  <a:lnTo>
                    <a:pt x="841" y="143"/>
                  </a:lnTo>
                  <a:lnTo>
                    <a:pt x="841" y="151"/>
                  </a:lnTo>
                  <a:lnTo>
                    <a:pt x="840" y="157"/>
                  </a:lnTo>
                  <a:lnTo>
                    <a:pt x="839" y="163"/>
                  </a:lnTo>
                  <a:lnTo>
                    <a:pt x="837" y="169"/>
                  </a:lnTo>
                  <a:lnTo>
                    <a:pt x="835" y="175"/>
                  </a:lnTo>
                  <a:lnTo>
                    <a:pt x="834" y="181"/>
                  </a:lnTo>
                  <a:lnTo>
                    <a:pt x="831" y="187"/>
                  </a:lnTo>
                  <a:lnTo>
                    <a:pt x="829" y="193"/>
                  </a:lnTo>
                  <a:lnTo>
                    <a:pt x="825" y="198"/>
                  </a:lnTo>
                  <a:lnTo>
                    <a:pt x="823" y="204"/>
                  </a:lnTo>
                  <a:lnTo>
                    <a:pt x="819" y="208"/>
                  </a:lnTo>
                  <a:lnTo>
                    <a:pt x="816" y="213"/>
                  </a:lnTo>
                  <a:lnTo>
                    <a:pt x="812" y="218"/>
                  </a:lnTo>
                  <a:lnTo>
                    <a:pt x="807" y="223"/>
                  </a:lnTo>
                  <a:lnTo>
                    <a:pt x="804" y="228"/>
                  </a:lnTo>
                  <a:lnTo>
                    <a:pt x="799" y="231"/>
                  </a:lnTo>
                  <a:lnTo>
                    <a:pt x="794" y="236"/>
                  </a:lnTo>
                  <a:lnTo>
                    <a:pt x="789" y="240"/>
                  </a:lnTo>
                  <a:lnTo>
                    <a:pt x="784" y="243"/>
                  </a:lnTo>
                  <a:lnTo>
                    <a:pt x="780" y="247"/>
                  </a:lnTo>
                  <a:lnTo>
                    <a:pt x="774" y="249"/>
                  </a:lnTo>
                  <a:lnTo>
                    <a:pt x="769" y="253"/>
                  </a:lnTo>
                  <a:lnTo>
                    <a:pt x="763" y="255"/>
                  </a:lnTo>
                  <a:lnTo>
                    <a:pt x="757" y="258"/>
                  </a:lnTo>
                  <a:lnTo>
                    <a:pt x="751" y="259"/>
                  </a:lnTo>
                  <a:lnTo>
                    <a:pt x="745" y="261"/>
                  </a:lnTo>
                  <a:lnTo>
                    <a:pt x="739" y="262"/>
                  </a:lnTo>
                  <a:lnTo>
                    <a:pt x="733" y="264"/>
                  </a:lnTo>
                  <a:lnTo>
                    <a:pt x="727" y="264"/>
                  </a:lnTo>
                  <a:lnTo>
                    <a:pt x="720" y="265"/>
                  </a:lnTo>
                  <a:lnTo>
                    <a:pt x="714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4"/>
                  </a:lnTo>
                  <a:lnTo>
                    <a:pt x="15" y="198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84" name="Rectangle 216">
              <a:extLst>
                <a:ext uri="{FF2B5EF4-FFF2-40B4-BE49-F238E27FC236}">
                  <a16:creationId xmlns:a16="http://schemas.microsoft.com/office/drawing/2014/main" id="{1B392F1B-9BD7-45F6-8981-2E5A5D110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85" name="Rectangle 217">
              <a:extLst>
                <a:ext uri="{FF2B5EF4-FFF2-40B4-BE49-F238E27FC236}">
                  <a16:creationId xmlns:a16="http://schemas.microsoft.com/office/drawing/2014/main" id="{08D0D86B-0974-420F-80C1-4E12505CA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0" y="1763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86" name="Rectangle 218">
              <a:extLst>
                <a:ext uri="{FF2B5EF4-FFF2-40B4-BE49-F238E27FC236}">
                  <a16:creationId xmlns:a16="http://schemas.microsoft.com/office/drawing/2014/main" id="{595F014D-52AF-425D-8075-BFBF0F3BE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" y="1818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5474" name="Group 316">
            <a:extLst>
              <a:ext uri="{FF2B5EF4-FFF2-40B4-BE49-F238E27FC236}">
                <a16:creationId xmlns:a16="http://schemas.microsoft.com/office/drawing/2014/main" id="{9F273AB8-EAEB-4CC1-BC12-E5CFFFAAE635}"/>
              </a:ext>
            </a:extLst>
          </p:cNvPr>
          <p:cNvGrpSpPr>
            <a:grpSpLocks/>
          </p:cNvGrpSpPr>
          <p:nvPr/>
        </p:nvGrpSpPr>
        <p:grpSpPr bwMode="auto">
          <a:xfrm>
            <a:off x="6189663" y="152400"/>
            <a:ext cx="2268537" cy="2620963"/>
            <a:chOff x="429" y="2045"/>
            <a:chExt cx="1429" cy="1651"/>
          </a:xfrm>
        </p:grpSpPr>
        <p:sp>
          <p:nvSpPr>
            <p:cNvPr id="105599" name="Rectangle 133">
              <a:extLst>
                <a:ext uri="{FF2B5EF4-FFF2-40B4-BE49-F238E27FC236}">
                  <a16:creationId xmlns:a16="http://schemas.microsoft.com/office/drawing/2014/main" id="{58BF8C56-A632-4E4E-8321-A8C21C5CF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369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00" name="Line 134">
              <a:extLst>
                <a:ext uri="{FF2B5EF4-FFF2-40B4-BE49-F238E27FC236}">
                  <a16:creationId xmlns:a16="http://schemas.microsoft.com/office/drawing/2014/main" id="{0A10F09E-3571-4416-B018-AD2A1C0C39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2622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01" name="Line 135">
              <a:extLst>
                <a:ext uri="{FF2B5EF4-FFF2-40B4-BE49-F238E27FC236}">
                  <a16:creationId xmlns:a16="http://schemas.microsoft.com/office/drawing/2014/main" id="{7BE83CB3-F9DD-4309-8C2D-7CCF6C45A3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02" name="Line 136">
              <a:extLst>
                <a:ext uri="{FF2B5EF4-FFF2-40B4-BE49-F238E27FC236}">
                  <a16:creationId xmlns:a16="http://schemas.microsoft.com/office/drawing/2014/main" id="{5F9BFF3A-B007-489D-8A77-22BD422417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" y="2117"/>
              <a:ext cx="252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03" name="Rectangle 137">
              <a:extLst>
                <a:ext uri="{FF2B5EF4-FFF2-40B4-BE49-F238E27FC236}">
                  <a16:creationId xmlns:a16="http://schemas.microsoft.com/office/drawing/2014/main" id="{1C6211FE-0C61-4ACB-B4E8-9697C14C4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04" name="Rectangle 138">
              <a:extLst>
                <a:ext uri="{FF2B5EF4-FFF2-40B4-BE49-F238E27FC236}">
                  <a16:creationId xmlns:a16="http://schemas.microsoft.com/office/drawing/2014/main" id="{13E41622-E957-4B94-8C17-030A3A6DB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05" name="Rectangle 139">
              <a:extLst>
                <a:ext uri="{FF2B5EF4-FFF2-40B4-BE49-F238E27FC236}">
                  <a16:creationId xmlns:a16="http://schemas.microsoft.com/office/drawing/2014/main" id="{22E5D3C4-3263-400A-B911-20CB40557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06" name="Rectangle 140">
              <a:extLst>
                <a:ext uri="{FF2B5EF4-FFF2-40B4-BE49-F238E27FC236}">
                  <a16:creationId xmlns:a16="http://schemas.microsoft.com/office/drawing/2014/main" id="{18E53EF2-A0ED-41B9-9E48-A206C5E06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07" name="Rectangle 141">
              <a:extLst>
                <a:ext uri="{FF2B5EF4-FFF2-40B4-BE49-F238E27FC236}">
                  <a16:creationId xmlns:a16="http://schemas.microsoft.com/office/drawing/2014/main" id="{B903C651-3564-4942-8882-0260AEFFB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08" name="Rectangle 142">
              <a:extLst>
                <a:ext uri="{FF2B5EF4-FFF2-40B4-BE49-F238E27FC236}">
                  <a16:creationId xmlns:a16="http://schemas.microsoft.com/office/drawing/2014/main" id="{4B581E17-AE19-4044-B004-E53D094FD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09" name="Rectangle 143">
              <a:extLst>
                <a:ext uri="{FF2B5EF4-FFF2-40B4-BE49-F238E27FC236}">
                  <a16:creationId xmlns:a16="http://schemas.microsoft.com/office/drawing/2014/main" id="{6E2C8379-E3BC-4492-92E9-03B883CBB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10" name="Rectangle 144">
              <a:extLst>
                <a:ext uri="{FF2B5EF4-FFF2-40B4-BE49-F238E27FC236}">
                  <a16:creationId xmlns:a16="http://schemas.microsoft.com/office/drawing/2014/main" id="{96C9DFB8-256D-46CE-941C-2DE166A26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369"/>
              <a:ext cx="505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11" name="Line 145">
              <a:extLst>
                <a:ext uri="{FF2B5EF4-FFF2-40B4-BE49-F238E27FC236}">
                  <a16:creationId xmlns:a16="http://schemas.microsoft.com/office/drawing/2014/main" id="{A3E7D4A8-495C-4B17-AB5A-3756E93FD9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2622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12" name="Line 146">
              <a:extLst>
                <a:ext uri="{FF2B5EF4-FFF2-40B4-BE49-F238E27FC236}">
                  <a16:creationId xmlns:a16="http://schemas.microsoft.com/office/drawing/2014/main" id="{C90EBD51-9968-4F2F-B33E-74026B4E45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13" name="Rectangle 147">
              <a:extLst>
                <a:ext uri="{FF2B5EF4-FFF2-40B4-BE49-F238E27FC236}">
                  <a16:creationId xmlns:a16="http://schemas.microsoft.com/office/drawing/2014/main" id="{BC504229-22B5-4C61-BE62-1ACABBD10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14" name="Rectangle 148">
              <a:extLst>
                <a:ext uri="{FF2B5EF4-FFF2-40B4-BE49-F238E27FC236}">
                  <a16:creationId xmlns:a16="http://schemas.microsoft.com/office/drawing/2014/main" id="{C34B9CE3-AD69-4649-A415-94E94541B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15" name="Rectangle 149">
              <a:extLst>
                <a:ext uri="{FF2B5EF4-FFF2-40B4-BE49-F238E27FC236}">
                  <a16:creationId xmlns:a16="http://schemas.microsoft.com/office/drawing/2014/main" id="{9CF0BAEF-49A4-4B37-9788-F1E26237C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16" name="Rectangle 150">
              <a:extLst>
                <a:ext uri="{FF2B5EF4-FFF2-40B4-BE49-F238E27FC236}">
                  <a16:creationId xmlns:a16="http://schemas.microsoft.com/office/drawing/2014/main" id="{46AB056C-059C-4758-B030-4348EB58F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17" name="Rectangle 151">
              <a:extLst>
                <a:ext uri="{FF2B5EF4-FFF2-40B4-BE49-F238E27FC236}">
                  <a16:creationId xmlns:a16="http://schemas.microsoft.com/office/drawing/2014/main" id="{46BD51FE-04CC-4760-A48D-725AD8889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18" name="Rectangle 152">
              <a:extLst>
                <a:ext uri="{FF2B5EF4-FFF2-40B4-BE49-F238E27FC236}">
                  <a16:creationId xmlns:a16="http://schemas.microsoft.com/office/drawing/2014/main" id="{6348CB77-5EBC-40DD-8CAA-E104EFED8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19" name="Rectangle 153">
              <a:extLst>
                <a:ext uri="{FF2B5EF4-FFF2-40B4-BE49-F238E27FC236}">
                  <a16:creationId xmlns:a16="http://schemas.microsoft.com/office/drawing/2014/main" id="{33F9F5DC-CF48-4E9D-9A4A-8D923CE08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20" name="Rectangle 154">
              <a:extLst>
                <a:ext uri="{FF2B5EF4-FFF2-40B4-BE49-F238E27FC236}">
                  <a16:creationId xmlns:a16="http://schemas.microsoft.com/office/drawing/2014/main" id="{D9A0CE5C-5C36-4C0D-BB6A-842974D12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21" name="Rectangle 155">
              <a:extLst>
                <a:ext uri="{FF2B5EF4-FFF2-40B4-BE49-F238E27FC236}">
                  <a16:creationId xmlns:a16="http://schemas.microsoft.com/office/drawing/2014/main" id="{A341AC84-118E-4FE9-B676-73F40E8FC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886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22" name="Line 156">
              <a:extLst>
                <a:ext uri="{FF2B5EF4-FFF2-40B4-BE49-F238E27FC236}">
                  <a16:creationId xmlns:a16="http://schemas.microsoft.com/office/drawing/2014/main" id="{D029869D-AD60-484B-BC13-665A98448D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3138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23" name="Line 157">
              <a:extLst>
                <a:ext uri="{FF2B5EF4-FFF2-40B4-BE49-F238E27FC236}">
                  <a16:creationId xmlns:a16="http://schemas.microsoft.com/office/drawing/2014/main" id="{C0B09553-D986-428D-BCB9-D978EA7B6E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24" name="Rectangle 158">
              <a:extLst>
                <a:ext uri="{FF2B5EF4-FFF2-40B4-BE49-F238E27FC236}">
                  <a16:creationId xmlns:a16="http://schemas.microsoft.com/office/drawing/2014/main" id="{E6D8408A-287C-43ED-B82E-C06A719B0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25" name="Rectangle 159">
              <a:extLst>
                <a:ext uri="{FF2B5EF4-FFF2-40B4-BE49-F238E27FC236}">
                  <a16:creationId xmlns:a16="http://schemas.microsoft.com/office/drawing/2014/main" id="{27BA6255-25A4-4978-9774-D8599B61F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886"/>
              <a:ext cx="505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26" name="Line 160">
              <a:extLst>
                <a:ext uri="{FF2B5EF4-FFF2-40B4-BE49-F238E27FC236}">
                  <a16:creationId xmlns:a16="http://schemas.microsoft.com/office/drawing/2014/main" id="{864ABF8B-4FF6-42BF-828C-64AF47BE5F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3138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27" name="Line 161">
              <a:extLst>
                <a:ext uri="{FF2B5EF4-FFF2-40B4-BE49-F238E27FC236}">
                  <a16:creationId xmlns:a16="http://schemas.microsoft.com/office/drawing/2014/main" id="{82BD5E2D-78B0-4052-B4C6-CCB448169A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28" name="Rectangle 162">
              <a:extLst>
                <a:ext uri="{FF2B5EF4-FFF2-40B4-BE49-F238E27FC236}">
                  <a16:creationId xmlns:a16="http://schemas.microsoft.com/office/drawing/2014/main" id="{79E26E09-0106-4D77-B8D7-7C5F4927C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29" name="Rectangle 163">
              <a:extLst>
                <a:ext uri="{FF2B5EF4-FFF2-40B4-BE49-F238E27FC236}">
                  <a16:creationId xmlns:a16="http://schemas.microsoft.com/office/drawing/2014/main" id="{C4372A3C-1325-45AD-85D0-44044F5CA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30" name="Rectangle 164">
              <a:extLst>
                <a:ext uri="{FF2B5EF4-FFF2-40B4-BE49-F238E27FC236}">
                  <a16:creationId xmlns:a16="http://schemas.microsoft.com/office/drawing/2014/main" id="{38887F55-741E-42B2-A517-C75D0E135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31" name="Rectangle 165">
              <a:extLst>
                <a:ext uri="{FF2B5EF4-FFF2-40B4-BE49-F238E27FC236}">
                  <a16:creationId xmlns:a16="http://schemas.microsoft.com/office/drawing/2014/main" id="{D1E11C95-C93B-4A31-B936-CE4C1CA4F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32" name="Rectangle 166">
              <a:extLst>
                <a:ext uri="{FF2B5EF4-FFF2-40B4-BE49-F238E27FC236}">
                  <a16:creationId xmlns:a16="http://schemas.microsoft.com/office/drawing/2014/main" id="{F45984DA-2195-4A7D-AA17-0BF2861EC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33" name="Rectangle 167">
              <a:extLst>
                <a:ext uri="{FF2B5EF4-FFF2-40B4-BE49-F238E27FC236}">
                  <a16:creationId xmlns:a16="http://schemas.microsoft.com/office/drawing/2014/main" id="{A879935A-F9CF-491A-8320-6228A1455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44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34" name="Rectangle 168">
              <a:extLst>
                <a:ext uri="{FF2B5EF4-FFF2-40B4-BE49-F238E27FC236}">
                  <a16:creationId xmlns:a16="http://schemas.microsoft.com/office/drawing/2014/main" id="{AEE4163F-14D0-4F34-9DBC-3DDDDF2CF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700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35" name="Rectangle 169">
              <a:extLst>
                <a:ext uri="{FF2B5EF4-FFF2-40B4-BE49-F238E27FC236}">
                  <a16:creationId xmlns:a16="http://schemas.microsoft.com/office/drawing/2014/main" id="{7D13AFBF-470D-4598-A8C3-239D8C294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956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36" name="Rectangle 174">
              <a:extLst>
                <a:ext uri="{FF2B5EF4-FFF2-40B4-BE49-F238E27FC236}">
                  <a16:creationId xmlns:a16="http://schemas.microsoft.com/office/drawing/2014/main" id="{C4C1BB50-C2E5-4859-99F3-C29DFC471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3211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37" name="Rectangle 211">
              <a:extLst>
                <a:ext uri="{FF2B5EF4-FFF2-40B4-BE49-F238E27FC236}">
                  <a16:creationId xmlns:a16="http://schemas.microsoft.com/office/drawing/2014/main" id="{65B76E6E-E863-4565-A083-AA0F5753D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8" y="3534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(b)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38" name="Freeform 213">
              <a:extLst>
                <a:ext uri="{FF2B5EF4-FFF2-40B4-BE49-F238E27FC236}">
                  <a16:creationId xmlns:a16="http://schemas.microsoft.com/office/drawing/2014/main" id="{9CCDA3AF-B2FD-47A7-9E9D-4417C3C73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412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3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4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2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1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2" y="1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2"/>
                  </a:lnTo>
                  <a:lnTo>
                    <a:pt x="94" y="2"/>
                  </a:lnTo>
                  <a:lnTo>
                    <a:pt x="91" y="3"/>
                  </a:lnTo>
                  <a:lnTo>
                    <a:pt x="89" y="3"/>
                  </a:lnTo>
                  <a:lnTo>
                    <a:pt x="88" y="5"/>
                  </a:lnTo>
                  <a:lnTo>
                    <a:pt x="85" y="6"/>
                  </a:lnTo>
                  <a:lnTo>
                    <a:pt x="83" y="7"/>
                  </a:lnTo>
                  <a:lnTo>
                    <a:pt x="82" y="8"/>
                  </a:lnTo>
                  <a:lnTo>
                    <a:pt x="79" y="10"/>
                  </a:lnTo>
                  <a:lnTo>
                    <a:pt x="77" y="11"/>
                  </a:lnTo>
                  <a:lnTo>
                    <a:pt x="75" y="12"/>
                  </a:lnTo>
                  <a:lnTo>
                    <a:pt x="72" y="14"/>
                  </a:lnTo>
                  <a:lnTo>
                    <a:pt x="71" y="17"/>
                  </a:lnTo>
                  <a:lnTo>
                    <a:pt x="69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6"/>
                  </a:lnTo>
                  <a:lnTo>
                    <a:pt x="56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7" y="40"/>
                  </a:lnTo>
                  <a:lnTo>
                    <a:pt x="42" y="43"/>
                  </a:lnTo>
                  <a:lnTo>
                    <a:pt x="38" y="47"/>
                  </a:lnTo>
                  <a:lnTo>
                    <a:pt x="35" y="50"/>
                  </a:lnTo>
                  <a:lnTo>
                    <a:pt x="31" y="54"/>
                  </a:lnTo>
                  <a:lnTo>
                    <a:pt x="29" y="58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3" y="73"/>
                  </a:lnTo>
                  <a:lnTo>
                    <a:pt x="12" y="76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2"/>
                  </a:lnTo>
                  <a:lnTo>
                    <a:pt x="6" y="84"/>
                  </a:lnTo>
                  <a:lnTo>
                    <a:pt x="5" y="85"/>
                  </a:lnTo>
                  <a:lnTo>
                    <a:pt x="5" y="88"/>
                  </a:lnTo>
                  <a:lnTo>
                    <a:pt x="4" y="90"/>
                  </a:lnTo>
                  <a:lnTo>
                    <a:pt x="2" y="91"/>
                  </a:lnTo>
                  <a:lnTo>
                    <a:pt x="2" y="94"/>
                  </a:lnTo>
                  <a:lnTo>
                    <a:pt x="1" y="96"/>
                  </a:lnTo>
                  <a:lnTo>
                    <a:pt x="1" y="98"/>
                  </a:lnTo>
                  <a:lnTo>
                    <a:pt x="1" y="101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0" y="736"/>
                  </a:lnTo>
                  <a:lnTo>
                    <a:pt x="0" y="739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8"/>
                  </a:lnTo>
                  <a:lnTo>
                    <a:pt x="0" y="750"/>
                  </a:lnTo>
                  <a:lnTo>
                    <a:pt x="1" y="752"/>
                  </a:lnTo>
                  <a:lnTo>
                    <a:pt x="1" y="755"/>
                  </a:lnTo>
                  <a:lnTo>
                    <a:pt x="1" y="757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4" y="763"/>
                  </a:lnTo>
                  <a:lnTo>
                    <a:pt x="5" y="766"/>
                  </a:lnTo>
                  <a:lnTo>
                    <a:pt x="5" y="767"/>
                  </a:lnTo>
                  <a:lnTo>
                    <a:pt x="6" y="769"/>
                  </a:lnTo>
                  <a:lnTo>
                    <a:pt x="7" y="772"/>
                  </a:lnTo>
                  <a:lnTo>
                    <a:pt x="8" y="773"/>
                  </a:lnTo>
                  <a:lnTo>
                    <a:pt x="11" y="775"/>
                  </a:lnTo>
                  <a:lnTo>
                    <a:pt x="12" y="778"/>
                  </a:lnTo>
                  <a:lnTo>
                    <a:pt x="13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3" y="790"/>
                  </a:lnTo>
                  <a:lnTo>
                    <a:pt x="25" y="792"/>
                  </a:lnTo>
                  <a:lnTo>
                    <a:pt x="29" y="796"/>
                  </a:lnTo>
                  <a:lnTo>
                    <a:pt x="31" y="799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10"/>
                  </a:lnTo>
                  <a:lnTo>
                    <a:pt x="47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6" y="823"/>
                  </a:lnTo>
                  <a:lnTo>
                    <a:pt x="60" y="827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9" y="834"/>
                  </a:lnTo>
                  <a:lnTo>
                    <a:pt x="71" y="837"/>
                  </a:lnTo>
                  <a:lnTo>
                    <a:pt x="72" y="839"/>
                  </a:lnTo>
                  <a:lnTo>
                    <a:pt x="75" y="840"/>
                  </a:lnTo>
                  <a:lnTo>
                    <a:pt x="77" y="841"/>
                  </a:lnTo>
                  <a:lnTo>
                    <a:pt x="79" y="844"/>
                  </a:lnTo>
                  <a:lnTo>
                    <a:pt x="82" y="845"/>
                  </a:lnTo>
                  <a:lnTo>
                    <a:pt x="83" y="846"/>
                  </a:lnTo>
                  <a:lnTo>
                    <a:pt x="85" y="847"/>
                  </a:lnTo>
                  <a:lnTo>
                    <a:pt x="88" y="847"/>
                  </a:lnTo>
                  <a:lnTo>
                    <a:pt x="89" y="849"/>
                  </a:lnTo>
                  <a:lnTo>
                    <a:pt x="91" y="850"/>
                  </a:lnTo>
                  <a:lnTo>
                    <a:pt x="94" y="850"/>
                  </a:lnTo>
                  <a:lnTo>
                    <a:pt x="95" y="851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1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2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4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7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7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3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8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2"/>
                  </a:lnTo>
                  <a:lnTo>
                    <a:pt x="746" y="852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1"/>
                  </a:lnTo>
                  <a:lnTo>
                    <a:pt x="758" y="850"/>
                  </a:lnTo>
                  <a:lnTo>
                    <a:pt x="761" y="850"/>
                  </a:lnTo>
                  <a:lnTo>
                    <a:pt x="762" y="849"/>
                  </a:lnTo>
                  <a:lnTo>
                    <a:pt x="764" y="847"/>
                  </a:lnTo>
                  <a:lnTo>
                    <a:pt x="767" y="847"/>
                  </a:lnTo>
                  <a:lnTo>
                    <a:pt x="768" y="846"/>
                  </a:lnTo>
                  <a:lnTo>
                    <a:pt x="771" y="845"/>
                  </a:lnTo>
                  <a:lnTo>
                    <a:pt x="773" y="844"/>
                  </a:lnTo>
                  <a:lnTo>
                    <a:pt x="774" y="841"/>
                  </a:lnTo>
                  <a:lnTo>
                    <a:pt x="777" y="840"/>
                  </a:lnTo>
                  <a:lnTo>
                    <a:pt x="779" y="839"/>
                  </a:lnTo>
                  <a:lnTo>
                    <a:pt x="781" y="837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8" y="821"/>
                  </a:lnTo>
                  <a:lnTo>
                    <a:pt x="802" y="817"/>
                  </a:lnTo>
                  <a:lnTo>
                    <a:pt x="805" y="814"/>
                  </a:lnTo>
                  <a:lnTo>
                    <a:pt x="809" y="810"/>
                  </a:lnTo>
                  <a:lnTo>
                    <a:pt x="813" y="805"/>
                  </a:lnTo>
                  <a:lnTo>
                    <a:pt x="816" y="802"/>
                  </a:lnTo>
                  <a:lnTo>
                    <a:pt x="820" y="799"/>
                  </a:lnTo>
                  <a:lnTo>
                    <a:pt x="823" y="796"/>
                  </a:lnTo>
                  <a:lnTo>
                    <a:pt x="826" y="792"/>
                  </a:lnTo>
                  <a:lnTo>
                    <a:pt x="829" y="790"/>
                  </a:lnTo>
                  <a:lnTo>
                    <a:pt x="832" y="787"/>
                  </a:lnTo>
                  <a:lnTo>
                    <a:pt x="834" y="785"/>
                  </a:lnTo>
                  <a:lnTo>
                    <a:pt x="835" y="782"/>
                  </a:lnTo>
                  <a:lnTo>
                    <a:pt x="838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4" y="772"/>
                  </a:lnTo>
                  <a:lnTo>
                    <a:pt x="845" y="769"/>
                  </a:lnTo>
                  <a:lnTo>
                    <a:pt x="846" y="767"/>
                  </a:lnTo>
                  <a:lnTo>
                    <a:pt x="847" y="766"/>
                  </a:lnTo>
                  <a:lnTo>
                    <a:pt x="849" y="763"/>
                  </a:lnTo>
                  <a:lnTo>
                    <a:pt x="849" y="761"/>
                  </a:lnTo>
                  <a:lnTo>
                    <a:pt x="850" y="758"/>
                  </a:lnTo>
                  <a:lnTo>
                    <a:pt x="850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1" y="750"/>
                  </a:lnTo>
                  <a:lnTo>
                    <a:pt x="851" y="748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6"/>
                  </a:lnTo>
                  <a:lnTo>
                    <a:pt x="851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0" y="96"/>
                  </a:lnTo>
                  <a:lnTo>
                    <a:pt x="850" y="94"/>
                  </a:lnTo>
                  <a:lnTo>
                    <a:pt x="849" y="91"/>
                  </a:lnTo>
                  <a:lnTo>
                    <a:pt x="849" y="90"/>
                  </a:lnTo>
                  <a:lnTo>
                    <a:pt x="847" y="88"/>
                  </a:lnTo>
                  <a:lnTo>
                    <a:pt x="846" y="85"/>
                  </a:lnTo>
                  <a:lnTo>
                    <a:pt x="845" y="84"/>
                  </a:lnTo>
                  <a:lnTo>
                    <a:pt x="844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8" y="73"/>
                  </a:lnTo>
                  <a:lnTo>
                    <a:pt x="835" y="71"/>
                  </a:lnTo>
                  <a:lnTo>
                    <a:pt x="834" y="68"/>
                  </a:lnTo>
                  <a:lnTo>
                    <a:pt x="832" y="66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8"/>
                  </a:lnTo>
                  <a:lnTo>
                    <a:pt x="820" y="54"/>
                  </a:lnTo>
                  <a:lnTo>
                    <a:pt x="816" y="50"/>
                  </a:lnTo>
                  <a:lnTo>
                    <a:pt x="813" y="47"/>
                  </a:lnTo>
                  <a:lnTo>
                    <a:pt x="809" y="43"/>
                  </a:lnTo>
                  <a:lnTo>
                    <a:pt x="805" y="40"/>
                  </a:lnTo>
                  <a:lnTo>
                    <a:pt x="802" y="36"/>
                  </a:lnTo>
                  <a:lnTo>
                    <a:pt x="798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7"/>
                  </a:lnTo>
                  <a:lnTo>
                    <a:pt x="779" y="14"/>
                  </a:lnTo>
                  <a:lnTo>
                    <a:pt x="777" y="12"/>
                  </a:lnTo>
                  <a:lnTo>
                    <a:pt x="774" y="11"/>
                  </a:lnTo>
                  <a:lnTo>
                    <a:pt x="773" y="10"/>
                  </a:lnTo>
                  <a:lnTo>
                    <a:pt x="771" y="8"/>
                  </a:lnTo>
                  <a:lnTo>
                    <a:pt x="768" y="7"/>
                  </a:lnTo>
                  <a:lnTo>
                    <a:pt x="767" y="6"/>
                  </a:lnTo>
                  <a:lnTo>
                    <a:pt x="764" y="5"/>
                  </a:lnTo>
                  <a:lnTo>
                    <a:pt x="762" y="3"/>
                  </a:lnTo>
                  <a:lnTo>
                    <a:pt x="761" y="3"/>
                  </a:lnTo>
                  <a:lnTo>
                    <a:pt x="758" y="2"/>
                  </a:lnTo>
                  <a:lnTo>
                    <a:pt x="756" y="2"/>
                  </a:lnTo>
                  <a:lnTo>
                    <a:pt x="754" y="2"/>
                  </a:lnTo>
                  <a:lnTo>
                    <a:pt x="751" y="1"/>
                  </a:lnTo>
                  <a:lnTo>
                    <a:pt x="749" y="1"/>
                  </a:lnTo>
                  <a:lnTo>
                    <a:pt x="746" y="1"/>
                  </a:lnTo>
                  <a:lnTo>
                    <a:pt x="744" y="1"/>
                  </a:lnTo>
                  <a:lnTo>
                    <a:pt x="742" y="1"/>
                  </a:lnTo>
                  <a:lnTo>
                    <a:pt x="738" y="1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1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5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7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4" y="0"/>
                  </a:lnTo>
                  <a:lnTo>
                    <a:pt x="492" y="0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39" name="Freeform 214">
              <a:extLst>
                <a:ext uri="{FF2B5EF4-FFF2-40B4-BE49-F238E27FC236}">
                  <a16:creationId xmlns:a16="http://schemas.microsoft.com/office/drawing/2014/main" id="{D4E41BD7-016C-4457-BF7D-2AD8B412B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924"/>
              <a:ext cx="426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5" y="0"/>
                  </a:lnTo>
                  <a:lnTo>
                    <a:pt x="462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6" y="0"/>
                  </a:lnTo>
                  <a:lnTo>
                    <a:pt x="442" y="0"/>
                  </a:lnTo>
                  <a:lnTo>
                    <a:pt x="440" y="0"/>
                  </a:lnTo>
                  <a:lnTo>
                    <a:pt x="436" y="0"/>
                  </a:lnTo>
                  <a:lnTo>
                    <a:pt x="434" y="0"/>
                  </a:lnTo>
                  <a:lnTo>
                    <a:pt x="430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6" y="0"/>
                  </a:lnTo>
                  <a:lnTo>
                    <a:pt x="412" y="0"/>
                  </a:lnTo>
                  <a:lnTo>
                    <a:pt x="408" y="0"/>
                  </a:lnTo>
                  <a:lnTo>
                    <a:pt x="403" y="0"/>
                  </a:lnTo>
                  <a:lnTo>
                    <a:pt x="398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4" y="0"/>
                  </a:lnTo>
                  <a:lnTo>
                    <a:pt x="367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1" y="0"/>
                  </a:lnTo>
                  <a:lnTo>
                    <a:pt x="332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7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8" y="0"/>
                  </a:lnTo>
                  <a:lnTo>
                    <a:pt x="239" y="0"/>
                  </a:lnTo>
                  <a:lnTo>
                    <a:pt x="232" y="0"/>
                  </a:lnTo>
                  <a:lnTo>
                    <a:pt x="225" y="0"/>
                  </a:lnTo>
                  <a:lnTo>
                    <a:pt x="218" y="0"/>
                  </a:lnTo>
                  <a:lnTo>
                    <a:pt x="212" y="0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6" y="0"/>
                  </a:lnTo>
                  <a:lnTo>
                    <a:pt x="182" y="0"/>
                  </a:lnTo>
                  <a:lnTo>
                    <a:pt x="178" y="0"/>
                  </a:lnTo>
                  <a:lnTo>
                    <a:pt x="174" y="0"/>
                  </a:lnTo>
                  <a:lnTo>
                    <a:pt x="171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9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99" y="1"/>
                  </a:lnTo>
                  <a:lnTo>
                    <a:pt x="96" y="1"/>
                  </a:lnTo>
                  <a:lnTo>
                    <a:pt x="94" y="2"/>
                  </a:lnTo>
                  <a:lnTo>
                    <a:pt x="93" y="2"/>
                  </a:lnTo>
                  <a:lnTo>
                    <a:pt x="90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4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8" y="9"/>
                  </a:lnTo>
                  <a:lnTo>
                    <a:pt x="76" y="12"/>
                  </a:lnTo>
                  <a:lnTo>
                    <a:pt x="73" y="13"/>
                  </a:lnTo>
                  <a:lnTo>
                    <a:pt x="71" y="15"/>
                  </a:lnTo>
                  <a:lnTo>
                    <a:pt x="69" y="18"/>
                  </a:lnTo>
                  <a:lnTo>
                    <a:pt x="66" y="20"/>
                  </a:lnTo>
                  <a:lnTo>
                    <a:pt x="64" y="23"/>
                  </a:lnTo>
                  <a:lnTo>
                    <a:pt x="60" y="25"/>
                  </a:lnTo>
                  <a:lnTo>
                    <a:pt x="58" y="29"/>
                  </a:lnTo>
                  <a:lnTo>
                    <a:pt x="54" y="31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3" y="42"/>
                  </a:lnTo>
                  <a:lnTo>
                    <a:pt x="40" y="46"/>
                  </a:lnTo>
                  <a:lnTo>
                    <a:pt x="36" y="49"/>
                  </a:lnTo>
                  <a:lnTo>
                    <a:pt x="32" y="53"/>
                  </a:lnTo>
                  <a:lnTo>
                    <a:pt x="29" y="56"/>
                  </a:lnTo>
                  <a:lnTo>
                    <a:pt x="26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7" y="70"/>
                  </a:lnTo>
                  <a:lnTo>
                    <a:pt x="14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10" y="79"/>
                  </a:lnTo>
                  <a:lnTo>
                    <a:pt x="8" y="80"/>
                  </a:lnTo>
                  <a:lnTo>
                    <a:pt x="7" y="83"/>
                  </a:lnTo>
                  <a:lnTo>
                    <a:pt x="6" y="85"/>
                  </a:lnTo>
                  <a:lnTo>
                    <a:pt x="5" y="86"/>
                  </a:lnTo>
                  <a:lnTo>
                    <a:pt x="4" y="89"/>
                  </a:lnTo>
                  <a:lnTo>
                    <a:pt x="4" y="91"/>
                  </a:lnTo>
                  <a:lnTo>
                    <a:pt x="2" y="92"/>
                  </a:lnTo>
                  <a:lnTo>
                    <a:pt x="2" y="95"/>
                  </a:lnTo>
                  <a:lnTo>
                    <a:pt x="2" y="97"/>
                  </a:lnTo>
                  <a:lnTo>
                    <a:pt x="1" y="100"/>
                  </a:lnTo>
                  <a:lnTo>
                    <a:pt x="1" y="102"/>
                  </a:lnTo>
                  <a:lnTo>
                    <a:pt x="1" y="104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3"/>
                  </a:lnTo>
                  <a:lnTo>
                    <a:pt x="1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1" y="734"/>
                  </a:lnTo>
                  <a:lnTo>
                    <a:pt x="1" y="738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6"/>
                  </a:lnTo>
                  <a:lnTo>
                    <a:pt x="1" y="749"/>
                  </a:lnTo>
                  <a:lnTo>
                    <a:pt x="1" y="751"/>
                  </a:lnTo>
                  <a:lnTo>
                    <a:pt x="2" y="754"/>
                  </a:lnTo>
                  <a:lnTo>
                    <a:pt x="2" y="756"/>
                  </a:lnTo>
                  <a:lnTo>
                    <a:pt x="2" y="758"/>
                  </a:lnTo>
                  <a:lnTo>
                    <a:pt x="4" y="761"/>
                  </a:lnTo>
                  <a:lnTo>
                    <a:pt x="4" y="762"/>
                  </a:lnTo>
                  <a:lnTo>
                    <a:pt x="5" y="764"/>
                  </a:lnTo>
                  <a:lnTo>
                    <a:pt x="6" y="767"/>
                  </a:lnTo>
                  <a:lnTo>
                    <a:pt x="7" y="768"/>
                  </a:lnTo>
                  <a:lnTo>
                    <a:pt x="8" y="770"/>
                  </a:lnTo>
                  <a:lnTo>
                    <a:pt x="10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4" y="779"/>
                  </a:lnTo>
                  <a:lnTo>
                    <a:pt x="17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6" y="792"/>
                  </a:lnTo>
                  <a:lnTo>
                    <a:pt x="29" y="794"/>
                  </a:lnTo>
                  <a:lnTo>
                    <a:pt x="32" y="798"/>
                  </a:lnTo>
                  <a:lnTo>
                    <a:pt x="36" y="802"/>
                  </a:lnTo>
                  <a:lnTo>
                    <a:pt x="40" y="805"/>
                  </a:lnTo>
                  <a:lnTo>
                    <a:pt x="43" y="809"/>
                  </a:lnTo>
                  <a:lnTo>
                    <a:pt x="47" y="812"/>
                  </a:lnTo>
                  <a:lnTo>
                    <a:pt x="51" y="816"/>
                  </a:lnTo>
                  <a:lnTo>
                    <a:pt x="54" y="820"/>
                  </a:lnTo>
                  <a:lnTo>
                    <a:pt x="58" y="823"/>
                  </a:lnTo>
                  <a:lnTo>
                    <a:pt x="60" y="826"/>
                  </a:lnTo>
                  <a:lnTo>
                    <a:pt x="64" y="829"/>
                  </a:lnTo>
                  <a:lnTo>
                    <a:pt x="66" y="832"/>
                  </a:lnTo>
                  <a:lnTo>
                    <a:pt x="69" y="834"/>
                  </a:lnTo>
                  <a:lnTo>
                    <a:pt x="71" y="835"/>
                  </a:lnTo>
                  <a:lnTo>
                    <a:pt x="73" y="838"/>
                  </a:lnTo>
                  <a:lnTo>
                    <a:pt x="76" y="840"/>
                  </a:lnTo>
                  <a:lnTo>
                    <a:pt x="78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4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90" y="848"/>
                  </a:lnTo>
                  <a:lnTo>
                    <a:pt x="93" y="848"/>
                  </a:lnTo>
                  <a:lnTo>
                    <a:pt x="94" y="850"/>
                  </a:lnTo>
                  <a:lnTo>
                    <a:pt x="96" y="850"/>
                  </a:lnTo>
                  <a:lnTo>
                    <a:pt x="99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6" y="851"/>
                  </a:lnTo>
                  <a:lnTo>
                    <a:pt x="108" y="851"/>
                  </a:lnTo>
                  <a:lnTo>
                    <a:pt x="112" y="852"/>
                  </a:lnTo>
                  <a:lnTo>
                    <a:pt x="114" y="852"/>
                  </a:lnTo>
                  <a:lnTo>
                    <a:pt x="118" y="852"/>
                  </a:lnTo>
                  <a:lnTo>
                    <a:pt x="121" y="852"/>
                  </a:lnTo>
                  <a:lnTo>
                    <a:pt x="125" y="852"/>
                  </a:lnTo>
                  <a:lnTo>
                    <a:pt x="129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3" y="852"/>
                  </a:lnTo>
                  <a:lnTo>
                    <a:pt x="155" y="852"/>
                  </a:lnTo>
                  <a:lnTo>
                    <a:pt x="159" y="852"/>
                  </a:lnTo>
                  <a:lnTo>
                    <a:pt x="161" y="852"/>
                  </a:lnTo>
                  <a:lnTo>
                    <a:pt x="165" y="852"/>
                  </a:lnTo>
                  <a:lnTo>
                    <a:pt x="167" y="852"/>
                  </a:lnTo>
                  <a:lnTo>
                    <a:pt x="171" y="852"/>
                  </a:lnTo>
                  <a:lnTo>
                    <a:pt x="174" y="852"/>
                  </a:lnTo>
                  <a:lnTo>
                    <a:pt x="178" y="852"/>
                  </a:lnTo>
                  <a:lnTo>
                    <a:pt x="182" y="852"/>
                  </a:lnTo>
                  <a:lnTo>
                    <a:pt x="186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6" y="852"/>
                  </a:lnTo>
                  <a:lnTo>
                    <a:pt x="212" y="852"/>
                  </a:lnTo>
                  <a:lnTo>
                    <a:pt x="218" y="852"/>
                  </a:lnTo>
                  <a:lnTo>
                    <a:pt x="225" y="852"/>
                  </a:lnTo>
                  <a:lnTo>
                    <a:pt x="232" y="852"/>
                  </a:lnTo>
                  <a:lnTo>
                    <a:pt x="239" y="852"/>
                  </a:lnTo>
                  <a:lnTo>
                    <a:pt x="248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7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2" y="852"/>
                  </a:lnTo>
                  <a:lnTo>
                    <a:pt x="341" y="852"/>
                  </a:lnTo>
                  <a:lnTo>
                    <a:pt x="350" y="852"/>
                  </a:lnTo>
                  <a:lnTo>
                    <a:pt x="359" y="852"/>
                  </a:lnTo>
                  <a:lnTo>
                    <a:pt x="367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90" y="852"/>
                  </a:lnTo>
                  <a:lnTo>
                    <a:pt x="396" y="852"/>
                  </a:lnTo>
                  <a:lnTo>
                    <a:pt x="403" y="852"/>
                  </a:lnTo>
                  <a:lnTo>
                    <a:pt x="409" y="852"/>
                  </a:lnTo>
                  <a:lnTo>
                    <a:pt x="415" y="852"/>
                  </a:lnTo>
                  <a:lnTo>
                    <a:pt x="421" y="852"/>
                  </a:lnTo>
                  <a:lnTo>
                    <a:pt x="427" y="852"/>
                  </a:lnTo>
                  <a:lnTo>
                    <a:pt x="433" y="852"/>
                  </a:lnTo>
                  <a:lnTo>
                    <a:pt x="439" y="852"/>
                  </a:lnTo>
                  <a:lnTo>
                    <a:pt x="445" y="852"/>
                  </a:lnTo>
                  <a:lnTo>
                    <a:pt x="451" y="852"/>
                  </a:lnTo>
                  <a:lnTo>
                    <a:pt x="458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2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6" y="852"/>
                  </a:lnTo>
                  <a:lnTo>
                    <a:pt x="614" y="852"/>
                  </a:lnTo>
                  <a:lnTo>
                    <a:pt x="622" y="852"/>
                  </a:lnTo>
                  <a:lnTo>
                    <a:pt x="629" y="852"/>
                  </a:lnTo>
                  <a:lnTo>
                    <a:pt x="636" y="852"/>
                  </a:lnTo>
                  <a:lnTo>
                    <a:pt x="642" y="852"/>
                  </a:lnTo>
                  <a:lnTo>
                    <a:pt x="648" y="852"/>
                  </a:lnTo>
                  <a:lnTo>
                    <a:pt x="653" y="852"/>
                  </a:lnTo>
                  <a:lnTo>
                    <a:pt x="659" y="852"/>
                  </a:lnTo>
                  <a:lnTo>
                    <a:pt x="664" y="852"/>
                  </a:lnTo>
                  <a:lnTo>
                    <a:pt x="667" y="852"/>
                  </a:lnTo>
                  <a:lnTo>
                    <a:pt x="672" y="852"/>
                  </a:lnTo>
                  <a:lnTo>
                    <a:pt x="676" y="852"/>
                  </a:lnTo>
                  <a:lnTo>
                    <a:pt x="679" y="852"/>
                  </a:lnTo>
                  <a:lnTo>
                    <a:pt x="683" y="852"/>
                  </a:lnTo>
                  <a:lnTo>
                    <a:pt x="686" y="852"/>
                  </a:lnTo>
                  <a:lnTo>
                    <a:pt x="689" y="852"/>
                  </a:lnTo>
                  <a:lnTo>
                    <a:pt x="692" y="852"/>
                  </a:lnTo>
                  <a:lnTo>
                    <a:pt x="695" y="852"/>
                  </a:lnTo>
                  <a:lnTo>
                    <a:pt x="698" y="852"/>
                  </a:lnTo>
                  <a:lnTo>
                    <a:pt x="701" y="852"/>
                  </a:lnTo>
                  <a:lnTo>
                    <a:pt x="704" y="852"/>
                  </a:lnTo>
                  <a:lnTo>
                    <a:pt x="707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8" y="852"/>
                  </a:lnTo>
                  <a:lnTo>
                    <a:pt x="721" y="852"/>
                  </a:lnTo>
                  <a:lnTo>
                    <a:pt x="725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6" y="852"/>
                  </a:lnTo>
                  <a:lnTo>
                    <a:pt x="739" y="852"/>
                  </a:lnTo>
                  <a:lnTo>
                    <a:pt x="742" y="852"/>
                  </a:lnTo>
                  <a:lnTo>
                    <a:pt x="745" y="851"/>
                  </a:lnTo>
                  <a:lnTo>
                    <a:pt x="748" y="851"/>
                  </a:lnTo>
                  <a:lnTo>
                    <a:pt x="750" y="851"/>
                  </a:lnTo>
                  <a:lnTo>
                    <a:pt x="753" y="851"/>
                  </a:lnTo>
                  <a:lnTo>
                    <a:pt x="755" y="851"/>
                  </a:lnTo>
                  <a:lnTo>
                    <a:pt x="757" y="850"/>
                  </a:lnTo>
                  <a:lnTo>
                    <a:pt x="760" y="850"/>
                  </a:lnTo>
                  <a:lnTo>
                    <a:pt x="761" y="848"/>
                  </a:lnTo>
                  <a:lnTo>
                    <a:pt x="763" y="848"/>
                  </a:lnTo>
                  <a:lnTo>
                    <a:pt x="766" y="847"/>
                  </a:lnTo>
                  <a:lnTo>
                    <a:pt x="767" y="846"/>
                  </a:lnTo>
                  <a:lnTo>
                    <a:pt x="769" y="845"/>
                  </a:lnTo>
                  <a:lnTo>
                    <a:pt x="772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8" y="840"/>
                  </a:lnTo>
                  <a:lnTo>
                    <a:pt x="780" y="838"/>
                  </a:lnTo>
                  <a:lnTo>
                    <a:pt x="783" y="835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90" y="829"/>
                  </a:lnTo>
                  <a:lnTo>
                    <a:pt x="793" y="826"/>
                  </a:lnTo>
                  <a:lnTo>
                    <a:pt x="796" y="823"/>
                  </a:lnTo>
                  <a:lnTo>
                    <a:pt x="799" y="820"/>
                  </a:lnTo>
                  <a:lnTo>
                    <a:pt x="803" y="816"/>
                  </a:lnTo>
                  <a:lnTo>
                    <a:pt x="807" y="812"/>
                  </a:lnTo>
                  <a:lnTo>
                    <a:pt x="810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1" y="798"/>
                  </a:lnTo>
                  <a:lnTo>
                    <a:pt x="825" y="794"/>
                  </a:lnTo>
                  <a:lnTo>
                    <a:pt x="827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7" y="781"/>
                  </a:lnTo>
                  <a:lnTo>
                    <a:pt x="839" y="779"/>
                  </a:lnTo>
                  <a:lnTo>
                    <a:pt x="840" y="776"/>
                  </a:lnTo>
                  <a:lnTo>
                    <a:pt x="843" y="774"/>
                  </a:lnTo>
                  <a:lnTo>
                    <a:pt x="844" y="773"/>
                  </a:lnTo>
                  <a:lnTo>
                    <a:pt x="845" y="770"/>
                  </a:lnTo>
                  <a:lnTo>
                    <a:pt x="846" y="768"/>
                  </a:lnTo>
                  <a:lnTo>
                    <a:pt x="847" y="767"/>
                  </a:lnTo>
                  <a:lnTo>
                    <a:pt x="849" y="764"/>
                  </a:lnTo>
                  <a:lnTo>
                    <a:pt x="849" y="762"/>
                  </a:lnTo>
                  <a:lnTo>
                    <a:pt x="850" y="761"/>
                  </a:lnTo>
                  <a:lnTo>
                    <a:pt x="850" y="758"/>
                  </a:lnTo>
                  <a:lnTo>
                    <a:pt x="851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2" y="749"/>
                  </a:lnTo>
                  <a:lnTo>
                    <a:pt x="852" y="746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4"/>
                  </a:lnTo>
                  <a:lnTo>
                    <a:pt x="852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1" y="95"/>
                  </a:lnTo>
                  <a:lnTo>
                    <a:pt x="850" y="92"/>
                  </a:lnTo>
                  <a:lnTo>
                    <a:pt x="850" y="91"/>
                  </a:lnTo>
                  <a:lnTo>
                    <a:pt x="849" y="89"/>
                  </a:lnTo>
                  <a:lnTo>
                    <a:pt x="849" y="86"/>
                  </a:lnTo>
                  <a:lnTo>
                    <a:pt x="847" y="85"/>
                  </a:lnTo>
                  <a:lnTo>
                    <a:pt x="846" y="83"/>
                  </a:lnTo>
                  <a:lnTo>
                    <a:pt x="845" y="80"/>
                  </a:lnTo>
                  <a:lnTo>
                    <a:pt x="844" y="79"/>
                  </a:lnTo>
                  <a:lnTo>
                    <a:pt x="843" y="77"/>
                  </a:lnTo>
                  <a:lnTo>
                    <a:pt x="840" y="74"/>
                  </a:lnTo>
                  <a:lnTo>
                    <a:pt x="839" y="72"/>
                  </a:lnTo>
                  <a:lnTo>
                    <a:pt x="837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5" y="56"/>
                  </a:lnTo>
                  <a:lnTo>
                    <a:pt x="821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10" y="42"/>
                  </a:lnTo>
                  <a:lnTo>
                    <a:pt x="807" y="38"/>
                  </a:lnTo>
                  <a:lnTo>
                    <a:pt x="803" y="35"/>
                  </a:lnTo>
                  <a:lnTo>
                    <a:pt x="799" y="31"/>
                  </a:lnTo>
                  <a:lnTo>
                    <a:pt x="796" y="29"/>
                  </a:lnTo>
                  <a:lnTo>
                    <a:pt x="793" y="25"/>
                  </a:lnTo>
                  <a:lnTo>
                    <a:pt x="790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3" y="15"/>
                  </a:lnTo>
                  <a:lnTo>
                    <a:pt x="780" y="13"/>
                  </a:lnTo>
                  <a:lnTo>
                    <a:pt x="778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2" y="7"/>
                  </a:lnTo>
                  <a:lnTo>
                    <a:pt x="769" y="6"/>
                  </a:lnTo>
                  <a:lnTo>
                    <a:pt x="767" y="5"/>
                  </a:lnTo>
                  <a:lnTo>
                    <a:pt x="766" y="3"/>
                  </a:lnTo>
                  <a:lnTo>
                    <a:pt x="763" y="3"/>
                  </a:lnTo>
                  <a:lnTo>
                    <a:pt x="761" y="2"/>
                  </a:lnTo>
                  <a:lnTo>
                    <a:pt x="760" y="2"/>
                  </a:lnTo>
                  <a:lnTo>
                    <a:pt x="757" y="1"/>
                  </a:lnTo>
                  <a:lnTo>
                    <a:pt x="755" y="1"/>
                  </a:lnTo>
                  <a:lnTo>
                    <a:pt x="753" y="1"/>
                  </a:lnTo>
                  <a:lnTo>
                    <a:pt x="750" y="0"/>
                  </a:lnTo>
                  <a:lnTo>
                    <a:pt x="748" y="0"/>
                  </a:lnTo>
                  <a:lnTo>
                    <a:pt x="745" y="0"/>
                  </a:lnTo>
                  <a:lnTo>
                    <a:pt x="742" y="0"/>
                  </a:lnTo>
                  <a:lnTo>
                    <a:pt x="739" y="0"/>
                  </a:lnTo>
                  <a:lnTo>
                    <a:pt x="736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5" y="0"/>
                  </a:lnTo>
                  <a:lnTo>
                    <a:pt x="721" y="0"/>
                  </a:lnTo>
                  <a:lnTo>
                    <a:pt x="718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7" y="0"/>
                  </a:lnTo>
                  <a:lnTo>
                    <a:pt x="704" y="0"/>
                  </a:lnTo>
                  <a:lnTo>
                    <a:pt x="702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4" y="0"/>
                  </a:lnTo>
                  <a:lnTo>
                    <a:pt x="691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3" y="0"/>
                  </a:lnTo>
                  <a:lnTo>
                    <a:pt x="680" y="0"/>
                  </a:lnTo>
                  <a:lnTo>
                    <a:pt x="677" y="0"/>
                  </a:lnTo>
                  <a:lnTo>
                    <a:pt x="674" y="0"/>
                  </a:lnTo>
                  <a:lnTo>
                    <a:pt x="671" y="0"/>
                  </a:lnTo>
                  <a:lnTo>
                    <a:pt x="667" y="0"/>
                  </a:lnTo>
                  <a:lnTo>
                    <a:pt x="664" y="0"/>
                  </a:lnTo>
                  <a:lnTo>
                    <a:pt x="660" y="0"/>
                  </a:lnTo>
                  <a:lnTo>
                    <a:pt x="656" y="0"/>
                  </a:lnTo>
                  <a:lnTo>
                    <a:pt x="652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7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6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8" y="0"/>
                  </a:lnTo>
                  <a:lnTo>
                    <a:pt x="552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9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7" y="0"/>
                  </a:lnTo>
                  <a:lnTo>
                    <a:pt x="523" y="0"/>
                  </a:lnTo>
                  <a:lnTo>
                    <a:pt x="521" y="0"/>
                  </a:lnTo>
                  <a:lnTo>
                    <a:pt x="517" y="0"/>
                  </a:lnTo>
                  <a:lnTo>
                    <a:pt x="515" y="0"/>
                  </a:lnTo>
                  <a:lnTo>
                    <a:pt x="511" y="0"/>
                  </a:lnTo>
                  <a:lnTo>
                    <a:pt x="509" y="0"/>
                  </a:lnTo>
                  <a:lnTo>
                    <a:pt x="506" y="0"/>
                  </a:lnTo>
                  <a:lnTo>
                    <a:pt x="504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5" y="0"/>
                  </a:lnTo>
                  <a:lnTo>
                    <a:pt x="493" y="0"/>
                  </a:lnTo>
                  <a:lnTo>
                    <a:pt x="489" y="0"/>
                  </a:lnTo>
                  <a:lnTo>
                    <a:pt x="487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7" y="0"/>
                  </a:lnTo>
                  <a:lnTo>
                    <a:pt x="474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40" name="Freeform 215">
              <a:extLst>
                <a:ext uri="{FF2B5EF4-FFF2-40B4-BE49-F238E27FC236}">
                  <a16:creationId xmlns:a16="http://schemas.microsoft.com/office/drawing/2014/main" id="{7F80C650-D854-4062-BCDA-B9EEA0291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946"/>
              <a:ext cx="432" cy="132"/>
            </a:xfrm>
            <a:custGeom>
              <a:avLst/>
              <a:gdLst>
                <a:gd name="T0" fmla="*/ 0 w 865"/>
                <a:gd name="T1" fmla="*/ 0 h 265"/>
                <a:gd name="T2" fmla="*/ 0 w 865"/>
                <a:gd name="T3" fmla="*/ 0 h 265"/>
                <a:gd name="T4" fmla="*/ 0 w 865"/>
                <a:gd name="T5" fmla="*/ 0 h 265"/>
                <a:gd name="T6" fmla="*/ 0 w 865"/>
                <a:gd name="T7" fmla="*/ 0 h 265"/>
                <a:gd name="T8" fmla="*/ 0 w 865"/>
                <a:gd name="T9" fmla="*/ 0 h 265"/>
                <a:gd name="T10" fmla="*/ 0 w 865"/>
                <a:gd name="T11" fmla="*/ 0 h 265"/>
                <a:gd name="T12" fmla="*/ 0 w 865"/>
                <a:gd name="T13" fmla="*/ 0 h 265"/>
                <a:gd name="T14" fmla="*/ 0 w 865"/>
                <a:gd name="T15" fmla="*/ 0 h 265"/>
                <a:gd name="T16" fmla="*/ 0 w 865"/>
                <a:gd name="T17" fmla="*/ 0 h 265"/>
                <a:gd name="T18" fmla="*/ 0 w 865"/>
                <a:gd name="T19" fmla="*/ 0 h 265"/>
                <a:gd name="T20" fmla="*/ 0 w 865"/>
                <a:gd name="T21" fmla="*/ 0 h 265"/>
                <a:gd name="T22" fmla="*/ 0 w 865"/>
                <a:gd name="T23" fmla="*/ 0 h 265"/>
                <a:gd name="T24" fmla="*/ 0 w 865"/>
                <a:gd name="T25" fmla="*/ 0 h 265"/>
                <a:gd name="T26" fmla="*/ 0 w 865"/>
                <a:gd name="T27" fmla="*/ 0 h 265"/>
                <a:gd name="T28" fmla="*/ 0 w 865"/>
                <a:gd name="T29" fmla="*/ 0 h 265"/>
                <a:gd name="T30" fmla="*/ 0 w 865"/>
                <a:gd name="T31" fmla="*/ 0 h 265"/>
                <a:gd name="T32" fmla="*/ 0 w 865"/>
                <a:gd name="T33" fmla="*/ 0 h 265"/>
                <a:gd name="T34" fmla="*/ 0 w 865"/>
                <a:gd name="T35" fmla="*/ 0 h 265"/>
                <a:gd name="T36" fmla="*/ 0 w 865"/>
                <a:gd name="T37" fmla="*/ 0 h 265"/>
                <a:gd name="T38" fmla="*/ 0 w 865"/>
                <a:gd name="T39" fmla="*/ 0 h 265"/>
                <a:gd name="T40" fmla="*/ 0 w 865"/>
                <a:gd name="T41" fmla="*/ 0 h 265"/>
                <a:gd name="T42" fmla="*/ 0 w 865"/>
                <a:gd name="T43" fmla="*/ 0 h 265"/>
                <a:gd name="T44" fmla="*/ 0 w 865"/>
                <a:gd name="T45" fmla="*/ 0 h 265"/>
                <a:gd name="T46" fmla="*/ 0 w 865"/>
                <a:gd name="T47" fmla="*/ 0 h 265"/>
                <a:gd name="T48" fmla="*/ 0 w 865"/>
                <a:gd name="T49" fmla="*/ 0 h 265"/>
                <a:gd name="T50" fmla="*/ 0 w 865"/>
                <a:gd name="T51" fmla="*/ 0 h 265"/>
                <a:gd name="T52" fmla="*/ 0 w 865"/>
                <a:gd name="T53" fmla="*/ 0 h 265"/>
                <a:gd name="T54" fmla="*/ 0 w 865"/>
                <a:gd name="T55" fmla="*/ 0 h 265"/>
                <a:gd name="T56" fmla="*/ 0 w 865"/>
                <a:gd name="T57" fmla="*/ 0 h 265"/>
                <a:gd name="T58" fmla="*/ 0 w 865"/>
                <a:gd name="T59" fmla="*/ 0 h 265"/>
                <a:gd name="T60" fmla="*/ 0 w 865"/>
                <a:gd name="T61" fmla="*/ 0 h 265"/>
                <a:gd name="T62" fmla="*/ 0 w 865"/>
                <a:gd name="T63" fmla="*/ 0 h 265"/>
                <a:gd name="T64" fmla="*/ 0 w 865"/>
                <a:gd name="T65" fmla="*/ 0 h 265"/>
                <a:gd name="T66" fmla="*/ 0 w 865"/>
                <a:gd name="T67" fmla="*/ 0 h 265"/>
                <a:gd name="T68" fmla="*/ 0 w 865"/>
                <a:gd name="T69" fmla="*/ 0 h 265"/>
                <a:gd name="T70" fmla="*/ 0 w 865"/>
                <a:gd name="T71" fmla="*/ 0 h 265"/>
                <a:gd name="T72" fmla="*/ 0 w 865"/>
                <a:gd name="T73" fmla="*/ 0 h 265"/>
                <a:gd name="T74" fmla="*/ 0 w 865"/>
                <a:gd name="T75" fmla="*/ 0 h 265"/>
                <a:gd name="T76" fmla="*/ 0 w 865"/>
                <a:gd name="T77" fmla="*/ 0 h 265"/>
                <a:gd name="T78" fmla="*/ 0 w 865"/>
                <a:gd name="T79" fmla="*/ 0 h 265"/>
                <a:gd name="T80" fmla="*/ 0 w 865"/>
                <a:gd name="T81" fmla="*/ 0 h 265"/>
                <a:gd name="T82" fmla="*/ 0 w 865"/>
                <a:gd name="T83" fmla="*/ 0 h 265"/>
                <a:gd name="T84" fmla="*/ 0 w 865"/>
                <a:gd name="T85" fmla="*/ 0 h 265"/>
                <a:gd name="T86" fmla="*/ 0 w 865"/>
                <a:gd name="T87" fmla="*/ 0 h 265"/>
                <a:gd name="T88" fmla="*/ 0 w 865"/>
                <a:gd name="T89" fmla="*/ 0 h 26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865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2"/>
                  </a:lnTo>
                  <a:lnTo>
                    <a:pt x="3" y="96"/>
                  </a:lnTo>
                  <a:lnTo>
                    <a:pt x="6" y="90"/>
                  </a:lnTo>
                  <a:lnTo>
                    <a:pt x="8" y="84"/>
                  </a:lnTo>
                  <a:lnTo>
                    <a:pt x="9" y="78"/>
                  </a:lnTo>
                  <a:lnTo>
                    <a:pt x="13" y="72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38" y="0"/>
                  </a:lnTo>
                  <a:lnTo>
                    <a:pt x="744" y="0"/>
                  </a:lnTo>
                  <a:lnTo>
                    <a:pt x="751" y="2"/>
                  </a:lnTo>
                  <a:lnTo>
                    <a:pt x="757" y="2"/>
                  </a:lnTo>
                  <a:lnTo>
                    <a:pt x="763" y="3"/>
                  </a:lnTo>
                  <a:lnTo>
                    <a:pt x="769" y="4"/>
                  </a:lnTo>
                  <a:lnTo>
                    <a:pt x="775" y="6"/>
                  </a:lnTo>
                  <a:lnTo>
                    <a:pt x="781" y="8"/>
                  </a:lnTo>
                  <a:lnTo>
                    <a:pt x="787" y="10"/>
                  </a:lnTo>
                  <a:lnTo>
                    <a:pt x="793" y="14"/>
                  </a:lnTo>
                  <a:lnTo>
                    <a:pt x="798" y="16"/>
                  </a:lnTo>
                  <a:lnTo>
                    <a:pt x="804" y="18"/>
                  </a:lnTo>
                  <a:lnTo>
                    <a:pt x="808" y="22"/>
                  </a:lnTo>
                  <a:lnTo>
                    <a:pt x="813" y="26"/>
                  </a:lnTo>
                  <a:lnTo>
                    <a:pt x="818" y="29"/>
                  </a:lnTo>
                  <a:lnTo>
                    <a:pt x="823" y="34"/>
                  </a:lnTo>
                  <a:lnTo>
                    <a:pt x="828" y="38"/>
                  </a:lnTo>
                  <a:lnTo>
                    <a:pt x="831" y="42"/>
                  </a:lnTo>
                  <a:lnTo>
                    <a:pt x="836" y="47"/>
                  </a:lnTo>
                  <a:lnTo>
                    <a:pt x="840" y="52"/>
                  </a:lnTo>
                  <a:lnTo>
                    <a:pt x="843" y="57"/>
                  </a:lnTo>
                  <a:lnTo>
                    <a:pt x="847" y="62"/>
                  </a:lnTo>
                  <a:lnTo>
                    <a:pt x="849" y="68"/>
                  </a:lnTo>
                  <a:lnTo>
                    <a:pt x="853" y="72"/>
                  </a:lnTo>
                  <a:lnTo>
                    <a:pt x="855" y="78"/>
                  </a:lnTo>
                  <a:lnTo>
                    <a:pt x="858" y="84"/>
                  </a:lnTo>
                  <a:lnTo>
                    <a:pt x="859" y="90"/>
                  </a:lnTo>
                  <a:lnTo>
                    <a:pt x="861" y="96"/>
                  </a:lnTo>
                  <a:lnTo>
                    <a:pt x="863" y="102"/>
                  </a:lnTo>
                  <a:lnTo>
                    <a:pt x="864" y="109"/>
                  </a:lnTo>
                  <a:lnTo>
                    <a:pt x="865" y="116"/>
                  </a:lnTo>
                  <a:lnTo>
                    <a:pt x="865" y="122"/>
                  </a:lnTo>
                  <a:lnTo>
                    <a:pt x="865" y="128"/>
                  </a:lnTo>
                  <a:lnTo>
                    <a:pt x="865" y="137"/>
                  </a:lnTo>
                  <a:lnTo>
                    <a:pt x="865" y="143"/>
                  </a:lnTo>
                  <a:lnTo>
                    <a:pt x="865" y="151"/>
                  </a:lnTo>
                  <a:lnTo>
                    <a:pt x="864" y="157"/>
                  </a:lnTo>
                  <a:lnTo>
                    <a:pt x="863" y="163"/>
                  </a:lnTo>
                  <a:lnTo>
                    <a:pt x="861" y="169"/>
                  </a:lnTo>
                  <a:lnTo>
                    <a:pt x="859" y="175"/>
                  </a:lnTo>
                  <a:lnTo>
                    <a:pt x="858" y="181"/>
                  </a:lnTo>
                  <a:lnTo>
                    <a:pt x="855" y="187"/>
                  </a:lnTo>
                  <a:lnTo>
                    <a:pt x="853" y="193"/>
                  </a:lnTo>
                  <a:lnTo>
                    <a:pt x="849" y="197"/>
                  </a:lnTo>
                  <a:lnTo>
                    <a:pt x="847" y="203"/>
                  </a:lnTo>
                  <a:lnTo>
                    <a:pt x="843" y="208"/>
                  </a:lnTo>
                  <a:lnTo>
                    <a:pt x="840" y="213"/>
                  </a:lnTo>
                  <a:lnTo>
                    <a:pt x="836" y="218"/>
                  </a:lnTo>
                  <a:lnTo>
                    <a:pt x="831" y="223"/>
                  </a:lnTo>
                  <a:lnTo>
                    <a:pt x="828" y="228"/>
                  </a:lnTo>
                  <a:lnTo>
                    <a:pt x="823" y="231"/>
                  </a:lnTo>
                  <a:lnTo>
                    <a:pt x="818" y="236"/>
                  </a:lnTo>
                  <a:lnTo>
                    <a:pt x="813" y="240"/>
                  </a:lnTo>
                  <a:lnTo>
                    <a:pt x="808" y="243"/>
                  </a:lnTo>
                  <a:lnTo>
                    <a:pt x="804" y="247"/>
                  </a:lnTo>
                  <a:lnTo>
                    <a:pt x="798" y="249"/>
                  </a:lnTo>
                  <a:lnTo>
                    <a:pt x="793" y="253"/>
                  </a:lnTo>
                  <a:lnTo>
                    <a:pt x="787" y="255"/>
                  </a:lnTo>
                  <a:lnTo>
                    <a:pt x="781" y="258"/>
                  </a:lnTo>
                  <a:lnTo>
                    <a:pt x="775" y="259"/>
                  </a:lnTo>
                  <a:lnTo>
                    <a:pt x="769" y="261"/>
                  </a:lnTo>
                  <a:lnTo>
                    <a:pt x="763" y="262"/>
                  </a:lnTo>
                  <a:lnTo>
                    <a:pt x="757" y="264"/>
                  </a:lnTo>
                  <a:lnTo>
                    <a:pt x="751" y="264"/>
                  </a:lnTo>
                  <a:lnTo>
                    <a:pt x="744" y="265"/>
                  </a:lnTo>
                  <a:lnTo>
                    <a:pt x="738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3"/>
                  </a:lnTo>
                  <a:lnTo>
                    <a:pt x="15" y="197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41" name="Rectangle 219">
              <a:extLst>
                <a:ext uri="{FF2B5EF4-FFF2-40B4-BE49-F238E27FC236}">
                  <a16:creationId xmlns:a16="http://schemas.microsoft.com/office/drawing/2014/main" id="{10C90A17-7DD1-4322-90E0-E11494EEB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3535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642" name="Rectangle 220">
              <a:extLst>
                <a:ext uri="{FF2B5EF4-FFF2-40B4-BE49-F238E27FC236}">
                  <a16:creationId xmlns:a16="http://schemas.microsoft.com/office/drawing/2014/main" id="{84B842E6-D7BD-4D73-898C-5612B7A2A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7" y="359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cxnSp>
        <p:nvCxnSpPr>
          <p:cNvPr id="105475" name="Straight Connector 2">
            <a:extLst>
              <a:ext uri="{FF2B5EF4-FFF2-40B4-BE49-F238E27FC236}">
                <a16:creationId xmlns:a16="http://schemas.microsoft.com/office/drawing/2014/main" id="{125A8B67-444E-4170-8153-C04823BD85AA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57200" y="2209800"/>
            <a:ext cx="992188" cy="1017588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5476" name="Straight Connector 189">
            <a:extLst>
              <a:ext uri="{FF2B5EF4-FFF2-40B4-BE49-F238E27FC236}">
                <a16:creationId xmlns:a16="http://schemas.microsoft.com/office/drawing/2014/main" id="{68ECC051-29E8-4438-A64E-C637BDFEEBB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543800" y="2133600"/>
            <a:ext cx="685800" cy="129540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5477" name="Straight Connector 190">
            <a:extLst>
              <a:ext uri="{FF2B5EF4-FFF2-40B4-BE49-F238E27FC236}">
                <a16:creationId xmlns:a16="http://schemas.microsoft.com/office/drawing/2014/main" id="{4C050D81-5D22-4721-9718-873A1ED7FDED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2897188" y="685800"/>
            <a:ext cx="1293812" cy="428625"/>
          </a:xfrm>
          <a:prstGeom prst="lin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5478" name="Straight Connector 192">
            <a:extLst>
              <a:ext uri="{FF2B5EF4-FFF2-40B4-BE49-F238E27FC236}">
                <a16:creationId xmlns:a16="http://schemas.microsoft.com/office/drawing/2014/main" id="{E9A19D77-E46E-4B12-921A-28847178DCA5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7800" y="685800"/>
            <a:ext cx="2468563" cy="395288"/>
          </a:xfrm>
          <a:prstGeom prst="lin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5479" name="Straight Connector 197">
            <a:extLst>
              <a:ext uri="{FF2B5EF4-FFF2-40B4-BE49-F238E27FC236}">
                <a16:creationId xmlns:a16="http://schemas.microsoft.com/office/drawing/2014/main" id="{22B42FBE-94AF-4DAE-9E52-D3D1E56D268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2130425" y="1428750"/>
            <a:ext cx="1298575" cy="247650"/>
          </a:xfrm>
          <a:prstGeom prst="line">
            <a:avLst/>
          </a:prstGeom>
          <a:noFill/>
          <a:ln w="254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5480" name="Straight Connector 199">
            <a:extLst>
              <a:ext uri="{FF2B5EF4-FFF2-40B4-BE49-F238E27FC236}">
                <a16:creationId xmlns:a16="http://schemas.microsoft.com/office/drawing/2014/main" id="{9EFEE9CA-5669-4035-A6AA-537CF2F6502C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019800" y="1706563"/>
            <a:ext cx="1306513" cy="655637"/>
          </a:xfrm>
          <a:prstGeom prst="line">
            <a:avLst/>
          </a:prstGeom>
          <a:noFill/>
          <a:ln w="25400">
            <a:solidFill>
              <a:srgbClr val="8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05481" name="Group 221">
            <a:extLst>
              <a:ext uri="{FF2B5EF4-FFF2-40B4-BE49-F238E27FC236}">
                <a16:creationId xmlns:a16="http://schemas.microsoft.com/office/drawing/2014/main" id="{8487F238-4370-4399-814C-59FCE51DB3E0}"/>
              </a:ext>
            </a:extLst>
          </p:cNvPr>
          <p:cNvGrpSpPr>
            <a:grpSpLocks/>
          </p:cNvGrpSpPr>
          <p:nvPr/>
        </p:nvGrpSpPr>
        <p:grpSpPr bwMode="auto">
          <a:xfrm>
            <a:off x="3381375" y="2971800"/>
            <a:ext cx="3095625" cy="3676650"/>
            <a:chOff x="3196" y="846"/>
            <a:chExt cx="1950" cy="2316"/>
          </a:xfrm>
        </p:grpSpPr>
        <p:sp>
          <p:nvSpPr>
            <p:cNvPr id="105505" name="Line 222">
              <a:extLst>
                <a:ext uri="{FF2B5EF4-FFF2-40B4-BE49-F238E27FC236}">
                  <a16:creationId xmlns:a16="http://schemas.microsoft.com/office/drawing/2014/main" id="{DE573555-EA98-4702-B45E-82F0F34A3F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1096"/>
              <a:ext cx="16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06" name="Freeform 223">
              <a:extLst>
                <a:ext uri="{FF2B5EF4-FFF2-40B4-BE49-F238E27FC236}">
                  <a16:creationId xmlns:a16="http://schemas.microsoft.com/office/drawing/2014/main" id="{F04B6514-6C46-4EC5-AF1D-6BB296C7B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601"/>
              <a:ext cx="96" cy="1"/>
            </a:xfrm>
            <a:custGeom>
              <a:avLst/>
              <a:gdLst>
                <a:gd name="T0" fmla="*/ 1 w 192"/>
                <a:gd name="T1" fmla="*/ 0 h 1"/>
                <a:gd name="T2" fmla="*/ 0 w 192"/>
                <a:gd name="T3" fmla="*/ 0 h 1"/>
                <a:gd name="T4" fmla="*/ 1 w 19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">
                  <a:moveTo>
                    <a:pt x="192" y="0"/>
                  </a:moveTo>
                  <a:lnTo>
                    <a:pt x="0" y="0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07" name="Line 224">
              <a:extLst>
                <a:ext uri="{FF2B5EF4-FFF2-40B4-BE49-F238E27FC236}">
                  <a16:creationId xmlns:a16="http://schemas.microsoft.com/office/drawing/2014/main" id="{66F50533-CAE9-4C13-9FC4-A6BC8D349E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09" y="1601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08" name="Freeform 225">
              <a:extLst>
                <a:ext uri="{FF2B5EF4-FFF2-40B4-BE49-F238E27FC236}">
                  <a16:creationId xmlns:a16="http://schemas.microsoft.com/office/drawing/2014/main" id="{4E1EF1AA-8334-4346-AA8E-F3A7D8A79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685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09" name="Line 226">
              <a:extLst>
                <a:ext uri="{FF2B5EF4-FFF2-40B4-BE49-F238E27FC236}">
                  <a16:creationId xmlns:a16="http://schemas.microsoft.com/office/drawing/2014/main" id="{790D567E-2AC2-48BC-BF7F-BD76E2B3CD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1685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10" name="Freeform 227">
              <a:extLst>
                <a:ext uri="{FF2B5EF4-FFF2-40B4-BE49-F238E27FC236}">
                  <a16:creationId xmlns:a16="http://schemas.microsoft.com/office/drawing/2014/main" id="{6BAC6487-CEFE-4171-9DC9-70A4E8F4F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517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11" name="Line 228">
              <a:extLst>
                <a:ext uri="{FF2B5EF4-FFF2-40B4-BE49-F238E27FC236}">
                  <a16:creationId xmlns:a16="http://schemas.microsoft.com/office/drawing/2014/main" id="{51BCB006-EEB6-4A17-A047-8B5B0A1233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1517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12" name="Line 229">
              <a:extLst>
                <a:ext uri="{FF2B5EF4-FFF2-40B4-BE49-F238E27FC236}">
                  <a16:creationId xmlns:a16="http://schemas.microsoft.com/office/drawing/2014/main" id="{CB728C61-96AB-4D7C-86B6-CEC99FC7E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1349"/>
              <a:ext cx="192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13" name="Line 230">
              <a:extLst>
                <a:ext uri="{FF2B5EF4-FFF2-40B4-BE49-F238E27FC236}">
                  <a16:creationId xmlns:a16="http://schemas.microsoft.com/office/drawing/2014/main" id="{56F491F4-428E-4F40-986C-F27F80F095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1264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14" name="Line 231">
              <a:extLst>
                <a:ext uri="{FF2B5EF4-FFF2-40B4-BE49-F238E27FC236}">
                  <a16:creationId xmlns:a16="http://schemas.microsoft.com/office/drawing/2014/main" id="{F5CE5BB1-4269-401E-A8DF-493039C28D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1433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15" name="Line 232">
              <a:extLst>
                <a:ext uri="{FF2B5EF4-FFF2-40B4-BE49-F238E27FC236}">
                  <a16:creationId xmlns:a16="http://schemas.microsoft.com/office/drawing/2014/main" id="{C370A55D-0B8C-432B-A4F2-365463ECD2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63" y="1349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16" name="Freeform 233">
              <a:extLst>
                <a:ext uri="{FF2B5EF4-FFF2-40B4-BE49-F238E27FC236}">
                  <a16:creationId xmlns:a16="http://schemas.microsoft.com/office/drawing/2014/main" id="{EC06B1E5-9F3D-44AA-9AD5-3ED177116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206"/>
              <a:ext cx="359" cy="143"/>
            </a:xfrm>
            <a:custGeom>
              <a:avLst/>
              <a:gdLst>
                <a:gd name="T0" fmla="*/ 1 w 717"/>
                <a:gd name="T1" fmla="*/ 0 h 286"/>
                <a:gd name="T2" fmla="*/ 1 w 717"/>
                <a:gd name="T3" fmla="*/ 0 h 286"/>
                <a:gd name="T4" fmla="*/ 1 w 717"/>
                <a:gd name="T5" fmla="*/ 1 h 286"/>
                <a:gd name="T6" fmla="*/ 1 w 717"/>
                <a:gd name="T7" fmla="*/ 1 h 286"/>
                <a:gd name="T8" fmla="*/ 1 w 717"/>
                <a:gd name="T9" fmla="*/ 1 h 286"/>
                <a:gd name="T10" fmla="*/ 1 w 717"/>
                <a:gd name="T11" fmla="*/ 1 h 286"/>
                <a:gd name="T12" fmla="*/ 1 w 717"/>
                <a:gd name="T13" fmla="*/ 1 h 286"/>
                <a:gd name="T14" fmla="*/ 1 w 717"/>
                <a:gd name="T15" fmla="*/ 1 h 286"/>
                <a:gd name="T16" fmla="*/ 1 w 717"/>
                <a:gd name="T17" fmla="*/ 1 h 286"/>
                <a:gd name="T18" fmla="*/ 1 w 717"/>
                <a:gd name="T19" fmla="*/ 1 h 286"/>
                <a:gd name="T20" fmla="*/ 1 w 717"/>
                <a:gd name="T21" fmla="*/ 1 h 286"/>
                <a:gd name="T22" fmla="*/ 1 w 717"/>
                <a:gd name="T23" fmla="*/ 1 h 286"/>
                <a:gd name="T24" fmla="*/ 1 w 717"/>
                <a:gd name="T25" fmla="*/ 1 h 286"/>
                <a:gd name="T26" fmla="*/ 1 w 717"/>
                <a:gd name="T27" fmla="*/ 1 h 286"/>
                <a:gd name="T28" fmla="*/ 1 w 717"/>
                <a:gd name="T29" fmla="*/ 1 h 286"/>
                <a:gd name="T30" fmla="*/ 1 w 717"/>
                <a:gd name="T31" fmla="*/ 1 h 286"/>
                <a:gd name="T32" fmla="*/ 1 w 717"/>
                <a:gd name="T33" fmla="*/ 1 h 286"/>
                <a:gd name="T34" fmla="*/ 1 w 717"/>
                <a:gd name="T35" fmla="*/ 1 h 286"/>
                <a:gd name="T36" fmla="*/ 1 w 717"/>
                <a:gd name="T37" fmla="*/ 1 h 286"/>
                <a:gd name="T38" fmla="*/ 1 w 717"/>
                <a:gd name="T39" fmla="*/ 1 h 286"/>
                <a:gd name="T40" fmla="*/ 1 w 717"/>
                <a:gd name="T41" fmla="*/ 1 h 286"/>
                <a:gd name="T42" fmla="*/ 1 w 717"/>
                <a:gd name="T43" fmla="*/ 1 h 286"/>
                <a:gd name="T44" fmla="*/ 1 w 717"/>
                <a:gd name="T45" fmla="*/ 1 h 286"/>
                <a:gd name="T46" fmla="*/ 1 w 717"/>
                <a:gd name="T47" fmla="*/ 1 h 286"/>
                <a:gd name="T48" fmla="*/ 1 w 717"/>
                <a:gd name="T49" fmla="*/ 1 h 286"/>
                <a:gd name="T50" fmla="*/ 1 w 717"/>
                <a:gd name="T51" fmla="*/ 1 h 286"/>
                <a:gd name="T52" fmla="*/ 1 w 717"/>
                <a:gd name="T53" fmla="*/ 1 h 286"/>
                <a:gd name="T54" fmla="*/ 1 w 717"/>
                <a:gd name="T55" fmla="*/ 1 h 286"/>
                <a:gd name="T56" fmla="*/ 1 w 717"/>
                <a:gd name="T57" fmla="*/ 1 h 286"/>
                <a:gd name="T58" fmla="*/ 1 w 717"/>
                <a:gd name="T59" fmla="*/ 1 h 286"/>
                <a:gd name="T60" fmla="*/ 1 w 717"/>
                <a:gd name="T61" fmla="*/ 1 h 286"/>
                <a:gd name="T62" fmla="*/ 1 w 717"/>
                <a:gd name="T63" fmla="*/ 1 h 286"/>
                <a:gd name="T64" fmla="*/ 1 w 717"/>
                <a:gd name="T65" fmla="*/ 1 h 286"/>
                <a:gd name="T66" fmla="*/ 1 w 717"/>
                <a:gd name="T67" fmla="*/ 1 h 286"/>
                <a:gd name="T68" fmla="*/ 1 w 717"/>
                <a:gd name="T69" fmla="*/ 1 h 286"/>
                <a:gd name="T70" fmla="*/ 1 w 717"/>
                <a:gd name="T71" fmla="*/ 1 h 286"/>
                <a:gd name="T72" fmla="*/ 1 w 717"/>
                <a:gd name="T73" fmla="*/ 1 h 286"/>
                <a:gd name="T74" fmla="*/ 1 w 717"/>
                <a:gd name="T75" fmla="*/ 1 h 286"/>
                <a:gd name="T76" fmla="*/ 1 w 717"/>
                <a:gd name="T77" fmla="*/ 1 h 286"/>
                <a:gd name="T78" fmla="*/ 1 w 717"/>
                <a:gd name="T79" fmla="*/ 1 h 286"/>
                <a:gd name="T80" fmla="*/ 1 w 717"/>
                <a:gd name="T81" fmla="*/ 1 h 286"/>
                <a:gd name="T82" fmla="*/ 1 w 717"/>
                <a:gd name="T83" fmla="*/ 1 h 286"/>
                <a:gd name="T84" fmla="*/ 1 w 717"/>
                <a:gd name="T85" fmla="*/ 1 h 286"/>
                <a:gd name="T86" fmla="*/ 1 w 717"/>
                <a:gd name="T87" fmla="*/ 1 h 286"/>
                <a:gd name="T88" fmla="*/ 1 w 717"/>
                <a:gd name="T89" fmla="*/ 1 h 286"/>
                <a:gd name="T90" fmla="*/ 1 w 717"/>
                <a:gd name="T91" fmla="*/ 1 h 286"/>
                <a:gd name="T92" fmla="*/ 1 w 717"/>
                <a:gd name="T93" fmla="*/ 1 h 286"/>
                <a:gd name="T94" fmla="*/ 1 w 717"/>
                <a:gd name="T95" fmla="*/ 1 h 286"/>
                <a:gd name="T96" fmla="*/ 1 w 717"/>
                <a:gd name="T97" fmla="*/ 1 h 286"/>
                <a:gd name="T98" fmla="*/ 1 w 717"/>
                <a:gd name="T99" fmla="*/ 1 h 286"/>
                <a:gd name="T100" fmla="*/ 1 w 717"/>
                <a:gd name="T101" fmla="*/ 1 h 286"/>
                <a:gd name="T102" fmla="*/ 1 w 717"/>
                <a:gd name="T103" fmla="*/ 1 h 286"/>
                <a:gd name="T104" fmla="*/ 1 w 717"/>
                <a:gd name="T105" fmla="*/ 1 h 286"/>
                <a:gd name="T106" fmla="*/ 1 w 717"/>
                <a:gd name="T107" fmla="*/ 1 h 286"/>
                <a:gd name="T108" fmla="*/ 1 w 717"/>
                <a:gd name="T109" fmla="*/ 1 h 286"/>
                <a:gd name="T110" fmla="*/ 1 w 717"/>
                <a:gd name="T111" fmla="*/ 1 h 286"/>
                <a:gd name="T112" fmla="*/ 1 w 717"/>
                <a:gd name="T113" fmla="*/ 1 h 286"/>
                <a:gd name="T114" fmla="*/ 1 w 717"/>
                <a:gd name="T115" fmla="*/ 1 h 286"/>
                <a:gd name="T116" fmla="*/ 1 w 717"/>
                <a:gd name="T117" fmla="*/ 1 h 286"/>
                <a:gd name="T118" fmla="*/ 1 w 717"/>
                <a:gd name="T119" fmla="*/ 1 h 286"/>
                <a:gd name="T120" fmla="*/ 1 w 717"/>
                <a:gd name="T121" fmla="*/ 1 h 2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6">
                  <a:moveTo>
                    <a:pt x="0" y="0"/>
                  </a:moveTo>
                  <a:lnTo>
                    <a:pt x="28" y="0"/>
                  </a:lnTo>
                  <a:lnTo>
                    <a:pt x="53" y="0"/>
                  </a:lnTo>
                  <a:lnTo>
                    <a:pt x="77" y="0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39" y="0"/>
                  </a:lnTo>
                  <a:lnTo>
                    <a:pt x="157" y="0"/>
                  </a:lnTo>
                  <a:lnTo>
                    <a:pt x="174" y="0"/>
                  </a:lnTo>
                  <a:lnTo>
                    <a:pt x="190" y="0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0" y="0"/>
                  </a:lnTo>
                  <a:lnTo>
                    <a:pt x="250" y="0"/>
                  </a:lnTo>
                  <a:lnTo>
                    <a:pt x="258" y="0"/>
                  </a:lnTo>
                  <a:lnTo>
                    <a:pt x="267" y="0"/>
                  </a:lnTo>
                  <a:lnTo>
                    <a:pt x="274" y="0"/>
                  </a:lnTo>
                  <a:lnTo>
                    <a:pt x="280" y="0"/>
                  </a:lnTo>
                  <a:lnTo>
                    <a:pt x="286" y="1"/>
                  </a:lnTo>
                  <a:lnTo>
                    <a:pt x="291" y="1"/>
                  </a:lnTo>
                  <a:lnTo>
                    <a:pt x="296" y="1"/>
                  </a:lnTo>
                  <a:lnTo>
                    <a:pt x="299" y="1"/>
                  </a:lnTo>
                  <a:lnTo>
                    <a:pt x="303" y="1"/>
                  </a:lnTo>
                  <a:lnTo>
                    <a:pt x="306" y="1"/>
                  </a:lnTo>
                  <a:lnTo>
                    <a:pt x="309" y="1"/>
                  </a:lnTo>
                  <a:lnTo>
                    <a:pt x="311" y="1"/>
                  </a:lnTo>
                  <a:lnTo>
                    <a:pt x="314" y="1"/>
                  </a:lnTo>
                  <a:lnTo>
                    <a:pt x="316" y="1"/>
                  </a:lnTo>
                  <a:lnTo>
                    <a:pt x="317" y="1"/>
                  </a:lnTo>
                  <a:lnTo>
                    <a:pt x="320" y="1"/>
                  </a:lnTo>
                  <a:lnTo>
                    <a:pt x="321" y="3"/>
                  </a:lnTo>
                  <a:lnTo>
                    <a:pt x="323" y="3"/>
                  </a:lnTo>
                  <a:lnTo>
                    <a:pt x="326" y="3"/>
                  </a:lnTo>
                  <a:lnTo>
                    <a:pt x="327" y="3"/>
                  </a:lnTo>
                  <a:lnTo>
                    <a:pt x="329" y="3"/>
                  </a:lnTo>
                  <a:lnTo>
                    <a:pt x="330" y="3"/>
                  </a:lnTo>
                  <a:lnTo>
                    <a:pt x="332" y="3"/>
                  </a:lnTo>
                  <a:lnTo>
                    <a:pt x="334" y="3"/>
                  </a:lnTo>
                  <a:lnTo>
                    <a:pt x="335" y="3"/>
                  </a:lnTo>
                  <a:lnTo>
                    <a:pt x="336" y="3"/>
                  </a:lnTo>
                  <a:lnTo>
                    <a:pt x="338" y="3"/>
                  </a:lnTo>
                  <a:lnTo>
                    <a:pt x="339" y="4"/>
                  </a:lnTo>
                  <a:lnTo>
                    <a:pt x="340" y="4"/>
                  </a:lnTo>
                  <a:lnTo>
                    <a:pt x="341" y="4"/>
                  </a:lnTo>
                  <a:lnTo>
                    <a:pt x="342" y="4"/>
                  </a:lnTo>
                  <a:lnTo>
                    <a:pt x="344" y="4"/>
                  </a:lnTo>
                  <a:lnTo>
                    <a:pt x="345" y="4"/>
                  </a:lnTo>
                  <a:lnTo>
                    <a:pt x="346" y="4"/>
                  </a:lnTo>
                  <a:lnTo>
                    <a:pt x="347" y="4"/>
                  </a:lnTo>
                  <a:lnTo>
                    <a:pt x="348" y="4"/>
                  </a:lnTo>
                  <a:lnTo>
                    <a:pt x="350" y="4"/>
                  </a:lnTo>
                  <a:lnTo>
                    <a:pt x="351" y="5"/>
                  </a:lnTo>
                  <a:lnTo>
                    <a:pt x="352" y="5"/>
                  </a:lnTo>
                  <a:lnTo>
                    <a:pt x="353" y="5"/>
                  </a:lnTo>
                  <a:lnTo>
                    <a:pt x="354" y="5"/>
                  </a:lnTo>
                  <a:lnTo>
                    <a:pt x="356" y="5"/>
                  </a:lnTo>
                  <a:lnTo>
                    <a:pt x="358" y="5"/>
                  </a:lnTo>
                  <a:lnTo>
                    <a:pt x="359" y="5"/>
                  </a:lnTo>
                  <a:lnTo>
                    <a:pt x="360" y="6"/>
                  </a:lnTo>
                  <a:lnTo>
                    <a:pt x="363" y="6"/>
                  </a:lnTo>
                  <a:lnTo>
                    <a:pt x="364" y="6"/>
                  </a:lnTo>
                  <a:lnTo>
                    <a:pt x="366" y="6"/>
                  </a:lnTo>
                  <a:lnTo>
                    <a:pt x="368" y="6"/>
                  </a:lnTo>
                  <a:lnTo>
                    <a:pt x="370" y="7"/>
                  </a:lnTo>
                  <a:lnTo>
                    <a:pt x="371" y="7"/>
                  </a:lnTo>
                  <a:lnTo>
                    <a:pt x="374" y="7"/>
                  </a:lnTo>
                  <a:lnTo>
                    <a:pt x="375" y="7"/>
                  </a:lnTo>
                  <a:lnTo>
                    <a:pt x="376" y="7"/>
                  </a:lnTo>
                  <a:lnTo>
                    <a:pt x="377" y="9"/>
                  </a:lnTo>
                  <a:lnTo>
                    <a:pt x="379" y="9"/>
                  </a:lnTo>
                  <a:lnTo>
                    <a:pt x="380" y="9"/>
                  </a:lnTo>
                  <a:lnTo>
                    <a:pt x="381" y="9"/>
                  </a:lnTo>
                  <a:lnTo>
                    <a:pt x="382" y="9"/>
                  </a:lnTo>
                  <a:lnTo>
                    <a:pt x="383" y="10"/>
                  </a:lnTo>
                  <a:lnTo>
                    <a:pt x="385" y="10"/>
                  </a:lnTo>
                  <a:lnTo>
                    <a:pt x="386" y="10"/>
                  </a:lnTo>
                  <a:lnTo>
                    <a:pt x="387" y="10"/>
                  </a:lnTo>
                  <a:lnTo>
                    <a:pt x="388" y="10"/>
                  </a:lnTo>
                  <a:lnTo>
                    <a:pt x="389" y="11"/>
                  </a:lnTo>
                  <a:lnTo>
                    <a:pt x="391" y="11"/>
                  </a:lnTo>
                  <a:lnTo>
                    <a:pt x="392" y="11"/>
                  </a:lnTo>
                  <a:lnTo>
                    <a:pt x="393" y="11"/>
                  </a:lnTo>
                  <a:lnTo>
                    <a:pt x="394" y="12"/>
                  </a:lnTo>
                  <a:lnTo>
                    <a:pt x="395" y="12"/>
                  </a:lnTo>
                  <a:lnTo>
                    <a:pt x="397" y="12"/>
                  </a:lnTo>
                  <a:lnTo>
                    <a:pt x="399" y="13"/>
                  </a:lnTo>
                  <a:lnTo>
                    <a:pt x="400" y="13"/>
                  </a:lnTo>
                  <a:lnTo>
                    <a:pt x="401" y="15"/>
                  </a:lnTo>
                  <a:lnTo>
                    <a:pt x="404" y="15"/>
                  </a:lnTo>
                  <a:lnTo>
                    <a:pt x="405" y="15"/>
                  </a:lnTo>
                  <a:lnTo>
                    <a:pt x="407" y="16"/>
                  </a:lnTo>
                  <a:lnTo>
                    <a:pt x="409" y="16"/>
                  </a:lnTo>
                  <a:lnTo>
                    <a:pt x="411" y="17"/>
                  </a:lnTo>
                  <a:lnTo>
                    <a:pt x="413" y="18"/>
                  </a:lnTo>
                  <a:lnTo>
                    <a:pt x="416" y="18"/>
                  </a:lnTo>
                  <a:lnTo>
                    <a:pt x="417" y="19"/>
                  </a:lnTo>
                  <a:lnTo>
                    <a:pt x="419" y="19"/>
                  </a:lnTo>
                  <a:lnTo>
                    <a:pt x="421" y="21"/>
                  </a:lnTo>
                  <a:lnTo>
                    <a:pt x="423" y="21"/>
                  </a:lnTo>
                  <a:lnTo>
                    <a:pt x="424" y="21"/>
                  </a:lnTo>
                  <a:lnTo>
                    <a:pt x="425" y="22"/>
                  </a:lnTo>
                  <a:lnTo>
                    <a:pt x="427" y="22"/>
                  </a:lnTo>
                  <a:lnTo>
                    <a:pt x="428" y="22"/>
                  </a:lnTo>
                  <a:lnTo>
                    <a:pt x="429" y="23"/>
                  </a:lnTo>
                  <a:lnTo>
                    <a:pt x="430" y="23"/>
                  </a:lnTo>
                  <a:lnTo>
                    <a:pt x="431" y="24"/>
                  </a:lnTo>
                  <a:lnTo>
                    <a:pt x="433" y="24"/>
                  </a:lnTo>
                  <a:lnTo>
                    <a:pt x="434" y="24"/>
                  </a:lnTo>
                  <a:lnTo>
                    <a:pt x="435" y="25"/>
                  </a:lnTo>
                  <a:lnTo>
                    <a:pt x="436" y="25"/>
                  </a:lnTo>
                  <a:lnTo>
                    <a:pt x="437" y="25"/>
                  </a:lnTo>
                  <a:lnTo>
                    <a:pt x="439" y="27"/>
                  </a:lnTo>
                  <a:lnTo>
                    <a:pt x="440" y="27"/>
                  </a:lnTo>
                  <a:lnTo>
                    <a:pt x="441" y="28"/>
                  </a:lnTo>
                  <a:lnTo>
                    <a:pt x="442" y="28"/>
                  </a:lnTo>
                  <a:lnTo>
                    <a:pt x="443" y="29"/>
                  </a:lnTo>
                  <a:lnTo>
                    <a:pt x="445" y="29"/>
                  </a:lnTo>
                  <a:lnTo>
                    <a:pt x="446" y="30"/>
                  </a:lnTo>
                  <a:lnTo>
                    <a:pt x="448" y="30"/>
                  </a:lnTo>
                  <a:lnTo>
                    <a:pt x="449" y="31"/>
                  </a:lnTo>
                  <a:lnTo>
                    <a:pt x="451" y="33"/>
                  </a:lnTo>
                  <a:lnTo>
                    <a:pt x="453" y="33"/>
                  </a:lnTo>
                  <a:lnTo>
                    <a:pt x="454" y="34"/>
                  </a:lnTo>
                  <a:lnTo>
                    <a:pt x="457" y="35"/>
                  </a:lnTo>
                  <a:lnTo>
                    <a:pt x="458" y="36"/>
                  </a:lnTo>
                  <a:lnTo>
                    <a:pt x="460" y="37"/>
                  </a:lnTo>
                  <a:lnTo>
                    <a:pt x="461" y="37"/>
                  </a:lnTo>
                  <a:lnTo>
                    <a:pt x="464" y="39"/>
                  </a:lnTo>
                  <a:lnTo>
                    <a:pt x="465" y="40"/>
                  </a:lnTo>
                  <a:lnTo>
                    <a:pt x="466" y="40"/>
                  </a:lnTo>
                  <a:lnTo>
                    <a:pt x="467" y="41"/>
                  </a:lnTo>
                  <a:lnTo>
                    <a:pt x="469" y="41"/>
                  </a:lnTo>
                  <a:lnTo>
                    <a:pt x="470" y="42"/>
                  </a:lnTo>
                  <a:lnTo>
                    <a:pt x="471" y="42"/>
                  </a:lnTo>
                  <a:lnTo>
                    <a:pt x="472" y="43"/>
                  </a:lnTo>
                  <a:lnTo>
                    <a:pt x="473" y="43"/>
                  </a:lnTo>
                  <a:lnTo>
                    <a:pt x="475" y="45"/>
                  </a:lnTo>
                  <a:lnTo>
                    <a:pt x="476" y="45"/>
                  </a:lnTo>
                  <a:lnTo>
                    <a:pt x="477" y="46"/>
                  </a:lnTo>
                  <a:lnTo>
                    <a:pt x="478" y="46"/>
                  </a:lnTo>
                  <a:lnTo>
                    <a:pt x="479" y="47"/>
                  </a:lnTo>
                  <a:lnTo>
                    <a:pt x="481" y="48"/>
                  </a:lnTo>
                  <a:lnTo>
                    <a:pt x="482" y="48"/>
                  </a:lnTo>
                  <a:lnTo>
                    <a:pt x="483" y="48"/>
                  </a:lnTo>
                  <a:lnTo>
                    <a:pt x="484" y="49"/>
                  </a:lnTo>
                  <a:lnTo>
                    <a:pt x="485" y="49"/>
                  </a:lnTo>
                  <a:lnTo>
                    <a:pt x="487" y="51"/>
                  </a:lnTo>
                  <a:lnTo>
                    <a:pt x="488" y="51"/>
                  </a:lnTo>
                  <a:lnTo>
                    <a:pt x="489" y="52"/>
                  </a:lnTo>
                  <a:lnTo>
                    <a:pt x="490" y="53"/>
                  </a:lnTo>
                  <a:lnTo>
                    <a:pt x="492" y="53"/>
                  </a:lnTo>
                  <a:lnTo>
                    <a:pt x="493" y="54"/>
                  </a:lnTo>
                  <a:lnTo>
                    <a:pt x="494" y="55"/>
                  </a:lnTo>
                  <a:lnTo>
                    <a:pt x="496" y="57"/>
                  </a:lnTo>
                  <a:lnTo>
                    <a:pt x="498" y="57"/>
                  </a:lnTo>
                  <a:lnTo>
                    <a:pt x="500" y="58"/>
                  </a:lnTo>
                  <a:lnTo>
                    <a:pt x="501" y="59"/>
                  </a:lnTo>
                  <a:lnTo>
                    <a:pt x="502" y="59"/>
                  </a:lnTo>
                  <a:lnTo>
                    <a:pt x="504" y="60"/>
                  </a:lnTo>
                  <a:lnTo>
                    <a:pt x="505" y="61"/>
                  </a:lnTo>
                  <a:lnTo>
                    <a:pt x="506" y="61"/>
                  </a:lnTo>
                  <a:lnTo>
                    <a:pt x="507" y="63"/>
                  </a:lnTo>
                  <a:lnTo>
                    <a:pt x="508" y="63"/>
                  </a:lnTo>
                  <a:lnTo>
                    <a:pt x="510" y="64"/>
                  </a:lnTo>
                  <a:lnTo>
                    <a:pt x="511" y="64"/>
                  </a:lnTo>
                  <a:lnTo>
                    <a:pt x="511" y="65"/>
                  </a:lnTo>
                  <a:lnTo>
                    <a:pt x="512" y="65"/>
                  </a:lnTo>
                  <a:lnTo>
                    <a:pt x="513" y="65"/>
                  </a:lnTo>
                  <a:lnTo>
                    <a:pt x="513" y="66"/>
                  </a:lnTo>
                  <a:lnTo>
                    <a:pt x="514" y="66"/>
                  </a:lnTo>
                  <a:lnTo>
                    <a:pt x="516" y="67"/>
                  </a:lnTo>
                  <a:lnTo>
                    <a:pt x="517" y="67"/>
                  </a:lnTo>
                  <a:lnTo>
                    <a:pt x="518" y="69"/>
                  </a:lnTo>
                  <a:lnTo>
                    <a:pt x="519" y="70"/>
                  </a:lnTo>
                  <a:lnTo>
                    <a:pt x="520" y="70"/>
                  </a:lnTo>
                  <a:lnTo>
                    <a:pt x="520" y="71"/>
                  </a:lnTo>
                  <a:lnTo>
                    <a:pt x="522" y="71"/>
                  </a:lnTo>
                  <a:lnTo>
                    <a:pt x="523" y="72"/>
                  </a:lnTo>
                  <a:lnTo>
                    <a:pt x="524" y="72"/>
                  </a:lnTo>
                  <a:lnTo>
                    <a:pt x="525" y="73"/>
                  </a:lnTo>
                  <a:lnTo>
                    <a:pt x="526" y="73"/>
                  </a:lnTo>
                  <a:lnTo>
                    <a:pt x="528" y="75"/>
                  </a:lnTo>
                  <a:lnTo>
                    <a:pt x="529" y="76"/>
                  </a:lnTo>
                  <a:lnTo>
                    <a:pt x="530" y="76"/>
                  </a:lnTo>
                  <a:lnTo>
                    <a:pt x="531" y="77"/>
                  </a:lnTo>
                  <a:lnTo>
                    <a:pt x="532" y="78"/>
                  </a:lnTo>
                  <a:lnTo>
                    <a:pt x="534" y="79"/>
                  </a:lnTo>
                  <a:lnTo>
                    <a:pt x="535" y="79"/>
                  </a:lnTo>
                  <a:lnTo>
                    <a:pt x="536" y="81"/>
                  </a:lnTo>
                  <a:lnTo>
                    <a:pt x="537" y="81"/>
                  </a:lnTo>
                  <a:lnTo>
                    <a:pt x="538" y="82"/>
                  </a:lnTo>
                  <a:lnTo>
                    <a:pt x="540" y="83"/>
                  </a:lnTo>
                  <a:lnTo>
                    <a:pt x="541" y="83"/>
                  </a:lnTo>
                  <a:lnTo>
                    <a:pt x="541" y="84"/>
                  </a:lnTo>
                  <a:lnTo>
                    <a:pt x="542" y="84"/>
                  </a:lnTo>
                  <a:lnTo>
                    <a:pt x="543" y="86"/>
                  </a:lnTo>
                  <a:lnTo>
                    <a:pt x="544" y="86"/>
                  </a:lnTo>
                  <a:lnTo>
                    <a:pt x="546" y="87"/>
                  </a:lnTo>
                  <a:lnTo>
                    <a:pt x="546" y="88"/>
                  </a:lnTo>
                  <a:lnTo>
                    <a:pt x="547" y="88"/>
                  </a:lnTo>
                  <a:lnTo>
                    <a:pt x="548" y="89"/>
                  </a:lnTo>
                  <a:lnTo>
                    <a:pt x="549" y="89"/>
                  </a:lnTo>
                  <a:lnTo>
                    <a:pt x="550" y="90"/>
                  </a:lnTo>
                  <a:lnTo>
                    <a:pt x="552" y="92"/>
                  </a:lnTo>
                  <a:lnTo>
                    <a:pt x="553" y="93"/>
                  </a:lnTo>
                  <a:lnTo>
                    <a:pt x="554" y="93"/>
                  </a:lnTo>
                  <a:lnTo>
                    <a:pt x="554" y="94"/>
                  </a:lnTo>
                  <a:lnTo>
                    <a:pt x="555" y="94"/>
                  </a:lnTo>
                  <a:lnTo>
                    <a:pt x="556" y="95"/>
                  </a:lnTo>
                  <a:lnTo>
                    <a:pt x="558" y="96"/>
                  </a:lnTo>
                  <a:lnTo>
                    <a:pt x="559" y="98"/>
                  </a:lnTo>
                  <a:lnTo>
                    <a:pt x="560" y="98"/>
                  </a:lnTo>
                  <a:lnTo>
                    <a:pt x="560" y="99"/>
                  </a:lnTo>
                  <a:lnTo>
                    <a:pt x="561" y="99"/>
                  </a:lnTo>
                  <a:lnTo>
                    <a:pt x="562" y="100"/>
                  </a:lnTo>
                  <a:lnTo>
                    <a:pt x="564" y="101"/>
                  </a:lnTo>
                  <a:lnTo>
                    <a:pt x="565" y="101"/>
                  </a:lnTo>
                  <a:lnTo>
                    <a:pt x="565" y="102"/>
                  </a:lnTo>
                  <a:lnTo>
                    <a:pt x="566" y="102"/>
                  </a:lnTo>
                  <a:lnTo>
                    <a:pt x="566" y="104"/>
                  </a:lnTo>
                  <a:lnTo>
                    <a:pt x="567" y="104"/>
                  </a:lnTo>
                  <a:lnTo>
                    <a:pt x="568" y="105"/>
                  </a:lnTo>
                  <a:lnTo>
                    <a:pt x="570" y="105"/>
                  </a:lnTo>
                  <a:lnTo>
                    <a:pt x="570" y="106"/>
                  </a:lnTo>
                  <a:lnTo>
                    <a:pt x="571" y="106"/>
                  </a:lnTo>
                  <a:lnTo>
                    <a:pt x="572" y="107"/>
                  </a:lnTo>
                  <a:lnTo>
                    <a:pt x="573" y="107"/>
                  </a:lnTo>
                  <a:lnTo>
                    <a:pt x="574" y="108"/>
                  </a:lnTo>
                  <a:lnTo>
                    <a:pt x="576" y="110"/>
                  </a:lnTo>
                  <a:lnTo>
                    <a:pt x="577" y="111"/>
                  </a:lnTo>
                  <a:lnTo>
                    <a:pt x="578" y="111"/>
                  </a:lnTo>
                  <a:lnTo>
                    <a:pt x="579" y="112"/>
                  </a:lnTo>
                  <a:lnTo>
                    <a:pt x="580" y="112"/>
                  </a:lnTo>
                  <a:lnTo>
                    <a:pt x="580" y="113"/>
                  </a:lnTo>
                  <a:lnTo>
                    <a:pt x="582" y="114"/>
                  </a:lnTo>
                  <a:lnTo>
                    <a:pt x="583" y="114"/>
                  </a:lnTo>
                  <a:lnTo>
                    <a:pt x="584" y="114"/>
                  </a:lnTo>
                  <a:lnTo>
                    <a:pt x="584" y="116"/>
                  </a:lnTo>
                  <a:lnTo>
                    <a:pt x="585" y="116"/>
                  </a:lnTo>
                  <a:lnTo>
                    <a:pt x="585" y="117"/>
                  </a:lnTo>
                  <a:lnTo>
                    <a:pt x="586" y="117"/>
                  </a:lnTo>
                  <a:lnTo>
                    <a:pt x="586" y="118"/>
                  </a:lnTo>
                  <a:lnTo>
                    <a:pt x="588" y="118"/>
                  </a:lnTo>
                  <a:lnTo>
                    <a:pt x="589" y="118"/>
                  </a:lnTo>
                  <a:lnTo>
                    <a:pt x="589" y="119"/>
                  </a:lnTo>
                  <a:lnTo>
                    <a:pt x="590" y="120"/>
                  </a:lnTo>
                  <a:lnTo>
                    <a:pt x="591" y="120"/>
                  </a:lnTo>
                  <a:lnTo>
                    <a:pt x="591" y="122"/>
                  </a:lnTo>
                  <a:lnTo>
                    <a:pt x="592" y="122"/>
                  </a:lnTo>
                  <a:lnTo>
                    <a:pt x="592" y="123"/>
                  </a:lnTo>
                  <a:lnTo>
                    <a:pt x="594" y="123"/>
                  </a:lnTo>
                  <a:lnTo>
                    <a:pt x="595" y="124"/>
                  </a:lnTo>
                  <a:lnTo>
                    <a:pt x="595" y="125"/>
                  </a:lnTo>
                  <a:lnTo>
                    <a:pt x="596" y="125"/>
                  </a:lnTo>
                  <a:lnTo>
                    <a:pt x="597" y="126"/>
                  </a:lnTo>
                  <a:lnTo>
                    <a:pt x="597" y="128"/>
                  </a:lnTo>
                  <a:lnTo>
                    <a:pt x="598" y="129"/>
                  </a:lnTo>
                  <a:lnTo>
                    <a:pt x="600" y="129"/>
                  </a:lnTo>
                  <a:lnTo>
                    <a:pt x="601" y="130"/>
                  </a:lnTo>
                  <a:lnTo>
                    <a:pt x="602" y="131"/>
                  </a:lnTo>
                  <a:lnTo>
                    <a:pt x="602" y="132"/>
                  </a:lnTo>
                  <a:lnTo>
                    <a:pt x="603" y="134"/>
                  </a:lnTo>
                  <a:lnTo>
                    <a:pt x="604" y="135"/>
                  </a:lnTo>
                  <a:lnTo>
                    <a:pt x="606" y="136"/>
                  </a:lnTo>
                  <a:lnTo>
                    <a:pt x="607" y="137"/>
                  </a:lnTo>
                  <a:lnTo>
                    <a:pt x="608" y="138"/>
                  </a:lnTo>
                  <a:lnTo>
                    <a:pt x="609" y="140"/>
                  </a:lnTo>
                  <a:lnTo>
                    <a:pt x="611" y="141"/>
                  </a:lnTo>
                  <a:lnTo>
                    <a:pt x="612" y="142"/>
                  </a:lnTo>
                  <a:lnTo>
                    <a:pt x="613" y="143"/>
                  </a:lnTo>
                  <a:lnTo>
                    <a:pt x="613" y="144"/>
                  </a:lnTo>
                  <a:lnTo>
                    <a:pt x="614" y="144"/>
                  </a:lnTo>
                  <a:lnTo>
                    <a:pt x="614" y="146"/>
                  </a:lnTo>
                  <a:lnTo>
                    <a:pt x="615" y="146"/>
                  </a:lnTo>
                  <a:lnTo>
                    <a:pt x="615" y="147"/>
                  </a:lnTo>
                  <a:lnTo>
                    <a:pt x="617" y="148"/>
                  </a:lnTo>
                  <a:lnTo>
                    <a:pt x="618" y="148"/>
                  </a:lnTo>
                  <a:lnTo>
                    <a:pt x="618" y="149"/>
                  </a:lnTo>
                  <a:lnTo>
                    <a:pt x="619" y="150"/>
                  </a:lnTo>
                  <a:lnTo>
                    <a:pt x="620" y="152"/>
                  </a:lnTo>
                  <a:lnTo>
                    <a:pt x="621" y="153"/>
                  </a:lnTo>
                  <a:lnTo>
                    <a:pt x="621" y="154"/>
                  </a:lnTo>
                  <a:lnTo>
                    <a:pt x="623" y="155"/>
                  </a:lnTo>
                  <a:lnTo>
                    <a:pt x="624" y="156"/>
                  </a:lnTo>
                  <a:lnTo>
                    <a:pt x="625" y="158"/>
                  </a:lnTo>
                  <a:lnTo>
                    <a:pt x="626" y="159"/>
                  </a:lnTo>
                  <a:lnTo>
                    <a:pt x="627" y="160"/>
                  </a:lnTo>
                  <a:lnTo>
                    <a:pt x="629" y="161"/>
                  </a:lnTo>
                  <a:lnTo>
                    <a:pt x="630" y="162"/>
                  </a:lnTo>
                  <a:lnTo>
                    <a:pt x="631" y="165"/>
                  </a:lnTo>
                  <a:lnTo>
                    <a:pt x="632" y="166"/>
                  </a:lnTo>
                  <a:lnTo>
                    <a:pt x="633" y="167"/>
                  </a:lnTo>
                  <a:lnTo>
                    <a:pt x="635" y="168"/>
                  </a:lnTo>
                  <a:lnTo>
                    <a:pt x="636" y="171"/>
                  </a:lnTo>
                  <a:lnTo>
                    <a:pt x="637" y="172"/>
                  </a:lnTo>
                  <a:lnTo>
                    <a:pt x="638" y="173"/>
                  </a:lnTo>
                  <a:lnTo>
                    <a:pt x="638" y="174"/>
                  </a:lnTo>
                  <a:lnTo>
                    <a:pt x="639" y="176"/>
                  </a:lnTo>
                  <a:lnTo>
                    <a:pt x="641" y="176"/>
                  </a:lnTo>
                  <a:lnTo>
                    <a:pt x="642" y="177"/>
                  </a:lnTo>
                  <a:lnTo>
                    <a:pt x="642" y="178"/>
                  </a:lnTo>
                  <a:lnTo>
                    <a:pt x="643" y="179"/>
                  </a:lnTo>
                  <a:lnTo>
                    <a:pt x="643" y="180"/>
                  </a:lnTo>
                  <a:lnTo>
                    <a:pt x="644" y="180"/>
                  </a:lnTo>
                  <a:lnTo>
                    <a:pt x="645" y="182"/>
                  </a:lnTo>
                  <a:lnTo>
                    <a:pt x="645" y="183"/>
                  </a:lnTo>
                  <a:lnTo>
                    <a:pt x="647" y="184"/>
                  </a:lnTo>
                  <a:lnTo>
                    <a:pt x="648" y="185"/>
                  </a:lnTo>
                  <a:lnTo>
                    <a:pt x="649" y="186"/>
                  </a:lnTo>
                  <a:lnTo>
                    <a:pt x="649" y="188"/>
                  </a:lnTo>
                  <a:lnTo>
                    <a:pt x="650" y="189"/>
                  </a:lnTo>
                  <a:lnTo>
                    <a:pt x="651" y="190"/>
                  </a:lnTo>
                  <a:lnTo>
                    <a:pt x="651" y="191"/>
                  </a:lnTo>
                  <a:lnTo>
                    <a:pt x="653" y="192"/>
                  </a:lnTo>
                  <a:lnTo>
                    <a:pt x="654" y="194"/>
                  </a:lnTo>
                  <a:lnTo>
                    <a:pt x="655" y="195"/>
                  </a:lnTo>
                  <a:lnTo>
                    <a:pt x="656" y="196"/>
                  </a:lnTo>
                  <a:lnTo>
                    <a:pt x="657" y="199"/>
                  </a:lnTo>
                  <a:lnTo>
                    <a:pt x="657" y="200"/>
                  </a:lnTo>
                  <a:lnTo>
                    <a:pt x="660" y="201"/>
                  </a:lnTo>
                  <a:lnTo>
                    <a:pt x="661" y="203"/>
                  </a:lnTo>
                  <a:lnTo>
                    <a:pt x="662" y="206"/>
                  </a:lnTo>
                  <a:lnTo>
                    <a:pt x="663" y="207"/>
                  </a:lnTo>
                  <a:lnTo>
                    <a:pt x="665" y="209"/>
                  </a:lnTo>
                  <a:lnTo>
                    <a:pt x="666" y="211"/>
                  </a:lnTo>
                  <a:lnTo>
                    <a:pt x="667" y="212"/>
                  </a:lnTo>
                  <a:lnTo>
                    <a:pt x="668" y="213"/>
                  </a:lnTo>
                  <a:lnTo>
                    <a:pt x="668" y="214"/>
                  </a:lnTo>
                  <a:lnTo>
                    <a:pt x="669" y="215"/>
                  </a:lnTo>
                  <a:lnTo>
                    <a:pt x="671" y="218"/>
                  </a:lnTo>
                  <a:lnTo>
                    <a:pt x="672" y="218"/>
                  </a:lnTo>
                  <a:lnTo>
                    <a:pt x="672" y="219"/>
                  </a:lnTo>
                  <a:lnTo>
                    <a:pt x="673" y="220"/>
                  </a:lnTo>
                  <a:lnTo>
                    <a:pt x="674" y="221"/>
                  </a:lnTo>
                  <a:lnTo>
                    <a:pt x="674" y="223"/>
                  </a:lnTo>
                  <a:lnTo>
                    <a:pt x="675" y="224"/>
                  </a:lnTo>
                  <a:lnTo>
                    <a:pt x="675" y="225"/>
                  </a:lnTo>
                  <a:lnTo>
                    <a:pt x="677" y="226"/>
                  </a:lnTo>
                  <a:lnTo>
                    <a:pt x="678" y="226"/>
                  </a:lnTo>
                  <a:lnTo>
                    <a:pt x="678" y="227"/>
                  </a:lnTo>
                  <a:lnTo>
                    <a:pt x="679" y="229"/>
                  </a:lnTo>
                  <a:lnTo>
                    <a:pt x="679" y="230"/>
                  </a:lnTo>
                  <a:lnTo>
                    <a:pt x="680" y="231"/>
                  </a:lnTo>
                  <a:lnTo>
                    <a:pt x="681" y="232"/>
                  </a:lnTo>
                  <a:lnTo>
                    <a:pt x="683" y="233"/>
                  </a:lnTo>
                  <a:lnTo>
                    <a:pt x="683" y="235"/>
                  </a:lnTo>
                  <a:lnTo>
                    <a:pt x="684" y="236"/>
                  </a:lnTo>
                  <a:lnTo>
                    <a:pt x="685" y="237"/>
                  </a:lnTo>
                  <a:lnTo>
                    <a:pt x="686" y="239"/>
                  </a:lnTo>
                  <a:lnTo>
                    <a:pt x="687" y="241"/>
                  </a:lnTo>
                  <a:lnTo>
                    <a:pt x="689" y="242"/>
                  </a:lnTo>
                  <a:lnTo>
                    <a:pt x="690" y="244"/>
                  </a:lnTo>
                  <a:lnTo>
                    <a:pt x="691" y="247"/>
                  </a:lnTo>
                  <a:lnTo>
                    <a:pt x="692" y="248"/>
                  </a:lnTo>
                  <a:lnTo>
                    <a:pt x="695" y="250"/>
                  </a:lnTo>
                  <a:lnTo>
                    <a:pt x="696" y="251"/>
                  </a:lnTo>
                  <a:lnTo>
                    <a:pt x="697" y="254"/>
                  </a:lnTo>
                  <a:lnTo>
                    <a:pt x="698" y="255"/>
                  </a:lnTo>
                  <a:lnTo>
                    <a:pt x="698" y="256"/>
                  </a:lnTo>
                  <a:lnTo>
                    <a:pt x="699" y="257"/>
                  </a:lnTo>
                  <a:lnTo>
                    <a:pt x="701" y="259"/>
                  </a:lnTo>
                  <a:lnTo>
                    <a:pt x="702" y="260"/>
                  </a:lnTo>
                  <a:lnTo>
                    <a:pt x="702" y="261"/>
                  </a:lnTo>
                  <a:lnTo>
                    <a:pt x="703" y="262"/>
                  </a:lnTo>
                  <a:lnTo>
                    <a:pt x="704" y="263"/>
                  </a:lnTo>
                  <a:lnTo>
                    <a:pt x="704" y="265"/>
                  </a:lnTo>
                  <a:lnTo>
                    <a:pt x="705" y="266"/>
                  </a:lnTo>
                  <a:lnTo>
                    <a:pt x="705" y="267"/>
                  </a:lnTo>
                  <a:lnTo>
                    <a:pt x="707" y="267"/>
                  </a:lnTo>
                  <a:lnTo>
                    <a:pt x="707" y="268"/>
                  </a:lnTo>
                  <a:lnTo>
                    <a:pt x="708" y="269"/>
                  </a:lnTo>
                  <a:lnTo>
                    <a:pt x="708" y="271"/>
                  </a:lnTo>
                  <a:lnTo>
                    <a:pt x="709" y="272"/>
                  </a:lnTo>
                  <a:lnTo>
                    <a:pt x="710" y="273"/>
                  </a:lnTo>
                  <a:lnTo>
                    <a:pt x="710" y="274"/>
                  </a:lnTo>
                  <a:lnTo>
                    <a:pt x="711" y="275"/>
                  </a:lnTo>
                  <a:lnTo>
                    <a:pt x="713" y="277"/>
                  </a:lnTo>
                  <a:lnTo>
                    <a:pt x="713" y="278"/>
                  </a:lnTo>
                  <a:lnTo>
                    <a:pt x="714" y="279"/>
                  </a:lnTo>
                  <a:lnTo>
                    <a:pt x="714" y="280"/>
                  </a:lnTo>
                  <a:lnTo>
                    <a:pt x="715" y="281"/>
                  </a:lnTo>
                  <a:lnTo>
                    <a:pt x="716" y="283"/>
                  </a:lnTo>
                  <a:lnTo>
                    <a:pt x="716" y="284"/>
                  </a:lnTo>
                  <a:lnTo>
                    <a:pt x="717" y="28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17" name="Freeform 234">
              <a:extLst>
                <a:ext uri="{FF2B5EF4-FFF2-40B4-BE49-F238E27FC236}">
                  <a16:creationId xmlns:a16="http://schemas.microsoft.com/office/drawing/2014/main" id="{8BAF1E21-E047-4C2D-AEE6-7CCFD87F9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350"/>
              <a:ext cx="359" cy="143"/>
            </a:xfrm>
            <a:custGeom>
              <a:avLst/>
              <a:gdLst>
                <a:gd name="T0" fmla="*/ 1 w 717"/>
                <a:gd name="T1" fmla="*/ 0 h 287"/>
                <a:gd name="T2" fmla="*/ 1 w 717"/>
                <a:gd name="T3" fmla="*/ 0 h 287"/>
                <a:gd name="T4" fmla="*/ 1 w 717"/>
                <a:gd name="T5" fmla="*/ 0 h 287"/>
                <a:gd name="T6" fmla="*/ 1 w 717"/>
                <a:gd name="T7" fmla="*/ 0 h 287"/>
                <a:gd name="T8" fmla="*/ 1 w 717"/>
                <a:gd name="T9" fmla="*/ 0 h 287"/>
                <a:gd name="T10" fmla="*/ 1 w 717"/>
                <a:gd name="T11" fmla="*/ 0 h 287"/>
                <a:gd name="T12" fmla="*/ 1 w 717"/>
                <a:gd name="T13" fmla="*/ 0 h 287"/>
                <a:gd name="T14" fmla="*/ 1 w 717"/>
                <a:gd name="T15" fmla="*/ 0 h 287"/>
                <a:gd name="T16" fmla="*/ 1 w 717"/>
                <a:gd name="T17" fmla="*/ 0 h 287"/>
                <a:gd name="T18" fmla="*/ 1 w 717"/>
                <a:gd name="T19" fmla="*/ 0 h 287"/>
                <a:gd name="T20" fmla="*/ 1 w 717"/>
                <a:gd name="T21" fmla="*/ 0 h 287"/>
                <a:gd name="T22" fmla="*/ 1 w 717"/>
                <a:gd name="T23" fmla="*/ 0 h 287"/>
                <a:gd name="T24" fmla="*/ 1 w 717"/>
                <a:gd name="T25" fmla="*/ 0 h 287"/>
                <a:gd name="T26" fmla="*/ 1 w 717"/>
                <a:gd name="T27" fmla="*/ 0 h 287"/>
                <a:gd name="T28" fmla="*/ 1 w 717"/>
                <a:gd name="T29" fmla="*/ 0 h 287"/>
                <a:gd name="T30" fmla="*/ 1 w 717"/>
                <a:gd name="T31" fmla="*/ 0 h 287"/>
                <a:gd name="T32" fmla="*/ 1 w 717"/>
                <a:gd name="T33" fmla="*/ 0 h 287"/>
                <a:gd name="T34" fmla="*/ 1 w 717"/>
                <a:gd name="T35" fmla="*/ 0 h 287"/>
                <a:gd name="T36" fmla="*/ 1 w 717"/>
                <a:gd name="T37" fmla="*/ 0 h 287"/>
                <a:gd name="T38" fmla="*/ 1 w 717"/>
                <a:gd name="T39" fmla="*/ 0 h 287"/>
                <a:gd name="T40" fmla="*/ 1 w 717"/>
                <a:gd name="T41" fmla="*/ 0 h 287"/>
                <a:gd name="T42" fmla="*/ 1 w 717"/>
                <a:gd name="T43" fmla="*/ 0 h 287"/>
                <a:gd name="T44" fmla="*/ 1 w 717"/>
                <a:gd name="T45" fmla="*/ 0 h 287"/>
                <a:gd name="T46" fmla="*/ 1 w 717"/>
                <a:gd name="T47" fmla="*/ 0 h 287"/>
                <a:gd name="T48" fmla="*/ 1 w 717"/>
                <a:gd name="T49" fmla="*/ 0 h 287"/>
                <a:gd name="T50" fmla="*/ 1 w 717"/>
                <a:gd name="T51" fmla="*/ 0 h 287"/>
                <a:gd name="T52" fmla="*/ 1 w 717"/>
                <a:gd name="T53" fmla="*/ 0 h 287"/>
                <a:gd name="T54" fmla="*/ 1 w 717"/>
                <a:gd name="T55" fmla="*/ 0 h 287"/>
                <a:gd name="T56" fmla="*/ 1 w 717"/>
                <a:gd name="T57" fmla="*/ 0 h 287"/>
                <a:gd name="T58" fmla="*/ 1 w 717"/>
                <a:gd name="T59" fmla="*/ 0 h 287"/>
                <a:gd name="T60" fmla="*/ 1 w 717"/>
                <a:gd name="T61" fmla="*/ 0 h 287"/>
                <a:gd name="T62" fmla="*/ 1 w 717"/>
                <a:gd name="T63" fmla="*/ 0 h 287"/>
                <a:gd name="T64" fmla="*/ 1 w 717"/>
                <a:gd name="T65" fmla="*/ 0 h 287"/>
                <a:gd name="T66" fmla="*/ 1 w 717"/>
                <a:gd name="T67" fmla="*/ 0 h 287"/>
                <a:gd name="T68" fmla="*/ 1 w 717"/>
                <a:gd name="T69" fmla="*/ 0 h 287"/>
                <a:gd name="T70" fmla="*/ 1 w 717"/>
                <a:gd name="T71" fmla="*/ 0 h 287"/>
                <a:gd name="T72" fmla="*/ 1 w 717"/>
                <a:gd name="T73" fmla="*/ 0 h 287"/>
                <a:gd name="T74" fmla="*/ 1 w 717"/>
                <a:gd name="T75" fmla="*/ 0 h 287"/>
                <a:gd name="T76" fmla="*/ 1 w 717"/>
                <a:gd name="T77" fmla="*/ 0 h 287"/>
                <a:gd name="T78" fmla="*/ 1 w 717"/>
                <a:gd name="T79" fmla="*/ 0 h 287"/>
                <a:gd name="T80" fmla="*/ 1 w 717"/>
                <a:gd name="T81" fmla="*/ 0 h 287"/>
                <a:gd name="T82" fmla="*/ 1 w 717"/>
                <a:gd name="T83" fmla="*/ 0 h 287"/>
                <a:gd name="T84" fmla="*/ 1 w 717"/>
                <a:gd name="T85" fmla="*/ 0 h 287"/>
                <a:gd name="T86" fmla="*/ 1 w 717"/>
                <a:gd name="T87" fmla="*/ 0 h 287"/>
                <a:gd name="T88" fmla="*/ 1 w 717"/>
                <a:gd name="T89" fmla="*/ 0 h 287"/>
                <a:gd name="T90" fmla="*/ 1 w 717"/>
                <a:gd name="T91" fmla="*/ 0 h 287"/>
                <a:gd name="T92" fmla="*/ 1 w 717"/>
                <a:gd name="T93" fmla="*/ 0 h 287"/>
                <a:gd name="T94" fmla="*/ 1 w 717"/>
                <a:gd name="T95" fmla="*/ 0 h 287"/>
                <a:gd name="T96" fmla="*/ 1 w 717"/>
                <a:gd name="T97" fmla="*/ 0 h 287"/>
                <a:gd name="T98" fmla="*/ 1 w 717"/>
                <a:gd name="T99" fmla="*/ 0 h 287"/>
                <a:gd name="T100" fmla="*/ 1 w 717"/>
                <a:gd name="T101" fmla="*/ 0 h 287"/>
                <a:gd name="T102" fmla="*/ 1 w 717"/>
                <a:gd name="T103" fmla="*/ 0 h 287"/>
                <a:gd name="T104" fmla="*/ 1 w 717"/>
                <a:gd name="T105" fmla="*/ 0 h 287"/>
                <a:gd name="T106" fmla="*/ 1 w 717"/>
                <a:gd name="T107" fmla="*/ 0 h 287"/>
                <a:gd name="T108" fmla="*/ 1 w 717"/>
                <a:gd name="T109" fmla="*/ 0 h 287"/>
                <a:gd name="T110" fmla="*/ 1 w 717"/>
                <a:gd name="T111" fmla="*/ 0 h 287"/>
                <a:gd name="T112" fmla="*/ 1 w 717"/>
                <a:gd name="T113" fmla="*/ 0 h 287"/>
                <a:gd name="T114" fmla="*/ 1 w 717"/>
                <a:gd name="T115" fmla="*/ 0 h 287"/>
                <a:gd name="T116" fmla="*/ 1 w 717"/>
                <a:gd name="T117" fmla="*/ 0 h 287"/>
                <a:gd name="T118" fmla="*/ 1 w 717"/>
                <a:gd name="T119" fmla="*/ 0 h 287"/>
                <a:gd name="T120" fmla="*/ 1 w 717"/>
                <a:gd name="T121" fmla="*/ 0 h 2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7">
                  <a:moveTo>
                    <a:pt x="0" y="287"/>
                  </a:moveTo>
                  <a:lnTo>
                    <a:pt x="28" y="287"/>
                  </a:lnTo>
                  <a:lnTo>
                    <a:pt x="53" y="287"/>
                  </a:lnTo>
                  <a:lnTo>
                    <a:pt x="77" y="287"/>
                  </a:lnTo>
                  <a:lnTo>
                    <a:pt x="100" y="287"/>
                  </a:lnTo>
                  <a:lnTo>
                    <a:pt x="120" y="287"/>
                  </a:lnTo>
                  <a:lnTo>
                    <a:pt x="139" y="287"/>
                  </a:lnTo>
                  <a:lnTo>
                    <a:pt x="157" y="287"/>
                  </a:lnTo>
                  <a:lnTo>
                    <a:pt x="174" y="287"/>
                  </a:lnTo>
                  <a:lnTo>
                    <a:pt x="190" y="287"/>
                  </a:lnTo>
                  <a:lnTo>
                    <a:pt x="204" y="287"/>
                  </a:lnTo>
                  <a:lnTo>
                    <a:pt x="217" y="287"/>
                  </a:lnTo>
                  <a:lnTo>
                    <a:pt x="229" y="287"/>
                  </a:lnTo>
                  <a:lnTo>
                    <a:pt x="240" y="287"/>
                  </a:lnTo>
                  <a:lnTo>
                    <a:pt x="250" y="287"/>
                  </a:lnTo>
                  <a:lnTo>
                    <a:pt x="258" y="285"/>
                  </a:lnTo>
                  <a:lnTo>
                    <a:pt x="267" y="285"/>
                  </a:lnTo>
                  <a:lnTo>
                    <a:pt x="274" y="285"/>
                  </a:lnTo>
                  <a:lnTo>
                    <a:pt x="280" y="285"/>
                  </a:lnTo>
                  <a:lnTo>
                    <a:pt x="286" y="285"/>
                  </a:lnTo>
                  <a:lnTo>
                    <a:pt x="291" y="285"/>
                  </a:lnTo>
                  <a:lnTo>
                    <a:pt x="296" y="285"/>
                  </a:lnTo>
                  <a:lnTo>
                    <a:pt x="299" y="285"/>
                  </a:lnTo>
                  <a:lnTo>
                    <a:pt x="303" y="285"/>
                  </a:lnTo>
                  <a:lnTo>
                    <a:pt x="306" y="285"/>
                  </a:lnTo>
                  <a:lnTo>
                    <a:pt x="309" y="285"/>
                  </a:lnTo>
                  <a:lnTo>
                    <a:pt x="311" y="285"/>
                  </a:lnTo>
                  <a:lnTo>
                    <a:pt x="314" y="285"/>
                  </a:lnTo>
                  <a:lnTo>
                    <a:pt x="316" y="285"/>
                  </a:lnTo>
                  <a:lnTo>
                    <a:pt x="317" y="285"/>
                  </a:lnTo>
                  <a:lnTo>
                    <a:pt x="320" y="284"/>
                  </a:lnTo>
                  <a:lnTo>
                    <a:pt x="321" y="284"/>
                  </a:lnTo>
                  <a:lnTo>
                    <a:pt x="323" y="284"/>
                  </a:lnTo>
                  <a:lnTo>
                    <a:pt x="326" y="284"/>
                  </a:lnTo>
                  <a:lnTo>
                    <a:pt x="327" y="284"/>
                  </a:lnTo>
                  <a:lnTo>
                    <a:pt x="329" y="284"/>
                  </a:lnTo>
                  <a:lnTo>
                    <a:pt x="330" y="284"/>
                  </a:lnTo>
                  <a:lnTo>
                    <a:pt x="332" y="284"/>
                  </a:lnTo>
                  <a:lnTo>
                    <a:pt x="334" y="284"/>
                  </a:lnTo>
                  <a:lnTo>
                    <a:pt x="335" y="284"/>
                  </a:lnTo>
                  <a:lnTo>
                    <a:pt x="336" y="284"/>
                  </a:lnTo>
                  <a:lnTo>
                    <a:pt x="338" y="283"/>
                  </a:lnTo>
                  <a:lnTo>
                    <a:pt x="339" y="283"/>
                  </a:lnTo>
                  <a:lnTo>
                    <a:pt x="340" y="283"/>
                  </a:lnTo>
                  <a:lnTo>
                    <a:pt x="341" y="283"/>
                  </a:lnTo>
                  <a:lnTo>
                    <a:pt x="342" y="283"/>
                  </a:lnTo>
                  <a:lnTo>
                    <a:pt x="344" y="283"/>
                  </a:lnTo>
                  <a:lnTo>
                    <a:pt x="345" y="283"/>
                  </a:lnTo>
                  <a:lnTo>
                    <a:pt x="346" y="283"/>
                  </a:lnTo>
                  <a:lnTo>
                    <a:pt x="347" y="283"/>
                  </a:lnTo>
                  <a:lnTo>
                    <a:pt x="348" y="283"/>
                  </a:lnTo>
                  <a:lnTo>
                    <a:pt x="350" y="283"/>
                  </a:lnTo>
                  <a:lnTo>
                    <a:pt x="350" y="282"/>
                  </a:lnTo>
                  <a:lnTo>
                    <a:pt x="351" y="282"/>
                  </a:lnTo>
                  <a:lnTo>
                    <a:pt x="352" y="282"/>
                  </a:lnTo>
                  <a:lnTo>
                    <a:pt x="353" y="282"/>
                  </a:lnTo>
                  <a:lnTo>
                    <a:pt x="354" y="282"/>
                  </a:lnTo>
                  <a:lnTo>
                    <a:pt x="356" y="282"/>
                  </a:lnTo>
                  <a:lnTo>
                    <a:pt x="358" y="282"/>
                  </a:lnTo>
                  <a:lnTo>
                    <a:pt x="359" y="281"/>
                  </a:lnTo>
                  <a:lnTo>
                    <a:pt x="360" y="281"/>
                  </a:lnTo>
                  <a:lnTo>
                    <a:pt x="363" y="281"/>
                  </a:lnTo>
                  <a:lnTo>
                    <a:pt x="364" y="281"/>
                  </a:lnTo>
                  <a:lnTo>
                    <a:pt x="366" y="281"/>
                  </a:lnTo>
                  <a:lnTo>
                    <a:pt x="368" y="279"/>
                  </a:lnTo>
                  <a:lnTo>
                    <a:pt x="370" y="279"/>
                  </a:lnTo>
                  <a:lnTo>
                    <a:pt x="371" y="279"/>
                  </a:lnTo>
                  <a:lnTo>
                    <a:pt x="374" y="279"/>
                  </a:lnTo>
                  <a:lnTo>
                    <a:pt x="375" y="279"/>
                  </a:lnTo>
                  <a:lnTo>
                    <a:pt x="376" y="278"/>
                  </a:lnTo>
                  <a:lnTo>
                    <a:pt x="377" y="278"/>
                  </a:lnTo>
                  <a:lnTo>
                    <a:pt x="379" y="278"/>
                  </a:lnTo>
                  <a:lnTo>
                    <a:pt x="380" y="278"/>
                  </a:lnTo>
                  <a:lnTo>
                    <a:pt x="381" y="278"/>
                  </a:lnTo>
                  <a:lnTo>
                    <a:pt x="382" y="278"/>
                  </a:lnTo>
                  <a:lnTo>
                    <a:pt x="383" y="277"/>
                  </a:lnTo>
                  <a:lnTo>
                    <a:pt x="385" y="277"/>
                  </a:lnTo>
                  <a:lnTo>
                    <a:pt x="386" y="277"/>
                  </a:lnTo>
                  <a:lnTo>
                    <a:pt x="387" y="277"/>
                  </a:lnTo>
                  <a:lnTo>
                    <a:pt x="388" y="277"/>
                  </a:lnTo>
                  <a:lnTo>
                    <a:pt x="388" y="276"/>
                  </a:lnTo>
                  <a:lnTo>
                    <a:pt x="389" y="276"/>
                  </a:lnTo>
                  <a:lnTo>
                    <a:pt x="391" y="276"/>
                  </a:lnTo>
                  <a:lnTo>
                    <a:pt x="392" y="276"/>
                  </a:lnTo>
                  <a:lnTo>
                    <a:pt x="393" y="275"/>
                  </a:lnTo>
                  <a:lnTo>
                    <a:pt x="394" y="275"/>
                  </a:lnTo>
                  <a:lnTo>
                    <a:pt x="395" y="275"/>
                  </a:lnTo>
                  <a:lnTo>
                    <a:pt x="397" y="273"/>
                  </a:lnTo>
                  <a:lnTo>
                    <a:pt x="399" y="273"/>
                  </a:lnTo>
                  <a:lnTo>
                    <a:pt x="400" y="273"/>
                  </a:lnTo>
                  <a:lnTo>
                    <a:pt x="401" y="272"/>
                  </a:lnTo>
                  <a:lnTo>
                    <a:pt x="404" y="272"/>
                  </a:lnTo>
                  <a:lnTo>
                    <a:pt x="405" y="271"/>
                  </a:lnTo>
                  <a:lnTo>
                    <a:pt x="407" y="271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3" y="269"/>
                  </a:lnTo>
                  <a:lnTo>
                    <a:pt x="416" y="269"/>
                  </a:lnTo>
                  <a:lnTo>
                    <a:pt x="417" y="267"/>
                  </a:lnTo>
                  <a:lnTo>
                    <a:pt x="419" y="267"/>
                  </a:lnTo>
                  <a:lnTo>
                    <a:pt x="421" y="266"/>
                  </a:lnTo>
                  <a:lnTo>
                    <a:pt x="423" y="266"/>
                  </a:lnTo>
                  <a:lnTo>
                    <a:pt x="424" y="265"/>
                  </a:lnTo>
                  <a:lnTo>
                    <a:pt x="425" y="265"/>
                  </a:lnTo>
                  <a:lnTo>
                    <a:pt x="427" y="265"/>
                  </a:lnTo>
                  <a:lnTo>
                    <a:pt x="428" y="264"/>
                  </a:lnTo>
                  <a:lnTo>
                    <a:pt x="429" y="264"/>
                  </a:lnTo>
                  <a:lnTo>
                    <a:pt x="430" y="264"/>
                  </a:lnTo>
                  <a:lnTo>
                    <a:pt x="431" y="263"/>
                  </a:lnTo>
                  <a:lnTo>
                    <a:pt x="433" y="263"/>
                  </a:lnTo>
                  <a:lnTo>
                    <a:pt x="434" y="263"/>
                  </a:lnTo>
                  <a:lnTo>
                    <a:pt x="435" y="261"/>
                  </a:lnTo>
                  <a:lnTo>
                    <a:pt x="436" y="261"/>
                  </a:lnTo>
                  <a:lnTo>
                    <a:pt x="437" y="261"/>
                  </a:lnTo>
                  <a:lnTo>
                    <a:pt x="439" y="260"/>
                  </a:lnTo>
                  <a:lnTo>
                    <a:pt x="440" y="259"/>
                  </a:lnTo>
                  <a:lnTo>
                    <a:pt x="441" y="259"/>
                  </a:lnTo>
                  <a:lnTo>
                    <a:pt x="442" y="259"/>
                  </a:lnTo>
                  <a:lnTo>
                    <a:pt x="443" y="258"/>
                  </a:lnTo>
                  <a:lnTo>
                    <a:pt x="445" y="258"/>
                  </a:lnTo>
                  <a:lnTo>
                    <a:pt x="446" y="256"/>
                  </a:lnTo>
                  <a:lnTo>
                    <a:pt x="448" y="255"/>
                  </a:lnTo>
                  <a:lnTo>
                    <a:pt x="449" y="255"/>
                  </a:lnTo>
                  <a:lnTo>
                    <a:pt x="451" y="254"/>
                  </a:lnTo>
                  <a:lnTo>
                    <a:pt x="453" y="253"/>
                  </a:lnTo>
                  <a:lnTo>
                    <a:pt x="454" y="253"/>
                  </a:lnTo>
                  <a:lnTo>
                    <a:pt x="457" y="252"/>
                  </a:lnTo>
                  <a:lnTo>
                    <a:pt x="458" y="250"/>
                  </a:lnTo>
                  <a:lnTo>
                    <a:pt x="460" y="249"/>
                  </a:lnTo>
                  <a:lnTo>
                    <a:pt x="461" y="249"/>
                  </a:lnTo>
                  <a:lnTo>
                    <a:pt x="464" y="248"/>
                  </a:lnTo>
                  <a:lnTo>
                    <a:pt x="465" y="247"/>
                  </a:lnTo>
                  <a:lnTo>
                    <a:pt x="466" y="247"/>
                  </a:lnTo>
                  <a:lnTo>
                    <a:pt x="467" y="246"/>
                  </a:lnTo>
                  <a:lnTo>
                    <a:pt x="469" y="246"/>
                  </a:lnTo>
                  <a:lnTo>
                    <a:pt x="470" y="244"/>
                  </a:lnTo>
                  <a:lnTo>
                    <a:pt x="471" y="244"/>
                  </a:lnTo>
                  <a:lnTo>
                    <a:pt x="472" y="243"/>
                  </a:lnTo>
                  <a:lnTo>
                    <a:pt x="473" y="243"/>
                  </a:lnTo>
                  <a:lnTo>
                    <a:pt x="475" y="242"/>
                  </a:lnTo>
                  <a:lnTo>
                    <a:pt x="476" y="241"/>
                  </a:lnTo>
                  <a:lnTo>
                    <a:pt x="477" y="241"/>
                  </a:lnTo>
                  <a:lnTo>
                    <a:pt x="478" y="241"/>
                  </a:lnTo>
                  <a:lnTo>
                    <a:pt x="479" y="240"/>
                  </a:lnTo>
                  <a:lnTo>
                    <a:pt x="481" y="238"/>
                  </a:lnTo>
                  <a:lnTo>
                    <a:pt x="482" y="238"/>
                  </a:lnTo>
                  <a:lnTo>
                    <a:pt x="483" y="237"/>
                  </a:lnTo>
                  <a:lnTo>
                    <a:pt x="484" y="237"/>
                  </a:lnTo>
                  <a:lnTo>
                    <a:pt x="485" y="236"/>
                  </a:lnTo>
                  <a:lnTo>
                    <a:pt x="487" y="236"/>
                  </a:lnTo>
                  <a:lnTo>
                    <a:pt x="488" y="235"/>
                  </a:lnTo>
                  <a:lnTo>
                    <a:pt x="489" y="235"/>
                  </a:lnTo>
                  <a:lnTo>
                    <a:pt x="490" y="234"/>
                  </a:lnTo>
                  <a:lnTo>
                    <a:pt x="492" y="232"/>
                  </a:lnTo>
                  <a:lnTo>
                    <a:pt x="493" y="232"/>
                  </a:lnTo>
                  <a:lnTo>
                    <a:pt x="494" y="231"/>
                  </a:lnTo>
                  <a:lnTo>
                    <a:pt x="496" y="230"/>
                  </a:lnTo>
                  <a:lnTo>
                    <a:pt x="498" y="229"/>
                  </a:lnTo>
                  <a:lnTo>
                    <a:pt x="500" y="229"/>
                  </a:lnTo>
                  <a:lnTo>
                    <a:pt x="501" y="228"/>
                  </a:lnTo>
                  <a:lnTo>
                    <a:pt x="502" y="226"/>
                  </a:lnTo>
                  <a:lnTo>
                    <a:pt x="504" y="226"/>
                  </a:lnTo>
                  <a:lnTo>
                    <a:pt x="505" y="225"/>
                  </a:lnTo>
                  <a:lnTo>
                    <a:pt x="506" y="225"/>
                  </a:lnTo>
                  <a:lnTo>
                    <a:pt x="507" y="224"/>
                  </a:lnTo>
                  <a:lnTo>
                    <a:pt x="508" y="224"/>
                  </a:lnTo>
                  <a:lnTo>
                    <a:pt x="510" y="223"/>
                  </a:lnTo>
                  <a:lnTo>
                    <a:pt x="511" y="223"/>
                  </a:lnTo>
                  <a:lnTo>
                    <a:pt x="511" y="222"/>
                  </a:lnTo>
                  <a:lnTo>
                    <a:pt x="512" y="222"/>
                  </a:lnTo>
                  <a:lnTo>
                    <a:pt x="513" y="220"/>
                  </a:lnTo>
                  <a:lnTo>
                    <a:pt x="514" y="220"/>
                  </a:lnTo>
                  <a:lnTo>
                    <a:pt x="516" y="219"/>
                  </a:lnTo>
                  <a:lnTo>
                    <a:pt x="517" y="218"/>
                  </a:lnTo>
                  <a:lnTo>
                    <a:pt x="518" y="218"/>
                  </a:lnTo>
                  <a:lnTo>
                    <a:pt x="519" y="217"/>
                  </a:lnTo>
                  <a:lnTo>
                    <a:pt x="520" y="217"/>
                  </a:lnTo>
                  <a:lnTo>
                    <a:pt x="520" y="216"/>
                  </a:lnTo>
                  <a:lnTo>
                    <a:pt x="522" y="216"/>
                  </a:lnTo>
                  <a:lnTo>
                    <a:pt x="523" y="214"/>
                  </a:lnTo>
                  <a:lnTo>
                    <a:pt x="524" y="214"/>
                  </a:lnTo>
                  <a:lnTo>
                    <a:pt x="525" y="213"/>
                  </a:lnTo>
                  <a:lnTo>
                    <a:pt x="526" y="213"/>
                  </a:lnTo>
                  <a:lnTo>
                    <a:pt x="528" y="212"/>
                  </a:lnTo>
                  <a:lnTo>
                    <a:pt x="529" y="211"/>
                  </a:lnTo>
                  <a:lnTo>
                    <a:pt x="530" y="210"/>
                  </a:lnTo>
                  <a:lnTo>
                    <a:pt x="531" y="210"/>
                  </a:lnTo>
                  <a:lnTo>
                    <a:pt x="532" y="208"/>
                  </a:lnTo>
                  <a:lnTo>
                    <a:pt x="534" y="207"/>
                  </a:lnTo>
                  <a:lnTo>
                    <a:pt x="535" y="207"/>
                  </a:lnTo>
                  <a:lnTo>
                    <a:pt x="536" y="206"/>
                  </a:lnTo>
                  <a:lnTo>
                    <a:pt x="537" y="206"/>
                  </a:lnTo>
                  <a:lnTo>
                    <a:pt x="538" y="205"/>
                  </a:lnTo>
                  <a:lnTo>
                    <a:pt x="540" y="204"/>
                  </a:lnTo>
                  <a:lnTo>
                    <a:pt x="541" y="204"/>
                  </a:lnTo>
                  <a:lnTo>
                    <a:pt x="541" y="202"/>
                  </a:lnTo>
                  <a:lnTo>
                    <a:pt x="542" y="202"/>
                  </a:lnTo>
                  <a:lnTo>
                    <a:pt x="542" y="201"/>
                  </a:lnTo>
                  <a:lnTo>
                    <a:pt x="543" y="201"/>
                  </a:lnTo>
                  <a:lnTo>
                    <a:pt x="544" y="201"/>
                  </a:lnTo>
                  <a:lnTo>
                    <a:pt x="544" y="200"/>
                  </a:lnTo>
                  <a:lnTo>
                    <a:pt x="546" y="200"/>
                  </a:lnTo>
                  <a:lnTo>
                    <a:pt x="546" y="199"/>
                  </a:lnTo>
                  <a:lnTo>
                    <a:pt x="547" y="199"/>
                  </a:lnTo>
                  <a:lnTo>
                    <a:pt x="548" y="198"/>
                  </a:lnTo>
                  <a:lnTo>
                    <a:pt x="549" y="196"/>
                  </a:lnTo>
                  <a:lnTo>
                    <a:pt x="550" y="196"/>
                  </a:lnTo>
                  <a:lnTo>
                    <a:pt x="552" y="195"/>
                  </a:lnTo>
                  <a:lnTo>
                    <a:pt x="553" y="194"/>
                  </a:lnTo>
                  <a:lnTo>
                    <a:pt x="554" y="194"/>
                  </a:lnTo>
                  <a:lnTo>
                    <a:pt x="554" y="193"/>
                  </a:lnTo>
                  <a:lnTo>
                    <a:pt x="555" y="192"/>
                  </a:lnTo>
                  <a:lnTo>
                    <a:pt x="556" y="192"/>
                  </a:lnTo>
                  <a:lnTo>
                    <a:pt x="558" y="190"/>
                  </a:lnTo>
                  <a:lnTo>
                    <a:pt x="559" y="189"/>
                  </a:lnTo>
                  <a:lnTo>
                    <a:pt x="560" y="189"/>
                  </a:lnTo>
                  <a:lnTo>
                    <a:pt x="560" y="188"/>
                  </a:lnTo>
                  <a:lnTo>
                    <a:pt x="561" y="188"/>
                  </a:lnTo>
                  <a:lnTo>
                    <a:pt x="561" y="187"/>
                  </a:lnTo>
                  <a:lnTo>
                    <a:pt x="562" y="187"/>
                  </a:lnTo>
                  <a:lnTo>
                    <a:pt x="564" y="186"/>
                  </a:lnTo>
                  <a:lnTo>
                    <a:pt x="565" y="186"/>
                  </a:lnTo>
                  <a:lnTo>
                    <a:pt x="565" y="184"/>
                  </a:lnTo>
                  <a:lnTo>
                    <a:pt x="566" y="184"/>
                  </a:lnTo>
                  <a:lnTo>
                    <a:pt x="566" y="183"/>
                  </a:lnTo>
                  <a:lnTo>
                    <a:pt x="567" y="183"/>
                  </a:lnTo>
                  <a:lnTo>
                    <a:pt x="568" y="182"/>
                  </a:lnTo>
                  <a:lnTo>
                    <a:pt x="570" y="182"/>
                  </a:lnTo>
                  <a:lnTo>
                    <a:pt x="570" y="181"/>
                  </a:lnTo>
                  <a:lnTo>
                    <a:pt x="571" y="181"/>
                  </a:lnTo>
                  <a:lnTo>
                    <a:pt x="572" y="180"/>
                  </a:lnTo>
                  <a:lnTo>
                    <a:pt x="573" y="178"/>
                  </a:lnTo>
                  <a:lnTo>
                    <a:pt x="574" y="178"/>
                  </a:lnTo>
                  <a:lnTo>
                    <a:pt x="574" y="177"/>
                  </a:lnTo>
                  <a:lnTo>
                    <a:pt x="576" y="177"/>
                  </a:lnTo>
                  <a:lnTo>
                    <a:pt x="577" y="176"/>
                  </a:lnTo>
                  <a:lnTo>
                    <a:pt x="578" y="176"/>
                  </a:lnTo>
                  <a:lnTo>
                    <a:pt x="579" y="175"/>
                  </a:lnTo>
                  <a:lnTo>
                    <a:pt x="580" y="174"/>
                  </a:lnTo>
                  <a:lnTo>
                    <a:pt x="582" y="172"/>
                  </a:lnTo>
                  <a:lnTo>
                    <a:pt x="583" y="172"/>
                  </a:lnTo>
                  <a:lnTo>
                    <a:pt x="584" y="171"/>
                  </a:lnTo>
                  <a:lnTo>
                    <a:pt x="585" y="171"/>
                  </a:lnTo>
                  <a:lnTo>
                    <a:pt x="585" y="170"/>
                  </a:lnTo>
                  <a:lnTo>
                    <a:pt x="586" y="170"/>
                  </a:lnTo>
                  <a:lnTo>
                    <a:pt x="586" y="169"/>
                  </a:lnTo>
                  <a:lnTo>
                    <a:pt x="588" y="169"/>
                  </a:lnTo>
                  <a:lnTo>
                    <a:pt x="589" y="169"/>
                  </a:lnTo>
                  <a:lnTo>
                    <a:pt x="589" y="168"/>
                  </a:lnTo>
                  <a:lnTo>
                    <a:pt x="590" y="166"/>
                  </a:lnTo>
                  <a:lnTo>
                    <a:pt x="591" y="165"/>
                  </a:lnTo>
                  <a:lnTo>
                    <a:pt x="592" y="164"/>
                  </a:lnTo>
                  <a:lnTo>
                    <a:pt x="594" y="163"/>
                  </a:lnTo>
                  <a:lnTo>
                    <a:pt x="595" y="163"/>
                  </a:lnTo>
                  <a:lnTo>
                    <a:pt x="595" y="162"/>
                  </a:lnTo>
                  <a:lnTo>
                    <a:pt x="596" y="162"/>
                  </a:lnTo>
                  <a:lnTo>
                    <a:pt x="597" y="160"/>
                  </a:lnTo>
                  <a:lnTo>
                    <a:pt x="597" y="159"/>
                  </a:lnTo>
                  <a:lnTo>
                    <a:pt x="598" y="158"/>
                  </a:lnTo>
                  <a:lnTo>
                    <a:pt x="600" y="158"/>
                  </a:lnTo>
                  <a:lnTo>
                    <a:pt x="601" y="157"/>
                  </a:lnTo>
                  <a:lnTo>
                    <a:pt x="602" y="156"/>
                  </a:lnTo>
                  <a:lnTo>
                    <a:pt x="602" y="154"/>
                  </a:lnTo>
                  <a:lnTo>
                    <a:pt x="603" y="153"/>
                  </a:lnTo>
                  <a:lnTo>
                    <a:pt x="604" y="152"/>
                  </a:lnTo>
                  <a:lnTo>
                    <a:pt x="606" y="151"/>
                  </a:lnTo>
                  <a:lnTo>
                    <a:pt x="607" y="150"/>
                  </a:lnTo>
                  <a:lnTo>
                    <a:pt x="608" y="148"/>
                  </a:lnTo>
                  <a:lnTo>
                    <a:pt x="609" y="147"/>
                  </a:lnTo>
                  <a:lnTo>
                    <a:pt x="611" y="146"/>
                  </a:lnTo>
                  <a:lnTo>
                    <a:pt x="612" y="145"/>
                  </a:lnTo>
                  <a:lnTo>
                    <a:pt x="612" y="143"/>
                  </a:lnTo>
                  <a:lnTo>
                    <a:pt x="613" y="143"/>
                  </a:lnTo>
                  <a:lnTo>
                    <a:pt x="613" y="142"/>
                  </a:lnTo>
                  <a:lnTo>
                    <a:pt x="614" y="142"/>
                  </a:lnTo>
                  <a:lnTo>
                    <a:pt x="614" y="141"/>
                  </a:lnTo>
                  <a:lnTo>
                    <a:pt x="615" y="140"/>
                  </a:lnTo>
                  <a:lnTo>
                    <a:pt x="617" y="139"/>
                  </a:lnTo>
                  <a:lnTo>
                    <a:pt x="618" y="139"/>
                  </a:lnTo>
                  <a:lnTo>
                    <a:pt x="618" y="137"/>
                  </a:lnTo>
                  <a:lnTo>
                    <a:pt x="619" y="136"/>
                  </a:lnTo>
                  <a:lnTo>
                    <a:pt x="619" y="135"/>
                  </a:lnTo>
                  <a:lnTo>
                    <a:pt x="620" y="135"/>
                  </a:lnTo>
                  <a:lnTo>
                    <a:pt x="621" y="134"/>
                  </a:lnTo>
                  <a:lnTo>
                    <a:pt x="621" y="133"/>
                  </a:lnTo>
                  <a:lnTo>
                    <a:pt x="623" y="131"/>
                  </a:lnTo>
                  <a:lnTo>
                    <a:pt x="624" y="130"/>
                  </a:lnTo>
                  <a:lnTo>
                    <a:pt x="625" y="129"/>
                  </a:lnTo>
                  <a:lnTo>
                    <a:pt x="626" y="128"/>
                  </a:lnTo>
                  <a:lnTo>
                    <a:pt x="627" y="127"/>
                  </a:lnTo>
                  <a:lnTo>
                    <a:pt x="629" y="125"/>
                  </a:lnTo>
                  <a:lnTo>
                    <a:pt x="630" y="124"/>
                  </a:lnTo>
                  <a:lnTo>
                    <a:pt x="631" y="122"/>
                  </a:lnTo>
                  <a:lnTo>
                    <a:pt x="632" y="121"/>
                  </a:lnTo>
                  <a:lnTo>
                    <a:pt x="633" y="119"/>
                  </a:lnTo>
                  <a:lnTo>
                    <a:pt x="635" y="117"/>
                  </a:lnTo>
                  <a:lnTo>
                    <a:pt x="636" y="116"/>
                  </a:lnTo>
                  <a:lnTo>
                    <a:pt x="637" y="115"/>
                  </a:lnTo>
                  <a:lnTo>
                    <a:pt x="638" y="113"/>
                  </a:lnTo>
                  <a:lnTo>
                    <a:pt x="638" y="112"/>
                  </a:lnTo>
                  <a:lnTo>
                    <a:pt x="639" y="111"/>
                  </a:lnTo>
                  <a:lnTo>
                    <a:pt x="641" y="110"/>
                  </a:lnTo>
                  <a:lnTo>
                    <a:pt x="642" y="110"/>
                  </a:lnTo>
                  <a:lnTo>
                    <a:pt x="642" y="109"/>
                  </a:lnTo>
                  <a:lnTo>
                    <a:pt x="643" y="107"/>
                  </a:lnTo>
                  <a:lnTo>
                    <a:pt x="643" y="106"/>
                  </a:lnTo>
                  <a:lnTo>
                    <a:pt x="644" y="105"/>
                  </a:lnTo>
                  <a:lnTo>
                    <a:pt x="645" y="105"/>
                  </a:lnTo>
                  <a:lnTo>
                    <a:pt x="645" y="104"/>
                  </a:lnTo>
                  <a:lnTo>
                    <a:pt x="647" y="103"/>
                  </a:lnTo>
                  <a:lnTo>
                    <a:pt x="647" y="101"/>
                  </a:lnTo>
                  <a:lnTo>
                    <a:pt x="648" y="101"/>
                  </a:lnTo>
                  <a:lnTo>
                    <a:pt x="649" y="100"/>
                  </a:lnTo>
                  <a:lnTo>
                    <a:pt x="649" y="99"/>
                  </a:lnTo>
                  <a:lnTo>
                    <a:pt x="650" y="98"/>
                  </a:lnTo>
                  <a:lnTo>
                    <a:pt x="651" y="97"/>
                  </a:lnTo>
                  <a:lnTo>
                    <a:pt x="651" y="95"/>
                  </a:lnTo>
                  <a:lnTo>
                    <a:pt x="653" y="94"/>
                  </a:lnTo>
                  <a:lnTo>
                    <a:pt x="654" y="93"/>
                  </a:lnTo>
                  <a:lnTo>
                    <a:pt x="655" y="92"/>
                  </a:lnTo>
                  <a:lnTo>
                    <a:pt x="656" y="91"/>
                  </a:lnTo>
                  <a:lnTo>
                    <a:pt x="657" y="88"/>
                  </a:lnTo>
                  <a:lnTo>
                    <a:pt x="657" y="87"/>
                  </a:lnTo>
                  <a:lnTo>
                    <a:pt x="660" y="85"/>
                  </a:lnTo>
                  <a:lnTo>
                    <a:pt x="661" y="83"/>
                  </a:lnTo>
                  <a:lnTo>
                    <a:pt x="662" y="81"/>
                  </a:lnTo>
                  <a:lnTo>
                    <a:pt x="663" y="80"/>
                  </a:lnTo>
                  <a:lnTo>
                    <a:pt x="665" y="77"/>
                  </a:lnTo>
                  <a:lnTo>
                    <a:pt x="666" y="76"/>
                  </a:lnTo>
                  <a:lnTo>
                    <a:pt x="667" y="75"/>
                  </a:lnTo>
                  <a:lnTo>
                    <a:pt x="668" y="74"/>
                  </a:lnTo>
                  <a:lnTo>
                    <a:pt x="668" y="71"/>
                  </a:lnTo>
                  <a:lnTo>
                    <a:pt x="669" y="70"/>
                  </a:lnTo>
                  <a:lnTo>
                    <a:pt x="671" y="69"/>
                  </a:lnTo>
                  <a:lnTo>
                    <a:pt x="672" y="68"/>
                  </a:lnTo>
                  <a:lnTo>
                    <a:pt x="672" y="67"/>
                  </a:lnTo>
                  <a:lnTo>
                    <a:pt x="673" y="67"/>
                  </a:lnTo>
                  <a:lnTo>
                    <a:pt x="674" y="65"/>
                  </a:lnTo>
                  <a:lnTo>
                    <a:pt x="674" y="64"/>
                  </a:lnTo>
                  <a:lnTo>
                    <a:pt x="675" y="63"/>
                  </a:lnTo>
                  <a:lnTo>
                    <a:pt x="675" y="62"/>
                  </a:lnTo>
                  <a:lnTo>
                    <a:pt x="677" y="61"/>
                  </a:lnTo>
                  <a:lnTo>
                    <a:pt x="678" y="61"/>
                  </a:lnTo>
                  <a:lnTo>
                    <a:pt x="678" y="59"/>
                  </a:lnTo>
                  <a:lnTo>
                    <a:pt x="679" y="58"/>
                  </a:lnTo>
                  <a:lnTo>
                    <a:pt x="679" y="57"/>
                  </a:lnTo>
                  <a:lnTo>
                    <a:pt x="680" y="56"/>
                  </a:lnTo>
                  <a:lnTo>
                    <a:pt x="681" y="55"/>
                  </a:lnTo>
                  <a:lnTo>
                    <a:pt x="683" y="53"/>
                  </a:lnTo>
                  <a:lnTo>
                    <a:pt x="683" y="52"/>
                  </a:lnTo>
                  <a:lnTo>
                    <a:pt x="684" y="51"/>
                  </a:lnTo>
                  <a:lnTo>
                    <a:pt x="685" y="49"/>
                  </a:lnTo>
                  <a:lnTo>
                    <a:pt x="686" y="47"/>
                  </a:lnTo>
                  <a:lnTo>
                    <a:pt x="687" y="46"/>
                  </a:lnTo>
                  <a:lnTo>
                    <a:pt x="689" y="44"/>
                  </a:lnTo>
                  <a:lnTo>
                    <a:pt x="690" y="43"/>
                  </a:lnTo>
                  <a:lnTo>
                    <a:pt x="691" y="40"/>
                  </a:lnTo>
                  <a:lnTo>
                    <a:pt x="692" y="39"/>
                  </a:lnTo>
                  <a:lnTo>
                    <a:pt x="695" y="37"/>
                  </a:lnTo>
                  <a:lnTo>
                    <a:pt x="696" y="35"/>
                  </a:lnTo>
                  <a:lnTo>
                    <a:pt x="697" y="33"/>
                  </a:lnTo>
                  <a:lnTo>
                    <a:pt x="698" y="32"/>
                  </a:lnTo>
                  <a:lnTo>
                    <a:pt x="698" y="31"/>
                  </a:lnTo>
                  <a:lnTo>
                    <a:pt x="699" y="29"/>
                  </a:lnTo>
                  <a:lnTo>
                    <a:pt x="701" y="27"/>
                  </a:lnTo>
                  <a:lnTo>
                    <a:pt x="702" y="26"/>
                  </a:lnTo>
                  <a:lnTo>
                    <a:pt x="702" y="24"/>
                  </a:lnTo>
                  <a:lnTo>
                    <a:pt x="703" y="24"/>
                  </a:lnTo>
                  <a:lnTo>
                    <a:pt x="704" y="23"/>
                  </a:lnTo>
                  <a:lnTo>
                    <a:pt x="704" y="22"/>
                  </a:lnTo>
                  <a:lnTo>
                    <a:pt x="705" y="21"/>
                  </a:lnTo>
                  <a:lnTo>
                    <a:pt x="705" y="20"/>
                  </a:lnTo>
                  <a:lnTo>
                    <a:pt x="707" y="18"/>
                  </a:lnTo>
                  <a:lnTo>
                    <a:pt x="708" y="17"/>
                  </a:lnTo>
                  <a:lnTo>
                    <a:pt x="708" y="16"/>
                  </a:lnTo>
                  <a:lnTo>
                    <a:pt x="709" y="15"/>
                  </a:lnTo>
                  <a:lnTo>
                    <a:pt x="710" y="14"/>
                  </a:lnTo>
                  <a:lnTo>
                    <a:pt x="710" y="12"/>
                  </a:lnTo>
                  <a:lnTo>
                    <a:pt x="711" y="11"/>
                  </a:lnTo>
                  <a:lnTo>
                    <a:pt x="713" y="10"/>
                  </a:lnTo>
                  <a:lnTo>
                    <a:pt x="713" y="9"/>
                  </a:lnTo>
                  <a:lnTo>
                    <a:pt x="714" y="8"/>
                  </a:lnTo>
                  <a:lnTo>
                    <a:pt x="714" y="6"/>
                  </a:lnTo>
                  <a:lnTo>
                    <a:pt x="715" y="5"/>
                  </a:lnTo>
                  <a:lnTo>
                    <a:pt x="716" y="4"/>
                  </a:lnTo>
                  <a:lnTo>
                    <a:pt x="716" y="2"/>
                  </a:lnTo>
                  <a:lnTo>
                    <a:pt x="717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18" name="Freeform 235">
              <a:extLst>
                <a:ext uri="{FF2B5EF4-FFF2-40B4-BE49-F238E27FC236}">
                  <a16:creationId xmlns:a16="http://schemas.microsoft.com/office/drawing/2014/main" id="{72A3634E-AD6C-4D23-B9C9-84F035028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206"/>
              <a:ext cx="42" cy="144"/>
            </a:xfrm>
            <a:custGeom>
              <a:avLst/>
              <a:gdLst>
                <a:gd name="T0" fmla="*/ 0 w 86"/>
                <a:gd name="T1" fmla="*/ 1 h 287"/>
                <a:gd name="T2" fmla="*/ 0 w 86"/>
                <a:gd name="T3" fmla="*/ 1 h 287"/>
                <a:gd name="T4" fmla="*/ 0 w 86"/>
                <a:gd name="T5" fmla="*/ 1 h 287"/>
                <a:gd name="T6" fmla="*/ 0 w 86"/>
                <a:gd name="T7" fmla="*/ 1 h 287"/>
                <a:gd name="T8" fmla="*/ 0 w 86"/>
                <a:gd name="T9" fmla="*/ 1 h 287"/>
                <a:gd name="T10" fmla="*/ 0 w 86"/>
                <a:gd name="T11" fmla="*/ 1 h 287"/>
                <a:gd name="T12" fmla="*/ 0 w 86"/>
                <a:gd name="T13" fmla="*/ 1 h 287"/>
                <a:gd name="T14" fmla="*/ 0 w 86"/>
                <a:gd name="T15" fmla="*/ 1 h 287"/>
                <a:gd name="T16" fmla="*/ 0 w 86"/>
                <a:gd name="T17" fmla="*/ 1 h 287"/>
                <a:gd name="T18" fmla="*/ 0 w 86"/>
                <a:gd name="T19" fmla="*/ 1 h 287"/>
                <a:gd name="T20" fmla="*/ 0 w 86"/>
                <a:gd name="T21" fmla="*/ 1 h 287"/>
                <a:gd name="T22" fmla="*/ 0 w 86"/>
                <a:gd name="T23" fmla="*/ 1 h 287"/>
                <a:gd name="T24" fmla="*/ 0 w 86"/>
                <a:gd name="T25" fmla="*/ 1 h 287"/>
                <a:gd name="T26" fmla="*/ 0 w 86"/>
                <a:gd name="T27" fmla="*/ 1 h 287"/>
                <a:gd name="T28" fmla="*/ 0 w 86"/>
                <a:gd name="T29" fmla="*/ 1 h 287"/>
                <a:gd name="T30" fmla="*/ 0 w 86"/>
                <a:gd name="T31" fmla="*/ 1 h 287"/>
                <a:gd name="T32" fmla="*/ 0 w 86"/>
                <a:gd name="T33" fmla="*/ 1 h 287"/>
                <a:gd name="T34" fmla="*/ 0 w 86"/>
                <a:gd name="T35" fmla="*/ 1 h 287"/>
                <a:gd name="T36" fmla="*/ 0 w 86"/>
                <a:gd name="T37" fmla="*/ 1 h 287"/>
                <a:gd name="T38" fmla="*/ 0 w 86"/>
                <a:gd name="T39" fmla="*/ 1 h 287"/>
                <a:gd name="T40" fmla="*/ 0 w 86"/>
                <a:gd name="T41" fmla="*/ 1 h 287"/>
                <a:gd name="T42" fmla="*/ 0 w 86"/>
                <a:gd name="T43" fmla="*/ 1 h 287"/>
                <a:gd name="T44" fmla="*/ 0 w 86"/>
                <a:gd name="T45" fmla="*/ 1 h 287"/>
                <a:gd name="T46" fmla="*/ 0 w 86"/>
                <a:gd name="T47" fmla="*/ 1 h 287"/>
                <a:gd name="T48" fmla="*/ 0 w 86"/>
                <a:gd name="T49" fmla="*/ 1 h 287"/>
                <a:gd name="T50" fmla="*/ 0 w 86"/>
                <a:gd name="T51" fmla="*/ 1 h 287"/>
                <a:gd name="T52" fmla="*/ 0 w 86"/>
                <a:gd name="T53" fmla="*/ 1 h 287"/>
                <a:gd name="T54" fmla="*/ 0 w 86"/>
                <a:gd name="T55" fmla="*/ 1 h 287"/>
                <a:gd name="T56" fmla="*/ 0 w 86"/>
                <a:gd name="T57" fmla="*/ 1 h 287"/>
                <a:gd name="T58" fmla="*/ 0 w 86"/>
                <a:gd name="T59" fmla="*/ 1 h 287"/>
                <a:gd name="T60" fmla="*/ 0 w 86"/>
                <a:gd name="T61" fmla="*/ 1 h 287"/>
                <a:gd name="T62" fmla="*/ 0 w 86"/>
                <a:gd name="T63" fmla="*/ 1 h 287"/>
                <a:gd name="T64" fmla="*/ 0 w 86"/>
                <a:gd name="T65" fmla="*/ 1 h 287"/>
                <a:gd name="T66" fmla="*/ 0 w 86"/>
                <a:gd name="T67" fmla="*/ 1 h 287"/>
                <a:gd name="T68" fmla="*/ 0 w 86"/>
                <a:gd name="T69" fmla="*/ 1 h 287"/>
                <a:gd name="T70" fmla="*/ 0 w 86"/>
                <a:gd name="T71" fmla="*/ 1 h 287"/>
                <a:gd name="T72" fmla="*/ 0 w 86"/>
                <a:gd name="T73" fmla="*/ 1 h 287"/>
                <a:gd name="T74" fmla="*/ 0 w 86"/>
                <a:gd name="T75" fmla="*/ 1 h 287"/>
                <a:gd name="T76" fmla="*/ 0 w 86"/>
                <a:gd name="T77" fmla="*/ 1 h 287"/>
                <a:gd name="T78" fmla="*/ 0 w 86"/>
                <a:gd name="T79" fmla="*/ 1 h 287"/>
                <a:gd name="T80" fmla="*/ 0 w 86"/>
                <a:gd name="T81" fmla="*/ 1 h 287"/>
                <a:gd name="T82" fmla="*/ 0 w 86"/>
                <a:gd name="T83" fmla="*/ 1 h 287"/>
                <a:gd name="T84" fmla="*/ 0 w 86"/>
                <a:gd name="T85" fmla="*/ 1 h 287"/>
                <a:gd name="T86" fmla="*/ 0 w 86"/>
                <a:gd name="T87" fmla="*/ 1 h 287"/>
                <a:gd name="T88" fmla="*/ 0 w 86"/>
                <a:gd name="T89" fmla="*/ 1 h 287"/>
                <a:gd name="T90" fmla="*/ 0 w 86"/>
                <a:gd name="T91" fmla="*/ 1 h 287"/>
                <a:gd name="T92" fmla="*/ 0 w 86"/>
                <a:gd name="T93" fmla="*/ 1 h 287"/>
                <a:gd name="T94" fmla="*/ 0 w 86"/>
                <a:gd name="T95" fmla="*/ 1 h 287"/>
                <a:gd name="T96" fmla="*/ 0 w 86"/>
                <a:gd name="T97" fmla="*/ 1 h 287"/>
                <a:gd name="T98" fmla="*/ 0 w 86"/>
                <a:gd name="T99" fmla="*/ 1 h 287"/>
                <a:gd name="T100" fmla="*/ 0 w 86"/>
                <a:gd name="T101" fmla="*/ 1 h 287"/>
                <a:gd name="T102" fmla="*/ 0 w 86"/>
                <a:gd name="T103" fmla="*/ 1 h 287"/>
                <a:gd name="T104" fmla="*/ 0 w 86"/>
                <a:gd name="T105" fmla="*/ 1 h 287"/>
                <a:gd name="T106" fmla="*/ 0 w 86"/>
                <a:gd name="T107" fmla="*/ 1 h 287"/>
                <a:gd name="T108" fmla="*/ 0 w 86"/>
                <a:gd name="T109" fmla="*/ 1 h 287"/>
                <a:gd name="T110" fmla="*/ 0 w 86"/>
                <a:gd name="T111" fmla="*/ 1 h 287"/>
                <a:gd name="T112" fmla="*/ 0 w 86"/>
                <a:gd name="T113" fmla="*/ 1 h 2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7">
                  <a:moveTo>
                    <a:pt x="0" y="0"/>
                  </a:moveTo>
                  <a:lnTo>
                    <a:pt x="3" y="4"/>
                  </a:lnTo>
                  <a:lnTo>
                    <a:pt x="4" y="6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9" y="15"/>
                  </a:lnTo>
                  <a:lnTo>
                    <a:pt x="10" y="17"/>
                  </a:lnTo>
                  <a:lnTo>
                    <a:pt x="11" y="18"/>
                  </a:lnTo>
                  <a:lnTo>
                    <a:pt x="12" y="21"/>
                  </a:lnTo>
                  <a:lnTo>
                    <a:pt x="14" y="23"/>
                  </a:lnTo>
                  <a:lnTo>
                    <a:pt x="15" y="24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0"/>
                  </a:lnTo>
                  <a:lnTo>
                    <a:pt x="18" y="31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5"/>
                  </a:lnTo>
                  <a:lnTo>
                    <a:pt x="21" y="36"/>
                  </a:lnTo>
                  <a:lnTo>
                    <a:pt x="21" y="37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3" y="43"/>
                  </a:lnTo>
                  <a:lnTo>
                    <a:pt x="24" y="45"/>
                  </a:lnTo>
                  <a:lnTo>
                    <a:pt x="24" y="46"/>
                  </a:lnTo>
                  <a:lnTo>
                    <a:pt x="26" y="47"/>
                  </a:lnTo>
                  <a:lnTo>
                    <a:pt x="26" y="48"/>
                  </a:lnTo>
                  <a:lnTo>
                    <a:pt x="27" y="49"/>
                  </a:lnTo>
                  <a:lnTo>
                    <a:pt x="27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7"/>
                  </a:lnTo>
                  <a:lnTo>
                    <a:pt x="30" y="58"/>
                  </a:lnTo>
                  <a:lnTo>
                    <a:pt x="30" y="59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3"/>
                  </a:lnTo>
                  <a:lnTo>
                    <a:pt x="33" y="64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7"/>
                  </a:lnTo>
                  <a:lnTo>
                    <a:pt x="34" y="69"/>
                  </a:lnTo>
                  <a:lnTo>
                    <a:pt x="35" y="70"/>
                  </a:lnTo>
                  <a:lnTo>
                    <a:pt x="35" y="71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9" y="78"/>
                  </a:lnTo>
                  <a:lnTo>
                    <a:pt x="39" y="79"/>
                  </a:lnTo>
                  <a:lnTo>
                    <a:pt x="39" y="82"/>
                  </a:lnTo>
                  <a:lnTo>
                    <a:pt x="40" y="83"/>
                  </a:lnTo>
                  <a:lnTo>
                    <a:pt x="40" y="84"/>
                  </a:lnTo>
                  <a:lnTo>
                    <a:pt x="41" y="86"/>
                  </a:lnTo>
                  <a:lnTo>
                    <a:pt x="41" y="88"/>
                  </a:lnTo>
                  <a:lnTo>
                    <a:pt x="43" y="89"/>
                  </a:lnTo>
                  <a:lnTo>
                    <a:pt x="43" y="92"/>
                  </a:lnTo>
                  <a:lnTo>
                    <a:pt x="44" y="93"/>
                  </a:lnTo>
                  <a:lnTo>
                    <a:pt x="45" y="95"/>
                  </a:lnTo>
                  <a:lnTo>
                    <a:pt x="45" y="96"/>
                  </a:lnTo>
                  <a:lnTo>
                    <a:pt x="46" y="99"/>
                  </a:lnTo>
                  <a:lnTo>
                    <a:pt x="46" y="100"/>
                  </a:lnTo>
                  <a:lnTo>
                    <a:pt x="47" y="101"/>
                  </a:lnTo>
                  <a:lnTo>
                    <a:pt x="47" y="104"/>
                  </a:lnTo>
                  <a:lnTo>
                    <a:pt x="49" y="105"/>
                  </a:lnTo>
                  <a:lnTo>
                    <a:pt x="49" y="106"/>
                  </a:lnTo>
                  <a:lnTo>
                    <a:pt x="49" y="107"/>
                  </a:lnTo>
                  <a:lnTo>
                    <a:pt x="50" y="108"/>
                  </a:lnTo>
                  <a:lnTo>
                    <a:pt x="50" y="110"/>
                  </a:lnTo>
                  <a:lnTo>
                    <a:pt x="51" y="111"/>
                  </a:lnTo>
                  <a:lnTo>
                    <a:pt x="51" y="112"/>
                  </a:lnTo>
                  <a:lnTo>
                    <a:pt x="51" y="113"/>
                  </a:lnTo>
                  <a:lnTo>
                    <a:pt x="52" y="114"/>
                  </a:lnTo>
                  <a:lnTo>
                    <a:pt x="52" y="116"/>
                  </a:lnTo>
                  <a:lnTo>
                    <a:pt x="52" y="117"/>
                  </a:lnTo>
                  <a:lnTo>
                    <a:pt x="53" y="118"/>
                  </a:lnTo>
                  <a:lnTo>
                    <a:pt x="53" y="119"/>
                  </a:lnTo>
                  <a:lnTo>
                    <a:pt x="53" y="120"/>
                  </a:lnTo>
                  <a:lnTo>
                    <a:pt x="53" y="122"/>
                  </a:lnTo>
                  <a:lnTo>
                    <a:pt x="55" y="123"/>
                  </a:lnTo>
                  <a:lnTo>
                    <a:pt x="55" y="124"/>
                  </a:lnTo>
                  <a:lnTo>
                    <a:pt x="55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7" y="129"/>
                  </a:lnTo>
                  <a:lnTo>
                    <a:pt x="57" y="131"/>
                  </a:lnTo>
                  <a:lnTo>
                    <a:pt x="57" y="132"/>
                  </a:lnTo>
                  <a:lnTo>
                    <a:pt x="58" y="135"/>
                  </a:lnTo>
                  <a:lnTo>
                    <a:pt x="58" y="136"/>
                  </a:lnTo>
                  <a:lnTo>
                    <a:pt x="59" y="138"/>
                  </a:lnTo>
                  <a:lnTo>
                    <a:pt x="61" y="141"/>
                  </a:lnTo>
                  <a:lnTo>
                    <a:pt x="61" y="142"/>
                  </a:lnTo>
                  <a:lnTo>
                    <a:pt x="61" y="143"/>
                  </a:lnTo>
                  <a:lnTo>
                    <a:pt x="62" y="146"/>
                  </a:lnTo>
                  <a:lnTo>
                    <a:pt x="62" y="147"/>
                  </a:lnTo>
                  <a:lnTo>
                    <a:pt x="63" y="148"/>
                  </a:lnTo>
                  <a:lnTo>
                    <a:pt x="63" y="149"/>
                  </a:lnTo>
                  <a:lnTo>
                    <a:pt x="63" y="150"/>
                  </a:lnTo>
                  <a:lnTo>
                    <a:pt x="64" y="152"/>
                  </a:lnTo>
                  <a:lnTo>
                    <a:pt x="64" y="153"/>
                  </a:lnTo>
                  <a:lnTo>
                    <a:pt x="64" y="154"/>
                  </a:lnTo>
                  <a:lnTo>
                    <a:pt x="64" y="155"/>
                  </a:lnTo>
                  <a:lnTo>
                    <a:pt x="65" y="156"/>
                  </a:lnTo>
                  <a:lnTo>
                    <a:pt x="65" y="158"/>
                  </a:lnTo>
                  <a:lnTo>
                    <a:pt x="65" y="159"/>
                  </a:lnTo>
                  <a:lnTo>
                    <a:pt x="67" y="159"/>
                  </a:lnTo>
                  <a:lnTo>
                    <a:pt x="67" y="160"/>
                  </a:lnTo>
                  <a:lnTo>
                    <a:pt x="67" y="161"/>
                  </a:lnTo>
                  <a:lnTo>
                    <a:pt x="67" y="162"/>
                  </a:lnTo>
                  <a:lnTo>
                    <a:pt x="68" y="164"/>
                  </a:lnTo>
                  <a:lnTo>
                    <a:pt x="68" y="165"/>
                  </a:lnTo>
                  <a:lnTo>
                    <a:pt x="68" y="166"/>
                  </a:lnTo>
                  <a:lnTo>
                    <a:pt x="69" y="167"/>
                  </a:lnTo>
                  <a:lnTo>
                    <a:pt x="69" y="168"/>
                  </a:lnTo>
                  <a:lnTo>
                    <a:pt x="69" y="170"/>
                  </a:lnTo>
                  <a:lnTo>
                    <a:pt x="70" y="171"/>
                  </a:lnTo>
                  <a:lnTo>
                    <a:pt x="70" y="173"/>
                  </a:lnTo>
                  <a:lnTo>
                    <a:pt x="70" y="174"/>
                  </a:lnTo>
                  <a:lnTo>
                    <a:pt x="71" y="176"/>
                  </a:lnTo>
                  <a:lnTo>
                    <a:pt x="71" y="178"/>
                  </a:lnTo>
                  <a:lnTo>
                    <a:pt x="73" y="180"/>
                  </a:lnTo>
                  <a:lnTo>
                    <a:pt x="73" y="182"/>
                  </a:lnTo>
                  <a:lnTo>
                    <a:pt x="74" y="184"/>
                  </a:lnTo>
                  <a:lnTo>
                    <a:pt x="74" y="185"/>
                  </a:lnTo>
                  <a:lnTo>
                    <a:pt x="75" y="188"/>
                  </a:lnTo>
                  <a:lnTo>
                    <a:pt x="75" y="189"/>
                  </a:lnTo>
                  <a:lnTo>
                    <a:pt x="75" y="190"/>
                  </a:lnTo>
                  <a:lnTo>
                    <a:pt x="76" y="191"/>
                  </a:lnTo>
                  <a:lnTo>
                    <a:pt x="76" y="192"/>
                  </a:lnTo>
                  <a:lnTo>
                    <a:pt x="76" y="194"/>
                  </a:lnTo>
                  <a:lnTo>
                    <a:pt x="77" y="195"/>
                  </a:lnTo>
                  <a:lnTo>
                    <a:pt x="77" y="196"/>
                  </a:lnTo>
                  <a:lnTo>
                    <a:pt x="77" y="197"/>
                  </a:lnTo>
                  <a:lnTo>
                    <a:pt x="77" y="199"/>
                  </a:lnTo>
                  <a:lnTo>
                    <a:pt x="79" y="200"/>
                  </a:lnTo>
                  <a:lnTo>
                    <a:pt x="79" y="201"/>
                  </a:lnTo>
                  <a:lnTo>
                    <a:pt x="79" y="202"/>
                  </a:lnTo>
                  <a:lnTo>
                    <a:pt x="79" y="203"/>
                  </a:lnTo>
                  <a:lnTo>
                    <a:pt x="79" y="205"/>
                  </a:lnTo>
                  <a:lnTo>
                    <a:pt x="79" y="206"/>
                  </a:lnTo>
                  <a:lnTo>
                    <a:pt x="80" y="207"/>
                  </a:lnTo>
                  <a:lnTo>
                    <a:pt x="80" y="208"/>
                  </a:lnTo>
                  <a:lnTo>
                    <a:pt x="80" y="209"/>
                  </a:lnTo>
                  <a:lnTo>
                    <a:pt x="80" y="211"/>
                  </a:lnTo>
                  <a:lnTo>
                    <a:pt x="80" y="212"/>
                  </a:lnTo>
                  <a:lnTo>
                    <a:pt x="80" y="213"/>
                  </a:lnTo>
                  <a:lnTo>
                    <a:pt x="80" y="214"/>
                  </a:lnTo>
                  <a:lnTo>
                    <a:pt x="80" y="215"/>
                  </a:lnTo>
                  <a:lnTo>
                    <a:pt x="80" y="218"/>
                  </a:lnTo>
                  <a:lnTo>
                    <a:pt x="81" y="219"/>
                  </a:lnTo>
                  <a:lnTo>
                    <a:pt x="81" y="220"/>
                  </a:lnTo>
                  <a:lnTo>
                    <a:pt x="81" y="223"/>
                  </a:lnTo>
                  <a:lnTo>
                    <a:pt x="81" y="224"/>
                  </a:lnTo>
                  <a:lnTo>
                    <a:pt x="81" y="225"/>
                  </a:lnTo>
                  <a:lnTo>
                    <a:pt x="81" y="227"/>
                  </a:lnTo>
                  <a:lnTo>
                    <a:pt x="81" y="229"/>
                  </a:lnTo>
                  <a:lnTo>
                    <a:pt x="81" y="230"/>
                  </a:lnTo>
                  <a:lnTo>
                    <a:pt x="81" y="231"/>
                  </a:lnTo>
                  <a:lnTo>
                    <a:pt x="81" y="232"/>
                  </a:lnTo>
                  <a:lnTo>
                    <a:pt x="82" y="233"/>
                  </a:lnTo>
                  <a:lnTo>
                    <a:pt x="82" y="235"/>
                  </a:lnTo>
                  <a:lnTo>
                    <a:pt x="82" y="236"/>
                  </a:lnTo>
                  <a:lnTo>
                    <a:pt x="82" y="237"/>
                  </a:lnTo>
                  <a:lnTo>
                    <a:pt x="82" y="238"/>
                  </a:lnTo>
                  <a:lnTo>
                    <a:pt x="82" y="239"/>
                  </a:lnTo>
                  <a:lnTo>
                    <a:pt x="82" y="241"/>
                  </a:lnTo>
                  <a:lnTo>
                    <a:pt x="82" y="242"/>
                  </a:lnTo>
                  <a:lnTo>
                    <a:pt x="82" y="243"/>
                  </a:lnTo>
                  <a:lnTo>
                    <a:pt x="83" y="243"/>
                  </a:lnTo>
                  <a:lnTo>
                    <a:pt x="83" y="244"/>
                  </a:lnTo>
                  <a:lnTo>
                    <a:pt x="83" y="245"/>
                  </a:lnTo>
                  <a:lnTo>
                    <a:pt x="83" y="247"/>
                  </a:lnTo>
                  <a:lnTo>
                    <a:pt x="83" y="248"/>
                  </a:lnTo>
                  <a:lnTo>
                    <a:pt x="85" y="249"/>
                  </a:lnTo>
                  <a:lnTo>
                    <a:pt x="85" y="250"/>
                  </a:lnTo>
                  <a:lnTo>
                    <a:pt x="85" y="251"/>
                  </a:lnTo>
                  <a:lnTo>
                    <a:pt x="85" y="253"/>
                  </a:lnTo>
                  <a:lnTo>
                    <a:pt x="85" y="254"/>
                  </a:lnTo>
                  <a:lnTo>
                    <a:pt x="85" y="255"/>
                  </a:lnTo>
                  <a:lnTo>
                    <a:pt x="86" y="255"/>
                  </a:lnTo>
                  <a:lnTo>
                    <a:pt x="86" y="256"/>
                  </a:lnTo>
                  <a:lnTo>
                    <a:pt x="86" y="257"/>
                  </a:lnTo>
                  <a:lnTo>
                    <a:pt x="86" y="259"/>
                  </a:lnTo>
                  <a:lnTo>
                    <a:pt x="86" y="260"/>
                  </a:lnTo>
                  <a:lnTo>
                    <a:pt x="86" y="261"/>
                  </a:lnTo>
                  <a:lnTo>
                    <a:pt x="86" y="262"/>
                  </a:lnTo>
                  <a:lnTo>
                    <a:pt x="86" y="263"/>
                  </a:lnTo>
                  <a:lnTo>
                    <a:pt x="86" y="265"/>
                  </a:lnTo>
                  <a:lnTo>
                    <a:pt x="86" y="266"/>
                  </a:lnTo>
                  <a:lnTo>
                    <a:pt x="86" y="267"/>
                  </a:lnTo>
                  <a:lnTo>
                    <a:pt x="86" y="268"/>
                  </a:lnTo>
                  <a:lnTo>
                    <a:pt x="86" y="269"/>
                  </a:lnTo>
                  <a:lnTo>
                    <a:pt x="86" y="271"/>
                  </a:lnTo>
                  <a:lnTo>
                    <a:pt x="86" y="273"/>
                  </a:lnTo>
                  <a:lnTo>
                    <a:pt x="86" y="274"/>
                  </a:lnTo>
                  <a:lnTo>
                    <a:pt x="86" y="275"/>
                  </a:lnTo>
                  <a:lnTo>
                    <a:pt x="86" y="278"/>
                  </a:lnTo>
                  <a:lnTo>
                    <a:pt x="86" y="279"/>
                  </a:lnTo>
                  <a:lnTo>
                    <a:pt x="86" y="281"/>
                  </a:lnTo>
                  <a:lnTo>
                    <a:pt x="86" y="283"/>
                  </a:lnTo>
                  <a:lnTo>
                    <a:pt x="86" y="285"/>
                  </a:lnTo>
                  <a:lnTo>
                    <a:pt x="85" y="287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19" name="Freeform 236">
              <a:extLst>
                <a:ext uri="{FF2B5EF4-FFF2-40B4-BE49-F238E27FC236}">
                  <a16:creationId xmlns:a16="http://schemas.microsoft.com/office/drawing/2014/main" id="{1AB75A31-C8E8-411D-816D-D50182354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349"/>
              <a:ext cx="42" cy="144"/>
            </a:xfrm>
            <a:custGeom>
              <a:avLst/>
              <a:gdLst>
                <a:gd name="T0" fmla="*/ 0 w 86"/>
                <a:gd name="T1" fmla="*/ 1 h 288"/>
                <a:gd name="T2" fmla="*/ 0 w 86"/>
                <a:gd name="T3" fmla="*/ 1 h 288"/>
                <a:gd name="T4" fmla="*/ 0 w 86"/>
                <a:gd name="T5" fmla="*/ 1 h 288"/>
                <a:gd name="T6" fmla="*/ 0 w 86"/>
                <a:gd name="T7" fmla="*/ 1 h 288"/>
                <a:gd name="T8" fmla="*/ 0 w 86"/>
                <a:gd name="T9" fmla="*/ 1 h 288"/>
                <a:gd name="T10" fmla="*/ 0 w 86"/>
                <a:gd name="T11" fmla="*/ 1 h 288"/>
                <a:gd name="T12" fmla="*/ 0 w 86"/>
                <a:gd name="T13" fmla="*/ 1 h 288"/>
                <a:gd name="T14" fmla="*/ 0 w 86"/>
                <a:gd name="T15" fmla="*/ 1 h 288"/>
                <a:gd name="T16" fmla="*/ 0 w 86"/>
                <a:gd name="T17" fmla="*/ 1 h 288"/>
                <a:gd name="T18" fmla="*/ 0 w 86"/>
                <a:gd name="T19" fmla="*/ 1 h 288"/>
                <a:gd name="T20" fmla="*/ 0 w 86"/>
                <a:gd name="T21" fmla="*/ 1 h 288"/>
                <a:gd name="T22" fmla="*/ 0 w 86"/>
                <a:gd name="T23" fmla="*/ 1 h 288"/>
                <a:gd name="T24" fmla="*/ 0 w 86"/>
                <a:gd name="T25" fmla="*/ 1 h 288"/>
                <a:gd name="T26" fmla="*/ 0 w 86"/>
                <a:gd name="T27" fmla="*/ 1 h 288"/>
                <a:gd name="T28" fmla="*/ 0 w 86"/>
                <a:gd name="T29" fmla="*/ 1 h 288"/>
                <a:gd name="T30" fmla="*/ 0 w 86"/>
                <a:gd name="T31" fmla="*/ 1 h 288"/>
                <a:gd name="T32" fmla="*/ 0 w 86"/>
                <a:gd name="T33" fmla="*/ 1 h 288"/>
                <a:gd name="T34" fmla="*/ 0 w 86"/>
                <a:gd name="T35" fmla="*/ 1 h 288"/>
                <a:gd name="T36" fmla="*/ 0 w 86"/>
                <a:gd name="T37" fmla="*/ 1 h 288"/>
                <a:gd name="T38" fmla="*/ 0 w 86"/>
                <a:gd name="T39" fmla="*/ 1 h 288"/>
                <a:gd name="T40" fmla="*/ 0 w 86"/>
                <a:gd name="T41" fmla="*/ 1 h 288"/>
                <a:gd name="T42" fmla="*/ 0 w 86"/>
                <a:gd name="T43" fmla="*/ 1 h 288"/>
                <a:gd name="T44" fmla="*/ 0 w 86"/>
                <a:gd name="T45" fmla="*/ 1 h 288"/>
                <a:gd name="T46" fmla="*/ 0 w 86"/>
                <a:gd name="T47" fmla="*/ 1 h 288"/>
                <a:gd name="T48" fmla="*/ 0 w 86"/>
                <a:gd name="T49" fmla="*/ 1 h 288"/>
                <a:gd name="T50" fmla="*/ 0 w 86"/>
                <a:gd name="T51" fmla="*/ 1 h 288"/>
                <a:gd name="T52" fmla="*/ 0 w 86"/>
                <a:gd name="T53" fmla="*/ 1 h 288"/>
                <a:gd name="T54" fmla="*/ 0 w 86"/>
                <a:gd name="T55" fmla="*/ 1 h 288"/>
                <a:gd name="T56" fmla="*/ 0 w 86"/>
                <a:gd name="T57" fmla="*/ 1 h 288"/>
                <a:gd name="T58" fmla="*/ 0 w 86"/>
                <a:gd name="T59" fmla="*/ 1 h 288"/>
                <a:gd name="T60" fmla="*/ 0 w 86"/>
                <a:gd name="T61" fmla="*/ 1 h 288"/>
                <a:gd name="T62" fmla="*/ 0 w 86"/>
                <a:gd name="T63" fmla="*/ 1 h 288"/>
                <a:gd name="T64" fmla="*/ 0 w 86"/>
                <a:gd name="T65" fmla="*/ 1 h 288"/>
                <a:gd name="T66" fmla="*/ 0 w 86"/>
                <a:gd name="T67" fmla="*/ 1 h 288"/>
                <a:gd name="T68" fmla="*/ 0 w 86"/>
                <a:gd name="T69" fmla="*/ 1 h 288"/>
                <a:gd name="T70" fmla="*/ 0 w 86"/>
                <a:gd name="T71" fmla="*/ 1 h 288"/>
                <a:gd name="T72" fmla="*/ 0 w 86"/>
                <a:gd name="T73" fmla="*/ 1 h 288"/>
                <a:gd name="T74" fmla="*/ 0 w 86"/>
                <a:gd name="T75" fmla="*/ 1 h 288"/>
                <a:gd name="T76" fmla="*/ 0 w 86"/>
                <a:gd name="T77" fmla="*/ 1 h 288"/>
                <a:gd name="T78" fmla="*/ 0 w 86"/>
                <a:gd name="T79" fmla="*/ 1 h 288"/>
                <a:gd name="T80" fmla="*/ 0 w 86"/>
                <a:gd name="T81" fmla="*/ 1 h 288"/>
                <a:gd name="T82" fmla="*/ 0 w 86"/>
                <a:gd name="T83" fmla="*/ 1 h 288"/>
                <a:gd name="T84" fmla="*/ 0 w 86"/>
                <a:gd name="T85" fmla="*/ 1 h 288"/>
                <a:gd name="T86" fmla="*/ 0 w 86"/>
                <a:gd name="T87" fmla="*/ 1 h 288"/>
                <a:gd name="T88" fmla="*/ 0 w 86"/>
                <a:gd name="T89" fmla="*/ 1 h 288"/>
                <a:gd name="T90" fmla="*/ 0 w 86"/>
                <a:gd name="T91" fmla="*/ 1 h 288"/>
                <a:gd name="T92" fmla="*/ 0 w 86"/>
                <a:gd name="T93" fmla="*/ 1 h 288"/>
                <a:gd name="T94" fmla="*/ 0 w 86"/>
                <a:gd name="T95" fmla="*/ 1 h 288"/>
                <a:gd name="T96" fmla="*/ 0 w 86"/>
                <a:gd name="T97" fmla="*/ 1 h 288"/>
                <a:gd name="T98" fmla="*/ 0 w 86"/>
                <a:gd name="T99" fmla="*/ 1 h 288"/>
                <a:gd name="T100" fmla="*/ 0 w 86"/>
                <a:gd name="T101" fmla="*/ 1 h 288"/>
                <a:gd name="T102" fmla="*/ 0 w 86"/>
                <a:gd name="T103" fmla="*/ 1 h 288"/>
                <a:gd name="T104" fmla="*/ 0 w 86"/>
                <a:gd name="T105" fmla="*/ 1 h 288"/>
                <a:gd name="T106" fmla="*/ 0 w 86"/>
                <a:gd name="T107" fmla="*/ 1 h 288"/>
                <a:gd name="T108" fmla="*/ 0 w 86"/>
                <a:gd name="T109" fmla="*/ 1 h 288"/>
                <a:gd name="T110" fmla="*/ 0 w 86"/>
                <a:gd name="T111" fmla="*/ 1 h 288"/>
                <a:gd name="T112" fmla="*/ 0 w 86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8">
                  <a:moveTo>
                    <a:pt x="0" y="288"/>
                  </a:moveTo>
                  <a:lnTo>
                    <a:pt x="3" y="284"/>
                  </a:lnTo>
                  <a:lnTo>
                    <a:pt x="4" y="282"/>
                  </a:lnTo>
                  <a:lnTo>
                    <a:pt x="6" y="278"/>
                  </a:lnTo>
                  <a:lnTo>
                    <a:pt x="8" y="276"/>
                  </a:lnTo>
                  <a:lnTo>
                    <a:pt x="9" y="273"/>
                  </a:lnTo>
                  <a:lnTo>
                    <a:pt x="10" y="271"/>
                  </a:lnTo>
                  <a:lnTo>
                    <a:pt x="11" y="268"/>
                  </a:lnTo>
                  <a:lnTo>
                    <a:pt x="12" y="267"/>
                  </a:lnTo>
                  <a:lnTo>
                    <a:pt x="14" y="265"/>
                  </a:lnTo>
                  <a:lnTo>
                    <a:pt x="15" y="264"/>
                  </a:lnTo>
                  <a:lnTo>
                    <a:pt x="15" y="261"/>
                  </a:lnTo>
                  <a:lnTo>
                    <a:pt x="16" y="260"/>
                  </a:lnTo>
                  <a:lnTo>
                    <a:pt x="17" y="259"/>
                  </a:lnTo>
                  <a:lnTo>
                    <a:pt x="17" y="257"/>
                  </a:lnTo>
                  <a:lnTo>
                    <a:pt x="18" y="256"/>
                  </a:lnTo>
                  <a:lnTo>
                    <a:pt x="18" y="255"/>
                  </a:lnTo>
                  <a:lnTo>
                    <a:pt x="20" y="254"/>
                  </a:lnTo>
                  <a:lnTo>
                    <a:pt x="20" y="253"/>
                  </a:lnTo>
                  <a:lnTo>
                    <a:pt x="21" y="251"/>
                  </a:lnTo>
                  <a:lnTo>
                    <a:pt x="21" y="250"/>
                  </a:lnTo>
                  <a:lnTo>
                    <a:pt x="22" y="249"/>
                  </a:lnTo>
                  <a:lnTo>
                    <a:pt x="22" y="248"/>
                  </a:lnTo>
                  <a:lnTo>
                    <a:pt x="23" y="247"/>
                  </a:lnTo>
                  <a:lnTo>
                    <a:pt x="23" y="245"/>
                  </a:lnTo>
                  <a:lnTo>
                    <a:pt x="23" y="244"/>
                  </a:lnTo>
                  <a:lnTo>
                    <a:pt x="24" y="243"/>
                  </a:lnTo>
                  <a:lnTo>
                    <a:pt x="24" y="242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7" y="237"/>
                  </a:lnTo>
                  <a:lnTo>
                    <a:pt x="27" y="236"/>
                  </a:lnTo>
                  <a:lnTo>
                    <a:pt x="28" y="235"/>
                  </a:lnTo>
                  <a:lnTo>
                    <a:pt x="28" y="232"/>
                  </a:lnTo>
                  <a:lnTo>
                    <a:pt x="29" y="231"/>
                  </a:lnTo>
                  <a:lnTo>
                    <a:pt x="30" y="230"/>
                  </a:lnTo>
                  <a:lnTo>
                    <a:pt x="30" y="229"/>
                  </a:lnTo>
                  <a:lnTo>
                    <a:pt x="30" y="227"/>
                  </a:lnTo>
                  <a:lnTo>
                    <a:pt x="32" y="226"/>
                  </a:lnTo>
                  <a:lnTo>
                    <a:pt x="32" y="225"/>
                  </a:lnTo>
                  <a:lnTo>
                    <a:pt x="33" y="224"/>
                  </a:lnTo>
                  <a:lnTo>
                    <a:pt x="33" y="223"/>
                  </a:lnTo>
                  <a:lnTo>
                    <a:pt x="33" y="221"/>
                  </a:lnTo>
                  <a:lnTo>
                    <a:pt x="34" y="220"/>
                  </a:lnTo>
                  <a:lnTo>
                    <a:pt x="34" y="219"/>
                  </a:lnTo>
                  <a:lnTo>
                    <a:pt x="35" y="218"/>
                  </a:lnTo>
                  <a:lnTo>
                    <a:pt x="35" y="217"/>
                  </a:lnTo>
                  <a:lnTo>
                    <a:pt x="35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3"/>
                  </a:lnTo>
                  <a:lnTo>
                    <a:pt x="38" y="212"/>
                  </a:lnTo>
                  <a:lnTo>
                    <a:pt x="38" y="211"/>
                  </a:lnTo>
                  <a:lnTo>
                    <a:pt x="38" y="209"/>
                  </a:lnTo>
                  <a:lnTo>
                    <a:pt x="39" y="208"/>
                  </a:lnTo>
                  <a:lnTo>
                    <a:pt x="39" y="207"/>
                  </a:lnTo>
                  <a:lnTo>
                    <a:pt x="39" y="206"/>
                  </a:lnTo>
                  <a:lnTo>
                    <a:pt x="40" y="205"/>
                  </a:lnTo>
                  <a:lnTo>
                    <a:pt x="40" y="203"/>
                  </a:lnTo>
                  <a:lnTo>
                    <a:pt x="41" y="202"/>
                  </a:lnTo>
                  <a:lnTo>
                    <a:pt x="41" y="200"/>
                  </a:lnTo>
                  <a:lnTo>
                    <a:pt x="43" y="199"/>
                  </a:lnTo>
                  <a:lnTo>
                    <a:pt x="43" y="196"/>
                  </a:lnTo>
                  <a:lnTo>
                    <a:pt x="44" y="195"/>
                  </a:lnTo>
                  <a:lnTo>
                    <a:pt x="45" y="193"/>
                  </a:lnTo>
                  <a:lnTo>
                    <a:pt x="45" y="190"/>
                  </a:lnTo>
                  <a:lnTo>
                    <a:pt x="46" y="189"/>
                  </a:lnTo>
                  <a:lnTo>
                    <a:pt x="46" y="188"/>
                  </a:lnTo>
                  <a:lnTo>
                    <a:pt x="47" y="185"/>
                  </a:lnTo>
                  <a:lnTo>
                    <a:pt x="47" y="184"/>
                  </a:lnTo>
                  <a:lnTo>
                    <a:pt x="49" y="183"/>
                  </a:lnTo>
                  <a:lnTo>
                    <a:pt x="49" y="182"/>
                  </a:lnTo>
                  <a:lnTo>
                    <a:pt x="49" y="181"/>
                  </a:lnTo>
                  <a:lnTo>
                    <a:pt x="50" y="179"/>
                  </a:lnTo>
                  <a:lnTo>
                    <a:pt x="50" y="178"/>
                  </a:lnTo>
                  <a:lnTo>
                    <a:pt x="51" y="177"/>
                  </a:lnTo>
                  <a:lnTo>
                    <a:pt x="51" y="176"/>
                  </a:lnTo>
                  <a:lnTo>
                    <a:pt x="51" y="175"/>
                  </a:lnTo>
                  <a:lnTo>
                    <a:pt x="51" y="173"/>
                  </a:lnTo>
                  <a:lnTo>
                    <a:pt x="52" y="173"/>
                  </a:lnTo>
                  <a:lnTo>
                    <a:pt x="52" y="172"/>
                  </a:lnTo>
                  <a:lnTo>
                    <a:pt x="52" y="171"/>
                  </a:lnTo>
                  <a:lnTo>
                    <a:pt x="53" y="170"/>
                  </a:lnTo>
                  <a:lnTo>
                    <a:pt x="53" y="169"/>
                  </a:lnTo>
                  <a:lnTo>
                    <a:pt x="53" y="167"/>
                  </a:lnTo>
                  <a:lnTo>
                    <a:pt x="53" y="166"/>
                  </a:lnTo>
                  <a:lnTo>
                    <a:pt x="55" y="165"/>
                  </a:lnTo>
                  <a:lnTo>
                    <a:pt x="55" y="164"/>
                  </a:lnTo>
                  <a:lnTo>
                    <a:pt x="55" y="163"/>
                  </a:lnTo>
                  <a:lnTo>
                    <a:pt x="56" y="161"/>
                  </a:lnTo>
                  <a:lnTo>
                    <a:pt x="56" y="160"/>
                  </a:lnTo>
                  <a:lnTo>
                    <a:pt x="57" y="158"/>
                  </a:lnTo>
                  <a:lnTo>
                    <a:pt x="57" y="157"/>
                  </a:lnTo>
                  <a:lnTo>
                    <a:pt x="57" y="155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9" y="149"/>
                  </a:lnTo>
                  <a:lnTo>
                    <a:pt x="61" y="147"/>
                  </a:lnTo>
                  <a:lnTo>
                    <a:pt x="61" y="146"/>
                  </a:lnTo>
                  <a:lnTo>
                    <a:pt x="61" y="143"/>
                  </a:lnTo>
                  <a:lnTo>
                    <a:pt x="62" y="142"/>
                  </a:lnTo>
                  <a:lnTo>
                    <a:pt x="62" y="141"/>
                  </a:lnTo>
                  <a:lnTo>
                    <a:pt x="63" y="140"/>
                  </a:lnTo>
                  <a:lnTo>
                    <a:pt x="63" y="138"/>
                  </a:lnTo>
                  <a:lnTo>
                    <a:pt x="63" y="137"/>
                  </a:lnTo>
                  <a:lnTo>
                    <a:pt x="64" y="136"/>
                  </a:lnTo>
                  <a:lnTo>
                    <a:pt x="64" y="135"/>
                  </a:lnTo>
                  <a:lnTo>
                    <a:pt x="64" y="134"/>
                  </a:lnTo>
                  <a:lnTo>
                    <a:pt x="64" y="132"/>
                  </a:lnTo>
                  <a:lnTo>
                    <a:pt x="65" y="131"/>
                  </a:lnTo>
                  <a:lnTo>
                    <a:pt x="65" y="130"/>
                  </a:lnTo>
                  <a:lnTo>
                    <a:pt x="65" y="129"/>
                  </a:lnTo>
                  <a:lnTo>
                    <a:pt x="67" y="128"/>
                  </a:lnTo>
                  <a:lnTo>
                    <a:pt x="67" y="126"/>
                  </a:lnTo>
                  <a:lnTo>
                    <a:pt x="67" y="125"/>
                  </a:lnTo>
                  <a:lnTo>
                    <a:pt x="68" y="124"/>
                  </a:lnTo>
                  <a:lnTo>
                    <a:pt x="68" y="123"/>
                  </a:lnTo>
                  <a:lnTo>
                    <a:pt x="68" y="122"/>
                  </a:lnTo>
                  <a:lnTo>
                    <a:pt x="69" y="120"/>
                  </a:lnTo>
                  <a:lnTo>
                    <a:pt x="69" y="119"/>
                  </a:lnTo>
                  <a:lnTo>
                    <a:pt x="69" y="118"/>
                  </a:lnTo>
                  <a:lnTo>
                    <a:pt x="70" y="116"/>
                  </a:lnTo>
                  <a:lnTo>
                    <a:pt x="70" y="114"/>
                  </a:lnTo>
                  <a:lnTo>
                    <a:pt x="70" y="113"/>
                  </a:lnTo>
                  <a:lnTo>
                    <a:pt x="71" y="111"/>
                  </a:lnTo>
                  <a:lnTo>
                    <a:pt x="71" y="110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4" y="104"/>
                  </a:lnTo>
                  <a:lnTo>
                    <a:pt x="74" y="102"/>
                  </a:lnTo>
                  <a:lnTo>
                    <a:pt x="75" y="100"/>
                  </a:lnTo>
                  <a:lnTo>
                    <a:pt x="75" y="99"/>
                  </a:lnTo>
                  <a:lnTo>
                    <a:pt x="75" y="98"/>
                  </a:lnTo>
                  <a:lnTo>
                    <a:pt x="76" y="96"/>
                  </a:lnTo>
                  <a:lnTo>
                    <a:pt x="76" y="94"/>
                  </a:lnTo>
                  <a:lnTo>
                    <a:pt x="76" y="93"/>
                  </a:lnTo>
                  <a:lnTo>
                    <a:pt x="77" y="92"/>
                  </a:lnTo>
                  <a:lnTo>
                    <a:pt x="77" y="90"/>
                  </a:lnTo>
                  <a:lnTo>
                    <a:pt x="77" y="89"/>
                  </a:lnTo>
                  <a:lnTo>
                    <a:pt x="79" y="88"/>
                  </a:lnTo>
                  <a:lnTo>
                    <a:pt x="79" y="87"/>
                  </a:lnTo>
                  <a:lnTo>
                    <a:pt x="79" y="86"/>
                  </a:lnTo>
                  <a:lnTo>
                    <a:pt x="79" y="84"/>
                  </a:lnTo>
                  <a:lnTo>
                    <a:pt x="79" y="83"/>
                  </a:lnTo>
                  <a:lnTo>
                    <a:pt x="79" y="82"/>
                  </a:lnTo>
                  <a:lnTo>
                    <a:pt x="80" y="81"/>
                  </a:lnTo>
                  <a:lnTo>
                    <a:pt x="80" y="80"/>
                  </a:lnTo>
                  <a:lnTo>
                    <a:pt x="80" y="78"/>
                  </a:lnTo>
                  <a:lnTo>
                    <a:pt x="80" y="77"/>
                  </a:lnTo>
                  <a:lnTo>
                    <a:pt x="80" y="76"/>
                  </a:lnTo>
                  <a:lnTo>
                    <a:pt x="80" y="75"/>
                  </a:lnTo>
                  <a:lnTo>
                    <a:pt x="80" y="74"/>
                  </a:lnTo>
                  <a:lnTo>
                    <a:pt x="80" y="71"/>
                  </a:lnTo>
                  <a:lnTo>
                    <a:pt x="80" y="70"/>
                  </a:lnTo>
                  <a:lnTo>
                    <a:pt x="81" y="69"/>
                  </a:lnTo>
                  <a:lnTo>
                    <a:pt x="81" y="66"/>
                  </a:lnTo>
                  <a:lnTo>
                    <a:pt x="81" y="65"/>
                  </a:lnTo>
                  <a:lnTo>
                    <a:pt x="81" y="64"/>
                  </a:lnTo>
                  <a:lnTo>
                    <a:pt x="81" y="62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1" y="58"/>
                  </a:lnTo>
                  <a:lnTo>
                    <a:pt x="81" y="57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2" y="54"/>
                  </a:lnTo>
                  <a:lnTo>
                    <a:pt x="82" y="53"/>
                  </a:lnTo>
                  <a:lnTo>
                    <a:pt x="82" y="52"/>
                  </a:lnTo>
                  <a:lnTo>
                    <a:pt x="82" y="51"/>
                  </a:lnTo>
                  <a:lnTo>
                    <a:pt x="82" y="50"/>
                  </a:lnTo>
                  <a:lnTo>
                    <a:pt x="82" y="48"/>
                  </a:lnTo>
                  <a:lnTo>
                    <a:pt x="82" y="47"/>
                  </a:lnTo>
                  <a:lnTo>
                    <a:pt x="82" y="46"/>
                  </a:lnTo>
                  <a:lnTo>
                    <a:pt x="82" y="45"/>
                  </a:lnTo>
                  <a:lnTo>
                    <a:pt x="83" y="45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1"/>
                  </a:lnTo>
                  <a:lnTo>
                    <a:pt x="83" y="40"/>
                  </a:lnTo>
                  <a:lnTo>
                    <a:pt x="85" y="39"/>
                  </a:lnTo>
                  <a:lnTo>
                    <a:pt x="85" y="38"/>
                  </a:lnTo>
                  <a:lnTo>
                    <a:pt x="85" y="36"/>
                  </a:lnTo>
                  <a:lnTo>
                    <a:pt x="85" y="35"/>
                  </a:lnTo>
                  <a:lnTo>
                    <a:pt x="85" y="34"/>
                  </a:lnTo>
                  <a:lnTo>
                    <a:pt x="85" y="33"/>
                  </a:lnTo>
                  <a:lnTo>
                    <a:pt x="86" y="33"/>
                  </a:lnTo>
                  <a:lnTo>
                    <a:pt x="86" y="32"/>
                  </a:lnTo>
                  <a:lnTo>
                    <a:pt x="86" y="30"/>
                  </a:lnTo>
                  <a:lnTo>
                    <a:pt x="86" y="29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6" y="24"/>
                  </a:lnTo>
                  <a:lnTo>
                    <a:pt x="86" y="23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8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6" y="15"/>
                  </a:lnTo>
                  <a:lnTo>
                    <a:pt x="86" y="13"/>
                  </a:lnTo>
                  <a:lnTo>
                    <a:pt x="86" y="12"/>
                  </a:lnTo>
                  <a:lnTo>
                    <a:pt x="86" y="10"/>
                  </a:lnTo>
                  <a:lnTo>
                    <a:pt x="86" y="9"/>
                  </a:lnTo>
                  <a:lnTo>
                    <a:pt x="86" y="6"/>
                  </a:lnTo>
                  <a:lnTo>
                    <a:pt x="86" y="5"/>
                  </a:lnTo>
                  <a:lnTo>
                    <a:pt x="86" y="3"/>
                  </a:lnTo>
                  <a:lnTo>
                    <a:pt x="85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20" name="Freeform 237">
              <a:extLst>
                <a:ext uri="{FF2B5EF4-FFF2-40B4-BE49-F238E27FC236}">
                  <a16:creationId xmlns:a16="http://schemas.microsoft.com/office/drawing/2014/main" id="{5B5D8FF2-814C-45E2-9D13-B29C8E111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180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21" name="Line 238">
              <a:extLst>
                <a:ext uri="{FF2B5EF4-FFF2-40B4-BE49-F238E27FC236}">
                  <a16:creationId xmlns:a16="http://schemas.microsoft.com/office/drawing/2014/main" id="{AE5DB831-1BF6-4158-B24B-D54496EAB4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1180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22" name="Freeform 239">
              <a:extLst>
                <a:ext uri="{FF2B5EF4-FFF2-40B4-BE49-F238E27FC236}">
                  <a16:creationId xmlns:a16="http://schemas.microsoft.com/office/drawing/2014/main" id="{AAFED7B8-F583-4E31-B4E7-89E040915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012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23" name="Line 240">
              <a:extLst>
                <a:ext uri="{FF2B5EF4-FFF2-40B4-BE49-F238E27FC236}">
                  <a16:creationId xmlns:a16="http://schemas.microsoft.com/office/drawing/2014/main" id="{CFF5DE60-2C07-4FDC-8C37-76AA0971F0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1012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24" name="Freeform 241">
              <a:extLst>
                <a:ext uri="{FF2B5EF4-FFF2-40B4-BE49-F238E27FC236}">
                  <a16:creationId xmlns:a16="http://schemas.microsoft.com/office/drawing/2014/main" id="{9013809C-79DA-41C8-85FC-949380BC4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118"/>
              <a:ext cx="96" cy="1"/>
            </a:xfrm>
            <a:custGeom>
              <a:avLst/>
              <a:gdLst>
                <a:gd name="T0" fmla="*/ 1 w 192"/>
                <a:gd name="T1" fmla="*/ 0 h 1"/>
                <a:gd name="T2" fmla="*/ 0 w 192"/>
                <a:gd name="T3" fmla="*/ 0 h 1"/>
                <a:gd name="T4" fmla="*/ 1 w 19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">
                  <a:moveTo>
                    <a:pt x="192" y="0"/>
                  </a:moveTo>
                  <a:lnTo>
                    <a:pt x="0" y="0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25" name="Line 242">
              <a:extLst>
                <a:ext uri="{FF2B5EF4-FFF2-40B4-BE49-F238E27FC236}">
                  <a16:creationId xmlns:a16="http://schemas.microsoft.com/office/drawing/2014/main" id="{156E4BE8-5493-4468-BEBE-AEE505E29B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09" y="2118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26" name="Freeform 243">
              <a:extLst>
                <a:ext uri="{FF2B5EF4-FFF2-40B4-BE49-F238E27FC236}">
                  <a16:creationId xmlns:a16="http://schemas.microsoft.com/office/drawing/2014/main" id="{38CCFE23-D9B4-4713-84F2-7BCA1326B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202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27" name="Line 244">
              <a:extLst>
                <a:ext uri="{FF2B5EF4-FFF2-40B4-BE49-F238E27FC236}">
                  <a16:creationId xmlns:a16="http://schemas.microsoft.com/office/drawing/2014/main" id="{393C2099-70B4-4B8C-B7AF-A7358EF8B2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2202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28" name="Freeform 245">
              <a:extLst>
                <a:ext uri="{FF2B5EF4-FFF2-40B4-BE49-F238E27FC236}">
                  <a16:creationId xmlns:a16="http://schemas.microsoft.com/office/drawing/2014/main" id="{733A5EDE-6EE0-4EB8-B4C7-450CF427D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034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29" name="Line 246">
              <a:extLst>
                <a:ext uri="{FF2B5EF4-FFF2-40B4-BE49-F238E27FC236}">
                  <a16:creationId xmlns:a16="http://schemas.microsoft.com/office/drawing/2014/main" id="{BFB2D43D-4876-4C97-8885-6843345FE3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2034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30" name="Line 247">
              <a:extLst>
                <a:ext uri="{FF2B5EF4-FFF2-40B4-BE49-F238E27FC236}">
                  <a16:creationId xmlns:a16="http://schemas.microsoft.com/office/drawing/2014/main" id="{1A4936E5-27D6-4556-8219-4FB858FA2B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2370"/>
              <a:ext cx="192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31" name="Line 248">
              <a:extLst>
                <a:ext uri="{FF2B5EF4-FFF2-40B4-BE49-F238E27FC236}">
                  <a16:creationId xmlns:a16="http://schemas.microsoft.com/office/drawing/2014/main" id="{EA130621-B0CA-46A3-A854-5D08A8FC26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2286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32" name="Line 249">
              <a:extLst>
                <a:ext uri="{FF2B5EF4-FFF2-40B4-BE49-F238E27FC236}">
                  <a16:creationId xmlns:a16="http://schemas.microsoft.com/office/drawing/2014/main" id="{3C2F9CF9-DA0D-4AD8-95C5-1010E7B7DD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2454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33" name="Line 250">
              <a:extLst>
                <a:ext uri="{FF2B5EF4-FFF2-40B4-BE49-F238E27FC236}">
                  <a16:creationId xmlns:a16="http://schemas.microsoft.com/office/drawing/2014/main" id="{F94952F8-F3F7-46A9-A256-3640B17C10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63" y="2370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34" name="Freeform 251">
              <a:extLst>
                <a:ext uri="{FF2B5EF4-FFF2-40B4-BE49-F238E27FC236}">
                  <a16:creationId xmlns:a16="http://schemas.microsoft.com/office/drawing/2014/main" id="{586DB9C9-3631-4C10-958C-904AA6CDF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228"/>
              <a:ext cx="359" cy="143"/>
            </a:xfrm>
            <a:custGeom>
              <a:avLst/>
              <a:gdLst>
                <a:gd name="T0" fmla="*/ 1 w 717"/>
                <a:gd name="T1" fmla="*/ 0 h 286"/>
                <a:gd name="T2" fmla="*/ 1 w 717"/>
                <a:gd name="T3" fmla="*/ 0 h 286"/>
                <a:gd name="T4" fmla="*/ 1 w 717"/>
                <a:gd name="T5" fmla="*/ 0 h 286"/>
                <a:gd name="T6" fmla="*/ 1 w 717"/>
                <a:gd name="T7" fmla="*/ 1 h 286"/>
                <a:gd name="T8" fmla="*/ 1 w 717"/>
                <a:gd name="T9" fmla="*/ 1 h 286"/>
                <a:gd name="T10" fmla="*/ 1 w 717"/>
                <a:gd name="T11" fmla="*/ 1 h 286"/>
                <a:gd name="T12" fmla="*/ 1 w 717"/>
                <a:gd name="T13" fmla="*/ 1 h 286"/>
                <a:gd name="T14" fmla="*/ 1 w 717"/>
                <a:gd name="T15" fmla="*/ 1 h 286"/>
                <a:gd name="T16" fmla="*/ 1 w 717"/>
                <a:gd name="T17" fmla="*/ 1 h 286"/>
                <a:gd name="T18" fmla="*/ 1 w 717"/>
                <a:gd name="T19" fmla="*/ 1 h 286"/>
                <a:gd name="T20" fmla="*/ 1 w 717"/>
                <a:gd name="T21" fmla="*/ 1 h 286"/>
                <a:gd name="T22" fmla="*/ 1 w 717"/>
                <a:gd name="T23" fmla="*/ 1 h 286"/>
                <a:gd name="T24" fmla="*/ 1 w 717"/>
                <a:gd name="T25" fmla="*/ 1 h 286"/>
                <a:gd name="T26" fmla="*/ 1 w 717"/>
                <a:gd name="T27" fmla="*/ 1 h 286"/>
                <a:gd name="T28" fmla="*/ 1 w 717"/>
                <a:gd name="T29" fmla="*/ 1 h 286"/>
                <a:gd name="T30" fmla="*/ 1 w 717"/>
                <a:gd name="T31" fmla="*/ 1 h 286"/>
                <a:gd name="T32" fmla="*/ 1 w 717"/>
                <a:gd name="T33" fmla="*/ 1 h 286"/>
                <a:gd name="T34" fmla="*/ 1 w 717"/>
                <a:gd name="T35" fmla="*/ 1 h 286"/>
                <a:gd name="T36" fmla="*/ 1 w 717"/>
                <a:gd name="T37" fmla="*/ 1 h 286"/>
                <a:gd name="T38" fmla="*/ 1 w 717"/>
                <a:gd name="T39" fmla="*/ 1 h 286"/>
                <a:gd name="T40" fmla="*/ 1 w 717"/>
                <a:gd name="T41" fmla="*/ 1 h 286"/>
                <a:gd name="T42" fmla="*/ 1 w 717"/>
                <a:gd name="T43" fmla="*/ 1 h 286"/>
                <a:gd name="T44" fmla="*/ 1 w 717"/>
                <a:gd name="T45" fmla="*/ 1 h 286"/>
                <a:gd name="T46" fmla="*/ 1 w 717"/>
                <a:gd name="T47" fmla="*/ 1 h 286"/>
                <a:gd name="T48" fmla="*/ 1 w 717"/>
                <a:gd name="T49" fmla="*/ 1 h 286"/>
                <a:gd name="T50" fmla="*/ 1 w 717"/>
                <a:gd name="T51" fmla="*/ 1 h 286"/>
                <a:gd name="T52" fmla="*/ 1 w 717"/>
                <a:gd name="T53" fmla="*/ 1 h 286"/>
                <a:gd name="T54" fmla="*/ 1 w 717"/>
                <a:gd name="T55" fmla="*/ 1 h 286"/>
                <a:gd name="T56" fmla="*/ 1 w 717"/>
                <a:gd name="T57" fmla="*/ 1 h 286"/>
                <a:gd name="T58" fmla="*/ 1 w 717"/>
                <a:gd name="T59" fmla="*/ 1 h 286"/>
                <a:gd name="T60" fmla="*/ 1 w 717"/>
                <a:gd name="T61" fmla="*/ 1 h 286"/>
                <a:gd name="T62" fmla="*/ 1 w 717"/>
                <a:gd name="T63" fmla="*/ 1 h 286"/>
                <a:gd name="T64" fmla="*/ 1 w 717"/>
                <a:gd name="T65" fmla="*/ 1 h 286"/>
                <a:gd name="T66" fmla="*/ 1 w 717"/>
                <a:gd name="T67" fmla="*/ 1 h 286"/>
                <a:gd name="T68" fmla="*/ 1 w 717"/>
                <a:gd name="T69" fmla="*/ 1 h 286"/>
                <a:gd name="T70" fmla="*/ 1 w 717"/>
                <a:gd name="T71" fmla="*/ 1 h 286"/>
                <a:gd name="T72" fmla="*/ 1 w 717"/>
                <a:gd name="T73" fmla="*/ 1 h 286"/>
                <a:gd name="T74" fmla="*/ 1 w 717"/>
                <a:gd name="T75" fmla="*/ 1 h 286"/>
                <a:gd name="T76" fmla="*/ 1 w 717"/>
                <a:gd name="T77" fmla="*/ 1 h 286"/>
                <a:gd name="T78" fmla="*/ 1 w 717"/>
                <a:gd name="T79" fmla="*/ 1 h 286"/>
                <a:gd name="T80" fmla="*/ 1 w 717"/>
                <a:gd name="T81" fmla="*/ 1 h 286"/>
                <a:gd name="T82" fmla="*/ 1 w 717"/>
                <a:gd name="T83" fmla="*/ 1 h 286"/>
                <a:gd name="T84" fmla="*/ 1 w 717"/>
                <a:gd name="T85" fmla="*/ 1 h 286"/>
                <a:gd name="T86" fmla="*/ 1 w 717"/>
                <a:gd name="T87" fmla="*/ 1 h 286"/>
                <a:gd name="T88" fmla="*/ 1 w 717"/>
                <a:gd name="T89" fmla="*/ 1 h 286"/>
                <a:gd name="T90" fmla="*/ 1 w 717"/>
                <a:gd name="T91" fmla="*/ 1 h 286"/>
                <a:gd name="T92" fmla="*/ 1 w 717"/>
                <a:gd name="T93" fmla="*/ 1 h 286"/>
                <a:gd name="T94" fmla="*/ 1 w 717"/>
                <a:gd name="T95" fmla="*/ 1 h 286"/>
                <a:gd name="T96" fmla="*/ 1 w 717"/>
                <a:gd name="T97" fmla="*/ 1 h 286"/>
                <a:gd name="T98" fmla="*/ 1 w 717"/>
                <a:gd name="T99" fmla="*/ 1 h 286"/>
                <a:gd name="T100" fmla="*/ 1 w 717"/>
                <a:gd name="T101" fmla="*/ 1 h 286"/>
                <a:gd name="T102" fmla="*/ 1 w 717"/>
                <a:gd name="T103" fmla="*/ 1 h 286"/>
                <a:gd name="T104" fmla="*/ 1 w 717"/>
                <a:gd name="T105" fmla="*/ 1 h 286"/>
                <a:gd name="T106" fmla="*/ 1 w 717"/>
                <a:gd name="T107" fmla="*/ 1 h 286"/>
                <a:gd name="T108" fmla="*/ 1 w 717"/>
                <a:gd name="T109" fmla="*/ 1 h 286"/>
                <a:gd name="T110" fmla="*/ 1 w 717"/>
                <a:gd name="T111" fmla="*/ 1 h 286"/>
                <a:gd name="T112" fmla="*/ 1 w 717"/>
                <a:gd name="T113" fmla="*/ 1 h 286"/>
                <a:gd name="T114" fmla="*/ 1 w 717"/>
                <a:gd name="T115" fmla="*/ 1 h 286"/>
                <a:gd name="T116" fmla="*/ 1 w 717"/>
                <a:gd name="T117" fmla="*/ 1 h 286"/>
                <a:gd name="T118" fmla="*/ 1 w 717"/>
                <a:gd name="T119" fmla="*/ 1 h 286"/>
                <a:gd name="T120" fmla="*/ 1 w 717"/>
                <a:gd name="T121" fmla="*/ 1 h 2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6">
                  <a:moveTo>
                    <a:pt x="0" y="0"/>
                  </a:moveTo>
                  <a:lnTo>
                    <a:pt x="28" y="0"/>
                  </a:lnTo>
                  <a:lnTo>
                    <a:pt x="53" y="0"/>
                  </a:lnTo>
                  <a:lnTo>
                    <a:pt x="77" y="0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39" y="0"/>
                  </a:lnTo>
                  <a:lnTo>
                    <a:pt x="157" y="0"/>
                  </a:lnTo>
                  <a:lnTo>
                    <a:pt x="174" y="0"/>
                  </a:lnTo>
                  <a:lnTo>
                    <a:pt x="190" y="0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0" y="0"/>
                  </a:lnTo>
                  <a:lnTo>
                    <a:pt x="250" y="0"/>
                  </a:lnTo>
                  <a:lnTo>
                    <a:pt x="258" y="0"/>
                  </a:lnTo>
                  <a:lnTo>
                    <a:pt x="267" y="0"/>
                  </a:lnTo>
                  <a:lnTo>
                    <a:pt x="274" y="0"/>
                  </a:lnTo>
                  <a:lnTo>
                    <a:pt x="280" y="0"/>
                  </a:lnTo>
                  <a:lnTo>
                    <a:pt x="286" y="0"/>
                  </a:lnTo>
                  <a:lnTo>
                    <a:pt x="291" y="0"/>
                  </a:lnTo>
                  <a:lnTo>
                    <a:pt x="296" y="0"/>
                  </a:lnTo>
                  <a:lnTo>
                    <a:pt x="299" y="0"/>
                  </a:lnTo>
                  <a:lnTo>
                    <a:pt x="303" y="1"/>
                  </a:lnTo>
                  <a:lnTo>
                    <a:pt x="306" y="1"/>
                  </a:lnTo>
                  <a:lnTo>
                    <a:pt x="309" y="1"/>
                  </a:lnTo>
                  <a:lnTo>
                    <a:pt x="311" y="1"/>
                  </a:lnTo>
                  <a:lnTo>
                    <a:pt x="314" y="1"/>
                  </a:lnTo>
                  <a:lnTo>
                    <a:pt x="316" y="1"/>
                  </a:lnTo>
                  <a:lnTo>
                    <a:pt x="317" y="1"/>
                  </a:lnTo>
                  <a:lnTo>
                    <a:pt x="320" y="1"/>
                  </a:lnTo>
                  <a:lnTo>
                    <a:pt x="321" y="1"/>
                  </a:lnTo>
                  <a:lnTo>
                    <a:pt x="323" y="1"/>
                  </a:lnTo>
                  <a:lnTo>
                    <a:pt x="326" y="2"/>
                  </a:lnTo>
                  <a:lnTo>
                    <a:pt x="327" y="2"/>
                  </a:lnTo>
                  <a:lnTo>
                    <a:pt x="329" y="2"/>
                  </a:lnTo>
                  <a:lnTo>
                    <a:pt x="330" y="2"/>
                  </a:lnTo>
                  <a:lnTo>
                    <a:pt x="332" y="2"/>
                  </a:lnTo>
                  <a:lnTo>
                    <a:pt x="334" y="2"/>
                  </a:lnTo>
                  <a:lnTo>
                    <a:pt x="335" y="2"/>
                  </a:lnTo>
                  <a:lnTo>
                    <a:pt x="336" y="2"/>
                  </a:lnTo>
                  <a:lnTo>
                    <a:pt x="338" y="2"/>
                  </a:lnTo>
                  <a:lnTo>
                    <a:pt x="339" y="2"/>
                  </a:lnTo>
                  <a:lnTo>
                    <a:pt x="340" y="2"/>
                  </a:lnTo>
                  <a:lnTo>
                    <a:pt x="341" y="2"/>
                  </a:lnTo>
                  <a:lnTo>
                    <a:pt x="342" y="3"/>
                  </a:lnTo>
                  <a:lnTo>
                    <a:pt x="344" y="3"/>
                  </a:lnTo>
                  <a:lnTo>
                    <a:pt x="345" y="3"/>
                  </a:lnTo>
                  <a:lnTo>
                    <a:pt x="346" y="3"/>
                  </a:lnTo>
                  <a:lnTo>
                    <a:pt x="347" y="3"/>
                  </a:lnTo>
                  <a:lnTo>
                    <a:pt x="348" y="3"/>
                  </a:lnTo>
                  <a:lnTo>
                    <a:pt x="350" y="3"/>
                  </a:lnTo>
                  <a:lnTo>
                    <a:pt x="351" y="3"/>
                  </a:lnTo>
                  <a:lnTo>
                    <a:pt x="352" y="3"/>
                  </a:lnTo>
                  <a:lnTo>
                    <a:pt x="353" y="5"/>
                  </a:lnTo>
                  <a:lnTo>
                    <a:pt x="354" y="5"/>
                  </a:lnTo>
                  <a:lnTo>
                    <a:pt x="356" y="5"/>
                  </a:lnTo>
                  <a:lnTo>
                    <a:pt x="358" y="5"/>
                  </a:lnTo>
                  <a:lnTo>
                    <a:pt x="359" y="5"/>
                  </a:lnTo>
                  <a:lnTo>
                    <a:pt x="360" y="5"/>
                  </a:lnTo>
                  <a:lnTo>
                    <a:pt x="363" y="6"/>
                  </a:lnTo>
                  <a:lnTo>
                    <a:pt x="364" y="6"/>
                  </a:lnTo>
                  <a:lnTo>
                    <a:pt x="366" y="6"/>
                  </a:lnTo>
                  <a:lnTo>
                    <a:pt x="368" y="6"/>
                  </a:lnTo>
                  <a:lnTo>
                    <a:pt x="370" y="6"/>
                  </a:lnTo>
                  <a:lnTo>
                    <a:pt x="371" y="7"/>
                  </a:lnTo>
                  <a:lnTo>
                    <a:pt x="374" y="7"/>
                  </a:lnTo>
                  <a:lnTo>
                    <a:pt x="375" y="7"/>
                  </a:lnTo>
                  <a:lnTo>
                    <a:pt x="376" y="7"/>
                  </a:lnTo>
                  <a:lnTo>
                    <a:pt x="377" y="7"/>
                  </a:lnTo>
                  <a:lnTo>
                    <a:pt x="379" y="8"/>
                  </a:lnTo>
                  <a:lnTo>
                    <a:pt x="380" y="8"/>
                  </a:lnTo>
                  <a:lnTo>
                    <a:pt x="381" y="8"/>
                  </a:lnTo>
                  <a:lnTo>
                    <a:pt x="382" y="8"/>
                  </a:lnTo>
                  <a:lnTo>
                    <a:pt x="383" y="8"/>
                  </a:lnTo>
                  <a:lnTo>
                    <a:pt x="385" y="9"/>
                  </a:lnTo>
                  <a:lnTo>
                    <a:pt x="386" y="9"/>
                  </a:lnTo>
                  <a:lnTo>
                    <a:pt x="387" y="9"/>
                  </a:lnTo>
                  <a:lnTo>
                    <a:pt x="388" y="9"/>
                  </a:lnTo>
                  <a:lnTo>
                    <a:pt x="389" y="11"/>
                  </a:lnTo>
                  <a:lnTo>
                    <a:pt x="391" y="11"/>
                  </a:lnTo>
                  <a:lnTo>
                    <a:pt x="392" y="11"/>
                  </a:lnTo>
                  <a:lnTo>
                    <a:pt x="393" y="11"/>
                  </a:lnTo>
                  <a:lnTo>
                    <a:pt x="394" y="12"/>
                  </a:lnTo>
                  <a:lnTo>
                    <a:pt x="395" y="12"/>
                  </a:lnTo>
                  <a:lnTo>
                    <a:pt x="397" y="12"/>
                  </a:lnTo>
                  <a:lnTo>
                    <a:pt x="399" y="13"/>
                  </a:lnTo>
                  <a:lnTo>
                    <a:pt x="400" y="13"/>
                  </a:lnTo>
                  <a:lnTo>
                    <a:pt x="401" y="13"/>
                  </a:lnTo>
                  <a:lnTo>
                    <a:pt x="404" y="14"/>
                  </a:lnTo>
                  <a:lnTo>
                    <a:pt x="405" y="14"/>
                  </a:lnTo>
                  <a:lnTo>
                    <a:pt x="407" y="15"/>
                  </a:lnTo>
                  <a:lnTo>
                    <a:pt x="409" y="15"/>
                  </a:lnTo>
                  <a:lnTo>
                    <a:pt x="411" y="17"/>
                  </a:lnTo>
                  <a:lnTo>
                    <a:pt x="413" y="17"/>
                  </a:lnTo>
                  <a:lnTo>
                    <a:pt x="416" y="18"/>
                  </a:lnTo>
                  <a:lnTo>
                    <a:pt x="417" y="18"/>
                  </a:lnTo>
                  <a:lnTo>
                    <a:pt x="419" y="19"/>
                  </a:lnTo>
                  <a:lnTo>
                    <a:pt x="421" y="19"/>
                  </a:lnTo>
                  <a:lnTo>
                    <a:pt x="423" y="20"/>
                  </a:lnTo>
                  <a:lnTo>
                    <a:pt x="424" y="20"/>
                  </a:lnTo>
                  <a:lnTo>
                    <a:pt x="425" y="21"/>
                  </a:lnTo>
                  <a:lnTo>
                    <a:pt x="427" y="21"/>
                  </a:lnTo>
                  <a:lnTo>
                    <a:pt x="428" y="21"/>
                  </a:lnTo>
                  <a:lnTo>
                    <a:pt x="429" y="23"/>
                  </a:lnTo>
                  <a:lnTo>
                    <a:pt x="430" y="23"/>
                  </a:lnTo>
                  <a:lnTo>
                    <a:pt x="431" y="23"/>
                  </a:lnTo>
                  <a:lnTo>
                    <a:pt x="433" y="24"/>
                  </a:lnTo>
                  <a:lnTo>
                    <a:pt x="434" y="24"/>
                  </a:lnTo>
                  <a:lnTo>
                    <a:pt x="435" y="24"/>
                  </a:lnTo>
                  <a:lnTo>
                    <a:pt x="436" y="25"/>
                  </a:lnTo>
                  <a:lnTo>
                    <a:pt x="437" y="25"/>
                  </a:lnTo>
                  <a:lnTo>
                    <a:pt x="439" y="25"/>
                  </a:lnTo>
                  <a:lnTo>
                    <a:pt x="439" y="26"/>
                  </a:lnTo>
                  <a:lnTo>
                    <a:pt x="440" y="26"/>
                  </a:lnTo>
                  <a:lnTo>
                    <a:pt x="441" y="28"/>
                  </a:lnTo>
                  <a:lnTo>
                    <a:pt x="442" y="28"/>
                  </a:lnTo>
                  <a:lnTo>
                    <a:pt x="443" y="29"/>
                  </a:lnTo>
                  <a:lnTo>
                    <a:pt x="445" y="29"/>
                  </a:lnTo>
                  <a:lnTo>
                    <a:pt x="446" y="30"/>
                  </a:lnTo>
                  <a:lnTo>
                    <a:pt x="448" y="30"/>
                  </a:lnTo>
                  <a:lnTo>
                    <a:pt x="449" y="31"/>
                  </a:lnTo>
                  <a:lnTo>
                    <a:pt x="451" y="32"/>
                  </a:lnTo>
                  <a:lnTo>
                    <a:pt x="453" y="32"/>
                  </a:lnTo>
                  <a:lnTo>
                    <a:pt x="454" y="34"/>
                  </a:lnTo>
                  <a:lnTo>
                    <a:pt x="457" y="35"/>
                  </a:lnTo>
                  <a:lnTo>
                    <a:pt x="458" y="36"/>
                  </a:lnTo>
                  <a:lnTo>
                    <a:pt x="460" y="36"/>
                  </a:lnTo>
                  <a:lnTo>
                    <a:pt x="461" y="37"/>
                  </a:lnTo>
                  <a:lnTo>
                    <a:pt x="464" y="38"/>
                  </a:lnTo>
                  <a:lnTo>
                    <a:pt x="465" y="38"/>
                  </a:lnTo>
                  <a:lnTo>
                    <a:pt x="466" y="40"/>
                  </a:lnTo>
                  <a:lnTo>
                    <a:pt x="467" y="41"/>
                  </a:lnTo>
                  <a:lnTo>
                    <a:pt x="469" y="41"/>
                  </a:lnTo>
                  <a:lnTo>
                    <a:pt x="470" y="42"/>
                  </a:lnTo>
                  <a:lnTo>
                    <a:pt x="471" y="42"/>
                  </a:lnTo>
                  <a:lnTo>
                    <a:pt x="472" y="43"/>
                  </a:lnTo>
                  <a:lnTo>
                    <a:pt x="473" y="43"/>
                  </a:lnTo>
                  <a:lnTo>
                    <a:pt x="475" y="43"/>
                  </a:lnTo>
                  <a:lnTo>
                    <a:pt x="475" y="44"/>
                  </a:lnTo>
                  <a:lnTo>
                    <a:pt x="476" y="44"/>
                  </a:lnTo>
                  <a:lnTo>
                    <a:pt x="477" y="46"/>
                  </a:lnTo>
                  <a:lnTo>
                    <a:pt x="478" y="46"/>
                  </a:lnTo>
                  <a:lnTo>
                    <a:pt x="479" y="46"/>
                  </a:lnTo>
                  <a:lnTo>
                    <a:pt x="479" y="47"/>
                  </a:lnTo>
                  <a:lnTo>
                    <a:pt x="481" y="47"/>
                  </a:lnTo>
                  <a:lnTo>
                    <a:pt x="482" y="48"/>
                  </a:lnTo>
                  <a:lnTo>
                    <a:pt x="483" y="48"/>
                  </a:lnTo>
                  <a:lnTo>
                    <a:pt x="484" y="49"/>
                  </a:lnTo>
                  <a:lnTo>
                    <a:pt x="485" y="49"/>
                  </a:lnTo>
                  <a:lnTo>
                    <a:pt x="487" y="50"/>
                  </a:lnTo>
                  <a:lnTo>
                    <a:pt x="488" y="50"/>
                  </a:lnTo>
                  <a:lnTo>
                    <a:pt x="489" y="52"/>
                  </a:lnTo>
                  <a:lnTo>
                    <a:pt x="490" y="53"/>
                  </a:lnTo>
                  <a:lnTo>
                    <a:pt x="492" y="53"/>
                  </a:lnTo>
                  <a:lnTo>
                    <a:pt x="493" y="54"/>
                  </a:lnTo>
                  <a:lnTo>
                    <a:pt x="494" y="55"/>
                  </a:lnTo>
                  <a:lnTo>
                    <a:pt x="496" y="55"/>
                  </a:lnTo>
                  <a:lnTo>
                    <a:pt x="498" y="56"/>
                  </a:lnTo>
                  <a:lnTo>
                    <a:pt x="500" y="58"/>
                  </a:lnTo>
                  <a:lnTo>
                    <a:pt x="501" y="59"/>
                  </a:lnTo>
                  <a:lnTo>
                    <a:pt x="502" y="59"/>
                  </a:lnTo>
                  <a:lnTo>
                    <a:pt x="504" y="60"/>
                  </a:lnTo>
                  <a:lnTo>
                    <a:pt x="505" y="60"/>
                  </a:lnTo>
                  <a:lnTo>
                    <a:pt x="506" y="61"/>
                  </a:lnTo>
                  <a:lnTo>
                    <a:pt x="507" y="62"/>
                  </a:lnTo>
                  <a:lnTo>
                    <a:pt x="508" y="62"/>
                  </a:lnTo>
                  <a:lnTo>
                    <a:pt x="510" y="62"/>
                  </a:lnTo>
                  <a:lnTo>
                    <a:pt x="511" y="64"/>
                  </a:lnTo>
                  <a:lnTo>
                    <a:pt x="512" y="65"/>
                  </a:lnTo>
                  <a:lnTo>
                    <a:pt x="513" y="65"/>
                  </a:lnTo>
                  <a:lnTo>
                    <a:pt x="513" y="66"/>
                  </a:lnTo>
                  <a:lnTo>
                    <a:pt x="514" y="66"/>
                  </a:lnTo>
                  <a:lnTo>
                    <a:pt x="516" y="66"/>
                  </a:lnTo>
                  <a:lnTo>
                    <a:pt x="516" y="67"/>
                  </a:lnTo>
                  <a:lnTo>
                    <a:pt x="517" y="67"/>
                  </a:lnTo>
                  <a:lnTo>
                    <a:pt x="518" y="68"/>
                  </a:lnTo>
                  <a:lnTo>
                    <a:pt x="519" y="68"/>
                  </a:lnTo>
                  <a:lnTo>
                    <a:pt x="520" y="70"/>
                  </a:lnTo>
                  <a:lnTo>
                    <a:pt x="522" y="71"/>
                  </a:lnTo>
                  <a:lnTo>
                    <a:pt x="523" y="71"/>
                  </a:lnTo>
                  <a:lnTo>
                    <a:pt x="524" y="72"/>
                  </a:lnTo>
                  <a:lnTo>
                    <a:pt x="525" y="73"/>
                  </a:lnTo>
                  <a:lnTo>
                    <a:pt x="526" y="73"/>
                  </a:lnTo>
                  <a:lnTo>
                    <a:pt x="528" y="74"/>
                  </a:lnTo>
                  <a:lnTo>
                    <a:pt x="529" y="74"/>
                  </a:lnTo>
                  <a:lnTo>
                    <a:pt x="530" y="76"/>
                  </a:lnTo>
                  <a:lnTo>
                    <a:pt x="531" y="77"/>
                  </a:lnTo>
                  <a:lnTo>
                    <a:pt x="532" y="78"/>
                  </a:lnTo>
                  <a:lnTo>
                    <a:pt x="534" y="78"/>
                  </a:lnTo>
                  <a:lnTo>
                    <a:pt x="535" y="79"/>
                  </a:lnTo>
                  <a:lnTo>
                    <a:pt x="536" y="80"/>
                  </a:lnTo>
                  <a:lnTo>
                    <a:pt x="537" y="80"/>
                  </a:lnTo>
                  <a:lnTo>
                    <a:pt x="538" y="82"/>
                  </a:lnTo>
                  <a:lnTo>
                    <a:pt x="540" y="83"/>
                  </a:lnTo>
                  <a:lnTo>
                    <a:pt x="541" y="83"/>
                  </a:lnTo>
                  <a:lnTo>
                    <a:pt x="542" y="84"/>
                  </a:lnTo>
                  <a:lnTo>
                    <a:pt x="543" y="85"/>
                  </a:lnTo>
                  <a:lnTo>
                    <a:pt x="544" y="85"/>
                  </a:lnTo>
                  <a:lnTo>
                    <a:pt x="546" y="86"/>
                  </a:lnTo>
                  <a:lnTo>
                    <a:pt x="547" y="88"/>
                  </a:lnTo>
                  <a:lnTo>
                    <a:pt x="548" y="88"/>
                  </a:lnTo>
                  <a:lnTo>
                    <a:pt x="548" y="89"/>
                  </a:lnTo>
                  <a:lnTo>
                    <a:pt x="549" y="89"/>
                  </a:lnTo>
                  <a:lnTo>
                    <a:pt x="550" y="90"/>
                  </a:lnTo>
                  <a:lnTo>
                    <a:pt x="552" y="90"/>
                  </a:lnTo>
                  <a:lnTo>
                    <a:pt x="552" y="91"/>
                  </a:lnTo>
                  <a:lnTo>
                    <a:pt x="553" y="91"/>
                  </a:lnTo>
                  <a:lnTo>
                    <a:pt x="554" y="92"/>
                  </a:lnTo>
                  <a:lnTo>
                    <a:pt x="554" y="94"/>
                  </a:lnTo>
                  <a:lnTo>
                    <a:pt x="555" y="94"/>
                  </a:lnTo>
                  <a:lnTo>
                    <a:pt x="556" y="95"/>
                  </a:lnTo>
                  <a:lnTo>
                    <a:pt x="558" y="95"/>
                  </a:lnTo>
                  <a:lnTo>
                    <a:pt x="558" y="96"/>
                  </a:lnTo>
                  <a:lnTo>
                    <a:pt x="559" y="96"/>
                  </a:lnTo>
                  <a:lnTo>
                    <a:pt x="560" y="97"/>
                  </a:lnTo>
                  <a:lnTo>
                    <a:pt x="561" y="98"/>
                  </a:lnTo>
                  <a:lnTo>
                    <a:pt x="562" y="100"/>
                  </a:lnTo>
                  <a:lnTo>
                    <a:pt x="564" y="100"/>
                  </a:lnTo>
                  <a:lnTo>
                    <a:pt x="564" y="101"/>
                  </a:lnTo>
                  <a:lnTo>
                    <a:pt x="565" y="101"/>
                  </a:lnTo>
                  <a:lnTo>
                    <a:pt x="566" y="102"/>
                  </a:lnTo>
                  <a:lnTo>
                    <a:pt x="567" y="103"/>
                  </a:lnTo>
                  <a:lnTo>
                    <a:pt x="568" y="103"/>
                  </a:lnTo>
                  <a:lnTo>
                    <a:pt x="568" y="104"/>
                  </a:lnTo>
                  <a:lnTo>
                    <a:pt x="570" y="104"/>
                  </a:lnTo>
                  <a:lnTo>
                    <a:pt x="571" y="106"/>
                  </a:lnTo>
                  <a:lnTo>
                    <a:pt x="572" y="106"/>
                  </a:lnTo>
                  <a:lnTo>
                    <a:pt x="572" y="107"/>
                  </a:lnTo>
                  <a:lnTo>
                    <a:pt x="573" y="107"/>
                  </a:lnTo>
                  <a:lnTo>
                    <a:pt x="574" y="108"/>
                  </a:lnTo>
                  <a:lnTo>
                    <a:pt x="576" y="109"/>
                  </a:lnTo>
                  <a:lnTo>
                    <a:pt x="577" y="109"/>
                  </a:lnTo>
                  <a:lnTo>
                    <a:pt x="578" y="110"/>
                  </a:lnTo>
                  <a:lnTo>
                    <a:pt x="579" y="112"/>
                  </a:lnTo>
                  <a:lnTo>
                    <a:pt x="580" y="112"/>
                  </a:lnTo>
                  <a:lnTo>
                    <a:pt x="580" y="113"/>
                  </a:lnTo>
                  <a:lnTo>
                    <a:pt x="582" y="113"/>
                  </a:lnTo>
                  <a:lnTo>
                    <a:pt x="583" y="114"/>
                  </a:lnTo>
                  <a:lnTo>
                    <a:pt x="584" y="114"/>
                  </a:lnTo>
                  <a:lnTo>
                    <a:pt x="584" y="115"/>
                  </a:lnTo>
                  <a:lnTo>
                    <a:pt x="585" y="115"/>
                  </a:lnTo>
                  <a:lnTo>
                    <a:pt x="585" y="116"/>
                  </a:lnTo>
                  <a:lnTo>
                    <a:pt x="586" y="116"/>
                  </a:lnTo>
                  <a:lnTo>
                    <a:pt x="588" y="118"/>
                  </a:lnTo>
                  <a:lnTo>
                    <a:pt x="589" y="118"/>
                  </a:lnTo>
                  <a:lnTo>
                    <a:pt x="589" y="119"/>
                  </a:lnTo>
                  <a:lnTo>
                    <a:pt x="590" y="119"/>
                  </a:lnTo>
                  <a:lnTo>
                    <a:pt x="590" y="120"/>
                  </a:lnTo>
                  <a:lnTo>
                    <a:pt x="591" y="120"/>
                  </a:lnTo>
                  <a:lnTo>
                    <a:pt x="591" y="121"/>
                  </a:lnTo>
                  <a:lnTo>
                    <a:pt x="592" y="121"/>
                  </a:lnTo>
                  <a:lnTo>
                    <a:pt x="592" y="122"/>
                  </a:lnTo>
                  <a:lnTo>
                    <a:pt x="594" y="122"/>
                  </a:lnTo>
                  <a:lnTo>
                    <a:pt x="595" y="124"/>
                  </a:lnTo>
                  <a:lnTo>
                    <a:pt x="596" y="125"/>
                  </a:lnTo>
                  <a:lnTo>
                    <a:pt x="597" y="126"/>
                  </a:lnTo>
                  <a:lnTo>
                    <a:pt x="597" y="127"/>
                  </a:lnTo>
                  <a:lnTo>
                    <a:pt x="598" y="127"/>
                  </a:lnTo>
                  <a:lnTo>
                    <a:pt x="600" y="128"/>
                  </a:lnTo>
                  <a:lnTo>
                    <a:pt x="601" y="130"/>
                  </a:lnTo>
                  <a:lnTo>
                    <a:pt x="602" y="131"/>
                  </a:lnTo>
                  <a:lnTo>
                    <a:pt x="602" y="132"/>
                  </a:lnTo>
                  <a:lnTo>
                    <a:pt x="603" y="133"/>
                  </a:lnTo>
                  <a:lnTo>
                    <a:pt x="604" y="134"/>
                  </a:lnTo>
                  <a:lnTo>
                    <a:pt x="606" y="136"/>
                  </a:lnTo>
                  <a:lnTo>
                    <a:pt x="607" y="137"/>
                  </a:lnTo>
                  <a:lnTo>
                    <a:pt x="608" y="138"/>
                  </a:lnTo>
                  <a:lnTo>
                    <a:pt x="609" y="138"/>
                  </a:lnTo>
                  <a:lnTo>
                    <a:pt x="609" y="139"/>
                  </a:lnTo>
                  <a:lnTo>
                    <a:pt x="611" y="141"/>
                  </a:lnTo>
                  <a:lnTo>
                    <a:pt x="612" y="142"/>
                  </a:lnTo>
                  <a:lnTo>
                    <a:pt x="613" y="143"/>
                  </a:lnTo>
                  <a:lnTo>
                    <a:pt x="614" y="144"/>
                  </a:lnTo>
                  <a:lnTo>
                    <a:pt x="614" y="145"/>
                  </a:lnTo>
                  <a:lnTo>
                    <a:pt x="615" y="145"/>
                  </a:lnTo>
                  <a:lnTo>
                    <a:pt x="615" y="147"/>
                  </a:lnTo>
                  <a:lnTo>
                    <a:pt x="617" y="148"/>
                  </a:lnTo>
                  <a:lnTo>
                    <a:pt x="618" y="148"/>
                  </a:lnTo>
                  <a:lnTo>
                    <a:pt x="618" y="149"/>
                  </a:lnTo>
                  <a:lnTo>
                    <a:pt x="619" y="149"/>
                  </a:lnTo>
                  <a:lnTo>
                    <a:pt x="619" y="150"/>
                  </a:lnTo>
                  <a:lnTo>
                    <a:pt x="620" y="151"/>
                  </a:lnTo>
                  <a:lnTo>
                    <a:pt x="621" y="153"/>
                  </a:lnTo>
                  <a:lnTo>
                    <a:pt x="621" y="154"/>
                  </a:lnTo>
                  <a:lnTo>
                    <a:pt x="623" y="154"/>
                  </a:lnTo>
                  <a:lnTo>
                    <a:pt x="624" y="155"/>
                  </a:lnTo>
                  <a:lnTo>
                    <a:pt x="625" y="156"/>
                  </a:lnTo>
                  <a:lnTo>
                    <a:pt x="626" y="157"/>
                  </a:lnTo>
                  <a:lnTo>
                    <a:pt x="627" y="160"/>
                  </a:lnTo>
                  <a:lnTo>
                    <a:pt x="629" y="161"/>
                  </a:lnTo>
                  <a:lnTo>
                    <a:pt x="630" y="162"/>
                  </a:lnTo>
                  <a:lnTo>
                    <a:pt x="631" y="163"/>
                  </a:lnTo>
                  <a:lnTo>
                    <a:pt x="632" y="166"/>
                  </a:lnTo>
                  <a:lnTo>
                    <a:pt x="633" y="167"/>
                  </a:lnTo>
                  <a:lnTo>
                    <a:pt x="635" y="168"/>
                  </a:lnTo>
                  <a:lnTo>
                    <a:pt x="636" y="169"/>
                  </a:lnTo>
                  <a:lnTo>
                    <a:pt x="637" y="171"/>
                  </a:lnTo>
                  <a:lnTo>
                    <a:pt x="638" y="173"/>
                  </a:lnTo>
                  <a:lnTo>
                    <a:pt x="639" y="174"/>
                  </a:lnTo>
                  <a:lnTo>
                    <a:pt x="641" y="175"/>
                  </a:lnTo>
                  <a:lnTo>
                    <a:pt x="642" y="177"/>
                  </a:lnTo>
                  <a:lnTo>
                    <a:pt x="642" y="178"/>
                  </a:lnTo>
                  <a:lnTo>
                    <a:pt x="643" y="179"/>
                  </a:lnTo>
                  <a:lnTo>
                    <a:pt x="644" y="180"/>
                  </a:lnTo>
                  <a:lnTo>
                    <a:pt x="645" y="181"/>
                  </a:lnTo>
                  <a:lnTo>
                    <a:pt x="645" y="183"/>
                  </a:lnTo>
                  <a:lnTo>
                    <a:pt x="647" y="183"/>
                  </a:lnTo>
                  <a:lnTo>
                    <a:pt x="647" y="184"/>
                  </a:lnTo>
                  <a:lnTo>
                    <a:pt x="648" y="185"/>
                  </a:lnTo>
                  <a:lnTo>
                    <a:pt x="649" y="186"/>
                  </a:lnTo>
                  <a:lnTo>
                    <a:pt x="649" y="187"/>
                  </a:lnTo>
                  <a:lnTo>
                    <a:pt x="650" y="189"/>
                  </a:lnTo>
                  <a:lnTo>
                    <a:pt x="651" y="190"/>
                  </a:lnTo>
                  <a:lnTo>
                    <a:pt x="651" y="191"/>
                  </a:lnTo>
                  <a:lnTo>
                    <a:pt x="653" y="192"/>
                  </a:lnTo>
                  <a:lnTo>
                    <a:pt x="654" y="193"/>
                  </a:lnTo>
                  <a:lnTo>
                    <a:pt x="655" y="195"/>
                  </a:lnTo>
                  <a:lnTo>
                    <a:pt x="656" y="196"/>
                  </a:lnTo>
                  <a:lnTo>
                    <a:pt x="657" y="197"/>
                  </a:lnTo>
                  <a:lnTo>
                    <a:pt x="657" y="199"/>
                  </a:lnTo>
                  <a:lnTo>
                    <a:pt x="660" y="201"/>
                  </a:lnTo>
                  <a:lnTo>
                    <a:pt x="661" y="203"/>
                  </a:lnTo>
                  <a:lnTo>
                    <a:pt x="662" y="204"/>
                  </a:lnTo>
                  <a:lnTo>
                    <a:pt x="663" y="207"/>
                  </a:lnTo>
                  <a:lnTo>
                    <a:pt x="665" y="208"/>
                  </a:lnTo>
                  <a:lnTo>
                    <a:pt x="666" y="210"/>
                  </a:lnTo>
                  <a:lnTo>
                    <a:pt x="667" y="211"/>
                  </a:lnTo>
                  <a:lnTo>
                    <a:pt x="668" y="213"/>
                  </a:lnTo>
                  <a:lnTo>
                    <a:pt x="668" y="214"/>
                  </a:lnTo>
                  <a:lnTo>
                    <a:pt x="669" y="215"/>
                  </a:lnTo>
                  <a:lnTo>
                    <a:pt x="671" y="216"/>
                  </a:lnTo>
                  <a:lnTo>
                    <a:pt x="672" y="217"/>
                  </a:lnTo>
                  <a:lnTo>
                    <a:pt x="672" y="219"/>
                  </a:lnTo>
                  <a:lnTo>
                    <a:pt x="673" y="220"/>
                  </a:lnTo>
                  <a:lnTo>
                    <a:pt x="674" y="221"/>
                  </a:lnTo>
                  <a:lnTo>
                    <a:pt x="674" y="222"/>
                  </a:lnTo>
                  <a:lnTo>
                    <a:pt x="675" y="223"/>
                  </a:lnTo>
                  <a:lnTo>
                    <a:pt x="677" y="225"/>
                  </a:lnTo>
                  <a:lnTo>
                    <a:pt x="678" y="226"/>
                  </a:lnTo>
                  <a:lnTo>
                    <a:pt x="678" y="227"/>
                  </a:lnTo>
                  <a:lnTo>
                    <a:pt x="679" y="228"/>
                  </a:lnTo>
                  <a:lnTo>
                    <a:pt x="679" y="229"/>
                  </a:lnTo>
                  <a:lnTo>
                    <a:pt x="680" y="231"/>
                  </a:lnTo>
                  <a:lnTo>
                    <a:pt x="681" y="232"/>
                  </a:lnTo>
                  <a:lnTo>
                    <a:pt x="683" y="233"/>
                  </a:lnTo>
                  <a:lnTo>
                    <a:pt x="683" y="234"/>
                  </a:lnTo>
                  <a:lnTo>
                    <a:pt x="684" y="235"/>
                  </a:lnTo>
                  <a:lnTo>
                    <a:pt x="685" y="237"/>
                  </a:lnTo>
                  <a:lnTo>
                    <a:pt x="686" y="238"/>
                  </a:lnTo>
                  <a:lnTo>
                    <a:pt x="687" y="240"/>
                  </a:lnTo>
                  <a:lnTo>
                    <a:pt x="689" y="241"/>
                  </a:lnTo>
                  <a:lnTo>
                    <a:pt x="690" y="244"/>
                  </a:lnTo>
                  <a:lnTo>
                    <a:pt x="691" y="245"/>
                  </a:lnTo>
                  <a:lnTo>
                    <a:pt x="692" y="247"/>
                  </a:lnTo>
                  <a:lnTo>
                    <a:pt x="695" y="250"/>
                  </a:lnTo>
                  <a:lnTo>
                    <a:pt x="696" y="251"/>
                  </a:lnTo>
                  <a:lnTo>
                    <a:pt x="697" y="252"/>
                  </a:lnTo>
                  <a:lnTo>
                    <a:pt x="698" y="255"/>
                  </a:lnTo>
                  <a:lnTo>
                    <a:pt x="698" y="256"/>
                  </a:lnTo>
                  <a:lnTo>
                    <a:pt x="699" y="257"/>
                  </a:lnTo>
                  <a:lnTo>
                    <a:pt x="701" y="258"/>
                  </a:lnTo>
                  <a:lnTo>
                    <a:pt x="702" y="260"/>
                  </a:lnTo>
                  <a:lnTo>
                    <a:pt x="702" y="261"/>
                  </a:lnTo>
                  <a:lnTo>
                    <a:pt x="703" y="262"/>
                  </a:lnTo>
                  <a:lnTo>
                    <a:pt x="704" y="263"/>
                  </a:lnTo>
                  <a:lnTo>
                    <a:pt x="704" y="264"/>
                  </a:lnTo>
                  <a:lnTo>
                    <a:pt x="705" y="266"/>
                  </a:lnTo>
                  <a:lnTo>
                    <a:pt x="707" y="267"/>
                  </a:lnTo>
                  <a:lnTo>
                    <a:pt x="707" y="268"/>
                  </a:lnTo>
                  <a:lnTo>
                    <a:pt x="708" y="269"/>
                  </a:lnTo>
                  <a:lnTo>
                    <a:pt x="708" y="270"/>
                  </a:lnTo>
                  <a:lnTo>
                    <a:pt x="709" y="270"/>
                  </a:lnTo>
                  <a:lnTo>
                    <a:pt x="709" y="272"/>
                  </a:lnTo>
                  <a:lnTo>
                    <a:pt x="710" y="273"/>
                  </a:lnTo>
                  <a:lnTo>
                    <a:pt x="710" y="274"/>
                  </a:lnTo>
                  <a:lnTo>
                    <a:pt x="711" y="275"/>
                  </a:lnTo>
                  <a:lnTo>
                    <a:pt x="713" y="276"/>
                  </a:lnTo>
                  <a:lnTo>
                    <a:pt x="713" y="278"/>
                  </a:lnTo>
                  <a:lnTo>
                    <a:pt x="714" y="279"/>
                  </a:lnTo>
                  <a:lnTo>
                    <a:pt x="714" y="280"/>
                  </a:lnTo>
                  <a:lnTo>
                    <a:pt x="715" y="281"/>
                  </a:lnTo>
                  <a:lnTo>
                    <a:pt x="716" y="282"/>
                  </a:lnTo>
                  <a:lnTo>
                    <a:pt x="716" y="284"/>
                  </a:lnTo>
                  <a:lnTo>
                    <a:pt x="717" y="28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35" name="Freeform 252">
              <a:extLst>
                <a:ext uri="{FF2B5EF4-FFF2-40B4-BE49-F238E27FC236}">
                  <a16:creationId xmlns:a16="http://schemas.microsoft.com/office/drawing/2014/main" id="{3E91BC6A-22B9-4506-8626-9F15AF25B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372"/>
              <a:ext cx="359" cy="143"/>
            </a:xfrm>
            <a:custGeom>
              <a:avLst/>
              <a:gdLst>
                <a:gd name="T0" fmla="*/ 1 w 717"/>
                <a:gd name="T1" fmla="*/ 1 h 285"/>
                <a:gd name="T2" fmla="*/ 1 w 717"/>
                <a:gd name="T3" fmla="*/ 1 h 285"/>
                <a:gd name="T4" fmla="*/ 1 w 717"/>
                <a:gd name="T5" fmla="*/ 1 h 285"/>
                <a:gd name="T6" fmla="*/ 1 w 717"/>
                <a:gd name="T7" fmla="*/ 1 h 285"/>
                <a:gd name="T8" fmla="*/ 1 w 717"/>
                <a:gd name="T9" fmla="*/ 1 h 285"/>
                <a:gd name="T10" fmla="*/ 1 w 717"/>
                <a:gd name="T11" fmla="*/ 1 h 285"/>
                <a:gd name="T12" fmla="*/ 1 w 717"/>
                <a:gd name="T13" fmla="*/ 1 h 285"/>
                <a:gd name="T14" fmla="*/ 1 w 717"/>
                <a:gd name="T15" fmla="*/ 1 h 285"/>
                <a:gd name="T16" fmla="*/ 1 w 717"/>
                <a:gd name="T17" fmla="*/ 1 h 285"/>
                <a:gd name="T18" fmla="*/ 1 w 717"/>
                <a:gd name="T19" fmla="*/ 1 h 285"/>
                <a:gd name="T20" fmla="*/ 1 w 717"/>
                <a:gd name="T21" fmla="*/ 1 h 285"/>
                <a:gd name="T22" fmla="*/ 1 w 717"/>
                <a:gd name="T23" fmla="*/ 1 h 285"/>
                <a:gd name="T24" fmla="*/ 1 w 717"/>
                <a:gd name="T25" fmla="*/ 1 h 285"/>
                <a:gd name="T26" fmla="*/ 1 w 717"/>
                <a:gd name="T27" fmla="*/ 1 h 285"/>
                <a:gd name="T28" fmla="*/ 1 w 717"/>
                <a:gd name="T29" fmla="*/ 1 h 285"/>
                <a:gd name="T30" fmla="*/ 1 w 717"/>
                <a:gd name="T31" fmla="*/ 1 h 285"/>
                <a:gd name="T32" fmla="*/ 1 w 717"/>
                <a:gd name="T33" fmla="*/ 1 h 285"/>
                <a:gd name="T34" fmla="*/ 1 w 717"/>
                <a:gd name="T35" fmla="*/ 1 h 285"/>
                <a:gd name="T36" fmla="*/ 1 w 717"/>
                <a:gd name="T37" fmla="*/ 1 h 285"/>
                <a:gd name="T38" fmla="*/ 1 w 717"/>
                <a:gd name="T39" fmla="*/ 1 h 285"/>
                <a:gd name="T40" fmla="*/ 1 w 717"/>
                <a:gd name="T41" fmla="*/ 1 h 285"/>
                <a:gd name="T42" fmla="*/ 1 w 717"/>
                <a:gd name="T43" fmla="*/ 1 h 285"/>
                <a:gd name="T44" fmla="*/ 1 w 717"/>
                <a:gd name="T45" fmla="*/ 1 h 285"/>
                <a:gd name="T46" fmla="*/ 1 w 717"/>
                <a:gd name="T47" fmla="*/ 1 h 285"/>
                <a:gd name="T48" fmla="*/ 1 w 717"/>
                <a:gd name="T49" fmla="*/ 1 h 285"/>
                <a:gd name="T50" fmla="*/ 1 w 717"/>
                <a:gd name="T51" fmla="*/ 1 h 285"/>
                <a:gd name="T52" fmla="*/ 1 w 717"/>
                <a:gd name="T53" fmla="*/ 1 h 285"/>
                <a:gd name="T54" fmla="*/ 1 w 717"/>
                <a:gd name="T55" fmla="*/ 1 h 285"/>
                <a:gd name="T56" fmla="*/ 1 w 717"/>
                <a:gd name="T57" fmla="*/ 1 h 285"/>
                <a:gd name="T58" fmla="*/ 1 w 717"/>
                <a:gd name="T59" fmla="*/ 1 h 285"/>
                <a:gd name="T60" fmla="*/ 1 w 717"/>
                <a:gd name="T61" fmla="*/ 1 h 285"/>
                <a:gd name="T62" fmla="*/ 1 w 717"/>
                <a:gd name="T63" fmla="*/ 1 h 285"/>
                <a:gd name="T64" fmla="*/ 1 w 717"/>
                <a:gd name="T65" fmla="*/ 1 h 285"/>
                <a:gd name="T66" fmla="*/ 1 w 717"/>
                <a:gd name="T67" fmla="*/ 1 h 285"/>
                <a:gd name="T68" fmla="*/ 1 w 717"/>
                <a:gd name="T69" fmla="*/ 1 h 285"/>
                <a:gd name="T70" fmla="*/ 1 w 717"/>
                <a:gd name="T71" fmla="*/ 1 h 285"/>
                <a:gd name="T72" fmla="*/ 1 w 717"/>
                <a:gd name="T73" fmla="*/ 1 h 285"/>
                <a:gd name="T74" fmla="*/ 1 w 717"/>
                <a:gd name="T75" fmla="*/ 1 h 285"/>
                <a:gd name="T76" fmla="*/ 1 w 717"/>
                <a:gd name="T77" fmla="*/ 1 h 285"/>
                <a:gd name="T78" fmla="*/ 1 w 717"/>
                <a:gd name="T79" fmla="*/ 1 h 285"/>
                <a:gd name="T80" fmla="*/ 1 w 717"/>
                <a:gd name="T81" fmla="*/ 1 h 285"/>
                <a:gd name="T82" fmla="*/ 1 w 717"/>
                <a:gd name="T83" fmla="*/ 1 h 285"/>
                <a:gd name="T84" fmla="*/ 1 w 717"/>
                <a:gd name="T85" fmla="*/ 1 h 285"/>
                <a:gd name="T86" fmla="*/ 1 w 717"/>
                <a:gd name="T87" fmla="*/ 1 h 285"/>
                <a:gd name="T88" fmla="*/ 1 w 717"/>
                <a:gd name="T89" fmla="*/ 1 h 285"/>
                <a:gd name="T90" fmla="*/ 1 w 717"/>
                <a:gd name="T91" fmla="*/ 1 h 285"/>
                <a:gd name="T92" fmla="*/ 1 w 717"/>
                <a:gd name="T93" fmla="*/ 1 h 285"/>
                <a:gd name="T94" fmla="*/ 1 w 717"/>
                <a:gd name="T95" fmla="*/ 1 h 285"/>
                <a:gd name="T96" fmla="*/ 1 w 717"/>
                <a:gd name="T97" fmla="*/ 1 h 285"/>
                <a:gd name="T98" fmla="*/ 1 w 717"/>
                <a:gd name="T99" fmla="*/ 1 h 285"/>
                <a:gd name="T100" fmla="*/ 1 w 717"/>
                <a:gd name="T101" fmla="*/ 1 h 285"/>
                <a:gd name="T102" fmla="*/ 1 w 717"/>
                <a:gd name="T103" fmla="*/ 1 h 285"/>
                <a:gd name="T104" fmla="*/ 1 w 717"/>
                <a:gd name="T105" fmla="*/ 1 h 285"/>
                <a:gd name="T106" fmla="*/ 1 w 717"/>
                <a:gd name="T107" fmla="*/ 1 h 285"/>
                <a:gd name="T108" fmla="*/ 1 w 717"/>
                <a:gd name="T109" fmla="*/ 1 h 285"/>
                <a:gd name="T110" fmla="*/ 1 w 717"/>
                <a:gd name="T111" fmla="*/ 1 h 285"/>
                <a:gd name="T112" fmla="*/ 1 w 717"/>
                <a:gd name="T113" fmla="*/ 1 h 285"/>
                <a:gd name="T114" fmla="*/ 1 w 717"/>
                <a:gd name="T115" fmla="*/ 1 h 285"/>
                <a:gd name="T116" fmla="*/ 1 w 717"/>
                <a:gd name="T117" fmla="*/ 1 h 285"/>
                <a:gd name="T118" fmla="*/ 1 w 717"/>
                <a:gd name="T119" fmla="*/ 1 h 285"/>
                <a:gd name="T120" fmla="*/ 1 w 717"/>
                <a:gd name="T121" fmla="*/ 1 h 28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5">
                  <a:moveTo>
                    <a:pt x="0" y="285"/>
                  </a:moveTo>
                  <a:lnTo>
                    <a:pt x="28" y="285"/>
                  </a:lnTo>
                  <a:lnTo>
                    <a:pt x="53" y="285"/>
                  </a:lnTo>
                  <a:lnTo>
                    <a:pt x="77" y="285"/>
                  </a:lnTo>
                  <a:lnTo>
                    <a:pt x="100" y="285"/>
                  </a:lnTo>
                  <a:lnTo>
                    <a:pt x="120" y="285"/>
                  </a:lnTo>
                  <a:lnTo>
                    <a:pt x="139" y="285"/>
                  </a:lnTo>
                  <a:lnTo>
                    <a:pt x="157" y="285"/>
                  </a:lnTo>
                  <a:lnTo>
                    <a:pt x="174" y="285"/>
                  </a:lnTo>
                  <a:lnTo>
                    <a:pt x="190" y="285"/>
                  </a:lnTo>
                  <a:lnTo>
                    <a:pt x="204" y="285"/>
                  </a:lnTo>
                  <a:lnTo>
                    <a:pt x="217" y="285"/>
                  </a:lnTo>
                  <a:lnTo>
                    <a:pt x="229" y="285"/>
                  </a:lnTo>
                  <a:lnTo>
                    <a:pt x="240" y="285"/>
                  </a:lnTo>
                  <a:lnTo>
                    <a:pt x="250" y="285"/>
                  </a:lnTo>
                  <a:lnTo>
                    <a:pt x="258" y="285"/>
                  </a:lnTo>
                  <a:lnTo>
                    <a:pt x="267" y="285"/>
                  </a:lnTo>
                  <a:lnTo>
                    <a:pt x="274" y="285"/>
                  </a:lnTo>
                  <a:lnTo>
                    <a:pt x="280" y="285"/>
                  </a:lnTo>
                  <a:lnTo>
                    <a:pt x="286" y="285"/>
                  </a:lnTo>
                  <a:lnTo>
                    <a:pt x="291" y="285"/>
                  </a:lnTo>
                  <a:lnTo>
                    <a:pt x="296" y="285"/>
                  </a:lnTo>
                  <a:lnTo>
                    <a:pt x="299" y="285"/>
                  </a:lnTo>
                  <a:lnTo>
                    <a:pt x="303" y="285"/>
                  </a:lnTo>
                  <a:lnTo>
                    <a:pt x="306" y="285"/>
                  </a:lnTo>
                  <a:lnTo>
                    <a:pt x="309" y="285"/>
                  </a:lnTo>
                  <a:lnTo>
                    <a:pt x="311" y="285"/>
                  </a:lnTo>
                  <a:lnTo>
                    <a:pt x="314" y="285"/>
                  </a:lnTo>
                  <a:lnTo>
                    <a:pt x="316" y="284"/>
                  </a:lnTo>
                  <a:lnTo>
                    <a:pt x="317" y="284"/>
                  </a:lnTo>
                  <a:lnTo>
                    <a:pt x="320" y="284"/>
                  </a:lnTo>
                  <a:lnTo>
                    <a:pt x="321" y="284"/>
                  </a:lnTo>
                  <a:lnTo>
                    <a:pt x="323" y="284"/>
                  </a:lnTo>
                  <a:lnTo>
                    <a:pt x="326" y="284"/>
                  </a:lnTo>
                  <a:lnTo>
                    <a:pt x="327" y="284"/>
                  </a:lnTo>
                  <a:lnTo>
                    <a:pt x="329" y="284"/>
                  </a:lnTo>
                  <a:lnTo>
                    <a:pt x="330" y="284"/>
                  </a:lnTo>
                  <a:lnTo>
                    <a:pt x="332" y="284"/>
                  </a:lnTo>
                  <a:lnTo>
                    <a:pt x="334" y="283"/>
                  </a:lnTo>
                  <a:lnTo>
                    <a:pt x="335" y="283"/>
                  </a:lnTo>
                  <a:lnTo>
                    <a:pt x="336" y="283"/>
                  </a:lnTo>
                  <a:lnTo>
                    <a:pt x="338" y="283"/>
                  </a:lnTo>
                  <a:lnTo>
                    <a:pt x="339" y="283"/>
                  </a:lnTo>
                  <a:lnTo>
                    <a:pt x="340" y="283"/>
                  </a:lnTo>
                  <a:lnTo>
                    <a:pt x="341" y="283"/>
                  </a:lnTo>
                  <a:lnTo>
                    <a:pt x="342" y="283"/>
                  </a:lnTo>
                  <a:lnTo>
                    <a:pt x="344" y="283"/>
                  </a:lnTo>
                  <a:lnTo>
                    <a:pt x="345" y="283"/>
                  </a:lnTo>
                  <a:lnTo>
                    <a:pt x="346" y="283"/>
                  </a:lnTo>
                  <a:lnTo>
                    <a:pt x="347" y="283"/>
                  </a:lnTo>
                  <a:lnTo>
                    <a:pt x="348" y="281"/>
                  </a:lnTo>
                  <a:lnTo>
                    <a:pt x="350" y="281"/>
                  </a:lnTo>
                  <a:lnTo>
                    <a:pt x="351" y="281"/>
                  </a:lnTo>
                  <a:lnTo>
                    <a:pt x="352" y="281"/>
                  </a:lnTo>
                  <a:lnTo>
                    <a:pt x="353" y="281"/>
                  </a:lnTo>
                  <a:lnTo>
                    <a:pt x="354" y="281"/>
                  </a:lnTo>
                  <a:lnTo>
                    <a:pt x="356" y="281"/>
                  </a:lnTo>
                  <a:lnTo>
                    <a:pt x="358" y="280"/>
                  </a:lnTo>
                  <a:lnTo>
                    <a:pt x="359" y="280"/>
                  </a:lnTo>
                  <a:lnTo>
                    <a:pt x="360" y="280"/>
                  </a:lnTo>
                  <a:lnTo>
                    <a:pt x="363" y="280"/>
                  </a:lnTo>
                  <a:lnTo>
                    <a:pt x="364" y="280"/>
                  </a:lnTo>
                  <a:lnTo>
                    <a:pt x="366" y="279"/>
                  </a:lnTo>
                  <a:lnTo>
                    <a:pt x="368" y="279"/>
                  </a:lnTo>
                  <a:lnTo>
                    <a:pt x="370" y="279"/>
                  </a:lnTo>
                  <a:lnTo>
                    <a:pt x="371" y="279"/>
                  </a:lnTo>
                  <a:lnTo>
                    <a:pt x="374" y="279"/>
                  </a:lnTo>
                  <a:lnTo>
                    <a:pt x="375" y="278"/>
                  </a:lnTo>
                  <a:lnTo>
                    <a:pt x="376" y="278"/>
                  </a:lnTo>
                  <a:lnTo>
                    <a:pt x="377" y="278"/>
                  </a:lnTo>
                  <a:lnTo>
                    <a:pt x="379" y="278"/>
                  </a:lnTo>
                  <a:lnTo>
                    <a:pt x="380" y="278"/>
                  </a:lnTo>
                  <a:lnTo>
                    <a:pt x="381" y="277"/>
                  </a:lnTo>
                  <a:lnTo>
                    <a:pt x="382" y="277"/>
                  </a:lnTo>
                  <a:lnTo>
                    <a:pt x="383" y="277"/>
                  </a:lnTo>
                  <a:lnTo>
                    <a:pt x="385" y="277"/>
                  </a:lnTo>
                  <a:lnTo>
                    <a:pt x="386" y="277"/>
                  </a:lnTo>
                  <a:lnTo>
                    <a:pt x="387" y="277"/>
                  </a:lnTo>
                  <a:lnTo>
                    <a:pt x="388" y="275"/>
                  </a:lnTo>
                  <a:lnTo>
                    <a:pt x="389" y="275"/>
                  </a:lnTo>
                  <a:lnTo>
                    <a:pt x="391" y="275"/>
                  </a:lnTo>
                  <a:lnTo>
                    <a:pt x="392" y="274"/>
                  </a:lnTo>
                  <a:lnTo>
                    <a:pt x="393" y="274"/>
                  </a:lnTo>
                  <a:lnTo>
                    <a:pt x="394" y="274"/>
                  </a:lnTo>
                  <a:lnTo>
                    <a:pt x="395" y="274"/>
                  </a:lnTo>
                  <a:lnTo>
                    <a:pt x="397" y="273"/>
                  </a:lnTo>
                  <a:lnTo>
                    <a:pt x="399" y="273"/>
                  </a:lnTo>
                  <a:lnTo>
                    <a:pt x="400" y="273"/>
                  </a:lnTo>
                  <a:lnTo>
                    <a:pt x="401" y="272"/>
                  </a:lnTo>
                  <a:lnTo>
                    <a:pt x="404" y="272"/>
                  </a:lnTo>
                  <a:lnTo>
                    <a:pt x="405" y="271"/>
                  </a:lnTo>
                  <a:lnTo>
                    <a:pt x="407" y="271"/>
                  </a:lnTo>
                  <a:lnTo>
                    <a:pt x="409" y="269"/>
                  </a:lnTo>
                  <a:lnTo>
                    <a:pt x="411" y="269"/>
                  </a:lnTo>
                  <a:lnTo>
                    <a:pt x="413" y="268"/>
                  </a:lnTo>
                  <a:lnTo>
                    <a:pt x="416" y="268"/>
                  </a:lnTo>
                  <a:lnTo>
                    <a:pt x="417" y="267"/>
                  </a:lnTo>
                  <a:lnTo>
                    <a:pt x="419" y="267"/>
                  </a:lnTo>
                  <a:lnTo>
                    <a:pt x="421" y="266"/>
                  </a:lnTo>
                  <a:lnTo>
                    <a:pt x="423" y="266"/>
                  </a:lnTo>
                  <a:lnTo>
                    <a:pt x="424" y="265"/>
                  </a:lnTo>
                  <a:lnTo>
                    <a:pt x="425" y="265"/>
                  </a:lnTo>
                  <a:lnTo>
                    <a:pt x="427" y="265"/>
                  </a:lnTo>
                  <a:lnTo>
                    <a:pt x="428" y="263"/>
                  </a:lnTo>
                  <a:lnTo>
                    <a:pt x="429" y="263"/>
                  </a:lnTo>
                  <a:lnTo>
                    <a:pt x="430" y="262"/>
                  </a:lnTo>
                  <a:lnTo>
                    <a:pt x="431" y="262"/>
                  </a:lnTo>
                  <a:lnTo>
                    <a:pt x="433" y="262"/>
                  </a:lnTo>
                  <a:lnTo>
                    <a:pt x="434" y="261"/>
                  </a:lnTo>
                  <a:lnTo>
                    <a:pt x="435" y="261"/>
                  </a:lnTo>
                  <a:lnTo>
                    <a:pt x="436" y="261"/>
                  </a:lnTo>
                  <a:lnTo>
                    <a:pt x="437" y="260"/>
                  </a:lnTo>
                  <a:lnTo>
                    <a:pt x="439" y="260"/>
                  </a:lnTo>
                  <a:lnTo>
                    <a:pt x="440" y="259"/>
                  </a:lnTo>
                  <a:lnTo>
                    <a:pt x="441" y="259"/>
                  </a:lnTo>
                  <a:lnTo>
                    <a:pt x="442" y="257"/>
                  </a:lnTo>
                  <a:lnTo>
                    <a:pt x="443" y="257"/>
                  </a:lnTo>
                  <a:lnTo>
                    <a:pt x="445" y="256"/>
                  </a:lnTo>
                  <a:lnTo>
                    <a:pt x="446" y="256"/>
                  </a:lnTo>
                  <a:lnTo>
                    <a:pt x="448" y="255"/>
                  </a:lnTo>
                  <a:lnTo>
                    <a:pt x="449" y="255"/>
                  </a:lnTo>
                  <a:lnTo>
                    <a:pt x="451" y="254"/>
                  </a:lnTo>
                  <a:lnTo>
                    <a:pt x="453" y="253"/>
                  </a:lnTo>
                  <a:lnTo>
                    <a:pt x="454" y="251"/>
                  </a:lnTo>
                  <a:lnTo>
                    <a:pt x="457" y="251"/>
                  </a:lnTo>
                  <a:lnTo>
                    <a:pt x="458" y="250"/>
                  </a:lnTo>
                  <a:lnTo>
                    <a:pt x="460" y="249"/>
                  </a:lnTo>
                  <a:lnTo>
                    <a:pt x="461" y="248"/>
                  </a:lnTo>
                  <a:lnTo>
                    <a:pt x="464" y="248"/>
                  </a:lnTo>
                  <a:lnTo>
                    <a:pt x="465" y="247"/>
                  </a:lnTo>
                  <a:lnTo>
                    <a:pt x="466" y="245"/>
                  </a:lnTo>
                  <a:lnTo>
                    <a:pt x="467" y="245"/>
                  </a:lnTo>
                  <a:lnTo>
                    <a:pt x="469" y="244"/>
                  </a:lnTo>
                  <a:lnTo>
                    <a:pt x="470" y="244"/>
                  </a:lnTo>
                  <a:lnTo>
                    <a:pt x="471" y="243"/>
                  </a:lnTo>
                  <a:lnTo>
                    <a:pt x="472" y="243"/>
                  </a:lnTo>
                  <a:lnTo>
                    <a:pt x="473" y="243"/>
                  </a:lnTo>
                  <a:lnTo>
                    <a:pt x="475" y="242"/>
                  </a:lnTo>
                  <a:lnTo>
                    <a:pt x="476" y="241"/>
                  </a:lnTo>
                  <a:lnTo>
                    <a:pt x="477" y="241"/>
                  </a:lnTo>
                  <a:lnTo>
                    <a:pt x="478" y="239"/>
                  </a:lnTo>
                  <a:lnTo>
                    <a:pt x="479" y="239"/>
                  </a:lnTo>
                  <a:lnTo>
                    <a:pt x="481" y="238"/>
                  </a:lnTo>
                  <a:lnTo>
                    <a:pt x="482" y="238"/>
                  </a:lnTo>
                  <a:lnTo>
                    <a:pt x="483" y="237"/>
                  </a:lnTo>
                  <a:lnTo>
                    <a:pt x="484" y="237"/>
                  </a:lnTo>
                  <a:lnTo>
                    <a:pt x="485" y="236"/>
                  </a:lnTo>
                  <a:lnTo>
                    <a:pt x="487" y="236"/>
                  </a:lnTo>
                  <a:lnTo>
                    <a:pt x="488" y="235"/>
                  </a:lnTo>
                  <a:lnTo>
                    <a:pt x="489" y="235"/>
                  </a:lnTo>
                  <a:lnTo>
                    <a:pt x="490" y="233"/>
                  </a:lnTo>
                  <a:lnTo>
                    <a:pt x="492" y="232"/>
                  </a:lnTo>
                  <a:lnTo>
                    <a:pt x="493" y="232"/>
                  </a:lnTo>
                  <a:lnTo>
                    <a:pt x="494" y="231"/>
                  </a:lnTo>
                  <a:lnTo>
                    <a:pt x="496" y="230"/>
                  </a:lnTo>
                  <a:lnTo>
                    <a:pt x="498" y="229"/>
                  </a:lnTo>
                  <a:lnTo>
                    <a:pt x="500" y="229"/>
                  </a:lnTo>
                  <a:lnTo>
                    <a:pt x="501" y="227"/>
                  </a:lnTo>
                  <a:lnTo>
                    <a:pt x="502" y="226"/>
                  </a:lnTo>
                  <a:lnTo>
                    <a:pt x="504" y="226"/>
                  </a:lnTo>
                  <a:lnTo>
                    <a:pt x="505" y="225"/>
                  </a:lnTo>
                  <a:lnTo>
                    <a:pt x="506" y="224"/>
                  </a:lnTo>
                  <a:lnTo>
                    <a:pt x="507" y="224"/>
                  </a:lnTo>
                  <a:lnTo>
                    <a:pt x="508" y="223"/>
                  </a:lnTo>
                  <a:lnTo>
                    <a:pt x="510" y="223"/>
                  </a:lnTo>
                  <a:lnTo>
                    <a:pt x="511" y="223"/>
                  </a:lnTo>
                  <a:lnTo>
                    <a:pt x="511" y="221"/>
                  </a:lnTo>
                  <a:lnTo>
                    <a:pt x="512" y="221"/>
                  </a:lnTo>
                  <a:lnTo>
                    <a:pt x="513" y="220"/>
                  </a:lnTo>
                  <a:lnTo>
                    <a:pt x="514" y="219"/>
                  </a:lnTo>
                  <a:lnTo>
                    <a:pt x="516" y="219"/>
                  </a:lnTo>
                  <a:lnTo>
                    <a:pt x="517" y="218"/>
                  </a:lnTo>
                  <a:lnTo>
                    <a:pt x="518" y="218"/>
                  </a:lnTo>
                  <a:lnTo>
                    <a:pt x="518" y="217"/>
                  </a:lnTo>
                  <a:lnTo>
                    <a:pt x="519" y="217"/>
                  </a:lnTo>
                  <a:lnTo>
                    <a:pt x="520" y="217"/>
                  </a:lnTo>
                  <a:lnTo>
                    <a:pt x="520" y="215"/>
                  </a:lnTo>
                  <a:lnTo>
                    <a:pt x="522" y="215"/>
                  </a:lnTo>
                  <a:lnTo>
                    <a:pt x="523" y="214"/>
                  </a:lnTo>
                  <a:lnTo>
                    <a:pt x="524" y="214"/>
                  </a:lnTo>
                  <a:lnTo>
                    <a:pt x="525" y="213"/>
                  </a:lnTo>
                  <a:lnTo>
                    <a:pt x="526" y="212"/>
                  </a:lnTo>
                  <a:lnTo>
                    <a:pt x="528" y="212"/>
                  </a:lnTo>
                  <a:lnTo>
                    <a:pt x="529" y="211"/>
                  </a:lnTo>
                  <a:lnTo>
                    <a:pt x="530" y="209"/>
                  </a:lnTo>
                  <a:lnTo>
                    <a:pt x="531" y="208"/>
                  </a:lnTo>
                  <a:lnTo>
                    <a:pt x="532" y="208"/>
                  </a:lnTo>
                  <a:lnTo>
                    <a:pt x="534" y="207"/>
                  </a:lnTo>
                  <a:lnTo>
                    <a:pt x="535" y="207"/>
                  </a:lnTo>
                  <a:lnTo>
                    <a:pt x="536" y="206"/>
                  </a:lnTo>
                  <a:lnTo>
                    <a:pt x="537" y="205"/>
                  </a:lnTo>
                  <a:lnTo>
                    <a:pt x="538" y="205"/>
                  </a:lnTo>
                  <a:lnTo>
                    <a:pt x="538" y="203"/>
                  </a:lnTo>
                  <a:lnTo>
                    <a:pt x="540" y="203"/>
                  </a:lnTo>
                  <a:lnTo>
                    <a:pt x="541" y="202"/>
                  </a:lnTo>
                  <a:lnTo>
                    <a:pt x="542" y="202"/>
                  </a:lnTo>
                  <a:lnTo>
                    <a:pt x="542" y="201"/>
                  </a:lnTo>
                  <a:lnTo>
                    <a:pt x="543" y="201"/>
                  </a:lnTo>
                  <a:lnTo>
                    <a:pt x="544" y="201"/>
                  </a:lnTo>
                  <a:lnTo>
                    <a:pt x="544" y="200"/>
                  </a:lnTo>
                  <a:lnTo>
                    <a:pt x="546" y="200"/>
                  </a:lnTo>
                  <a:lnTo>
                    <a:pt x="546" y="198"/>
                  </a:lnTo>
                  <a:lnTo>
                    <a:pt x="547" y="198"/>
                  </a:lnTo>
                  <a:lnTo>
                    <a:pt x="547" y="197"/>
                  </a:lnTo>
                  <a:lnTo>
                    <a:pt x="548" y="197"/>
                  </a:lnTo>
                  <a:lnTo>
                    <a:pt x="549" y="196"/>
                  </a:lnTo>
                  <a:lnTo>
                    <a:pt x="550" y="196"/>
                  </a:lnTo>
                  <a:lnTo>
                    <a:pt x="550" y="195"/>
                  </a:lnTo>
                  <a:lnTo>
                    <a:pt x="552" y="195"/>
                  </a:lnTo>
                  <a:lnTo>
                    <a:pt x="552" y="194"/>
                  </a:lnTo>
                  <a:lnTo>
                    <a:pt x="553" y="194"/>
                  </a:lnTo>
                  <a:lnTo>
                    <a:pt x="554" y="192"/>
                  </a:lnTo>
                  <a:lnTo>
                    <a:pt x="555" y="191"/>
                  </a:lnTo>
                  <a:lnTo>
                    <a:pt x="556" y="191"/>
                  </a:lnTo>
                  <a:lnTo>
                    <a:pt x="558" y="190"/>
                  </a:lnTo>
                  <a:lnTo>
                    <a:pt x="558" y="189"/>
                  </a:lnTo>
                  <a:lnTo>
                    <a:pt x="559" y="189"/>
                  </a:lnTo>
                  <a:lnTo>
                    <a:pt x="560" y="188"/>
                  </a:lnTo>
                  <a:lnTo>
                    <a:pt x="561" y="188"/>
                  </a:lnTo>
                  <a:lnTo>
                    <a:pt x="561" y="186"/>
                  </a:lnTo>
                  <a:lnTo>
                    <a:pt x="562" y="186"/>
                  </a:lnTo>
                  <a:lnTo>
                    <a:pt x="562" y="185"/>
                  </a:lnTo>
                  <a:lnTo>
                    <a:pt x="564" y="185"/>
                  </a:lnTo>
                  <a:lnTo>
                    <a:pt x="565" y="184"/>
                  </a:lnTo>
                  <a:lnTo>
                    <a:pt x="566" y="184"/>
                  </a:lnTo>
                  <a:lnTo>
                    <a:pt x="566" y="183"/>
                  </a:lnTo>
                  <a:lnTo>
                    <a:pt x="567" y="183"/>
                  </a:lnTo>
                  <a:lnTo>
                    <a:pt x="567" y="182"/>
                  </a:lnTo>
                  <a:lnTo>
                    <a:pt x="568" y="182"/>
                  </a:lnTo>
                  <a:lnTo>
                    <a:pt x="570" y="180"/>
                  </a:lnTo>
                  <a:lnTo>
                    <a:pt x="571" y="180"/>
                  </a:lnTo>
                  <a:lnTo>
                    <a:pt x="572" y="179"/>
                  </a:lnTo>
                  <a:lnTo>
                    <a:pt x="573" y="178"/>
                  </a:lnTo>
                  <a:lnTo>
                    <a:pt x="574" y="178"/>
                  </a:lnTo>
                  <a:lnTo>
                    <a:pt x="574" y="177"/>
                  </a:lnTo>
                  <a:lnTo>
                    <a:pt x="576" y="177"/>
                  </a:lnTo>
                  <a:lnTo>
                    <a:pt x="577" y="176"/>
                  </a:lnTo>
                  <a:lnTo>
                    <a:pt x="578" y="174"/>
                  </a:lnTo>
                  <a:lnTo>
                    <a:pt x="579" y="174"/>
                  </a:lnTo>
                  <a:lnTo>
                    <a:pt x="580" y="173"/>
                  </a:lnTo>
                  <a:lnTo>
                    <a:pt x="582" y="172"/>
                  </a:lnTo>
                  <a:lnTo>
                    <a:pt x="583" y="172"/>
                  </a:lnTo>
                  <a:lnTo>
                    <a:pt x="584" y="171"/>
                  </a:lnTo>
                  <a:lnTo>
                    <a:pt x="585" y="170"/>
                  </a:lnTo>
                  <a:lnTo>
                    <a:pt x="586" y="168"/>
                  </a:lnTo>
                  <a:lnTo>
                    <a:pt x="588" y="168"/>
                  </a:lnTo>
                  <a:lnTo>
                    <a:pt x="589" y="167"/>
                  </a:lnTo>
                  <a:lnTo>
                    <a:pt x="589" y="166"/>
                  </a:lnTo>
                  <a:lnTo>
                    <a:pt x="590" y="166"/>
                  </a:lnTo>
                  <a:lnTo>
                    <a:pt x="591" y="165"/>
                  </a:lnTo>
                  <a:lnTo>
                    <a:pt x="592" y="164"/>
                  </a:lnTo>
                  <a:lnTo>
                    <a:pt x="594" y="162"/>
                  </a:lnTo>
                  <a:lnTo>
                    <a:pt x="595" y="162"/>
                  </a:lnTo>
                  <a:lnTo>
                    <a:pt x="595" y="161"/>
                  </a:lnTo>
                  <a:lnTo>
                    <a:pt x="596" y="160"/>
                  </a:lnTo>
                  <a:lnTo>
                    <a:pt x="597" y="160"/>
                  </a:lnTo>
                  <a:lnTo>
                    <a:pt x="597" y="159"/>
                  </a:lnTo>
                  <a:lnTo>
                    <a:pt x="598" y="158"/>
                  </a:lnTo>
                  <a:lnTo>
                    <a:pt x="600" y="156"/>
                  </a:lnTo>
                  <a:lnTo>
                    <a:pt x="601" y="155"/>
                  </a:lnTo>
                  <a:lnTo>
                    <a:pt x="602" y="154"/>
                  </a:lnTo>
                  <a:lnTo>
                    <a:pt x="602" y="153"/>
                  </a:lnTo>
                  <a:lnTo>
                    <a:pt x="603" y="152"/>
                  </a:lnTo>
                  <a:lnTo>
                    <a:pt x="604" y="150"/>
                  </a:lnTo>
                  <a:lnTo>
                    <a:pt x="606" y="150"/>
                  </a:lnTo>
                  <a:lnTo>
                    <a:pt x="607" y="149"/>
                  </a:lnTo>
                  <a:lnTo>
                    <a:pt x="608" y="148"/>
                  </a:lnTo>
                  <a:lnTo>
                    <a:pt x="609" y="147"/>
                  </a:lnTo>
                  <a:lnTo>
                    <a:pt x="609" y="146"/>
                  </a:lnTo>
                  <a:lnTo>
                    <a:pt x="611" y="146"/>
                  </a:lnTo>
                  <a:lnTo>
                    <a:pt x="612" y="144"/>
                  </a:lnTo>
                  <a:lnTo>
                    <a:pt x="612" y="143"/>
                  </a:lnTo>
                  <a:lnTo>
                    <a:pt x="613" y="143"/>
                  </a:lnTo>
                  <a:lnTo>
                    <a:pt x="613" y="142"/>
                  </a:lnTo>
                  <a:lnTo>
                    <a:pt x="614" y="141"/>
                  </a:lnTo>
                  <a:lnTo>
                    <a:pt x="615" y="140"/>
                  </a:lnTo>
                  <a:lnTo>
                    <a:pt x="617" y="138"/>
                  </a:lnTo>
                  <a:lnTo>
                    <a:pt x="618" y="137"/>
                  </a:lnTo>
                  <a:lnTo>
                    <a:pt x="619" y="136"/>
                  </a:lnTo>
                  <a:lnTo>
                    <a:pt x="619" y="135"/>
                  </a:lnTo>
                  <a:lnTo>
                    <a:pt x="620" y="135"/>
                  </a:lnTo>
                  <a:lnTo>
                    <a:pt x="621" y="134"/>
                  </a:lnTo>
                  <a:lnTo>
                    <a:pt x="621" y="132"/>
                  </a:lnTo>
                  <a:lnTo>
                    <a:pt x="623" y="131"/>
                  </a:lnTo>
                  <a:lnTo>
                    <a:pt x="624" y="130"/>
                  </a:lnTo>
                  <a:lnTo>
                    <a:pt x="625" y="129"/>
                  </a:lnTo>
                  <a:lnTo>
                    <a:pt x="626" y="128"/>
                  </a:lnTo>
                  <a:lnTo>
                    <a:pt x="627" y="126"/>
                  </a:lnTo>
                  <a:lnTo>
                    <a:pt x="629" y="125"/>
                  </a:lnTo>
                  <a:lnTo>
                    <a:pt x="630" y="123"/>
                  </a:lnTo>
                  <a:lnTo>
                    <a:pt x="631" y="122"/>
                  </a:lnTo>
                  <a:lnTo>
                    <a:pt x="632" y="120"/>
                  </a:lnTo>
                  <a:lnTo>
                    <a:pt x="633" y="118"/>
                  </a:lnTo>
                  <a:lnTo>
                    <a:pt x="635" y="117"/>
                  </a:lnTo>
                  <a:lnTo>
                    <a:pt x="636" y="116"/>
                  </a:lnTo>
                  <a:lnTo>
                    <a:pt x="637" y="114"/>
                  </a:lnTo>
                  <a:lnTo>
                    <a:pt x="638" y="113"/>
                  </a:lnTo>
                  <a:lnTo>
                    <a:pt x="638" y="112"/>
                  </a:lnTo>
                  <a:lnTo>
                    <a:pt x="639" y="111"/>
                  </a:lnTo>
                  <a:lnTo>
                    <a:pt x="641" y="110"/>
                  </a:lnTo>
                  <a:lnTo>
                    <a:pt x="642" y="108"/>
                  </a:lnTo>
                  <a:lnTo>
                    <a:pt x="643" y="107"/>
                  </a:lnTo>
                  <a:lnTo>
                    <a:pt x="643" y="106"/>
                  </a:lnTo>
                  <a:lnTo>
                    <a:pt x="644" y="105"/>
                  </a:lnTo>
                  <a:lnTo>
                    <a:pt x="645" y="104"/>
                  </a:lnTo>
                  <a:lnTo>
                    <a:pt x="647" y="102"/>
                  </a:lnTo>
                  <a:lnTo>
                    <a:pt x="647" y="101"/>
                  </a:lnTo>
                  <a:lnTo>
                    <a:pt x="648" y="100"/>
                  </a:lnTo>
                  <a:lnTo>
                    <a:pt x="649" y="100"/>
                  </a:lnTo>
                  <a:lnTo>
                    <a:pt x="649" y="99"/>
                  </a:lnTo>
                  <a:lnTo>
                    <a:pt x="650" y="98"/>
                  </a:lnTo>
                  <a:lnTo>
                    <a:pt x="651" y="96"/>
                  </a:lnTo>
                  <a:lnTo>
                    <a:pt x="651" y="95"/>
                  </a:lnTo>
                  <a:lnTo>
                    <a:pt x="653" y="94"/>
                  </a:lnTo>
                  <a:lnTo>
                    <a:pt x="654" y="93"/>
                  </a:lnTo>
                  <a:lnTo>
                    <a:pt x="655" y="92"/>
                  </a:lnTo>
                  <a:lnTo>
                    <a:pt x="656" y="89"/>
                  </a:lnTo>
                  <a:lnTo>
                    <a:pt x="657" y="88"/>
                  </a:lnTo>
                  <a:lnTo>
                    <a:pt x="657" y="87"/>
                  </a:lnTo>
                  <a:lnTo>
                    <a:pt x="660" y="84"/>
                  </a:lnTo>
                  <a:lnTo>
                    <a:pt x="661" y="83"/>
                  </a:lnTo>
                  <a:lnTo>
                    <a:pt x="662" y="81"/>
                  </a:lnTo>
                  <a:lnTo>
                    <a:pt x="663" y="79"/>
                  </a:lnTo>
                  <a:lnTo>
                    <a:pt x="665" y="77"/>
                  </a:lnTo>
                  <a:lnTo>
                    <a:pt x="666" y="76"/>
                  </a:lnTo>
                  <a:lnTo>
                    <a:pt x="667" y="75"/>
                  </a:lnTo>
                  <a:lnTo>
                    <a:pt x="668" y="72"/>
                  </a:lnTo>
                  <a:lnTo>
                    <a:pt x="668" y="71"/>
                  </a:lnTo>
                  <a:lnTo>
                    <a:pt x="669" y="70"/>
                  </a:lnTo>
                  <a:lnTo>
                    <a:pt x="671" y="69"/>
                  </a:lnTo>
                  <a:lnTo>
                    <a:pt x="672" y="67"/>
                  </a:lnTo>
                  <a:lnTo>
                    <a:pt x="672" y="66"/>
                  </a:lnTo>
                  <a:lnTo>
                    <a:pt x="673" y="65"/>
                  </a:lnTo>
                  <a:lnTo>
                    <a:pt x="674" y="65"/>
                  </a:lnTo>
                  <a:lnTo>
                    <a:pt x="674" y="64"/>
                  </a:lnTo>
                  <a:lnTo>
                    <a:pt x="675" y="63"/>
                  </a:lnTo>
                  <a:lnTo>
                    <a:pt x="675" y="61"/>
                  </a:lnTo>
                  <a:lnTo>
                    <a:pt x="677" y="60"/>
                  </a:lnTo>
                  <a:lnTo>
                    <a:pt x="678" y="59"/>
                  </a:lnTo>
                  <a:lnTo>
                    <a:pt x="678" y="58"/>
                  </a:lnTo>
                  <a:lnTo>
                    <a:pt x="679" y="58"/>
                  </a:lnTo>
                  <a:lnTo>
                    <a:pt x="679" y="57"/>
                  </a:lnTo>
                  <a:lnTo>
                    <a:pt x="680" y="55"/>
                  </a:lnTo>
                  <a:lnTo>
                    <a:pt x="681" y="54"/>
                  </a:lnTo>
                  <a:lnTo>
                    <a:pt x="683" y="53"/>
                  </a:lnTo>
                  <a:lnTo>
                    <a:pt x="683" y="52"/>
                  </a:lnTo>
                  <a:lnTo>
                    <a:pt x="684" y="49"/>
                  </a:lnTo>
                  <a:lnTo>
                    <a:pt x="685" y="48"/>
                  </a:lnTo>
                  <a:lnTo>
                    <a:pt x="686" y="47"/>
                  </a:lnTo>
                  <a:lnTo>
                    <a:pt x="687" y="46"/>
                  </a:lnTo>
                  <a:lnTo>
                    <a:pt x="689" y="43"/>
                  </a:lnTo>
                  <a:lnTo>
                    <a:pt x="690" y="42"/>
                  </a:lnTo>
                  <a:lnTo>
                    <a:pt x="691" y="40"/>
                  </a:lnTo>
                  <a:lnTo>
                    <a:pt x="692" y="37"/>
                  </a:lnTo>
                  <a:lnTo>
                    <a:pt x="695" y="36"/>
                  </a:lnTo>
                  <a:lnTo>
                    <a:pt x="696" y="34"/>
                  </a:lnTo>
                  <a:lnTo>
                    <a:pt x="697" y="33"/>
                  </a:lnTo>
                  <a:lnTo>
                    <a:pt x="698" y="31"/>
                  </a:lnTo>
                  <a:lnTo>
                    <a:pt x="698" y="29"/>
                  </a:lnTo>
                  <a:lnTo>
                    <a:pt x="699" y="28"/>
                  </a:lnTo>
                  <a:lnTo>
                    <a:pt x="701" y="27"/>
                  </a:lnTo>
                  <a:lnTo>
                    <a:pt x="702" y="25"/>
                  </a:lnTo>
                  <a:lnTo>
                    <a:pt x="702" y="24"/>
                  </a:lnTo>
                  <a:lnTo>
                    <a:pt x="703" y="23"/>
                  </a:lnTo>
                  <a:lnTo>
                    <a:pt x="704" y="22"/>
                  </a:lnTo>
                  <a:lnTo>
                    <a:pt x="705" y="21"/>
                  </a:lnTo>
                  <a:lnTo>
                    <a:pt x="705" y="19"/>
                  </a:lnTo>
                  <a:lnTo>
                    <a:pt x="707" y="18"/>
                  </a:lnTo>
                  <a:lnTo>
                    <a:pt x="707" y="17"/>
                  </a:lnTo>
                  <a:lnTo>
                    <a:pt x="708" y="17"/>
                  </a:lnTo>
                  <a:lnTo>
                    <a:pt x="708" y="16"/>
                  </a:lnTo>
                  <a:lnTo>
                    <a:pt x="709" y="15"/>
                  </a:lnTo>
                  <a:lnTo>
                    <a:pt x="709" y="13"/>
                  </a:lnTo>
                  <a:lnTo>
                    <a:pt x="710" y="13"/>
                  </a:lnTo>
                  <a:lnTo>
                    <a:pt x="710" y="12"/>
                  </a:lnTo>
                  <a:lnTo>
                    <a:pt x="711" y="11"/>
                  </a:lnTo>
                  <a:lnTo>
                    <a:pt x="713" y="10"/>
                  </a:lnTo>
                  <a:lnTo>
                    <a:pt x="713" y="9"/>
                  </a:lnTo>
                  <a:lnTo>
                    <a:pt x="714" y="7"/>
                  </a:lnTo>
                  <a:lnTo>
                    <a:pt x="714" y="6"/>
                  </a:lnTo>
                  <a:lnTo>
                    <a:pt x="715" y="5"/>
                  </a:lnTo>
                  <a:lnTo>
                    <a:pt x="716" y="3"/>
                  </a:lnTo>
                  <a:lnTo>
                    <a:pt x="716" y="1"/>
                  </a:lnTo>
                  <a:lnTo>
                    <a:pt x="717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36" name="Freeform 253">
              <a:extLst>
                <a:ext uri="{FF2B5EF4-FFF2-40B4-BE49-F238E27FC236}">
                  <a16:creationId xmlns:a16="http://schemas.microsoft.com/office/drawing/2014/main" id="{CDC93B91-0B70-44F8-80BE-31763B5BC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228"/>
              <a:ext cx="42" cy="144"/>
            </a:xfrm>
            <a:custGeom>
              <a:avLst/>
              <a:gdLst>
                <a:gd name="T0" fmla="*/ 0 w 86"/>
                <a:gd name="T1" fmla="*/ 1 h 287"/>
                <a:gd name="T2" fmla="*/ 0 w 86"/>
                <a:gd name="T3" fmla="*/ 1 h 287"/>
                <a:gd name="T4" fmla="*/ 0 w 86"/>
                <a:gd name="T5" fmla="*/ 1 h 287"/>
                <a:gd name="T6" fmla="*/ 0 w 86"/>
                <a:gd name="T7" fmla="*/ 1 h 287"/>
                <a:gd name="T8" fmla="*/ 0 w 86"/>
                <a:gd name="T9" fmla="*/ 1 h 287"/>
                <a:gd name="T10" fmla="*/ 0 w 86"/>
                <a:gd name="T11" fmla="*/ 1 h 287"/>
                <a:gd name="T12" fmla="*/ 0 w 86"/>
                <a:gd name="T13" fmla="*/ 1 h 287"/>
                <a:gd name="T14" fmla="*/ 0 w 86"/>
                <a:gd name="T15" fmla="*/ 1 h 287"/>
                <a:gd name="T16" fmla="*/ 0 w 86"/>
                <a:gd name="T17" fmla="*/ 1 h 287"/>
                <a:gd name="T18" fmla="*/ 0 w 86"/>
                <a:gd name="T19" fmla="*/ 1 h 287"/>
                <a:gd name="T20" fmla="*/ 0 w 86"/>
                <a:gd name="T21" fmla="*/ 1 h 287"/>
                <a:gd name="T22" fmla="*/ 0 w 86"/>
                <a:gd name="T23" fmla="*/ 1 h 287"/>
                <a:gd name="T24" fmla="*/ 0 w 86"/>
                <a:gd name="T25" fmla="*/ 1 h 287"/>
                <a:gd name="T26" fmla="*/ 0 w 86"/>
                <a:gd name="T27" fmla="*/ 1 h 287"/>
                <a:gd name="T28" fmla="*/ 0 w 86"/>
                <a:gd name="T29" fmla="*/ 1 h 287"/>
                <a:gd name="T30" fmla="*/ 0 w 86"/>
                <a:gd name="T31" fmla="*/ 1 h 287"/>
                <a:gd name="T32" fmla="*/ 0 w 86"/>
                <a:gd name="T33" fmla="*/ 1 h 287"/>
                <a:gd name="T34" fmla="*/ 0 w 86"/>
                <a:gd name="T35" fmla="*/ 1 h 287"/>
                <a:gd name="T36" fmla="*/ 0 w 86"/>
                <a:gd name="T37" fmla="*/ 1 h 287"/>
                <a:gd name="T38" fmla="*/ 0 w 86"/>
                <a:gd name="T39" fmla="*/ 1 h 287"/>
                <a:gd name="T40" fmla="*/ 0 w 86"/>
                <a:gd name="T41" fmla="*/ 1 h 287"/>
                <a:gd name="T42" fmla="*/ 0 w 86"/>
                <a:gd name="T43" fmla="*/ 1 h 287"/>
                <a:gd name="T44" fmla="*/ 0 w 86"/>
                <a:gd name="T45" fmla="*/ 1 h 287"/>
                <a:gd name="T46" fmla="*/ 0 w 86"/>
                <a:gd name="T47" fmla="*/ 1 h 287"/>
                <a:gd name="T48" fmla="*/ 0 w 86"/>
                <a:gd name="T49" fmla="*/ 1 h 287"/>
                <a:gd name="T50" fmla="*/ 0 w 86"/>
                <a:gd name="T51" fmla="*/ 1 h 287"/>
                <a:gd name="T52" fmla="*/ 0 w 86"/>
                <a:gd name="T53" fmla="*/ 1 h 287"/>
                <a:gd name="T54" fmla="*/ 0 w 86"/>
                <a:gd name="T55" fmla="*/ 1 h 287"/>
                <a:gd name="T56" fmla="*/ 0 w 86"/>
                <a:gd name="T57" fmla="*/ 1 h 287"/>
                <a:gd name="T58" fmla="*/ 0 w 86"/>
                <a:gd name="T59" fmla="*/ 1 h 287"/>
                <a:gd name="T60" fmla="*/ 0 w 86"/>
                <a:gd name="T61" fmla="*/ 1 h 287"/>
                <a:gd name="T62" fmla="*/ 0 w 86"/>
                <a:gd name="T63" fmla="*/ 1 h 287"/>
                <a:gd name="T64" fmla="*/ 0 w 86"/>
                <a:gd name="T65" fmla="*/ 1 h 287"/>
                <a:gd name="T66" fmla="*/ 0 w 86"/>
                <a:gd name="T67" fmla="*/ 1 h 287"/>
                <a:gd name="T68" fmla="*/ 0 w 86"/>
                <a:gd name="T69" fmla="*/ 1 h 287"/>
                <a:gd name="T70" fmla="*/ 0 w 86"/>
                <a:gd name="T71" fmla="*/ 1 h 287"/>
                <a:gd name="T72" fmla="*/ 0 w 86"/>
                <a:gd name="T73" fmla="*/ 1 h 287"/>
                <a:gd name="T74" fmla="*/ 0 w 86"/>
                <a:gd name="T75" fmla="*/ 1 h 287"/>
                <a:gd name="T76" fmla="*/ 0 w 86"/>
                <a:gd name="T77" fmla="*/ 1 h 287"/>
                <a:gd name="T78" fmla="*/ 0 w 86"/>
                <a:gd name="T79" fmla="*/ 1 h 287"/>
                <a:gd name="T80" fmla="*/ 0 w 86"/>
                <a:gd name="T81" fmla="*/ 1 h 287"/>
                <a:gd name="T82" fmla="*/ 0 w 86"/>
                <a:gd name="T83" fmla="*/ 1 h 287"/>
                <a:gd name="T84" fmla="*/ 0 w 86"/>
                <a:gd name="T85" fmla="*/ 1 h 287"/>
                <a:gd name="T86" fmla="*/ 0 w 86"/>
                <a:gd name="T87" fmla="*/ 1 h 287"/>
                <a:gd name="T88" fmla="*/ 0 w 86"/>
                <a:gd name="T89" fmla="*/ 1 h 287"/>
                <a:gd name="T90" fmla="*/ 0 w 86"/>
                <a:gd name="T91" fmla="*/ 1 h 287"/>
                <a:gd name="T92" fmla="*/ 0 w 86"/>
                <a:gd name="T93" fmla="*/ 1 h 287"/>
                <a:gd name="T94" fmla="*/ 0 w 86"/>
                <a:gd name="T95" fmla="*/ 1 h 287"/>
                <a:gd name="T96" fmla="*/ 0 w 86"/>
                <a:gd name="T97" fmla="*/ 1 h 287"/>
                <a:gd name="T98" fmla="*/ 0 w 86"/>
                <a:gd name="T99" fmla="*/ 1 h 287"/>
                <a:gd name="T100" fmla="*/ 0 w 86"/>
                <a:gd name="T101" fmla="*/ 1 h 287"/>
                <a:gd name="T102" fmla="*/ 0 w 86"/>
                <a:gd name="T103" fmla="*/ 1 h 287"/>
                <a:gd name="T104" fmla="*/ 0 w 86"/>
                <a:gd name="T105" fmla="*/ 1 h 287"/>
                <a:gd name="T106" fmla="*/ 0 w 86"/>
                <a:gd name="T107" fmla="*/ 1 h 287"/>
                <a:gd name="T108" fmla="*/ 0 w 86"/>
                <a:gd name="T109" fmla="*/ 1 h 287"/>
                <a:gd name="T110" fmla="*/ 0 w 86"/>
                <a:gd name="T111" fmla="*/ 1 h 287"/>
                <a:gd name="T112" fmla="*/ 0 w 86"/>
                <a:gd name="T113" fmla="*/ 1 h 2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7">
                  <a:moveTo>
                    <a:pt x="0" y="0"/>
                  </a:moveTo>
                  <a:lnTo>
                    <a:pt x="3" y="3"/>
                  </a:lnTo>
                  <a:lnTo>
                    <a:pt x="4" y="6"/>
                  </a:lnTo>
                  <a:lnTo>
                    <a:pt x="6" y="8"/>
                  </a:lnTo>
                  <a:lnTo>
                    <a:pt x="8" y="12"/>
                  </a:lnTo>
                  <a:lnTo>
                    <a:pt x="9" y="14"/>
                  </a:lnTo>
                  <a:lnTo>
                    <a:pt x="10" y="15"/>
                  </a:lnTo>
                  <a:lnTo>
                    <a:pt x="11" y="18"/>
                  </a:lnTo>
                  <a:lnTo>
                    <a:pt x="12" y="20"/>
                  </a:lnTo>
                  <a:lnTo>
                    <a:pt x="14" y="21"/>
                  </a:lnTo>
                  <a:lnTo>
                    <a:pt x="15" y="24"/>
                  </a:lnTo>
                  <a:lnTo>
                    <a:pt x="15" y="25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0"/>
                  </a:lnTo>
                  <a:lnTo>
                    <a:pt x="18" y="31"/>
                  </a:lnTo>
                  <a:lnTo>
                    <a:pt x="18" y="32"/>
                  </a:lnTo>
                  <a:lnTo>
                    <a:pt x="20" y="34"/>
                  </a:lnTo>
                  <a:lnTo>
                    <a:pt x="20" y="35"/>
                  </a:lnTo>
                  <a:lnTo>
                    <a:pt x="21" y="36"/>
                  </a:lnTo>
                  <a:lnTo>
                    <a:pt x="21" y="37"/>
                  </a:lnTo>
                  <a:lnTo>
                    <a:pt x="22" y="38"/>
                  </a:lnTo>
                  <a:lnTo>
                    <a:pt x="22" y="40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3" y="43"/>
                  </a:lnTo>
                  <a:lnTo>
                    <a:pt x="24" y="44"/>
                  </a:lnTo>
                  <a:lnTo>
                    <a:pt x="24" y="46"/>
                  </a:lnTo>
                  <a:lnTo>
                    <a:pt x="26" y="47"/>
                  </a:lnTo>
                  <a:lnTo>
                    <a:pt x="26" y="48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5"/>
                  </a:lnTo>
                  <a:lnTo>
                    <a:pt x="30" y="58"/>
                  </a:lnTo>
                  <a:lnTo>
                    <a:pt x="30" y="59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4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6"/>
                  </a:lnTo>
                  <a:lnTo>
                    <a:pt x="34" y="67"/>
                  </a:lnTo>
                  <a:lnTo>
                    <a:pt x="34" y="68"/>
                  </a:lnTo>
                  <a:lnTo>
                    <a:pt x="35" y="70"/>
                  </a:lnTo>
                  <a:lnTo>
                    <a:pt x="35" y="71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4"/>
                  </a:lnTo>
                  <a:lnTo>
                    <a:pt x="38" y="74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9" y="78"/>
                  </a:lnTo>
                  <a:lnTo>
                    <a:pt x="39" y="79"/>
                  </a:lnTo>
                  <a:lnTo>
                    <a:pt x="39" y="80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3" y="89"/>
                  </a:lnTo>
                  <a:lnTo>
                    <a:pt x="43" y="90"/>
                  </a:lnTo>
                  <a:lnTo>
                    <a:pt x="44" y="92"/>
                  </a:lnTo>
                  <a:lnTo>
                    <a:pt x="45" y="95"/>
                  </a:lnTo>
                  <a:lnTo>
                    <a:pt x="45" y="96"/>
                  </a:lnTo>
                  <a:lnTo>
                    <a:pt x="46" y="98"/>
                  </a:lnTo>
                  <a:lnTo>
                    <a:pt x="46" y="100"/>
                  </a:lnTo>
                  <a:lnTo>
                    <a:pt x="47" y="101"/>
                  </a:lnTo>
                  <a:lnTo>
                    <a:pt x="47" y="102"/>
                  </a:lnTo>
                  <a:lnTo>
                    <a:pt x="49" y="104"/>
                  </a:lnTo>
                  <a:lnTo>
                    <a:pt x="49" y="106"/>
                  </a:lnTo>
                  <a:lnTo>
                    <a:pt x="49" y="107"/>
                  </a:lnTo>
                  <a:lnTo>
                    <a:pt x="50" y="108"/>
                  </a:lnTo>
                  <a:lnTo>
                    <a:pt x="50" y="109"/>
                  </a:lnTo>
                  <a:lnTo>
                    <a:pt x="51" y="110"/>
                  </a:lnTo>
                  <a:lnTo>
                    <a:pt x="51" y="112"/>
                  </a:lnTo>
                  <a:lnTo>
                    <a:pt x="51" y="113"/>
                  </a:lnTo>
                  <a:lnTo>
                    <a:pt x="52" y="114"/>
                  </a:lnTo>
                  <a:lnTo>
                    <a:pt x="52" y="115"/>
                  </a:lnTo>
                  <a:lnTo>
                    <a:pt x="52" y="116"/>
                  </a:lnTo>
                  <a:lnTo>
                    <a:pt x="53" y="118"/>
                  </a:lnTo>
                  <a:lnTo>
                    <a:pt x="53" y="119"/>
                  </a:lnTo>
                  <a:lnTo>
                    <a:pt x="53" y="120"/>
                  </a:lnTo>
                  <a:lnTo>
                    <a:pt x="55" y="121"/>
                  </a:lnTo>
                  <a:lnTo>
                    <a:pt x="55" y="122"/>
                  </a:lnTo>
                  <a:lnTo>
                    <a:pt x="55" y="125"/>
                  </a:lnTo>
                  <a:lnTo>
                    <a:pt x="56" y="126"/>
                  </a:lnTo>
                  <a:lnTo>
                    <a:pt x="56" y="127"/>
                  </a:lnTo>
                  <a:lnTo>
                    <a:pt x="57" y="128"/>
                  </a:lnTo>
                  <a:lnTo>
                    <a:pt x="57" y="131"/>
                  </a:lnTo>
                  <a:lnTo>
                    <a:pt x="57" y="132"/>
                  </a:lnTo>
                  <a:lnTo>
                    <a:pt x="58" y="134"/>
                  </a:lnTo>
                  <a:lnTo>
                    <a:pt x="58" y="136"/>
                  </a:lnTo>
                  <a:lnTo>
                    <a:pt x="59" y="138"/>
                  </a:lnTo>
                  <a:lnTo>
                    <a:pt x="61" y="139"/>
                  </a:lnTo>
                  <a:lnTo>
                    <a:pt x="61" y="142"/>
                  </a:lnTo>
                  <a:lnTo>
                    <a:pt x="61" y="143"/>
                  </a:lnTo>
                  <a:lnTo>
                    <a:pt x="62" y="145"/>
                  </a:lnTo>
                  <a:lnTo>
                    <a:pt x="62" y="147"/>
                  </a:lnTo>
                  <a:lnTo>
                    <a:pt x="63" y="148"/>
                  </a:lnTo>
                  <a:lnTo>
                    <a:pt x="63" y="149"/>
                  </a:lnTo>
                  <a:lnTo>
                    <a:pt x="63" y="150"/>
                  </a:lnTo>
                  <a:lnTo>
                    <a:pt x="64" y="151"/>
                  </a:lnTo>
                  <a:lnTo>
                    <a:pt x="64" y="153"/>
                  </a:lnTo>
                  <a:lnTo>
                    <a:pt x="64" y="154"/>
                  </a:lnTo>
                  <a:lnTo>
                    <a:pt x="64" y="155"/>
                  </a:lnTo>
                  <a:lnTo>
                    <a:pt x="65" y="156"/>
                  </a:lnTo>
                  <a:lnTo>
                    <a:pt x="65" y="157"/>
                  </a:lnTo>
                  <a:lnTo>
                    <a:pt x="67" y="159"/>
                  </a:lnTo>
                  <a:lnTo>
                    <a:pt x="67" y="160"/>
                  </a:lnTo>
                  <a:lnTo>
                    <a:pt x="67" y="161"/>
                  </a:lnTo>
                  <a:lnTo>
                    <a:pt x="67" y="162"/>
                  </a:lnTo>
                  <a:lnTo>
                    <a:pt x="68" y="163"/>
                  </a:lnTo>
                  <a:lnTo>
                    <a:pt x="68" y="165"/>
                  </a:lnTo>
                  <a:lnTo>
                    <a:pt x="68" y="166"/>
                  </a:lnTo>
                  <a:lnTo>
                    <a:pt x="69" y="167"/>
                  </a:lnTo>
                  <a:lnTo>
                    <a:pt x="69" y="168"/>
                  </a:lnTo>
                  <a:lnTo>
                    <a:pt x="69" y="169"/>
                  </a:lnTo>
                  <a:lnTo>
                    <a:pt x="70" y="171"/>
                  </a:lnTo>
                  <a:lnTo>
                    <a:pt x="70" y="172"/>
                  </a:lnTo>
                  <a:lnTo>
                    <a:pt x="70" y="174"/>
                  </a:lnTo>
                  <a:lnTo>
                    <a:pt x="71" y="175"/>
                  </a:lnTo>
                  <a:lnTo>
                    <a:pt x="71" y="178"/>
                  </a:lnTo>
                  <a:lnTo>
                    <a:pt x="73" y="179"/>
                  </a:lnTo>
                  <a:lnTo>
                    <a:pt x="73" y="181"/>
                  </a:lnTo>
                  <a:lnTo>
                    <a:pt x="74" y="184"/>
                  </a:lnTo>
                  <a:lnTo>
                    <a:pt x="74" y="185"/>
                  </a:lnTo>
                  <a:lnTo>
                    <a:pt x="75" y="186"/>
                  </a:lnTo>
                  <a:lnTo>
                    <a:pt x="75" y="189"/>
                  </a:lnTo>
                  <a:lnTo>
                    <a:pt x="75" y="190"/>
                  </a:lnTo>
                  <a:lnTo>
                    <a:pt x="76" y="191"/>
                  </a:lnTo>
                  <a:lnTo>
                    <a:pt x="76" y="192"/>
                  </a:lnTo>
                  <a:lnTo>
                    <a:pt x="76" y="193"/>
                  </a:lnTo>
                  <a:lnTo>
                    <a:pt x="77" y="195"/>
                  </a:lnTo>
                  <a:lnTo>
                    <a:pt x="77" y="196"/>
                  </a:lnTo>
                  <a:lnTo>
                    <a:pt x="77" y="197"/>
                  </a:lnTo>
                  <a:lnTo>
                    <a:pt x="77" y="198"/>
                  </a:lnTo>
                  <a:lnTo>
                    <a:pt x="79" y="199"/>
                  </a:lnTo>
                  <a:lnTo>
                    <a:pt x="79" y="201"/>
                  </a:lnTo>
                  <a:lnTo>
                    <a:pt x="79" y="202"/>
                  </a:lnTo>
                  <a:lnTo>
                    <a:pt x="79" y="203"/>
                  </a:lnTo>
                  <a:lnTo>
                    <a:pt x="79" y="204"/>
                  </a:lnTo>
                  <a:lnTo>
                    <a:pt x="80" y="205"/>
                  </a:lnTo>
                  <a:lnTo>
                    <a:pt x="80" y="207"/>
                  </a:lnTo>
                  <a:lnTo>
                    <a:pt x="80" y="208"/>
                  </a:lnTo>
                  <a:lnTo>
                    <a:pt x="80" y="209"/>
                  </a:lnTo>
                  <a:lnTo>
                    <a:pt x="80" y="210"/>
                  </a:lnTo>
                  <a:lnTo>
                    <a:pt x="80" y="211"/>
                  </a:lnTo>
                  <a:lnTo>
                    <a:pt x="80" y="213"/>
                  </a:lnTo>
                  <a:lnTo>
                    <a:pt x="80" y="214"/>
                  </a:lnTo>
                  <a:lnTo>
                    <a:pt x="80" y="215"/>
                  </a:lnTo>
                  <a:lnTo>
                    <a:pt x="80" y="216"/>
                  </a:lnTo>
                  <a:lnTo>
                    <a:pt x="81" y="219"/>
                  </a:lnTo>
                  <a:lnTo>
                    <a:pt x="81" y="220"/>
                  </a:lnTo>
                  <a:lnTo>
                    <a:pt x="81" y="222"/>
                  </a:lnTo>
                  <a:lnTo>
                    <a:pt x="81" y="223"/>
                  </a:lnTo>
                  <a:lnTo>
                    <a:pt x="81" y="225"/>
                  </a:lnTo>
                  <a:lnTo>
                    <a:pt x="81" y="226"/>
                  </a:lnTo>
                  <a:lnTo>
                    <a:pt x="81" y="227"/>
                  </a:lnTo>
                  <a:lnTo>
                    <a:pt x="81" y="229"/>
                  </a:lnTo>
                  <a:lnTo>
                    <a:pt x="81" y="231"/>
                  </a:lnTo>
                  <a:lnTo>
                    <a:pt x="81" y="232"/>
                  </a:lnTo>
                  <a:lnTo>
                    <a:pt x="82" y="233"/>
                  </a:lnTo>
                  <a:lnTo>
                    <a:pt x="82" y="234"/>
                  </a:lnTo>
                  <a:lnTo>
                    <a:pt x="82" y="235"/>
                  </a:lnTo>
                  <a:lnTo>
                    <a:pt x="82" y="237"/>
                  </a:lnTo>
                  <a:lnTo>
                    <a:pt x="82" y="238"/>
                  </a:lnTo>
                  <a:lnTo>
                    <a:pt x="82" y="239"/>
                  </a:lnTo>
                  <a:lnTo>
                    <a:pt x="82" y="240"/>
                  </a:lnTo>
                  <a:lnTo>
                    <a:pt x="82" y="241"/>
                  </a:lnTo>
                  <a:lnTo>
                    <a:pt x="83" y="243"/>
                  </a:lnTo>
                  <a:lnTo>
                    <a:pt x="83" y="244"/>
                  </a:lnTo>
                  <a:lnTo>
                    <a:pt x="83" y="245"/>
                  </a:lnTo>
                  <a:lnTo>
                    <a:pt x="83" y="246"/>
                  </a:lnTo>
                  <a:lnTo>
                    <a:pt x="83" y="247"/>
                  </a:lnTo>
                  <a:lnTo>
                    <a:pt x="85" y="249"/>
                  </a:lnTo>
                  <a:lnTo>
                    <a:pt x="85" y="250"/>
                  </a:lnTo>
                  <a:lnTo>
                    <a:pt x="85" y="251"/>
                  </a:lnTo>
                  <a:lnTo>
                    <a:pt x="85" y="252"/>
                  </a:lnTo>
                  <a:lnTo>
                    <a:pt x="85" y="253"/>
                  </a:lnTo>
                  <a:lnTo>
                    <a:pt x="86" y="255"/>
                  </a:lnTo>
                  <a:lnTo>
                    <a:pt x="86" y="256"/>
                  </a:lnTo>
                  <a:lnTo>
                    <a:pt x="86" y="257"/>
                  </a:lnTo>
                  <a:lnTo>
                    <a:pt x="86" y="258"/>
                  </a:lnTo>
                  <a:lnTo>
                    <a:pt x="86" y="260"/>
                  </a:lnTo>
                  <a:lnTo>
                    <a:pt x="86" y="261"/>
                  </a:lnTo>
                  <a:lnTo>
                    <a:pt x="86" y="262"/>
                  </a:lnTo>
                  <a:lnTo>
                    <a:pt x="86" y="263"/>
                  </a:lnTo>
                  <a:lnTo>
                    <a:pt x="86" y="264"/>
                  </a:lnTo>
                  <a:lnTo>
                    <a:pt x="86" y="266"/>
                  </a:lnTo>
                  <a:lnTo>
                    <a:pt x="86" y="267"/>
                  </a:lnTo>
                  <a:lnTo>
                    <a:pt x="86" y="268"/>
                  </a:lnTo>
                  <a:lnTo>
                    <a:pt x="86" y="269"/>
                  </a:lnTo>
                  <a:lnTo>
                    <a:pt x="86" y="270"/>
                  </a:lnTo>
                  <a:lnTo>
                    <a:pt x="86" y="272"/>
                  </a:lnTo>
                  <a:lnTo>
                    <a:pt x="86" y="274"/>
                  </a:lnTo>
                  <a:lnTo>
                    <a:pt x="86" y="275"/>
                  </a:lnTo>
                  <a:lnTo>
                    <a:pt x="86" y="276"/>
                  </a:lnTo>
                  <a:lnTo>
                    <a:pt x="86" y="279"/>
                  </a:lnTo>
                  <a:lnTo>
                    <a:pt x="86" y="280"/>
                  </a:lnTo>
                  <a:lnTo>
                    <a:pt x="86" y="282"/>
                  </a:lnTo>
                  <a:lnTo>
                    <a:pt x="86" y="285"/>
                  </a:lnTo>
                  <a:lnTo>
                    <a:pt x="85" y="287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37" name="Freeform 254">
              <a:extLst>
                <a:ext uri="{FF2B5EF4-FFF2-40B4-BE49-F238E27FC236}">
                  <a16:creationId xmlns:a16="http://schemas.microsoft.com/office/drawing/2014/main" id="{7986EDDC-5B6B-404D-B92C-ECD62F5D7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371"/>
              <a:ext cx="42" cy="144"/>
            </a:xfrm>
            <a:custGeom>
              <a:avLst/>
              <a:gdLst>
                <a:gd name="T0" fmla="*/ 0 w 86"/>
                <a:gd name="T1" fmla="*/ 1 h 286"/>
                <a:gd name="T2" fmla="*/ 0 w 86"/>
                <a:gd name="T3" fmla="*/ 1 h 286"/>
                <a:gd name="T4" fmla="*/ 0 w 86"/>
                <a:gd name="T5" fmla="*/ 1 h 286"/>
                <a:gd name="T6" fmla="*/ 0 w 86"/>
                <a:gd name="T7" fmla="*/ 1 h 286"/>
                <a:gd name="T8" fmla="*/ 0 w 86"/>
                <a:gd name="T9" fmla="*/ 1 h 286"/>
                <a:gd name="T10" fmla="*/ 0 w 86"/>
                <a:gd name="T11" fmla="*/ 1 h 286"/>
                <a:gd name="T12" fmla="*/ 0 w 86"/>
                <a:gd name="T13" fmla="*/ 1 h 286"/>
                <a:gd name="T14" fmla="*/ 0 w 86"/>
                <a:gd name="T15" fmla="*/ 1 h 286"/>
                <a:gd name="T16" fmla="*/ 0 w 86"/>
                <a:gd name="T17" fmla="*/ 1 h 286"/>
                <a:gd name="T18" fmla="*/ 0 w 86"/>
                <a:gd name="T19" fmla="*/ 1 h 286"/>
                <a:gd name="T20" fmla="*/ 0 w 86"/>
                <a:gd name="T21" fmla="*/ 1 h 286"/>
                <a:gd name="T22" fmla="*/ 0 w 86"/>
                <a:gd name="T23" fmla="*/ 1 h 286"/>
                <a:gd name="T24" fmla="*/ 0 w 86"/>
                <a:gd name="T25" fmla="*/ 1 h 286"/>
                <a:gd name="T26" fmla="*/ 0 w 86"/>
                <a:gd name="T27" fmla="*/ 1 h 286"/>
                <a:gd name="T28" fmla="*/ 0 w 86"/>
                <a:gd name="T29" fmla="*/ 1 h 286"/>
                <a:gd name="T30" fmla="*/ 0 w 86"/>
                <a:gd name="T31" fmla="*/ 1 h 286"/>
                <a:gd name="T32" fmla="*/ 0 w 86"/>
                <a:gd name="T33" fmla="*/ 1 h 286"/>
                <a:gd name="T34" fmla="*/ 0 w 86"/>
                <a:gd name="T35" fmla="*/ 1 h 286"/>
                <a:gd name="T36" fmla="*/ 0 w 86"/>
                <a:gd name="T37" fmla="*/ 1 h 286"/>
                <a:gd name="T38" fmla="*/ 0 w 86"/>
                <a:gd name="T39" fmla="*/ 1 h 286"/>
                <a:gd name="T40" fmla="*/ 0 w 86"/>
                <a:gd name="T41" fmla="*/ 1 h 286"/>
                <a:gd name="T42" fmla="*/ 0 w 86"/>
                <a:gd name="T43" fmla="*/ 1 h 286"/>
                <a:gd name="T44" fmla="*/ 0 w 86"/>
                <a:gd name="T45" fmla="*/ 1 h 286"/>
                <a:gd name="T46" fmla="*/ 0 w 86"/>
                <a:gd name="T47" fmla="*/ 1 h 286"/>
                <a:gd name="T48" fmla="*/ 0 w 86"/>
                <a:gd name="T49" fmla="*/ 1 h 286"/>
                <a:gd name="T50" fmla="*/ 0 w 86"/>
                <a:gd name="T51" fmla="*/ 1 h 286"/>
                <a:gd name="T52" fmla="*/ 0 w 86"/>
                <a:gd name="T53" fmla="*/ 1 h 286"/>
                <a:gd name="T54" fmla="*/ 0 w 86"/>
                <a:gd name="T55" fmla="*/ 1 h 286"/>
                <a:gd name="T56" fmla="*/ 0 w 86"/>
                <a:gd name="T57" fmla="*/ 1 h 286"/>
                <a:gd name="T58" fmla="*/ 0 w 86"/>
                <a:gd name="T59" fmla="*/ 1 h 286"/>
                <a:gd name="T60" fmla="*/ 0 w 86"/>
                <a:gd name="T61" fmla="*/ 1 h 286"/>
                <a:gd name="T62" fmla="*/ 0 w 86"/>
                <a:gd name="T63" fmla="*/ 1 h 286"/>
                <a:gd name="T64" fmla="*/ 0 w 86"/>
                <a:gd name="T65" fmla="*/ 1 h 286"/>
                <a:gd name="T66" fmla="*/ 0 w 86"/>
                <a:gd name="T67" fmla="*/ 1 h 286"/>
                <a:gd name="T68" fmla="*/ 0 w 86"/>
                <a:gd name="T69" fmla="*/ 1 h 286"/>
                <a:gd name="T70" fmla="*/ 0 w 86"/>
                <a:gd name="T71" fmla="*/ 1 h 286"/>
                <a:gd name="T72" fmla="*/ 0 w 86"/>
                <a:gd name="T73" fmla="*/ 1 h 286"/>
                <a:gd name="T74" fmla="*/ 0 w 86"/>
                <a:gd name="T75" fmla="*/ 1 h 286"/>
                <a:gd name="T76" fmla="*/ 0 w 86"/>
                <a:gd name="T77" fmla="*/ 1 h 286"/>
                <a:gd name="T78" fmla="*/ 0 w 86"/>
                <a:gd name="T79" fmla="*/ 1 h 286"/>
                <a:gd name="T80" fmla="*/ 0 w 86"/>
                <a:gd name="T81" fmla="*/ 1 h 286"/>
                <a:gd name="T82" fmla="*/ 0 w 86"/>
                <a:gd name="T83" fmla="*/ 1 h 286"/>
                <a:gd name="T84" fmla="*/ 0 w 86"/>
                <a:gd name="T85" fmla="*/ 1 h 286"/>
                <a:gd name="T86" fmla="*/ 0 w 86"/>
                <a:gd name="T87" fmla="*/ 1 h 286"/>
                <a:gd name="T88" fmla="*/ 0 w 86"/>
                <a:gd name="T89" fmla="*/ 1 h 286"/>
                <a:gd name="T90" fmla="*/ 0 w 86"/>
                <a:gd name="T91" fmla="*/ 1 h 286"/>
                <a:gd name="T92" fmla="*/ 0 w 86"/>
                <a:gd name="T93" fmla="*/ 1 h 286"/>
                <a:gd name="T94" fmla="*/ 0 w 86"/>
                <a:gd name="T95" fmla="*/ 1 h 286"/>
                <a:gd name="T96" fmla="*/ 0 w 86"/>
                <a:gd name="T97" fmla="*/ 1 h 286"/>
                <a:gd name="T98" fmla="*/ 0 w 86"/>
                <a:gd name="T99" fmla="*/ 1 h 286"/>
                <a:gd name="T100" fmla="*/ 0 w 86"/>
                <a:gd name="T101" fmla="*/ 1 h 286"/>
                <a:gd name="T102" fmla="*/ 0 w 86"/>
                <a:gd name="T103" fmla="*/ 1 h 286"/>
                <a:gd name="T104" fmla="*/ 0 w 86"/>
                <a:gd name="T105" fmla="*/ 1 h 286"/>
                <a:gd name="T106" fmla="*/ 0 w 86"/>
                <a:gd name="T107" fmla="*/ 1 h 286"/>
                <a:gd name="T108" fmla="*/ 0 w 86"/>
                <a:gd name="T109" fmla="*/ 1 h 286"/>
                <a:gd name="T110" fmla="*/ 0 w 86"/>
                <a:gd name="T111" fmla="*/ 1 h 286"/>
                <a:gd name="T112" fmla="*/ 0 w 86"/>
                <a:gd name="T113" fmla="*/ 1 h 2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6">
                  <a:moveTo>
                    <a:pt x="0" y="286"/>
                  </a:moveTo>
                  <a:lnTo>
                    <a:pt x="3" y="284"/>
                  </a:lnTo>
                  <a:lnTo>
                    <a:pt x="4" y="280"/>
                  </a:lnTo>
                  <a:lnTo>
                    <a:pt x="6" y="278"/>
                  </a:lnTo>
                  <a:lnTo>
                    <a:pt x="8" y="275"/>
                  </a:lnTo>
                  <a:lnTo>
                    <a:pt x="9" y="273"/>
                  </a:lnTo>
                  <a:lnTo>
                    <a:pt x="10" y="270"/>
                  </a:lnTo>
                  <a:lnTo>
                    <a:pt x="11" y="268"/>
                  </a:lnTo>
                  <a:lnTo>
                    <a:pt x="12" y="267"/>
                  </a:lnTo>
                  <a:lnTo>
                    <a:pt x="14" y="264"/>
                  </a:lnTo>
                  <a:lnTo>
                    <a:pt x="15" y="263"/>
                  </a:lnTo>
                  <a:lnTo>
                    <a:pt x="15" y="261"/>
                  </a:lnTo>
                  <a:lnTo>
                    <a:pt x="16" y="260"/>
                  </a:lnTo>
                  <a:lnTo>
                    <a:pt x="17" y="258"/>
                  </a:lnTo>
                  <a:lnTo>
                    <a:pt x="17" y="257"/>
                  </a:lnTo>
                  <a:lnTo>
                    <a:pt x="18" y="255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0" y="251"/>
                  </a:lnTo>
                  <a:lnTo>
                    <a:pt x="21" y="250"/>
                  </a:lnTo>
                  <a:lnTo>
                    <a:pt x="21" y="249"/>
                  </a:lnTo>
                  <a:lnTo>
                    <a:pt x="22" y="249"/>
                  </a:lnTo>
                  <a:lnTo>
                    <a:pt x="22" y="248"/>
                  </a:lnTo>
                  <a:lnTo>
                    <a:pt x="23" y="246"/>
                  </a:lnTo>
                  <a:lnTo>
                    <a:pt x="23" y="245"/>
                  </a:lnTo>
                  <a:lnTo>
                    <a:pt x="23" y="244"/>
                  </a:lnTo>
                  <a:lnTo>
                    <a:pt x="24" y="243"/>
                  </a:lnTo>
                  <a:lnTo>
                    <a:pt x="24" y="242"/>
                  </a:lnTo>
                  <a:lnTo>
                    <a:pt x="26" y="240"/>
                  </a:lnTo>
                  <a:lnTo>
                    <a:pt x="26" y="238"/>
                  </a:lnTo>
                  <a:lnTo>
                    <a:pt x="27" y="237"/>
                  </a:lnTo>
                  <a:lnTo>
                    <a:pt x="27" y="236"/>
                  </a:lnTo>
                  <a:lnTo>
                    <a:pt x="28" y="234"/>
                  </a:lnTo>
                  <a:lnTo>
                    <a:pt x="28" y="232"/>
                  </a:lnTo>
                  <a:lnTo>
                    <a:pt x="29" y="231"/>
                  </a:lnTo>
                  <a:lnTo>
                    <a:pt x="30" y="230"/>
                  </a:lnTo>
                  <a:lnTo>
                    <a:pt x="30" y="228"/>
                  </a:lnTo>
                  <a:lnTo>
                    <a:pt x="30" y="227"/>
                  </a:lnTo>
                  <a:lnTo>
                    <a:pt x="32" y="226"/>
                  </a:lnTo>
                  <a:lnTo>
                    <a:pt x="32" y="225"/>
                  </a:lnTo>
                  <a:lnTo>
                    <a:pt x="33" y="224"/>
                  </a:lnTo>
                  <a:lnTo>
                    <a:pt x="33" y="222"/>
                  </a:lnTo>
                  <a:lnTo>
                    <a:pt x="33" y="221"/>
                  </a:lnTo>
                  <a:lnTo>
                    <a:pt x="34" y="220"/>
                  </a:lnTo>
                  <a:lnTo>
                    <a:pt x="34" y="219"/>
                  </a:lnTo>
                  <a:lnTo>
                    <a:pt x="35" y="218"/>
                  </a:lnTo>
                  <a:lnTo>
                    <a:pt x="35" y="216"/>
                  </a:lnTo>
                  <a:lnTo>
                    <a:pt x="35" y="215"/>
                  </a:lnTo>
                  <a:lnTo>
                    <a:pt x="37" y="214"/>
                  </a:lnTo>
                  <a:lnTo>
                    <a:pt x="37" y="213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09"/>
                  </a:lnTo>
                  <a:lnTo>
                    <a:pt x="39" y="208"/>
                  </a:lnTo>
                  <a:lnTo>
                    <a:pt x="39" y="207"/>
                  </a:lnTo>
                  <a:lnTo>
                    <a:pt x="39" y="206"/>
                  </a:lnTo>
                  <a:lnTo>
                    <a:pt x="40" y="204"/>
                  </a:lnTo>
                  <a:lnTo>
                    <a:pt x="40" y="203"/>
                  </a:lnTo>
                  <a:lnTo>
                    <a:pt x="41" y="201"/>
                  </a:lnTo>
                  <a:lnTo>
                    <a:pt x="41" y="199"/>
                  </a:lnTo>
                  <a:lnTo>
                    <a:pt x="43" y="198"/>
                  </a:lnTo>
                  <a:lnTo>
                    <a:pt x="43" y="196"/>
                  </a:lnTo>
                  <a:lnTo>
                    <a:pt x="44" y="193"/>
                  </a:lnTo>
                  <a:lnTo>
                    <a:pt x="45" y="192"/>
                  </a:lnTo>
                  <a:lnTo>
                    <a:pt x="45" y="190"/>
                  </a:lnTo>
                  <a:lnTo>
                    <a:pt x="46" y="189"/>
                  </a:lnTo>
                  <a:lnTo>
                    <a:pt x="46" y="186"/>
                  </a:lnTo>
                  <a:lnTo>
                    <a:pt x="47" y="185"/>
                  </a:lnTo>
                  <a:lnTo>
                    <a:pt x="47" y="184"/>
                  </a:lnTo>
                  <a:lnTo>
                    <a:pt x="49" y="183"/>
                  </a:lnTo>
                  <a:lnTo>
                    <a:pt x="49" y="181"/>
                  </a:lnTo>
                  <a:lnTo>
                    <a:pt x="49" y="180"/>
                  </a:lnTo>
                  <a:lnTo>
                    <a:pt x="50" y="179"/>
                  </a:lnTo>
                  <a:lnTo>
                    <a:pt x="50" y="178"/>
                  </a:lnTo>
                  <a:lnTo>
                    <a:pt x="51" y="177"/>
                  </a:lnTo>
                  <a:lnTo>
                    <a:pt x="51" y="175"/>
                  </a:lnTo>
                  <a:lnTo>
                    <a:pt x="51" y="174"/>
                  </a:lnTo>
                  <a:lnTo>
                    <a:pt x="51" y="173"/>
                  </a:lnTo>
                  <a:lnTo>
                    <a:pt x="52" y="172"/>
                  </a:lnTo>
                  <a:lnTo>
                    <a:pt x="52" y="171"/>
                  </a:lnTo>
                  <a:lnTo>
                    <a:pt x="53" y="169"/>
                  </a:lnTo>
                  <a:lnTo>
                    <a:pt x="53" y="168"/>
                  </a:lnTo>
                  <a:lnTo>
                    <a:pt x="53" y="167"/>
                  </a:lnTo>
                  <a:lnTo>
                    <a:pt x="53" y="166"/>
                  </a:lnTo>
                  <a:lnTo>
                    <a:pt x="55" y="165"/>
                  </a:lnTo>
                  <a:lnTo>
                    <a:pt x="55" y="163"/>
                  </a:lnTo>
                  <a:lnTo>
                    <a:pt x="55" y="162"/>
                  </a:lnTo>
                  <a:lnTo>
                    <a:pt x="56" y="161"/>
                  </a:lnTo>
                  <a:lnTo>
                    <a:pt x="56" y="160"/>
                  </a:lnTo>
                  <a:lnTo>
                    <a:pt x="57" y="157"/>
                  </a:lnTo>
                  <a:lnTo>
                    <a:pt x="57" y="156"/>
                  </a:lnTo>
                  <a:lnTo>
                    <a:pt x="57" y="154"/>
                  </a:lnTo>
                  <a:lnTo>
                    <a:pt x="58" y="153"/>
                  </a:lnTo>
                  <a:lnTo>
                    <a:pt x="58" y="150"/>
                  </a:lnTo>
                  <a:lnTo>
                    <a:pt x="59" y="149"/>
                  </a:lnTo>
                  <a:lnTo>
                    <a:pt x="61" y="147"/>
                  </a:lnTo>
                  <a:lnTo>
                    <a:pt x="61" y="145"/>
                  </a:lnTo>
                  <a:lnTo>
                    <a:pt x="61" y="143"/>
                  </a:lnTo>
                  <a:lnTo>
                    <a:pt x="62" y="142"/>
                  </a:lnTo>
                  <a:lnTo>
                    <a:pt x="62" y="141"/>
                  </a:lnTo>
                  <a:lnTo>
                    <a:pt x="63" y="139"/>
                  </a:lnTo>
                  <a:lnTo>
                    <a:pt x="63" y="137"/>
                  </a:lnTo>
                  <a:lnTo>
                    <a:pt x="63" y="136"/>
                  </a:lnTo>
                  <a:lnTo>
                    <a:pt x="64" y="135"/>
                  </a:lnTo>
                  <a:lnTo>
                    <a:pt x="64" y="133"/>
                  </a:lnTo>
                  <a:lnTo>
                    <a:pt x="64" y="132"/>
                  </a:lnTo>
                  <a:lnTo>
                    <a:pt x="65" y="131"/>
                  </a:lnTo>
                  <a:lnTo>
                    <a:pt x="65" y="130"/>
                  </a:lnTo>
                  <a:lnTo>
                    <a:pt x="65" y="129"/>
                  </a:lnTo>
                  <a:lnTo>
                    <a:pt x="67" y="127"/>
                  </a:lnTo>
                  <a:lnTo>
                    <a:pt x="67" y="126"/>
                  </a:lnTo>
                  <a:lnTo>
                    <a:pt x="67" y="125"/>
                  </a:lnTo>
                  <a:lnTo>
                    <a:pt x="68" y="124"/>
                  </a:lnTo>
                  <a:lnTo>
                    <a:pt x="68" y="123"/>
                  </a:lnTo>
                  <a:lnTo>
                    <a:pt x="68" y="121"/>
                  </a:lnTo>
                  <a:lnTo>
                    <a:pt x="69" y="120"/>
                  </a:lnTo>
                  <a:lnTo>
                    <a:pt x="69" y="119"/>
                  </a:lnTo>
                  <a:lnTo>
                    <a:pt x="69" y="117"/>
                  </a:lnTo>
                  <a:lnTo>
                    <a:pt x="70" y="115"/>
                  </a:lnTo>
                  <a:lnTo>
                    <a:pt x="70" y="114"/>
                  </a:lnTo>
                  <a:lnTo>
                    <a:pt x="70" y="113"/>
                  </a:lnTo>
                  <a:lnTo>
                    <a:pt x="71" y="111"/>
                  </a:lnTo>
                  <a:lnTo>
                    <a:pt x="71" y="109"/>
                  </a:lnTo>
                  <a:lnTo>
                    <a:pt x="73" y="107"/>
                  </a:lnTo>
                  <a:lnTo>
                    <a:pt x="73" y="105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5" y="100"/>
                  </a:lnTo>
                  <a:lnTo>
                    <a:pt x="75" y="99"/>
                  </a:lnTo>
                  <a:lnTo>
                    <a:pt x="75" y="96"/>
                  </a:lnTo>
                  <a:lnTo>
                    <a:pt x="76" y="95"/>
                  </a:lnTo>
                  <a:lnTo>
                    <a:pt x="76" y="94"/>
                  </a:lnTo>
                  <a:lnTo>
                    <a:pt x="76" y="93"/>
                  </a:lnTo>
                  <a:lnTo>
                    <a:pt x="77" y="91"/>
                  </a:lnTo>
                  <a:lnTo>
                    <a:pt x="77" y="90"/>
                  </a:lnTo>
                  <a:lnTo>
                    <a:pt x="77" y="89"/>
                  </a:lnTo>
                  <a:lnTo>
                    <a:pt x="79" y="88"/>
                  </a:lnTo>
                  <a:lnTo>
                    <a:pt x="79" y="87"/>
                  </a:lnTo>
                  <a:lnTo>
                    <a:pt x="79" y="85"/>
                  </a:lnTo>
                  <a:lnTo>
                    <a:pt x="79" y="84"/>
                  </a:lnTo>
                  <a:lnTo>
                    <a:pt x="79" y="83"/>
                  </a:lnTo>
                  <a:lnTo>
                    <a:pt x="79" y="82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0" y="78"/>
                  </a:lnTo>
                  <a:lnTo>
                    <a:pt x="80" y="77"/>
                  </a:lnTo>
                  <a:lnTo>
                    <a:pt x="80" y="76"/>
                  </a:lnTo>
                  <a:lnTo>
                    <a:pt x="80" y="74"/>
                  </a:lnTo>
                  <a:lnTo>
                    <a:pt x="80" y="72"/>
                  </a:lnTo>
                  <a:lnTo>
                    <a:pt x="80" y="71"/>
                  </a:lnTo>
                  <a:lnTo>
                    <a:pt x="80" y="70"/>
                  </a:lnTo>
                  <a:lnTo>
                    <a:pt x="81" y="68"/>
                  </a:lnTo>
                  <a:lnTo>
                    <a:pt x="81" y="66"/>
                  </a:lnTo>
                  <a:lnTo>
                    <a:pt x="81" y="65"/>
                  </a:lnTo>
                  <a:lnTo>
                    <a:pt x="81" y="62"/>
                  </a:lnTo>
                  <a:lnTo>
                    <a:pt x="81" y="61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1" y="58"/>
                  </a:lnTo>
                  <a:lnTo>
                    <a:pt x="81" y="56"/>
                  </a:lnTo>
                  <a:lnTo>
                    <a:pt x="81" y="55"/>
                  </a:lnTo>
                  <a:lnTo>
                    <a:pt x="81" y="54"/>
                  </a:lnTo>
                  <a:lnTo>
                    <a:pt x="82" y="53"/>
                  </a:lnTo>
                  <a:lnTo>
                    <a:pt x="82" y="52"/>
                  </a:lnTo>
                  <a:lnTo>
                    <a:pt x="82" y="50"/>
                  </a:lnTo>
                  <a:lnTo>
                    <a:pt x="82" y="49"/>
                  </a:lnTo>
                  <a:lnTo>
                    <a:pt x="82" y="48"/>
                  </a:lnTo>
                  <a:lnTo>
                    <a:pt x="82" y="47"/>
                  </a:lnTo>
                  <a:lnTo>
                    <a:pt x="82" y="46"/>
                  </a:lnTo>
                  <a:lnTo>
                    <a:pt x="82" y="44"/>
                  </a:lnTo>
                  <a:lnTo>
                    <a:pt x="83" y="43"/>
                  </a:lnTo>
                  <a:lnTo>
                    <a:pt x="83" y="42"/>
                  </a:lnTo>
                  <a:lnTo>
                    <a:pt x="83" y="41"/>
                  </a:lnTo>
                  <a:lnTo>
                    <a:pt x="83" y="40"/>
                  </a:lnTo>
                  <a:lnTo>
                    <a:pt x="85" y="38"/>
                  </a:lnTo>
                  <a:lnTo>
                    <a:pt x="85" y="37"/>
                  </a:lnTo>
                  <a:lnTo>
                    <a:pt x="85" y="36"/>
                  </a:lnTo>
                  <a:lnTo>
                    <a:pt x="85" y="35"/>
                  </a:lnTo>
                  <a:lnTo>
                    <a:pt x="85" y="34"/>
                  </a:lnTo>
                  <a:lnTo>
                    <a:pt x="85" y="32"/>
                  </a:lnTo>
                  <a:lnTo>
                    <a:pt x="86" y="31"/>
                  </a:lnTo>
                  <a:lnTo>
                    <a:pt x="86" y="30"/>
                  </a:lnTo>
                  <a:lnTo>
                    <a:pt x="86" y="29"/>
                  </a:lnTo>
                  <a:lnTo>
                    <a:pt x="86" y="28"/>
                  </a:lnTo>
                  <a:lnTo>
                    <a:pt x="86" y="26"/>
                  </a:lnTo>
                  <a:lnTo>
                    <a:pt x="86" y="25"/>
                  </a:lnTo>
                  <a:lnTo>
                    <a:pt x="86" y="24"/>
                  </a:lnTo>
                  <a:lnTo>
                    <a:pt x="86" y="23"/>
                  </a:lnTo>
                  <a:lnTo>
                    <a:pt x="86" y="22"/>
                  </a:lnTo>
                  <a:lnTo>
                    <a:pt x="86" y="20"/>
                  </a:lnTo>
                  <a:lnTo>
                    <a:pt x="86" y="19"/>
                  </a:lnTo>
                  <a:lnTo>
                    <a:pt x="86" y="18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6" y="14"/>
                  </a:lnTo>
                  <a:lnTo>
                    <a:pt x="86" y="13"/>
                  </a:lnTo>
                  <a:lnTo>
                    <a:pt x="86" y="12"/>
                  </a:lnTo>
                  <a:lnTo>
                    <a:pt x="86" y="10"/>
                  </a:lnTo>
                  <a:lnTo>
                    <a:pt x="86" y="8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6" y="2"/>
                  </a:lnTo>
                  <a:lnTo>
                    <a:pt x="85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38" name="Freeform 255">
              <a:extLst>
                <a:ext uri="{FF2B5EF4-FFF2-40B4-BE49-F238E27FC236}">
                  <a16:creationId xmlns:a16="http://schemas.microsoft.com/office/drawing/2014/main" id="{DD7276DC-6CDD-41EA-BA2E-1B1479BB5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097"/>
              <a:ext cx="349" cy="167"/>
            </a:xfrm>
            <a:custGeom>
              <a:avLst/>
              <a:gdLst>
                <a:gd name="T0" fmla="*/ 4 w 505"/>
                <a:gd name="T1" fmla="*/ 0 h 337"/>
                <a:gd name="T2" fmla="*/ 4 w 505"/>
                <a:gd name="T3" fmla="*/ 0 h 337"/>
                <a:gd name="T4" fmla="*/ 0 w 505"/>
                <a:gd name="T5" fmla="*/ 0 h 3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5" h="337">
                  <a:moveTo>
                    <a:pt x="505" y="337"/>
                  </a:moveTo>
                  <a:lnTo>
                    <a:pt x="505" y="0"/>
                  </a:lnTo>
                  <a:lnTo>
                    <a:pt x="0" y="0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39" name="Freeform 256">
              <a:extLst>
                <a:ext uri="{FF2B5EF4-FFF2-40B4-BE49-F238E27FC236}">
                  <a16:creationId xmlns:a16="http://schemas.microsoft.com/office/drawing/2014/main" id="{84378723-5139-45B3-B89D-F103FB9B6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454"/>
              <a:ext cx="253" cy="169"/>
            </a:xfrm>
            <a:custGeom>
              <a:avLst/>
              <a:gdLst>
                <a:gd name="T0" fmla="*/ 1 w 505"/>
                <a:gd name="T1" fmla="*/ 0 h 336"/>
                <a:gd name="T2" fmla="*/ 1 w 505"/>
                <a:gd name="T3" fmla="*/ 1 h 336"/>
                <a:gd name="T4" fmla="*/ 0 w 505"/>
                <a:gd name="T5" fmla="*/ 1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5" h="336">
                  <a:moveTo>
                    <a:pt x="505" y="0"/>
                  </a:moveTo>
                  <a:lnTo>
                    <a:pt x="505" y="336"/>
                  </a:lnTo>
                  <a:lnTo>
                    <a:pt x="0" y="336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40" name="Line 257">
              <a:extLst>
                <a:ext uri="{FF2B5EF4-FFF2-40B4-BE49-F238E27FC236}">
                  <a16:creationId xmlns:a16="http://schemas.microsoft.com/office/drawing/2014/main" id="{35E76E15-5EEF-4D4A-841D-42EA4A32F4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05" y="2118"/>
              <a:ext cx="253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41" name="Line 258">
              <a:extLst>
                <a:ext uri="{FF2B5EF4-FFF2-40B4-BE49-F238E27FC236}">
                  <a16:creationId xmlns:a16="http://schemas.microsoft.com/office/drawing/2014/main" id="{9641BE51-F325-413C-879D-3DA8C82F67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58" y="1433"/>
              <a:ext cx="1" cy="853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42" name="Line 259">
              <a:extLst>
                <a:ext uri="{FF2B5EF4-FFF2-40B4-BE49-F238E27FC236}">
                  <a16:creationId xmlns:a16="http://schemas.microsoft.com/office/drawing/2014/main" id="{981C3738-C7C9-4205-B155-1CEEF684DE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05" y="1601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43" name="Freeform 260">
              <a:extLst>
                <a:ext uri="{FF2B5EF4-FFF2-40B4-BE49-F238E27FC236}">
                  <a16:creationId xmlns:a16="http://schemas.microsoft.com/office/drawing/2014/main" id="{33257361-923D-4F65-9C51-C8C641C62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589"/>
              <a:ext cx="24" cy="24"/>
            </a:xfrm>
            <a:custGeom>
              <a:avLst/>
              <a:gdLst>
                <a:gd name="T0" fmla="*/ 0 w 48"/>
                <a:gd name="T1" fmla="*/ 1 h 48"/>
                <a:gd name="T2" fmla="*/ 1 w 48"/>
                <a:gd name="T3" fmla="*/ 1 h 48"/>
                <a:gd name="T4" fmla="*/ 1 w 48"/>
                <a:gd name="T5" fmla="*/ 1 h 48"/>
                <a:gd name="T6" fmla="*/ 1 w 48"/>
                <a:gd name="T7" fmla="*/ 1 h 48"/>
                <a:gd name="T8" fmla="*/ 1 w 48"/>
                <a:gd name="T9" fmla="*/ 1 h 48"/>
                <a:gd name="T10" fmla="*/ 1 w 48"/>
                <a:gd name="T11" fmla="*/ 1 h 48"/>
                <a:gd name="T12" fmla="*/ 1 w 48"/>
                <a:gd name="T13" fmla="*/ 1 h 48"/>
                <a:gd name="T14" fmla="*/ 1 w 48"/>
                <a:gd name="T15" fmla="*/ 1 h 48"/>
                <a:gd name="T16" fmla="*/ 1 w 48"/>
                <a:gd name="T17" fmla="*/ 1 h 48"/>
                <a:gd name="T18" fmla="*/ 1 w 48"/>
                <a:gd name="T19" fmla="*/ 0 h 48"/>
                <a:gd name="T20" fmla="*/ 1 w 48"/>
                <a:gd name="T21" fmla="*/ 0 h 48"/>
                <a:gd name="T22" fmla="*/ 1 w 48"/>
                <a:gd name="T23" fmla="*/ 0 h 48"/>
                <a:gd name="T24" fmla="*/ 1 w 48"/>
                <a:gd name="T25" fmla="*/ 0 h 48"/>
                <a:gd name="T26" fmla="*/ 1 w 48"/>
                <a:gd name="T27" fmla="*/ 1 h 48"/>
                <a:gd name="T28" fmla="*/ 1 w 48"/>
                <a:gd name="T29" fmla="*/ 1 h 48"/>
                <a:gd name="T30" fmla="*/ 1 w 48"/>
                <a:gd name="T31" fmla="*/ 1 h 48"/>
                <a:gd name="T32" fmla="*/ 1 w 48"/>
                <a:gd name="T33" fmla="*/ 1 h 48"/>
                <a:gd name="T34" fmla="*/ 1 w 48"/>
                <a:gd name="T35" fmla="*/ 1 h 48"/>
                <a:gd name="T36" fmla="*/ 1 w 48"/>
                <a:gd name="T37" fmla="*/ 1 h 48"/>
                <a:gd name="T38" fmla="*/ 1 w 48"/>
                <a:gd name="T39" fmla="*/ 1 h 48"/>
                <a:gd name="T40" fmla="*/ 1 w 48"/>
                <a:gd name="T41" fmla="*/ 1 h 48"/>
                <a:gd name="T42" fmla="*/ 1 w 48"/>
                <a:gd name="T43" fmla="*/ 1 h 48"/>
                <a:gd name="T44" fmla="*/ 1 w 48"/>
                <a:gd name="T45" fmla="*/ 1 h 48"/>
                <a:gd name="T46" fmla="*/ 1 w 48"/>
                <a:gd name="T47" fmla="*/ 1 h 48"/>
                <a:gd name="T48" fmla="*/ 1 w 48"/>
                <a:gd name="T49" fmla="*/ 1 h 48"/>
                <a:gd name="T50" fmla="*/ 1 w 48"/>
                <a:gd name="T51" fmla="*/ 1 h 48"/>
                <a:gd name="T52" fmla="*/ 1 w 48"/>
                <a:gd name="T53" fmla="*/ 1 h 48"/>
                <a:gd name="T54" fmla="*/ 1 w 48"/>
                <a:gd name="T55" fmla="*/ 1 h 48"/>
                <a:gd name="T56" fmla="*/ 1 w 48"/>
                <a:gd name="T57" fmla="*/ 1 h 48"/>
                <a:gd name="T58" fmla="*/ 1 w 48"/>
                <a:gd name="T59" fmla="*/ 1 h 48"/>
                <a:gd name="T60" fmla="*/ 1 w 48"/>
                <a:gd name="T61" fmla="*/ 1 h 48"/>
                <a:gd name="T62" fmla="*/ 1 w 48"/>
                <a:gd name="T63" fmla="*/ 1 h 48"/>
                <a:gd name="T64" fmla="*/ 1 w 48"/>
                <a:gd name="T65" fmla="*/ 1 h 48"/>
                <a:gd name="T66" fmla="*/ 1 w 48"/>
                <a:gd name="T67" fmla="*/ 1 h 48"/>
                <a:gd name="T68" fmla="*/ 1 w 48"/>
                <a:gd name="T69" fmla="*/ 1 h 48"/>
                <a:gd name="T70" fmla="*/ 1 w 48"/>
                <a:gd name="T71" fmla="*/ 1 h 48"/>
                <a:gd name="T72" fmla="*/ 1 w 48"/>
                <a:gd name="T73" fmla="*/ 1 h 48"/>
                <a:gd name="T74" fmla="*/ 1 w 48"/>
                <a:gd name="T75" fmla="*/ 1 h 48"/>
                <a:gd name="T76" fmla="*/ 1 w 48"/>
                <a:gd name="T77" fmla="*/ 1 h 48"/>
                <a:gd name="T78" fmla="*/ 1 w 48"/>
                <a:gd name="T79" fmla="*/ 1 h 48"/>
                <a:gd name="T80" fmla="*/ 1 w 48"/>
                <a:gd name="T81" fmla="*/ 1 h 48"/>
                <a:gd name="T82" fmla="*/ 1 w 48"/>
                <a:gd name="T83" fmla="*/ 1 h 48"/>
                <a:gd name="T84" fmla="*/ 1 w 48"/>
                <a:gd name="T85" fmla="*/ 1 h 48"/>
                <a:gd name="T86" fmla="*/ 1 w 48"/>
                <a:gd name="T87" fmla="*/ 1 h 48"/>
                <a:gd name="T88" fmla="*/ 1 w 48"/>
                <a:gd name="T89" fmla="*/ 1 h 48"/>
                <a:gd name="T90" fmla="*/ 1 w 48"/>
                <a:gd name="T91" fmla="*/ 1 h 48"/>
                <a:gd name="T92" fmla="*/ 1 w 48"/>
                <a:gd name="T93" fmla="*/ 1 h 48"/>
                <a:gd name="T94" fmla="*/ 1 w 48"/>
                <a:gd name="T95" fmla="*/ 1 h 48"/>
                <a:gd name="T96" fmla="*/ 1 w 48"/>
                <a:gd name="T97" fmla="*/ 1 h 48"/>
                <a:gd name="T98" fmla="*/ 1 w 48"/>
                <a:gd name="T99" fmla="*/ 1 h 48"/>
                <a:gd name="T100" fmla="*/ 1 w 48"/>
                <a:gd name="T101" fmla="*/ 1 h 48"/>
                <a:gd name="T102" fmla="*/ 1 w 48"/>
                <a:gd name="T103" fmla="*/ 1 h 48"/>
                <a:gd name="T104" fmla="*/ 1 w 48"/>
                <a:gd name="T105" fmla="*/ 1 h 48"/>
                <a:gd name="T106" fmla="*/ 1 w 48"/>
                <a:gd name="T107" fmla="*/ 1 h 48"/>
                <a:gd name="T108" fmla="*/ 1 w 48"/>
                <a:gd name="T109" fmla="*/ 1 h 48"/>
                <a:gd name="T110" fmla="*/ 0 w 48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7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7" y="5"/>
                  </a:lnTo>
                  <a:lnTo>
                    <a:pt x="38" y="5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1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11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5" y="16"/>
                  </a:lnTo>
                  <a:lnTo>
                    <a:pt x="47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8"/>
                  </a:lnTo>
                  <a:lnTo>
                    <a:pt x="47" y="29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5" y="32"/>
                  </a:lnTo>
                  <a:lnTo>
                    <a:pt x="45" y="34"/>
                  </a:lnTo>
                  <a:lnTo>
                    <a:pt x="45" y="35"/>
                  </a:lnTo>
                  <a:lnTo>
                    <a:pt x="44" y="36"/>
                  </a:lnTo>
                  <a:lnTo>
                    <a:pt x="43" y="37"/>
                  </a:lnTo>
                  <a:lnTo>
                    <a:pt x="43" y="38"/>
                  </a:lnTo>
                  <a:lnTo>
                    <a:pt x="42" y="38"/>
                  </a:lnTo>
                  <a:lnTo>
                    <a:pt x="42" y="40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37" y="43"/>
                  </a:lnTo>
                  <a:lnTo>
                    <a:pt x="36" y="44"/>
                  </a:lnTo>
                  <a:lnTo>
                    <a:pt x="35" y="44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1" y="47"/>
                  </a:lnTo>
                  <a:lnTo>
                    <a:pt x="30" y="47"/>
                  </a:lnTo>
                  <a:lnTo>
                    <a:pt x="29" y="47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8"/>
                  </a:lnTo>
                  <a:lnTo>
                    <a:pt x="20" y="48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5" y="46"/>
                  </a:lnTo>
                  <a:lnTo>
                    <a:pt x="14" y="46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1" y="43"/>
                  </a:lnTo>
                  <a:lnTo>
                    <a:pt x="9" y="42"/>
                  </a:lnTo>
                  <a:lnTo>
                    <a:pt x="8" y="42"/>
                  </a:lnTo>
                  <a:lnTo>
                    <a:pt x="7" y="41"/>
                  </a:lnTo>
                  <a:lnTo>
                    <a:pt x="7" y="40"/>
                  </a:lnTo>
                  <a:lnTo>
                    <a:pt x="6" y="38"/>
                  </a:lnTo>
                  <a:lnTo>
                    <a:pt x="5" y="38"/>
                  </a:lnTo>
                  <a:lnTo>
                    <a:pt x="5" y="37"/>
                  </a:lnTo>
                  <a:lnTo>
                    <a:pt x="3" y="36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44" name="Freeform 261">
              <a:extLst>
                <a:ext uri="{FF2B5EF4-FFF2-40B4-BE49-F238E27FC236}">
                  <a16:creationId xmlns:a16="http://schemas.microsoft.com/office/drawing/2014/main" id="{ABC481E4-823F-4E8B-AD10-495A7023C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106"/>
              <a:ext cx="24" cy="24"/>
            </a:xfrm>
            <a:custGeom>
              <a:avLst/>
              <a:gdLst>
                <a:gd name="T0" fmla="*/ 0 w 48"/>
                <a:gd name="T1" fmla="*/ 1 h 48"/>
                <a:gd name="T2" fmla="*/ 1 w 48"/>
                <a:gd name="T3" fmla="*/ 1 h 48"/>
                <a:gd name="T4" fmla="*/ 1 w 48"/>
                <a:gd name="T5" fmla="*/ 1 h 48"/>
                <a:gd name="T6" fmla="*/ 1 w 48"/>
                <a:gd name="T7" fmla="*/ 1 h 48"/>
                <a:gd name="T8" fmla="*/ 1 w 48"/>
                <a:gd name="T9" fmla="*/ 1 h 48"/>
                <a:gd name="T10" fmla="*/ 1 w 48"/>
                <a:gd name="T11" fmla="*/ 1 h 48"/>
                <a:gd name="T12" fmla="*/ 1 w 48"/>
                <a:gd name="T13" fmla="*/ 1 h 48"/>
                <a:gd name="T14" fmla="*/ 1 w 48"/>
                <a:gd name="T15" fmla="*/ 1 h 48"/>
                <a:gd name="T16" fmla="*/ 1 w 48"/>
                <a:gd name="T17" fmla="*/ 1 h 48"/>
                <a:gd name="T18" fmla="*/ 1 w 48"/>
                <a:gd name="T19" fmla="*/ 0 h 48"/>
                <a:gd name="T20" fmla="*/ 1 w 48"/>
                <a:gd name="T21" fmla="*/ 0 h 48"/>
                <a:gd name="T22" fmla="*/ 1 w 48"/>
                <a:gd name="T23" fmla="*/ 0 h 48"/>
                <a:gd name="T24" fmla="*/ 1 w 48"/>
                <a:gd name="T25" fmla="*/ 0 h 48"/>
                <a:gd name="T26" fmla="*/ 1 w 48"/>
                <a:gd name="T27" fmla="*/ 1 h 48"/>
                <a:gd name="T28" fmla="*/ 1 w 48"/>
                <a:gd name="T29" fmla="*/ 1 h 48"/>
                <a:gd name="T30" fmla="*/ 1 w 48"/>
                <a:gd name="T31" fmla="*/ 1 h 48"/>
                <a:gd name="T32" fmla="*/ 1 w 48"/>
                <a:gd name="T33" fmla="*/ 1 h 48"/>
                <a:gd name="T34" fmla="*/ 1 w 48"/>
                <a:gd name="T35" fmla="*/ 1 h 48"/>
                <a:gd name="T36" fmla="*/ 1 w 48"/>
                <a:gd name="T37" fmla="*/ 1 h 48"/>
                <a:gd name="T38" fmla="*/ 1 w 48"/>
                <a:gd name="T39" fmla="*/ 1 h 48"/>
                <a:gd name="T40" fmla="*/ 1 w 48"/>
                <a:gd name="T41" fmla="*/ 1 h 48"/>
                <a:gd name="T42" fmla="*/ 1 w 48"/>
                <a:gd name="T43" fmla="*/ 1 h 48"/>
                <a:gd name="T44" fmla="*/ 1 w 48"/>
                <a:gd name="T45" fmla="*/ 1 h 48"/>
                <a:gd name="T46" fmla="*/ 1 w 48"/>
                <a:gd name="T47" fmla="*/ 1 h 48"/>
                <a:gd name="T48" fmla="*/ 1 w 48"/>
                <a:gd name="T49" fmla="*/ 1 h 48"/>
                <a:gd name="T50" fmla="*/ 1 w 48"/>
                <a:gd name="T51" fmla="*/ 1 h 48"/>
                <a:gd name="T52" fmla="*/ 1 w 48"/>
                <a:gd name="T53" fmla="*/ 1 h 48"/>
                <a:gd name="T54" fmla="*/ 1 w 48"/>
                <a:gd name="T55" fmla="*/ 1 h 48"/>
                <a:gd name="T56" fmla="*/ 1 w 48"/>
                <a:gd name="T57" fmla="*/ 1 h 48"/>
                <a:gd name="T58" fmla="*/ 1 w 48"/>
                <a:gd name="T59" fmla="*/ 1 h 48"/>
                <a:gd name="T60" fmla="*/ 1 w 48"/>
                <a:gd name="T61" fmla="*/ 1 h 48"/>
                <a:gd name="T62" fmla="*/ 1 w 48"/>
                <a:gd name="T63" fmla="*/ 1 h 48"/>
                <a:gd name="T64" fmla="*/ 1 w 48"/>
                <a:gd name="T65" fmla="*/ 1 h 48"/>
                <a:gd name="T66" fmla="*/ 1 w 48"/>
                <a:gd name="T67" fmla="*/ 1 h 48"/>
                <a:gd name="T68" fmla="*/ 1 w 48"/>
                <a:gd name="T69" fmla="*/ 1 h 48"/>
                <a:gd name="T70" fmla="*/ 1 w 48"/>
                <a:gd name="T71" fmla="*/ 1 h 48"/>
                <a:gd name="T72" fmla="*/ 1 w 48"/>
                <a:gd name="T73" fmla="*/ 1 h 48"/>
                <a:gd name="T74" fmla="*/ 1 w 48"/>
                <a:gd name="T75" fmla="*/ 1 h 48"/>
                <a:gd name="T76" fmla="*/ 1 w 48"/>
                <a:gd name="T77" fmla="*/ 1 h 48"/>
                <a:gd name="T78" fmla="*/ 1 w 48"/>
                <a:gd name="T79" fmla="*/ 1 h 48"/>
                <a:gd name="T80" fmla="*/ 1 w 48"/>
                <a:gd name="T81" fmla="*/ 1 h 48"/>
                <a:gd name="T82" fmla="*/ 1 w 48"/>
                <a:gd name="T83" fmla="*/ 1 h 48"/>
                <a:gd name="T84" fmla="*/ 1 w 48"/>
                <a:gd name="T85" fmla="*/ 1 h 48"/>
                <a:gd name="T86" fmla="*/ 1 w 48"/>
                <a:gd name="T87" fmla="*/ 1 h 48"/>
                <a:gd name="T88" fmla="*/ 1 w 48"/>
                <a:gd name="T89" fmla="*/ 1 h 48"/>
                <a:gd name="T90" fmla="*/ 1 w 48"/>
                <a:gd name="T91" fmla="*/ 1 h 48"/>
                <a:gd name="T92" fmla="*/ 1 w 48"/>
                <a:gd name="T93" fmla="*/ 1 h 48"/>
                <a:gd name="T94" fmla="*/ 1 w 48"/>
                <a:gd name="T95" fmla="*/ 1 h 48"/>
                <a:gd name="T96" fmla="*/ 1 w 48"/>
                <a:gd name="T97" fmla="*/ 1 h 48"/>
                <a:gd name="T98" fmla="*/ 1 w 48"/>
                <a:gd name="T99" fmla="*/ 1 h 48"/>
                <a:gd name="T100" fmla="*/ 1 w 48"/>
                <a:gd name="T101" fmla="*/ 1 h 48"/>
                <a:gd name="T102" fmla="*/ 1 w 48"/>
                <a:gd name="T103" fmla="*/ 1 h 48"/>
                <a:gd name="T104" fmla="*/ 1 w 48"/>
                <a:gd name="T105" fmla="*/ 1 h 48"/>
                <a:gd name="T106" fmla="*/ 1 w 48"/>
                <a:gd name="T107" fmla="*/ 1 h 48"/>
                <a:gd name="T108" fmla="*/ 1 w 48"/>
                <a:gd name="T109" fmla="*/ 1 h 48"/>
                <a:gd name="T110" fmla="*/ 0 w 48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2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4" y="10"/>
                  </a:lnTo>
                  <a:lnTo>
                    <a:pt x="45" y="12"/>
                  </a:lnTo>
                  <a:lnTo>
                    <a:pt x="46" y="13"/>
                  </a:lnTo>
                  <a:lnTo>
                    <a:pt x="46" y="14"/>
                  </a:lnTo>
                  <a:lnTo>
                    <a:pt x="46" y="15"/>
                  </a:lnTo>
                  <a:lnTo>
                    <a:pt x="47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7" y="28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6" y="35"/>
                  </a:lnTo>
                  <a:lnTo>
                    <a:pt x="45" y="36"/>
                  </a:lnTo>
                  <a:lnTo>
                    <a:pt x="44" y="37"/>
                  </a:lnTo>
                  <a:lnTo>
                    <a:pt x="44" y="38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1" y="41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36" y="44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7"/>
                  </a:lnTo>
                  <a:lnTo>
                    <a:pt x="30" y="47"/>
                  </a:lnTo>
                  <a:lnTo>
                    <a:pt x="29" y="47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6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2" y="44"/>
                  </a:lnTo>
                  <a:lnTo>
                    <a:pt x="11" y="43"/>
                  </a:lnTo>
                  <a:lnTo>
                    <a:pt x="10" y="42"/>
                  </a:lnTo>
                  <a:lnTo>
                    <a:pt x="9" y="42"/>
                  </a:lnTo>
                  <a:lnTo>
                    <a:pt x="7" y="41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5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45" name="Line 262">
              <a:extLst>
                <a:ext uri="{FF2B5EF4-FFF2-40B4-BE49-F238E27FC236}">
                  <a16:creationId xmlns:a16="http://schemas.microsoft.com/office/drawing/2014/main" id="{31673276-B5A6-47CD-B00C-F1F229BFCD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59" y="1349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46" name="Line 263">
              <a:extLst>
                <a:ext uri="{FF2B5EF4-FFF2-40B4-BE49-F238E27FC236}">
                  <a16:creationId xmlns:a16="http://schemas.microsoft.com/office/drawing/2014/main" id="{12FDF799-9D28-4437-88DD-0D463793C8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59" y="2370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47" name="Rectangle 264">
              <a:extLst>
                <a:ext uri="{FF2B5EF4-FFF2-40B4-BE49-F238E27FC236}">
                  <a16:creationId xmlns:a16="http://schemas.microsoft.com/office/drawing/2014/main" id="{4BAAEB1B-6B15-4624-AF72-10DE7130D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0" y="1277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48" name="Rectangle 265">
              <a:extLst>
                <a:ext uri="{FF2B5EF4-FFF2-40B4-BE49-F238E27FC236}">
                  <a16:creationId xmlns:a16="http://schemas.microsoft.com/office/drawing/2014/main" id="{00D0C1E5-83A5-4CA6-BA21-0ABE3BFE0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0" y="1331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49" name="Rectangle 266">
              <a:extLst>
                <a:ext uri="{FF2B5EF4-FFF2-40B4-BE49-F238E27FC236}">
                  <a16:creationId xmlns:a16="http://schemas.microsoft.com/office/drawing/2014/main" id="{C5CA4627-F8E5-4DF2-8E81-598A93E16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" y="2299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50" name="Rectangle 267">
              <a:extLst>
                <a:ext uri="{FF2B5EF4-FFF2-40B4-BE49-F238E27FC236}">
                  <a16:creationId xmlns:a16="http://schemas.microsoft.com/office/drawing/2014/main" id="{4B389236-B6F9-46BA-BD4B-7F5560D7E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8" y="2354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51" name="Rectangle 268">
              <a:extLst>
                <a:ext uri="{FF2B5EF4-FFF2-40B4-BE49-F238E27FC236}">
                  <a16:creationId xmlns:a16="http://schemas.microsoft.com/office/drawing/2014/main" id="{56E02BC8-2727-4BD6-8F69-70A29CCF2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846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52" name="Rectangle 269">
              <a:extLst>
                <a:ext uri="{FF2B5EF4-FFF2-40B4-BE49-F238E27FC236}">
                  <a16:creationId xmlns:a16="http://schemas.microsoft.com/office/drawing/2014/main" id="{AE473875-155A-4FED-8621-FBDD9D41F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90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53" name="Rectangle 270">
              <a:extLst>
                <a:ext uri="{FF2B5EF4-FFF2-40B4-BE49-F238E27FC236}">
                  <a16:creationId xmlns:a16="http://schemas.microsoft.com/office/drawing/2014/main" id="{147A5FC6-574D-4F04-97B5-5A4C47C2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021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54" name="Line 271">
              <a:extLst>
                <a:ext uri="{FF2B5EF4-FFF2-40B4-BE49-F238E27FC236}">
                  <a16:creationId xmlns:a16="http://schemas.microsoft.com/office/drawing/2014/main" id="{FC9426F1-1247-4D90-8288-0BB026397A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0" y="1036"/>
              <a:ext cx="3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55" name="Rectangle 272">
              <a:extLst>
                <a:ext uri="{FF2B5EF4-FFF2-40B4-BE49-F238E27FC236}">
                  <a16:creationId xmlns:a16="http://schemas.microsoft.com/office/drawing/2014/main" id="{8AD42266-8B7D-4361-BC6B-BF40FD3B4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073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56" name="Rectangle 273">
              <a:extLst>
                <a:ext uri="{FF2B5EF4-FFF2-40B4-BE49-F238E27FC236}">
                  <a16:creationId xmlns:a16="http://schemas.microsoft.com/office/drawing/2014/main" id="{DB645405-E97B-449B-965F-6B24DED0C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188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57" name="Freeform 274">
              <a:extLst>
                <a:ext uri="{FF2B5EF4-FFF2-40B4-BE49-F238E27FC236}">
                  <a16:creationId xmlns:a16="http://schemas.microsoft.com/office/drawing/2014/main" id="{1E0EEEF8-B760-4FE6-BF4B-26EB6075D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928"/>
              <a:ext cx="84" cy="84"/>
            </a:xfrm>
            <a:custGeom>
              <a:avLst/>
              <a:gdLst>
                <a:gd name="T0" fmla="*/ 0 w 169"/>
                <a:gd name="T1" fmla="*/ 0 h 168"/>
                <a:gd name="T2" fmla="*/ 0 w 169"/>
                <a:gd name="T3" fmla="*/ 0 h 168"/>
                <a:gd name="T4" fmla="*/ 0 w 169"/>
                <a:gd name="T5" fmla="*/ 1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68">
                  <a:moveTo>
                    <a:pt x="0" y="0"/>
                  </a:moveTo>
                  <a:lnTo>
                    <a:pt x="169" y="0"/>
                  </a:lnTo>
                  <a:lnTo>
                    <a:pt x="169" y="168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58" name="Freeform 275">
              <a:extLst>
                <a:ext uri="{FF2B5EF4-FFF2-40B4-BE49-F238E27FC236}">
                  <a16:creationId xmlns:a16="http://schemas.microsoft.com/office/drawing/2014/main" id="{23BD1D1D-22C1-495A-BF3B-C450F23B0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180"/>
              <a:ext cx="84" cy="84"/>
            </a:xfrm>
            <a:custGeom>
              <a:avLst/>
              <a:gdLst>
                <a:gd name="T0" fmla="*/ 0 w 169"/>
                <a:gd name="T1" fmla="*/ 0 h 169"/>
                <a:gd name="T2" fmla="*/ 0 w 169"/>
                <a:gd name="T3" fmla="*/ 0 h 169"/>
                <a:gd name="T4" fmla="*/ 0 w 169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69">
                  <a:moveTo>
                    <a:pt x="0" y="169"/>
                  </a:moveTo>
                  <a:lnTo>
                    <a:pt x="169" y="169"/>
                  </a:lnTo>
                  <a:lnTo>
                    <a:pt x="169" y="0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59" name="Rectangle 276">
              <a:extLst>
                <a:ext uri="{FF2B5EF4-FFF2-40B4-BE49-F238E27FC236}">
                  <a16:creationId xmlns:a16="http://schemas.microsoft.com/office/drawing/2014/main" id="{ECAF95A6-D8FD-43D6-9615-96F471E53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243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60" name="Rectangle 277">
              <a:extLst>
                <a:ext uri="{FF2B5EF4-FFF2-40B4-BE49-F238E27FC236}">
                  <a16:creationId xmlns:a16="http://schemas.microsoft.com/office/drawing/2014/main" id="{63F1625B-9494-4F2C-8F7A-B56DEBF6A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448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61" name="Rectangle 278">
              <a:extLst>
                <a:ext uri="{FF2B5EF4-FFF2-40B4-BE49-F238E27FC236}">
                  <a16:creationId xmlns:a16="http://schemas.microsoft.com/office/drawing/2014/main" id="{FF5B1F11-C80B-4BC9-A30C-889528BF0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1503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62" name="Rectangle 279">
              <a:extLst>
                <a:ext uri="{FF2B5EF4-FFF2-40B4-BE49-F238E27FC236}">
                  <a16:creationId xmlns:a16="http://schemas.microsoft.com/office/drawing/2014/main" id="{B86EE83C-3F20-4DB5-A9CB-551A71EE7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62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63" name="Line 280">
              <a:extLst>
                <a:ext uri="{FF2B5EF4-FFF2-40B4-BE49-F238E27FC236}">
                  <a16:creationId xmlns:a16="http://schemas.microsoft.com/office/drawing/2014/main" id="{F7690CF4-4A58-4F33-9362-6B65C9418F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0" y="1637"/>
              <a:ext cx="3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64" name="Rectangle 281">
              <a:extLst>
                <a:ext uri="{FF2B5EF4-FFF2-40B4-BE49-F238E27FC236}">
                  <a16:creationId xmlns:a16="http://schemas.microsoft.com/office/drawing/2014/main" id="{F695833F-43EF-4BF8-B547-41E722C1F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675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65" name="Rectangle 282">
              <a:extLst>
                <a:ext uri="{FF2B5EF4-FFF2-40B4-BE49-F238E27FC236}">
                  <a16:creationId xmlns:a16="http://schemas.microsoft.com/office/drawing/2014/main" id="{11143382-FE60-4BC1-BE82-7A5B5F12C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95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66" name="Line 283">
              <a:extLst>
                <a:ext uri="{FF2B5EF4-FFF2-40B4-BE49-F238E27FC236}">
                  <a16:creationId xmlns:a16="http://schemas.microsoft.com/office/drawing/2014/main" id="{2719EB72-9944-4D9D-9531-C80252A2FA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12" y="1974"/>
              <a:ext cx="2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67" name="Rectangle 284">
              <a:extLst>
                <a:ext uri="{FF2B5EF4-FFF2-40B4-BE49-F238E27FC236}">
                  <a16:creationId xmlns:a16="http://schemas.microsoft.com/office/drawing/2014/main" id="{B3A7DE05-88F3-4166-83CD-75CB00C85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200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68" name="Rectangle 285">
              <a:extLst>
                <a:ext uri="{FF2B5EF4-FFF2-40B4-BE49-F238E27FC236}">
                  <a16:creationId xmlns:a16="http://schemas.microsoft.com/office/drawing/2014/main" id="{DFF24B93-20FC-4BC3-A9B6-20298702E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131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69" name="Freeform 286">
              <a:extLst>
                <a:ext uri="{FF2B5EF4-FFF2-40B4-BE49-F238E27FC236}">
                  <a16:creationId xmlns:a16="http://schemas.microsoft.com/office/drawing/2014/main" id="{6F55032D-339C-40E9-98F9-3B6DDB3F6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623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70" name="Line 287">
              <a:extLst>
                <a:ext uri="{FF2B5EF4-FFF2-40B4-BE49-F238E27FC236}">
                  <a16:creationId xmlns:a16="http://schemas.microsoft.com/office/drawing/2014/main" id="{C614F4FB-065A-4ED3-8056-30FCB27ED8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2623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71" name="Freeform 288">
              <a:extLst>
                <a:ext uri="{FF2B5EF4-FFF2-40B4-BE49-F238E27FC236}">
                  <a16:creationId xmlns:a16="http://schemas.microsoft.com/office/drawing/2014/main" id="{F412A739-577C-48EB-848A-873C09B07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623"/>
              <a:ext cx="96" cy="1"/>
            </a:xfrm>
            <a:custGeom>
              <a:avLst/>
              <a:gdLst>
                <a:gd name="T0" fmla="*/ 1 w 192"/>
                <a:gd name="T1" fmla="*/ 0 h 1"/>
                <a:gd name="T2" fmla="*/ 0 w 192"/>
                <a:gd name="T3" fmla="*/ 0 h 1"/>
                <a:gd name="T4" fmla="*/ 1 w 19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">
                  <a:moveTo>
                    <a:pt x="192" y="0"/>
                  </a:moveTo>
                  <a:lnTo>
                    <a:pt x="0" y="0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72" name="Line 289">
              <a:extLst>
                <a:ext uri="{FF2B5EF4-FFF2-40B4-BE49-F238E27FC236}">
                  <a16:creationId xmlns:a16="http://schemas.microsoft.com/office/drawing/2014/main" id="{5F04D81D-DE82-4AEB-AA52-140646F66E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09" y="2623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73" name="Freeform 290">
              <a:extLst>
                <a:ext uri="{FF2B5EF4-FFF2-40B4-BE49-F238E27FC236}">
                  <a16:creationId xmlns:a16="http://schemas.microsoft.com/office/drawing/2014/main" id="{247A4065-61D3-4EFD-81C8-E7D17A0C5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707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74" name="Line 291">
              <a:extLst>
                <a:ext uri="{FF2B5EF4-FFF2-40B4-BE49-F238E27FC236}">
                  <a16:creationId xmlns:a16="http://schemas.microsoft.com/office/drawing/2014/main" id="{5DC44AD8-3ABC-45C6-B2EA-42511638E4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2707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75" name="Freeform 292">
              <a:extLst>
                <a:ext uri="{FF2B5EF4-FFF2-40B4-BE49-F238E27FC236}">
                  <a16:creationId xmlns:a16="http://schemas.microsoft.com/office/drawing/2014/main" id="{1310CFF2-188E-49CD-AF46-120CE3B7F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539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76" name="Line 293">
              <a:extLst>
                <a:ext uri="{FF2B5EF4-FFF2-40B4-BE49-F238E27FC236}">
                  <a16:creationId xmlns:a16="http://schemas.microsoft.com/office/drawing/2014/main" id="{29C4EEA7-94C7-4A57-846B-9F07014232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2539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77" name="Freeform 294">
              <a:extLst>
                <a:ext uri="{FF2B5EF4-FFF2-40B4-BE49-F238E27FC236}">
                  <a16:creationId xmlns:a16="http://schemas.microsoft.com/office/drawing/2014/main" id="{0C8C8151-DBE1-4D17-A6D6-8B39F4718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454"/>
              <a:ext cx="84" cy="85"/>
            </a:xfrm>
            <a:custGeom>
              <a:avLst/>
              <a:gdLst>
                <a:gd name="T0" fmla="*/ 0 w 169"/>
                <a:gd name="T1" fmla="*/ 0 h 168"/>
                <a:gd name="T2" fmla="*/ 0 w 169"/>
                <a:gd name="T3" fmla="*/ 0 h 168"/>
                <a:gd name="T4" fmla="*/ 0 w 169"/>
                <a:gd name="T5" fmla="*/ 1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68">
                  <a:moveTo>
                    <a:pt x="0" y="0"/>
                  </a:moveTo>
                  <a:lnTo>
                    <a:pt x="169" y="0"/>
                  </a:lnTo>
                  <a:lnTo>
                    <a:pt x="169" y="168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78" name="Freeform 295">
              <a:extLst>
                <a:ext uri="{FF2B5EF4-FFF2-40B4-BE49-F238E27FC236}">
                  <a16:creationId xmlns:a16="http://schemas.microsoft.com/office/drawing/2014/main" id="{30808647-108B-4BE6-A837-54F440352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707"/>
              <a:ext cx="84" cy="96"/>
            </a:xfrm>
            <a:custGeom>
              <a:avLst/>
              <a:gdLst>
                <a:gd name="T0" fmla="*/ 0 w 169"/>
                <a:gd name="T1" fmla="*/ 1 h 192"/>
                <a:gd name="T2" fmla="*/ 0 w 169"/>
                <a:gd name="T3" fmla="*/ 1 h 192"/>
                <a:gd name="T4" fmla="*/ 0 w 169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92">
                  <a:moveTo>
                    <a:pt x="0" y="192"/>
                  </a:moveTo>
                  <a:lnTo>
                    <a:pt x="169" y="192"/>
                  </a:lnTo>
                  <a:lnTo>
                    <a:pt x="169" y="0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79" name="Rectangle 296">
              <a:extLst>
                <a:ext uri="{FF2B5EF4-FFF2-40B4-BE49-F238E27FC236}">
                  <a16:creationId xmlns:a16="http://schemas.microsoft.com/office/drawing/2014/main" id="{7367CA32-A264-485F-A3F6-A510F1CD9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18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80" name="Rectangle 297">
              <a:extLst>
                <a:ext uri="{FF2B5EF4-FFF2-40B4-BE49-F238E27FC236}">
                  <a16:creationId xmlns:a16="http://schemas.microsoft.com/office/drawing/2014/main" id="{BECCEE7F-95AB-47C7-B073-0F034C203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2382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81" name="Rectangle 298">
              <a:extLst>
                <a:ext uri="{FF2B5EF4-FFF2-40B4-BE49-F238E27FC236}">
                  <a16:creationId xmlns:a16="http://schemas.microsoft.com/office/drawing/2014/main" id="{70E142E2-F43A-4B2D-B8DF-4566456A3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2437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82" name="Rectangle 299">
              <a:extLst>
                <a:ext uri="{FF2B5EF4-FFF2-40B4-BE49-F238E27FC236}">
                  <a16:creationId xmlns:a16="http://schemas.microsoft.com/office/drawing/2014/main" id="{F3055BA7-F2F2-4DDA-B998-FA0D4C55B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552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83" name="Rectangle 300">
              <a:extLst>
                <a:ext uri="{FF2B5EF4-FFF2-40B4-BE49-F238E27FC236}">
                  <a16:creationId xmlns:a16="http://schemas.microsoft.com/office/drawing/2014/main" id="{77B7B260-9522-4EAC-9F29-553390148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607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84" name="Rectangle 301">
              <a:extLst>
                <a:ext uri="{FF2B5EF4-FFF2-40B4-BE49-F238E27FC236}">
                  <a16:creationId xmlns:a16="http://schemas.microsoft.com/office/drawing/2014/main" id="{BA9F05D9-3A4E-4A29-B8C0-21181BA86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72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85" name="Rectangle 302">
              <a:extLst>
                <a:ext uri="{FF2B5EF4-FFF2-40B4-BE49-F238E27FC236}">
                  <a16:creationId xmlns:a16="http://schemas.microsoft.com/office/drawing/2014/main" id="{5057EFA6-4F30-451F-AF21-D5A143FA3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78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86" name="Rectangle 303">
              <a:extLst>
                <a:ext uri="{FF2B5EF4-FFF2-40B4-BE49-F238E27FC236}">
                  <a16:creationId xmlns:a16="http://schemas.microsoft.com/office/drawing/2014/main" id="{9E732A8B-188D-4141-9683-1B62D74A3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3010"/>
              <a:ext cx="115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(c) Combined circuit for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87" name="Rectangle 304">
              <a:extLst>
                <a:ext uri="{FF2B5EF4-FFF2-40B4-BE49-F238E27FC236}">
                  <a16:creationId xmlns:a16="http://schemas.microsoft.com/office/drawing/2014/main" id="{1638ECD4-79E7-4BC3-B1CD-B1C41AE0D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3002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88" name="Rectangle 305">
              <a:extLst>
                <a:ext uri="{FF2B5EF4-FFF2-40B4-BE49-F238E27FC236}">
                  <a16:creationId xmlns:a16="http://schemas.microsoft.com/office/drawing/2014/main" id="{195279C9-B752-4776-8D1C-59E6D4E17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8" y="305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89" name="Rectangle 306">
              <a:extLst>
                <a:ext uri="{FF2B5EF4-FFF2-40B4-BE49-F238E27FC236}">
                  <a16:creationId xmlns:a16="http://schemas.microsoft.com/office/drawing/2014/main" id="{5817DEC6-5771-4C4F-B39A-730BB8480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3002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90" name="Rectangle 307">
              <a:extLst>
                <a:ext uri="{FF2B5EF4-FFF2-40B4-BE49-F238E27FC236}">
                  <a16:creationId xmlns:a16="http://schemas.microsoft.com/office/drawing/2014/main" id="{31A52067-9534-46E9-BC61-B707E3E46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9" y="305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91" name="Rectangle 308">
              <a:extLst>
                <a:ext uri="{FF2B5EF4-FFF2-40B4-BE49-F238E27FC236}">
                  <a16:creationId xmlns:a16="http://schemas.microsoft.com/office/drawing/2014/main" id="{C20132A0-2F78-4663-9DC4-A04F69851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3010"/>
              <a:ext cx="217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and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92" name="Line 309">
              <a:extLst>
                <a:ext uri="{FF2B5EF4-FFF2-40B4-BE49-F238E27FC236}">
                  <a16:creationId xmlns:a16="http://schemas.microsoft.com/office/drawing/2014/main" id="{FC18A80D-B3A4-46B2-ADF1-17164DDC6B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89" y="1349"/>
              <a:ext cx="22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93" name="Line 310">
              <a:extLst>
                <a:ext uri="{FF2B5EF4-FFF2-40B4-BE49-F238E27FC236}">
                  <a16:creationId xmlns:a16="http://schemas.microsoft.com/office/drawing/2014/main" id="{33D895D9-E602-4D0A-B9E6-EADA34234F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" y="1349"/>
              <a:ext cx="0" cy="10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94" name="Line 311">
              <a:extLst>
                <a:ext uri="{FF2B5EF4-FFF2-40B4-BE49-F238E27FC236}">
                  <a16:creationId xmlns:a16="http://schemas.microsoft.com/office/drawing/2014/main" id="{B1840C6C-A2E7-48DA-948D-3002C88160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" y="2370"/>
              <a:ext cx="20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95" name="AutoShape 312">
              <a:extLst>
                <a:ext uri="{FF2B5EF4-FFF2-40B4-BE49-F238E27FC236}">
                  <a16:creationId xmlns:a16="http://schemas.microsoft.com/office/drawing/2014/main" id="{15914B13-D554-4423-91BC-9A1B09E88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952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96" name="AutoShape 313">
              <a:extLst>
                <a:ext uri="{FF2B5EF4-FFF2-40B4-BE49-F238E27FC236}">
                  <a16:creationId xmlns:a16="http://schemas.microsoft.com/office/drawing/2014/main" id="{6FED0F3E-F469-4208-BE08-F15AF29E2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469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97" name="AutoShape 314">
              <a:extLst>
                <a:ext uri="{FF2B5EF4-FFF2-40B4-BE49-F238E27FC236}">
                  <a16:creationId xmlns:a16="http://schemas.microsoft.com/office/drawing/2014/main" id="{BF5DB972-FCA3-4D27-B2EE-FEA49DF5D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" y="1979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598" name="AutoShape 315">
              <a:extLst>
                <a:ext uri="{FF2B5EF4-FFF2-40B4-BE49-F238E27FC236}">
                  <a16:creationId xmlns:a16="http://schemas.microsoft.com/office/drawing/2014/main" id="{6D63F835-427D-4E12-9A64-43CFA6708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2490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5482" name="Group 16">
            <a:extLst>
              <a:ext uri="{FF2B5EF4-FFF2-40B4-BE49-F238E27FC236}">
                <a16:creationId xmlns:a16="http://schemas.microsoft.com/office/drawing/2014/main" id="{48A6D3FA-6F66-4ADB-857F-A0493739FB1D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3048000"/>
            <a:ext cx="774700" cy="771525"/>
            <a:chOff x="282646" y="3410630"/>
            <a:chExt cx="774571" cy="771325"/>
          </a:xfrm>
        </p:grpSpPr>
        <p:sp>
          <p:nvSpPr>
            <p:cNvPr id="105503" name="TextBox 14">
              <a:extLst>
                <a:ext uri="{FF2B5EF4-FFF2-40B4-BE49-F238E27FC236}">
                  <a16:creationId xmlns:a16="http://schemas.microsoft.com/office/drawing/2014/main" id="{C2F9ABF2-41F6-4914-85D0-2A3696A4FD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05504" name="TextBox 15">
              <a:extLst>
                <a:ext uri="{FF2B5EF4-FFF2-40B4-BE49-F238E27FC236}">
                  <a16:creationId xmlns:a16="http://schemas.microsoft.com/office/drawing/2014/main" id="{275FEEE2-9250-4ADE-A181-355A84F8B8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571" y="341063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105483" name="Group 305">
            <a:extLst>
              <a:ext uri="{FF2B5EF4-FFF2-40B4-BE49-F238E27FC236}">
                <a16:creationId xmlns:a16="http://schemas.microsoft.com/office/drawing/2014/main" id="{0CBFB3CE-CEB4-4E1C-AB9D-C199F396785B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3200400"/>
            <a:ext cx="774700" cy="771525"/>
            <a:chOff x="282646" y="3410630"/>
            <a:chExt cx="774571" cy="771325"/>
          </a:xfrm>
        </p:grpSpPr>
        <p:sp>
          <p:nvSpPr>
            <p:cNvPr id="105501" name="TextBox 306">
              <a:extLst>
                <a:ext uri="{FF2B5EF4-FFF2-40B4-BE49-F238E27FC236}">
                  <a16:creationId xmlns:a16="http://schemas.microsoft.com/office/drawing/2014/main" id="{7FC0520A-FA96-4174-A2BA-1E730C09AF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05502" name="TextBox 307">
              <a:extLst>
                <a:ext uri="{FF2B5EF4-FFF2-40B4-BE49-F238E27FC236}">
                  <a16:creationId xmlns:a16="http://schemas.microsoft.com/office/drawing/2014/main" id="{9BC4B511-5268-4D41-BED7-D12BA4FAF8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571" y="341063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105484" name="Group 309">
            <a:extLst>
              <a:ext uri="{FF2B5EF4-FFF2-40B4-BE49-F238E27FC236}">
                <a16:creationId xmlns:a16="http://schemas.microsoft.com/office/drawing/2014/main" id="{6D04B03C-82DF-4704-A2C0-BC7FE387FB05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23813"/>
            <a:ext cx="774700" cy="766762"/>
            <a:chOff x="282646" y="3415490"/>
            <a:chExt cx="774571" cy="766465"/>
          </a:xfrm>
        </p:grpSpPr>
        <p:sp>
          <p:nvSpPr>
            <p:cNvPr id="105499" name="TextBox 310">
              <a:extLst>
                <a:ext uri="{FF2B5EF4-FFF2-40B4-BE49-F238E27FC236}">
                  <a16:creationId xmlns:a16="http://schemas.microsoft.com/office/drawing/2014/main" id="{B67F9B49-09A0-4A98-B292-C5D7DDD49C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05500" name="TextBox 312">
              <a:extLst>
                <a:ext uri="{FF2B5EF4-FFF2-40B4-BE49-F238E27FC236}">
                  <a16:creationId xmlns:a16="http://schemas.microsoft.com/office/drawing/2014/main" id="{A63417B6-4B75-4C57-939C-8D9F153121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41549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grpSp>
        <p:nvGrpSpPr>
          <p:cNvPr id="105485" name="Group 313">
            <a:extLst>
              <a:ext uri="{FF2B5EF4-FFF2-40B4-BE49-F238E27FC236}">
                <a16:creationId xmlns:a16="http://schemas.microsoft.com/office/drawing/2014/main" id="{A5E45001-8328-4243-ACAE-157CBD58755B}"/>
              </a:ext>
            </a:extLst>
          </p:cNvPr>
          <p:cNvGrpSpPr>
            <a:grpSpLocks/>
          </p:cNvGrpSpPr>
          <p:nvPr/>
        </p:nvGrpSpPr>
        <p:grpSpPr bwMode="auto">
          <a:xfrm>
            <a:off x="3151188" y="1420813"/>
            <a:ext cx="1219200" cy="766762"/>
            <a:chOff x="282646" y="3415490"/>
            <a:chExt cx="1082348" cy="766465"/>
          </a:xfrm>
        </p:grpSpPr>
        <p:sp>
          <p:nvSpPr>
            <p:cNvPr id="105497" name="TextBox 314">
              <a:extLst>
                <a:ext uri="{FF2B5EF4-FFF2-40B4-BE49-F238E27FC236}">
                  <a16:creationId xmlns:a16="http://schemas.microsoft.com/office/drawing/2014/main" id="{F97091B3-3C3E-40C7-8624-3AB2AD5A97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46" y="3720290"/>
              <a:ext cx="108234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 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3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105498" name="TextBox 316">
              <a:extLst>
                <a:ext uri="{FF2B5EF4-FFF2-40B4-BE49-F238E27FC236}">
                  <a16:creationId xmlns:a16="http://schemas.microsoft.com/office/drawing/2014/main" id="{8529715E-5B25-4570-913A-CFDC0C0EB4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41549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rPr>
                <a:t>_</a:t>
              </a:r>
            </a:p>
          </p:txBody>
        </p:sp>
      </p:grpSp>
      <p:sp>
        <p:nvSpPr>
          <p:cNvPr id="105486" name="TextBox 325">
            <a:extLst>
              <a:ext uri="{FF2B5EF4-FFF2-40B4-BE49-F238E27FC236}">
                <a16:creationId xmlns:a16="http://schemas.microsoft.com/office/drawing/2014/main" id="{26DA336C-8D71-4351-8B69-D996122B7F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000" y="2138363"/>
            <a:ext cx="10826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 x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3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x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4</a:t>
            </a:r>
          </a:p>
        </p:txBody>
      </p:sp>
      <p:sp>
        <p:nvSpPr>
          <p:cNvPr id="105487" name="Oval 1">
            <a:extLst>
              <a:ext uri="{FF2B5EF4-FFF2-40B4-BE49-F238E27FC236}">
                <a16:creationId xmlns:a16="http://schemas.microsoft.com/office/drawing/2014/main" id="{E6C0594C-833B-4973-A6BB-DF80EBB242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238500"/>
            <a:ext cx="914400" cy="76200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05488" name="Straight Arrow Connector 298">
            <a:extLst>
              <a:ext uri="{FF2B5EF4-FFF2-40B4-BE49-F238E27FC236}">
                <a16:creationId xmlns:a16="http://schemas.microsoft.com/office/drawing/2014/main" id="{43B6A726-376F-4ACE-886C-996531EF092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14400" y="3657600"/>
            <a:ext cx="3302000" cy="1273175"/>
          </a:xfrm>
          <a:prstGeom prst="straightConnector1">
            <a:avLst/>
          </a:prstGeom>
          <a:noFill/>
          <a:ln w="3175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5489" name="Oval 299">
            <a:extLst>
              <a:ext uri="{FF2B5EF4-FFF2-40B4-BE49-F238E27FC236}">
                <a16:creationId xmlns:a16="http://schemas.microsoft.com/office/drawing/2014/main" id="{27CBE4B6-6879-41DE-BF8B-B33627434E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9388" y="3417888"/>
            <a:ext cx="914400" cy="76200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05490" name="Straight Arrow Connector 300">
            <a:extLst>
              <a:ext uri="{FF2B5EF4-FFF2-40B4-BE49-F238E27FC236}">
                <a16:creationId xmlns:a16="http://schemas.microsoft.com/office/drawing/2014/main" id="{6E2B8A8B-D37E-4AD7-993E-C764535DA2AA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297363" y="3886200"/>
            <a:ext cx="3524250" cy="1044575"/>
          </a:xfrm>
          <a:prstGeom prst="straightConnector1">
            <a:avLst/>
          </a:prstGeom>
          <a:noFill/>
          <a:ln w="3175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5491" name="Oval 301">
            <a:extLst>
              <a:ext uri="{FF2B5EF4-FFF2-40B4-BE49-F238E27FC236}">
                <a16:creationId xmlns:a16="http://schemas.microsoft.com/office/drawing/2014/main" id="{8AC95B04-6245-49A6-94AA-46F91192A2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9263" y="257175"/>
            <a:ext cx="914400" cy="762000"/>
          </a:xfrm>
          <a:prstGeom prst="ellips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05492" name="Straight Arrow Connector 302">
            <a:extLst>
              <a:ext uri="{FF2B5EF4-FFF2-40B4-BE49-F238E27FC236}">
                <a16:creationId xmlns:a16="http://schemas.microsoft.com/office/drawing/2014/main" id="{A4BBC73B-923E-47F5-92E7-20CCCC6342C6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187825" y="1025525"/>
            <a:ext cx="557213" cy="3176588"/>
          </a:xfrm>
          <a:prstGeom prst="straightConnector1">
            <a:avLst/>
          </a:prstGeom>
          <a:noFill/>
          <a:ln w="31750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5493" name="Oval 303">
            <a:extLst>
              <a:ext uri="{FF2B5EF4-FFF2-40B4-BE49-F238E27FC236}">
                <a16:creationId xmlns:a16="http://schemas.microsoft.com/office/drawing/2014/main" id="{290E8178-5C26-4349-AFA1-1FFEE07963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7688" y="1652588"/>
            <a:ext cx="1195387" cy="762000"/>
          </a:xfrm>
          <a:prstGeom prst="ellipse">
            <a:avLst/>
          </a:prstGeom>
          <a:noFill/>
          <a:ln w="254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05494" name="Straight Arrow Connector 304">
            <a:extLst>
              <a:ext uri="{FF2B5EF4-FFF2-40B4-BE49-F238E27FC236}">
                <a16:creationId xmlns:a16="http://schemas.microsoft.com/office/drawing/2014/main" id="{3E5F80CC-295D-4DE3-9D92-501FD172DB7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654425" y="2408238"/>
            <a:ext cx="520700" cy="982662"/>
          </a:xfrm>
          <a:prstGeom prst="straightConnector1">
            <a:avLst/>
          </a:prstGeom>
          <a:noFill/>
          <a:ln w="31750">
            <a:solidFill>
              <a:srgbClr val="008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5495" name="Oval 308">
            <a:extLst>
              <a:ext uri="{FF2B5EF4-FFF2-40B4-BE49-F238E27FC236}">
                <a16:creationId xmlns:a16="http://schemas.microsoft.com/office/drawing/2014/main" id="{D380CCB0-8663-4127-A346-3D39F1339C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8225" y="2060575"/>
            <a:ext cx="1195388" cy="762000"/>
          </a:xfrm>
          <a:prstGeom prst="ellipse">
            <a:avLst/>
          </a:prstGeom>
          <a:noFill/>
          <a:ln w="25400">
            <a:solidFill>
              <a:srgbClr val="8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05496" name="Straight Arrow Connector 311">
            <a:extLst>
              <a:ext uri="{FF2B5EF4-FFF2-40B4-BE49-F238E27FC236}">
                <a16:creationId xmlns:a16="http://schemas.microsoft.com/office/drawing/2014/main" id="{FD6DD2C5-3247-4CB1-AA54-03194D3B99A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229100" y="2825750"/>
            <a:ext cx="1141413" cy="3036888"/>
          </a:xfrm>
          <a:prstGeom prst="straightConnector1">
            <a:avLst/>
          </a:prstGeom>
          <a:noFill/>
          <a:ln w="31750">
            <a:solidFill>
              <a:srgbClr val="80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778E9813-4EC4-47C7-AE87-B932A63732F9}"/>
                  </a:ext>
                </a:extLst>
              </p14:cNvPr>
              <p14:cNvContentPartPr/>
              <p14:nvPr/>
            </p14:nvContentPartPr>
            <p14:xfrm>
              <a:off x="2328480" y="2635560"/>
              <a:ext cx="1045080" cy="17017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778E9813-4EC4-47C7-AE87-B932A63732F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19120" y="2626200"/>
                <a:ext cx="1063800" cy="17204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497" name="Group 317">
            <a:extLst>
              <a:ext uri="{FF2B5EF4-FFF2-40B4-BE49-F238E27FC236}">
                <a16:creationId xmlns:a16="http://schemas.microsoft.com/office/drawing/2014/main" id="{D9200FFF-37B6-46E6-BB4C-A1F9B06ABC1A}"/>
              </a:ext>
            </a:extLst>
          </p:cNvPr>
          <p:cNvGrpSpPr>
            <a:grpSpLocks/>
          </p:cNvGrpSpPr>
          <p:nvPr/>
        </p:nvGrpSpPr>
        <p:grpSpPr bwMode="auto">
          <a:xfrm>
            <a:off x="685800" y="198438"/>
            <a:ext cx="2270125" cy="2620962"/>
            <a:chOff x="427" y="273"/>
            <a:chExt cx="1430" cy="1651"/>
          </a:xfrm>
        </p:grpSpPr>
        <p:sp>
          <p:nvSpPr>
            <p:cNvPr id="106639" name="Rectangle 170">
              <a:extLst>
                <a:ext uri="{FF2B5EF4-FFF2-40B4-BE49-F238E27FC236}">
                  <a16:creationId xmlns:a16="http://schemas.microsoft.com/office/drawing/2014/main" id="{EA9E6681-F16B-4D68-BB50-291D3980B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597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40" name="Line 171">
              <a:extLst>
                <a:ext uri="{FF2B5EF4-FFF2-40B4-BE49-F238E27FC236}">
                  <a16:creationId xmlns:a16="http://schemas.microsoft.com/office/drawing/2014/main" id="{CC0CB425-A7E9-48D0-9FF2-1146C60F3D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850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41" name="Line 172">
              <a:extLst>
                <a:ext uri="{FF2B5EF4-FFF2-40B4-BE49-F238E27FC236}">
                  <a16:creationId xmlns:a16="http://schemas.microsoft.com/office/drawing/2014/main" id="{87A05B6F-F944-48DA-AFC6-6888276B9E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42" name="Line 173">
              <a:extLst>
                <a:ext uri="{FF2B5EF4-FFF2-40B4-BE49-F238E27FC236}">
                  <a16:creationId xmlns:a16="http://schemas.microsoft.com/office/drawing/2014/main" id="{0A4EAFC2-A51E-41EB-8D09-8D3809839D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" y="345"/>
              <a:ext cx="253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43" name="Rectangle 175">
              <a:extLst>
                <a:ext uri="{FF2B5EF4-FFF2-40B4-BE49-F238E27FC236}">
                  <a16:creationId xmlns:a16="http://schemas.microsoft.com/office/drawing/2014/main" id="{991BBAC3-4AE8-47BD-8B40-3B6568278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44" name="Rectangle 176">
              <a:extLst>
                <a:ext uri="{FF2B5EF4-FFF2-40B4-BE49-F238E27FC236}">
                  <a16:creationId xmlns:a16="http://schemas.microsoft.com/office/drawing/2014/main" id="{71686833-18D3-4749-ABF9-CDAF3F7CE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45" name="Rectangle 177">
              <a:extLst>
                <a:ext uri="{FF2B5EF4-FFF2-40B4-BE49-F238E27FC236}">
                  <a16:creationId xmlns:a16="http://schemas.microsoft.com/office/drawing/2014/main" id="{3355CA82-A4E6-42AB-ABC0-9B09E1D87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" y="27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46" name="Rectangle 178">
              <a:extLst>
                <a:ext uri="{FF2B5EF4-FFF2-40B4-BE49-F238E27FC236}">
                  <a16:creationId xmlns:a16="http://schemas.microsoft.com/office/drawing/2014/main" id="{96E06B1A-41A0-4045-9573-DB5A8DD19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9" y="330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47" name="Rectangle 179">
              <a:extLst>
                <a:ext uri="{FF2B5EF4-FFF2-40B4-BE49-F238E27FC236}">
                  <a16:creationId xmlns:a16="http://schemas.microsoft.com/office/drawing/2014/main" id="{EDA56965-F5C6-41C0-9743-CE939E8DC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48" name="Rectangle 180">
              <a:extLst>
                <a:ext uri="{FF2B5EF4-FFF2-40B4-BE49-F238E27FC236}">
                  <a16:creationId xmlns:a16="http://schemas.microsoft.com/office/drawing/2014/main" id="{DEE69226-A361-4182-8C55-38EF3458D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49" name="Rectangle 181">
              <a:extLst>
                <a:ext uri="{FF2B5EF4-FFF2-40B4-BE49-F238E27FC236}">
                  <a16:creationId xmlns:a16="http://schemas.microsoft.com/office/drawing/2014/main" id="{3DE3E393-7338-435C-9730-8CB653D09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" y="377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50" name="Rectangle 182">
              <a:extLst>
                <a:ext uri="{FF2B5EF4-FFF2-40B4-BE49-F238E27FC236}">
                  <a16:creationId xmlns:a16="http://schemas.microsoft.com/office/drawing/2014/main" id="{9C058719-4E95-46B7-975C-470981E28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597"/>
              <a:ext cx="504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51" name="Line 183">
              <a:extLst>
                <a:ext uri="{FF2B5EF4-FFF2-40B4-BE49-F238E27FC236}">
                  <a16:creationId xmlns:a16="http://schemas.microsoft.com/office/drawing/2014/main" id="{50533D66-4B45-4696-A61B-949B03AD18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850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52" name="Line 184">
              <a:extLst>
                <a:ext uri="{FF2B5EF4-FFF2-40B4-BE49-F238E27FC236}">
                  <a16:creationId xmlns:a16="http://schemas.microsoft.com/office/drawing/2014/main" id="{43BEE3E6-C66C-453C-9D9D-EE69647F2A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597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53" name="Rectangle 185">
              <a:extLst>
                <a:ext uri="{FF2B5EF4-FFF2-40B4-BE49-F238E27FC236}">
                  <a16:creationId xmlns:a16="http://schemas.microsoft.com/office/drawing/2014/main" id="{3CD7D7CB-74A1-4F17-BEC5-B73A18548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" y="434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54" name="Rectangle 186">
              <a:extLst>
                <a:ext uri="{FF2B5EF4-FFF2-40B4-BE49-F238E27FC236}">
                  <a16:creationId xmlns:a16="http://schemas.microsoft.com/office/drawing/2014/main" id="{27043292-3B43-4D17-B2A1-802ED51A6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55" name="Rectangle 187">
              <a:extLst>
                <a:ext uri="{FF2B5EF4-FFF2-40B4-BE49-F238E27FC236}">
                  <a16:creationId xmlns:a16="http://schemas.microsoft.com/office/drawing/2014/main" id="{15F3CA30-1260-4D8B-8013-0CBF7C5E8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8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56" name="Rectangle 188">
              <a:extLst>
                <a:ext uri="{FF2B5EF4-FFF2-40B4-BE49-F238E27FC236}">
                  <a16:creationId xmlns:a16="http://schemas.microsoft.com/office/drawing/2014/main" id="{467B9AF6-07EB-4809-BAC7-5B3DC778E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57" name="Rectangle 189">
              <a:extLst>
                <a:ext uri="{FF2B5EF4-FFF2-40B4-BE49-F238E27FC236}">
                  <a16:creationId xmlns:a16="http://schemas.microsoft.com/office/drawing/2014/main" id="{21C274B5-45E3-4F1B-8522-164B5549C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45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58" name="Rectangle 190">
              <a:extLst>
                <a:ext uri="{FF2B5EF4-FFF2-40B4-BE49-F238E27FC236}">
                  <a16:creationId xmlns:a16="http://schemas.microsoft.com/office/drawing/2014/main" id="{E5AB197C-9633-4F85-886B-BF2071306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59" name="Rectangle 191">
              <a:extLst>
                <a:ext uri="{FF2B5EF4-FFF2-40B4-BE49-F238E27FC236}">
                  <a16:creationId xmlns:a16="http://schemas.microsoft.com/office/drawing/2014/main" id="{16404BCB-291B-4FCC-8CC8-9EF6367DB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673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60" name="Rectangle 192">
              <a:extLst>
                <a:ext uri="{FF2B5EF4-FFF2-40B4-BE49-F238E27FC236}">
                  <a16:creationId xmlns:a16="http://schemas.microsoft.com/office/drawing/2014/main" id="{F0F65CFE-3AB2-4CA7-9413-C44F838ED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61" name="Rectangle 193">
              <a:extLst>
                <a:ext uri="{FF2B5EF4-FFF2-40B4-BE49-F238E27FC236}">
                  <a16:creationId xmlns:a16="http://schemas.microsoft.com/office/drawing/2014/main" id="{778F95F0-4307-443A-8DEF-70B72B7C4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1114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62" name="Line 194">
              <a:extLst>
                <a:ext uri="{FF2B5EF4-FFF2-40B4-BE49-F238E27FC236}">
                  <a16:creationId xmlns:a16="http://schemas.microsoft.com/office/drawing/2014/main" id="{7A00A904-2C31-4185-9BA9-AF5AC763DB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1366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63" name="Line 195">
              <a:extLst>
                <a:ext uri="{FF2B5EF4-FFF2-40B4-BE49-F238E27FC236}">
                  <a16:creationId xmlns:a16="http://schemas.microsoft.com/office/drawing/2014/main" id="{36F8E760-3BC7-4ABC-93D9-BF319E5749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64" name="Rectangle 196">
              <a:extLst>
                <a:ext uri="{FF2B5EF4-FFF2-40B4-BE49-F238E27FC236}">
                  <a16:creationId xmlns:a16="http://schemas.microsoft.com/office/drawing/2014/main" id="{92B037B3-616A-43D2-858D-73C446DEF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65" name="Rectangle 197">
              <a:extLst>
                <a:ext uri="{FF2B5EF4-FFF2-40B4-BE49-F238E27FC236}">
                  <a16:creationId xmlns:a16="http://schemas.microsoft.com/office/drawing/2014/main" id="{B21B604B-E326-4E6C-9E9C-D0A062CE5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1114"/>
              <a:ext cx="504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66" name="Line 198">
              <a:extLst>
                <a:ext uri="{FF2B5EF4-FFF2-40B4-BE49-F238E27FC236}">
                  <a16:creationId xmlns:a16="http://schemas.microsoft.com/office/drawing/2014/main" id="{9CECE8AA-23EC-4786-B485-22A1D91CB1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1366"/>
              <a:ext cx="50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67" name="Line 199">
              <a:extLst>
                <a:ext uri="{FF2B5EF4-FFF2-40B4-BE49-F238E27FC236}">
                  <a16:creationId xmlns:a16="http://schemas.microsoft.com/office/drawing/2014/main" id="{30520BC1-C016-4A55-9E9A-D6CFE3E3C2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1114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68" name="Rectangle 200">
              <a:extLst>
                <a:ext uri="{FF2B5EF4-FFF2-40B4-BE49-F238E27FC236}">
                  <a16:creationId xmlns:a16="http://schemas.microsoft.com/office/drawing/2014/main" id="{73F61746-9DEC-4D39-81D4-DE4319F84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69" name="Rectangle 201">
              <a:extLst>
                <a:ext uri="{FF2B5EF4-FFF2-40B4-BE49-F238E27FC236}">
                  <a16:creationId xmlns:a16="http://schemas.microsoft.com/office/drawing/2014/main" id="{6D9736BE-9FCD-49D4-93AD-4470EB4C5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184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70" name="Rectangle 202">
              <a:extLst>
                <a:ext uri="{FF2B5EF4-FFF2-40B4-BE49-F238E27FC236}">
                  <a16:creationId xmlns:a16="http://schemas.microsoft.com/office/drawing/2014/main" id="{36CE6A24-0588-4305-91F7-AC86249DF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71" name="Rectangle 203">
              <a:extLst>
                <a:ext uri="{FF2B5EF4-FFF2-40B4-BE49-F238E27FC236}">
                  <a16:creationId xmlns:a16="http://schemas.microsoft.com/office/drawing/2014/main" id="{0CE75DD7-31CA-4E0F-9E6A-A4682BF3F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439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72" name="Rectangle 204">
              <a:extLst>
                <a:ext uri="{FF2B5EF4-FFF2-40B4-BE49-F238E27FC236}">
                  <a16:creationId xmlns:a16="http://schemas.microsoft.com/office/drawing/2014/main" id="{0B6BFB78-565C-42EA-93DC-E4C20FB1C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673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73" name="Rectangle 205">
              <a:extLst>
                <a:ext uri="{FF2B5EF4-FFF2-40B4-BE49-F238E27FC236}">
                  <a16:creationId xmlns:a16="http://schemas.microsoft.com/office/drawing/2014/main" id="{85CEA591-8413-4BC3-A988-6B69417DD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928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74" name="Rectangle 206">
              <a:extLst>
                <a:ext uri="{FF2B5EF4-FFF2-40B4-BE49-F238E27FC236}">
                  <a16:creationId xmlns:a16="http://schemas.microsoft.com/office/drawing/2014/main" id="{AA1251F7-BB38-41D8-A301-962F8F6DF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184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75" name="Freeform 207">
              <a:extLst>
                <a:ext uri="{FF2B5EF4-FFF2-40B4-BE49-F238E27FC236}">
                  <a16:creationId xmlns:a16="http://schemas.microsoft.com/office/drawing/2014/main" id="{30B1FBCE-40BA-4225-8B50-7DEF52E93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640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8" y="0"/>
                  </a:moveTo>
                  <a:lnTo>
                    <a:pt x="465" y="0"/>
                  </a:lnTo>
                  <a:lnTo>
                    <a:pt x="461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4" y="0"/>
                  </a:lnTo>
                  <a:lnTo>
                    <a:pt x="442" y="0"/>
                  </a:lnTo>
                  <a:lnTo>
                    <a:pt x="438" y="0"/>
                  </a:lnTo>
                  <a:lnTo>
                    <a:pt x="436" y="0"/>
                  </a:lnTo>
                  <a:lnTo>
                    <a:pt x="432" y="0"/>
                  </a:lnTo>
                  <a:lnTo>
                    <a:pt x="430" y="0"/>
                  </a:lnTo>
                  <a:lnTo>
                    <a:pt x="426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7" y="0"/>
                  </a:lnTo>
                  <a:lnTo>
                    <a:pt x="402" y="0"/>
                  </a:lnTo>
                  <a:lnTo>
                    <a:pt x="397" y="0"/>
                  </a:lnTo>
                  <a:lnTo>
                    <a:pt x="391" y="0"/>
                  </a:lnTo>
                  <a:lnTo>
                    <a:pt x="385" y="0"/>
                  </a:lnTo>
                  <a:lnTo>
                    <a:pt x="379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49" y="0"/>
                  </a:lnTo>
                  <a:lnTo>
                    <a:pt x="341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6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7" y="0"/>
                  </a:lnTo>
                  <a:lnTo>
                    <a:pt x="239" y="0"/>
                  </a:lnTo>
                  <a:lnTo>
                    <a:pt x="230" y="0"/>
                  </a:lnTo>
                  <a:lnTo>
                    <a:pt x="223" y="0"/>
                  </a:lnTo>
                  <a:lnTo>
                    <a:pt x="217" y="0"/>
                  </a:lnTo>
                  <a:lnTo>
                    <a:pt x="211" y="0"/>
                  </a:lnTo>
                  <a:lnTo>
                    <a:pt x="205" y="0"/>
                  </a:lnTo>
                  <a:lnTo>
                    <a:pt x="199" y="0"/>
                  </a:lnTo>
                  <a:lnTo>
                    <a:pt x="194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4" y="0"/>
                  </a:lnTo>
                  <a:lnTo>
                    <a:pt x="170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1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5" y="0"/>
                  </a:lnTo>
                  <a:lnTo>
                    <a:pt x="132" y="0"/>
                  </a:lnTo>
                  <a:lnTo>
                    <a:pt x="128" y="0"/>
                  </a:lnTo>
                  <a:lnTo>
                    <a:pt x="123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0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3" y="1"/>
                  </a:lnTo>
                  <a:lnTo>
                    <a:pt x="101" y="1"/>
                  </a:lnTo>
                  <a:lnTo>
                    <a:pt x="98" y="2"/>
                  </a:lnTo>
                  <a:lnTo>
                    <a:pt x="96" y="2"/>
                  </a:lnTo>
                  <a:lnTo>
                    <a:pt x="93" y="2"/>
                  </a:lnTo>
                  <a:lnTo>
                    <a:pt x="91" y="3"/>
                  </a:lnTo>
                  <a:lnTo>
                    <a:pt x="90" y="3"/>
                  </a:lnTo>
                  <a:lnTo>
                    <a:pt x="87" y="5"/>
                  </a:lnTo>
                  <a:lnTo>
                    <a:pt x="85" y="6"/>
                  </a:lnTo>
                  <a:lnTo>
                    <a:pt x="84" y="7"/>
                  </a:lnTo>
                  <a:lnTo>
                    <a:pt x="81" y="8"/>
                  </a:lnTo>
                  <a:lnTo>
                    <a:pt x="79" y="10"/>
                  </a:lnTo>
                  <a:lnTo>
                    <a:pt x="78" y="11"/>
                  </a:lnTo>
                  <a:lnTo>
                    <a:pt x="75" y="12"/>
                  </a:lnTo>
                  <a:lnTo>
                    <a:pt x="73" y="14"/>
                  </a:lnTo>
                  <a:lnTo>
                    <a:pt x="71" y="17"/>
                  </a:lnTo>
                  <a:lnTo>
                    <a:pt x="68" y="18"/>
                  </a:lnTo>
                  <a:lnTo>
                    <a:pt x="66" y="20"/>
                  </a:lnTo>
                  <a:lnTo>
                    <a:pt x="63" y="23"/>
                  </a:lnTo>
                  <a:lnTo>
                    <a:pt x="60" y="26"/>
                  </a:lnTo>
                  <a:lnTo>
                    <a:pt x="57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6" y="40"/>
                  </a:lnTo>
                  <a:lnTo>
                    <a:pt x="43" y="43"/>
                  </a:lnTo>
                  <a:lnTo>
                    <a:pt x="39" y="47"/>
                  </a:lnTo>
                  <a:lnTo>
                    <a:pt x="36" y="50"/>
                  </a:lnTo>
                  <a:lnTo>
                    <a:pt x="32" y="54"/>
                  </a:lnTo>
                  <a:lnTo>
                    <a:pt x="28" y="58"/>
                  </a:lnTo>
                  <a:lnTo>
                    <a:pt x="26" y="60"/>
                  </a:lnTo>
                  <a:lnTo>
                    <a:pt x="22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0" y="77"/>
                  </a:lnTo>
                  <a:lnTo>
                    <a:pt x="9" y="79"/>
                  </a:lnTo>
                  <a:lnTo>
                    <a:pt x="8" y="82"/>
                  </a:lnTo>
                  <a:lnTo>
                    <a:pt x="7" y="84"/>
                  </a:lnTo>
                  <a:lnTo>
                    <a:pt x="6" y="85"/>
                  </a:lnTo>
                  <a:lnTo>
                    <a:pt x="4" y="88"/>
                  </a:lnTo>
                  <a:lnTo>
                    <a:pt x="3" y="90"/>
                  </a:lnTo>
                  <a:lnTo>
                    <a:pt x="3" y="91"/>
                  </a:lnTo>
                  <a:lnTo>
                    <a:pt x="2" y="94"/>
                  </a:lnTo>
                  <a:lnTo>
                    <a:pt x="2" y="96"/>
                  </a:lnTo>
                  <a:lnTo>
                    <a:pt x="2" y="98"/>
                  </a:lnTo>
                  <a:lnTo>
                    <a:pt x="1" y="101"/>
                  </a:lnTo>
                  <a:lnTo>
                    <a:pt x="1" y="103"/>
                  </a:lnTo>
                  <a:lnTo>
                    <a:pt x="1" y="106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4"/>
                  </a:lnTo>
                  <a:lnTo>
                    <a:pt x="1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1" y="736"/>
                  </a:lnTo>
                  <a:lnTo>
                    <a:pt x="1" y="739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8"/>
                  </a:lnTo>
                  <a:lnTo>
                    <a:pt x="1" y="750"/>
                  </a:lnTo>
                  <a:lnTo>
                    <a:pt x="1" y="752"/>
                  </a:lnTo>
                  <a:lnTo>
                    <a:pt x="2" y="755"/>
                  </a:lnTo>
                  <a:lnTo>
                    <a:pt x="2" y="757"/>
                  </a:lnTo>
                  <a:lnTo>
                    <a:pt x="2" y="758"/>
                  </a:lnTo>
                  <a:lnTo>
                    <a:pt x="3" y="761"/>
                  </a:lnTo>
                  <a:lnTo>
                    <a:pt x="3" y="763"/>
                  </a:lnTo>
                  <a:lnTo>
                    <a:pt x="4" y="766"/>
                  </a:lnTo>
                  <a:lnTo>
                    <a:pt x="6" y="767"/>
                  </a:lnTo>
                  <a:lnTo>
                    <a:pt x="7" y="769"/>
                  </a:lnTo>
                  <a:lnTo>
                    <a:pt x="8" y="772"/>
                  </a:lnTo>
                  <a:lnTo>
                    <a:pt x="9" y="773"/>
                  </a:lnTo>
                  <a:lnTo>
                    <a:pt x="10" y="775"/>
                  </a:lnTo>
                  <a:lnTo>
                    <a:pt x="12" y="778"/>
                  </a:lnTo>
                  <a:lnTo>
                    <a:pt x="14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2" y="790"/>
                  </a:lnTo>
                  <a:lnTo>
                    <a:pt x="26" y="792"/>
                  </a:lnTo>
                  <a:lnTo>
                    <a:pt x="28" y="796"/>
                  </a:lnTo>
                  <a:lnTo>
                    <a:pt x="32" y="799"/>
                  </a:lnTo>
                  <a:lnTo>
                    <a:pt x="36" y="802"/>
                  </a:lnTo>
                  <a:lnTo>
                    <a:pt x="39" y="805"/>
                  </a:lnTo>
                  <a:lnTo>
                    <a:pt x="43" y="810"/>
                  </a:lnTo>
                  <a:lnTo>
                    <a:pt x="46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7" y="823"/>
                  </a:lnTo>
                  <a:lnTo>
                    <a:pt x="60" y="827"/>
                  </a:lnTo>
                  <a:lnTo>
                    <a:pt x="63" y="829"/>
                  </a:lnTo>
                  <a:lnTo>
                    <a:pt x="66" y="832"/>
                  </a:lnTo>
                  <a:lnTo>
                    <a:pt x="68" y="834"/>
                  </a:lnTo>
                  <a:lnTo>
                    <a:pt x="71" y="837"/>
                  </a:lnTo>
                  <a:lnTo>
                    <a:pt x="73" y="839"/>
                  </a:lnTo>
                  <a:lnTo>
                    <a:pt x="75" y="840"/>
                  </a:lnTo>
                  <a:lnTo>
                    <a:pt x="78" y="841"/>
                  </a:lnTo>
                  <a:lnTo>
                    <a:pt x="79" y="844"/>
                  </a:lnTo>
                  <a:lnTo>
                    <a:pt x="81" y="845"/>
                  </a:lnTo>
                  <a:lnTo>
                    <a:pt x="84" y="846"/>
                  </a:lnTo>
                  <a:lnTo>
                    <a:pt x="85" y="847"/>
                  </a:lnTo>
                  <a:lnTo>
                    <a:pt x="87" y="847"/>
                  </a:lnTo>
                  <a:lnTo>
                    <a:pt x="90" y="849"/>
                  </a:lnTo>
                  <a:lnTo>
                    <a:pt x="91" y="850"/>
                  </a:lnTo>
                  <a:lnTo>
                    <a:pt x="93" y="850"/>
                  </a:lnTo>
                  <a:lnTo>
                    <a:pt x="96" y="851"/>
                  </a:lnTo>
                  <a:lnTo>
                    <a:pt x="98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3" y="852"/>
                  </a:lnTo>
                  <a:lnTo>
                    <a:pt x="128" y="852"/>
                  </a:lnTo>
                  <a:lnTo>
                    <a:pt x="132" y="852"/>
                  </a:lnTo>
                  <a:lnTo>
                    <a:pt x="135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1" y="852"/>
                  </a:lnTo>
                  <a:lnTo>
                    <a:pt x="155" y="852"/>
                  </a:lnTo>
                  <a:lnTo>
                    <a:pt x="157" y="852"/>
                  </a:lnTo>
                  <a:lnTo>
                    <a:pt x="161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70" y="852"/>
                  </a:lnTo>
                  <a:lnTo>
                    <a:pt x="174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4" y="852"/>
                  </a:lnTo>
                  <a:lnTo>
                    <a:pt x="199" y="852"/>
                  </a:lnTo>
                  <a:lnTo>
                    <a:pt x="205" y="852"/>
                  </a:lnTo>
                  <a:lnTo>
                    <a:pt x="211" y="852"/>
                  </a:lnTo>
                  <a:lnTo>
                    <a:pt x="217" y="852"/>
                  </a:lnTo>
                  <a:lnTo>
                    <a:pt x="223" y="852"/>
                  </a:lnTo>
                  <a:lnTo>
                    <a:pt x="230" y="852"/>
                  </a:lnTo>
                  <a:lnTo>
                    <a:pt x="239" y="852"/>
                  </a:lnTo>
                  <a:lnTo>
                    <a:pt x="247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6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1" y="852"/>
                  </a:lnTo>
                  <a:lnTo>
                    <a:pt x="349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8" y="852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0" y="852"/>
                  </a:lnTo>
                  <a:lnTo>
                    <a:pt x="456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1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4" y="852"/>
                  </a:lnTo>
                  <a:lnTo>
                    <a:pt x="621" y="852"/>
                  </a:lnTo>
                  <a:lnTo>
                    <a:pt x="628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2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0" y="852"/>
                  </a:lnTo>
                  <a:lnTo>
                    <a:pt x="675" y="852"/>
                  </a:lnTo>
                  <a:lnTo>
                    <a:pt x="679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8" y="852"/>
                  </a:lnTo>
                  <a:lnTo>
                    <a:pt x="692" y="852"/>
                  </a:lnTo>
                  <a:lnTo>
                    <a:pt x="694" y="852"/>
                  </a:lnTo>
                  <a:lnTo>
                    <a:pt x="698" y="852"/>
                  </a:lnTo>
                  <a:lnTo>
                    <a:pt x="700" y="852"/>
                  </a:lnTo>
                  <a:lnTo>
                    <a:pt x="704" y="852"/>
                  </a:lnTo>
                  <a:lnTo>
                    <a:pt x="706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5" y="852"/>
                  </a:lnTo>
                  <a:lnTo>
                    <a:pt x="738" y="852"/>
                  </a:lnTo>
                  <a:lnTo>
                    <a:pt x="741" y="852"/>
                  </a:lnTo>
                  <a:lnTo>
                    <a:pt x="744" y="852"/>
                  </a:lnTo>
                  <a:lnTo>
                    <a:pt x="747" y="852"/>
                  </a:lnTo>
                  <a:lnTo>
                    <a:pt x="750" y="851"/>
                  </a:lnTo>
                  <a:lnTo>
                    <a:pt x="752" y="851"/>
                  </a:lnTo>
                  <a:lnTo>
                    <a:pt x="754" y="851"/>
                  </a:lnTo>
                  <a:lnTo>
                    <a:pt x="757" y="851"/>
                  </a:lnTo>
                  <a:lnTo>
                    <a:pt x="758" y="850"/>
                  </a:lnTo>
                  <a:lnTo>
                    <a:pt x="760" y="850"/>
                  </a:lnTo>
                  <a:lnTo>
                    <a:pt x="763" y="849"/>
                  </a:lnTo>
                  <a:lnTo>
                    <a:pt x="764" y="847"/>
                  </a:lnTo>
                  <a:lnTo>
                    <a:pt x="766" y="847"/>
                  </a:lnTo>
                  <a:lnTo>
                    <a:pt x="769" y="846"/>
                  </a:lnTo>
                  <a:lnTo>
                    <a:pt x="770" y="845"/>
                  </a:lnTo>
                  <a:lnTo>
                    <a:pt x="773" y="844"/>
                  </a:lnTo>
                  <a:lnTo>
                    <a:pt x="775" y="841"/>
                  </a:lnTo>
                  <a:lnTo>
                    <a:pt x="777" y="840"/>
                  </a:lnTo>
                  <a:lnTo>
                    <a:pt x="780" y="839"/>
                  </a:lnTo>
                  <a:lnTo>
                    <a:pt x="782" y="837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9" y="821"/>
                  </a:lnTo>
                  <a:lnTo>
                    <a:pt x="801" y="817"/>
                  </a:lnTo>
                  <a:lnTo>
                    <a:pt x="805" y="814"/>
                  </a:lnTo>
                  <a:lnTo>
                    <a:pt x="810" y="810"/>
                  </a:lnTo>
                  <a:lnTo>
                    <a:pt x="813" y="805"/>
                  </a:lnTo>
                  <a:lnTo>
                    <a:pt x="817" y="802"/>
                  </a:lnTo>
                  <a:lnTo>
                    <a:pt x="821" y="799"/>
                  </a:lnTo>
                  <a:lnTo>
                    <a:pt x="823" y="796"/>
                  </a:lnTo>
                  <a:lnTo>
                    <a:pt x="827" y="792"/>
                  </a:lnTo>
                  <a:lnTo>
                    <a:pt x="829" y="790"/>
                  </a:lnTo>
                  <a:lnTo>
                    <a:pt x="831" y="787"/>
                  </a:lnTo>
                  <a:lnTo>
                    <a:pt x="834" y="785"/>
                  </a:lnTo>
                  <a:lnTo>
                    <a:pt x="836" y="782"/>
                  </a:lnTo>
                  <a:lnTo>
                    <a:pt x="839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5" y="772"/>
                  </a:lnTo>
                  <a:lnTo>
                    <a:pt x="846" y="769"/>
                  </a:lnTo>
                  <a:lnTo>
                    <a:pt x="847" y="767"/>
                  </a:lnTo>
                  <a:lnTo>
                    <a:pt x="847" y="766"/>
                  </a:lnTo>
                  <a:lnTo>
                    <a:pt x="848" y="763"/>
                  </a:lnTo>
                  <a:lnTo>
                    <a:pt x="849" y="761"/>
                  </a:lnTo>
                  <a:lnTo>
                    <a:pt x="849" y="758"/>
                  </a:lnTo>
                  <a:lnTo>
                    <a:pt x="851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2" y="750"/>
                  </a:lnTo>
                  <a:lnTo>
                    <a:pt x="852" y="748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6"/>
                  </a:lnTo>
                  <a:lnTo>
                    <a:pt x="852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1" y="96"/>
                  </a:lnTo>
                  <a:lnTo>
                    <a:pt x="849" y="94"/>
                  </a:lnTo>
                  <a:lnTo>
                    <a:pt x="849" y="91"/>
                  </a:lnTo>
                  <a:lnTo>
                    <a:pt x="848" y="90"/>
                  </a:lnTo>
                  <a:lnTo>
                    <a:pt x="847" y="88"/>
                  </a:lnTo>
                  <a:lnTo>
                    <a:pt x="847" y="85"/>
                  </a:lnTo>
                  <a:lnTo>
                    <a:pt x="846" y="84"/>
                  </a:lnTo>
                  <a:lnTo>
                    <a:pt x="845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9" y="73"/>
                  </a:lnTo>
                  <a:lnTo>
                    <a:pt x="836" y="71"/>
                  </a:lnTo>
                  <a:lnTo>
                    <a:pt x="834" y="68"/>
                  </a:lnTo>
                  <a:lnTo>
                    <a:pt x="831" y="66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3" y="58"/>
                  </a:lnTo>
                  <a:lnTo>
                    <a:pt x="821" y="54"/>
                  </a:lnTo>
                  <a:lnTo>
                    <a:pt x="817" y="50"/>
                  </a:lnTo>
                  <a:lnTo>
                    <a:pt x="813" y="47"/>
                  </a:lnTo>
                  <a:lnTo>
                    <a:pt x="810" y="43"/>
                  </a:lnTo>
                  <a:lnTo>
                    <a:pt x="805" y="40"/>
                  </a:lnTo>
                  <a:lnTo>
                    <a:pt x="801" y="36"/>
                  </a:lnTo>
                  <a:lnTo>
                    <a:pt x="799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2" y="17"/>
                  </a:lnTo>
                  <a:lnTo>
                    <a:pt x="780" y="14"/>
                  </a:lnTo>
                  <a:lnTo>
                    <a:pt x="777" y="12"/>
                  </a:lnTo>
                  <a:lnTo>
                    <a:pt x="775" y="11"/>
                  </a:lnTo>
                  <a:lnTo>
                    <a:pt x="773" y="10"/>
                  </a:lnTo>
                  <a:lnTo>
                    <a:pt x="770" y="8"/>
                  </a:lnTo>
                  <a:lnTo>
                    <a:pt x="769" y="7"/>
                  </a:lnTo>
                  <a:lnTo>
                    <a:pt x="766" y="6"/>
                  </a:lnTo>
                  <a:lnTo>
                    <a:pt x="764" y="5"/>
                  </a:lnTo>
                  <a:lnTo>
                    <a:pt x="763" y="3"/>
                  </a:lnTo>
                  <a:lnTo>
                    <a:pt x="760" y="3"/>
                  </a:lnTo>
                  <a:lnTo>
                    <a:pt x="758" y="2"/>
                  </a:lnTo>
                  <a:lnTo>
                    <a:pt x="757" y="2"/>
                  </a:lnTo>
                  <a:lnTo>
                    <a:pt x="754" y="2"/>
                  </a:lnTo>
                  <a:lnTo>
                    <a:pt x="752" y="1"/>
                  </a:lnTo>
                  <a:lnTo>
                    <a:pt x="750" y="1"/>
                  </a:lnTo>
                  <a:lnTo>
                    <a:pt x="747" y="1"/>
                  </a:lnTo>
                  <a:lnTo>
                    <a:pt x="744" y="1"/>
                  </a:lnTo>
                  <a:lnTo>
                    <a:pt x="741" y="1"/>
                  </a:lnTo>
                  <a:lnTo>
                    <a:pt x="738" y="1"/>
                  </a:lnTo>
                  <a:lnTo>
                    <a:pt x="735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6" y="0"/>
                  </a:lnTo>
                  <a:lnTo>
                    <a:pt x="704" y="0"/>
                  </a:lnTo>
                  <a:lnTo>
                    <a:pt x="700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3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7" y="0"/>
                  </a:lnTo>
                  <a:lnTo>
                    <a:pt x="663" y="0"/>
                  </a:lnTo>
                  <a:lnTo>
                    <a:pt x="660" y="0"/>
                  </a:lnTo>
                  <a:lnTo>
                    <a:pt x="655" y="0"/>
                  </a:lnTo>
                  <a:lnTo>
                    <a:pt x="651" y="0"/>
                  </a:lnTo>
                  <a:lnTo>
                    <a:pt x="646" y="0"/>
                  </a:lnTo>
                  <a:lnTo>
                    <a:pt x="641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1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1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1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3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2" y="0"/>
                  </a:lnTo>
                  <a:lnTo>
                    <a:pt x="519" y="0"/>
                  </a:lnTo>
                  <a:lnTo>
                    <a:pt x="516" y="0"/>
                  </a:lnTo>
                  <a:lnTo>
                    <a:pt x="513" y="0"/>
                  </a:lnTo>
                  <a:lnTo>
                    <a:pt x="510" y="0"/>
                  </a:lnTo>
                  <a:lnTo>
                    <a:pt x="508" y="0"/>
                  </a:lnTo>
                  <a:lnTo>
                    <a:pt x="506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5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8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76" name="Rectangle 208">
              <a:extLst>
                <a:ext uri="{FF2B5EF4-FFF2-40B4-BE49-F238E27FC236}">
                  <a16:creationId xmlns:a16="http://schemas.microsoft.com/office/drawing/2014/main" id="{F5B660EA-B817-42F0-A0CA-CB55707C5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439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77" name="Rectangle 209">
              <a:extLst>
                <a:ext uri="{FF2B5EF4-FFF2-40B4-BE49-F238E27FC236}">
                  <a16:creationId xmlns:a16="http://schemas.microsoft.com/office/drawing/2014/main" id="{714F8D3F-E1E2-4BA2-BA1B-1927596F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" y="1762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(a)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78" name="Freeform 210">
              <a:extLst>
                <a:ext uri="{FF2B5EF4-FFF2-40B4-BE49-F238E27FC236}">
                  <a16:creationId xmlns:a16="http://schemas.microsoft.com/office/drawing/2014/main" id="{811E46CC-72AB-49D1-8A1A-DA83AA2D8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152"/>
              <a:ext cx="427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19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2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0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5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3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199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0" y="1"/>
                  </a:lnTo>
                  <a:lnTo>
                    <a:pt x="97" y="1"/>
                  </a:lnTo>
                  <a:lnTo>
                    <a:pt x="95" y="1"/>
                  </a:lnTo>
                  <a:lnTo>
                    <a:pt x="94" y="2"/>
                  </a:lnTo>
                  <a:lnTo>
                    <a:pt x="91" y="2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3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7" y="9"/>
                  </a:lnTo>
                  <a:lnTo>
                    <a:pt x="74" y="12"/>
                  </a:lnTo>
                  <a:lnTo>
                    <a:pt x="72" y="13"/>
                  </a:lnTo>
                  <a:lnTo>
                    <a:pt x="71" y="15"/>
                  </a:lnTo>
                  <a:lnTo>
                    <a:pt x="68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5"/>
                  </a:lnTo>
                  <a:lnTo>
                    <a:pt x="56" y="29"/>
                  </a:lnTo>
                  <a:lnTo>
                    <a:pt x="54" y="31"/>
                  </a:lnTo>
                  <a:lnTo>
                    <a:pt x="50" y="35"/>
                  </a:lnTo>
                  <a:lnTo>
                    <a:pt x="47" y="38"/>
                  </a:lnTo>
                  <a:lnTo>
                    <a:pt x="42" y="42"/>
                  </a:lnTo>
                  <a:lnTo>
                    <a:pt x="38" y="46"/>
                  </a:lnTo>
                  <a:lnTo>
                    <a:pt x="35" y="49"/>
                  </a:lnTo>
                  <a:lnTo>
                    <a:pt x="31" y="53"/>
                  </a:lnTo>
                  <a:lnTo>
                    <a:pt x="29" y="56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5" y="70"/>
                  </a:lnTo>
                  <a:lnTo>
                    <a:pt x="13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0"/>
                  </a:lnTo>
                  <a:lnTo>
                    <a:pt x="6" y="83"/>
                  </a:lnTo>
                  <a:lnTo>
                    <a:pt x="5" y="85"/>
                  </a:lnTo>
                  <a:lnTo>
                    <a:pt x="5" y="86"/>
                  </a:lnTo>
                  <a:lnTo>
                    <a:pt x="3" y="89"/>
                  </a:lnTo>
                  <a:lnTo>
                    <a:pt x="2" y="91"/>
                  </a:lnTo>
                  <a:lnTo>
                    <a:pt x="2" y="92"/>
                  </a:lnTo>
                  <a:lnTo>
                    <a:pt x="1" y="95"/>
                  </a:lnTo>
                  <a:lnTo>
                    <a:pt x="1" y="97"/>
                  </a:lnTo>
                  <a:lnTo>
                    <a:pt x="1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3"/>
                  </a:lnTo>
                  <a:lnTo>
                    <a:pt x="0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0" y="734"/>
                  </a:lnTo>
                  <a:lnTo>
                    <a:pt x="0" y="738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6"/>
                  </a:lnTo>
                  <a:lnTo>
                    <a:pt x="0" y="749"/>
                  </a:lnTo>
                  <a:lnTo>
                    <a:pt x="1" y="751"/>
                  </a:lnTo>
                  <a:lnTo>
                    <a:pt x="1" y="754"/>
                  </a:lnTo>
                  <a:lnTo>
                    <a:pt x="1" y="756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3" y="762"/>
                  </a:lnTo>
                  <a:lnTo>
                    <a:pt x="5" y="764"/>
                  </a:lnTo>
                  <a:lnTo>
                    <a:pt x="5" y="767"/>
                  </a:lnTo>
                  <a:lnTo>
                    <a:pt x="6" y="768"/>
                  </a:lnTo>
                  <a:lnTo>
                    <a:pt x="7" y="770"/>
                  </a:lnTo>
                  <a:lnTo>
                    <a:pt x="8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3" y="779"/>
                  </a:lnTo>
                  <a:lnTo>
                    <a:pt x="15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5" y="792"/>
                  </a:lnTo>
                  <a:lnTo>
                    <a:pt x="29" y="794"/>
                  </a:lnTo>
                  <a:lnTo>
                    <a:pt x="31" y="798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09"/>
                  </a:lnTo>
                  <a:lnTo>
                    <a:pt x="47" y="812"/>
                  </a:lnTo>
                  <a:lnTo>
                    <a:pt x="50" y="816"/>
                  </a:lnTo>
                  <a:lnTo>
                    <a:pt x="54" y="820"/>
                  </a:lnTo>
                  <a:lnTo>
                    <a:pt x="56" y="823"/>
                  </a:lnTo>
                  <a:lnTo>
                    <a:pt x="60" y="826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8" y="834"/>
                  </a:lnTo>
                  <a:lnTo>
                    <a:pt x="71" y="835"/>
                  </a:lnTo>
                  <a:lnTo>
                    <a:pt x="72" y="838"/>
                  </a:lnTo>
                  <a:lnTo>
                    <a:pt x="74" y="840"/>
                  </a:lnTo>
                  <a:lnTo>
                    <a:pt x="77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3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89" y="848"/>
                  </a:lnTo>
                  <a:lnTo>
                    <a:pt x="91" y="848"/>
                  </a:lnTo>
                  <a:lnTo>
                    <a:pt x="94" y="850"/>
                  </a:lnTo>
                  <a:lnTo>
                    <a:pt x="95" y="850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4" y="851"/>
                  </a:lnTo>
                  <a:lnTo>
                    <a:pt x="108" y="851"/>
                  </a:lnTo>
                  <a:lnTo>
                    <a:pt x="110" y="852"/>
                  </a:lnTo>
                  <a:lnTo>
                    <a:pt x="114" y="852"/>
                  </a:lnTo>
                  <a:lnTo>
                    <a:pt x="116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1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199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3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5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0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6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19" y="852"/>
                  </a:lnTo>
                  <a:lnTo>
                    <a:pt x="425" y="852"/>
                  </a:lnTo>
                  <a:lnTo>
                    <a:pt x="431" y="852"/>
                  </a:lnTo>
                  <a:lnTo>
                    <a:pt x="437" y="852"/>
                  </a:lnTo>
                  <a:lnTo>
                    <a:pt x="443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8" y="852"/>
                  </a:lnTo>
                  <a:lnTo>
                    <a:pt x="485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6" y="852"/>
                  </a:lnTo>
                  <a:lnTo>
                    <a:pt x="596" y="852"/>
                  </a:lnTo>
                  <a:lnTo>
                    <a:pt x="604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7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1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3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1"/>
                  </a:lnTo>
                  <a:lnTo>
                    <a:pt x="746" y="851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0"/>
                  </a:lnTo>
                  <a:lnTo>
                    <a:pt x="758" y="850"/>
                  </a:lnTo>
                  <a:lnTo>
                    <a:pt x="761" y="848"/>
                  </a:lnTo>
                  <a:lnTo>
                    <a:pt x="762" y="848"/>
                  </a:lnTo>
                  <a:lnTo>
                    <a:pt x="764" y="847"/>
                  </a:lnTo>
                  <a:lnTo>
                    <a:pt x="767" y="846"/>
                  </a:lnTo>
                  <a:lnTo>
                    <a:pt x="768" y="845"/>
                  </a:lnTo>
                  <a:lnTo>
                    <a:pt x="770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6" y="840"/>
                  </a:lnTo>
                  <a:lnTo>
                    <a:pt x="779" y="838"/>
                  </a:lnTo>
                  <a:lnTo>
                    <a:pt x="781" y="835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90" y="829"/>
                  </a:lnTo>
                  <a:lnTo>
                    <a:pt x="792" y="826"/>
                  </a:lnTo>
                  <a:lnTo>
                    <a:pt x="794" y="823"/>
                  </a:lnTo>
                  <a:lnTo>
                    <a:pt x="798" y="820"/>
                  </a:lnTo>
                  <a:lnTo>
                    <a:pt x="802" y="816"/>
                  </a:lnTo>
                  <a:lnTo>
                    <a:pt x="805" y="812"/>
                  </a:lnTo>
                  <a:lnTo>
                    <a:pt x="809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0" y="798"/>
                  </a:lnTo>
                  <a:lnTo>
                    <a:pt x="823" y="794"/>
                  </a:lnTo>
                  <a:lnTo>
                    <a:pt x="826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6" y="781"/>
                  </a:lnTo>
                  <a:lnTo>
                    <a:pt x="838" y="779"/>
                  </a:lnTo>
                  <a:lnTo>
                    <a:pt x="840" y="776"/>
                  </a:lnTo>
                  <a:lnTo>
                    <a:pt x="841" y="774"/>
                  </a:lnTo>
                  <a:lnTo>
                    <a:pt x="842" y="773"/>
                  </a:lnTo>
                  <a:lnTo>
                    <a:pt x="844" y="770"/>
                  </a:lnTo>
                  <a:lnTo>
                    <a:pt x="845" y="768"/>
                  </a:lnTo>
                  <a:lnTo>
                    <a:pt x="846" y="767"/>
                  </a:lnTo>
                  <a:lnTo>
                    <a:pt x="847" y="764"/>
                  </a:lnTo>
                  <a:lnTo>
                    <a:pt x="848" y="762"/>
                  </a:lnTo>
                  <a:lnTo>
                    <a:pt x="848" y="761"/>
                  </a:lnTo>
                  <a:lnTo>
                    <a:pt x="850" y="758"/>
                  </a:lnTo>
                  <a:lnTo>
                    <a:pt x="850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1" y="749"/>
                  </a:lnTo>
                  <a:lnTo>
                    <a:pt x="851" y="746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4"/>
                  </a:lnTo>
                  <a:lnTo>
                    <a:pt x="851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0" y="95"/>
                  </a:lnTo>
                  <a:lnTo>
                    <a:pt x="850" y="92"/>
                  </a:lnTo>
                  <a:lnTo>
                    <a:pt x="848" y="91"/>
                  </a:lnTo>
                  <a:lnTo>
                    <a:pt x="848" y="89"/>
                  </a:lnTo>
                  <a:lnTo>
                    <a:pt x="847" y="86"/>
                  </a:lnTo>
                  <a:lnTo>
                    <a:pt x="846" y="85"/>
                  </a:lnTo>
                  <a:lnTo>
                    <a:pt x="845" y="83"/>
                  </a:lnTo>
                  <a:lnTo>
                    <a:pt x="844" y="80"/>
                  </a:lnTo>
                  <a:lnTo>
                    <a:pt x="842" y="79"/>
                  </a:lnTo>
                  <a:lnTo>
                    <a:pt x="841" y="77"/>
                  </a:lnTo>
                  <a:lnTo>
                    <a:pt x="840" y="74"/>
                  </a:lnTo>
                  <a:lnTo>
                    <a:pt x="838" y="72"/>
                  </a:lnTo>
                  <a:lnTo>
                    <a:pt x="836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6"/>
                  </a:lnTo>
                  <a:lnTo>
                    <a:pt x="820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09" y="42"/>
                  </a:lnTo>
                  <a:lnTo>
                    <a:pt x="805" y="38"/>
                  </a:lnTo>
                  <a:lnTo>
                    <a:pt x="802" y="35"/>
                  </a:lnTo>
                  <a:lnTo>
                    <a:pt x="798" y="31"/>
                  </a:lnTo>
                  <a:lnTo>
                    <a:pt x="794" y="29"/>
                  </a:lnTo>
                  <a:lnTo>
                    <a:pt x="792" y="25"/>
                  </a:lnTo>
                  <a:lnTo>
                    <a:pt x="790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5"/>
                  </a:lnTo>
                  <a:lnTo>
                    <a:pt x="779" y="13"/>
                  </a:lnTo>
                  <a:lnTo>
                    <a:pt x="776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0" y="7"/>
                  </a:lnTo>
                  <a:lnTo>
                    <a:pt x="768" y="6"/>
                  </a:lnTo>
                  <a:lnTo>
                    <a:pt x="767" y="5"/>
                  </a:lnTo>
                  <a:lnTo>
                    <a:pt x="764" y="3"/>
                  </a:lnTo>
                  <a:lnTo>
                    <a:pt x="762" y="3"/>
                  </a:lnTo>
                  <a:lnTo>
                    <a:pt x="761" y="2"/>
                  </a:lnTo>
                  <a:lnTo>
                    <a:pt x="758" y="2"/>
                  </a:lnTo>
                  <a:lnTo>
                    <a:pt x="756" y="1"/>
                  </a:lnTo>
                  <a:lnTo>
                    <a:pt x="754" y="1"/>
                  </a:lnTo>
                  <a:lnTo>
                    <a:pt x="751" y="1"/>
                  </a:lnTo>
                  <a:lnTo>
                    <a:pt x="749" y="0"/>
                  </a:lnTo>
                  <a:lnTo>
                    <a:pt x="746" y="0"/>
                  </a:lnTo>
                  <a:lnTo>
                    <a:pt x="744" y="0"/>
                  </a:lnTo>
                  <a:lnTo>
                    <a:pt x="742" y="0"/>
                  </a:lnTo>
                  <a:lnTo>
                    <a:pt x="738" y="0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3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7" y="0"/>
                  </a:lnTo>
                  <a:lnTo>
                    <a:pt x="685" y="0"/>
                  </a:lnTo>
                  <a:lnTo>
                    <a:pt x="681" y="0"/>
                  </a:lnTo>
                  <a:lnTo>
                    <a:pt x="679" y="0"/>
                  </a:lnTo>
                  <a:lnTo>
                    <a:pt x="675" y="0"/>
                  </a:lnTo>
                  <a:lnTo>
                    <a:pt x="673" y="0"/>
                  </a:lnTo>
                  <a:lnTo>
                    <a:pt x="669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4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4" y="0"/>
                  </a:lnTo>
                  <a:lnTo>
                    <a:pt x="568" y="0"/>
                  </a:lnTo>
                  <a:lnTo>
                    <a:pt x="562" y="0"/>
                  </a:lnTo>
                  <a:lnTo>
                    <a:pt x="556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7" y="0"/>
                  </a:lnTo>
                  <a:lnTo>
                    <a:pt x="494" y="0"/>
                  </a:lnTo>
                  <a:lnTo>
                    <a:pt x="491" y="0"/>
                  </a:lnTo>
                  <a:lnTo>
                    <a:pt x="489" y="0"/>
                  </a:lnTo>
                  <a:lnTo>
                    <a:pt x="485" y="0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79" name="Freeform 212">
              <a:extLst>
                <a:ext uri="{FF2B5EF4-FFF2-40B4-BE49-F238E27FC236}">
                  <a16:creationId xmlns:a16="http://schemas.microsoft.com/office/drawing/2014/main" id="{3A9087B9-81BB-4000-AE4B-2B05B3975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910"/>
              <a:ext cx="421" cy="132"/>
            </a:xfrm>
            <a:custGeom>
              <a:avLst/>
              <a:gdLst>
                <a:gd name="T0" fmla="*/ 0 w 841"/>
                <a:gd name="T1" fmla="*/ 0 h 265"/>
                <a:gd name="T2" fmla="*/ 1 w 841"/>
                <a:gd name="T3" fmla="*/ 0 h 265"/>
                <a:gd name="T4" fmla="*/ 1 w 841"/>
                <a:gd name="T5" fmla="*/ 0 h 265"/>
                <a:gd name="T6" fmla="*/ 1 w 841"/>
                <a:gd name="T7" fmla="*/ 0 h 265"/>
                <a:gd name="T8" fmla="*/ 1 w 841"/>
                <a:gd name="T9" fmla="*/ 0 h 265"/>
                <a:gd name="T10" fmla="*/ 1 w 841"/>
                <a:gd name="T11" fmla="*/ 0 h 265"/>
                <a:gd name="T12" fmla="*/ 1 w 841"/>
                <a:gd name="T13" fmla="*/ 0 h 265"/>
                <a:gd name="T14" fmla="*/ 1 w 841"/>
                <a:gd name="T15" fmla="*/ 0 h 265"/>
                <a:gd name="T16" fmla="*/ 1 w 841"/>
                <a:gd name="T17" fmla="*/ 0 h 265"/>
                <a:gd name="T18" fmla="*/ 1 w 841"/>
                <a:gd name="T19" fmla="*/ 0 h 265"/>
                <a:gd name="T20" fmla="*/ 1 w 841"/>
                <a:gd name="T21" fmla="*/ 0 h 265"/>
                <a:gd name="T22" fmla="*/ 1 w 841"/>
                <a:gd name="T23" fmla="*/ 0 h 265"/>
                <a:gd name="T24" fmla="*/ 1 w 841"/>
                <a:gd name="T25" fmla="*/ 0 h 265"/>
                <a:gd name="T26" fmla="*/ 1 w 841"/>
                <a:gd name="T27" fmla="*/ 0 h 265"/>
                <a:gd name="T28" fmla="*/ 1 w 841"/>
                <a:gd name="T29" fmla="*/ 0 h 265"/>
                <a:gd name="T30" fmla="*/ 1 w 841"/>
                <a:gd name="T31" fmla="*/ 0 h 265"/>
                <a:gd name="T32" fmla="*/ 1 w 841"/>
                <a:gd name="T33" fmla="*/ 0 h 265"/>
                <a:gd name="T34" fmla="*/ 1 w 841"/>
                <a:gd name="T35" fmla="*/ 0 h 265"/>
                <a:gd name="T36" fmla="*/ 1 w 841"/>
                <a:gd name="T37" fmla="*/ 0 h 265"/>
                <a:gd name="T38" fmla="*/ 1 w 841"/>
                <a:gd name="T39" fmla="*/ 0 h 265"/>
                <a:gd name="T40" fmla="*/ 1 w 841"/>
                <a:gd name="T41" fmla="*/ 0 h 265"/>
                <a:gd name="T42" fmla="*/ 1 w 841"/>
                <a:gd name="T43" fmla="*/ 0 h 265"/>
                <a:gd name="T44" fmla="*/ 1 w 841"/>
                <a:gd name="T45" fmla="*/ 0 h 265"/>
                <a:gd name="T46" fmla="*/ 1 w 841"/>
                <a:gd name="T47" fmla="*/ 0 h 265"/>
                <a:gd name="T48" fmla="*/ 1 w 841"/>
                <a:gd name="T49" fmla="*/ 0 h 265"/>
                <a:gd name="T50" fmla="*/ 1 w 841"/>
                <a:gd name="T51" fmla="*/ 0 h 265"/>
                <a:gd name="T52" fmla="*/ 1 w 841"/>
                <a:gd name="T53" fmla="*/ 0 h 265"/>
                <a:gd name="T54" fmla="*/ 1 w 841"/>
                <a:gd name="T55" fmla="*/ 0 h 265"/>
                <a:gd name="T56" fmla="*/ 1 w 841"/>
                <a:gd name="T57" fmla="*/ 0 h 265"/>
                <a:gd name="T58" fmla="*/ 1 w 841"/>
                <a:gd name="T59" fmla="*/ 0 h 265"/>
                <a:gd name="T60" fmla="*/ 1 w 841"/>
                <a:gd name="T61" fmla="*/ 0 h 265"/>
                <a:gd name="T62" fmla="*/ 1 w 841"/>
                <a:gd name="T63" fmla="*/ 0 h 265"/>
                <a:gd name="T64" fmla="*/ 1 w 841"/>
                <a:gd name="T65" fmla="*/ 0 h 265"/>
                <a:gd name="T66" fmla="*/ 1 w 841"/>
                <a:gd name="T67" fmla="*/ 0 h 265"/>
                <a:gd name="T68" fmla="*/ 1 w 841"/>
                <a:gd name="T69" fmla="*/ 0 h 265"/>
                <a:gd name="T70" fmla="*/ 1 w 841"/>
                <a:gd name="T71" fmla="*/ 0 h 265"/>
                <a:gd name="T72" fmla="*/ 1 w 841"/>
                <a:gd name="T73" fmla="*/ 0 h 265"/>
                <a:gd name="T74" fmla="*/ 1 w 841"/>
                <a:gd name="T75" fmla="*/ 0 h 265"/>
                <a:gd name="T76" fmla="*/ 1 w 841"/>
                <a:gd name="T77" fmla="*/ 0 h 265"/>
                <a:gd name="T78" fmla="*/ 1 w 841"/>
                <a:gd name="T79" fmla="*/ 0 h 265"/>
                <a:gd name="T80" fmla="*/ 1 w 841"/>
                <a:gd name="T81" fmla="*/ 0 h 265"/>
                <a:gd name="T82" fmla="*/ 1 w 841"/>
                <a:gd name="T83" fmla="*/ 0 h 265"/>
                <a:gd name="T84" fmla="*/ 1 w 841"/>
                <a:gd name="T85" fmla="*/ 0 h 265"/>
                <a:gd name="T86" fmla="*/ 1 w 841"/>
                <a:gd name="T87" fmla="*/ 0 h 265"/>
                <a:gd name="T88" fmla="*/ 1 w 841"/>
                <a:gd name="T89" fmla="*/ 0 h 265"/>
                <a:gd name="T90" fmla="*/ 1 w 841"/>
                <a:gd name="T91" fmla="*/ 0 h 265"/>
                <a:gd name="T92" fmla="*/ 1 w 841"/>
                <a:gd name="T93" fmla="*/ 0 h 265"/>
                <a:gd name="T94" fmla="*/ 1 w 841"/>
                <a:gd name="T95" fmla="*/ 0 h 265"/>
                <a:gd name="T96" fmla="*/ 1 w 841"/>
                <a:gd name="T97" fmla="*/ 0 h 265"/>
                <a:gd name="T98" fmla="*/ 1 w 841"/>
                <a:gd name="T99" fmla="*/ 0 h 265"/>
                <a:gd name="T100" fmla="*/ 1 w 841"/>
                <a:gd name="T101" fmla="*/ 0 h 265"/>
                <a:gd name="T102" fmla="*/ 1 w 841"/>
                <a:gd name="T103" fmla="*/ 0 h 265"/>
                <a:gd name="T104" fmla="*/ 1 w 841"/>
                <a:gd name="T105" fmla="*/ 0 h 265"/>
                <a:gd name="T106" fmla="*/ 1 w 841"/>
                <a:gd name="T107" fmla="*/ 0 h 265"/>
                <a:gd name="T108" fmla="*/ 1 w 841"/>
                <a:gd name="T109" fmla="*/ 0 h 265"/>
                <a:gd name="T110" fmla="*/ 0 w 841"/>
                <a:gd name="T111" fmla="*/ 0 h 26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841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3"/>
                  </a:lnTo>
                  <a:lnTo>
                    <a:pt x="3" y="97"/>
                  </a:lnTo>
                  <a:lnTo>
                    <a:pt x="6" y="91"/>
                  </a:lnTo>
                  <a:lnTo>
                    <a:pt x="8" y="85"/>
                  </a:lnTo>
                  <a:lnTo>
                    <a:pt x="9" y="79"/>
                  </a:lnTo>
                  <a:lnTo>
                    <a:pt x="13" y="73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14" y="0"/>
                  </a:lnTo>
                  <a:lnTo>
                    <a:pt x="720" y="0"/>
                  </a:lnTo>
                  <a:lnTo>
                    <a:pt x="727" y="2"/>
                  </a:lnTo>
                  <a:lnTo>
                    <a:pt x="733" y="2"/>
                  </a:lnTo>
                  <a:lnTo>
                    <a:pt x="739" y="3"/>
                  </a:lnTo>
                  <a:lnTo>
                    <a:pt x="745" y="4"/>
                  </a:lnTo>
                  <a:lnTo>
                    <a:pt x="751" y="6"/>
                  </a:lnTo>
                  <a:lnTo>
                    <a:pt x="757" y="8"/>
                  </a:lnTo>
                  <a:lnTo>
                    <a:pt x="763" y="10"/>
                  </a:lnTo>
                  <a:lnTo>
                    <a:pt x="769" y="14"/>
                  </a:lnTo>
                  <a:lnTo>
                    <a:pt x="774" y="16"/>
                  </a:lnTo>
                  <a:lnTo>
                    <a:pt x="780" y="18"/>
                  </a:lnTo>
                  <a:lnTo>
                    <a:pt x="784" y="22"/>
                  </a:lnTo>
                  <a:lnTo>
                    <a:pt x="789" y="26"/>
                  </a:lnTo>
                  <a:lnTo>
                    <a:pt x="794" y="29"/>
                  </a:lnTo>
                  <a:lnTo>
                    <a:pt x="799" y="34"/>
                  </a:lnTo>
                  <a:lnTo>
                    <a:pt x="804" y="38"/>
                  </a:lnTo>
                  <a:lnTo>
                    <a:pt x="807" y="42"/>
                  </a:lnTo>
                  <a:lnTo>
                    <a:pt x="812" y="47"/>
                  </a:lnTo>
                  <a:lnTo>
                    <a:pt x="816" y="52"/>
                  </a:lnTo>
                  <a:lnTo>
                    <a:pt x="819" y="57"/>
                  </a:lnTo>
                  <a:lnTo>
                    <a:pt x="823" y="62"/>
                  </a:lnTo>
                  <a:lnTo>
                    <a:pt x="825" y="68"/>
                  </a:lnTo>
                  <a:lnTo>
                    <a:pt x="829" y="73"/>
                  </a:lnTo>
                  <a:lnTo>
                    <a:pt x="831" y="79"/>
                  </a:lnTo>
                  <a:lnTo>
                    <a:pt x="834" y="85"/>
                  </a:lnTo>
                  <a:lnTo>
                    <a:pt x="835" y="91"/>
                  </a:lnTo>
                  <a:lnTo>
                    <a:pt x="837" y="97"/>
                  </a:lnTo>
                  <a:lnTo>
                    <a:pt x="839" y="103"/>
                  </a:lnTo>
                  <a:lnTo>
                    <a:pt x="840" y="109"/>
                  </a:lnTo>
                  <a:lnTo>
                    <a:pt x="841" y="116"/>
                  </a:lnTo>
                  <a:lnTo>
                    <a:pt x="841" y="122"/>
                  </a:lnTo>
                  <a:lnTo>
                    <a:pt x="841" y="128"/>
                  </a:lnTo>
                  <a:lnTo>
                    <a:pt x="841" y="137"/>
                  </a:lnTo>
                  <a:lnTo>
                    <a:pt x="841" y="143"/>
                  </a:lnTo>
                  <a:lnTo>
                    <a:pt x="841" y="151"/>
                  </a:lnTo>
                  <a:lnTo>
                    <a:pt x="840" y="157"/>
                  </a:lnTo>
                  <a:lnTo>
                    <a:pt x="839" y="163"/>
                  </a:lnTo>
                  <a:lnTo>
                    <a:pt x="837" y="169"/>
                  </a:lnTo>
                  <a:lnTo>
                    <a:pt x="835" y="175"/>
                  </a:lnTo>
                  <a:lnTo>
                    <a:pt x="834" y="181"/>
                  </a:lnTo>
                  <a:lnTo>
                    <a:pt x="831" y="187"/>
                  </a:lnTo>
                  <a:lnTo>
                    <a:pt x="829" y="193"/>
                  </a:lnTo>
                  <a:lnTo>
                    <a:pt x="825" y="198"/>
                  </a:lnTo>
                  <a:lnTo>
                    <a:pt x="823" y="204"/>
                  </a:lnTo>
                  <a:lnTo>
                    <a:pt x="819" y="208"/>
                  </a:lnTo>
                  <a:lnTo>
                    <a:pt x="816" y="213"/>
                  </a:lnTo>
                  <a:lnTo>
                    <a:pt x="812" y="218"/>
                  </a:lnTo>
                  <a:lnTo>
                    <a:pt x="807" y="223"/>
                  </a:lnTo>
                  <a:lnTo>
                    <a:pt x="804" y="228"/>
                  </a:lnTo>
                  <a:lnTo>
                    <a:pt x="799" y="231"/>
                  </a:lnTo>
                  <a:lnTo>
                    <a:pt x="794" y="236"/>
                  </a:lnTo>
                  <a:lnTo>
                    <a:pt x="789" y="240"/>
                  </a:lnTo>
                  <a:lnTo>
                    <a:pt x="784" y="243"/>
                  </a:lnTo>
                  <a:lnTo>
                    <a:pt x="780" y="247"/>
                  </a:lnTo>
                  <a:lnTo>
                    <a:pt x="774" y="249"/>
                  </a:lnTo>
                  <a:lnTo>
                    <a:pt x="769" y="253"/>
                  </a:lnTo>
                  <a:lnTo>
                    <a:pt x="763" y="255"/>
                  </a:lnTo>
                  <a:lnTo>
                    <a:pt x="757" y="258"/>
                  </a:lnTo>
                  <a:lnTo>
                    <a:pt x="751" y="259"/>
                  </a:lnTo>
                  <a:lnTo>
                    <a:pt x="745" y="261"/>
                  </a:lnTo>
                  <a:lnTo>
                    <a:pt x="739" y="262"/>
                  </a:lnTo>
                  <a:lnTo>
                    <a:pt x="733" y="264"/>
                  </a:lnTo>
                  <a:lnTo>
                    <a:pt x="727" y="264"/>
                  </a:lnTo>
                  <a:lnTo>
                    <a:pt x="720" y="265"/>
                  </a:lnTo>
                  <a:lnTo>
                    <a:pt x="714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4"/>
                  </a:lnTo>
                  <a:lnTo>
                    <a:pt x="15" y="198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80" name="Rectangle 216">
              <a:extLst>
                <a:ext uri="{FF2B5EF4-FFF2-40B4-BE49-F238E27FC236}">
                  <a16:creationId xmlns:a16="http://schemas.microsoft.com/office/drawing/2014/main" id="{37217729-A398-4913-917B-BB06B0633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928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81" name="Rectangle 217">
              <a:extLst>
                <a:ext uri="{FF2B5EF4-FFF2-40B4-BE49-F238E27FC236}">
                  <a16:creationId xmlns:a16="http://schemas.microsoft.com/office/drawing/2014/main" id="{FD7324AA-6186-448A-AAA0-05337E8B2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0" y="1763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82" name="Rectangle 218">
              <a:extLst>
                <a:ext uri="{FF2B5EF4-FFF2-40B4-BE49-F238E27FC236}">
                  <a16:creationId xmlns:a16="http://schemas.microsoft.com/office/drawing/2014/main" id="{680D41BD-8FFD-4F03-B8D1-A98FC79A4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" y="1818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6498" name="Group 316">
            <a:extLst>
              <a:ext uri="{FF2B5EF4-FFF2-40B4-BE49-F238E27FC236}">
                <a16:creationId xmlns:a16="http://schemas.microsoft.com/office/drawing/2014/main" id="{5D10FA18-0710-45EF-A141-7AC66999EB99}"/>
              </a:ext>
            </a:extLst>
          </p:cNvPr>
          <p:cNvGrpSpPr>
            <a:grpSpLocks/>
          </p:cNvGrpSpPr>
          <p:nvPr/>
        </p:nvGrpSpPr>
        <p:grpSpPr bwMode="auto">
          <a:xfrm>
            <a:off x="6189663" y="152400"/>
            <a:ext cx="2268537" cy="2620963"/>
            <a:chOff x="429" y="2045"/>
            <a:chExt cx="1429" cy="1651"/>
          </a:xfrm>
        </p:grpSpPr>
        <p:sp>
          <p:nvSpPr>
            <p:cNvPr id="106595" name="Rectangle 133">
              <a:extLst>
                <a:ext uri="{FF2B5EF4-FFF2-40B4-BE49-F238E27FC236}">
                  <a16:creationId xmlns:a16="http://schemas.microsoft.com/office/drawing/2014/main" id="{C11A7085-DF42-4836-B189-1638B383B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369"/>
              <a:ext cx="517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96" name="Line 134">
              <a:extLst>
                <a:ext uri="{FF2B5EF4-FFF2-40B4-BE49-F238E27FC236}">
                  <a16:creationId xmlns:a16="http://schemas.microsoft.com/office/drawing/2014/main" id="{024164E7-0706-49D9-9BF7-F77638F678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2622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97" name="Line 135">
              <a:extLst>
                <a:ext uri="{FF2B5EF4-FFF2-40B4-BE49-F238E27FC236}">
                  <a16:creationId xmlns:a16="http://schemas.microsoft.com/office/drawing/2014/main" id="{3615F670-AACC-43E9-BB77-91AE28D8B2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98" name="Line 136">
              <a:extLst>
                <a:ext uri="{FF2B5EF4-FFF2-40B4-BE49-F238E27FC236}">
                  <a16:creationId xmlns:a16="http://schemas.microsoft.com/office/drawing/2014/main" id="{47CC8627-C649-43DA-907E-9A0048195B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" y="2117"/>
              <a:ext cx="252" cy="25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99" name="Rectangle 137">
              <a:extLst>
                <a:ext uri="{FF2B5EF4-FFF2-40B4-BE49-F238E27FC236}">
                  <a16:creationId xmlns:a16="http://schemas.microsoft.com/office/drawing/2014/main" id="{92F18545-C2A7-41C0-8E97-B48199EF9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00" name="Rectangle 138">
              <a:extLst>
                <a:ext uri="{FF2B5EF4-FFF2-40B4-BE49-F238E27FC236}">
                  <a16:creationId xmlns:a16="http://schemas.microsoft.com/office/drawing/2014/main" id="{D14EA313-EF76-44CF-BAF3-84191A5A0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01" name="Rectangle 139">
              <a:extLst>
                <a:ext uri="{FF2B5EF4-FFF2-40B4-BE49-F238E27FC236}">
                  <a16:creationId xmlns:a16="http://schemas.microsoft.com/office/drawing/2014/main" id="{399E97A1-1840-45FD-8615-3ED0FD238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" y="204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02" name="Rectangle 140">
              <a:extLst>
                <a:ext uri="{FF2B5EF4-FFF2-40B4-BE49-F238E27FC236}">
                  <a16:creationId xmlns:a16="http://schemas.microsoft.com/office/drawing/2014/main" id="{07AE3149-E071-46F7-8FA5-9ECE7B078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" y="2102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03" name="Rectangle 141">
              <a:extLst>
                <a:ext uri="{FF2B5EF4-FFF2-40B4-BE49-F238E27FC236}">
                  <a16:creationId xmlns:a16="http://schemas.microsoft.com/office/drawing/2014/main" id="{522051CF-B714-4E8C-AB85-C1BBB3E7D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04" name="Rectangle 142">
              <a:extLst>
                <a:ext uri="{FF2B5EF4-FFF2-40B4-BE49-F238E27FC236}">
                  <a16:creationId xmlns:a16="http://schemas.microsoft.com/office/drawing/2014/main" id="{FAFE51E3-E900-4857-8B19-36826E753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05" name="Rectangle 143">
              <a:extLst>
                <a:ext uri="{FF2B5EF4-FFF2-40B4-BE49-F238E27FC236}">
                  <a16:creationId xmlns:a16="http://schemas.microsoft.com/office/drawing/2014/main" id="{D28214F2-C729-4C6B-AD6D-04A597D5E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2149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06" name="Rectangle 144">
              <a:extLst>
                <a:ext uri="{FF2B5EF4-FFF2-40B4-BE49-F238E27FC236}">
                  <a16:creationId xmlns:a16="http://schemas.microsoft.com/office/drawing/2014/main" id="{E93F9089-F6DB-4F02-8C6D-222524E47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369"/>
              <a:ext cx="505" cy="517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07" name="Line 145">
              <a:extLst>
                <a:ext uri="{FF2B5EF4-FFF2-40B4-BE49-F238E27FC236}">
                  <a16:creationId xmlns:a16="http://schemas.microsoft.com/office/drawing/2014/main" id="{8A1D22B2-13DF-450B-A8B4-A07AA8FBD2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2622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08" name="Line 146">
              <a:extLst>
                <a:ext uri="{FF2B5EF4-FFF2-40B4-BE49-F238E27FC236}">
                  <a16:creationId xmlns:a16="http://schemas.microsoft.com/office/drawing/2014/main" id="{1E709893-454D-4CF7-9852-8779AF7C9F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369"/>
              <a:ext cx="1" cy="51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09" name="Rectangle 147">
              <a:extLst>
                <a:ext uri="{FF2B5EF4-FFF2-40B4-BE49-F238E27FC236}">
                  <a16:creationId xmlns:a16="http://schemas.microsoft.com/office/drawing/2014/main" id="{6C970FBC-466B-4B73-A49A-5ECB93B4A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" y="2206"/>
              <a:ext cx="7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10" name="Rectangle 148">
              <a:extLst>
                <a:ext uri="{FF2B5EF4-FFF2-40B4-BE49-F238E27FC236}">
                  <a16:creationId xmlns:a16="http://schemas.microsoft.com/office/drawing/2014/main" id="{CD73D0DD-D527-4B99-BE90-06110BB5D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11" name="Rectangle 149">
              <a:extLst>
                <a:ext uri="{FF2B5EF4-FFF2-40B4-BE49-F238E27FC236}">
                  <a16:creationId xmlns:a16="http://schemas.microsoft.com/office/drawing/2014/main" id="{F986D07A-2C9E-4BBD-B69D-B76DA3642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12" name="Rectangle 150">
              <a:extLst>
                <a:ext uri="{FF2B5EF4-FFF2-40B4-BE49-F238E27FC236}">
                  <a16:creationId xmlns:a16="http://schemas.microsoft.com/office/drawing/2014/main" id="{424F8625-8D2B-41A3-80B2-ACC2A9E22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13" name="Rectangle 151">
              <a:extLst>
                <a:ext uri="{FF2B5EF4-FFF2-40B4-BE49-F238E27FC236}">
                  <a16:creationId xmlns:a16="http://schemas.microsoft.com/office/drawing/2014/main" id="{F1AB9959-D802-49AD-A037-083521615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2227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14" name="Rectangle 152">
              <a:extLst>
                <a:ext uri="{FF2B5EF4-FFF2-40B4-BE49-F238E27FC236}">
                  <a16:creationId xmlns:a16="http://schemas.microsoft.com/office/drawing/2014/main" id="{3FCB4A95-C00A-422F-9425-2758BBCD7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15" name="Rectangle 153">
              <a:extLst>
                <a:ext uri="{FF2B5EF4-FFF2-40B4-BE49-F238E27FC236}">
                  <a16:creationId xmlns:a16="http://schemas.microsoft.com/office/drawing/2014/main" id="{2B0C2B6D-3CE6-479E-A751-26A1186E5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445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16" name="Rectangle 154">
              <a:extLst>
                <a:ext uri="{FF2B5EF4-FFF2-40B4-BE49-F238E27FC236}">
                  <a16:creationId xmlns:a16="http://schemas.microsoft.com/office/drawing/2014/main" id="{2A01AA74-0513-42F1-AA59-D586CFB99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17" name="Rectangle 155">
              <a:extLst>
                <a:ext uri="{FF2B5EF4-FFF2-40B4-BE49-F238E27FC236}">
                  <a16:creationId xmlns:a16="http://schemas.microsoft.com/office/drawing/2014/main" id="{17C28434-7419-45FA-AE21-F1623F853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886"/>
              <a:ext cx="517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18" name="Line 156">
              <a:extLst>
                <a:ext uri="{FF2B5EF4-FFF2-40B4-BE49-F238E27FC236}">
                  <a16:creationId xmlns:a16="http://schemas.microsoft.com/office/drawing/2014/main" id="{10EEC75E-B830-43EB-B62C-CB3684B7C1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6" y="3138"/>
              <a:ext cx="51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19" name="Line 157">
              <a:extLst>
                <a:ext uri="{FF2B5EF4-FFF2-40B4-BE49-F238E27FC236}">
                  <a16:creationId xmlns:a16="http://schemas.microsoft.com/office/drawing/2014/main" id="{AD53E25A-8D7C-490B-ACD8-2210A9FAF5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1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20" name="Rectangle 158">
              <a:extLst>
                <a:ext uri="{FF2B5EF4-FFF2-40B4-BE49-F238E27FC236}">
                  <a16:creationId xmlns:a16="http://schemas.microsoft.com/office/drawing/2014/main" id="{2D54F085-4FCD-45EB-96CF-C316A5CCA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2700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21" name="Rectangle 159">
              <a:extLst>
                <a:ext uri="{FF2B5EF4-FFF2-40B4-BE49-F238E27FC236}">
                  <a16:creationId xmlns:a16="http://schemas.microsoft.com/office/drawing/2014/main" id="{A5DA9D57-0152-4A59-9FD2-E7214BCD9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2886"/>
              <a:ext cx="505" cy="50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22" name="Line 160">
              <a:extLst>
                <a:ext uri="{FF2B5EF4-FFF2-40B4-BE49-F238E27FC236}">
                  <a16:creationId xmlns:a16="http://schemas.microsoft.com/office/drawing/2014/main" id="{207AD09B-B962-489B-B6D2-4EF9CDBAAB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3" y="3138"/>
              <a:ext cx="50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23" name="Line 161">
              <a:extLst>
                <a:ext uri="{FF2B5EF4-FFF2-40B4-BE49-F238E27FC236}">
                  <a16:creationId xmlns:a16="http://schemas.microsoft.com/office/drawing/2014/main" id="{3F4CA719-7B8C-4A81-A48D-467EF007C4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" y="2886"/>
              <a:ext cx="1" cy="50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24" name="Rectangle 162">
              <a:extLst>
                <a:ext uri="{FF2B5EF4-FFF2-40B4-BE49-F238E27FC236}">
                  <a16:creationId xmlns:a16="http://schemas.microsoft.com/office/drawing/2014/main" id="{BFFDA68F-0CFE-47E6-89C6-31E165F55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25" name="Rectangle 163">
              <a:extLst>
                <a:ext uri="{FF2B5EF4-FFF2-40B4-BE49-F238E27FC236}">
                  <a16:creationId xmlns:a16="http://schemas.microsoft.com/office/drawing/2014/main" id="{84F9C7AB-4046-4547-82F7-EF3C52FB2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26" name="Rectangle 164">
              <a:extLst>
                <a:ext uri="{FF2B5EF4-FFF2-40B4-BE49-F238E27FC236}">
                  <a16:creationId xmlns:a16="http://schemas.microsoft.com/office/drawing/2014/main" id="{A193CE39-F96D-4806-8AE6-CFD8F1418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2956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27" name="Rectangle 165">
              <a:extLst>
                <a:ext uri="{FF2B5EF4-FFF2-40B4-BE49-F238E27FC236}">
                  <a16:creationId xmlns:a16="http://schemas.microsoft.com/office/drawing/2014/main" id="{D7E219DD-7A1B-4DE6-8660-45B1435DC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28" name="Rectangle 166">
              <a:extLst>
                <a:ext uri="{FF2B5EF4-FFF2-40B4-BE49-F238E27FC236}">
                  <a16:creationId xmlns:a16="http://schemas.microsoft.com/office/drawing/2014/main" id="{43DF3994-BB71-44E8-9CCD-3FE721AE7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3211"/>
              <a:ext cx="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29" name="Rectangle 167">
              <a:extLst>
                <a:ext uri="{FF2B5EF4-FFF2-40B4-BE49-F238E27FC236}">
                  <a16:creationId xmlns:a16="http://schemas.microsoft.com/office/drawing/2014/main" id="{AED657B0-3452-46D7-A24B-E9A89239D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445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30" name="Rectangle 168">
              <a:extLst>
                <a:ext uri="{FF2B5EF4-FFF2-40B4-BE49-F238E27FC236}">
                  <a16:creationId xmlns:a16="http://schemas.microsoft.com/office/drawing/2014/main" id="{BC309935-6069-4928-8E5C-631523E12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700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31" name="Rectangle 169">
              <a:extLst>
                <a:ext uri="{FF2B5EF4-FFF2-40B4-BE49-F238E27FC236}">
                  <a16:creationId xmlns:a16="http://schemas.microsoft.com/office/drawing/2014/main" id="{44B860AC-819F-427F-BF8D-E66972DA1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956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32" name="Rectangle 174">
              <a:extLst>
                <a:ext uri="{FF2B5EF4-FFF2-40B4-BE49-F238E27FC236}">
                  <a16:creationId xmlns:a16="http://schemas.microsoft.com/office/drawing/2014/main" id="{56175450-94A9-4EB7-9EEA-6830BF594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3211"/>
              <a:ext cx="11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33" name="Rectangle 211">
              <a:extLst>
                <a:ext uri="{FF2B5EF4-FFF2-40B4-BE49-F238E27FC236}">
                  <a16:creationId xmlns:a16="http://schemas.microsoft.com/office/drawing/2014/main" id="{602A4793-82D2-439B-A895-3F62E9F94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8" y="3534"/>
              <a:ext cx="59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(b) Function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34" name="Freeform 213">
              <a:extLst>
                <a:ext uri="{FF2B5EF4-FFF2-40B4-BE49-F238E27FC236}">
                  <a16:creationId xmlns:a16="http://schemas.microsoft.com/office/drawing/2014/main" id="{C587866F-C3CE-4D46-A4FA-A80E973AD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412"/>
              <a:ext cx="426" cy="427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1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0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4" y="0"/>
                  </a:lnTo>
                  <a:lnTo>
                    <a:pt x="460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1" y="0"/>
                  </a:lnTo>
                  <a:lnTo>
                    <a:pt x="448" y="0"/>
                  </a:lnTo>
                  <a:lnTo>
                    <a:pt x="445" y="0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6" y="0"/>
                  </a:lnTo>
                  <a:lnTo>
                    <a:pt x="433" y="0"/>
                  </a:lnTo>
                  <a:lnTo>
                    <a:pt x="429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3" y="0"/>
                  </a:lnTo>
                  <a:lnTo>
                    <a:pt x="365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0" y="0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6" y="0"/>
                  </a:lnTo>
                  <a:lnTo>
                    <a:pt x="275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4" y="0"/>
                  </a:lnTo>
                  <a:lnTo>
                    <a:pt x="216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5" y="0"/>
                  </a:lnTo>
                  <a:lnTo>
                    <a:pt x="182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48" y="0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1" y="1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2" y="1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2"/>
                  </a:lnTo>
                  <a:lnTo>
                    <a:pt x="94" y="2"/>
                  </a:lnTo>
                  <a:lnTo>
                    <a:pt x="91" y="3"/>
                  </a:lnTo>
                  <a:lnTo>
                    <a:pt x="89" y="3"/>
                  </a:lnTo>
                  <a:lnTo>
                    <a:pt x="88" y="5"/>
                  </a:lnTo>
                  <a:lnTo>
                    <a:pt x="85" y="6"/>
                  </a:lnTo>
                  <a:lnTo>
                    <a:pt x="83" y="7"/>
                  </a:lnTo>
                  <a:lnTo>
                    <a:pt x="82" y="8"/>
                  </a:lnTo>
                  <a:lnTo>
                    <a:pt x="79" y="10"/>
                  </a:lnTo>
                  <a:lnTo>
                    <a:pt x="77" y="11"/>
                  </a:lnTo>
                  <a:lnTo>
                    <a:pt x="75" y="12"/>
                  </a:lnTo>
                  <a:lnTo>
                    <a:pt x="72" y="14"/>
                  </a:lnTo>
                  <a:lnTo>
                    <a:pt x="71" y="17"/>
                  </a:lnTo>
                  <a:lnTo>
                    <a:pt x="69" y="18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60" y="26"/>
                  </a:lnTo>
                  <a:lnTo>
                    <a:pt x="56" y="29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7" y="40"/>
                  </a:lnTo>
                  <a:lnTo>
                    <a:pt x="42" y="43"/>
                  </a:lnTo>
                  <a:lnTo>
                    <a:pt x="38" y="47"/>
                  </a:lnTo>
                  <a:lnTo>
                    <a:pt x="35" y="50"/>
                  </a:lnTo>
                  <a:lnTo>
                    <a:pt x="31" y="54"/>
                  </a:lnTo>
                  <a:lnTo>
                    <a:pt x="29" y="58"/>
                  </a:lnTo>
                  <a:lnTo>
                    <a:pt x="25" y="60"/>
                  </a:lnTo>
                  <a:lnTo>
                    <a:pt x="23" y="62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71"/>
                  </a:lnTo>
                  <a:lnTo>
                    <a:pt x="13" y="73"/>
                  </a:lnTo>
                  <a:lnTo>
                    <a:pt x="12" y="76"/>
                  </a:lnTo>
                  <a:lnTo>
                    <a:pt x="11" y="77"/>
                  </a:lnTo>
                  <a:lnTo>
                    <a:pt x="8" y="79"/>
                  </a:lnTo>
                  <a:lnTo>
                    <a:pt x="7" y="82"/>
                  </a:lnTo>
                  <a:lnTo>
                    <a:pt x="6" y="84"/>
                  </a:lnTo>
                  <a:lnTo>
                    <a:pt x="5" y="85"/>
                  </a:lnTo>
                  <a:lnTo>
                    <a:pt x="5" y="88"/>
                  </a:lnTo>
                  <a:lnTo>
                    <a:pt x="4" y="90"/>
                  </a:lnTo>
                  <a:lnTo>
                    <a:pt x="2" y="91"/>
                  </a:lnTo>
                  <a:lnTo>
                    <a:pt x="2" y="94"/>
                  </a:lnTo>
                  <a:lnTo>
                    <a:pt x="1" y="96"/>
                  </a:lnTo>
                  <a:lnTo>
                    <a:pt x="1" y="98"/>
                  </a:lnTo>
                  <a:lnTo>
                    <a:pt x="1" y="101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2"/>
                  </a:lnTo>
                  <a:lnTo>
                    <a:pt x="0" y="177"/>
                  </a:lnTo>
                  <a:lnTo>
                    <a:pt x="0" y="181"/>
                  </a:lnTo>
                  <a:lnTo>
                    <a:pt x="0" y="186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0" y="205"/>
                  </a:lnTo>
                  <a:lnTo>
                    <a:pt x="0" y="213"/>
                  </a:lnTo>
                  <a:lnTo>
                    <a:pt x="0" y="221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0" y="249"/>
                  </a:lnTo>
                  <a:lnTo>
                    <a:pt x="0" y="260"/>
                  </a:lnTo>
                  <a:lnTo>
                    <a:pt x="0" y="272"/>
                  </a:lnTo>
                  <a:lnTo>
                    <a:pt x="0" y="285"/>
                  </a:lnTo>
                  <a:lnTo>
                    <a:pt x="0" y="299"/>
                  </a:lnTo>
                  <a:lnTo>
                    <a:pt x="0" y="314"/>
                  </a:lnTo>
                  <a:lnTo>
                    <a:pt x="0" y="329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4"/>
                  </a:lnTo>
                  <a:lnTo>
                    <a:pt x="0" y="469"/>
                  </a:lnTo>
                  <a:lnTo>
                    <a:pt x="0" y="483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9"/>
                  </a:lnTo>
                  <a:lnTo>
                    <a:pt x="0" y="529"/>
                  </a:lnTo>
                  <a:lnTo>
                    <a:pt x="0" y="538"/>
                  </a:lnTo>
                  <a:lnTo>
                    <a:pt x="0" y="547"/>
                  </a:lnTo>
                  <a:lnTo>
                    <a:pt x="0" y="555"/>
                  </a:lnTo>
                  <a:lnTo>
                    <a:pt x="0" y="562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0" y="582"/>
                  </a:lnTo>
                  <a:lnTo>
                    <a:pt x="0" y="586"/>
                  </a:lnTo>
                  <a:lnTo>
                    <a:pt x="0" y="591"/>
                  </a:lnTo>
                  <a:lnTo>
                    <a:pt x="0" y="596"/>
                  </a:lnTo>
                  <a:lnTo>
                    <a:pt x="0" y="600"/>
                  </a:lnTo>
                  <a:lnTo>
                    <a:pt x="0" y="605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5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5"/>
                  </a:lnTo>
                  <a:lnTo>
                    <a:pt x="0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4"/>
                  </a:lnTo>
                  <a:lnTo>
                    <a:pt x="0" y="656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7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0" y="681"/>
                  </a:lnTo>
                  <a:lnTo>
                    <a:pt x="0" y="684"/>
                  </a:lnTo>
                  <a:lnTo>
                    <a:pt x="0" y="686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2"/>
                  </a:lnTo>
                  <a:lnTo>
                    <a:pt x="0" y="695"/>
                  </a:lnTo>
                  <a:lnTo>
                    <a:pt x="0" y="697"/>
                  </a:lnTo>
                  <a:lnTo>
                    <a:pt x="0" y="699"/>
                  </a:lnTo>
                  <a:lnTo>
                    <a:pt x="0" y="702"/>
                  </a:lnTo>
                  <a:lnTo>
                    <a:pt x="0" y="704"/>
                  </a:lnTo>
                  <a:lnTo>
                    <a:pt x="0" y="708"/>
                  </a:lnTo>
                  <a:lnTo>
                    <a:pt x="0" y="710"/>
                  </a:lnTo>
                  <a:lnTo>
                    <a:pt x="0" y="714"/>
                  </a:lnTo>
                  <a:lnTo>
                    <a:pt x="0" y="718"/>
                  </a:lnTo>
                  <a:lnTo>
                    <a:pt x="0" y="721"/>
                  </a:lnTo>
                  <a:lnTo>
                    <a:pt x="0" y="725"/>
                  </a:lnTo>
                  <a:lnTo>
                    <a:pt x="0" y="728"/>
                  </a:lnTo>
                  <a:lnTo>
                    <a:pt x="0" y="732"/>
                  </a:lnTo>
                  <a:lnTo>
                    <a:pt x="0" y="736"/>
                  </a:lnTo>
                  <a:lnTo>
                    <a:pt x="0" y="739"/>
                  </a:lnTo>
                  <a:lnTo>
                    <a:pt x="0" y="742"/>
                  </a:lnTo>
                  <a:lnTo>
                    <a:pt x="0" y="744"/>
                  </a:lnTo>
                  <a:lnTo>
                    <a:pt x="0" y="748"/>
                  </a:lnTo>
                  <a:lnTo>
                    <a:pt x="0" y="750"/>
                  </a:lnTo>
                  <a:lnTo>
                    <a:pt x="1" y="752"/>
                  </a:lnTo>
                  <a:lnTo>
                    <a:pt x="1" y="755"/>
                  </a:lnTo>
                  <a:lnTo>
                    <a:pt x="1" y="757"/>
                  </a:lnTo>
                  <a:lnTo>
                    <a:pt x="2" y="758"/>
                  </a:lnTo>
                  <a:lnTo>
                    <a:pt x="2" y="761"/>
                  </a:lnTo>
                  <a:lnTo>
                    <a:pt x="4" y="763"/>
                  </a:lnTo>
                  <a:lnTo>
                    <a:pt x="5" y="766"/>
                  </a:lnTo>
                  <a:lnTo>
                    <a:pt x="5" y="767"/>
                  </a:lnTo>
                  <a:lnTo>
                    <a:pt x="6" y="769"/>
                  </a:lnTo>
                  <a:lnTo>
                    <a:pt x="7" y="772"/>
                  </a:lnTo>
                  <a:lnTo>
                    <a:pt x="8" y="773"/>
                  </a:lnTo>
                  <a:lnTo>
                    <a:pt x="11" y="775"/>
                  </a:lnTo>
                  <a:lnTo>
                    <a:pt x="12" y="778"/>
                  </a:lnTo>
                  <a:lnTo>
                    <a:pt x="13" y="780"/>
                  </a:lnTo>
                  <a:lnTo>
                    <a:pt x="16" y="782"/>
                  </a:lnTo>
                  <a:lnTo>
                    <a:pt x="18" y="785"/>
                  </a:lnTo>
                  <a:lnTo>
                    <a:pt x="20" y="787"/>
                  </a:lnTo>
                  <a:lnTo>
                    <a:pt x="23" y="790"/>
                  </a:lnTo>
                  <a:lnTo>
                    <a:pt x="25" y="792"/>
                  </a:lnTo>
                  <a:lnTo>
                    <a:pt x="29" y="796"/>
                  </a:lnTo>
                  <a:lnTo>
                    <a:pt x="31" y="799"/>
                  </a:lnTo>
                  <a:lnTo>
                    <a:pt x="35" y="802"/>
                  </a:lnTo>
                  <a:lnTo>
                    <a:pt x="38" y="805"/>
                  </a:lnTo>
                  <a:lnTo>
                    <a:pt x="42" y="810"/>
                  </a:lnTo>
                  <a:lnTo>
                    <a:pt x="47" y="814"/>
                  </a:lnTo>
                  <a:lnTo>
                    <a:pt x="50" y="817"/>
                  </a:lnTo>
                  <a:lnTo>
                    <a:pt x="54" y="821"/>
                  </a:lnTo>
                  <a:lnTo>
                    <a:pt x="56" y="823"/>
                  </a:lnTo>
                  <a:lnTo>
                    <a:pt x="60" y="827"/>
                  </a:lnTo>
                  <a:lnTo>
                    <a:pt x="62" y="829"/>
                  </a:lnTo>
                  <a:lnTo>
                    <a:pt x="65" y="832"/>
                  </a:lnTo>
                  <a:lnTo>
                    <a:pt x="69" y="834"/>
                  </a:lnTo>
                  <a:lnTo>
                    <a:pt x="71" y="837"/>
                  </a:lnTo>
                  <a:lnTo>
                    <a:pt x="72" y="839"/>
                  </a:lnTo>
                  <a:lnTo>
                    <a:pt x="75" y="840"/>
                  </a:lnTo>
                  <a:lnTo>
                    <a:pt x="77" y="841"/>
                  </a:lnTo>
                  <a:lnTo>
                    <a:pt x="79" y="844"/>
                  </a:lnTo>
                  <a:lnTo>
                    <a:pt x="82" y="845"/>
                  </a:lnTo>
                  <a:lnTo>
                    <a:pt x="83" y="846"/>
                  </a:lnTo>
                  <a:lnTo>
                    <a:pt x="85" y="847"/>
                  </a:lnTo>
                  <a:lnTo>
                    <a:pt x="88" y="847"/>
                  </a:lnTo>
                  <a:lnTo>
                    <a:pt x="89" y="849"/>
                  </a:lnTo>
                  <a:lnTo>
                    <a:pt x="91" y="850"/>
                  </a:lnTo>
                  <a:lnTo>
                    <a:pt x="94" y="850"/>
                  </a:lnTo>
                  <a:lnTo>
                    <a:pt x="95" y="851"/>
                  </a:lnTo>
                  <a:lnTo>
                    <a:pt x="97" y="851"/>
                  </a:lnTo>
                  <a:lnTo>
                    <a:pt x="100" y="851"/>
                  </a:lnTo>
                  <a:lnTo>
                    <a:pt x="102" y="851"/>
                  </a:lnTo>
                  <a:lnTo>
                    <a:pt x="105" y="852"/>
                  </a:lnTo>
                  <a:lnTo>
                    <a:pt x="108" y="852"/>
                  </a:lnTo>
                  <a:lnTo>
                    <a:pt x="111" y="852"/>
                  </a:lnTo>
                  <a:lnTo>
                    <a:pt x="114" y="852"/>
                  </a:lnTo>
                  <a:lnTo>
                    <a:pt x="117" y="852"/>
                  </a:lnTo>
                  <a:lnTo>
                    <a:pt x="120" y="852"/>
                  </a:lnTo>
                  <a:lnTo>
                    <a:pt x="124" y="852"/>
                  </a:lnTo>
                  <a:lnTo>
                    <a:pt x="127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8" y="852"/>
                  </a:lnTo>
                  <a:lnTo>
                    <a:pt x="142" y="852"/>
                  </a:lnTo>
                  <a:lnTo>
                    <a:pt x="145" y="852"/>
                  </a:lnTo>
                  <a:lnTo>
                    <a:pt x="148" y="852"/>
                  </a:lnTo>
                  <a:lnTo>
                    <a:pt x="151" y="852"/>
                  </a:lnTo>
                  <a:lnTo>
                    <a:pt x="154" y="852"/>
                  </a:lnTo>
                  <a:lnTo>
                    <a:pt x="157" y="852"/>
                  </a:lnTo>
                  <a:lnTo>
                    <a:pt x="160" y="852"/>
                  </a:lnTo>
                  <a:lnTo>
                    <a:pt x="163" y="852"/>
                  </a:lnTo>
                  <a:lnTo>
                    <a:pt x="167" y="852"/>
                  </a:lnTo>
                  <a:lnTo>
                    <a:pt x="169" y="852"/>
                  </a:lnTo>
                  <a:lnTo>
                    <a:pt x="173" y="852"/>
                  </a:lnTo>
                  <a:lnTo>
                    <a:pt x="177" y="852"/>
                  </a:lnTo>
                  <a:lnTo>
                    <a:pt x="182" y="852"/>
                  </a:lnTo>
                  <a:lnTo>
                    <a:pt x="185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4" y="852"/>
                  </a:lnTo>
                  <a:lnTo>
                    <a:pt x="210" y="852"/>
                  </a:lnTo>
                  <a:lnTo>
                    <a:pt x="216" y="852"/>
                  </a:lnTo>
                  <a:lnTo>
                    <a:pt x="224" y="852"/>
                  </a:lnTo>
                  <a:lnTo>
                    <a:pt x="231" y="852"/>
                  </a:lnTo>
                  <a:lnTo>
                    <a:pt x="239" y="852"/>
                  </a:lnTo>
                  <a:lnTo>
                    <a:pt x="246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5" y="852"/>
                  </a:lnTo>
                  <a:lnTo>
                    <a:pt x="286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1" y="852"/>
                  </a:lnTo>
                  <a:lnTo>
                    <a:pt x="340" y="852"/>
                  </a:lnTo>
                  <a:lnTo>
                    <a:pt x="350" y="852"/>
                  </a:lnTo>
                  <a:lnTo>
                    <a:pt x="358" y="852"/>
                  </a:lnTo>
                  <a:lnTo>
                    <a:pt x="367" y="852"/>
                  </a:lnTo>
                  <a:lnTo>
                    <a:pt x="374" y="852"/>
                  </a:lnTo>
                  <a:lnTo>
                    <a:pt x="381" y="852"/>
                  </a:lnTo>
                  <a:lnTo>
                    <a:pt x="388" y="852"/>
                  </a:lnTo>
                  <a:lnTo>
                    <a:pt x="395" y="852"/>
                  </a:lnTo>
                  <a:lnTo>
                    <a:pt x="401" y="852"/>
                  </a:lnTo>
                  <a:lnTo>
                    <a:pt x="407" y="852"/>
                  </a:lnTo>
                  <a:lnTo>
                    <a:pt x="413" y="852"/>
                  </a:lnTo>
                  <a:lnTo>
                    <a:pt x="420" y="852"/>
                  </a:lnTo>
                  <a:lnTo>
                    <a:pt x="426" y="852"/>
                  </a:lnTo>
                  <a:lnTo>
                    <a:pt x="432" y="852"/>
                  </a:lnTo>
                  <a:lnTo>
                    <a:pt x="438" y="852"/>
                  </a:lnTo>
                  <a:lnTo>
                    <a:pt x="444" y="852"/>
                  </a:lnTo>
                  <a:lnTo>
                    <a:pt x="451" y="852"/>
                  </a:lnTo>
                  <a:lnTo>
                    <a:pt x="457" y="852"/>
                  </a:lnTo>
                  <a:lnTo>
                    <a:pt x="464" y="852"/>
                  </a:lnTo>
                  <a:lnTo>
                    <a:pt x="470" y="852"/>
                  </a:lnTo>
                  <a:lnTo>
                    <a:pt x="477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1" y="852"/>
                  </a:lnTo>
                  <a:lnTo>
                    <a:pt x="520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3" y="852"/>
                  </a:lnTo>
                  <a:lnTo>
                    <a:pt x="565" y="852"/>
                  </a:lnTo>
                  <a:lnTo>
                    <a:pt x="576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5" y="852"/>
                  </a:lnTo>
                  <a:lnTo>
                    <a:pt x="613" y="852"/>
                  </a:lnTo>
                  <a:lnTo>
                    <a:pt x="621" y="852"/>
                  </a:lnTo>
                  <a:lnTo>
                    <a:pt x="629" y="852"/>
                  </a:lnTo>
                  <a:lnTo>
                    <a:pt x="635" y="852"/>
                  </a:lnTo>
                  <a:lnTo>
                    <a:pt x="641" y="852"/>
                  </a:lnTo>
                  <a:lnTo>
                    <a:pt x="647" y="852"/>
                  </a:lnTo>
                  <a:lnTo>
                    <a:pt x="653" y="852"/>
                  </a:lnTo>
                  <a:lnTo>
                    <a:pt x="658" y="852"/>
                  </a:lnTo>
                  <a:lnTo>
                    <a:pt x="662" y="852"/>
                  </a:lnTo>
                  <a:lnTo>
                    <a:pt x="667" y="852"/>
                  </a:lnTo>
                  <a:lnTo>
                    <a:pt x="671" y="852"/>
                  </a:lnTo>
                  <a:lnTo>
                    <a:pt x="674" y="852"/>
                  </a:lnTo>
                  <a:lnTo>
                    <a:pt x="678" y="852"/>
                  </a:lnTo>
                  <a:lnTo>
                    <a:pt x="682" y="852"/>
                  </a:lnTo>
                  <a:lnTo>
                    <a:pt x="685" y="852"/>
                  </a:lnTo>
                  <a:lnTo>
                    <a:pt x="689" y="852"/>
                  </a:lnTo>
                  <a:lnTo>
                    <a:pt x="691" y="852"/>
                  </a:lnTo>
                  <a:lnTo>
                    <a:pt x="695" y="852"/>
                  </a:lnTo>
                  <a:lnTo>
                    <a:pt x="697" y="852"/>
                  </a:lnTo>
                  <a:lnTo>
                    <a:pt x="701" y="852"/>
                  </a:lnTo>
                  <a:lnTo>
                    <a:pt x="703" y="852"/>
                  </a:lnTo>
                  <a:lnTo>
                    <a:pt x="707" y="852"/>
                  </a:lnTo>
                  <a:lnTo>
                    <a:pt x="709" y="852"/>
                  </a:lnTo>
                  <a:lnTo>
                    <a:pt x="713" y="852"/>
                  </a:lnTo>
                  <a:lnTo>
                    <a:pt x="716" y="852"/>
                  </a:lnTo>
                  <a:lnTo>
                    <a:pt x="720" y="852"/>
                  </a:lnTo>
                  <a:lnTo>
                    <a:pt x="724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4" y="852"/>
                  </a:lnTo>
                  <a:lnTo>
                    <a:pt x="738" y="852"/>
                  </a:lnTo>
                  <a:lnTo>
                    <a:pt x="742" y="852"/>
                  </a:lnTo>
                  <a:lnTo>
                    <a:pt x="744" y="852"/>
                  </a:lnTo>
                  <a:lnTo>
                    <a:pt x="746" y="852"/>
                  </a:lnTo>
                  <a:lnTo>
                    <a:pt x="749" y="851"/>
                  </a:lnTo>
                  <a:lnTo>
                    <a:pt x="751" y="851"/>
                  </a:lnTo>
                  <a:lnTo>
                    <a:pt x="754" y="851"/>
                  </a:lnTo>
                  <a:lnTo>
                    <a:pt x="756" y="851"/>
                  </a:lnTo>
                  <a:lnTo>
                    <a:pt x="758" y="850"/>
                  </a:lnTo>
                  <a:lnTo>
                    <a:pt x="761" y="850"/>
                  </a:lnTo>
                  <a:lnTo>
                    <a:pt x="762" y="849"/>
                  </a:lnTo>
                  <a:lnTo>
                    <a:pt x="764" y="847"/>
                  </a:lnTo>
                  <a:lnTo>
                    <a:pt x="767" y="847"/>
                  </a:lnTo>
                  <a:lnTo>
                    <a:pt x="768" y="846"/>
                  </a:lnTo>
                  <a:lnTo>
                    <a:pt x="771" y="845"/>
                  </a:lnTo>
                  <a:lnTo>
                    <a:pt x="773" y="844"/>
                  </a:lnTo>
                  <a:lnTo>
                    <a:pt x="774" y="841"/>
                  </a:lnTo>
                  <a:lnTo>
                    <a:pt x="777" y="840"/>
                  </a:lnTo>
                  <a:lnTo>
                    <a:pt x="779" y="839"/>
                  </a:lnTo>
                  <a:lnTo>
                    <a:pt x="781" y="837"/>
                  </a:lnTo>
                  <a:lnTo>
                    <a:pt x="784" y="834"/>
                  </a:lnTo>
                  <a:lnTo>
                    <a:pt x="786" y="832"/>
                  </a:lnTo>
                  <a:lnTo>
                    <a:pt x="789" y="829"/>
                  </a:lnTo>
                  <a:lnTo>
                    <a:pt x="792" y="827"/>
                  </a:lnTo>
                  <a:lnTo>
                    <a:pt x="795" y="823"/>
                  </a:lnTo>
                  <a:lnTo>
                    <a:pt x="798" y="821"/>
                  </a:lnTo>
                  <a:lnTo>
                    <a:pt x="802" y="817"/>
                  </a:lnTo>
                  <a:lnTo>
                    <a:pt x="805" y="814"/>
                  </a:lnTo>
                  <a:lnTo>
                    <a:pt x="809" y="810"/>
                  </a:lnTo>
                  <a:lnTo>
                    <a:pt x="813" y="805"/>
                  </a:lnTo>
                  <a:lnTo>
                    <a:pt x="816" y="802"/>
                  </a:lnTo>
                  <a:lnTo>
                    <a:pt x="820" y="799"/>
                  </a:lnTo>
                  <a:lnTo>
                    <a:pt x="823" y="796"/>
                  </a:lnTo>
                  <a:lnTo>
                    <a:pt x="826" y="792"/>
                  </a:lnTo>
                  <a:lnTo>
                    <a:pt x="829" y="790"/>
                  </a:lnTo>
                  <a:lnTo>
                    <a:pt x="832" y="787"/>
                  </a:lnTo>
                  <a:lnTo>
                    <a:pt x="834" y="785"/>
                  </a:lnTo>
                  <a:lnTo>
                    <a:pt x="835" y="782"/>
                  </a:lnTo>
                  <a:lnTo>
                    <a:pt x="838" y="780"/>
                  </a:lnTo>
                  <a:lnTo>
                    <a:pt x="840" y="778"/>
                  </a:lnTo>
                  <a:lnTo>
                    <a:pt x="841" y="775"/>
                  </a:lnTo>
                  <a:lnTo>
                    <a:pt x="843" y="773"/>
                  </a:lnTo>
                  <a:lnTo>
                    <a:pt x="844" y="772"/>
                  </a:lnTo>
                  <a:lnTo>
                    <a:pt x="845" y="769"/>
                  </a:lnTo>
                  <a:lnTo>
                    <a:pt x="846" y="767"/>
                  </a:lnTo>
                  <a:lnTo>
                    <a:pt x="847" y="766"/>
                  </a:lnTo>
                  <a:lnTo>
                    <a:pt x="849" y="763"/>
                  </a:lnTo>
                  <a:lnTo>
                    <a:pt x="849" y="761"/>
                  </a:lnTo>
                  <a:lnTo>
                    <a:pt x="850" y="758"/>
                  </a:lnTo>
                  <a:lnTo>
                    <a:pt x="850" y="757"/>
                  </a:lnTo>
                  <a:lnTo>
                    <a:pt x="851" y="755"/>
                  </a:lnTo>
                  <a:lnTo>
                    <a:pt x="851" y="752"/>
                  </a:lnTo>
                  <a:lnTo>
                    <a:pt x="851" y="750"/>
                  </a:lnTo>
                  <a:lnTo>
                    <a:pt x="851" y="748"/>
                  </a:lnTo>
                  <a:lnTo>
                    <a:pt x="851" y="744"/>
                  </a:lnTo>
                  <a:lnTo>
                    <a:pt x="852" y="742"/>
                  </a:lnTo>
                  <a:lnTo>
                    <a:pt x="852" y="739"/>
                  </a:lnTo>
                  <a:lnTo>
                    <a:pt x="852" y="736"/>
                  </a:lnTo>
                  <a:lnTo>
                    <a:pt x="852" y="732"/>
                  </a:lnTo>
                  <a:lnTo>
                    <a:pt x="852" y="728"/>
                  </a:lnTo>
                  <a:lnTo>
                    <a:pt x="852" y="725"/>
                  </a:lnTo>
                  <a:lnTo>
                    <a:pt x="852" y="721"/>
                  </a:lnTo>
                  <a:lnTo>
                    <a:pt x="852" y="718"/>
                  </a:lnTo>
                  <a:lnTo>
                    <a:pt x="852" y="714"/>
                  </a:lnTo>
                  <a:lnTo>
                    <a:pt x="852" y="710"/>
                  </a:lnTo>
                  <a:lnTo>
                    <a:pt x="852" y="708"/>
                  </a:lnTo>
                  <a:lnTo>
                    <a:pt x="852" y="704"/>
                  </a:lnTo>
                  <a:lnTo>
                    <a:pt x="852" y="702"/>
                  </a:lnTo>
                  <a:lnTo>
                    <a:pt x="852" y="699"/>
                  </a:lnTo>
                  <a:lnTo>
                    <a:pt x="852" y="697"/>
                  </a:lnTo>
                  <a:lnTo>
                    <a:pt x="852" y="695"/>
                  </a:lnTo>
                  <a:lnTo>
                    <a:pt x="852" y="692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6"/>
                  </a:lnTo>
                  <a:lnTo>
                    <a:pt x="852" y="684"/>
                  </a:lnTo>
                  <a:lnTo>
                    <a:pt x="852" y="681"/>
                  </a:lnTo>
                  <a:lnTo>
                    <a:pt x="852" y="680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4"/>
                  </a:lnTo>
                  <a:lnTo>
                    <a:pt x="852" y="672"/>
                  </a:lnTo>
                  <a:lnTo>
                    <a:pt x="852" y="669"/>
                  </a:lnTo>
                  <a:lnTo>
                    <a:pt x="852" y="667"/>
                  </a:lnTo>
                  <a:lnTo>
                    <a:pt x="852" y="665"/>
                  </a:lnTo>
                  <a:lnTo>
                    <a:pt x="852" y="662"/>
                  </a:lnTo>
                  <a:lnTo>
                    <a:pt x="852" y="660"/>
                  </a:lnTo>
                  <a:lnTo>
                    <a:pt x="852" y="656"/>
                  </a:lnTo>
                  <a:lnTo>
                    <a:pt x="852" y="654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9"/>
                  </a:lnTo>
                  <a:lnTo>
                    <a:pt x="852" y="636"/>
                  </a:lnTo>
                  <a:lnTo>
                    <a:pt x="852" y="632"/>
                  </a:lnTo>
                  <a:lnTo>
                    <a:pt x="852" y="629"/>
                  </a:lnTo>
                  <a:lnTo>
                    <a:pt x="852" y="625"/>
                  </a:lnTo>
                  <a:lnTo>
                    <a:pt x="852" y="621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2" y="612"/>
                  </a:lnTo>
                  <a:lnTo>
                    <a:pt x="852" y="609"/>
                  </a:lnTo>
                  <a:lnTo>
                    <a:pt x="852" y="606"/>
                  </a:lnTo>
                  <a:lnTo>
                    <a:pt x="852" y="602"/>
                  </a:lnTo>
                  <a:lnTo>
                    <a:pt x="852" y="599"/>
                  </a:lnTo>
                  <a:lnTo>
                    <a:pt x="852" y="594"/>
                  </a:lnTo>
                  <a:lnTo>
                    <a:pt x="852" y="590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6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8"/>
                  </a:lnTo>
                  <a:lnTo>
                    <a:pt x="852" y="550"/>
                  </a:lnTo>
                  <a:lnTo>
                    <a:pt x="852" y="543"/>
                  </a:lnTo>
                  <a:lnTo>
                    <a:pt x="852" y="535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6"/>
                  </a:lnTo>
                  <a:lnTo>
                    <a:pt x="852" y="495"/>
                  </a:lnTo>
                  <a:lnTo>
                    <a:pt x="852" y="483"/>
                  </a:lnTo>
                  <a:lnTo>
                    <a:pt x="852" y="470"/>
                  </a:lnTo>
                  <a:lnTo>
                    <a:pt x="852" y="457"/>
                  </a:lnTo>
                  <a:lnTo>
                    <a:pt x="852" y="442"/>
                  </a:lnTo>
                  <a:lnTo>
                    <a:pt x="852" y="427"/>
                  </a:lnTo>
                  <a:lnTo>
                    <a:pt x="852" y="411"/>
                  </a:lnTo>
                  <a:lnTo>
                    <a:pt x="852" y="397"/>
                  </a:lnTo>
                  <a:lnTo>
                    <a:pt x="852" y="383"/>
                  </a:lnTo>
                  <a:lnTo>
                    <a:pt x="852" y="370"/>
                  </a:lnTo>
                  <a:lnTo>
                    <a:pt x="852" y="358"/>
                  </a:lnTo>
                  <a:lnTo>
                    <a:pt x="852" y="347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8"/>
                  </a:lnTo>
                  <a:lnTo>
                    <a:pt x="852" y="310"/>
                  </a:lnTo>
                  <a:lnTo>
                    <a:pt x="852" y="303"/>
                  </a:lnTo>
                  <a:lnTo>
                    <a:pt x="852" y="296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8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3"/>
                  </a:lnTo>
                  <a:lnTo>
                    <a:pt x="852" y="258"/>
                  </a:lnTo>
                  <a:lnTo>
                    <a:pt x="852" y="255"/>
                  </a:lnTo>
                  <a:lnTo>
                    <a:pt x="852" y="251"/>
                  </a:lnTo>
                  <a:lnTo>
                    <a:pt x="852" y="248"/>
                  </a:lnTo>
                  <a:lnTo>
                    <a:pt x="852" y="244"/>
                  </a:lnTo>
                  <a:lnTo>
                    <a:pt x="852" y="240"/>
                  </a:lnTo>
                  <a:lnTo>
                    <a:pt x="852" y="238"/>
                  </a:lnTo>
                  <a:lnTo>
                    <a:pt x="852" y="234"/>
                  </a:lnTo>
                  <a:lnTo>
                    <a:pt x="852" y="231"/>
                  </a:lnTo>
                  <a:lnTo>
                    <a:pt x="852" y="228"/>
                  </a:lnTo>
                  <a:lnTo>
                    <a:pt x="852" y="225"/>
                  </a:lnTo>
                  <a:lnTo>
                    <a:pt x="852" y="221"/>
                  </a:lnTo>
                  <a:lnTo>
                    <a:pt x="852" y="217"/>
                  </a:lnTo>
                  <a:lnTo>
                    <a:pt x="852" y="214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3"/>
                  </a:lnTo>
                  <a:lnTo>
                    <a:pt x="852" y="199"/>
                  </a:lnTo>
                  <a:lnTo>
                    <a:pt x="852" y="196"/>
                  </a:lnTo>
                  <a:lnTo>
                    <a:pt x="852" y="193"/>
                  </a:lnTo>
                  <a:lnTo>
                    <a:pt x="852" y="191"/>
                  </a:lnTo>
                  <a:lnTo>
                    <a:pt x="852" y="189"/>
                  </a:lnTo>
                  <a:lnTo>
                    <a:pt x="852" y="186"/>
                  </a:lnTo>
                  <a:lnTo>
                    <a:pt x="852" y="184"/>
                  </a:lnTo>
                  <a:lnTo>
                    <a:pt x="852" y="181"/>
                  </a:lnTo>
                  <a:lnTo>
                    <a:pt x="852" y="179"/>
                  </a:lnTo>
                  <a:lnTo>
                    <a:pt x="852" y="177"/>
                  </a:lnTo>
                  <a:lnTo>
                    <a:pt x="852" y="175"/>
                  </a:lnTo>
                  <a:lnTo>
                    <a:pt x="852" y="173"/>
                  </a:lnTo>
                  <a:lnTo>
                    <a:pt x="852" y="171"/>
                  </a:lnTo>
                  <a:lnTo>
                    <a:pt x="852" y="169"/>
                  </a:lnTo>
                  <a:lnTo>
                    <a:pt x="852" y="167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1"/>
                  </a:lnTo>
                  <a:lnTo>
                    <a:pt x="852" y="159"/>
                  </a:lnTo>
                  <a:lnTo>
                    <a:pt x="852" y="156"/>
                  </a:lnTo>
                  <a:lnTo>
                    <a:pt x="852" y="154"/>
                  </a:lnTo>
                  <a:lnTo>
                    <a:pt x="852" y="151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3"/>
                  </a:lnTo>
                  <a:lnTo>
                    <a:pt x="852" y="139"/>
                  </a:lnTo>
                  <a:lnTo>
                    <a:pt x="852" y="136"/>
                  </a:lnTo>
                  <a:lnTo>
                    <a:pt x="852" y="132"/>
                  </a:lnTo>
                  <a:lnTo>
                    <a:pt x="852" y="129"/>
                  </a:lnTo>
                  <a:lnTo>
                    <a:pt x="852" y="125"/>
                  </a:lnTo>
                  <a:lnTo>
                    <a:pt x="852" y="121"/>
                  </a:lnTo>
                  <a:lnTo>
                    <a:pt x="852" y="118"/>
                  </a:lnTo>
                  <a:lnTo>
                    <a:pt x="852" y="114"/>
                  </a:lnTo>
                  <a:lnTo>
                    <a:pt x="852" y="110"/>
                  </a:lnTo>
                  <a:lnTo>
                    <a:pt x="851" y="108"/>
                  </a:lnTo>
                  <a:lnTo>
                    <a:pt x="851" y="106"/>
                  </a:lnTo>
                  <a:lnTo>
                    <a:pt x="851" y="103"/>
                  </a:lnTo>
                  <a:lnTo>
                    <a:pt x="851" y="101"/>
                  </a:lnTo>
                  <a:lnTo>
                    <a:pt x="851" y="98"/>
                  </a:lnTo>
                  <a:lnTo>
                    <a:pt x="850" y="96"/>
                  </a:lnTo>
                  <a:lnTo>
                    <a:pt x="850" y="94"/>
                  </a:lnTo>
                  <a:lnTo>
                    <a:pt x="849" y="91"/>
                  </a:lnTo>
                  <a:lnTo>
                    <a:pt x="849" y="90"/>
                  </a:lnTo>
                  <a:lnTo>
                    <a:pt x="847" y="88"/>
                  </a:lnTo>
                  <a:lnTo>
                    <a:pt x="846" y="85"/>
                  </a:lnTo>
                  <a:lnTo>
                    <a:pt x="845" y="84"/>
                  </a:lnTo>
                  <a:lnTo>
                    <a:pt x="844" y="82"/>
                  </a:lnTo>
                  <a:lnTo>
                    <a:pt x="843" y="79"/>
                  </a:lnTo>
                  <a:lnTo>
                    <a:pt x="841" y="77"/>
                  </a:lnTo>
                  <a:lnTo>
                    <a:pt x="840" y="76"/>
                  </a:lnTo>
                  <a:lnTo>
                    <a:pt x="838" y="73"/>
                  </a:lnTo>
                  <a:lnTo>
                    <a:pt x="835" y="71"/>
                  </a:lnTo>
                  <a:lnTo>
                    <a:pt x="834" y="68"/>
                  </a:lnTo>
                  <a:lnTo>
                    <a:pt x="832" y="66"/>
                  </a:lnTo>
                  <a:lnTo>
                    <a:pt x="829" y="62"/>
                  </a:lnTo>
                  <a:lnTo>
                    <a:pt x="826" y="60"/>
                  </a:lnTo>
                  <a:lnTo>
                    <a:pt x="823" y="58"/>
                  </a:lnTo>
                  <a:lnTo>
                    <a:pt x="820" y="54"/>
                  </a:lnTo>
                  <a:lnTo>
                    <a:pt x="816" y="50"/>
                  </a:lnTo>
                  <a:lnTo>
                    <a:pt x="813" y="47"/>
                  </a:lnTo>
                  <a:lnTo>
                    <a:pt x="809" y="43"/>
                  </a:lnTo>
                  <a:lnTo>
                    <a:pt x="805" y="40"/>
                  </a:lnTo>
                  <a:lnTo>
                    <a:pt x="802" y="36"/>
                  </a:lnTo>
                  <a:lnTo>
                    <a:pt x="798" y="32"/>
                  </a:lnTo>
                  <a:lnTo>
                    <a:pt x="795" y="29"/>
                  </a:lnTo>
                  <a:lnTo>
                    <a:pt x="792" y="26"/>
                  </a:lnTo>
                  <a:lnTo>
                    <a:pt x="789" y="23"/>
                  </a:lnTo>
                  <a:lnTo>
                    <a:pt x="786" y="20"/>
                  </a:lnTo>
                  <a:lnTo>
                    <a:pt x="784" y="18"/>
                  </a:lnTo>
                  <a:lnTo>
                    <a:pt x="781" y="17"/>
                  </a:lnTo>
                  <a:lnTo>
                    <a:pt x="779" y="14"/>
                  </a:lnTo>
                  <a:lnTo>
                    <a:pt x="777" y="12"/>
                  </a:lnTo>
                  <a:lnTo>
                    <a:pt x="774" y="11"/>
                  </a:lnTo>
                  <a:lnTo>
                    <a:pt x="773" y="10"/>
                  </a:lnTo>
                  <a:lnTo>
                    <a:pt x="771" y="8"/>
                  </a:lnTo>
                  <a:lnTo>
                    <a:pt x="768" y="7"/>
                  </a:lnTo>
                  <a:lnTo>
                    <a:pt x="767" y="6"/>
                  </a:lnTo>
                  <a:lnTo>
                    <a:pt x="764" y="5"/>
                  </a:lnTo>
                  <a:lnTo>
                    <a:pt x="762" y="3"/>
                  </a:lnTo>
                  <a:lnTo>
                    <a:pt x="761" y="3"/>
                  </a:lnTo>
                  <a:lnTo>
                    <a:pt x="758" y="2"/>
                  </a:lnTo>
                  <a:lnTo>
                    <a:pt x="756" y="2"/>
                  </a:lnTo>
                  <a:lnTo>
                    <a:pt x="754" y="2"/>
                  </a:lnTo>
                  <a:lnTo>
                    <a:pt x="751" y="1"/>
                  </a:lnTo>
                  <a:lnTo>
                    <a:pt x="749" y="1"/>
                  </a:lnTo>
                  <a:lnTo>
                    <a:pt x="746" y="1"/>
                  </a:lnTo>
                  <a:lnTo>
                    <a:pt x="744" y="1"/>
                  </a:lnTo>
                  <a:lnTo>
                    <a:pt x="742" y="1"/>
                  </a:lnTo>
                  <a:lnTo>
                    <a:pt x="738" y="1"/>
                  </a:lnTo>
                  <a:lnTo>
                    <a:pt x="734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4" y="0"/>
                  </a:lnTo>
                  <a:lnTo>
                    <a:pt x="720" y="0"/>
                  </a:lnTo>
                  <a:lnTo>
                    <a:pt x="716" y="0"/>
                  </a:lnTo>
                  <a:lnTo>
                    <a:pt x="713" y="0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3" y="0"/>
                  </a:lnTo>
                  <a:lnTo>
                    <a:pt x="701" y="0"/>
                  </a:lnTo>
                  <a:lnTo>
                    <a:pt x="698" y="0"/>
                  </a:lnTo>
                  <a:lnTo>
                    <a:pt x="695" y="0"/>
                  </a:lnTo>
                  <a:lnTo>
                    <a:pt x="692" y="0"/>
                  </a:lnTo>
                  <a:lnTo>
                    <a:pt x="690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2" y="0"/>
                  </a:lnTo>
                  <a:lnTo>
                    <a:pt x="679" y="0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70" y="0"/>
                  </a:lnTo>
                  <a:lnTo>
                    <a:pt x="666" y="0"/>
                  </a:lnTo>
                  <a:lnTo>
                    <a:pt x="662" y="0"/>
                  </a:lnTo>
                  <a:lnTo>
                    <a:pt x="659" y="0"/>
                  </a:lnTo>
                  <a:lnTo>
                    <a:pt x="655" y="0"/>
                  </a:lnTo>
                  <a:lnTo>
                    <a:pt x="650" y="0"/>
                  </a:lnTo>
                  <a:lnTo>
                    <a:pt x="647" y="0"/>
                  </a:lnTo>
                  <a:lnTo>
                    <a:pt x="641" y="0"/>
                  </a:lnTo>
                  <a:lnTo>
                    <a:pt x="636" y="0"/>
                  </a:lnTo>
                  <a:lnTo>
                    <a:pt x="630" y="0"/>
                  </a:lnTo>
                  <a:lnTo>
                    <a:pt x="625" y="0"/>
                  </a:lnTo>
                  <a:lnTo>
                    <a:pt x="618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6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5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7" y="0"/>
                  </a:lnTo>
                  <a:lnTo>
                    <a:pt x="552" y="0"/>
                  </a:lnTo>
                  <a:lnTo>
                    <a:pt x="546" y="0"/>
                  </a:lnTo>
                  <a:lnTo>
                    <a:pt x="542" y="0"/>
                  </a:lnTo>
                  <a:lnTo>
                    <a:pt x="537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19" y="0"/>
                  </a:lnTo>
                  <a:lnTo>
                    <a:pt x="517" y="0"/>
                  </a:lnTo>
                  <a:lnTo>
                    <a:pt x="513" y="0"/>
                  </a:lnTo>
                  <a:lnTo>
                    <a:pt x="511" y="0"/>
                  </a:lnTo>
                  <a:lnTo>
                    <a:pt x="507" y="0"/>
                  </a:lnTo>
                  <a:lnTo>
                    <a:pt x="505" y="0"/>
                  </a:lnTo>
                  <a:lnTo>
                    <a:pt x="502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4" y="0"/>
                  </a:lnTo>
                  <a:lnTo>
                    <a:pt x="492" y="0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6" y="0"/>
                  </a:lnTo>
                  <a:lnTo>
                    <a:pt x="472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35" name="Freeform 214">
              <a:extLst>
                <a:ext uri="{FF2B5EF4-FFF2-40B4-BE49-F238E27FC236}">
                  <a16:creationId xmlns:a16="http://schemas.microsoft.com/office/drawing/2014/main" id="{B077B976-4D5A-4206-A6CF-5E6B67BFD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924"/>
              <a:ext cx="426" cy="426"/>
            </a:xfrm>
            <a:custGeom>
              <a:avLst/>
              <a:gdLst>
                <a:gd name="T0" fmla="*/ 1 w 852"/>
                <a:gd name="T1" fmla="*/ 0 h 852"/>
                <a:gd name="T2" fmla="*/ 1 w 852"/>
                <a:gd name="T3" fmla="*/ 0 h 852"/>
                <a:gd name="T4" fmla="*/ 1 w 852"/>
                <a:gd name="T5" fmla="*/ 0 h 852"/>
                <a:gd name="T6" fmla="*/ 1 w 852"/>
                <a:gd name="T7" fmla="*/ 0 h 852"/>
                <a:gd name="T8" fmla="*/ 1 w 852"/>
                <a:gd name="T9" fmla="*/ 0 h 852"/>
                <a:gd name="T10" fmla="*/ 1 w 852"/>
                <a:gd name="T11" fmla="*/ 0 h 852"/>
                <a:gd name="T12" fmla="*/ 1 w 852"/>
                <a:gd name="T13" fmla="*/ 1 h 852"/>
                <a:gd name="T14" fmla="*/ 1 w 852"/>
                <a:gd name="T15" fmla="*/ 1 h 852"/>
                <a:gd name="T16" fmla="*/ 1 w 852"/>
                <a:gd name="T17" fmla="*/ 1 h 852"/>
                <a:gd name="T18" fmla="*/ 1 w 852"/>
                <a:gd name="T19" fmla="*/ 1 h 852"/>
                <a:gd name="T20" fmla="*/ 0 w 852"/>
                <a:gd name="T21" fmla="*/ 1 h 852"/>
                <a:gd name="T22" fmla="*/ 0 w 852"/>
                <a:gd name="T23" fmla="*/ 1 h 852"/>
                <a:gd name="T24" fmla="*/ 0 w 852"/>
                <a:gd name="T25" fmla="*/ 1 h 852"/>
                <a:gd name="T26" fmla="*/ 0 w 852"/>
                <a:gd name="T27" fmla="*/ 1 h 852"/>
                <a:gd name="T28" fmla="*/ 0 w 852"/>
                <a:gd name="T29" fmla="*/ 1 h 852"/>
                <a:gd name="T30" fmla="*/ 0 w 852"/>
                <a:gd name="T31" fmla="*/ 1 h 852"/>
                <a:gd name="T32" fmla="*/ 0 w 852"/>
                <a:gd name="T33" fmla="*/ 1 h 852"/>
                <a:gd name="T34" fmla="*/ 0 w 852"/>
                <a:gd name="T35" fmla="*/ 1 h 852"/>
                <a:gd name="T36" fmla="*/ 0 w 852"/>
                <a:gd name="T37" fmla="*/ 1 h 852"/>
                <a:gd name="T38" fmla="*/ 1 w 852"/>
                <a:gd name="T39" fmla="*/ 1 h 852"/>
                <a:gd name="T40" fmla="*/ 1 w 852"/>
                <a:gd name="T41" fmla="*/ 1 h 852"/>
                <a:gd name="T42" fmla="*/ 1 w 852"/>
                <a:gd name="T43" fmla="*/ 1 h 852"/>
                <a:gd name="T44" fmla="*/ 1 w 852"/>
                <a:gd name="T45" fmla="*/ 1 h 852"/>
                <a:gd name="T46" fmla="*/ 1 w 852"/>
                <a:gd name="T47" fmla="*/ 1 h 852"/>
                <a:gd name="T48" fmla="*/ 1 w 852"/>
                <a:gd name="T49" fmla="*/ 1 h 852"/>
                <a:gd name="T50" fmla="*/ 1 w 852"/>
                <a:gd name="T51" fmla="*/ 1 h 852"/>
                <a:gd name="T52" fmla="*/ 1 w 852"/>
                <a:gd name="T53" fmla="*/ 1 h 852"/>
                <a:gd name="T54" fmla="*/ 1 w 852"/>
                <a:gd name="T55" fmla="*/ 1 h 852"/>
                <a:gd name="T56" fmla="*/ 1 w 852"/>
                <a:gd name="T57" fmla="*/ 1 h 852"/>
                <a:gd name="T58" fmla="*/ 1 w 852"/>
                <a:gd name="T59" fmla="*/ 1 h 852"/>
                <a:gd name="T60" fmla="*/ 1 w 852"/>
                <a:gd name="T61" fmla="*/ 1 h 852"/>
                <a:gd name="T62" fmla="*/ 1 w 852"/>
                <a:gd name="T63" fmla="*/ 1 h 852"/>
                <a:gd name="T64" fmla="*/ 1 w 852"/>
                <a:gd name="T65" fmla="*/ 1 h 852"/>
                <a:gd name="T66" fmla="*/ 1 w 852"/>
                <a:gd name="T67" fmla="*/ 1 h 852"/>
                <a:gd name="T68" fmla="*/ 1 w 852"/>
                <a:gd name="T69" fmla="*/ 1 h 852"/>
                <a:gd name="T70" fmla="*/ 1 w 852"/>
                <a:gd name="T71" fmla="*/ 1 h 852"/>
                <a:gd name="T72" fmla="*/ 1 w 852"/>
                <a:gd name="T73" fmla="*/ 1 h 852"/>
                <a:gd name="T74" fmla="*/ 1 w 852"/>
                <a:gd name="T75" fmla="*/ 1 h 852"/>
                <a:gd name="T76" fmla="*/ 1 w 852"/>
                <a:gd name="T77" fmla="*/ 1 h 852"/>
                <a:gd name="T78" fmla="*/ 1 w 852"/>
                <a:gd name="T79" fmla="*/ 1 h 852"/>
                <a:gd name="T80" fmla="*/ 1 w 852"/>
                <a:gd name="T81" fmla="*/ 1 h 852"/>
                <a:gd name="T82" fmla="*/ 1 w 852"/>
                <a:gd name="T83" fmla="*/ 1 h 852"/>
                <a:gd name="T84" fmla="*/ 1 w 852"/>
                <a:gd name="T85" fmla="*/ 1 h 852"/>
                <a:gd name="T86" fmla="*/ 1 w 852"/>
                <a:gd name="T87" fmla="*/ 1 h 852"/>
                <a:gd name="T88" fmla="*/ 1 w 852"/>
                <a:gd name="T89" fmla="*/ 1 h 852"/>
                <a:gd name="T90" fmla="*/ 1 w 852"/>
                <a:gd name="T91" fmla="*/ 1 h 852"/>
                <a:gd name="T92" fmla="*/ 1 w 852"/>
                <a:gd name="T93" fmla="*/ 1 h 852"/>
                <a:gd name="T94" fmla="*/ 1 w 852"/>
                <a:gd name="T95" fmla="*/ 1 h 852"/>
                <a:gd name="T96" fmla="*/ 1 w 852"/>
                <a:gd name="T97" fmla="*/ 1 h 852"/>
                <a:gd name="T98" fmla="*/ 1 w 852"/>
                <a:gd name="T99" fmla="*/ 1 h 852"/>
                <a:gd name="T100" fmla="*/ 1 w 852"/>
                <a:gd name="T101" fmla="*/ 1 h 852"/>
                <a:gd name="T102" fmla="*/ 1 w 852"/>
                <a:gd name="T103" fmla="*/ 1 h 852"/>
                <a:gd name="T104" fmla="*/ 1 w 852"/>
                <a:gd name="T105" fmla="*/ 1 h 852"/>
                <a:gd name="T106" fmla="*/ 1 w 852"/>
                <a:gd name="T107" fmla="*/ 1 h 852"/>
                <a:gd name="T108" fmla="*/ 1 w 852"/>
                <a:gd name="T109" fmla="*/ 0 h 852"/>
                <a:gd name="T110" fmla="*/ 1 w 852"/>
                <a:gd name="T111" fmla="*/ 0 h 852"/>
                <a:gd name="T112" fmla="*/ 1 w 852"/>
                <a:gd name="T113" fmla="*/ 0 h 852"/>
                <a:gd name="T114" fmla="*/ 1 w 852"/>
                <a:gd name="T115" fmla="*/ 0 h 852"/>
                <a:gd name="T116" fmla="*/ 1 w 852"/>
                <a:gd name="T117" fmla="*/ 0 h 852"/>
                <a:gd name="T118" fmla="*/ 1 w 852"/>
                <a:gd name="T119" fmla="*/ 0 h 8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52" h="852">
                  <a:moveTo>
                    <a:pt x="469" y="0"/>
                  </a:moveTo>
                  <a:lnTo>
                    <a:pt x="465" y="0"/>
                  </a:lnTo>
                  <a:lnTo>
                    <a:pt x="462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6" y="0"/>
                  </a:lnTo>
                  <a:lnTo>
                    <a:pt x="442" y="0"/>
                  </a:lnTo>
                  <a:lnTo>
                    <a:pt x="440" y="0"/>
                  </a:lnTo>
                  <a:lnTo>
                    <a:pt x="436" y="0"/>
                  </a:lnTo>
                  <a:lnTo>
                    <a:pt x="434" y="0"/>
                  </a:lnTo>
                  <a:lnTo>
                    <a:pt x="430" y="0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420" y="0"/>
                  </a:lnTo>
                  <a:lnTo>
                    <a:pt x="416" y="0"/>
                  </a:lnTo>
                  <a:lnTo>
                    <a:pt x="412" y="0"/>
                  </a:lnTo>
                  <a:lnTo>
                    <a:pt x="408" y="0"/>
                  </a:lnTo>
                  <a:lnTo>
                    <a:pt x="403" y="0"/>
                  </a:lnTo>
                  <a:lnTo>
                    <a:pt x="398" y="0"/>
                  </a:lnTo>
                  <a:lnTo>
                    <a:pt x="392" y="0"/>
                  </a:lnTo>
                  <a:lnTo>
                    <a:pt x="386" y="0"/>
                  </a:lnTo>
                  <a:lnTo>
                    <a:pt x="380" y="0"/>
                  </a:lnTo>
                  <a:lnTo>
                    <a:pt x="374" y="0"/>
                  </a:lnTo>
                  <a:lnTo>
                    <a:pt x="367" y="0"/>
                  </a:lnTo>
                  <a:lnTo>
                    <a:pt x="358" y="0"/>
                  </a:lnTo>
                  <a:lnTo>
                    <a:pt x="350" y="0"/>
                  </a:lnTo>
                  <a:lnTo>
                    <a:pt x="341" y="0"/>
                  </a:lnTo>
                  <a:lnTo>
                    <a:pt x="332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7" y="0"/>
                  </a:lnTo>
                  <a:lnTo>
                    <a:pt x="266" y="0"/>
                  </a:lnTo>
                  <a:lnTo>
                    <a:pt x="256" y="0"/>
                  </a:lnTo>
                  <a:lnTo>
                    <a:pt x="248" y="0"/>
                  </a:lnTo>
                  <a:lnTo>
                    <a:pt x="239" y="0"/>
                  </a:lnTo>
                  <a:lnTo>
                    <a:pt x="232" y="0"/>
                  </a:lnTo>
                  <a:lnTo>
                    <a:pt x="225" y="0"/>
                  </a:lnTo>
                  <a:lnTo>
                    <a:pt x="218" y="0"/>
                  </a:lnTo>
                  <a:lnTo>
                    <a:pt x="212" y="0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0"/>
                  </a:lnTo>
                  <a:lnTo>
                    <a:pt x="186" y="0"/>
                  </a:lnTo>
                  <a:lnTo>
                    <a:pt x="182" y="0"/>
                  </a:lnTo>
                  <a:lnTo>
                    <a:pt x="178" y="0"/>
                  </a:lnTo>
                  <a:lnTo>
                    <a:pt x="174" y="0"/>
                  </a:lnTo>
                  <a:lnTo>
                    <a:pt x="171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9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99" y="1"/>
                  </a:lnTo>
                  <a:lnTo>
                    <a:pt x="96" y="1"/>
                  </a:lnTo>
                  <a:lnTo>
                    <a:pt x="94" y="2"/>
                  </a:lnTo>
                  <a:lnTo>
                    <a:pt x="93" y="2"/>
                  </a:lnTo>
                  <a:lnTo>
                    <a:pt x="90" y="3"/>
                  </a:lnTo>
                  <a:lnTo>
                    <a:pt x="88" y="3"/>
                  </a:lnTo>
                  <a:lnTo>
                    <a:pt x="85" y="5"/>
                  </a:lnTo>
                  <a:lnTo>
                    <a:pt x="84" y="6"/>
                  </a:lnTo>
                  <a:lnTo>
                    <a:pt x="82" y="7"/>
                  </a:lnTo>
                  <a:lnTo>
                    <a:pt x="79" y="8"/>
                  </a:lnTo>
                  <a:lnTo>
                    <a:pt x="78" y="9"/>
                  </a:lnTo>
                  <a:lnTo>
                    <a:pt x="76" y="12"/>
                  </a:lnTo>
                  <a:lnTo>
                    <a:pt x="73" y="13"/>
                  </a:lnTo>
                  <a:lnTo>
                    <a:pt x="71" y="15"/>
                  </a:lnTo>
                  <a:lnTo>
                    <a:pt x="69" y="18"/>
                  </a:lnTo>
                  <a:lnTo>
                    <a:pt x="66" y="20"/>
                  </a:lnTo>
                  <a:lnTo>
                    <a:pt x="64" y="23"/>
                  </a:lnTo>
                  <a:lnTo>
                    <a:pt x="60" y="25"/>
                  </a:lnTo>
                  <a:lnTo>
                    <a:pt x="58" y="29"/>
                  </a:lnTo>
                  <a:lnTo>
                    <a:pt x="54" y="31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3" y="42"/>
                  </a:lnTo>
                  <a:lnTo>
                    <a:pt x="40" y="46"/>
                  </a:lnTo>
                  <a:lnTo>
                    <a:pt x="36" y="49"/>
                  </a:lnTo>
                  <a:lnTo>
                    <a:pt x="32" y="53"/>
                  </a:lnTo>
                  <a:lnTo>
                    <a:pt x="29" y="56"/>
                  </a:lnTo>
                  <a:lnTo>
                    <a:pt x="26" y="60"/>
                  </a:lnTo>
                  <a:lnTo>
                    <a:pt x="23" y="62"/>
                  </a:lnTo>
                  <a:lnTo>
                    <a:pt x="20" y="65"/>
                  </a:lnTo>
                  <a:lnTo>
                    <a:pt x="18" y="67"/>
                  </a:lnTo>
                  <a:lnTo>
                    <a:pt x="17" y="70"/>
                  </a:lnTo>
                  <a:lnTo>
                    <a:pt x="14" y="72"/>
                  </a:lnTo>
                  <a:lnTo>
                    <a:pt x="12" y="74"/>
                  </a:lnTo>
                  <a:lnTo>
                    <a:pt x="11" y="77"/>
                  </a:lnTo>
                  <a:lnTo>
                    <a:pt x="10" y="79"/>
                  </a:lnTo>
                  <a:lnTo>
                    <a:pt x="8" y="80"/>
                  </a:lnTo>
                  <a:lnTo>
                    <a:pt x="7" y="83"/>
                  </a:lnTo>
                  <a:lnTo>
                    <a:pt x="6" y="85"/>
                  </a:lnTo>
                  <a:lnTo>
                    <a:pt x="5" y="86"/>
                  </a:lnTo>
                  <a:lnTo>
                    <a:pt x="4" y="89"/>
                  </a:lnTo>
                  <a:lnTo>
                    <a:pt x="4" y="91"/>
                  </a:lnTo>
                  <a:lnTo>
                    <a:pt x="2" y="92"/>
                  </a:lnTo>
                  <a:lnTo>
                    <a:pt x="2" y="95"/>
                  </a:lnTo>
                  <a:lnTo>
                    <a:pt x="2" y="97"/>
                  </a:lnTo>
                  <a:lnTo>
                    <a:pt x="1" y="100"/>
                  </a:lnTo>
                  <a:lnTo>
                    <a:pt x="1" y="102"/>
                  </a:lnTo>
                  <a:lnTo>
                    <a:pt x="1" y="104"/>
                  </a:lnTo>
                  <a:lnTo>
                    <a:pt x="1" y="108"/>
                  </a:lnTo>
                  <a:lnTo>
                    <a:pt x="1" y="110"/>
                  </a:lnTo>
                  <a:lnTo>
                    <a:pt x="1" y="113"/>
                  </a:lnTo>
                  <a:lnTo>
                    <a:pt x="1" y="116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0" y="149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0" y="238"/>
                  </a:lnTo>
                  <a:lnTo>
                    <a:pt x="0" y="249"/>
                  </a:lnTo>
                  <a:lnTo>
                    <a:pt x="0" y="259"/>
                  </a:lnTo>
                  <a:lnTo>
                    <a:pt x="0" y="272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0" y="346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21"/>
                  </a:lnTo>
                  <a:lnTo>
                    <a:pt x="0" y="437"/>
                  </a:lnTo>
                  <a:lnTo>
                    <a:pt x="0" y="453"/>
                  </a:lnTo>
                  <a:lnTo>
                    <a:pt x="0" y="469"/>
                  </a:lnTo>
                  <a:lnTo>
                    <a:pt x="0" y="482"/>
                  </a:lnTo>
                  <a:lnTo>
                    <a:pt x="0" y="495"/>
                  </a:lnTo>
                  <a:lnTo>
                    <a:pt x="0" y="507"/>
                  </a:lnTo>
                  <a:lnTo>
                    <a:pt x="0" y="518"/>
                  </a:lnTo>
                  <a:lnTo>
                    <a:pt x="0" y="529"/>
                  </a:lnTo>
                  <a:lnTo>
                    <a:pt x="0" y="537"/>
                  </a:lnTo>
                  <a:lnTo>
                    <a:pt x="0" y="547"/>
                  </a:lnTo>
                  <a:lnTo>
                    <a:pt x="0" y="554"/>
                  </a:lnTo>
                  <a:lnTo>
                    <a:pt x="0" y="561"/>
                  </a:lnTo>
                  <a:lnTo>
                    <a:pt x="0" y="568"/>
                  </a:lnTo>
                  <a:lnTo>
                    <a:pt x="0" y="574"/>
                  </a:lnTo>
                  <a:lnTo>
                    <a:pt x="0" y="580"/>
                  </a:lnTo>
                  <a:lnTo>
                    <a:pt x="0" y="585"/>
                  </a:lnTo>
                  <a:lnTo>
                    <a:pt x="0" y="591"/>
                  </a:lnTo>
                  <a:lnTo>
                    <a:pt x="0" y="595"/>
                  </a:lnTo>
                  <a:lnTo>
                    <a:pt x="0" y="600"/>
                  </a:lnTo>
                  <a:lnTo>
                    <a:pt x="0" y="603"/>
                  </a:lnTo>
                  <a:lnTo>
                    <a:pt x="0" y="607"/>
                  </a:lnTo>
                  <a:lnTo>
                    <a:pt x="0" y="610"/>
                  </a:lnTo>
                  <a:lnTo>
                    <a:pt x="0" y="614"/>
                  </a:lnTo>
                  <a:lnTo>
                    <a:pt x="0" y="618"/>
                  </a:lnTo>
                  <a:lnTo>
                    <a:pt x="0" y="621"/>
                  </a:lnTo>
                  <a:lnTo>
                    <a:pt x="0" y="624"/>
                  </a:lnTo>
                  <a:lnTo>
                    <a:pt x="0" y="627"/>
                  </a:lnTo>
                  <a:lnTo>
                    <a:pt x="0" y="631"/>
                  </a:lnTo>
                  <a:lnTo>
                    <a:pt x="0" y="635"/>
                  </a:lnTo>
                  <a:lnTo>
                    <a:pt x="0" y="638"/>
                  </a:lnTo>
                  <a:lnTo>
                    <a:pt x="0" y="643"/>
                  </a:lnTo>
                  <a:lnTo>
                    <a:pt x="0" y="647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0" y="656"/>
                  </a:lnTo>
                  <a:lnTo>
                    <a:pt x="0" y="659"/>
                  </a:lnTo>
                  <a:lnTo>
                    <a:pt x="0" y="661"/>
                  </a:lnTo>
                  <a:lnTo>
                    <a:pt x="0" y="663"/>
                  </a:lnTo>
                  <a:lnTo>
                    <a:pt x="0" y="666"/>
                  </a:lnTo>
                  <a:lnTo>
                    <a:pt x="0" y="668"/>
                  </a:lnTo>
                  <a:lnTo>
                    <a:pt x="0" y="671"/>
                  </a:lnTo>
                  <a:lnTo>
                    <a:pt x="0" y="673"/>
                  </a:lnTo>
                  <a:lnTo>
                    <a:pt x="0" y="675"/>
                  </a:lnTo>
                  <a:lnTo>
                    <a:pt x="0" y="678"/>
                  </a:lnTo>
                  <a:lnTo>
                    <a:pt x="0" y="679"/>
                  </a:lnTo>
                  <a:lnTo>
                    <a:pt x="0" y="681"/>
                  </a:lnTo>
                  <a:lnTo>
                    <a:pt x="0" y="683"/>
                  </a:lnTo>
                  <a:lnTo>
                    <a:pt x="0" y="685"/>
                  </a:lnTo>
                  <a:lnTo>
                    <a:pt x="0" y="687"/>
                  </a:lnTo>
                  <a:lnTo>
                    <a:pt x="0" y="690"/>
                  </a:lnTo>
                  <a:lnTo>
                    <a:pt x="0" y="691"/>
                  </a:lnTo>
                  <a:lnTo>
                    <a:pt x="0" y="693"/>
                  </a:lnTo>
                  <a:lnTo>
                    <a:pt x="0" y="696"/>
                  </a:lnTo>
                  <a:lnTo>
                    <a:pt x="0" y="698"/>
                  </a:lnTo>
                  <a:lnTo>
                    <a:pt x="0" y="701"/>
                  </a:lnTo>
                  <a:lnTo>
                    <a:pt x="0" y="704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0" y="713"/>
                  </a:lnTo>
                  <a:lnTo>
                    <a:pt x="0" y="716"/>
                  </a:lnTo>
                  <a:lnTo>
                    <a:pt x="0" y="720"/>
                  </a:lnTo>
                  <a:lnTo>
                    <a:pt x="0" y="723"/>
                  </a:lnTo>
                  <a:lnTo>
                    <a:pt x="0" y="727"/>
                  </a:lnTo>
                  <a:lnTo>
                    <a:pt x="0" y="731"/>
                  </a:lnTo>
                  <a:lnTo>
                    <a:pt x="1" y="734"/>
                  </a:lnTo>
                  <a:lnTo>
                    <a:pt x="1" y="738"/>
                  </a:lnTo>
                  <a:lnTo>
                    <a:pt x="1" y="742"/>
                  </a:lnTo>
                  <a:lnTo>
                    <a:pt x="1" y="744"/>
                  </a:lnTo>
                  <a:lnTo>
                    <a:pt x="1" y="746"/>
                  </a:lnTo>
                  <a:lnTo>
                    <a:pt x="1" y="749"/>
                  </a:lnTo>
                  <a:lnTo>
                    <a:pt x="1" y="751"/>
                  </a:lnTo>
                  <a:lnTo>
                    <a:pt x="2" y="754"/>
                  </a:lnTo>
                  <a:lnTo>
                    <a:pt x="2" y="756"/>
                  </a:lnTo>
                  <a:lnTo>
                    <a:pt x="2" y="758"/>
                  </a:lnTo>
                  <a:lnTo>
                    <a:pt x="4" y="761"/>
                  </a:lnTo>
                  <a:lnTo>
                    <a:pt x="4" y="762"/>
                  </a:lnTo>
                  <a:lnTo>
                    <a:pt x="5" y="764"/>
                  </a:lnTo>
                  <a:lnTo>
                    <a:pt x="6" y="767"/>
                  </a:lnTo>
                  <a:lnTo>
                    <a:pt x="7" y="768"/>
                  </a:lnTo>
                  <a:lnTo>
                    <a:pt x="8" y="770"/>
                  </a:lnTo>
                  <a:lnTo>
                    <a:pt x="10" y="773"/>
                  </a:lnTo>
                  <a:lnTo>
                    <a:pt x="11" y="774"/>
                  </a:lnTo>
                  <a:lnTo>
                    <a:pt x="12" y="776"/>
                  </a:lnTo>
                  <a:lnTo>
                    <a:pt x="14" y="779"/>
                  </a:lnTo>
                  <a:lnTo>
                    <a:pt x="17" y="781"/>
                  </a:lnTo>
                  <a:lnTo>
                    <a:pt x="18" y="784"/>
                  </a:lnTo>
                  <a:lnTo>
                    <a:pt x="20" y="786"/>
                  </a:lnTo>
                  <a:lnTo>
                    <a:pt x="23" y="788"/>
                  </a:lnTo>
                  <a:lnTo>
                    <a:pt x="26" y="792"/>
                  </a:lnTo>
                  <a:lnTo>
                    <a:pt x="29" y="794"/>
                  </a:lnTo>
                  <a:lnTo>
                    <a:pt x="32" y="798"/>
                  </a:lnTo>
                  <a:lnTo>
                    <a:pt x="36" y="802"/>
                  </a:lnTo>
                  <a:lnTo>
                    <a:pt x="40" y="805"/>
                  </a:lnTo>
                  <a:lnTo>
                    <a:pt x="43" y="809"/>
                  </a:lnTo>
                  <a:lnTo>
                    <a:pt x="47" y="812"/>
                  </a:lnTo>
                  <a:lnTo>
                    <a:pt x="51" y="816"/>
                  </a:lnTo>
                  <a:lnTo>
                    <a:pt x="54" y="820"/>
                  </a:lnTo>
                  <a:lnTo>
                    <a:pt x="58" y="823"/>
                  </a:lnTo>
                  <a:lnTo>
                    <a:pt x="60" y="826"/>
                  </a:lnTo>
                  <a:lnTo>
                    <a:pt x="64" y="829"/>
                  </a:lnTo>
                  <a:lnTo>
                    <a:pt x="66" y="832"/>
                  </a:lnTo>
                  <a:lnTo>
                    <a:pt x="69" y="834"/>
                  </a:lnTo>
                  <a:lnTo>
                    <a:pt x="71" y="835"/>
                  </a:lnTo>
                  <a:lnTo>
                    <a:pt x="73" y="838"/>
                  </a:lnTo>
                  <a:lnTo>
                    <a:pt x="76" y="840"/>
                  </a:lnTo>
                  <a:lnTo>
                    <a:pt x="78" y="841"/>
                  </a:lnTo>
                  <a:lnTo>
                    <a:pt x="79" y="842"/>
                  </a:lnTo>
                  <a:lnTo>
                    <a:pt x="82" y="844"/>
                  </a:lnTo>
                  <a:lnTo>
                    <a:pt x="84" y="845"/>
                  </a:lnTo>
                  <a:lnTo>
                    <a:pt x="85" y="846"/>
                  </a:lnTo>
                  <a:lnTo>
                    <a:pt x="88" y="847"/>
                  </a:lnTo>
                  <a:lnTo>
                    <a:pt x="90" y="848"/>
                  </a:lnTo>
                  <a:lnTo>
                    <a:pt x="93" y="848"/>
                  </a:lnTo>
                  <a:lnTo>
                    <a:pt x="94" y="850"/>
                  </a:lnTo>
                  <a:lnTo>
                    <a:pt x="96" y="850"/>
                  </a:lnTo>
                  <a:lnTo>
                    <a:pt x="99" y="851"/>
                  </a:lnTo>
                  <a:lnTo>
                    <a:pt x="101" y="851"/>
                  </a:lnTo>
                  <a:lnTo>
                    <a:pt x="103" y="851"/>
                  </a:lnTo>
                  <a:lnTo>
                    <a:pt x="106" y="851"/>
                  </a:lnTo>
                  <a:lnTo>
                    <a:pt x="108" y="851"/>
                  </a:lnTo>
                  <a:lnTo>
                    <a:pt x="112" y="852"/>
                  </a:lnTo>
                  <a:lnTo>
                    <a:pt x="114" y="852"/>
                  </a:lnTo>
                  <a:lnTo>
                    <a:pt x="118" y="852"/>
                  </a:lnTo>
                  <a:lnTo>
                    <a:pt x="121" y="852"/>
                  </a:lnTo>
                  <a:lnTo>
                    <a:pt x="125" y="852"/>
                  </a:lnTo>
                  <a:lnTo>
                    <a:pt x="129" y="852"/>
                  </a:lnTo>
                  <a:lnTo>
                    <a:pt x="132" y="852"/>
                  </a:lnTo>
                  <a:lnTo>
                    <a:pt x="136" y="852"/>
                  </a:lnTo>
                  <a:lnTo>
                    <a:pt x="139" y="852"/>
                  </a:lnTo>
                  <a:lnTo>
                    <a:pt x="143" y="852"/>
                  </a:lnTo>
                  <a:lnTo>
                    <a:pt x="145" y="852"/>
                  </a:lnTo>
                  <a:lnTo>
                    <a:pt x="149" y="852"/>
                  </a:lnTo>
                  <a:lnTo>
                    <a:pt x="153" y="852"/>
                  </a:lnTo>
                  <a:lnTo>
                    <a:pt x="155" y="852"/>
                  </a:lnTo>
                  <a:lnTo>
                    <a:pt x="159" y="852"/>
                  </a:lnTo>
                  <a:lnTo>
                    <a:pt x="161" y="852"/>
                  </a:lnTo>
                  <a:lnTo>
                    <a:pt x="165" y="852"/>
                  </a:lnTo>
                  <a:lnTo>
                    <a:pt x="167" y="852"/>
                  </a:lnTo>
                  <a:lnTo>
                    <a:pt x="171" y="852"/>
                  </a:lnTo>
                  <a:lnTo>
                    <a:pt x="174" y="852"/>
                  </a:lnTo>
                  <a:lnTo>
                    <a:pt x="178" y="852"/>
                  </a:lnTo>
                  <a:lnTo>
                    <a:pt x="182" y="852"/>
                  </a:lnTo>
                  <a:lnTo>
                    <a:pt x="186" y="852"/>
                  </a:lnTo>
                  <a:lnTo>
                    <a:pt x="190" y="852"/>
                  </a:lnTo>
                  <a:lnTo>
                    <a:pt x="195" y="852"/>
                  </a:lnTo>
                  <a:lnTo>
                    <a:pt x="200" y="852"/>
                  </a:lnTo>
                  <a:lnTo>
                    <a:pt x="206" y="852"/>
                  </a:lnTo>
                  <a:lnTo>
                    <a:pt x="212" y="852"/>
                  </a:lnTo>
                  <a:lnTo>
                    <a:pt x="218" y="852"/>
                  </a:lnTo>
                  <a:lnTo>
                    <a:pt x="225" y="852"/>
                  </a:lnTo>
                  <a:lnTo>
                    <a:pt x="232" y="852"/>
                  </a:lnTo>
                  <a:lnTo>
                    <a:pt x="239" y="852"/>
                  </a:lnTo>
                  <a:lnTo>
                    <a:pt x="248" y="852"/>
                  </a:lnTo>
                  <a:lnTo>
                    <a:pt x="256" y="852"/>
                  </a:lnTo>
                  <a:lnTo>
                    <a:pt x="266" y="852"/>
                  </a:lnTo>
                  <a:lnTo>
                    <a:pt x="277" y="852"/>
                  </a:lnTo>
                  <a:lnTo>
                    <a:pt x="287" y="852"/>
                  </a:lnTo>
                  <a:lnTo>
                    <a:pt x="298" y="852"/>
                  </a:lnTo>
                  <a:lnTo>
                    <a:pt x="310" y="852"/>
                  </a:lnTo>
                  <a:lnTo>
                    <a:pt x="321" y="852"/>
                  </a:lnTo>
                  <a:lnTo>
                    <a:pt x="332" y="852"/>
                  </a:lnTo>
                  <a:lnTo>
                    <a:pt x="341" y="852"/>
                  </a:lnTo>
                  <a:lnTo>
                    <a:pt x="350" y="852"/>
                  </a:lnTo>
                  <a:lnTo>
                    <a:pt x="359" y="852"/>
                  </a:lnTo>
                  <a:lnTo>
                    <a:pt x="367" y="852"/>
                  </a:lnTo>
                  <a:lnTo>
                    <a:pt x="375" y="852"/>
                  </a:lnTo>
                  <a:lnTo>
                    <a:pt x="382" y="852"/>
                  </a:lnTo>
                  <a:lnTo>
                    <a:pt x="390" y="852"/>
                  </a:lnTo>
                  <a:lnTo>
                    <a:pt x="396" y="852"/>
                  </a:lnTo>
                  <a:lnTo>
                    <a:pt x="403" y="852"/>
                  </a:lnTo>
                  <a:lnTo>
                    <a:pt x="409" y="852"/>
                  </a:lnTo>
                  <a:lnTo>
                    <a:pt x="415" y="852"/>
                  </a:lnTo>
                  <a:lnTo>
                    <a:pt x="421" y="852"/>
                  </a:lnTo>
                  <a:lnTo>
                    <a:pt x="427" y="852"/>
                  </a:lnTo>
                  <a:lnTo>
                    <a:pt x="433" y="852"/>
                  </a:lnTo>
                  <a:lnTo>
                    <a:pt x="439" y="852"/>
                  </a:lnTo>
                  <a:lnTo>
                    <a:pt x="445" y="852"/>
                  </a:lnTo>
                  <a:lnTo>
                    <a:pt x="451" y="852"/>
                  </a:lnTo>
                  <a:lnTo>
                    <a:pt x="458" y="852"/>
                  </a:lnTo>
                  <a:lnTo>
                    <a:pt x="464" y="852"/>
                  </a:lnTo>
                  <a:lnTo>
                    <a:pt x="471" y="852"/>
                  </a:lnTo>
                  <a:lnTo>
                    <a:pt x="478" y="852"/>
                  </a:lnTo>
                  <a:lnTo>
                    <a:pt x="486" y="852"/>
                  </a:lnTo>
                  <a:lnTo>
                    <a:pt x="494" y="852"/>
                  </a:lnTo>
                  <a:lnTo>
                    <a:pt x="502" y="852"/>
                  </a:lnTo>
                  <a:lnTo>
                    <a:pt x="512" y="852"/>
                  </a:lnTo>
                  <a:lnTo>
                    <a:pt x="522" y="852"/>
                  </a:lnTo>
                  <a:lnTo>
                    <a:pt x="531" y="852"/>
                  </a:lnTo>
                  <a:lnTo>
                    <a:pt x="542" y="852"/>
                  </a:lnTo>
                  <a:lnTo>
                    <a:pt x="554" y="852"/>
                  </a:lnTo>
                  <a:lnTo>
                    <a:pt x="566" y="852"/>
                  </a:lnTo>
                  <a:lnTo>
                    <a:pt x="577" y="852"/>
                  </a:lnTo>
                  <a:lnTo>
                    <a:pt x="587" y="852"/>
                  </a:lnTo>
                  <a:lnTo>
                    <a:pt x="596" y="852"/>
                  </a:lnTo>
                  <a:lnTo>
                    <a:pt x="606" y="852"/>
                  </a:lnTo>
                  <a:lnTo>
                    <a:pt x="614" y="852"/>
                  </a:lnTo>
                  <a:lnTo>
                    <a:pt x="622" y="852"/>
                  </a:lnTo>
                  <a:lnTo>
                    <a:pt x="629" y="852"/>
                  </a:lnTo>
                  <a:lnTo>
                    <a:pt x="636" y="852"/>
                  </a:lnTo>
                  <a:lnTo>
                    <a:pt x="642" y="852"/>
                  </a:lnTo>
                  <a:lnTo>
                    <a:pt x="648" y="852"/>
                  </a:lnTo>
                  <a:lnTo>
                    <a:pt x="653" y="852"/>
                  </a:lnTo>
                  <a:lnTo>
                    <a:pt x="659" y="852"/>
                  </a:lnTo>
                  <a:lnTo>
                    <a:pt x="664" y="852"/>
                  </a:lnTo>
                  <a:lnTo>
                    <a:pt x="667" y="852"/>
                  </a:lnTo>
                  <a:lnTo>
                    <a:pt x="672" y="852"/>
                  </a:lnTo>
                  <a:lnTo>
                    <a:pt x="676" y="852"/>
                  </a:lnTo>
                  <a:lnTo>
                    <a:pt x="679" y="852"/>
                  </a:lnTo>
                  <a:lnTo>
                    <a:pt x="683" y="852"/>
                  </a:lnTo>
                  <a:lnTo>
                    <a:pt x="686" y="852"/>
                  </a:lnTo>
                  <a:lnTo>
                    <a:pt x="689" y="852"/>
                  </a:lnTo>
                  <a:lnTo>
                    <a:pt x="692" y="852"/>
                  </a:lnTo>
                  <a:lnTo>
                    <a:pt x="695" y="852"/>
                  </a:lnTo>
                  <a:lnTo>
                    <a:pt x="698" y="852"/>
                  </a:lnTo>
                  <a:lnTo>
                    <a:pt x="701" y="852"/>
                  </a:lnTo>
                  <a:lnTo>
                    <a:pt x="704" y="852"/>
                  </a:lnTo>
                  <a:lnTo>
                    <a:pt x="707" y="852"/>
                  </a:lnTo>
                  <a:lnTo>
                    <a:pt x="710" y="852"/>
                  </a:lnTo>
                  <a:lnTo>
                    <a:pt x="714" y="852"/>
                  </a:lnTo>
                  <a:lnTo>
                    <a:pt x="718" y="852"/>
                  </a:lnTo>
                  <a:lnTo>
                    <a:pt x="721" y="852"/>
                  </a:lnTo>
                  <a:lnTo>
                    <a:pt x="725" y="852"/>
                  </a:lnTo>
                  <a:lnTo>
                    <a:pt x="728" y="852"/>
                  </a:lnTo>
                  <a:lnTo>
                    <a:pt x="732" y="852"/>
                  </a:lnTo>
                  <a:lnTo>
                    <a:pt x="736" y="852"/>
                  </a:lnTo>
                  <a:lnTo>
                    <a:pt x="739" y="852"/>
                  </a:lnTo>
                  <a:lnTo>
                    <a:pt x="742" y="852"/>
                  </a:lnTo>
                  <a:lnTo>
                    <a:pt x="745" y="851"/>
                  </a:lnTo>
                  <a:lnTo>
                    <a:pt x="748" y="851"/>
                  </a:lnTo>
                  <a:lnTo>
                    <a:pt x="750" y="851"/>
                  </a:lnTo>
                  <a:lnTo>
                    <a:pt x="753" y="851"/>
                  </a:lnTo>
                  <a:lnTo>
                    <a:pt x="755" y="851"/>
                  </a:lnTo>
                  <a:lnTo>
                    <a:pt x="757" y="850"/>
                  </a:lnTo>
                  <a:lnTo>
                    <a:pt x="760" y="850"/>
                  </a:lnTo>
                  <a:lnTo>
                    <a:pt x="761" y="848"/>
                  </a:lnTo>
                  <a:lnTo>
                    <a:pt x="763" y="848"/>
                  </a:lnTo>
                  <a:lnTo>
                    <a:pt x="766" y="847"/>
                  </a:lnTo>
                  <a:lnTo>
                    <a:pt x="767" y="846"/>
                  </a:lnTo>
                  <a:lnTo>
                    <a:pt x="769" y="845"/>
                  </a:lnTo>
                  <a:lnTo>
                    <a:pt x="772" y="844"/>
                  </a:lnTo>
                  <a:lnTo>
                    <a:pt x="773" y="842"/>
                  </a:lnTo>
                  <a:lnTo>
                    <a:pt x="775" y="841"/>
                  </a:lnTo>
                  <a:lnTo>
                    <a:pt x="778" y="840"/>
                  </a:lnTo>
                  <a:lnTo>
                    <a:pt x="780" y="838"/>
                  </a:lnTo>
                  <a:lnTo>
                    <a:pt x="783" y="835"/>
                  </a:lnTo>
                  <a:lnTo>
                    <a:pt x="785" y="834"/>
                  </a:lnTo>
                  <a:lnTo>
                    <a:pt x="787" y="832"/>
                  </a:lnTo>
                  <a:lnTo>
                    <a:pt x="790" y="829"/>
                  </a:lnTo>
                  <a:lnTo>
                    <a:pt x="793" y="826"/>
                  </a:lnTo>
                  <a:lnTo>
                    <a:pt x="796" y="823"/>
                  </a:lnTo>
                  <a:lnTo>
                    <a:pt x="799" y="820"/>
                  </a:lnTo>
                  <a:lnTo>
                    <a:pt x="803" y="816"/>
                  </a:lnTo>
                  <a:lnTo>
                    <a:pt x="807" y="812"/>
                  </a:lnTo>
                  <a:lnTo>
                    <a:pt x="810" y="809"/>
                  </a:lnTo>
                  <a:lnTo>
                    <a:pt x="814" y="805"/>
                  </a:lnTo>
                  <a:lnTo>
                    <a:pt x="817" y="802"/>
                  </a:lnTo>
                  <a:lnTo>
                    <a:pt x="821" y="798"/>
                  </a:lnTo>
                  <a:lnTo>
                    <a:pt x="825" y="794"/>
                  </a:lnTo>
                  <a:lnTo>
                    <a:pt x="827" y="792"/>
                  </a:lnTo>
                  <a:lnTo>
                    <a:pt x="829" y="788"/>
                  </a:lnTo>
                  <a:lnTo>
                    <a:pt x="832" y="786"/>
                  </a:lnTo>
                  <a:lnTo>
                    <a:pt x="834" y="784"/>
                  </a:lnTo>
                  <a:lnTo>
                    <a:pt x="837" y="781"/>
                  </a:lnTo>
                  <a:lnTo>
                    <a:pt x="839" y="779"/>
                  </a:lnTo>
                  <a:lnTo>
                    <a:pt x="840" y="776"/>
                  </a:lnTo>
                  <a:lnTo>
                    <a:pt x="843" y="774"/>
                  </a:lnTo>
                  <a:lnTo>
                    <a:pt x="844" y="773"/>
                  </a:lnTo>
                  <a:lnTo>
                    <a:pt x="845" y="770"/>
                  </a:lnTo>
                  <a:lnTo>
                    <a:pt x="846" y="768"/>
                  </a:lnTo>
                  <a:lnTo>
                    <a:pt x="847" y="767"/>
                  </a:lnTo>
                  <a:lnTo>
                    <a:pt x="849" y="764"/>
                  </a:lnTo>
                  <a:lnTo>
                    <a:pt x="849" y="762"/>
                  </a:lnTo>
                  <a:lnTo>
                    <a:pt x="850" y="761"/>
                  </a:lnTo>
                  <a:lnTo>
                    <a:pt x="850" y="758"/>
                  </a:lnTo>
                  <a:lnTo>
                    <a:pt x="851" y="756"/>
                  </a:lnTo>
                  <a:lnTo>
                    <a:pt x="851" y="754"/>
                  </a:lnTo>
                  <a:lnTo>
                    <a:pt x="851" y="751"/>
                  </a:lnTo>
                  <a:lnTo>
                    <a:pt x="852" y="749"/>
                  </a:lnTo>
                  <a:lnTo>
                    <a:pt x="852" y="746"/>
                  </a:lnTo>
                  <a:lnTo>
                    <a:pt x="852" y="744"/>
                  </a:lnTo>
                  <a:lnTo>
                    <a:pt x="852" y="742"/>
                  </a:lnTo>
                  <a:lnTo>
                    <a:pt x="852" y="738"/>
                  </a:lnTo>
                  <a:lnTo>
                    <a:pt x="852" y="734"/>
                  </a:lnTo>
                  <a:lnTo>
                    <a:pt x="852" y="731"/>
                  </a:lnTo>
                  <a:lnTo>
                    <a:pt x="852" y="727"/>
                  </a:lnTo>
                  <a:lnTo>
                    <a:pt x="852" y="723"/>
                  </a:lnTo>
                  <a:lnTo>
                    <a:pt x="852" y="720"/>
                  </a:lnTo>
                  <a:lnTo>
                    <a:pt x="852" y="716"/>
                  </a:lnTo>
                  <a:lnTo>
                    <a:pt x="852" y="713"/>
                  </a:lnTo>
                  <a:lnTo>
                    <a:pt x="852" y="709"/>
                  </a:lnTo>
                  <a:lnTo>
                    <a:pt x="852" y="707"/>
                  </a:lnTo>
                  <a:lnTo>
                    <a:pt x="852" y="704"/>
                  </a:lnTo>
                  <a:lnTo>
                    <a:pt x="852" y="701"/>
                  </a:lnTo>
                  <a:lnTo>
                    <a:pt x="852" y="698"/>
                  </a:lnTo>
                  <a:lnTo>
                    <a:pt x="852" y="696"/>
                  </a:lnTo>
                  <a:lnTo>
                    <a:pt x="852" y="693"/>
                  </a:lnTo>
                  <a:lnTo>
                    <a:pt x="852" y="691"/>
                  </a:lnTo>
                  <a:lnTo>
                    <a:pt x="852" y="690"/>
                  </a:lnTo>
                  <a:lnTo>
                    <a:pt x="852" y="687"/>
                  </a:lnTo>
                  <a:lnTo>
                    <a:pt x="852" y="685"/>
                  </a:lnTo>
                  <a:lnTo>
                    <a:pt x="852" y="683"/>
                  </a:lnTo>
                  <a:lnTo>
                    <a:pt x="852" y="681"/>
                  </a:lnTo>
                  <a:lnTo>
                    <a:pt x="852" y="679"/>
                  </a:lnTo>
                  <a:lnTo>
                    <a:pt x="852" y="678"/>
                  </a:lnTo>
                  <a:lnTo>
                    <a:pt x="852" y="675"/>
                  </a:lnTo>
                  <a:lnTo>
                    <a:pt x="852" y="673"/>
                  </a:lnTo>
                  <a:lnTo>
                    <a:pt x="852" y="671"/>
                  </a:lnTo>
                  <a:lnTo>
                    <a:pt x="852" y="668"/>
                  </a:lnTo>
                  <a:lnTo>
                    <a:pt x="852" y="666"/>
                  </a:lnTo>
                  <a:lnTo>
                    <a:pt x="852" y="663"/>
                  </a:lnTo>
                  <a:lnTo>
                    <a:pt x="852" y="661"/>
                  </a:lnTo>
                  <a:lnTo>
                    <a:pt x="852" y="659"/>
                  </a:lnTo>
                  <a:lnTo>
                    <a:pt x="852" y="656"/>
                  </a:lnTo>
                  <a:lnTo>
                    <a:pt x="852" y="653"/>
                  </a:lnTo>
                  <a:lnTo>
                    <a:pt x="852" y="650"/>
                  </a:lnTo>
                  <a:lnTo>
                    <a:pt x="852" y="647"/>
                  </a:lnTo>
                  <a:lnTo>
                    <a:pt x="852" y="643"/>
                  </a:lnTo>
                  <a:lnTo>
                    <a:pt x="852" y="638"/>
                  </a:lnTo>
                  <a:lnTo>
                    <a:pt x="852" y="635"/>
                  </a:lnTo>
                  <a:lnTo>
                    <a:pt x="852" y="631"/>
                  </a:lnTo>
                  <a:lnTo>
                    <a:pt x="852" y="627"/>
                  </a:lnTo>
                  <a:lnTo>
                    <a:pt x="852" y="624"/>
                  </a:lnTo>
                  <a:lnTo>
                    <a:pt x="852" y="621"/>
                  </a:lnTo>
                  <a:lnTo>
                    <a:pt x="852" y="618"/>
                  </a:lnTo>
                  <a:lnTo>
                    <a:pt x="852" y="614"/>
                  </a:lnTo>
                  <a:lnTo>
                    <a:pt x="852" y="612"/>
                  </a:lnTo>
                  <a:lnTo>
                    <a:pt x="852" y="608"/>
                  </a:lnTo>
                  <a:lnTo>
                    <a:pt x="852" y="604"/>
                  </a:lnTo>
                  <a:lnTo>
                    <a:pt x="852" y="601"/>
                  </a:lnTo>
                  <a:lnTo>
                    <a:pt x="852" y="597"/>
                  </a:lnTo>
                  <a:lnTo>
                    <a:pt x="852" y="594"/>
                  </a:lnTo>
                  <a:lnTo>
                    <a:pt x="852" y="589"/>
                  </a:lnTo>
                  <a:lnTo>
                    <a:pt x="852" y="585"/>
                  </a:lnTo>
                  <a:lnTo>
                    <a:pt x="852" y="580"/>
                  </a:lnTo>
                  <a:lnTo>
                    <a:pt x="852" y="574"/>
                  </a:lnTo>
                  <a:lnTo>
                    <a:pt x="852" y="570"/>
                  </a:lnTo>
                  <a:lnTo>
                    <a:pt x="852" y="564"/>
                  </a:lnTo>
                  <a:lnTo>
                    <a:pt x="852" y="556"/>
                  </a:lnTo>
                  <a:lnTo>
                    <a:pt x="852" y="549"/>
                  </a:lnTo>
                  <a:lnTo>
                    <a:pt x="852" y="542"/>
                  </a:lnTo>
                  <a:lnTo>
                    <a:pt x="852" y="534"/>
                  </a:lnTo>
                  <a:lnTo>
                    <a:pt x="852" y="525"/>
                  </a:lnTo>
                  <a:lnTo>
                    <a:pt x="852" y="516"/>
                  </a:lnTo>
                  <a:lnTo>
                    <a:pt x="852" y="505"/>
                  </a:lnTo>
                  <a:lnTo>
                    <a:pt x="852" y="494"/>
                  </a:lnTo>
                  <a:lnTo>
                    <a:pt x="852" y="482"/>
                  </a:lnTo>
                  <a:lnTo>
                    <a:pt x="852" y="470"/>
                  </a:lnTo>
                  <a:lnTo>
                    <a:pt x="852" y="455"/>
                  </a:lnTo>
                  <a:lnTo>
                    <a:pt x="852" y="441"/>
                  </a:lnTo>
                  <a:lnTo>
                    <a:pt x="852" y="425"/>
                  </a:lnTo>
                  <a:lnTo>
                    <a:pt x="852" y="410"/>
                  </a:lnTo>
                  <a:lnTo>
                    <a:pt x="852" y="395"/>
                  </a:lnTo>
                  <a:lnTo>
                    <a:pt x="852" y="382"/>
                  </a:lnTo>
                  <a:lnTo>
                    <a:pt x="852" y="369"/>
                  </a:lnTo>
                  <a:lnTo>
                    <a:pt x="852" y="357"/>
                  </a:lnTo>
                  <a:lnTo>
                    <a:pt x="852" y="346"/>
                  </a:lnTo>
                  <a:lnTo>
                    <a:pt x="852" y="336"/>
                  </a:lnTo>
                  <a:lnTo>
                    <a:pt x="852" y="327"/>
                  </a:lnTo>
                  <a:lnTo>
                    <a:pt x="852" y="317"/>
                  </a:lnTo>
                  <a:lnTo>
                    <a:pt x="852" y="309"/>
                  </a:lnTo>
                  <a:lnTo>
                    <a:pt x="852" y="302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52" y="282"/>
                  </a:lnTo>
                  <a:lnTo>
                    <a:pt x="852" y="276"/>
                  </a:lnTo>
                  <a:lnTo>
                    <a:pt x="852" y="272"/>
                  </a:lnTo>
                  <a:lnTo>
                    <a:pt x="852" y="267"/>
                  </a:lnTo>
                  <a:lnTo>
                    <a:pt x="852" y="262"/>
                  </a:lnTo>
                  <a:lnTo>
                    <a:pt x="852" y="258"/>
                  </a:lnTo>
                  <a:lnTo>
                    <a:pt x="852" y="253"/>
                  </a:lnTo>
                  <a:lnTo>
                    <a:pt x="852" y="250"/>
                  </a:lnTo>
                  <a:lnTo>
                    <a:pt x="852" y="246"/>
                  </a:lnTo>
                  <a:lnTo>
                    <a:pt x="852" y="243"/>
                  </a:lnTo>
                  <a:lnTo>
                    <a:pt x="852" y="240"/>
                  </a:lnTo>
                  <a:lnTo>
                    <a:pt x="852" y="237"/>
                  </a:lnTo>
                  <a:lnTo>
                    <a:pt x="852" y="233"/>
                  </a:lnTo>
                  <a:lnTo>
                    <a:pt x="852" y="231"/>
                  </a:lnTo>
                  <a:lnTo>
                    <a:pt x="852" y="227"/>
                  </a:lnTo>
                  <a:lnTo>
                    <a:pt x="852" y="223"/>
                  </a:lnTo>
                  <a:lnTo>
                    <a:pt x="852" y="220"/>
                  </a:lnTo>
                  <a:lnTo>
                    <a:pt x="852" y="216"/>
                  </a:lnTo>
                  <a:lnTo>
                    <a:pt x="852" y="213"/>
                  </a:lnTo>
                  <a:lnTo>
                    <a:pt x="852" y="209"/>
                  </a:lnTo>
                  <a:lnTo>
                    <a:pt x="852" y="205"/>
                  </a:lnTo>
                  <a:lnTo>
                    <a:pt x="852" y="202"/>
                  </a:lnTo>
                  <a:lnTo>
                    <a:pt x="852" y="198"/>
                  </a:lnTo>
                  <a:lnTo>
                    <a:pt x="852" y="196"/>
                  </a:lnTo>
                  <a:lnTo>
                    <a:pt x="852" y="192"/>
                  </a:lnTo>
                  <a:lnTo>
                    <a:pt x="852" y="190"/>
                  </a:lnTo>
                  <a:lnTo>
                    <a:pt x="852" y="187"/>
                  </a:lnTo>
                  <a:lnTo>
                    <a:pt x="852" y="185"/>
                  </a:lnTo>
                  <a:lnTo>
                    <a:pt x="852" y="183"/>
                  </a:lnTo>
                  <a:lnTo>
                    <a:pt x="852" y="180"/>
                  </a:lnTo>
                  <a:lnTo>
                    <a:pt x="852" y="178"/>
                  </a:lnTo>
                  <a:lnTo>
                    <a:pt x="852" y="177"/>
                  </a:lnTo>
                  <a:lnTo>
                    <a:pt x="852" y="174"/>
                  </a:lnTo>
                  <a:lnTo>
                    <a:pt x="852" y="172"/>
                  </a:lnTo>
                  <a:lnTo>
                    <a:pt x="852" y="171"/>
                  </a:lnTo>
                  <a:lnTo>
                    <a:pt x="852" y="168"/>
                  </a:lnTo>
                  <a:lnTo>
                    <a:pt x="852" y="166"/>
                  </a:lnTo>
                  <a:lnTo>
                    <a:pt x="852" y="165"/>
                  </a:lnTo>
                  <a:lnTo>
                    <a:pt x="852" y="162"/>
                  </a:lnTo>
                  <a:lnTo>
                    <a:pt x="852" y="160"/>
                  </a:lnTo>
                  <a:lnTo>
                    <a:pt x="852" y="157"/>
                  </a:lnTo>
                  <a:lnTo>
                    <a:pt x="852" y="155"/>
                  </a:lnTo>
                  <a:lnTo>
                    <a:pt x="852" y="153"/>
                  </a:lnTo>
                  <a:lnTo>
                    <a:pt x="852" y="150"/>
                  </a:lnTo>
                  <a:lnTo>
                    <a:pt x="852" y="148"/>
                  </a:lnTo>
                  <a:lnTo>
                    <a:pt x="852" y="145"/>
                  </a:lnTo>
                  <a:lnTo>
                    <a:pt x="852" y="142"/>
                  </a:lnTo>
                  <a:lnTo>
                    <a:pt x="852" y="138"/>
                  </a:lnTo>
                  <a:lnTo>
                    <a:pt x="852" y="134"/>
                  </a:lnTo>
                  <a:lnTo>
                    <a:pt x="852" y="131"/>
                  </a:lnTo>
                  <a:lnTo>
                    <a:pt x="852" y="127"/>
                  </a:lnTo>
                  <a:lnTo>
                    <a:pt x="852" y="124"/>
                  </a:lnTo>
                  <a:lnTo>
                    <a:pt x="852" y="120"/>
                  </a:lnTo>
                  <a:lnTo>
                    <a:pt x="852" y="116"/>
                  </a:lnTo>
                  <a:lnTo>
                    <a:pt x="852" y="113"/>
                  </a:lnTo>
                  <a:lnTo>
                    <a:pt x="852" y="110"/>
                  </a:lnTo>
                  <a:lnTo>
                    <a:pt x="852" y="108"/>
                  </a:lnTo>
                  <a:lnTo>
                    <a:pt x="852" y="104"/>
                  </a:lnTo>
                  <a:lnTo>
                    <a:pt x="852" y="102"/>
                  </a:lnTo>
                  <a:lnTo>
                    <a:pt x="851" y="100"/>
                  </a:lnTo>
                  <a:lnTo>
                    <a:pt x="851" y="97"/>
                  </a:lnTo>
                  <a:lnTo>
                    <a:pt x="851" y="95"/>
                  </a:lnTo>
                  <a:lnTo>
                    <a:pt x="850" y="92"/>
                  </a:lnTo>
                  <a:lnTo>
                    <a:pt x="850" y="91"/>
                  </a:lnTo>
                  <a:lnTo>
                    <a:pt x="849" y="89"/>
                  </a:lnTo>
                  <a:lnTo>
                    <a:pt x="849" y="86"/>
                  </a:lnTo>
                  <a:lnTo>
                    <a:pt x="847" y="85"/>
                  </a:lnTo>
                  <a:lnTo>
                    <a:pt x="846" y="83"/>
                  </a:lnTo>
                  <a:lnTo>
                    <a:pt x="845" y="80"/>
                  </a:lnTo>
                  <a:lnTo>
                    <a:pt x="844" y="79"/>
                  </a:lnTo>
                  <a:lnTo>
                    <a:pt x="843" y="77"/>
                  </a:lnTo>
                  <a:lnTo>
                    <a:pt x="840" y="74"/>
                  </a:lnTo>
                  <a:lnTo>
                    <a:pt x="839" y="72"/>
                  </a:lnTo>
                  <a:lnTo>
                    <a:pt x="837" y="70"/>
                  </a:lnTo>
                  <a:lnTo>
                    <a:pt x="834" y="67"/>
                  </a:lnTo>
                  <a:lnTo>
                    <a:pt x="832" y="65"/>
                  </a:lnTo>
                  <a:lnTo>
                    <a:pt x="829" y="62"/>
                  </a:lnTo>
                  <a:lnTo>
                    <a:pt x="827" y="60"/>
                  </a:lnTo>
                  <a:lnTo>
                    <a:pt x="825" y="56"/>
                  </a:lnTo>
                  <a:lnTo>
                    <a:pt x="821" y="53"/>
                  </a:lnTo>
                  <a:lnTo>
                    <a:pt x="817" y="49"/>
                  </a:lnTo>
                  <a:lnTo>
                    <a:pt x="814" y="46"/>
                  </a:lnTo>
                  <a:lnTo>
                    <a:pt x="810" y="42"/>
                  </a:lnTo>
                  <a:lnTo>
                    <a:pt x="807" y="38"/>
                  </a:lnTo>
                  <a:lnTo>
                    <a:pt x="803" y="35"/>
                  </a:lnTo>
                  <a:lnTo>
                    <a:pt x="799" y="31"/>
                  </a:lnTo>
                  <a:lnTo>
                    <a:pt x="796" y="29"/>
                  </a:lnTo>
                  <a:lnTo>
                    <a:pt x="793" y="25"/>
                  </a:lnTo>
                  <a:lnTo>
                    <a:pt x="790" y="23"/>
                  </a:lnTo>
                  <a:lnTo>
                    <a:pt x="787" y="20"/>
                  </a:lnTo>
                  <a:lnTo>
                    <a:pt x="785" y="18"/>
                  </a:lnTo>
                  <a:lnTo>
                    <a:pt x="783" y="15"/>
                  </a:lnTo>
                  <a:lnTo>
                    <a:pt x="780" y="13"/>
                  </a:lnTo>
                  <a:lnTo>
                    <a:pt x="778" y="12"/>
                  </a:lnTo>
                  <a:lnTo>
                    <a:pt x="775" y="9"/>
                  </a:lnTo>
                  <a:lnTo>
                    <a:pt x="773" y="8"/>
                  </a:lnTo>
                  <a:lnTo>
                    <a:pt x="772" y="7"/>
                  </a:lnTo>
                  <a:lnTo>
                    <a:pt x="769" y="6"/>
                  </a:lnTo>
                  <a:lnTo>
                    <a:pt x="767" y="5"/>
                  </a:lnTo>
                  <a:lnTo>
                    <a:pt x="766" y="3"/>
                  </a:lnTo>
                  <a:lnTo>
                    <a:pt x="763" y="3"/>
                  </a:lnTo>
                  <a:lnTo>
                    <a:pt x="761" y="2"/>
                  </a:lnTo>
                  <a:lnTo>
                    <a:pt x="760" y="2"/>
                  </a:lnTo>
                  <a:lnTo>
                    <a:pt x="757" y="1"/>
                  </a:lnTo>
                  <a:lnTo>
                    <a:pt x="755" y="1"/>
                  </a:lnTo>
                  <a:lnTo>
                    <a:pt x="753" y="1"/>
                  </a:lnTo>
                  <a:lnTo>
                    <a:pt x="750" y="0"/>
                  </a:lnTo>
                  <a:lnTo>
                    <a:pt x="748" y="0"/>
                  </a:lnTo>
                  <a:lnTo>
                    <a:pt x="745" y="0"/>
                  </a:lnTo>
                  <a:lnTo>
                    <a:pt x="742" y="0"/>
                  </a:lnTo>
                  <a:lnTo>
                    <a:pt x="739" y="0"/>
                  </a:lnTo>
                  <a:lnTo>
                    <a:pt x="736" y="0"/>
                  </a:lnTo>
                  <a:lnTo>
                    <a:pt x="732" y="0"/>
                  </a:lnTo>
                  <a:lnTo>
                    <a:pt x="728" y="0"/>
                  </a:lnTo>
                  <a:lnTo>
                    <a:pt x="725" y="0"/>
                  </a:lnTo>
                  <a:lnTo>
                    <a:pt x="721" y="0"/>
                  </a:lnTo>
                  <a:lnTo>
                    <a:pt x="718" y="0"/>
                  </a:lnTo>
                  <a:lnTo>
                    <a:pt x="714" y="0"/>
                  </a:lnTo>
                  <a:lnTo>
                    <a:pt x="710" y="0"/>
                  </a:lnTo>
                  <a:lnTo>
                    <a:pt x="707" y="0"/>
                  </a:lnTo>
                  <a:lnTo>
                    <a:pt x="704" y="0"/>
                  </a:lnTo>
                  <a:lnTo>
                    <a:pt x="702" y="0"/>
                  </a:lnTo>
                  <a:lnTo>
                    <a:pt x="698" y="0"/>
                  </a:lnTo>
                  <a:lnTo>
                    <a:pt x="696" y="0"/>
                  </a:lnTo>
                  <a:lnTo>
                    <a:pt x="694" y="0"/>
                  </a:lnTo>
                  <a:lnTo>
                    <a:pt x="691" y="0"/>
                  </a:lnTo>
                  <a:lnTo>
                    <a:pt x="688" y="0"/>
                  </a:lnTo>
                  <a:lnTo>
                    <a:pt x="685" y="0"/>
                  </a:lnTo>
                  <a:lnTo>
                    <a:pt x="683" y="0"/>
                  </a:lnTo>
                  <a:lnTo>
                    <a:pt x="680" y="0"/>
                  </a:lnTo>
                  <a:lnTo>
                    <a:pt x="677" y="0"/>
                  </a:lnTo>
                  <a:lnTo>
                    <a:pt x="674" y="0"/>
                  </a:lnTo>
                  <a:lnTo>
                    <a:pt x="671" y="0"/>
                  </a:lnTo>
                  <a:lnTo>
                    <a:pt x="667" y="0"/>
                  </a:lnTo>
                  <a:lnTo>
                    <a:pt x="664" y="0"/>
                  </a:lnTo>
                  <a:lnTo>
                    <a:pt x="660" y="0"/>
                  </a:lnTo>
                  <a:lnTo>
                    <a:pt x="656" y="0"/>
                  </a:lnTo>
                  <a:lnTo>
                    <a:pt x="652" y="0"/>
                  </a:lnTo>
                  <a:lnTo>
                    <a:pt x="647" y="0"/>
                  </a:lnTo>
                  <a:lnTo>
                    <a:pt x="642" y="0"/>
                  </a:lnTo>
                  <a:lnTo>
                    <a:pt x="637" y="0"/>
                  </a:lnTo>
                  <a:lnTo>
                    <a:pt x="631" y="0"/>
                  </a:lnTo>
                  <a:lnTo>
                    <a:pt x="625" y="0"/>
                  </a:lnTo>
                  <a:lnTo>
                    <a:pt x="619" y="0"/>
                  </a:lnTo>
                  <a:lnTo>
                    <a:pt x="612" y="0"/>
                  </a:lnTo>
                  <a:lnTo>
                    <a:pt x="605" y="0"/>
                  </a:lnTo>
                  <a:lnTo>
                    <a:pt x="597" y="0"/>
                  </a:lnTo>
                  <a:lnTo>
                    <a:pt x="589" y="0"/>
                  </a:lnTo>
                  <a:lnTo>
                    <a:pt x="582" y="0"/>
                  </a:lnTo>
                  <a:lnTo>
                    <a:pt x="576" y="0"/>
                  </a:lnTo>
                  <a:lnTo>
                    <a:pt x="569" y="0"/>
                  </a:lnTo>
                  <a:lnTo>
                    <a:pt x="563" y="0"/>
                  </a:lnTo>
                  <a:lnTo>
                    <a:pt x="558" y="0"/>
                  </a:lnTo>
                  <a:lnTo>
                    <a:pt x="552" y="0"/>
                  </a:lnTo>
                  <a:lnTo>
                    <a:pt x="547" y="0"/>
                  </a:lnTo>
                  <a:lnTo>
                    <a:pt x="542" y="0"/>
                  </a:lnTo>
                  <a:lnTo>
                    <a:pt x="539" y="0"/>
                  </a:lnTo>
                  <a:lnTo>
                    <a:pt x="534" y="0"/>
                  </a:lnTo>
                  <a:lnTo>
                    <a:pt x="530" y="0"/>
                  </a:lnTo>
                  <a:lnTo>
                    <a:pt x="527" y="0"/>
                  </a:lnTo>
                  <a:lnTo>
                    <a:pt x="523" y="0"/>
                  </a:lnTo>
                  <a:lnTo>
                    <a:pt x="521" y="0"/>
                  </a:lnTo>
                  <a:lnTo>
                    <a:pt x="517" y="0"/>
                  </a:lnTo>
                  <a:lnTo>
                    <a:pt x="515" y="0"/>
                  </a:lnTo>
                  <a:lnTo>
                    <a:pt x="511" y="0"/>
                  </a:lnTo>
                  <a:lnTo>
                    <a:pt x="509" y="0"/>
                  </a:lnTo>
                  <a:lnTo>
                    <a:pt x="506" y="0"/>
                  </a:lnTo>
                  <a:lnTo>
                    <a:pt x="504" y="0"/>
                  </a:lnTo>
                  <a:lnTo>
                    <a:pt x="500" y="0"/>
                  </a:lnTo>
                  <a:lnTo>
                    <a:pt x="498" y="0"/>
                  </a:lnTo>
                  <a:lnTo>
                    <a:pt x="495" y="0"/>
                  </a:lnTo>
                  <a:lnTo>
                    <a:pt x="493" y="0"/>
                  </a:lnTo>
                  <a:lnTo>
                    <a:pt x="489" y="0"/>
                  </a:lnTo>
                  <a:lnTo>
                    <a:pt x="487" y="0"/>
                  </a:lnTo>
                  <a:lnTo>
                    <a:pt x="483" y="0"/>
                  </a:lnTo>
                  <a:lnTo>
                    <a:pt x="480" y="0"/>
                  </a:lnTo>
                  <a:lnTo>
                    <a:pt x="477" y="0"/>
                  </a:lnTo>
                  <a:lnTo>
                    <a:pt x="474" y="0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7463">
              <a:solidFill>
                <a:srgbClr val="00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36" name="Freeform 215">
              <a:extLst>
                <a:ext uri="{FF2B5EF4-FFF2-40B4-BE49-F238E27FC236}">
                  <a16:creationId xmlns:a16="http://schemas.microsoft.com/office/drawing/2014/main" id="{2ECDB85F-2415-4EA6-92D7-94F93DE3F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946"/>
              <a:ext cx="432" cy="132"/>
            </a:xfrm>
            <a:custGeom>
              <a:avLst/>
              <a:gdLst>
                <a:gd name="T0" fmla="*/ 0 w 865"/>
                <a:gd name="T1" fmla="*/ 0 h 265"/>
                <a:gd name="T2" fmla="*/ 0 w 865"/>
                <a:gd name="T3" fmla="*/ 0 h 265"/>
                <a:gd name="T4" fmla="*/ 0 w 865"/>
                <a:gd name="T5" fmla="*/ 0 h 265"/>
                <a:gd name="T6" fmla="*/ 0 w 865"/>
                <a:gd name="T7" fmla="*/ 0 h 265"/>
                <a:gd name="T8" fmla="*/ 0 w 865"/>
                <a:gd name="T9" fmla="*/ 0 h 265"/>
                <a:gd name="T10" fmla="*/ 0 w 865"/>
                <a:gd name="T11" fmla="*/ 0 h 265"/>
                <a:gd name="T12" fmla="*/ 0 w 865"/>
                <a:gd name="T13" fmla="*/ 0 h 265"/>
                <a:gd name="T14" fmla="*/ 0 w 865"/>
                <a:gd name="T15" fmla="*/ 0 h 265"/>
                <a:gd name="T16" fmla="*/ 0 w 865"/>
                <a:gd name="T17" fmla="*/ 0 h 265"/>
                <a:gd name="T18" fmla="*/ 0 w 865"/>
                <a:gd name="T19" fmla="*/ 0 h 265"/>
                <a:gd name="T20" fmla="*/ 0 w 865"/>
                <a:gd name="T21" fmla="*/ 0 h 265"/>
                <a:gd name="T22" fmla="*/ 0 w 865"/>
                <a:gd name="T23" fmla="*/ 0 h 265"/>
                <a:gd name="T24" fmla="*/ 0 w 865"/>
                <a:gd name="T25" fmla="*/ 0 h 265"/>
                <a:gd name="T26" fmla="*/ 0 w 865"/>
                <a:gd name="T27" fmla="*/ 0 h 265"/>
                <a:gd name="T28" fmla="*/ 0 w 865"/>
                <a:gd name="T29" fmla="*/ 0 h 265"/>
                <a:gd name="T30" fmla="*/ 0 w 865"/>
                <a:gd name="T31" fmla="*/ 0 h 265"/>
                <a:gd name="T32" fmla="*/ 0 w 865"/>
                <a:gd name="T33" fmla="*/ 0 h 265"/>
                <a:gd name="T34" fmla="*/ 0 w 865"/>
                <a:gd name="T35" fmla="*/ 0 h 265"/>
                <a:gd name="T36" fmla="*/ 0 w 865"/>
                <a:gd name="T37" fmla="*/ 0 h 265"/>
                <a:gd name="T38" fmla="*/ 0 w 865"/>
                <a:gd name="T39" fmla="*/ 0 h 265"/>
                <a:gd name="T40" fmla="*/ 0 w 865"/>
                <a:gd name="T41" fmla="*/ 0 h 265"/>
                <a:gd name="T42" fmla="*/ 0 w 865"/>
                <a:gd name="T43" fmla="*/ 0 h 265"/>
                <a:gd name="T44" fmla="*/ 0 w 865"/>
                <a:gd name="T45" fmla="*/ 0 h 265"/>
                <a:gd name="T46" fmla="*/ 0 w 865"/>
                <a:gd name="T47" fmla="*/ 0 h 265"/>
                <a:gd name="T48" fmla="*/ 0 w 865"/>
                <a:gd name="T49" fmla="*/ 0 h 265"/>
                <a:gd name="T50" fmla="*/ 0 w 865"/>
                <a:gd name="T51" fmla="*/ 0 h 265"/>
                <a:gd name="T52" fmla="*/ 0 w 865"/>
                <a:gd name="T53" fmla="*/ 0 h 265"/>
                <a:gd name="T54" fmla="*/ 0 w 865"/>
                <a:gd name="T55" fmla="*/ 0 h 265"/>
                <a:gd name="T56" fmla="*/ 0 w 865"/>
                <a:gd name="T57" fmla="*/ 0 h 265"/>
                <a:gd name="T58" fmla="*/ 0 w 865"/>
                <a:gd name="T59" fmla="*/ 0 h 265"/>
                <a:gd name="T60" fmla="*/ 0 w 865"/>
                <a:gd name="T61" fmla="*/ 0 h 265"/>
                <a:gd name="T62" fmla="*/ 0 w 865"/>
                <a:gd name="T63" fmla="*/ 0 h 265"/>
                <a:gd name="T64" fmla="*/ 0 w 865"/>
                <a:gd name="T65" fmla="*/ 0 h 265"/>
                <a:gd name="T66" fmla="*/ 0 w 865"/>
                <a:gd name="T67" fmla="*/ 0 h 265"/>
                <a:gd name="T68" fmla="*/ 0 w 865"/>
                <a:gd name="T69" fmla="*/ 0 h 265"/>
                <a:gd name="T70" fmla="*/ 0 w 865"/>
                <a:gd name="T71" fmla="*/ 0 h 265"/>
                <a:gd name="T72" fmla="*/ 0 w 865"/>
                <a:gd name="T73" fmla="*/ 0 h 265"/>
                <a:gd name="T74" fmla="*/ 0 w 865"/>
                <a:gd name="T75" fmla="*/ 0 h 265"/>
                <a:gd name="T76" fmla="*/ 0 w 865"/>
                <a:gd name="T77" fmla="*/ 0 h 265"/>
                <a:gd name="T78" fmla="*/ 0 w 865"/>
                <a:gd name="T79" fmla="*/ 0 h 265"/>
                <a:gd name="T80" fmla="*/ 0 w 865"/>
                <a:gd name="T81" fmla="*/ 0 h 265"/>
                <a:gd name="T82" fmla="*/ 0 w 865"/>
                <a:gd name="T83" fmla="*/ 0 h 265"/>
                <a:gd name="T84" fmla="*/ 0 w 865"/>
                <a:gd name="T85" fmla="*/ 0 h 265"/>
                <a:gd name="T86" fmla="*/ 0 w 865"/>
                <a:gd name="T87" fmla="*/ 0 h 265"/>
                <a:gd name="T88" fmla="*/ 0 w 865"/>
                <a:gd name="T89" fmla="*/ 0 h 26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865" h="265">
                  <a:moveTo>
                    <a:pt x="0" y="137"/>
                  </a:moveTo>
                  <a:lnTo>
                    <a:pt x="0" y="128"/>
                  </a:lnTo>
                  <a:lnTo>
                    <a:pt x="0" y="122"/>
                  </a:lnTo>
                  <a:lnTo>
                    <a:pt x="1" y="116"/>
                  </a:lnTo>
                  <a:lnTo>
                    <a:pt x="1" y="109"/>
                  </a:lnTo>
                  <a:lnTo>
                    <a:pt x="2" y="102"/>
                  </a:lnTo>
                  <a:lnTo>
                    <a:pt x="3" y="96"/>
                  </a:lnTo>
                  <a:lnTo>
                    <a:pt x="6" y="90"/>
                  </a:lnTo>
                  <a:lnTo>
                    <a:pt x="8" y="84"/>
                  </a:lnTo>
                  <a:lnTo>
                    <a:pt x="9" y="78"/>
                  </a:lnTo>
                  <a:lnTo>
                    <a:pt x="13" y="72"/>
                  </a:lnTo>
                  <a:lnTo>
                    <a:pt x="15" y="68"/>
                  </a:lnTo>
                  <a:lnTo>
                    <a:pt x="18" y="62"/>
                  </a:lnTo>
                  <a:lnTo>
                    <a:pt x="21" y="57"/>
                  </a:lnTo>
                  <a:lnTo>
                    <a:pt x="25" y="52"/>
                  </a:lnTo>
                  <a:lnTo>
                    <a:pt x="28" y="47"/>
                  </a:lnTo>
                  <a:lnTo>
                    <a:pt x="33" y="42"/>
                  </a:lnTo>
                  <a:lnTo>
                    <a:pt x="37" y="38"/>
                  </a:lnTo>
                  <a:lnTo>
                    <a:pt x="42" y="34"/>
                  </a:lnTo>
                  <a:lnTo>
                    <a:pt x="46" y="29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1" y="18"/>
                  </a:lnTo>
                  <a:lnTo>
                    <a:pt x="67" y="16"/>
                  </a:lnTo>
                  <a:lnTo>
                    <a:pt x="72" y="14"/>
                  </a:lnTo>
                  <a:lnTo>
                    <a:pt x="78" y="10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96" y="4"/>
                  </a:lnTo>
                  <a:lnTo>
                    <a:pt x="102" y="3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738" y="0"/>
                  </a:lnTo>
                  <a:lnTo>
                    <a:pt x="744" y="0"/>
                  </a:lnTo>
                  <a:lnTo>
                    <a:pt x="751" y="2"/>
                  </a:lnTo>
                  <a:lnTo>
                    <a:pt x="757" y="2"/>
                  </a:lnTo>
                  <a:lnTo>
                    <a:pt x="763" y="3"/>
                  </a:lnTo>
                  <a:lnTo>
                    <a:pt x="769" y="4"/>
                  </a:lnTo>
                  <a:lnTo>
                    <a:pt x="775" y="6"/>
                  </a:lnTo>
                  <a:lnTo>
                    <a:pt x="781" y="8"/>
                  </a:lnTo>
                  <a:lnTo>
                    <a:pt x="787" y="10"/>
                  </a:lnTo>
                  <a:lnTo>
                    <a:pt x="793" y="14"/>
                  </a:lnTo>
                  <a:lnTo>
                    <a:pt x="798" y="16"/>
                  </a:lnTo>
                  <a:lnTo>
                    <a:pt x="804" y="18"/>
                  </a:lnTo>
                  <a:lnTo>
                    <a:pt x="808" y="22"/>
                  </a:lnTo>
                  <a:lnTo>
                    <a:pt x="813" y="26"/>
                  </a:lnTo>
                  <a:lnTo>
                    <a:pt x="818" y="29"/>
                  </a:lnTo>
                  <a:lnTo>
                    <a:pt x="823" y="34"/>
                  </a:lnTo>
                  <a:lnTo>
                    <a:pt x="828" y="38"/>
                  </a:lnTo>
                  <a:lnTo>
                    <a:pt x="831" y="42"/>
                  </a:lnTo>
                  <a:lnTo>
                    <a:pt x="836" y="47"/>
                  </a:lnTo>
                  <a:lnTo>
                    <a:pt x="840" y="52"/>
                  </a:lnTo>
                  <a:lnTo>
                    <a:pt x="843" y="57"/>
                  </a:lnTo>
                  <a:lnTo>
                    <a:pt x="847" y="62"/>
                  </a:lnTo>
                  <a:lnTo>
                    <a:pt x="849" y="68"/>
                  </a:lnTo>
                  <a:lnTo>
                    <a:pt x="853" y="72"/>
                  </a:lnTo>
                  <a:lnTo>
                    <a:pt x="855" y="78"/>
                  </a:lnTo>
                  <a:lnTo>
                    <a:pt x="858" y="84"/>
                  </a:lnTo>
                  <a:lnTo>
                    <a:pt x="859" y="90"/>
                  </a:lnTo>
                  <a:lnTo>
                    <a:pt x="861" y="96"/>
                  </a:lnTo>
                  <a:lnTo>
                    <a:pt x="863" y="102"/>
                  </a:lnTo>
                  <a:lnTo>
                    <a:pt x="864" y="109"/>
                  </a:lnTo>
                  <a:lnTo>
                    <a:pt x="865" y="116"/>
                  </a:lnTo>
                  <a:lnTo>
                    <a:pt x="865" y="122"/>
                  </a:lnTo>
                  <a:lnTo>
                    <a:pt x="865" y="128"/>
                  </a:lnTo>
                  <a:lnTo>
                    <a:pt x="865" y="137"/>
                  </a:lnTo>
                  <a:lnTo>
                    <a:pt x="865" y="143"/>
                  </a:lnTo>
                  <a:lnTo>
                    <a:pt x="865" y="151"/>
                  </a:lnTo>
                  <a:lnTo>
                    <a:pt x="864" y="157"/>
                  </a:lnTo>
                  <a:lnTo>
                    <a:pt x="863" y="163"/>
                  </a:lnTo>
                  <a:lnTo>
                    <a:pt x="861" y="169"/>
                  </a:lnTo>
                  <a:lnTo>
                    <a:pt x="859" y="175"/>
                  </a:lnTo>
                  <a:lnTo>
                    <a:pt x="858" y="181"/>
                  </a:lnTo>
                  <a:lnTo>
                    <a:pt x="855" y="187"/>
                  </a:lnTo>
                  <a:lnTo>
                    <a:pt x="853" y="193"/>
                  </a:lnTo>
                  <a:lnTo>
                    <a:pt x="849" y="197"/>
                  </a:lnTo>
                  <a:lnTo>
                    <a:pt x="847" y="203"/>
                  </a:lnTo>
                  <a:lnTo>
                    <a:pt x="843" y="208"/>
                  </a:lnTo>
                  <a:lnTo>
                    <a:pt x="840" y="213"/>
                  </a:lnTo>
                  <a:lnTo>
                    <a:pt x="836" y="218"/>
                  </a:lnTo>
                  <a:lnTo>
                    <a:pt x="831" y="223"/>
                  </a:lnTo>
                  <a:lnTo>
                    <a:pt x="828" y="228"/>
                  </a:lnTo>
                  <a:lnTo>
                    <a:pt x="823" y="231"/>
                  </a:lnTo>
                  <a:lnTo>
                    <a:pt x="818" y="236"/>
                  </a:lnTo>
                  <a:lnTo>
                    <a:pt x="813" y="240"/>
                  </a:lnTo>
                  <a:lnTo>
                    <a:pt x="808" y="243"/>
                  </a:lnTo>
                  <a:lnTo>
                    <a:pt x="804" y="247"/>
                  </a:lnTo>
                  <a:lnTo>
                    <a:pt x="798" y="249"/>
                  </a:lnTo>
                  <a:lnTo>
                    <a:pt x="793" y="253"/>
                  </a:lnTo>
                  <a:lnTo>
                    <a:pt x="787" y="255"/>
                  </a:lnTo>
                  <a:lnTo>
                    <a:pt x="781" y="258"/>
                  </a:lnTo>
                  <a:lnTo>
                    <a:pt x="775" y="259"/>
                  </a:lnTo>
                  <a:lnTo>
                    <a:pt x="769" y="261"/>
                  </a:lnTo>
                  <a:lnTo>
                    <a:pt x="763" y="262"/>
                  </a:lnTo>
                  <a:lnTo>
                    <a:pt x="757" y="264"/>
                  </a:lnTo>
                  <a:lnTo>
                    <a:pt x="751" y="264"/>
                  </a:lnTo>
                  <a:lnTo>
                    <a:pt x="744" y="265"/>
                  </a:lnTo>
                  <a:lnTo>
                    <a:pt x="738" y="265"/>
                  </a:lnTo>
                  <a:lnTo>
                    <a:pt x="127" y="265"/>
                  </a:lnTo>
                  <a:lnTo>
                    <a:pt x="121" y="265"/>
                  </a:lnTo>
                  <a:lnTo>
                    <a:pt x="115" y="264"/>
                  </a:lnTo>
                  <a:lnTo>
                    <a:pt x="108" y="264"/>
                  </a:lnTo>
                  <a:lnTo>
                    <a:pt x="102" y="262"/>
                  </a:lnTo>
                  <a:lnTo>
                    <a:pt x="96" y="261"/>
                  </a:lnTo>
                  <a:lnTo>
                    <a:pt x="90" y="259"/>
                  </a:lnTo>
                  <a:lnTo>
                    <a:pt x="84" y="258"/>
                  </a:lnTo>
                  <a:lnTo>
                    <a:pt x="78" y="255"/>
                  </a:lnTo>
                  <a:lnTo>
                    <a:pt x="72" y="253"/>
                  </a:lnTo>
                  <a:lnTo>
                    <a:pt x="67" y="249"/>
                  </a:lnTo>
                  <a:lnTo>
                    <a:pt x="61" y="247"/>
                  </a:lnTo>
                  <a:lnTo>
                    <a:pt x="56" y="243"/>
                  </a:lnTo>
                  <a:lnTo>
                    <a:pt x="51" y="240"/>
                  </a:lnTo>
                  <a:lnTo>
                    <a:pt x="46" y="236"/>
                  </a:lnTo>
                  <a:lnTo>
                    <a:pt x="42" y="231"/>
                  </a:lnTo>
                  <a:lnTo>
                    <a:pt x="37" y="228"/>
                  </a:lnTo>
                  <a:lnTo>
                    <a:pt x="33" y="223"/>
                  </a:lnTo>
                  <a:lnTo>
                    <a:pt x="28" y="218"/>
                  </a:lnTo>
                  <a:lnTo>
                    <a:pt x="25" y="213"/>
                  </a:lnTo>
                  <a:lnTo>
                    <a:pt x="21" y="208"/>
                  </a:lnTo>
                  <a:lnTo>
                    <a:pt x="18" y="203"/>
                  </a:lnTo>
                  <a:lnTo>
                    <a:pt x="15" y="197"/>
                  </a:lnTo>
                  <a:lnTo>
                    <a:pt x="13" y="193"/>
                  </a:lnTo>
                  <a:lnTo>
                    <a:pt x="9" y="187"/>
                  </a:lnTo>
                  <a:lnTo>
                    <a:pt x="8" y="181"/>
                  </a:lnTo>
                  <a:lnTo>
                    <a:pt x="6" y="175"/>
                  </a:lnTo>
                  <a:lnTo>
                    <a:pt x="3" y="169"/>
                  </a:lnTo>
                  <a:lnTo>
                    <a:pt x="2" y="163"/>
                  </a:lnTo>
                  <a:lnTo>
                    <a:pt x="1" y="157"/>
                  </a:lnTo>
                  <a:lnTo>
                    <a:pt x="1" y="151"/>
                  </a:lnTo>
                  <a:lnTo>
                    <a:pt x="0" y="143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37" name="Rectangle 219">
              <a:extLst>
                <a:ext uri="{FF2B5EF4-FFF2-40B4-BE49-F238E27FC236}">
                  <a16:creationId xmlns:a16="http://schemas.microsoft.com/office/drawing/2014/main" id="{1534D03C-EDE1-43FD-9E81-31FB5343A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3535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638" name="Rectangle 220">
              <a:extLst>
                <a:ext uri="{FF2B5EF4-FFF2-40B4-BE49-F238E27FC236}">
                  <a16:creationId xmlns:a16="http://schemas.microsoft.com/office/drawing/2014/main" id="{19AEA511-717A-49B8-B023-8C631F3F6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7" y="359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6499" name="Group 221">
            <a:extLst>
              <a:ext uri="{FF2B5EF4-FFF2-40B4-BE49-F238E27FC236}">
                <a16:creationId xmlns:a16="http://schemas.microsoft.com/office/drawing/2014/main" id="{AD285CF8-3AB4-494A-9A71-DD3C7EB394B5}"/>
              </a:ext>
            </a:extLst>
          </p:cNvPr>
          <p:cNvGrpSpPr>
            <a:grpSpLocks/>
          </p:cNvGrpSpPr>
          <p:nvPr/>
        </p:nvGrpSpPr>
        <p:grpSpPr bwMode="auto">
          <a:xfrm>
            <a:off x="3381375" y="2971800"/>
            <a:ext cx="3095625" cy="3676650"/>
            <a:chOff x="3196" y="846"/>
            <a:chExt cx="1950" cy="2316"/>
          </a:xfrm>
        </p:grpSpPr>
        <p:sp>
          <p:nvSpPr>
            <p:cNvPr id="106501" name="Line 222">
              <a:extLst>
                <a:ext uri="{FF2B5EF4-FFF2-40B4-BE49-F238E27FC236}">
                  <a16:creationId xmlns:a16="http://schemas.microsoft.com/office/drawing/2014/main" id="{101BEE1D-4AF1-48E5-90BA-37AEC9BE1B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1096"/>
              <a:ext cx="16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2" name="Freeform 223">
              <a:extLst>
                <a:ext uri="{FF2B5EF4-FFF2-40B4-BE49-F238E27FC236}">
                  <a16:creationId xmlns:a16="http://schemas.microsoft.com/office/drawing/2014/main" id="{2C8141A8-4884-4EC7-BC70-D69E25152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601"/>
              <a:ext cx="96" cy="1"/>
            </a:xfrm>
            <a:custGeom>
              <a:avLst/>
              <a:gdLst>
                <a:gd name="T0" fmla="*/ 1 w 192"/>
                <a:gd name="T1" fmla="*/ 0 h 1"/>
                <a:gd name="T2" fmla="*/ 0 w 192"/>
                <a:gd name="T3" fmla="*/ 0 h 1"/>
                <a:gd name="T4" fmla="*/ 1 w 19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">
                  <a:moveTo>
                    <a:pt x="192" y="0"/>
                  </a:moveTo>
                  <a:lnTo>
                    <a:pt x="0" y="0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3" name="Line 224">
              <a:extLst>
                <a:ext uri="{FF2B5EF4-FFF2-40B4-BE49-F238E27FC236}">
                  <a16:creationId xmlns:a16="http://schemas.microsoft.com/office/drawing/2014/main" id="{C15DC5DF-7152-4388-A5AA-7000C3B758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09" y="1601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4" name="Freeform 225">
              <a:extLst>
                <a:ext uri="{FF2B5EF4-FFF2-40B4-BE49-F238E27FC236}">
                  <a16:creationId xmlns:a16="http://schemas.microsoft.com/office/drawing/2014/main" id="{CA7B8D7D-64CD-4DBC-B6AD-B240EF2A9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685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5" name="Line 226">
              <a:extLst>
                <a:ext uri="{FF2B5EF4-FFF2-40B4-BE49-F238E27FC236}">
                  <a16:creationId xmlns:a16="http://schemas.microsoft.com/office/drawing/2014/main" id="{22B72CF0-B2DA-4F63-8046-3092EDD1A3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1685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6" name="Freeform 227">
              <a:extLst>
                <a:ext uri="{FF2B5EF4-FFF2-40B4-BE49-F238E27FC236}">
                  <a16:creationId xmlns:a16="http://schemas.microsoft.com/office/drawing/2014/main" id="{FC39C6F3-BD09-4357-82B7-B69DC8666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517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7" name="Line 228">
              <a:extLst>
                <a:ext uri="{FF2B5EF4-FFF2-40B4-BE49-F238E27FC236}">
                  <a16:creationId xmlns:a16="http://schemas.microsoft.com/office/drawing/2014/main" id="{80AB321A-3105-42AE-BF4A-5051D6CE6B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1517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8" name="Line 229">
              <a:extLst>
                <a:ext uri="{FF2B5EF4-FFF2-40B4-BE49-F238E27FC236}">
                  <a16:creationId xmlns:a16="http://schemas.microsoft.com/office/drawing/2014/main" id="{64E6CB90-300F-49F8-81E1-62C3DA6E5E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1349"/>
              <a:ext cx="192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09" name="Line 230">
              <a:extLst>
                <a:ext uri="{FF2B5EF4-FFF2-40B4-BE49-F238E27FC236}">
                  <a16:creationId xmlns:a16="http://schemas.microsoft.com/office/drawing/2014/main" id="{A76E9113-2FD7-4CF9-9110-314E2D026E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1264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0" name="Line 231">
              <a:extLst>
                <a:ext uri="{FF2B5EF4-FFF2-40B4-BE49-F238E27FC236}">
                  <a16:creationId xmlns:a16="http://schemas.microsoft.com/office/drawing/2014/main" id="{61DE96C5-67D5-4FD1-92FA-C9E6E4D840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1433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1" name="Line 232">
              <a:extLst>
                <a:ext uri="{FF2B5EF4-FFF2-40B4-BE49-F238E27FC236}">
                  <a16:creationId xmlns:a16="http://schemas.microsoft.com/office/drawing/2014/main" id="{E99CFE61-5915-4C40-9A01-DCFA909C26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63" y="1349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2" name="Freeform 233">
              <a:extLst>
                <a:ext uri="{FF2B5EF4-FFF2-40B4-BE49-F238E27FC236}">
                  <a16:creationId xmlns:a16="http://schemas.microsoft.com/office/drawing/2014/main" id="{5F223599-C509-4962-95C2-0782A7D56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206"/>
              <a:ext cx="359" cy="143"/>
            </a:xfrm>
            <a:custGeom>
              <a:avLst/>
              <a:gdLst>
                <a:gd name="T0" fmla="*/ 1 w 717"/>
                <a:gd name="T1" fmla="*/ 0 h 286"/>
                <a:gd name="T2" fmla="*/ 1 w 717"/>
                <a:gd name="T3" fmla="*/ 0 h 286"/>
                <a:gd name="T4" fmla="*/ 1 w 717"/>
                <a:gd name="T5" fmla="*/ 1 h 286"/>
                <a:gd name="T6" fmla="*/ 1 w 717"/>
                <a:gd name="T7" fmla="*/ 1 h 286"/>
                <a:gd name="T8" fmla="*/ 1 w 717"/>
                <a:gd name="T9" fmla="*/ 1 h 286"/>
                <a:gd name="T10" fmla="*/ 1 w 717"/>
                <a:gd name="T11" fmla="*/ 1 h 286"/>
                <a:gd name="T12" fmla="*/ 1 w 717"/>
                <a:gd name="T13" fmla="*/ 1 h 286"/>
                <a:gd name="T14" fmla="*/ 1 w 717"/>
                <a:gd name="T15" fmla="*/ 1 h 286"/>
                <a:gd name="T16" fmla="*/ 1 w 717"/>
                <a:gd name="T17" fmla="*/ 1 h 286"/>
                <a:gd name="T18" fmla="*/ 1 w 717"/>
                <a:gd name="T19" fmla="*/ 1 h 286"/>
                <a:gd name="T20" fmla="*/ 1 w 717"/>
                <a:gd name="T21" fmla="*/ 1 h 286"/>
                <a:gd name="T22" fmla="*/ 1 w 717"/>
                <a:gd name="T23" fmla="*/ 1 h 286"/>
                <a:gd name="T24" fmla="*/ 1 w 717"/>
                <a:gd name="T25" fmla="*/ 1 h 286"/>
                <a:gd name="T26" fmla="*/ 1 w 717"/>
                <a:gd name="T27" fmla="*/ 1 h 286"/>
                <a:gd name="T28" fmla="*/ 1 w 717"/>
                <a:gd name="T29" fmla="*/ 1 h 286"/>
                <a:gd name="T30" fmla="*/ 1 w 717"/>
                <a:gd name="T31" fmla="*/ 1 h 286"/>
                <a:gd name="T32" fmla="*/ 1 w 717"/>
                <a:gd name="T33" fmla="*/ 1 h 286"/>
                <a:gd name="T34" fmla="*/ 1 w 717"/>
                <a:gd name="T35" fmla="*/ 1 h 286"/>
                <a:gd name="T36" fmla="*/ 1 w 717"/>
                <a:gd name="T37" fmla="*/ 1 h 286"/>
                <a:gd name="T38" fmla="*/ 1 w 717"/>
                <a:gd name="T39" fmla="*/ 1 h 286"/>
                <a:gd name="T40" fmla="*/ 1 w 717"/>
                <a:gd name="T41" fmla="*/ 1 h 286"/>
                <a:gd name="T42" fmla="*/ 1 w 717"/>
                <a:gd name="T43" fmla="*/ 1 h 286"/>
                <a:gd name="T44" fmla="*/ 1 w 717"/>
                <a:gd name="T45" fmla="*/ 1 h 286"/>
                <a:gd name="T46" fmla="*/ 1 w 717"/>
                <a:gd name="T47" fmla="*/ 1 h 286"/>
                <a:gd name="T48" fmla="*/ 1 w 717"/>
                <a:gd name="T49" fmla="*/ 1 h 286"/>
                <a:gd name="T50" fmla="*/ 1 w 717"/>
                <a:gd name="T51" fmla="*/ 1 h 286"/>
                <a:gd name="T52" fmla="*/ 1 w 717"/>
                <a:gd name="T53" fmla="*/ 1 h 286"/>
                <a:gd name="T54" fmla="*/ 1 w 717"/>
                <a:gd name="T55" fmla="*/ 1 h 286"/>
                <a:gd name="T56" fmla="*/ 1 w 717"/>
                <a:gd name="T57" fmla="*/ 1 h 286"/>
                <a:gd name="T58" fmla="*/ 1 w 717"/>
                <a:gd name="T59" fmla="*/ 1 h 286"/>
                <a:gd name="T60" fmla="*/ 1 w 717"/>
                <a:gd name="T61" fmla="*/ 1 h 286"/>
                <a:gd name="T62" fmla="*/ 1 w 717"/>
                <a:gd name="T63" fmla="*/ 1 h 286"/>
                <a:gd name="T64" fmla="*/ 1 w 717"/>
                <a:gd name="T65" fmla="*/ 1 h 286"/>
                <a:gd name="T66" fmla="*/ 1 w 717"/>
                <a:gd name="T67" fmla="*/ 1 h 286"/>
                <a:gd name="T68" fmla="*/ 1 w 717"/>
                <a:gd name="T69" fmla="*/ 1 h 286"/>
                <a:gd name="T70" fmla="*/ 1 w 717"/>
                <a:gd name="T71" fmla="*/ 1 h 286"/>
                <a:gd name="T72" fmla="*/ 1 w 717"/>
                <a:gd name="T73" fmla="*/ 1 h 286"/>
                <a:gd name="T74" fmla="*/ 1 w 717"/>
                <a:gd name="T75" fmla="*/ 1 h 286"/>
                <a:gd name="T76" fmla="*/ 1 w 717"/>
                <a:gd name="T77" fmla="*/ 1 h 286"/>
                <a:gd name="T78" fmla="*/ 1 w 717"/>
                <a:gd name="T79" fmla="*/ 1 h 286"/>
                <a:gd name="T80" fmla="*/ 1 w 717"/>
                <a:gd name="T81" fmla="*/ 1 h 286"/>
                <a:gd name="T82" fmla="*/ 1 w 717"/>
                <a:gd name="T83" fmla="*/ 1 h 286"/>
                <a:gd name="T84" fmla="*/ 1 w 717"/>
                <a:gd name="T85" fmla="*/ 1 h 286"/>
                <a:gd name="T86" fmla="*/ 1 w 717"/>
                <a:gd name="T87" fmla="*/ 1 h 286"/>
                <a:gd name="T88" fmla="*/ 1 w 717"/>
                <a:gd name="T89" fmla="*/ 1 h 286"/>
                <a:gd name="T90" fmla="*/ 1 w 717"/>
                <a:gd name="T91" fmla="*/ 1 h 286"/>
                <a:gd name="T92" fmla="*/ 1 w 717"/>
                <a:gd name="T93" fmla="*/ 1 h 286"/>
                <a:gd name="T94" fmla="*/ 1 w 717"/>
                <a:gd name="T95" fmla="*/ 1 h 286"/>
                <a:gd name="T96" fmla="*/ 1 w 717"/>
                <a:gd name="T97" fmla="*/ 1 h 286"/>
                <a:gd name="T98" fmla="*/ 1 w 717"/>
                <a:gd name="T99" fmla="*/ 1 h 286"/>
                <a:gd name="T100" fmla="*/ 1 w 717"/>
                <a:gd name="T101" fmla="*/ 1 h 286"/>
                <a:gd name="T102" fmla="*/ 1 w 717"/>
                <a:gd name="T103" fmla="*/ 1 h 286"/>
                <a:gd name="T104" fmla="*/ 1 w 717"/>
                <a:gd name="T105" fmla="*/ 1 h 286"/>
                <a:gd name="T106" fmla="*/ 1 w 717"/>
                <a:gd name="T107" fmla="*/ 1 h 286"/>
                <a:gd name="T108" fmla="*/ 1 w 717"/>
                <a:gd name="T109" fmla="*/ 1 h 286"/>
                <a:gd name="T110" fmla="*/ 1 w 717"/>
                <a:gd name="T111" fmla="*/ 1 h 286"/>
                <a:gd name="T112" fmla="*/ 1 w 717"/>
                <a:gd name="T113" fmla="*/ 1 h 286"/>
                <a:gd name="T114" fmla="*/ 1 w 717"/>
                <a:gd name="T115" fmla="*/ 1 h 286"/>
                <a:gd name="T116" fmla="*/ 1 w 717"/>
                <a:gd name="T117" fmla="*/ 1 h 286"/>
                <a:gd name="T118" fmla="*/ 1 w 717"/>
                <a:gd name="T119" fmla="*/ 1 h 286"/>
                <a:gd name="T120" fmla="*/ 1 w 717"/>
                <a:gd name="T121" fmla="*/ 1 h 2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6">
                  <a:moveTo>
                    <a:pt x="0" y="0"/>
                  </a:moveTo>
                  <a:lnTo>
                    <a:pt x="28" y="0"/>
                  </a:lnTo>
                  <a:lnTo>
                    <a:pt x="53" y="0"/>
                  </a:lnTo>
                  <a:lnTo>
                    <a:pt x="77" y="0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39" y="0"/>
                  </a:lnTo>
                  <a:lnTo>
                    <a:pt x="157" y="0"/>
                  </a:lnTo>
                  <a:lnTo>
                    <a:pt x="174" y="0"/>
                  </a:lnTo>
                  <a:lnTo>
                    <a:pt x="190" y="0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0" y="0"/>
                  </a:lnTo>
                  <a:lnTo>
                    <a:pt x="250" y="0"/>
                  </a:lnTo>
                  <a:lnTo>
                    <a:pt x="258" y="0"/>
                  </a:lnTo>
                  <a:lnTo>
                    <a:pt x="267" y="0"/>
                  </a:lnTo>
                  <a:lnTo>
                    <a:pt x="274" y="0"/>
                  </a:lnTo>
                  <a:lnTo>
                    <a:pt x="280" y="0"/>
                  </a:lnTo>
                  <a:lnTo>
                    <a:pt x="286" y="1"/>
                  </a:lnTo>
                  <a:lnTo>
                    <a:pt x="291" y="1"/>
                  </a:lnTo>
                  <a:lnTo>
                    <a:pt x="296" y="1"/>
                  </a:lnTo>
                  <a:lnTo>
                    <a:pt x="299" y="1"/>
                  </a:lnTo>
                  <a:lnTo>
                    <a:pt x="303" y="1"/>
                  </a:lnTo>
                  <a:lnTo>
                    <a:pt x="306" y="1"/>
                  </a:lnTo>
                  <a:lnTo>
                    <a:pt x="309" y="1"/>
                  </a:lnTo>
                  <a:lnTo>
                    <a:pt x="311" y="1"/>
                  </a:lnTo>
                  <a:lnTo>
                    <a:pt x="314" y="1"/>
                  </a:lnTo>
                  <a:lnTo>
                    <a:pt x="316" y="1"/>
                  </a:lnTo>
                  <a:lnTo>
                    <a:pt x="317" y="1"/>
                  </a:lnTo>
                  <a:lnTo>
                    <a:pt x="320" y="1"/>
                  </a:lnTo>
                  <a:lnTo>
                    <a:pt x="321" y="3"/>
                  </a:lnTo>
                  <a:lnTo>
                    <a:pt x="323" y="3"/>
                  </a:lnTo>
                  <a:lnTo>
                    <a:pt x="326" y="3"/>
                  </a:lnTo>
                  <a:lnTo>
                    <a:pt x="327" y="3"/>
                  </a:lnTo>
                  <a:lnTo>
                    <a:pt x="329" y="3"/>
                  </a:lnTo>
                  <a:lnTo>
                    <a:pt x="330" y="3"/>
                  </a:lnTo>
                  <a:lnTo>
                    <a:pt x="332" y="3"/>
                  </a:lnTo>
                  <a:lnTo>
                    <a:pt x="334" y="3"/>
                  </a:lnTo>
                  <a:lnTo>
                    <a:pt x="335" y="3"/>
                  </a:lnTo>
                  <a:lnTo>
                    <a:pt x="336" y="3"/>
                  </a:lnTo>
                  <a:lnTo>
                    <a:pt x="338" y="3"/>
                  </a:lnTo>
                  <a:lnTo>
                    <a:pt x="339" y="4"/>
                  </a:lnTo>
                  <a:lnTo>
                    <a:pt x="340" y="4"/>
                  </a:lnTo>
                  <a:lnTo>
                    <a:pt x="341" y="4"/>
                  </a:lnTo>
                  <a:lnTo>
                    <a:pt x="342" y="4"/>
                  </a:lnTo>
                  <a:lnTo>
                    <a:pt x="344" y="4"/>
                  </a:lnTo>
                  <a:lnTo>
                    <a:pt x="345" y="4"/>
                  </a:lnTo>
                  <a:lnTo>
                    <a:pt x="346" y="4"/>
                  </a:lnTo>
                  <a:lnTo>
                    <a:pt x="347" y="4"/>
                  </a:lnTo>
                  <a:lnTo>
                    <a:pt x="348" y="4"/>
                  </a:lnTo>
                  <a:lnTo>
                    <a:pt x="350" y="4"/>
                  </a:lnTo>
                  <a:lnTo>
                    <a:pt x="351" y="5"/>
                  </a:lnTo>
                  <a:lnTo>
                    <a:pt x="352" y="5"/>
                  </a:lnTo>
                  <a:lnTo>
                    <a:pt x="353" y="5"/>
                  </a:lnTo>
                  <a:lnTo>
                    <a:pt x="354" y="5"/>
                  </a:lnTo>
                  <a:lnTo>
                    <a:pt x="356" y="5"/>
                  </a:lnTo>
                  <a:lnTo>
                    <a:pt x="358" y="5"/>
                  </a:lnTo>
                  <a:lnTo>
                    <a:pt x="359" y="5"/>
                  </a:lnTo>
                  <a:lnTo>
                    <a:pt x="360" y="6"/>
                  </a:lnTo>
                  <a:lnTo>
                    <a:pt x="363" y="6"/>
                  </a:lnTo>
                  <a:lnTo>
                    <a:pt x="364" y="6"/>
                  </a:lnTo>
                  <a:lnTo>
                    <a:pt x="366" y="6"/>
                  </a:lnTo>
                  <a:lnTo>
                    <a:pt x="368" y="6"/>
                  </a:lnTo>
                  <a:lnTo>
                    <a:pt x="370" y="7"/>
                  </a:lnTo>
                  <a:lnTo>
                    <a:pt x="371" y="7"/>
                  </a:lnTo>
                  <a:lnTo>
                    <a:pt x="374" y="7"/>
                  </a:lnTo>
                  <a:lnTo>
                    <a:pt x="375" y="7"/>
                  </a:lnTo>
                  <a:lnTo>
                    <a:pt x="376" y="7"/>
                  </a:lnTo>
                  <a:lnTo>
                    <a:pt x="377" y="9"/>
                  </a:lnTo>
                  <a:lnTo>
                    <a:pt x="379" y="9"/>
                  </a:lnTo>
                  <a:lnTo>
                    <a:pt x="380" y="9"/>
                  </a:lnTo>
                  <a:lnTo>
                    <a:pt x="381" y="9"/>
                  </a:lnTo>
                  <a:lnTo>
                    <a:pt x="382" y="9"/>
                  </a:lnTo>
                  <a:lnTo>
                    <a:pt x="383" y="10"/>
                  </a:lnTo>
                  <a:lnTo>
                    <a:pt x="385" y="10"/>
                  </a:lnTo>
                  <a:lnTo>
                    <a:pt x="386" y="10"/>
                  </a:lnTo>
                  <a:lnTo>
                    <a:pt x="387" y="10"/>
                  </a:lnTo>
                  <a:lnTo>
                    <a:pt x="388" y="10"/>
                  </a:lnTo>
                  <a:lnTo>
                    <a:pt x="389" y="11"/>
                  </a:lnTo>
                  <a:lnTo>
                    <a:pt x="391" y="11"/>
                  </a:lnTo>
                  <a:lnTo>
                    <a:pt x="392" y="11"/>
                  </a:lnTo>
                  <a:lnTo>
                    <a:pt x="393" y="11"/>
                  </a:lnTo>
                  <a:lnTo>
                    <a:pt x="394" y="12"/>
                  </a:lnTo>
                  <a:lnTo>
                    <a:pt x="395" y="12"/>
                  </a:lnTo>
                  <a:lnTo>
                    <a:pt x="397" y="12"/>
                  </a:lnTo>
                  <a:lnTo>
                    <a:pt x="399" y="13"/>
                  </a:lnTo>
                  <a:lnTo>
                    <a:pt x="400" y="13"/>
                  </a:lnTo>
                  <a:lnTo>
                    <a:pt x="401" y="15"/>
                  </a:lnTo>
                  <a:lnTo>
                    <a:pt x="404" y="15"/>
                  </a:lnTo>
                  <a:lnTo>
                    <a:pt x="405" y="15"/>
                  </a:lnTo>
                  <a:lnTo>
                    <a:pt x="407" y="16"/>
                  </a:lnTo>
                  <a:lnTo>
                    <a:pt x="409" y="16"/>
                  </a:lnTo>
                  <a:lnTo>
                    <a:pt x="411" y="17"/>
                  </a:lnTo>
                  <a:lnTo>
                    <a:pt x="413" y="18"/>
                  </a:lnTo>
                  <a:lnTo>
                    <a:pt x="416" y="18"/>
                  </a:lnTo>
                  <a:lnTo>
                    <a:pt x="417" y="19"/>
                  </a:lnTo>
                  <a:lnTo>
                    <a:pt x="419" y="19"/>
                  </a:lnTo>
                  <a:lnTo>
                    <a:pt x="421" y="21"/>
                  </a:lnTo>
                  <a:lnTo>
                    <a:pt x="423" y="21"/>
                  </a:lnTo>
                  <a:lnTo>
                    <a:pt x="424" y="21"/>
                  </a:lnTo>
                  <a:lnTo>
                    <a:pt x="425" y="22"/>
                  </a:lnTo>
                  <a:lnTo>
                    <a:pt x="427" y="22"/>
                  </a:lnTo>
                  <a:lnTo>
                    <a:pt x="428" y="22"/>
                  </a:lnTo>
                  <a:lnTo>
                    <a:pt x="429" y="23"/>
                  </a:lnTo>
                  <a:lnTo>
                    <a:pt x="430" y="23"/>
                  </a:lnTo>
                  <a:lnTo>
                    <a:pt x="431" y="24"/>
                  </a:lnTo>
                  <a:lnTo>
                    <a:pt x="433" y="24"/>
                  </a:lnTo>
                  <a:lnTo>
                    <a:pt x="434" y="24"/>
                  </a:lnTo>
                  <a:lnTo>
                    <a:pt x="435" y="25"/>
                  </a:lnTo>
                  <a:lnTo>
                    <a:pt x="436" y="25"/>
                  </a:lnTo>
                  <a:lnTo>
                    <a:pt x="437" y="25"/>
                  </a:lnTo>
                  <a:lnTo>
                    <a:pt x="439" y="27"/>
                  </a:lnTo>
                  <a:lnTo>
                    <a:pt x="440" y="27"/>
                  </a:lnTo>
                  <a:lnTo>
                    <a:pt x="441" y="28"/>
                  </a:lnTo>
                  <a:lnTo>
                    <a:pt x="442" y="28"/>
                  </a:lnTo>
                  <a:lnTo>
                    <a:pt x="443" y="29"/>
                  </a:lnTo>
                  <a:lnTo>
                    <a:pt x="445" y="29"/>
                  </a:lnTo>
                  <a:lnTo>
                    <a:pt x="446" y="30"/>
                  </a:lnTo>
                  <a:lnTo>
                    <a:pt x="448" y="30"/>
                  </a:lnTo>
                  <a:lnTo>
                    <a:pt x="449" y="31"/>
                  </a:lnTo>
                  <a:lnTo>
                    <a:pt x="451" y="33"/>
                  </a:lnTo>
                  <a:lnTo>
                    <a:pt x="453" y="33"/>
                  </a:lnTo>
                  <a:lnTo>
                    <a:pt x="454" y="34"/>
                  </a:lnTo>
                  <a:lnTo>
                    <a:pt x="457" y="35"/>
                  </a:lnTo>
                  <a:lnTo>
                    <a:pt x="458" y="36"/>
                  </a:lnTo>
                  <a:lnTo>
                    <a:pt x="460" y="37"/>
                  </a:lnTo>
                  <a:lnTo>
                    <a:pt x="461" y="37"/>
                  </a:lnTo>
                  <a:lnTo>
                    <a:pt x="464" y="39"/>
                  </a:lnTo>
                  <a:lnTo>
                    <a:pt x="465" y="40"/>
                  </a:lnTo>
                  <a:lnTo>
                    <a:pt x="466" y="40"/>
                  </a:lnTo>
                  <a:lnTo>
                    <a:pt x="467" y="41"/>
                  </a:lnTo>
                  <a:lnTo>
                    <a:pt x="469" y="41"/>
                  </a:lnTo>
                  <a:lnTo>
                    <a:pt x="470" y="42"/>
                  </a:lnTo>
                  <a:lnTo>
                    <a:pt x="471" y="42"/>
                  </a:lnTo>
                  <a:lnTo>
                    <a:pt x="472" y="43"/>
                  </a:lnTo>
                  <a:lnTo>
                    <a:pt x="473" y="43"/>
                  </a:lnTo>
                  <a:lnTo>
                    <a:pt x="475" y="45"/>
                  </a:lnTo>
                  <a:lnTo>
                    <a:pt x="476" y="45"/>
                  </a:lnTo>
                  <a:lnTo>
                    <a:pt x="477" y="46"/>
                  </a:lnTo>
                  <a:lnTo>
                    <a:pt x="478" y="46"/>
                  </a:lnTo>
                  <a:lnTo>
                    <a:pt x="479" y="47"/>
                  </a:lnTo>
                  <a:lnTo>
                    <a:pt x="481" y="48"/>
                  </a:lnTo>
                  <a:lnTo>
                    <a:pt x="482" y="48"/>
                  </a:lnTo>
                  <a:lnTo>
                    <a:pt x="483" y="48"/>
                  </a:lnTo>
                  <a:lnTo>
                    <a:pt x="484" y="49"/>
                  </a:lnTo>
                  <a:lnTo>
                    <a:pt x="485" y="49"/>
                  </a:lnTo>
                  <a:lnTo>
                    <a:pt x="487" y="51"/>
                  </a:lnTo>
                  <a:lnTo>
                    <a:pt x="488" y="51"/>
                  </a:lnTo>
                  <a:lnTo>
                    <a:pt x="489" y="52"/>
                  </a:lnTo>
                  <a:lnTo>
                    <a:pt x="490" y="53"/>
                  </a:lnTo>
                  <a:lnTo>
                    <a:pt x="492" y="53"/>
                  </a:lnTo>
                  <a:lnTo>
                    <a:pt x="493" y="54"/>
                  </a:lnTo>
                  <a:lnTo>
                    <a:pt x="494" y="55"/>
                  </a:lnTo>
                  <a:lnTo>
                    <a:pt x="496" y="57"/>
                  </a:lnTo>
                  <a:lnTo>
                    <a:pt x="498" y="57"/>
                  </a:lnTo>
                  <a:lnTo>
                    <a:pt x="500" y="58"/>
                  </a:lnTo>
                  <a:lnTo>
                    <a:pt x="501" y="59"/>
                  </a:lnTo>
                  <a:lnTo>
                    <a:pt x="502" y="59"/>
                  </a:lnTo>
                  <a:lnTo>
                    <a:pt x="504" y="60"/>
                  </a:lnTo>
                  <a:lnTo>
                    <a:pt x="505" y="61"/>
                  </a:lnTo>
                  <a:lnTo>
                    <a:pt x="506" y="61"/>
                  </a:lnTo>
                  <a:lnTo>
                    <a:pt x="507" y="63"/>
                  </a:lnTo>
                  <a:lnTo>
                    <a:pt x="508" y="63"/>
                  </a:lnTo>
                  <a:lnTo>
                    <a:pt x="510" y="64"/>
                  </a:lnTo>
                  <a:lnTo>
                    <a:pt x="511" y="64"/>
                  </a:lnTo>
                  <a:lnTo>
                    <a:pt x="511" y="65"/>
                  </a:lnTo>
                  <a:lnTo>
                    <a:pt x="512" y="65"/>
                  </a:lnTo>
                  <a:lnTo>
                    <a:pt x="513" y="65"/>
                  </a:lnTo>
                  <a:lnTo>
                    <a:pt x="513" y="66"/>
                  </a:lnTo>
                  <a:lnTo>
                    <a:pt x="514" y="66"/>
                  </a:lnTo>
                  <a:lnTo>
                    <a:pt x="516" y="67"/>
                  </a:lnTo>
                  <a:lnTo>
                    <a:pt x="517" y="67"/>
                  </a:lnTo>
                  <a:lnTo>
                    <a:pt x="518" y="69"/>
                  </a:lnTo>
                  <a:lnTo>
                    <a:pt x="519" y="70"/>
                  </a:lnTo>
                  <a:lnTo>
                    <a:pt x="520" y="70"/>
                  </a:lnTo>
                  <a:lnTo>
                    <a:pt x="520" y="71"/>
                  </a:lnTo>
                  <a:lnTo>
                    <a:pt x="522" y="71"/>
                  </a:lnTo>
                  <a:lnTo>
                    <a:pt x="523" y="72"/>
                  </a:lnTo>
                  <a:lnTo>
                    <a:pt x="524" y="72"/>
                  </a:lnTo>
                  <a:lnTo>
                    <a:pt x="525" y="73"/>
                  </a:lnTo>
                  <a:lnTo>
                    <a:pt x="526" y="73"/>
                  </a:lnTo>
                  <a:lnTo>
                    <a:pt x="528" y="75"/>
                  </a:lnTo>
                  <a:lnTo>
                    <a:pt x="529" y="76"/>
                  </a:lnTo>
                  <a:lnTo>
                    <a:pt x="530" y="76"/>
                  </a:lnTo>
                  <a:lnTo>
                    <a:pt x="531" y="77"/>
                  </a:lnTo>
                  <a:lnTo>
                    <a:pt x="532" y="78"/>
                  </a:lnTo>
                  <a:lnTo>
                    <a:pt x="534" y="79"/>
                  </a:lnTo>
                  <a:lnTo>
                    <a:pt x="535" y="79"/>
                  </a:lnTo>
                  <a:lnTo>
                    <a:pt x="536" y="81"/>
                  </a:lnTo>
                  <a:lnTo>
                    <a:pt x="537" y="81"/>
                  </a:lnTo>
                  <a:lnTo>
                    <a:pt x="538" y="82"/>
                  </a:lnTo>
                  <a:lnTo>
                    <a:pt x="540" y="83"/>
                  </a:lnTo>
                  <a:lnTo>
                    <a:pt x="541" y="83"/>
                  </a:lnTo>
                  <a:lnTo>
                    <a:pt x="541" y="84"/>
                  </a:lnTo>
                  <a:lnTo>
                    <a:pt x="542" y="84"/>
                  </a:lnTo>
                  <a:lnTo>
                    <a:pt x="543" y="86"/>
                  </a:lnTo>
                  <a:lnTo>
                    <a:pt x="544" y="86"/>
                  </a:lnTo>
                  <a:lnTo>
                    <a:pt x="546" y="87"/>
                  </a:lnTo>
                  <a:lnTo>
                    <a:pt x="546" y="88"/>
                  </a:lnTo>
                  <a:lnTo>
                    <a:pt x="547" y="88"/>
                  </a:lnTo>
                  <a:lnTo>
                    <a:pt x="548" y="89"/>
                  </a:lnTo>
                  <a:lnTo>
                    <a:pt x="549" y="89"/>
                  </a:lnTo>
                  <a:lnTo>
                    <a:pt x="550" y="90"/>
                  </a:lnTo>
                  <a:lnTo>
                    <a:pt x="552" y="92"/>
                  </a:lnTo>
                  <a:lnTo>
                    <a:pt x="553" y="93"/>
                  </a:lnTo>
                  <a:lnTo>
                    <a:pt x="554" y="93"/>
                  </a:lnTo>
                  <a:lnTo>
                    <a:pt x="554" y="94"/>
                  </a:lnTo>
                  <a:lnTo>
                    <a:pt x="555" y="94"/>
                  </a:lnTo>
                  <a:lnTo>
                    <a:pt x="556" y="95"/>
                  </a:lnTo>
                  <a:lnTo>
                    <a:pt x="558" y="96"/>
                  </a:lnTo>
                  <a:lnTo>
                    <a:pt x="559" y="98"/>
                  </a:lnTo>
                  <a:lnTo>
                    <a:pt x="560" y="98"/>
                  </a:lnTo>
                  <a:lnTo>
                    <a:pt x="560" y="99"/>
                  </a:lnTo>
                  <a:lnTo>
                    <a:pt x="561" y="99"/>
                  </a:lnTo>
                  <a:lnTo>
                    <a:pt x="562" y="100"/>
                  </a:lnTo>
                  <a:lnTo>
                    <a:pt x="564" y="101"/>
                  </a:lnTo>
                  <a:lnTo>
                    <a:pt x="565" y="101"/>
                  </a:lnTo>
                  <a:lnTo>
                    <a:pt x="565" y="102"/>
                  </a:lnTo>
                  <a:lnTo>
                    <a:pt x="566" y="102"/>
                  </a:lnTo>
                  <a:lnTo>
                    <a:pt x="566" y="104"/>
                  </a:lnTo>
                  <a:lnTo>
                    <a:pt x="567" y="104"/>
                  </a:lnTo>
                  <a:lnTo>
                    <a:pt x="568" y="105"/>
                  </a:lnTo>
                  <a:lnTo>
                    <a:pt x="570" y="105"/>
                  </a:lnTo>
                  <a:lnTo>
                    <a:pt x="570" y="106"/>
                  </a:lnTo>
                  <a:lnTo>
                    <a:pt x="571" y="106"/>
                  </a:lnTo>
                  <a:lnTo>
                    <a:pt x="572" y="107"/>
                  </a:lnTo>
                  <a:lnTo>
                    <a:pt x="573" y="107"/>
                  </a:lnTo>
                  <a:lnTo>
                    <a:pt x="574" y="108"/>
                  </a:lnTo>
                  <a:lnTo>
                    <a:pt x="576" y="110"/>
                  </a:lnTo>
                  <a:lnTo>
                    <a:pt x="577" y="111"/>
                  </a:lnTo>
                  <a:lnTo>
                    <a:pt x="578" y="111"/>
                  </a:lnTo>
                  <a:lnTo>
                    <a:pt x="579" y="112"/>
                  </a:lnTo>
                  <a:lnTo>
                    <a:pt x="580" y="112"/>
                  </a:lnTo>
                  <a:lnTo>
                    <a:pt x="580" y="113"/>
                  </a:lnTo>
                  <a:lnTo>
                    <a:pt x="582" y="114"/>
                  </a:lnTo>
                  <a:lnTo>
                    <a:pt x="583" y="114"/>
                  </a:lnTo>
                  <a:lnTo>
                    <a:pt x="584" y="114"/>
                  </a:lnTo>
                  <a:lnTo>
                    <a:pt x="584" y="116"/>
                  </a:lnTo>
                  <a:lnTo>
                    <a:pt x="585" y="116"/>
                  </a:lnTo>
                  <a:lnTo>
                    <a:pt x="585" y="117"/>
                  </a:lnTo>
                  <a:lnTo>
                    <a:pt x="586" y="117"/>
                  </a:lnTo>
                  <a:lnTo>
                    <a:pt x="586" y="118"/>
                  </a:lnTo>
                  <a:lnTo>
                    <a:pt x="588" y="118"/>
                  </a:lnTo>
                  <a:lnTo>
                    <a:pt x="589" y="118"/>
                  </a:lnTo>
                  <a:lnTo>
                    <a:pt x="589" y="119"/>
                  </a:lnTo>
                  <a:lnTo>
                    <a:pt x="590" y="120"/>
                  </a:lnTo>
                  <a:lnTo>
                    <a:pt x="591" y="120"/>
                  </a:lnTo>
                  <a:lnTo>
                    <a:pt x="591" y="122"/>
                  </a:lnTo>
                  <a:lnTo>
                    <a:pt x="592" y="122"/>
                  </a:lnTo>
                  <a:lnTo>
                    <a:pt x="592" y="123"/>
                  </a:lnTo>
                  <a:lnTo>
                    <a:pt x="594" y="123"/>
                  </a:lnTo>
                  <a:lnTo>
                    <a:pt x="595" y="124"/>
                  </a:lnTo>
                  <a:lnTo>
                    <a:pt x="595" y="125"/>
                  </a:lnTo>
                  <a:lnTo>
                    <a:pt x="596" y="125"/>
                  </a:lnTo>
                  <a:lnTo>
                    <a:pt x="597" y="126"/>
                  </a:lnTo>
                  <a:lnTo>
                    <a:pt x="597" y="128"/>
                  </a:lnTo>
                  <a:lnTo>
                    <a:pt x="598" y="129"/>
                  </a:lnTo>
                  <a:lnTo>
                    <a:pt x="600" y="129"/>
                  </a:lnTo>
                  <a:lnTo>
                    <a:pt x="601" y="130"/>
                  </a:lnTo>
                  <a:lnTo>
                    <a:pt x="602" y="131"/>
                  </a:lnTo>
                  <a:lnTo>
                    <a:pt x="602" y="132"/>
                  </a:lnTo>
                  <a:lnTo>
                    <a:pt x="603" y="134"/>
                  </a:lnTo>
                  <a:lnTo>
                    <a:pt x="604" y="135"/>
                  </a:lnTo>
                  <a:lnTo>
                    <a:pt x="606" y="136"/>
                  </a:lnTo>
                  <a:lnTo>
                    <a:pt x="607" y="137"/>
                  </a:lnTo>
                  <a:lnTo>
                    <a:pt x="608" y="138"/>
                  </a:lnTo>
                  <a:lnTo>
                    <a:pt x="609" y="140"/>
                  </a:lnTo>
                  <a:lnTo>
                    <a:pt x="611" y="141"/>
                  </a:lnTo>
                  <a:lnTo>
                    <a:pt x="612" y="142"/>
                  </a:lnTo>
                  <a:lnTo>
                    <a:pt x="613" y="143"/>
                  </a:lnTo>
                  <a:lnTo>
                    <a:pt x="613" y="144"/>
                  </a:lnTo>
                  <a:lnTo>
                    <a:pt x="614" y="144"/>
                  </a:lnTo>
                  <a:lnTo>
                    <a:pt x="614" y="146"/>
                  </a:lnTo>
                  <a:lnTo>
                    <a:pt x="615" y="146"/>
                  </a:lnTo>
                  <a:lnTo>
                    <a:pt x="615" y="147"/>
                  </a:lnTo>
                  <a:lnTo>
                    <a:pt x="617" y="148"/>
                  </a:lnTo>
                  <a:lnTo>
                    <a:pt x="618" y="148"/>
                  </a:lnTo>
                  <a:lnTo>
                    <a:pt x="618" y="149"/>
                  </a:lnTo>
                  <a:lnTo>
                    <a:pt x="619" y="150"/>
                  </a:lnTo>
                  <a:lnTo>
                    <a:pt x="620" y="152"/>
                  </a:lnTo>
                  <a:lnTo>
                    <a:pt x="621" y="153"/>
                  </a:lnTo>
                  <a:lnTo>
                    <a:pt x="621" y="154"/>
                  </a:lnTo>
                  <a:lnTo>
                    <a:pt x="623" y="155"/>
                  </a:lnTo>
                  <a:lnTo>
                    <a:pt x="624" y="156"/>
                  </a:lnTo>
                  <a:lnTo>
                    <a:pt x="625" y="158"/>
                  </a:lnTo>
                  <a:lnTo>
                    <a:pt x="626" y="159"/>
                  </a:lnTo>
                  <a:lnTo>
                    <a:pt x="627" y="160"/>
                  </a:lnTo>
                  <a:lnTo>
                    <a:pt x="629" y="161"/>
                  </a:lnTo>
                  <a:lnTo>
                    <a:pt x="630" y="162"/>
                  </a:lnTo>
                  <a:lnTo>
                    <a:pt x="631" y="165"/>
                  </a:lnTo>
                  <a:lnTo>
                    <a:pt x="632" y="166"/>
                  </a:lnTo>
                  <a:lnTo>
                    <a:pt x="633" y="167"/>
                  </a:lnTo>
                  <a:lnTo>
                    <a:pt x="635" y="168"/>
                  </a:lnTo>
                  <a:lnTo>
                    <a:pt x="636" y="171"/>
                  </a:lnTo>
                  <a:lnTo>
                    <a:pt x="637" y="172"/>
                  </a:lnTo>
                  <a:lnTo>
                    <a:pt x="638" y="173"/>
                  </a:lnTo>
                  <a:lnTo>
                    <a:pt x="638" y="174"/>
                  </a:lnTo>
                  <a:lnTo>
                    <a:pt x="639" y="176"/>
                  </a:lnTo>
                  <a:lnTo>
                    <a:pt x="641" y="176"/>
                  </a:lnTo>
                  <a:lnTo>
                    <a:pt x="642" y="177"/>
                  </a:lnTo>
                  <a:lnTo>
                    <a:pt x="642" y="178"/>
                  </a:lnTo>
                  <a:lnTo>
                    <a:pt x="643" y="179"/>
                  </a:lnTo>
                  <a:lnTo>
                    <a:pt x="643" y="180"/>
                  </a:lnTo>
                  <a:lnTo>
                    <a:pt x="644" y="180"/>
                  </a:lnTo>
                  <a:lnTo>
                    <a:pt x="645" y="182"/>
                  </a:lnTo>
                  <a:lnTo>
                    <a:pt x="645" y="183"/>
                  </a:lnTo>
                  <a:lnTo>
                    <a:pt x="647" y="184"/>
                  </a:lnTo>
                  <a:lnTo>
                    <a:pt x="648" y="185"/>
                  </a:lnTo>
                  <a:lnTo>
                    <a:pt x="649" y="186"/>
                  </a:lnTo>
                  <a:lnTo>
                    <a:pt x="649" y="188"/>
                  </a:lnTo>
                  <a:lnTo>
                    <a:pt x="650" y="189"/>
                  </a:lnTo>
                  <a:lnTo>
                    <a:pt x="651" y="190"/>
                  </a:lnTo>
                  <a:lnTo>
                    <a:pt x="651" y="191"/>
                  </a:lnTo>
                  <a:lnTo>
                    <a:pt x="653" y="192"/>
                  </a:lnTo>
                  <a:lnTo>
                    <a:pt x="654" y="194"/>
                  </a:lnTo>
                  <a:lnTo>
                    <a:pt x="655" y="195"/>
                  </a:lnTo>
                  <a:lnTo>
                    <a:pt x="656" y="196"/>
                  </a:lnTo>
                  <a:lnTo>
                    <a:pt x="657" y="199"/>
                  </a:lnTo>
                  <a:lnTo>
                    <a:pt x="657" y="200"/>
                  </a:lnTo>
                  <a:lnTo>
                    <a:pt x="660" y="201"/>
                  </a:lnTo>
                  <a:lnTo>
                    <a:pt x="661" y="203"/>
                  </a:lnTo>
                  <a:lnTo>
                    <a:pt x="662" y="206"/>
                  </a:lnTo>
                  <a:lnTo>
                    <a:pt x="663" y="207"/>
                  </a:lnTo>
                  <a:lnTo>
                    <a:pt x="665" y="209"/>
                  </a:lnTo>
                  <a:lnTo>
                    <a:pt x="666" y="211"/>
                  </a:lnTo>
                  <a:lnTo>
                    <a:pt x="667" y="212"/>
                  </a:lnTo>
                  <a:lnTo>
                    <a:pt x="668" y="213"/>
                  </a:lnTo>
                  <a:lnTo>
                    <a:pt x="668" y="214"/>
                  </a:lnTo>
                  <a:lnTo>
                    <a:pt x="669" y="215"/>
                  </a:lnTo>
                  <a:lnTo>
                    <a:pt x="671" y="218"/>
                  </a:lnTo>
                  <a:lnTo>
                    <a:pt x="672" y="218"/>
                  </a:lnTo>
                  <a:lnTo>
                    <a:pt x="672" y="219"/>
                  </a:lnTo>
                  <a:lnTo>
                    <a:pt x="673" y="220"/>
                  </a:lnTo>
                  <a:lnTo>
                    <a:pt x="674" y="221"/>
                  </a:lnTo>
                  <a:lnTo>
                    <a:pt x="674" y="223"/>
                  </a:lnTo>
                  <a:lnTo>
                    <a:pt x="675" y="224"/>
                  </a:lnTo>
                  <a:lnTo>
                    <a:pt x="675" y="225"/>
                  </a:lnTo>
                  <a:lnTo>
                    <a:pt x="677" y="226"/>
                  </a:lnTo>
                  <a:lnTo>
                    <a:pt x="678" y="226"/>
                  </a:lnTo>
                  <a:lnTo>
                    <a:pt x="678" y="227"/>
                  </a:lnTo>
                  <a:lnTo>
                    <a:pt x="679" y="229"/>
                  </a:lnTo>
                  <a:lnTo>
                    <a:pt x="679" y="230"/>
                  </a:lnTo>
                  <a:lnTo>
                    <a:pt x="680" y="231"/>
                  </a:lnTo>
                  <a:lnTo>
                    <a:pt x="681" y="232"/>
                  </a:lnTo>
                  <a:lnTo>
                    <a:pt x="683" y="233"/>
                  </a:lnTo>
                  <a:lnTo>
                    <a:pt x="683" y="235"/>
                  </a:lnTo>
                  <a:lnTo>
                    <a:pt x="684" y="236"/>
                  </a:lnTo>
                  <a:lnTo>
                    <a:pt x="685" y="237"/>
                  </a:lnTo>
                  <a:lnTo>
                    <a:pt x="686" y="239"/>
                  </a:lnTo>
                  <a:lnTo>
                    <a:pt x="687" y="241"/>
                  </a:lnTo>
                  <a:lnTo>
                    <a:pt x="689" y="242"/>
                  </a:lnTo>
                  <a:lnTo>
                    <a:pt x="690" y="244"/>
                  </a:lnTo>
                  <a:lnTo>
                    <a:pt x="691" y="247"/>
                  </a:lnTo>
                  <a:lnTo>
                    <a:pt x="692" y="248"/>
                  </a:lnTo>
                  <a:lnTo>
                    <a:pt x="695" y="250"/>
                  </a:lnTo>
                  <a:lnTo>
                    <a:pt x="696" y="251"/>
                  </a:lnTo>
                  <a:lnTo>
                    <a:pt x="697" y="254"/>
                  </a:lnTo>
                  <a:lnTo>
                    <a:pt x="698" y="255"/>
                  </a:lnTo>
                  <a:lnTo>
                    <a:pt x="698" y="256"/>
                  </a:lnTo>
                  <a:lnTo>
                    <a:pt x="699" y="257"/>
                  </a:lnTo>
                  <a:lnTo>
                    <a:pt x="701" y="259"/>
                  </a:lnTo>
                  <a:lnTo>
                    <a:pt x="702" y="260"/>
                  </a:lnTo>
                  <a:lnTo>
                    <a:pt x="702" y="261"/>
                  </a:lnTo>
                  <a:lnTo>
                    <a:pt x="703" y="262"/>
                  </a:lnTo>
                  <a:lnTo>
                    <a:pt x="704" y="263"/>
                  </a:lnTo>
                  <a:lnTo>
                    <a:pt x="704" y="265"/>
                  </a:lnTo>
                  <a:lnTo>
                    <a:pt x="705" y="266"/>
                  </a:lnTo>
                  <a:lnTo>
                    <a:pt x="705" y="267"/>
                  </a:lnTo>
                  <a:lnTo>
                    <a:pt x="707" y="267"/>
                  </a:lnTo>
                  <a:lnTo>
                    <a:pt x="707" y="268"/>
                  </a:lnTo>
                  <a:lnTo>
                    <a:pt x="708" y="269"/>
                  </a:lnTo>
                  <a:lnTo>
                    <a:pt x="708" y="271"/>
                  </a:lnTo>
                  <a:lnTo>
                    <a:pt x="709" y="272"/>
                  </a:lnTo>
                  <a:lnTo>
                    <a:pt x="710" y="273"/>
                  </a:lnTo>
                  <a:lnTo>
                    <a:pt x="710" y="274"/>
                  </a:lnTo>
                  <a:lnTo>
                    <a:pt x="711" y="275"/>
                  </a:lnTo>
                  <a:lnTo>
                    <a:pt x="713" y="277"/>
                  </a:lnTo>
                  <a:lnTo>
                    <a:pt x="713" y="278"/>
                  </a:lnTo>
                  <a:lnTo>
                    <a:pt x="714" y="279"/>
                  </a:lnTo>
                  <a:lnTo>
                    <a:pt x="714" y="280"/>
                  </a:lnTo>
                  <a:lnTo>
                    <a:pt x="715" y="281"/>
                  </a:lnTo>
                  <a:lnTo>
                    <a:pt x="716" y="283"/>
                  </a:lnTo>
                  <a:lnTo>
                    <a:pt x="716" y="284"/>
                  </a:lnTo>
                  <a:lnTo>
                    <a:pt x="717" y="28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3" name="Freeform 234">
              <a:extLst>
                <a:ext uri="{FF2B5EF4-FFF2-40B4-BE49-F238E27FC236}">
                  <a16:creationId xmlns:a16="http://schemas.microsoft.com/office/drawing/2014/main" id="{FFE4F650-EC31-4026-AF4B-BBFBE2C66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350"/>
              <a:ext cx="359" cy="143"/>
            </a:xfrm>
            <a:custGeom>
              <a:avLst/>
              <a:gdLst>
                <a:gd name="T0" fmla="*/ 1 w 717"/>
                <a:gd name="T1" fmla="*/ 0 h 287"/>
                <a:gd name="T2" fmla="*/ 1 w 717"/>
                <a:gd name="T3" fmla="*/ 0 h 287"/>
                <a:gd name="T4" fmla="*/ 1 w 717"/>
                <a:gd name="T5" fmla="*/ 0 h 287"/>
                <a:gd name="T6" fmla="*/ 1 w 717"/>
                <a:gd name="T7" fmla="*/ 0 h 287"/>
                <a:gd name="T8" fmla="*/ 1 w 717"/>
                <a:gd name="T9" fmla="*/ 0 h 287"/>
                <a:gd name="T10" fmla="*/ 1 w 717"/>
                <a:gd name="T11" fmla="*/ 0 h 287"/>
                <a:gd name="T12" fmla="*/ 1 w 717"/>
                <a:gd name="T13" fmla="*/ 0 h 287"/>
                <a:gd name="T14" fmla="*/ 1 w 717"/>
                <a:gd name="T15" fmla="*/ 0 h 287"/>
                <a:gd name="T16" fmla="*/ 1 w 717"/>
                <a:gd name="T17" fmla="*/ 0 h 287"/>
                <a:gd name="T18" fmla="*/ 1 w 717"/>
                <a:gd name="T19" fmla="*/ 0 h 287"/>
                <a:gd name="T20" fmla="*/ 1 w 717"/>
                <a:gd name="T21" fmla="*/ 0 h 287"/>
                <a:gd name="T22" fmla="*/ 1 w 717"/>
                <a:gd name="T23" fmla="*/ 0 h 287"/>
                <a:gd name="T24" fmla="*/ 1 w 717"/>
                <a:gd name="T25" fmla="*/ 0 h 287"/>
                <a:gd name="T26" fmla="*/ 1 w 717"/>
                <a:gd name="T27" fmla="*/ 0 h 287"/>
                <a:gd name="T28" fmla="*/ 1 w 717"/>
                <a:gd name="T29" fmla="*/ 0 h 287"/>
                <a:gd name="T30" fmla="*/ 1 w 717"/>
                <a:gd name="T31" fmla="*/ 0 h 287"/>
                <a:gd name="T32" fmla="*/ 1 w 717"/>
                <a:gd name="T33" fmla="*/ 0 h 287"/>
                <a:gd name="T34" fmla="*/ 1 w 717"/>
                <a:gd name="T35" fmla="*/ 0 h 287"/>
                <a:gd name="T36" fmla="*/ 1 w 717"/>
                <a:gd name="T37" fmla="*/ 0 h 287"/>
                <a:gd name="T38" fmla="*/ 1 w 717"/>
                <a:gd name="T39" fmla="*/ 0 h 287"/>
                <a:gd name="T40" fmla="*/ 1 w 717"/>
                <a:gd name="T41" fmla="*/ 0 h 287"/>
                <a:gd name="T42" fmla="*/ 1 w 717"/>
                <a:gd name="T43" fmla="*/ 0 h 287"/>
                <a:gd name="T44" fmla="*/ 1 w 717"/>
                <a:gd name="T45" fmla="*/ 0 h 287"/>
                <a:gd name="T46" fmla="*/ 1 w 717"/>
                <a:gd name="T47" fmla="*/ 0 h 287"/>
                <a:gd name="T48" fmla="*/ 1 w 717"/>
                <a:gd name="T49" fmla="*/ 0 h 287"/>
                <a:gd name="T50" fmla="*/ 1 w 717"/>
                <a:gd name="T51" fmla="*/ 0 h 287"/>
                <a:gd name="T52" fmla="*/ 1 w 717"/>
                <a:gd name="T53" fmla="*/ 0 h 287"/>
                <a:gd name="T54" fmla="*/ 1 w 717"/>
                <a:gd name="T55" fmla="*/ 0 h 287"/>
                <a:gd name="T56" fmla="*/ 1 w 717"/>
                <a:gd name="T57" fmla="*/ 0 h 287"/>
                <a:gd name="T58" fmla="*/ 1 w 717"/>
                <a:gd name="T59" fmla="*/ 0 h 287"/>
                <a:gd name="T60" fmla="*/ 1 w 717"/>
                <a:gd name="T61" fmla="*/ 0 h 287"/>
                <a:gd name="T62" fmla="*/ 1 w 717"/>
                <a:gd name="T63" fmla="*/ 0 h 287"/>
                <a:gd name="T64" fmla="*/ 1 w 717"/>
                <a:gd name="T65" fmla="*/ 0 h 287"/>
                <a:gd name="T66" fmla="*/ 1 w 717"/>
                <a:gd name="T67" fmla="*/ 0 h 287"/>
                <a:gd name="T68" fmla="*/ 1 w 717"/>
                <a:gd name="T69" fmla="*/ 0 h 287"/>
                <a:gd name="T70" fmla="*/ 1 w 717"/>
                <a:gd name="T71" fmla="*/ 0 h 287"/>
                <a:gd name="T72" fmla="*/ 1 w 717"/>
                <a:gd name="T73" fmla="*/ 0 h 287"/>
                <a:gd name="T74" fmla="*/ 1 w 717"/>
                <a:gd name="T75" fmla="*/ 0 h 287"/>
                <a:gd name="T76" fmla="*/ 1 w 717"/>
                <a:gd name="T77" fmla="*/ 0 h 287"/>
                <a:gd name="T78" fmla="*/ 1 w 717"/>
                <a:gd name="T79" fmla="*/ 0 h 287"/>
                <a:gd name="T80" fmla="*/ 1 w 717"/>
                <a:gd name="T81" fmla="*/ 0 h 287"/>
                <a:gd name="T82" fmla="*/ 1 w 717"/>
                <a:gd name="T83" fmla="*/ 0 h 287"/>
                <a:gd name="T84" fmla="*/ 1 w 717"/>
                <a:gd name="T85" fmla="*/ 0 h 287"/>
                <a:gd name="T86" fmla="*/ 1 w 717"/>
                <a:gd name="T87" fmla="*/ 0 h 287"/>
                <a:gd name="T88" fmla="*/ 1 w 717"/>
                <a:gd name="T89" fmla="*/ 0 h 287"/>
                <a:gd name="T90" fmla="*/ 1 w 717"/>
                <a:gd name="T91" fmla="*/ 0 h 287"/>
                <a:gd name="T92" fmla="*/ 1 w 717"/>
                <a:gd name="T93" fmla="*/ 0 h 287"/>
                <a:gd name="T94" fmla="*/ 1 w 717"/>
                <a:gd name="T95" fmla="*/ 0 h 287"/>
                <a:gd name="T96" fmla="*/ 1 w 717"/>
                <a:gd name="T97" fmla="*/ 0 h 287"/>
                <a:gd name="T98" fmla="*/ 1 w 717"/>
                <a:gd name="T99" fmla="*/ 0 h 287"/>
                <a:gd name="T100" fmla="*/ 1 w 717"/>
                <a:gd name="T101" fmla="*/ 0 h 287"/>
                <a:gd name="T102" fmla="*/ 1 w 717"/>
                <a:gd name="T103" fmla="*/ 0 h 287"/>
                <a:gd name="T104" fmla="*/ 1 w 717"/>
                <a:gd name="T105" fmla="*/ 0 h 287"/>
                <a:gd name="T106" fmla="*/ 1 w 717"/>
                <a:gd name="T107" fmla="*/ 0 h 287"/>
                <a:gd name="T108" fmla="*/ 1 w 717"/>
                <a:gd name="T109" fmla="*/ 0 h 287"/>
                <a:gd name="T110" fmla="*/ 1 w 717"/>
                <a:gd name="T111" fmla="*/ 0 h 287"/>
                <a:gd name="T112" fmla="*/ 1 w 717"/>
                <a:gd name="T113" fmla="*/ 0 h 287"/>
                <a:gd name="T114" fmla="*/ 1 w 717"/>
                <a:gd name="T115" fmla="*/ 0 h 287"/>
                <a:gd name="T116" fmla="*/ 1 w 717"/>
                <a:gd name="T117" fmla="*/ 0 h 287"/>
                <a:gd name="T118" fmla="*/ 1 w 717"/>
                <a:gd name="T119" fmla="*/ 0 h 287"/>
                <a:gd name="T120" fmla="*/ 1 w 717"/>
                <a:gd name="T121" fmla="*/ 0 h 2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7">
                  <a:moveTo>
                    <a:pt x="0" y="287"/>
                  </a:moveTo>
                  <a:lnTo>
                    <a:pt x="28" y="287"/>
                  </a:lnTo>
                  <a:lnTo>
                    <a:pt x="53" y="287"/>
                  </a:lnTo>
                  <a:lnTo>
                    <a:pt x="77" y="287"/>
                  </a:lnTo>
                  <a:lnTo>
                    <a:pt x="100" y="287"/>
                  </a:lnTo>
                  <a:lnTo>
                    <a:pt x="120" y="287"/>
                  </a:lnTo>
                  <a:lnTo>
                    <a:pt x="139" y="287"/>
                  </a:lnTo>
                  <a:lnTo>
                    <a:pt x="157" y="287"/>
                  </a:lnTo>
                  <a:lnTo>
                    <a:pt x="174" y="287"/>
                  </a:lnTo>
                  <a:lnTo>
                    <a:pt x="190" y="287"/>
                  </a:lnTo>
                  <a:lnTo>
                    <a:pt x="204" y="287"/>
                  </a:lnTo>
                  <a:lnTo>
                    <a:pt x="217" y="287"/>
                  </a:lnTo>
                  <a:lnTo>
                    <a:pt x="229" y="287"/>
                  </a:lnTo>
                  <a:lnTo>
                    <a:pt x="240" y="287"/>
                  </a:lnTo>
                  <a:lnTo>
                    <a:pt x="250" y="287"/>
                  </a:lnTo>
                  <a:lnTo>
                    <a:pt x="258" y="285"/>
                  </a:lnTo>
                  <a:lnTo>
                    <a:pt x="267" y="285"/>
                  </a:lnTo>
                  <a:lnTo>
                    <a:pt x="274" y="285"/>
                  </a:lnTo>
                  <a:lnTo>
                    <a:pt x="280" y="285"/>
                  </a:lnTo>
                  <a:lnTo>
                    <a:pt x="286" y="285"/>
                  </a:lnTo>
                  <a:lnTo>
                    <a:pt x="291" y="285"/>
                  </a:lnTo>
                  <a:lnTo>
                    <a:pt x="296" y="285"/>
                  </a:lnTo>
                  <a:lnTo>
                    <a:pt x="299" y="285"/>
                  </a:lnTo>
                  <a:lnTo>
                    <a:pt x="303" y="285"/>
                  </a:lnTo>
                  <a:lnTo>
                    <a:pt x="306" y="285"/>
                  </a:lnTo>
                  <a:lnTo>
                    <a:pt x="309" y="285"/>
                  </a:lnTo>
                  <a:lnTo>
                    <a:pt x="311" y="285"/>
                  </a:lnTo>
                  <a:lnTo>
                    <a:pt x="314" y="285"/>
                  </a:lnTo>
                  <a:lnTo>
                    <a:pt x="316" y="285"/>
                  </a:lnTo>
                  <a:lnTo>
                    <a:pt x="317" y="285"/>
                  </a:lnTo>
                  <a:lnTo>
                    <a:pt x="320" y="284"/>
                  </a:lnTo>
                  <a:lnTo>
                    <a:pt x="321" y="284"/>
                  </a:lnTo>
                  <a:lnTo>
                    <a:pt x="323" y="284"/>
                  </a:lnTo>
                  <a:lnTo>
                    <a:pt x="326" y="284"/>
                  </a:lnTo>
                  <a:lnTo>
                    <a:pt x="327" y="284"/>
                  </a:lnTo>
                  <a:lnTo>
                    <a:pt x="329" y="284"/>
                  </a:lnTo>
                  <a:lnTo>
                    <a:pt x="330" y="284"/>
                  </a:lnTo>
                  <a:lnTo>
                    <a:pt x="332" y="284"/>
                  </a:lnTo>
                  <a:lnTo>
                    <a:pt x="334" y="284"/>
                  </a:lnTo>
                  <a:lnTo>
                    <a:pt x="335" y="284"/>
                  </a:lnTo>
                  <a:lnTo>
                    <a:pt x="336" y="284"/>
                  </a:lnTo>
                  <a:lnTo>
                    <a:pt x="338" y="283"/>
                  </a:lnTo>
                  <a:lnTo>
                    <a:pt x="339" y="283"/>
                  </a:lnTo>
                  <a:lnTo>
                    <a:pt x="340" y="283"/>
                  </a:lnTo>
                  <a:lnTo>
                    <a:pt x="341" y="283"/>
                  </a:lnTo>
                  <a:lnTo>
                    <a:pt x="342" y="283"/>
                  </a:lnTo>
                  <a:lnTo>
                    <a:pt x="344" y="283"/>
                  </a:lnTo>
                  <a:lnTo>
                    <a:pt x="345" y="283"/>
                  </a:lnTo>
                  <a:lnTo>
                    <a:pt x="346" y="283"/>
                  </a:lnTo>
                  <a:lnTo>
                    <a:pt x="347" y="283"/>
                  </a:lnTo>
                  <a:lnTo>
                    <a:pt x="348" y="283"/>
                  </a:lnTo>
                  <a:lnTo>
                    <a:pt x="350" y="283"/>
                  </a:lnTo>
                  <a:lnTo>
                    <a:pt x="350" y="282"/>
                  </a:lnTo>
                  <a:lnTo>
                    <a:pt x="351" y="282"/>
                  </a:lnTo>
                  <a:lnTo>
                    <a:pt x="352" y="282"/>
                  </a:lnTo>
                  <a:lnTo>
                    <a:pt x="353" y="282"/>
                  </a:lnTo>
                  <a:lnTo>
                    <a:pt x="354" y="282"/>
                  </a:lnTo>
                  <a:lnTo>
                    <a:pt x="356" y="282"/>
                  </a:lnTo>
                  <a:lnTo>
                    <a:pt x="358" y="282"/>
                  </a:lnTo>
                  <a:lnTo>
                    <a:pt x="359" y="281"/>
                  </a:lnTo>
                  <a:lnTo>
                    <a:pt x="360" y="281"/>
                  </a:lnTo>
                  <a:lnTo>
                    <a:pt x="363" y="281"/>
                  </a:lnTo>
                  <a:lnTo>
                    <a:pt x="364" y="281"/>
                  </a:lnTo>
                  <a:lnTo>
                    <a:pt x="366" y="281"/>
                  </a:lnTo>
                  <a:lnTo>
                    <a:pt x="368" y="279"/>
                  </a:lnTo>
                  <a:lnTo>
                    <a:pt x="370" y="279"/>
                  </a:lnTo>
                  <a:lnTo>
                    <a:pt x="371" y="279"/>
                  </a:lnTo>
                  <a:lnTo>
                    <a:pt x="374" y="279"/>
                  </a:lnTo>
                  <a:lnTo>
                    <a:pt x="375" y="279"/>
                  </a:lnTo>
                  <a:lnTo>
                    <a:pt x="376" y="278"/>
                  </a:lnTo>
                  <a:lnTo>
                    <a:pt x="377" y="278"/>
                  </a:lnTo>
                  <a:lnTo>
                    <a:pt x="379" y="278"/>
                  </a:lnTo>
                  <a:lnTo>
                    <a:pt x="380" y="278"/>
                  </a:lnTo>
                  <a:lnTo>
                    <a:pt x="381" y="278"/>
                  </a:lnTo>
                  <a:lnTo>
                    <a:pt x="382" y="278"/>
                  </a:lnTo>
                  <a:lnTo>
                    <a:pt x="383" y="277"/>
                  </a:lnTo>
                  <a:lnTo>
                    <a:pt x="385" y="277"/>
                  </a:lnTo>
                  <a:lnTo>
                    <a:pt x="386" y="277"/>
                  </a:lnTo>
                  <a:lnTo>
                    <a:pt x="387" y="277"/>
                  </a:lnTo>
                  <a:lnTo>
                    <a:pt x="388" y="277"/>
                  </a:lnTo>
                  <a:lnTo>
                    <a:pt x="388" y="276"/>
                  </a:lnTo>
                  <a:lnTo>
                    <a:pt x="389" y="276"/>
                  </a:lnTo>
                  <a:lnTo>
                    <a:pt x="391" y="276"/>
                  </a:lnTo>
                  <a:lnTo>
                    <a:pt x="392" y="276"/>
                  </a:lnTo>
                  <a:lnTo>
                    <a:pt x="393" y="275"/>
                  </a:lnTo>
                  <a:lnTo>
                    <a:pt x="394" y="275"/>
                  </a:lnTo>
                  <a:lnTo>
                    <a:pt x="395" y="275"/>
                  </a:lnTo>
                  <a:lnTo>
                    <a:pt x="397" y="273"/>
                  </a:lnTo>
                  <a:lnTo>
                    <a:pt x="399" y="273"/>
                  </a:lnTo>
                  <a:lnTo>
                    <a:pt x="400" y="273"/>
                  </a:lnTo>
                  <a:lnTo>
                    <a:pt x="401" y="272"/>
                  </a:lnTo>
                  <a:lnTo>
                    <a:pt x="404" y="272"/>
                  </a:lnTo>
                  <a:lnTo>
                    <a:pt x="405" y="271"/>
                  </a:lnTo>
                  <a:lnTo>
                    <a:pt x="407" y="271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3" y="269"/>
                  </a:lnTo>
                  <a:lnTo>
                    <a:pt x="416" y="269"/>
                  </a:lnTo>
                  <a:lnTo>
                    <a:pt x="417" y="267"/>
                  </a:lnTo>
                  <a:lnTo>
                    <a:pt x="419" y="267"/>
                  </a:lnTo>
                  <a:lnTo>
                    <a:pt x="421" y="266"/>
                  </a:lnTo>
                  <a:lnTo>
                    <a:pt x="423" y="266"/>
                  </a:lnTo>
                  <a:lnTo>
                    <a:pt x="424" y="265"/>
                  </a:lnTo>
                  <a:lnTo>
                    <a:pt x="425" y="265"/>
                  </a:lnTo>
                  <a:lnTo>
                    <a:pt x="427" y="265"/>
                  </a:lnTo>
                  <a:lnTo>
                    <a:pt x="428" y="264"/>
                  </a:lnTo>
                  <a:lnTo>
                    <a:pt x="429" y="264"/>
                  </a:lnTo>
                  <a:lnTo>
                    <a:pt x="430" y="264"/>
                  </a:lnTo>
                  <a:lnTo>
                    <a:pt x="431" y="263"/>
                  </a:lnTo>
                  <a:lnTo>
                    <a:pt x="433" y="263"/>
                  </a:lnTo>
                  <a:lnTo>
                    <a:pt x="434" y="263"/>
                  </a:lnTo>
                  <a:lnTo>
                    <a:pt x="435" y="261"/>
                  </a:lnTo>
                  <a:lnTo>
                    <a:pt x="436" y="261"/>
                  </a:lnTo>
                  <a:lnTo>
                    <a:pt x="437" y="261"/>
                  </a:lnTo>
                  <a:lnTo>
                    <a:pt x="439" y="260"/>
                  </a:lnTo>
                  <a:lnTo>
                    <a:pt x="440" y="259"/>
                  </a:lnTo>
                  <a:lnTo>
                    <a:pt x="441" y="259"/>
                  </a:lnTo>
                  <a:lnTo>
                    <a:pt x="442" y="259"/>
                  </a:lnTo>
                  <a:lnTo>
                    <a:pt x="443" y="258"/>
                  </a:lnTo>
                  <a:lnTo>
                    <a:pt x="445" y="258"/>
                  </a:lnTo>
                  <a:lnTo>
                    <a:pt x="446" y="256"/>
                  </a:lnTo>
                  <a:lnTo>
                    <a:pt x="448" y="255"/>
                  </a:lnTo>
                  <a:lnTo>
                    <a:pt x="449" y="255"/>
                  </a:lnTo>
                  <a:lnTo>
                    <a:pt x="451" y="254"/>
                  </a:lnTo>
                  <a:lnTo>
                    <a:pt x="453" y="253"/>
                  </a:lnTo>
                  <a:lnTo>
                    <a:pt x="454" y="253"/>
                  </a:lnTo>
                  <a:lnTo>
                    <a:pt x="457" y="252"/>
                  </a:lnTo>
                  <a:lnTo>
                    <a:pt x="458" y="250"/>
                  </a:lnTo>
                  <a:lnTo>
                    <a:pt x="460" y="249"/>
                  </a:lnTo>
                  <a:lnTo>
                    <a:pt x="461" y="249"/>
                  </a:lnTo>
                  <a:lnTo>
                    <a:pt x="464" y="248"/>
                  </a:lnTo>
                  <a:lnTo>
                    <a:pt x="465" y="247"/>
                  </a:lnTo>
                  <a:lnTo>
                    <a:pt x="466" y="247"/>
                  </a:lnTo>
                  <a:lnTo>
                    <a:pt x="467" y="246"/>
                  </a:lnTo>
                  <a:lnTo>
                    <a:pt x="469" y="246"/>
                  </a:lnTo>
                  <a:lnTo>
                    <a:pt x="470" y="244"/>
                  </a:lnTo>
                  <a:lnTo>
                    <a:pt x="471" y="244"/>
                  </a:lnTo>
                  <a:lnTo>
                    <a:pt x="472" y="243"/>
                  </a:lnTo>
                  <a:lnTo>
                    <a:pt x="473" y="243"/>
                  </a:lnTo>
                  <a:lnTo>
                    <a:pt x="475" y="242"/>
                  </a:lnTo>
                  <a:lnTo>
                    <a:pt x="476" y="241"/>
                  </a:lnTo>
                  <a:lnTo>
                    <a:pt x="477" y="241"/>
                  </a:lnTo>
                  <a:lnTo>
                    <a:pt x="478" y="241"/>
                  </a:lnTo>
                  <a:lnTo>
                    <a:pt x="479" y="240"/>
                  </a:lnTo>
                  <a:lnTo>
                    <a:pt x="481" y="238"/>
                  </a:lnTo>
                  <a:lnTo>
                    <a:pt x="482" y="238"/>
                  </a:lnTo>
                  <a:lnTo>
                    <a:pt x="483" y="237"/>
                  </a:lnTo>
                  <a:lnTo>
                    <a:pt x="484" y="237"/>
                  </a:lnTo>
                  <a:lnTo>
                    <a:pt x="485" y="236"/>
                  </a:lnTo>
                  <a:lnTo>
                    <a:pt x="487" y="236"/>
                  </a:lnTo>
                  <a:lnTo>
                    <a:pt x="488" y="235"/>
                  </a:lnTo>
                  <a:lnTo>
                    <a:pt x="489" y="235"/>
                  </a:lnTo>
                  <a:lnTo>
                    <a:pt x="490" y="234"/>
                  </a:lnTo>
                  <a:lnTo>
                    <a:pt x="492" y="232"/>
                  </a:lnTo>
                  <a:lnTo>
                    <a:pt x="493" y="232"/>
                  </a:lnTo>
                  <a:lnTo>
                    <a:pt x="494" y="231"/>
                  </a:lnTo>
                  <a:lnTo>
                    <a:pt x="496" y="230"/>
                  </a:lnTo>
                  <a:lnTo>
                    <a:pt x="498" y="229"/>
                  </a:lnTo>
                  <a:lnTo>
                    <a:pt x="500" y="229"/>
                  </a:lnTo>
                  <a:lnTo>
                    <a:pt x="501" y="228"/>
                  </a:lnTo>
                  <a:lnTo>
                    <a:pt x="502" y="226"/>
                  </a:lnTo>
                  <a:lnTo>
                    <a:pt x="504" y="226"/>
                  </a:lnTo>
                  <a:lnTo>
                    <a:pt x="505" y="225"/>
                  </a:lnTo>
                  <a:lnTo>
                    <a:pt x="506" y="225"/>
                  </a:lnTo>
                  <a:lnTo>
                    <a:pt x="507" y="224"/>
                  </a:lnTo>
                  <a:lnTo>
                    <a:pt x="508" y="224"/>
                  </a:lnTo>
                  <a:lnTo>
                    <a:pt x="510" y="223"/>
                  </a:lnTo>
                  <a:lnTo>
                    <a:pt x="511" y="223"/>
                  </a:lnTo>
                  <a:lnTo>
                    <a:pt x="511" y="222"/>
                  </a:lnTo>
                  <a:lnTo>
                    <a:pt x="512" y="222"/>
                  </a:lnTo>
                  <a:lnTo>
                    <a:pt x="513" y="220"/>
                  </a:lnTo>
                  <a:lnTo>
                    <a:pt x="514" y="220"/>
                  </a:lnTo>
                  <a:lnTo>
                    <a:pt x="516" y="219"/>
                  </a:lnTo>
                  <a:lnTo>
                    <a:pt x="517" y="218"/>
                  </a:lnTo>
                  <a:lnTo>
                    <a:pt x="518" y="218"/>
                  </a:lnTo>
                  <a:lnTo>
                    <a:pt x="519" y="217"/>
                  </a:lnTo>
                  <a:lnTo>
                    <a:pt x="520" y="217"/>
                  </a:lnTo>
                  <a:lnTo>
                    <a:pt x="520" y="216"/>
                  </a:lnTo>
                  <a:lnTo>
                    <a:pt x="522" y="216"/>
                  </a:lnTo>
                  <a:lnTo>
                    <a:pt x="523" y="214"/>
                  </a:lnTo>
                  <a:lnTo>
                    <a:pt x="524" y="214"/>
                  </a:lnTo>
                  <a:lnTo>
                    <a:pt x="525" y="213"/>
                  </a:lnTo>
                  <a:lnTo>
                    <a:pt x="526" y="213"/>
                  </a:lnTo>
                  <a:lnTo>
                    <a:pt x="528" y="212"/>
                  </a:lnTo>
                  <a:lnTo>
                    <a:pt x="529" y="211"/>
                  </a:lnTo>
                  <a:lnTo>
                    <a:pt x="530" y="210"/>
                  </a:lnTo>
                  <a:lnTo>
                    <a:pt x="531" y="210"/>
                  </a:lnTo>
                  <a:lnTo>
                    <a:pt x="532" y="208"/>
                  </a:lnTo>
                  <a:lnTo>
                    <a:pt x="534" y="207"/>
                  </a:lnTo>
                  <a:lnTo>
                    <a:pt x="535" y="207"/>
                  </a:lnTo>
                  <a:lnTo>
                    <a:pt x="536" y="206"/>
                  </a:lnTo>
                  <a:lnTo>
                    <a:pt x="537" y="206"/>
                  </a:lnTo>
                  <a:lnTo>
                    <a:pt x="538" y="205"/>
                  </a:lnTo>
                  <a:lnTo>
                    <a:pt x="540" y="204"/>
                  </a:lnTo>
                  <a:lnTo>
                    <a:pt x="541" y="204"/>
                  </a:lnTo>
                  <a:lnTo>
                    <a:pt x="541" y="202"/>
                  </a:lnTo>
                  <a:lnTo>
                    <a:pt x="542" y="202"/>
                  </a:lnTo>
                  <a:lnTo>
                    <a:pt x="542" y="201"/>
                  </a:lnTo>
                  <a:lnTo>
                    <a:pt x="543" y="201"/>
                  </a:lnTo>
                  <a:lnTo>
                    <a:pt x="544" y="201"/>
                  </a:lnTo>
                  <a:lnTo>
                    <a:pt x="544" y="200"/>
                  </a:lnTo>
                  <a:lnTo>
                    <a:pt x="546" y="200"/>
                  </a:lnTo>
                  <a:lnTo>
                    <a:pt x="546" y="199"/>
                  </a:lnTo>
                  <a:lnTo>
                    <a:pt x="547" y="199"/>
                  </a:lnTo>
                  <a:lnTo>
                    <a:pt x="548" y="198"/>
                  </a:lnTo>
                  <a:lnTo>
                    <a:pt x="549" y="196"/>
                  </a:lnTo>
                  <a:lnTo>
                    <a:pt x="550" y="196"/>
                  </a:lnTo>
                  <a:lnTo>
                    <a:pt x="552" y="195"/>
                  </a:lnTo>
                  <a:lnTo>
                    <a:pt x="553" y="194"/>
                  </a:lnTo>
                  <a:lnTo>
                    <a:pt x="554" y="194"/>
                  </a:lnTo>
                  <a:lnTo>
                    <a:pt x="554" y="193"/>
                  </a:lnTo>
                  <a:lnTo>
                    <a:pt x="555" y="192"/>
                  </a:lnTo>
                  <a:lnTo>
                    <a:pt x="556" y="192"/>
                  </a:lnTo>
                  <a:lnTo>
                    <a:pt x="558" y="190"/>
                  </a:lnTo>
                  <a:lnTo>
                    <a:pt x="559" y="189"/>
                  </a:lnTo>
                  <a:lnTo>
                    <a:pt x="560" y="189"/>
                  </a:lnTo>
                  <a:lnTo>
                    <a:pt x="560" y="188"/>
                  </a:lnTo>
                  <a:lnTo>
                    <a:pt x="561" y="188"/>
                  </a:lnTo>
                  <a:lnTo>
                    <a:pt x="561" y="187"/>
                  </a:lnTo>
                  <a:lnTo>
                    <a:pt x="562" y="187"/>
                  </a:lnTo>
                  <a:lnTo>
                    <a:pt x="564" y="186"/>
                  </a:lnTo>
                  <a:lnTo>
                    <a:pt x="565" y="186"/>
                  </a:lnTo>
                  <a:lnTo>
                    <a:pt x="565" y="184"/>
                  </a:lnTo>
                  <a:lnTo>
                    <a:pt x="566" y="184"/>
                  </a:lnTo>
                  <a:lnTo>
                    <a:pt x="566" y="183"/>
                  </a:lnTo>
                  <a:lnTo>
                    <a:pt x="567" y="183"/>
                  </a:lnTo>
                  <a:lnTo>
                    <a:pt x="568" y="182"/>
                  </a:lnTo>
                  <a:lnTo>
                    <a:pt x="570" y="182"/>
                  </a:lnTo>
                  <a:lnTo>
                    <a:pt x="570" y="181"/>
                  </a:lnTo>
                  <a:lnTo>
                    <a:pt x="571" y="181"/>
                  </a:lnTo>
                  <a:lnTo>
                    <a:pt x="572" y="180"/>
                  </a:lnTo>
                  <a:lnTo>
                    <a:pt x="573" y="178"/>
                  </a:lnTo>
                  <a:lnTo>
                    <a:pt x="574" y="178"/>
                  </a:lnTo>
                  <a:lnTo>
                    <a:pt x="574" y="177"/>
                  </a:lnTo>
                  <a:lnTo>
                    <a:pt x="576" y="177"/>
                  </a:lnTo>
                  <a:lnTo>
                    <a:pt x="577" y="176"/>
                  </a:lnTo>
                  <a:lnTo>
                    <a:pt x="578" y="176"/>
                  </a:lnTo>
                  <a:lnTo>
                    <a:pt x="579" y="175"/>
                  </a:lnTo>
                  <a:lnTo>
                    <a:pt x="580" y="174"/>
                  </a:lnTo>
                  <a:lnTo>
                    <a:pt x="582" y="172"/>
                  </a:lnTo>
                  <a:lnTo>
                    <a:pt x="583" y="172"/>
                  </a:lnTo>
                  <a:lnTo>
                    <a:pt x="584" y="171"/>
                  </a:lnTo>
                  <a:lnTo>
                    <a:pt x="585" y="171"/>
                  </a:lnTo>
                  <a:lnTo>
                    <a:pt x="585" y="170"/>
                  </a:lnTo>
                  <a:lnTo>
                    <a:pt x="586" y="170"/>
                  </a:lnTo>
                  <a:lnTo>
                    <a:pt x="586" y="169"/>
                  </a:lnTo>
                  <a:lnTo>
                    <a:pt x="588" y="169"/>
                  </a:lnTo>
                  <a:lnTo>
                    <a:pt x="589" y="169"/>
                  </a:lnTo>
                  <a:lnTo>
                    <a:pt x="589" y="168"/>
                  </a:lnTo>
                  <a:lnTo>
                    <a:pt x="590" y="166"/>
                  </a:lnTo>
                  <a:lnTo>
                    <a:pt x="591" y="165"/>
                  </a:lnTo>
                  <a:lnTo>
                    <a:pt x="592" y="164"/>
                  </a:lnTo>
                  <a:lnTo>
                    <a:pt x="594" y="163"/>
                  </a:lnTo>
                  <a:lnTo>
                    <a:pt x="595" y="163"/>
                  </a:lnTo>
                  <a:lnTo>
                    <a:pt x="595" y="162"/>
                  </a:lnTo>
                  <a:lnTo>
                    <a:pt x="596" y="162"/>
                  </a:lnTo>
                  <a:lnTo>
                    <a:pt x="597" y="160"/>
                  </a:lnTo>
                  <a:lnTo>
                    <a:pt x="597" y="159"/>
                  </a:lnTo>
                  <a:lnTo>
                    <a:pt x="598" y="158"/>
                  </a:lnTo>
                  <a:lnTo>
                    <a:pt x="600" y="158"/>
                  </a:lnTo>
                  <a:lnTo>
                    <a:pt x="601" y="157"/>
                  </a:lnTo>
                  <a:lnTo>
                    <a:pt x="602" y="156"/>
                  </a:lnTo>
                  <a:lnTo>
                    <a:pt x="602" y="154"/>
                  </a:lnTo>
                  <a:lnTo>
                    <a:pt x="603" y="153"/>
                  </a:lnTo>
                  <a:lnTo>
                    <a:pt x="604" y="152"/>
                  </a:lnTo>
                  <a:lnTo>
                    <a:pt x="606" y="151"/>
                  </a:lnTo>
                  <a:lnTo>
                    <a:pt x="607" y="150"/>
                  </a:lnTo>
                  <a:lnTo>
                    <a:pt x="608" y="148"/>
                  </a:lnTo>
                  <a:lnTo>
                    <a:pt x="609" y="147"/>
                  </a:lnTo>
                  <a:lnTo>
                    <a:pt x="611" y="146"/>
                  </a:lnTo>
                  <a:lnTo>
                    <a:pt x="612" y="145"/>
                  </a:lnTo>
                  <a:lnTo>
                    <a:pt x="612" y="143"/>
                  </a:lnTo>
                  <a:lnTo>
                    <a:pt x="613" y="143"/>
                  </a:lnTo>
                  <a:lnTo>
                    <a:pt x="613" y="142"/>
                  </a:lnTo>
                  <a:lnTo>
                    <a:pt x="614" y="142"/>
                  </a:lnTo>
                  <a:lnTo>
                    <a:pt x="614" y="141"/>
                  </a:lnTo>
                  <a:lnTo>
                    <a:pt x="615" y="140"/>
                  </a:lnTo>
                  <a:lnTo>
                    <a:pt x="617" y="139"/>
                  </a:lnTo>
                  <a:lnTo>
                    <a:pt x="618" y="139"/>
                  </a:lnTo>
                  <a:lnTo>
                    <a:pt x="618" y="137"/>
                  </a:lnTo>
                  <a:lnTo>
                    <a:pt x="619" y="136"/>
                  </a:lnTo>
                  <a:lnTo>
                    <a:pt x="619" y="135"/>
                  </a:lnTo>
                  <a:lnTo>
                    <a:pt x="620" y="135"/>
                  </a:lnTo>
                  <a:lnTo>
                    <a:pt x="621" y="134"/>
                  </a:lnTo>
                  <a:lnTo>
                    <a:pt x="621" y="133"/>
                  </a:lnTo>
                  <a:lnTo>
                    <a:pt x="623" y="131"/>
                  </a:lnTo>
                  <a:lnTo>
                    <a:pt x="624" y="130"/>
                  </a:lnTo>
                  <a:lnTo>
                    <a:pt x="625" y="129"/>
                  </a:lnTo>
                  <a:lnTo>
                    <a:pt x="626" y="128"/>
                  </a:lnTo>
                  <a:lnTo>
                    <a:pt x="627" y="127"/>
                  </a:lnTo>
                  <a:lnTo>
                    <a:pt x="629" y="125"/>
                  </a:lnTo>
                  <a:lnTo>
                    <a:pt x="630" y="124"/>
                  </a:lnTo>
                  <a:lnTo>
                    <a:pt x="631" y="122"/>
                  </a:lnTo>
                  <a:lnTo>
                    <a:pt x="632" y="121"/>
                  </a:lnTo>
                  <a:lnTo>
                    <a:pt x="633" y="119"/>
                  </a:lnTo>
                  <a:lnTo>
                    <a:pt x="635" y="117"/>
                  </a:lnTo>
                  <a:lnTo>
                    <a:pt x="636" y="116"/>
                  </a:lnTo>
                  <a:lnTo>
                    <a:pt x="637" y="115"/>
                  </a:lnTo>
                  <a:lnTo>
                    <a:pt x="638" y="113"/>
                  </a:lnTo>
                  <a:lnTo>
                    <a:pt x="638" y="112"/>
                  </a:lnTo>
                  <a:lnTo>
                    <a:pt x="639" y="111"/>
                  </a:lnTo>
                  <a:lnTo>
                    <a:pt x="641" y="110"/>
                  </a:lnTo>
                  <a:lnTo>
                    <a:pt x="642" y="110"/>
                  </a:lnTo>
                  <a:lnTo>
                    <a:pt x="642" y="109"/>
                  </a:lnTo>
                  <a:lnTo>
                    <a:pt x="643" y="107"/>
                  </a:lnTo>
                  <a:lnTo>
                    <a:pt x="643" y="106"/>
                  </a:lnTo>
                  <a:lnTo>
                    <a:pt x="644" y="105"/>
                  </a:lnTo>
                  <a:lnTo>
                    <a:pt x="645" y="105"/>
                  </a:lnTo>
                  <a:lnTo>
                    <a:pt x="645" y="104"/>
                  </a:lnTo>
                  <a:lnTo>
                    <a:pt x="647" y="103"/>
                  </a:lnTo>
                  <a:lnTo>
                    <a:pt x="647" y="101"/>
                  </a:lnTo>
                  <a:lnTo>
                    <a:pt x="648" y="101"/>
                  </a:lnTo>
                  <a:lnTo>
                    <a:pt x="649" y="100"/>
                  </a:lnTo>
                  <a:lnTo>
                    <a:pt x="649" y="99"/>
                  </a:lnTo>
                  <a:lnTo>
                    <a:pt x="650" y="98"/>
                  </a:lnTo>
                  <a:lnTo>
                    <a:pt x="651" y="97"/>
                  </a:lnTo>
                  <a:lnTo>
                    <a:pt x="651" y="95"/>
                  </a:lnTo>
                  <a:lnTo>
                    <a:pt x="653" y="94"/>
                  </a:lnTo>
                  <a:lnTo>
                    <a:pt x="654" y="93"/>
                  </a:lnTo>
                  <a:lnTo>
                    <a:pt x="655" y="92"/>
                  </a:lnTo>
                  <a:lnTo>
                    <a:pt x="656" y="91"/>
                  </a:lnTo>
                  <a:lnTo>
                    <a:pt x="657" y="88"/>
                  </a:lnTo>
                  <a:lnTo>
                    <a:pt x="657" y="87"/>
                  </a:lnTo>
                  <a:lnTo>
                    <a:pt x="660" y="85"/>
                  </a:lnTo>
                  <a:lnTo>
                    <a:pt x="661" y="83"/>
                  </a:lnTo>
                  <a:lnTo>
                    <a:pt x="662" y="81"/>
                  </a:lnTo>
                  <a:lnTo>
                    <a:pt x="663" y="80"/>
                  </a:lnTo>
                  <a:lnTo>
                    <a:pt x="665" y="77"/>
                  </a:lnTo>
                  <a:lnTo>
                    <a:pt x="666" y="76"/>
                  </a:lnTo>
                  <a:lnTo>
                    <a:pt x="667" y="75"/>
                  </a:lnTo>
                  <a:lnTo>
                    <a:pt x="668" y="74"/>
                  </a:lnTo>
                  <a:lnTo>
                    <a:pt x="668" y="71"/>
                  </a:lnTo>
                  <a:lnTo>
                    <a:pt x="669" y="70"/>
                  </a:lnTo>
                  <a:lnTo>
                    <a:pt x="671" y="69"/>
                  </a:lnTo>
                  <a:lnTo>
                    <a:pt x="672" y="68"/>
                  </a:lnTo>
                  <a:lnTo>
                    <a:pt x="672" y="67"/>
                  </a:lnTo>
                  <a:lnTo>
                    <a:pt x="673" y="67"/>
                  </a:lnTo>
                  <a:lnTo>
                    <a:pt x="674" y="65"/>
                  </a:lnTo>
                  <a:lnTo>
                    <a:pt x="674" y="64"/>
                  </a:lnTo>
                  <a:lnTo>
                    <a:pt x="675" y="63"/>
                  </a:lnTo>
                  <a:lnTo>
                    <a:pt x="675" y="62"/>
                  </a:lnTo>
                  <a:lnTo>
                    <a:pt x="677" y="61"/>
                  </a:lnTo>
                  <a:lnTo>
                    <a:pt x="678" y="61"/>
                  </a:lnTo>
                  <a:lnTo>
                    <a:pt x="678" y="59"/>
                  </a:lnTo>
                  <a:lnTo>
                    <a:pt x="679" y="58"/>
                  </a:lnTo>
                  <a:lnTo>
                    <a:pt x="679" y="57"/>
                  </a:lnTo>
                  <a:lnTo>
                    <a:pt x="680" y="56"/>
                  </a:lnTo>
                  <a:lnTo>
                    <a:pt x="681" y="55"/>
                  </a:lnTo>
                  <a:lnTo>
                    <a:pt x="683" y="53"/>
                  </a:lnTo>
                  <a:lnTo>
                    <a:pt x="683" y="52"/>
                  </a:lnTo>
                  <a:lnTo>
                    <a:pt x="684" y="51"/>
                  </a:lnTo>
                  <a:lnTo>
                    <a:pt x="685" y="49"/>
                  </a:lnTo>
                  <a:lnTo>
                    <a:pt x="686" y="47"/>
                  </a:lnTo>
                  <a:lnTo>
                    <a:pt x="687" y="46"/>
                  </a:lnTo>
                  <a:lnTo>
                    <a:pt x="689" y="44"/>
                  </a:lnTo>
                  <a:lnTo>
                    <a:pt x="690" y="43"/>
                  </a:lnTo>
                  <a:lnTo>
                    <a:pt x="691" y="40"/>
                  </a:lnTo>
                  <a:lnTo>
                    <a:pt x="692" y="39"/>
                  </a:lnTo>
                  <a:lnTo>
                    <a:pt x="695" y="37"/>
                  </a:lnTo>
                  <a:lnTo>
                    <a:pt x="696" y="35"/>
                  </a:lnTo>
                  <a:lnTo>
                    <a:pt x="697" y="33"/>
                  </a:lnTo>
                  <a:lnTo>
                    <a:pt x="698" y="32"/>
                  </a:lnTo>
                  <a:lnTo>
                    <a:pt x="698" y="31"/>
                  </a:lnTo>
                  <a:lnTo>
                    <a:pt x="699" y="29"/>
                  </a:lnTo>
                  <a:lnTo>
                    <a:pt x="701" y="27"/>
                  </a:lnTo>
                  <a:lnTo>
                    <a:pt x="702" y="26"/>
                  </a:lnTo>
                  <a:lnTo>
                    <a:pt x="702" y="24"/>
                  </a:lnTo>
                  <a:lnTo>
                    <a:pt x="703" y="24"/>
                  </a:lnTo>
                  <a:lnTo>
                    <a:pt x="704" y="23"/>
                  </a:lnTo>
                  <a:lnTo>
                    <a:pt x="704" y="22"/>
                  </a:lnTo>
                  <a:lnTo>
                    <a:pt x="705" y="21"/>
                  </a:lnTo>
                  <a:lnTo>
                    <a:pt x="705" y="20"/>
                  </a:lnTo>
                  <a:lnTo>
                    <a:pt x="707" y="18"/>
                  </a:lnTo>
                  <a:lnTo>
                    <a:pt x="708" y="17"/>
                  </a:lnTo>
                  <a:lnTo>
                    <a:pt x="708" y="16"/>
                  </a:lnTo>
                  <a:lnTo>
                    <a:pt x="709" y="15"/>
                  </a:lnTo>
                  <a:lnTo>
                    <a:pt x="710" y="14"/>
                  </a:lnTo>
                  <a:lnTo>
                    <a:pt x="710" y="12"/>
                  </a:lnTo>
                  <a:lnTo>
                    <a:pt x="711" y="11"/>
                  </a:lnTo>
                  <a:lnTo>
                    <a:pt x="713" y="10"/>
                  </a:lnTo>
                  <a:lnTo>
                    <a:pt x="713" y="9"/>
                  </a:lnTo>
                  <a:lnTo>
                    <a:pt x="714" y="8"/>
                  </a:lnTo>
                  <a:lnTo>
                    <a:pt x="714" y="6"/>
                  </a:lnTo>
                  <a:lnTo>
                    <a:pt x="715" y="5"/>
                  </a:lnTo>
                  <a:lnTo>
                    <a:pt x="716" y="4"/>
                  </a:lnTo>
                  <a:lnTo>
                    <a:pt x="716" y="2"/>
                  </a:lnTo>
                  <a:lnTo>
                    <a:pt x="717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4" name="Freeform 235">
              <a:extLst>
                <a:ext uri="{FF2B5EF4-FFF2-40B4-BE49-F238E27FC236}">
                  <a16:creationId xmlns:a16="http://schemas.microsoft.com/office/drawing/2014/main" id="{6F3E69BD-AFA1-4413-B37B-996A97184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206"/>
              <a:ext cx="42" cy="144"/>
            </a:xfrm>
            <a:custGeom>
              <a:avLst/>
              <a:gdLst>
                <a:gd name="T0" fmla="*/ 0 w 86"/>
                <a:gd name="T1" fmla="*/ 1 h 287"/>
                <a:gd name="T2" fmla="*/ 0 w 86"/>
                <a:gd name="T3" fmla="*/ 1 h 287"/>
                <a:gd name="T4" fmla="*/ 0 w 86"/>
                <a:gd name="T5" fmla="*/ 1 h 287"/>
                <a:gd name="T6" fmla="*/ 0 w 86"/>
                <a:gd name="T7" fmla="*/ 1 h 287"/>
                <a:gd name="T8" fmla="*/ 0 w 86"/>
                <a:gd name="T9" fmla="*/ 1 h 287"/>
                <a:gd name="T10" fmla="*/ 0 w 86"/>
                <a:gd name="T11" fmla="*/ 1 h 287"/>
                <a:gd name="T12" fmla="*/ 0 w 86"/>
                <a:gd name="T13" fmla="*/ 1 h 287"/>
                <a:gd name="T14" fmla="*/ 0 w 86"/>
                <a:gd name="T15" fmla="*/ 1 h 287"/>
                <a:gd name="T16" fmla="*/ 0 w 86"/>
                <a:gd name="T17" fmla="*/ 1 h 287"/>
                <a:gd name="T18" fmla="*/ 0 w 86"/>
                <a:gd name="T19" fmla="*/ 1 h 287"/>
                <a:gd name="T20" fmla="*/ 0 w 86"/>
                <a:gd name="T21" fmla="*/ 1 h 287"/>
                <a:gd name="T22" fmla="*/ 0 w 86"/>
                <a:gd name="T23" fmla="*/ 1 h 287"/>
                <a:gd name="T24" fmla="*/ 0 w 86"/>
                <a:gd name="T25" fmla="*/ 1 h 287"/>
                <a:gd name="T26" fmla="*/ 0 w 86"/>
                <a:gd name="T27" fmla="*/ 1 h 287"/>
                <a:gd name="T28" fmla="*/ 0 w 86"/>
                <a:gd name="T29" fmla="*/ 1 h 287"/>
                <a:gd name="T30" fmla="*/ 0 w 86"/>
                <a:gd name="T31" fmla="*/ 1 h 287"/>
                <a:gd name="T32" fmla="*/ 0 w 86"/>
                <a:gd name="T33" fmla="*/ 1 h 287"/>
                <a:gd name="T34" fmla="*/ 0 w 86"/>
                <a:gd name="T35" fmla="*/ 1 h 287"/>
                <a:gd name="T36" fmla="*/ 0 w 86"/>
                <a:gd name="T37" fmla="*/ 1 h 287"/>
                <a:gd name="T38" fmla="*/ 0 w 86"/>
                <a:gd name="T39" fmla="*/ 1 h 287"/>
                <a:gd name="T40" fmla="*/ 0 w 86"/>
                <a:gd name="T41" fmla="*/ 1 h 287"/>
                <a:gd name="T42" fmla="*/ 0 w 86"/>
                <a:gd name="T43" fmla="*/ 1 h 287"/>
                <a:gd name="T44" fmla="*/ 0 w 86"/>
                <a:gd name="T45" fmla="*/ 1 h 287"/>
                <a:gd name="T46" fmla="*/ 0 w 86"/>
                <a:gd name="T47" fmla="*/ 1 h 287"/>
                <a:gd name="T48" fmla="*/ 0 w 86"/>
                <a:gd name="T49" fmla="*/ 1 h 287"/>
                <a:gd name="T50" fmla="*/ 0 w 86"/>
                <a:gd name="T51" fmla="*/ 1 h 287"/>
                <a:gd name="T52" fmla="*/ 0 w 86"/>
                <a:gd name="T53" fmla="*/ 1 h 287"/>
                <a:gd name="T54" fmla="*/ 0 w 86"/>
                <a:gd name="T55" fmla="*/ 1 h 287"/>
                <a:gd name="T56" fmla="*/ 0 w 86"/>
                <a:gd name="T57" fmla="*/ 1 h 287"/>
                <a:gd name="T58" fmla="*/ 0 w 86"/>
                <a:gd name="T59" fmla="*/ 1 h 287"/>
                <a:gd name="T60" fmla="*/ 0 w 86"/>
                <a:gd name="T61" fmla="*/ 1 h 287"/>
                <a:gd name="T62" fmla="*/ 0 w 86"/>
                <a:gd name="T63" fmla="*/ 1 h 287"/>
                <a:gd name="T64" fmla="*/ 0 w 86"/>
                <a:gd name="T65" fmla="*/ 1 h 287"/>
                <a:gd name="T66" fmla="*/ 0 w 86"/>
                <a:gd name="T67" fmla="*/ 1 h 287"/>
                <a:gd name="T68" fmla="*/ 0 w 86"/>
                <a:gd name="T69" fmla="*/ 1 h 287"/>
                <a:gd name="T70" fmla="*/ 0 w 86"/>
                <a:gd name="T71" fmla="*/ 1 h 287"/>
                <a:gd name="T72" fmla="*/ 0 w 86"/>
                <a:gd name="T73" fmla="*/ 1 h 287"/>
                <a:gd name="T74" fmla="*/ 0 w 86"/>
                <a:gd name="T75" fmla="*/ 1 h 287"/>
                <a:gd name="T76" fmla="*/ 0 w 86"/>
                <a:gd name="T77" fmla="*/ 1 h 287"/>
                <a:gd name="T78" fmla="*/ 0 w 86"/>
                <a:gd name="T79" fmla="*/ 1 h 287"/>
                <a:gd name="T80" fmla="*/ 0 w 86"/>
                <a:gd name="T81" fmla="*/ 1 h 287"/>
                <a:gd name="T82" fmla="*/ 0 w 86"/>
                <a:gd name="T83" fmla="*/ 1 h 287"/>
                <a:gd name="T84" fmla="*/ 0 w 86"/>
                <a:gd name="T85" fmla="*/ 1 h 287"/>
                <a:gd name="T86" fmla="*/ 0 w 86"/>
                <a:gd name="T87" fmla="*/ 1 h 287"/>
                <a:gd name="T88" fmla="*/ 0 w 86"/>
                <a:gd name="T89" fmla="*/ 1 h 287"/>
                <a:gd name="T90" fmla="*/ 0 w 86"/>
                <a:gd name="T91" fmla="*/ 1 h 287"/>
                <a:gd name="T92" fmla="*/ 0 w 86"/>
                <a:gd name="T93" fmla="*/ 1 h 287"/>
                <a:gd name="T94" fmla="*/ 0 w 86"/>
                <a:gd name="T95" fmla="*/ 1 h 287"/>
                <a:gd name="T96" fmla="*/ 0 w 86"/>
                <a:gd name="T97" fmla="*/ 1 h 287"/>
                <a:gd name="T98" fmla="*/ 0 w 86"/>
                <a:gd name="T99" fmla="*/ 1 h 287"/>
                <a:gd name="T100" fmla="*/ 0 w 86"/>
                <a:gd name="T101" fmla="*/ 1 h 287"/>
                <a:gd name="T102" fmla="*/ 0 w 86"/>
                <a:gd name="T103" fmla="*/ 1 h 287"/>
                <a:gd name="T104" fmla="*/ 0 w 86"/>
                <a:gd name="T105" fmla="*/ 1 h 287"/>
                <a:gd name="T106" fmla="*/ 0 w 86"/>
                <a:gd name="T107" fmla="*/ 1 h 287"/>
                <a:gd name="T108" fmla="*/ 0 w 86"/>
                <a:gd name="T109" fmla="*/ 1 h 287"/>
                <a:gd name="T110" fmla="*/ 0 w 86"/>
                <a:gd name="T111" fmla="*/ 1 h 287"/>
                <a:gd name="T112" fmla="*/ 0 w 86"/>
                <a:gd name="T113" fmla="*/ 1 h 2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7">
                  <a:moveTo>
                    <a:pt x="0" y="0"/>
                  </a:moveTo>
                  <a:lnTo>
                    <a:pt x="3" y="4"/>
                  </a:lnTo>
                  <a:lnTo>
                    <a:pt x="4" y="6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9" y="15"/>
                  </a:lnTo>
                  <a:lnTo>
                    <a:pt x="10" y="17"/>
                  </a:lnTo>
                  <a:lnTo>
                    <a:pt x="11" y="18"/>
                  </a:lnTo>
                  <a:lnTo>
                    <a:pt x="12" y="21"/>
                  </a:lnTo>
                  <a:lnTo>
                    <a:pt x="14" y="23"/>
                  </a:lnTo>
                  <a:lnTo>
                    <a:pt x="15" y="24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0"/>
                  </a:lnTo>
                  <a:lnTo>
                    <a:pt x="18" y="31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0" y="35"/>
                  </a:lnTo>
                  <a:lnTo>
                    <a:pt x="21" y="36"/>
                  </a:lnTo>
                  <a:lnTo>
                    <a:pt x="21" y="37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3" y="43"/>
                  </a:lnTo>
                  <a:lnTo>
                    <a:pt x="24" y="45"/>
                  </a:lnTo>
                  <a:lnTo>
                    <a:pt x="24" y="46"/>
                  </a:lnTo>
                  <a:lnTo>
                    <a:pt x="26" y="47"/>
                  </a:lnTo>
                  <a:lnTo>
                    <a:pt x="26" y="48"/>
                  </a:lnTo>
                  <a:lnTo>
                    <a:pt x="27" y="49"/>
                  </a:lnTo>
                  <a:lnTo>
                    <a:pt x="27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7"/>
                  </a:lnTo>
                  <a:lnTo>
                    <a:pt x="30" y="58"/>
                  </a:lnTo>
                  <a:lnTo>
                    <a:pt x="30" y="59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3"/>
                  </a:lnTo>
                  <a:lnTo>
                    <a:pt x="33" y="64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7"/>
                  </a:lnTo>
                  <a:lnTo>
                    <a:pt x="34" y="69"/>
                  </a:lnTo>
                  <a:lnTo>
                    <a:pt x="35" y="70"/>
                  </a:lnTo>
                  <a:lnTo>
                    <a:pt x="35" y="71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9" y="78"/>
                  </a:lnTo>
                  <a:lnTo>
                    <a:pt x="39" y="79"/>
                  </a:lnTo>
                  <a:lnTo>
                    <a:pt x="39" y="82"/>
                  </a:lnTo>
                  <a:lnTo>
                    <a:pt x="40" y="83"/>
                  </a:lnTo>
                  <a:lnTo>
                    <a:pt x="40" y="84"/>
                  </a:lnTo>
                  <a:lnTo>
                    <a:pt x="41" y="86"/>
                  </a:lnTo>
                  <a:lnTo>
                    <a:pt x="41" y="88"/>
                  </a:lnTo>
                  <a:lnTo>
                    <a:pt x="43" y="89"/>
                  </a:lnTo>
                  <a:lnTo>
                    <a:pt x="43" y="92"/>
                  </a:lnTo>
                  <a:lnTo>
                    <a:pt x="44" y="93"/>
                  </a:lnTo>
                  <a:lnTo>
                    <a:pt x="45" y="95"/>
                  </a:lnTo>
                  <a:lnTo>
                    <a:pt x="45" y="96"/>
                  </a:lnTo>
                  <a:lnTo>
                    <a:pt x="46" y="99"/>
                  </a:lnTo>
                  <a:lnTo>
                    <a:pt x="46" y="100"/>
                  </a:lnTo>
                  <a:lnTo>
                    <a:pt x="47" y="101"/>
                  </a:lnTo>
                  <a:lnTo>
                    <a:pt x="47" y="104"/>
                  </a:lnTo>
                  <a:lnTo>
                    <a:pt x="49" y="105"/>
                  </a:lnTo>
                  <a:lnTo>
                    <a:pt x="49" y="106"/>
                  </a:lnTo>
                  <a:lnTo>
                    <a:pt x="49" y="107"/>
                  </a:lnTo>
                  <a:lnTo>
                    <a:pt x="50" y="108"/>
                  </a:lnTo>
                  <a:lnTo>
                    <a:pt x="50" y="110"/>
                  </a:lnTo>
                  <a:lnTo>
                    <a:pt x="51" y="111"/>
                  </a:lnTo>
                  <a:lnTo>
                    <a:pt x="51" y="112"/>
                  </a:lnTo>
                  <a:lnTo>
                    <a:pt x="51" y="113"/>
                  </a:lnTo>
                  <a:lnTo>
                    <a:pt x="52" y="114"/>
                  </a:lnTo>
                  <a:lnTo>
                    <a:pt x="52" y="116"/>
                  </a:lnTo>
                  <a:lnTo>
                    <a:pt x="52" y="117"/>
                  </a:lnTo>
                  <a:lnTo>
                    <a:pt x="53" y="118"/>
                  </a:lnTo>
                  <a:lnTo>
                    <a:pt x="53" y="119"/>
                  </a:lnTo>
                  <a:lnTo>
                    <a:pt x="53" y="120"/>
                  </a:lnTo>
                  <a:lnTo>
                    <a:pt x="53" y="122"/>
                  </a:lnTo>
                  <a:lnTo>
                    <a:pt x="55" y="123"/>
                  </a:lnTo>
                  <a:lnTo>
                    <a:pt x="55" y="124"/>
                  </a:lnTo>
                  <a:lnTo>
                    <a:pt x="55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7" y="129"/>
                  </a:lnTo>
                  <a:lnTo>
                    <a:pt x="57" y="131"/>
                  </a:lnTo>
                  <a:lnTo>
                    <a:pt x="57" y="132"/>
                  </a:lnTo>
                  <a:lnTo>
                    <a:pt x="58" y="135"/>
                  </a:lnTo>
                  <a:lnTo>
                    <a:pt x="58" y="136"/>
                  </a:lnTo>
                  <a:lnTo>
                    <a:pt x="59" y="138"/>
                  </a:lnTo>
                  <a:lnTo>
                    <a:pt x="61" y="141"/>
                  </a:lnTo>
                  <a:lnTo>
                    <a:pt x="61" y="142"/>
                  </a:lnTo>
                  <a:lnTo>
                    <a:pt x="61" y="143"/>
                  </a:lnTo>
                  <a:lnTo>
                    <a:pt x="62" y="146"/>
                  </a:lnTo>
                  <a:lnTo>
                    <a:pt x="62" y="147"/>
                  </a:lnTo>
                  <a:lnTo>
                    <a:pt x="63" y="148"/>
                  </a:lnTo>
                  <a:lnTo>
                    <a:pt x="63" y="149"/>
                  </a:lnTo>
                  <a:lnTo>
                    <a:pt x="63" y="150"/>
                  </a:lnTo>
                  <a:lnTo>
                    <a:pt x="64" y="152"/>
                  </a:lnTo>
                  <a:lnTo>
                    <a:pt x="64" y="153"/>
                  </a:lnTo>
                  <a:lnTo>
                    <a:pt x="64" y="154"/>
                  </a:lnTo>
                  <a:lnTo>
                    <a:pt x="64" y="155"/>
                  </a:lnTo>
                  <a:lnTo>
                    <a:pt x="65" y="156"/>
                  </a:lnTo>
                  <a:lnTo>
                    <a:pt x="65" y="158"/>
                  </a:lnTo>
                  <a:lnTo>
                    <a:pt x="65" y="159"/>
                  </a:lnTo>
                  <a:lnTo>
                    <a:pt x="67" y="159"/>
                  </a:lnTo>
                  <a:lnTo>
                    <a:pt x="67" y="160"/>
                  </a:lnTo>
                  <a:lnTo>
                    <a:pt x="67" y="161"/>
                  </a:lnTo>
                  <a:lnTo>
                    <a:pt x="67" y="162"/>
                  </a:lnTo>
                  <a:lnTo>
                    <a:pt x="68" y="164"/>
                  </a:lnTo>
                  <a:lnTo>
                    <a:pt x="68" y="165"/>
                  </a:lnTo>
                  <a:lnTo>
                    <a:pt x="68" y="166"/>
                  </a:lnTo>
                  <a:lnTo>
                    <a:pt x="69" y="167"/>
                  </a:lnTo>
                  <a:lnTo>
                    <a:pt x="69" y="168"/>
                  </a:lnTo>
                  <a:lnTo>
                    <a:pt x="69" y="170"/>
                  </a:lnTo>
                  <a:lnTo>
                    <a:pt x="70" y="171"/>
                  </a:lnTo>
                  <a:lnTo>
                    <a:pt x="70" y="173"/>
                  </a:lnTo>
                  <a:lnTo>
                    <a:pt x="70" y="174"/>
                  </a:lnTo>
                  <a:lnTo>
                    <a:pt x="71" y="176"/>
                  </a:lnTo>
                  <a:lnTo>
                    <a:pt x="71" y="178"/>
                  </a:lnTo>
                  <a:lnTo>
                    <a:pt x="73" y="180"/>
                  </a:lnTo>
                  <a:lnTo>
                    <a:pt x="73" y="182"/>
                  </a:lnTo>
                  <a:lnTo>
                    <a:pt x="74" y="184"/>
                  </a:lnTo>
                  <a:lnTo>
                    <a:pt x="74" y="185"/>
                  </a:lnTo>
                  <a:lnTo>
                    <a:pt x="75" y="188"/>
                  </a:lnTo>
                  <a:lnTo>
                    <a:pt x="75" y="189"/>
                  </a:lnTo>
                  <a:lnTo>
                    <a:pt x="75" y="190"/>
                  </a:lnTo>
                  <a:lnTo>
                    <a:pt x="76" y="191"/>
                  </a:lnTo>
                  <a:lnTo>
                    <a:pt x="76" y="192"/>
                  </a:lnTo>
                  <a:lnTo>
                    <a:pt x="76" y="194"/>
                  </a:lnTo>
                  <a:lnTo>
                    <a:pt x="77" y="195"/>
                  </a:lnTo>
                  <a:lnTo>
                    <a:pt x="77" y="196"/>
                  </a:lnTo>
                  <a:lnTo>
                    <a:pt x="77" y="197"/>
                  </a:lnTo>
                  <a:lnTo>
                    <a:pt x="77" y="199"/>
                  </a:lnTo>
                  <a:lnTo>
                    <a:pt x="79" y="200"/>
                  </a:lnTo>
                  <a:lnTo>
                    <a:pt x="79" y="201"/>
                  </a:lnTo>
                  <a:lnTo>
                    <a:pt x="79" y="202"/>
                  </a:lnTo>
                  <a:lnTo>
                    <a:pt x="79" y="203"/>
                  </a:lnTo>
                  <a:lnTo>
                    <a:pt x="79" y="205"/>
                  </a:lnTo>
                  <a:lnTo>
                    <a:pt x="79" y="206"/>
                  </a:lnTo>
                  <a:lnTo>
                    <a:pt x="80" y="207"/>
                  </a:lnTo>
                  <a:lnTo>
                    <a:pt x="80" y="208"/>
                  </a:lnTo>
                  <a:lnTo>
                    <a:pt x="80" y="209"/>
                  </a:lnTo>
                  <a:lnTo>
                    <a:pt x="80" y="211"/>
                  </a:lnTo>
                  <a:lnTo>
                    <a:pt x="80" y="212"/>
                  </a:lnTo>
                  <a:lnTo>
                    <a:pt x="80" y="213"/>
                  </a:lnTo>
                  <a:lnTo>
                    <a:pt x="80" y="214"/>
                  </a:lnTo>
                  <a:lnTo>
                    <a:pt x="80" y="215"/>
                  </a:lnTo>
                  <a:lnTo>
                    <a:pt x="80" y="218"/>
                  </a:lnTo>
                  <a:lnTo>
                    <a:pt x="81" y="219"/>
                  </a:lnTo>
                  <a:lnTo>
                    <a:pt x="81" y="220"/>
                  </a:lnTo>
                  <a:lnTo>
                    <a:pt x="81" y="223"/>
                  </a:lnTo>
                  <a:lnTo>
                    <a:pt x="81" y="224"/>
                  </a:lnTo>
                  <a:lnTo>
                    <a:pt x="81" y="225"/>
                  </a:lnTo>
                  <a:lnTo>
                    <a:pt x="81" y="227"/>
                  </a:lnTo>
                  <a:lnTo>
                    <a:pt x="81" y="229"/>
                  </a:lnTo>
                  <a:lnTo>
                    <a:pt x="81" y="230"/>
                  </a:lnTo>
                  <a:lnTo>
                    <a:pt x="81" y="231"/>
                  </a:lnTo>
                  <a:lnTo>
                    <a:pt x="81" y="232"/>
                  </a:lnTo>
                  <a:lnTo>
                    <a:pt x="82" y="233"/>
                  </a:lnTo>
                  <a:lnTo>
                    <a:pt x="82" y="235"/>
                  </a:lnTo>
                  <a:lnTo>
                    <a:pt x="82" y="236"/>
                  </a:lnTo>
                  <a:lnTo>
                    <a:pt x="82" y="237"/>
                  </a:lnTo>
                  <a:lnTo>
                    <a:pt x="82" y="238"/>
                  </a:lnTo>
                  <a:lnTo>
                    <a:pt x="82" y="239"/>
                  </a:lnTo>
                  <a:lnTo>
                    <a:pt x="82" y="241"/>
                  </a:lnTo>
                  <a:lnTo>
                    <a:pt x="82" y="242"/>
                  </a:lnTo>
                  <a:lnTo>
                    <a:pt x="82" y="243"/>
                  </a:lnTo>
                  <a:lnTo>
                    <a:pt x="83" y="243"/>
                  </a:lnTo>
                  <a:lnTo>
                    <a:pt x="83" y="244"/>
                  </a:lnTo>
                  <a:lnTo>
                    <a:pt x="83" y="245"/>
                  </a:lnTo>
                  <a:lnTo>
                    <a:pt x="83" y="247"/>
                  </a:lnTo>
                  <a:lnTo>
                    <a:pt x="83" y="248"/>
                  </a:lnTo>
                  <a:lnTo>
                    <a:pt x="85" y="249"/>
                  </a:lnTo>
                  <a:lnTo>
                    <a:pt x="85" y="250"/>
                  </a:lnTo>
                  <a:lnTo>
                    <a:pt x="85" y="251"/>
                  </a:lnTo>
                  <a:lnTo>
                    <a:pt x="85" y="253"/>
                  </a:lnTo>
                  <a:lnTo>
                    <a:pt x="85" y="254"/>
                  </a:lnTo>
                  <a:lnTo>
                    <a:pt x="85" y="255"/>
                  </a:lnTo>
                  <a:lnTo>
                    <a:pt x="86" y="255"/>
                  </a:lnTo>
                  <a:lnTo>
                    <a:pt x="86" y="256"/>
                  </a:lnTo>
                  <a:lnTo>
                    <a:pt x="86" y="257"/>
                  </a:lnTo>
                  <a:lnTo>
                    <a:pt x="86" y="259"/>
                  </a:lnTo>
                  <a:lnTo>
                    <a:pt x="86" y="260"/>
                  </a:lnTo>
                  <a:lnTo>
                    <a:pt x="86" y="261"/>
                  </a:lnTo>
                  <a:lnTo>
                    <a:pt x="86" y="262"/>
                  </a:lnTo>
                  <a:lnTo>
                    <a:pt x="86" y="263"/>
                  </a:lnTo>
                  <a:lnTo>
                    <a:pt x="86" y="265"/>
                  </a:lnTo>
                  <a:lnTo>
                    <a:pt x="86" y="266"/>
                  </a:lnTo>
                  <a:lnTo>
                    <a:pt x="86" y="267"/>
                  </a:lnTo>
                  <a:lnTo>
                    <a:pt x="86" y="268"/>
                  </a:lnTo>
                  <a:lnTo>
                    <a:pt x="86" y="269"/>
                  </a:lnTo>
                  <a:lnTo>
                    <a:pt x="86" y="271"/>
                  </a:lnTo>
                  <a:lnTo>
                    <a:pt x="86" y="273"/>
                  </a:lnTo>
                  <a:lnTo>
                    <a:pt x="86" y="274"/>
                  </a:lnTo>
                  <a:lnTo>
                    <a:pt x="86" y="275"/>
                  </a:lnTo>
                  <a:lnTo>
                    <a:pt x="86" y="278"/>
                  </a:lnTo>
                  <a:lnTo>
                    <a:pt x="86" y="279"/>
                  </a:lnTo>
                  <a:lnTo>
                    <a:pt x="86" y="281"/>
                  </a:lnTo>
                  <a:lnTo>
                    <a:pt x="86" y="283"/>
                  </a:lnTo>
                  <a:lnTo>
                    <a:pt x="86" y="285"/>
                  </a:lnTo>
                  <a:lnTo>
                    <a:pt x="85" y="287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5" name="Freeform 236">
              <a:extLst>
                <a:ext uri="{FF2B5EF4-FFF2-40B4-BE49-F238E27FC236}">
                  <a16:creationId xmlns:a16="http://schemas.microsoft.com/office/drawing/2014/main" id="{D7D31139-601E-4565-8984-08D43FC6D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349"/>
              <a:ext cx="42" cy="144"/>
            </a:xfrm>
            <a:custGeom>
              <a:avLst/>
              <a:gdLst>
                <a:gd name="T0" fmla="*/ 0 w 86"/>
                <a:gd name="T1" fmla="*/ 1 h 288"/>
                <a:gd name="T2" fmla="*/ 0 w 86"/>
                <a:gd name="T3" fmla="*/ 1 h 288"/>
                <a:gd name="T4" fmla="*/ 0 w 86"/>
                <a:gd name="T5" fmla="*/ 1 h 288"/>
                <a:gd name="T6" fmla="*/ 0 w 86"/>
                <a:gd name="T7" fmla="*/ 1 h 288"/>
                <a:gd name="T8" fmla="*/ 0 w 86"/>
                <a:gd name="T9" fmla="*/ 1 h 288"/>
                <a:gd name="T10" fmla="*/ 0 w 86"/>
                <a:gd name="T11" fmla="*/ 1 h 288"/>
                <a:gd name="T12" fmla="*/ 0 w 86"/>
                <a:gd name="T13" fmla="*/ 1 h 288"/>
                <a:gd name="T14" fmla="*/ 0 w 86"/>
                <a:gd name="T15" fmla="*/ 1 h 288"/>
                <a:gd name="T16" fmla="*/ 0 w 86"/>
                <a:gd name="T17" fmla="*/ 1 h 288"/>
                <a:gd name="T18" fmla="*/ 0 w 86"/>
                <a:gd name="T19" fmla="*/ 1 h 288"/>
                <a:gd name="T20" fmla="*/ 0 w 86"/>
                <a:gd name="T21" fmla="*/ 1 h 288"/>
                <a:gd name="T22" fmla="*/ 0 w 86"/>
                <a:gd name="T23" fmla="*/ 1 h 288"/>
                <a:gd name="T24" fmla="*/ 0 w 86"/>
                <a:gd name="T25" fmla="*/ 1 h 288"/>
                <a:gd name="T26" fmla="*/ 0 w 86"/>
                <a:gd name="T27" fmla="*/ 1 h 288"/>
                <a:gd name="T28" fmla="*/ 0 w 86"/>
                <a:gd name="T29" fmla="*/ 1 h 288"/>
                <a:gd name="T30" fmla="*/ 0 w 86"/>
                <a:gd name="T31" fmla="*/ 1 h 288"/>
                <a:gd name="T32" fmla="*/ 0 w 86"/>
                <a:gd name="T33" fmla="*/ 1 h 288"/>
                <a:gd name="T34" fmla="*/ 0 w 86"/>
                <a:gd name="T35" fmla="*/ 1 h 288"/>
                <a:gd name="T36" fmla="*/ 0 w 86"/>
                <a:gd name="T37" fmla="*/ 1 h 288"/>
                <a:gd name="T38" fmla="*/ 0 w 86"/>
                <a:gd name="T39" fmla="*/ 1 h 288"/>
                <a:gd name="T40" fmla="*/ 0 w 86"/>
                <a:gd name="T41" fmla="*/ 1 h 288"/>
                <a:gd name="T42" fmla="*/ 0 w 86"/>
                <a:gd name="T43" fmla="*/ 1 h 288"/>
                <a:gd name="T44" fmla="*/ 0 w 86"/>
                <a:gd name="T45" fmla="*/ 1 h 288"/>
                <a:gd name="T46" fmla="*/ 0 w 86"/>
                <a:gd name="T47" fmla="*/ 1 h 288"/>
                <a:gd name="T48" fmla="*/ 0 w 86"/>
                <a:gd name="T49" fmla="*/ 1 h 288"/>
                <a:gd name="T50" fmla="*/ 0 w 86"/>
                <a:gd name="T51" fmla="*/ 1 h 288"/>
                <a:gd name="T52" fmla="*/ 0 w 86"/>
                <a:gd name="T53" fmla="*/ 1 h 288"/>
                <a:gd name="T54" fmla="*/ 0 w 86"/>
                <a:gd name="T55" fmla="*/ 1 h 288"/>
                <a:gd name="T56" fmla="*/ 0 w 86"/>
                <a:gd name="T57" fmla="*/ 1 h 288"/>
                <a:gd name="T58" fmla="*/ 0 w 86"/>
                <a:gd name="T59" fmla="*/ 1 h 288"/>
                <a:gd name="T60" fmla="*/ 0 w 86"/>
                <a:gd name="T61" fmla="*/ 1 h 288"/>
                <a:gd name="T62" fmla="*/ 0 w 86"/>
                <a:gd name="T63" fmla="*/ 1 h 288"/>
                <a:gd name="T64" fmla="*/ 0 w 86"/>
                <a:gd name="T65" fmla="*/ 1 h 288"/>
                <a:gd name="T66" fmla="*/ 0 w 86"/>
                <a:gd name="T67" fmla="*/ 1 h 288"/>
                <a:gd name="T68" fmla="*/ 0 w 86"/>
                <a:gd name="T69" fmla="*/ 1 h 288"/>
                <a:gd name="T70" fmla="*/ 0 w 86"/>
                <a:gd name="T71" fmla="*/ 1 h 288"/>
                <a:gd name="T72" fmla="*/ 0 w 86"/>
                <a:gd name="T73" fmla="*/ 1 h 288"/>
                <a:gd name="T74" fmla="*/ 0 w 86"/>
                <a:gd name="T75" fmla="*/ 1 h 288"/>
                <a:gd name="T76" fmla="*/ 0 w 86"/>
                <a:gd name="T77" fmla="*/ 1 h 288"/>
                <a:gd name="T78" fmla="*/ 0 w 86"/>
                <a:gd name="T79" fmla="*/ 1 h 288"/>
                <a:gd name="T80" fmla="*/ 0 w 86"/>
                <a:gd name="T81" fmla="*/ 1 h 288"/>
                <a:gd name="T82" fmla="*/ 0 w 86"/>
                <a:gd name="T83" fmla="*/ 1 h 288"/>
                <a:gd name="T84" fmla="*/ 0 w 86"/>
                <a:gd name="T85" fmla="*/ 1 h 288"/>
                <a:gd name="T86" fmla="*/ 0 w 86"/>
                <a:gd name="T87" fmla="*/ 1 h 288"/>
                <a:gd name="T88" fmla="*/ 0 w 86"/>
                <a:gd name="T89" fmla="*/ 1 h 288"/>
                <a:gd name="T90" fmla="*/ 0 w 86"/>
                <a:gd name="T91" fmla="*/ 1 h 288"/>
                <a:gd name="T92" fmla="*/ 0 w 86"/>
                <a:gd name="T93" fmla="*/ 1 h 288"/>
                <a:gd name="T94" fmla="*/ 0 w 86"/>
                <a:gd name="T95" fmla="*/ 1 h 288"/>
                <a:gd name="T96" fmla="*/ 0 w 86"/>
                <a:gd name="T97" fmla="*/ 1 h 288"/>
                <a:gd name="T98" fmla="*/ 0 w 86"/>
                <a:gd name="T99" fmla="*/ 1 h 288"/>
                <a:gd name="T100" fmla="*/ 0 w 86"/>
                <a:gd name="T101" fmla="*/ 1 h 288"/>
                <a:gd name="T102" fmla="*/ 0 w 86"/>
                <a:gd name="T103" fmla="*/ 1 h 288"/>
                <a:gd name="T104" fmla="*/ 0 w 86"/>
                <a:gd name="T105" fmla="*/ 1 h 288"/>
                <a:gd name="T106" fmla="*/ 0 w 86"/>
                <a:gd name="T107" fmla="*/ 1 h 288"/>
                <a:gd name="T108" fmla="*/ 0 w 86"/>
                <a:gd name="T109" fmla="*/ 1 h 288"/>
                <a:gd name="T110" fmla="*/ 0 w 86"/>
                <a:gd name="T111" fmla="*/ 1 h 288"/>
                <a:gd name="T112" fmla="*/ 0 w 86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8">
                  <a:moveTo>
                    <a:pt x="0" y="288"/>
                  </a:moveTo>
                  <a:lnTo>
                    <a:pt x="3" y="284"/>
                  </a:lnTo>
                  <a:lnTo>
                    <a:pt x="4" y="282"/>
                  </a:lnTo>
                  <a:lnTo>
                    <a:pt x="6" y="278"/>
                  </a:lnTo>
                  <a:lnTo>
                    <a:pt x="8" y="276"/>
                  </a:lnTo>
                  <a:lnTo>
                    <a:pt x="9" y="273"/>
                  </a:lnTo>
                  <a:lnTo>
                    <a:pt x="10" y="271"/>
                  </a:lnTo>
                  <a:lnTo>
                    <a:pt x="11" y="268"/>
                  </a:lnTo>
                  <a:lnTo>
                    <a:pt x="12" y="267"/>
                  </a:lnTo>
                  <a:lnTo>
                    <a:pt x="14" y="265"/>
                  </a:lnTo>
                  <a:lnTo>
                    <a:pt x="15" y="264"/>
                  </a:lnTo>
                  <a:lnTo>
                    <a:pt x="15" y="261"/>
                  </a:lnTo>
                  <a:lnTo>
                    <a:pt x="16" y="260"/>
                  </a:lnTo>
                  <a:lnTo>
                    <a:pt x="17" y="259"/>
                  </a:lnTo>
                  <a:lnTo>
                    <a:pt x="17" y="257"/>
                  </a:lnTo>
                  <a:lnTo>
                    <a:pt x="18" y="256"/>
                  </a:lnTo>
                  <a:lnTo>
                    <a:pt x="18" y="255"/>
                  </a:lnTo>
                  <a:lnTo>
                    <a:pt x="20" y="254"/>
                  </a:lnTo>
                  <a:lnTo>
                    <a:pt x="20" y="253"/>
                  </a:lnTo>
                  <a:lnTo>
                    <a:pt x="21" y="251"/>
                  </a:lnTo>
                  <a:lnTo>
                    <a:pt x="21" y="250"/>
                  </a:lnTo>
                  <a:lnTo>
                    <a:pt x="22" y="249"/>
                  </a:lnTo>
                  <a:lnTo>
                    <a:pt x="22" y="248"/>
                  </a:lnTo>
                  <a:lnTo>
                    <a:pt x="23" y="247"/>
                  </a:lnTo>
                  <a:lnTo>
                    <a:pt x="23" y="245"/>
                  </a:lnTo>
                  <a:lnTo>
                    <a:pt x="23" y="244"/>
                  </a:lnTo>
                  <a:lnTo>
                    <a:pt x="24" y="243"/>
                  </a:lnTo>
                  <a:lnTo>
                    <a:pt x="24" y="242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7" y="237"/>
                  </a:lnTo>
                  <a:lnTo>
                    <a:pt x="27" y="236"/>
                  </a:lnTo>
                  <a:lnTo>
                    <a:pt x="28" y="235"/>
                  </a:lnTo>
                  <a:lnTo>
                    <a:pt x="28" y="232"/>
                  </a:lnTo>
                  <a:lnTo>
                    <a:pt x="29" y="231"/>
                  </a:lnTo>
                  <a:lnTo>
                    <a:pt x="30" y="230"/>
                  </a:lnTo>
                  <a:lnTo>
                    <a:pt x="30" y="229"/>
                  </a:lnTo>
                  <a:lnTo>
                    <a:pt x="30" y="227"/>
                  </a:lnTo>
                  <a:lnTo>
                    <a:pt x="32" y="226"/>
                  </a:lnTo>
                  <a:lnTo>
                    <a:pt x="32" y="225"/>
                  </a:lnTo>
                  <a:lnTo>
                    <a:pt x="33" y="224"/>
                  </a:lnTo>
                  <a:lnTo>
                    <a:pt x="33" y="223"/>
                  </a:lnTo>
                  <a:lnTo>
                    <a:pt x="33" y="221"/>
                  </a:lnTo>
                  <a:lnTo>
                    <a:pt x="34" y="220"/>
                  </a:lnTo>
                  <a:lnTo>
                    <a:pt x="34" y="219"/>
                  </a:lnTo>
                  <a:lnTo>
                    <a:pt x="35" y="218"/>
                  </a:lnTo>
                  <a:lnTo>
                    <a:pt x="35" y="217"/>
                  </a:lnTo>
                  <a:lnTo>
                    <a:pt x="35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3"/>
                  </a:lnTo>
                  <a:lnTo>
                    <a:pt x="38" y="212"/>
                  </a:lnTo>
                  <a:lnTo>
                    <a:pt x="38" y="211"/>
                  </a:lnTo>
                  <a:lnTo>
                    <a:pt x="38" y="209"/>
                  </a:lnTo>
                  <a:lnTo>
                    <a:pt x="39" y="208"/>
                  </a:lnTo>
                  <a:lnTo>
                    <a:pt x="39" y="207"/>
                  </a:lnTo>
                  <a:lnTo>
                    <a:pt x="39" y="206"/>
                  </a:lnTo>
                  <a:lnTo>
                    <a:pt x="40" y="205"/>
                  </a:lnTo>
                  <a:lnTo>
                    <a:pt x="40" y="203"/>
                  </a:lnTo>
                  <a:lnTo>
                    <a:pt x="41" y="202"/>
                  </a:lnTo>
                  <a:lnTo>
                    <a:pt x="41" y="200"/>
                  </a:lnTo>
                  <a:lnTo>
                    <a:pt x="43" y="199"/>
                  </a:lnTo>
                  <a:lnTo>
                    <a:pt x="43" y="196"/>
                  </a:lnTo>
                  <a:lnTo>
                    <a:pt x="44" y="195"/>
                  </a:lnTo>
                  <a:lnTo>
                    <a:pt x="45" y="193"/>
                  </a:lnTo>
                  <a:lnTo>
                    <a:pt x="45" y="190"/>
                  </a:lnTo>
                  <a:lnTo>
                    <a:pt x="46" y="189"/>
                  </a:lnTo>
                  <a:lnTo>
                    <a:pt x="46" y="188"/>
                  </a:lnTo>
                  <a:lnTo>
                    <a:pt x="47" y="185"/>
                  </a:lnTo>
                  <a:lnTo>
                    <a:pt x="47" y="184"/>
                  </a:lnTo>
                  <a:lnTo>
                    <a:pt x="49" y="183"/>
                  </a:lnTo>
                  <a:lnTo>
                    <a:pt x="49" y="182"/>
                  </a:lnTo>
                  <a:lnTo>
                    <a:pt x="49" y="181"/>
                  </a:lnTo>
                  <a:lnTo>
                    <a:pt x="50" y="179"/>
                  </a:lnTo>
                  <a:lnTo>
                    <a:pt x="50" y="178"/>
                  </a:lnTo>
                  <a:lnTo>
                    <a:pt x="51" y="177"/>
                  </a:lnTo>
                  <a:lnTo>
                    <a:pt x="51" y="176"/>
                  </a:lnTo>
                  <a:lnTo>
                    <a:pt x="51" y="175"/>
                  </a:lnTo>
                  <a:lnTo>
                    <a:pt x="51" y="173"/>
                  </a:lnTo>
                  <a:lnTo>
                    <a:pt x="52" y="173"/>
                  </a:lnTo>
                  <a:lnTo>
                    <a:pt x="52" y="172"/>
                  </a:lnTo>
                  <a:lnTo>
                    <a:pt x="52" y="171"/>
                  </a:lnTo>
                  <a:lnTo>
                    <a:pt x="53" y="170"/>
                  </a:lnTo>
                  <a:lnTo>
                    <a:pt x="53" y="169"/>
                  </a:lnTo>
                  <a:lnTo>
                    <a:pt x="53" y="167"/>
                  </a:lnTo>
                  <a:lnTo>
                    <a:pt x="53" y="166"/>
                  </a:lnTo>
                  <a:lnTo>
                    <a:pt x="55" y="165"/>
                  </a:lnTo>
                  <a:lnTo>
                    <a:pt x="55" y="164"/>
                  </a:lnTo>
                  <a:lnTo>
                    <a:pt x="55" y="163"/>
                  </a:lnTo>
                  <a:lnTo>
                    <a:pt x="56" y="161"/>
                  </a:lnTo>
                  <a:lnTo>
                    <a:pt x="56" y="160"/>
                  </a:lnTo>
                  <a:lnTo>
                    <a:pt x="57" y="158"/>
                  </a:lnTo>
                  <a:lnTo>
                    <a:pt x="57" y="157"/>
                  </a:lnTo>
                  <a:lnTo>
                    <a:pt x="57" y="155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9" y="149"/>
                  </a:lnTo>
                  <a:lnTo>
                    <a:pt x="61" y="147"/>
                  </a:lnTo>
                  <a:lnTo>
                    <a:pt x="61" y="146"/>
                  </a:lnTo>
                  <a:lnTo>
                    <a:pt x="61" y="143"/>
                  </a:lnTo>
                  <a:lnTo>
                    <a:pt x="62" y="142"/>
                  </a:lnTo>
                  <a:lnTo>
                    <a:pt x="62" y="141"/>
                  </a:lnTo>
                  <a:lnTo>
                    <a:pt x="63" y="140"/>
                  </a:lnTo>
                  <a:lnTo>
                    <a:pt x="63" y="138"/>
                  </a:lnTo>
                  <a:lnTo>
                    <a:pt x="63" y="137"/>
                  </a:lnTo>
                  <a:lnTo>
                    <a:pt x="64" y="136"/>
                  </a:lnTo>
                  <a:lnTo>
                    <a:pt x="64" y="135"/>
                  </a:lnTo>
                  <a:lnTo>
                    <a:pt x="64" y="134"/>
                  </a:lnTo>
                  <a:lnTo>
                    <a:pt x="64" y="132"/>
                  </a:lnTo>
                  <a:lnTo>
                    <a:pt x="65" y="131"/>
                  </a:lnTo>
                  <a:lnTo>
                    <a:pt x="65" y="130"/>
                  </a:lnTo>
                  <a:lnTo>
                    <a:pt x="65" y="129"/>
                  </a:lnTo>
                  <a:lnTo>
                    <a:pt x="67" y="128"/>
                  </a:lnTo>
                  <a:lnTo>
                    <a:pt x="67" y="126"/>
                  </a:lnTo>
                  <a:lnTo>
                    <a:pt x="67" y="125"/>
                  </a:lnTo>
                  <a:lnTo>
                    <a:pt x="68" y="124"/>
                  </a:lnTo>
                  <a:lnTo>
                    <a:pt x="68" y="123"/>
                  </a:lnTo>
                  <a:lnTo>
                    <a:pt x="68" y="122"/>
                  </a:lnTo>
                  <a:lnTo>
                    <a:pt x="69" y="120"/>
                  </a:lnTo>
                  <a:lnTo>
                    <a:pt x="69" y="119"/>
                  </a:lnTo>
                  <a:lnTo>
                    <a:pt x="69" y="118"/>
                  </a:lnTo>
                  <a:lnTo>
                    <a:pt x="70" y="116"/>
                  </a:lnTo>
                  <a:lnTo>
                    <a:pt x="70" y="114"/>
                  </a:lnTo>
                  <a:lnTo>
                    <a:pt x="70" y="113"/>
                  </a:lnTo>
                  <a:lnTo>
                    <a:pt x="71" y="111"/>
                  </a:lnTo>
                  <a:lnTo>
                    <a:pt x="71" y="110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4" y="104"/>
                  </a:lnTo>
                  <a:lnTo>
                    <a:pt x="74" y="102"/>
                  </a:lnTo>
                  <a:lnTo>
                    <a:pt x="75" y="100"/>
                  </a:lnTo>
                  <a:lnTo>
                    <a:pt x="75" y="99"/>
                  </a:lnTo>
                  <a:lnTo>
                    <a:pt x="75" y="98"/>
                  </a:lnTo>
                  <a:lnTo>
                    <a:pt x="76" y="96"/>
                  </a:lnTo>
                  <a:lnTo>
                    <a:pt x="76" y="94"/>
                  </a:lnTo>
                  <a:lnTo>
                    <a:pt x="76" y="93"/>
                  </a:lnTo>
                  <a:lnTo>
                    <a:pt x="77" y="92"/>
                  </a:lnTo>
                  <a:lnTo>
                    <a:pt x="77" y="90"/>
                  </a:lnTo>
                  <a:lnTo>
                    <a:pt x="77" y="89"/>
                  </a:lnTo>
                  <a:lnTo>
                    <a:pt x="79" y="88"/>
                  </a:lnTo>
                  <a:lnTo>
                    <a:pt x="79" y="87"/>
                  </a:lnTo>
                  <a:lnTo>
                    <a:pt x="79" y="86"/>
                  </a:lnTo>
                  <a:lnTo>
                    <a:pt x="79" y="84"/>
                  </a:lnTo>
                  <a:lnTo>
                    <a:pt x="79" y="83"/>
                  </a:lnTo>
                  <a:lnTo>
                    <a:pt x="79" y="82"/>
                  </a:lnTo>
                  <a:lnTo>
                    <a:pt x="80" y="81"/>
                  </a:lnTo>
                  <a:lnTo>
                    <a:pt x="80" y="80"/>
                  </a:lnTo>
                  <a:lnTo>
                    <a:pt x="80" y="78"/>
                  </a:lnTo>
                  <a:lnTo>
                    <a:pt x="80" y="77"/>
                  </a:lnTo>
                  <a:lnTo>
                    <a:pt x="80" y="76"/>
                  </a:lnTo>
                  <a:lnTo>
                    <a:pt x="80" y="75"/>
                  </a:lnTo>
                  <a:lnTo>
                    <a:pt x="80" y="74"/>
                  </a:lnTo>
                  <a:lnTo>
                    <a:pt x="80" y="71"/>
                  </a:lnTo>
                  <a:lnTo>
                    <a:pt x="80" y="70"/>
                  </a:lnTo>
                  <a:lnTo>
                    <a:pt x="81" y="69"/>
                  </a:lnTo>
                  <a:lnTo>
                    <a:pt x="81" y="66"/>
                  </a:lnTo>
                  <a:lnTo>
                    <a:pt x="81" y="65"/>
                  </a:lnTo>
                  <a:lnTo>
                    <a:pt x="81" y="64"/>
                  </a:lnTo>
                  <a:lnTo>
                    <a:pt x="81" y="62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1" y="58"/>
                  </a:lnTo>
                  <a:lnTo>
                    <a:pt x="81" y="57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2" y="54"/>
                  </a:lnTo>
                  <a:lnTo>
                    <a:pt x="82" y="53"/>
                  </a:lnTo>
                  <a:lnTo>
                    <a:pt x="82" y="52"/>
                  </a:lnTo>
                  <a:lnTo>
                    <a:pt x="82" y="51"/>
                  </a:lnTo>
                  <a:lnTo>
                    <a:pt x="82" y="50"/>
                  </a:lnTo>
                  <a:lnTo>
                    <a:pt x="82" y="48"/>
                  </a:lnTo>
                  <a:lnTo>
                    <a:pt x="82" y="47"/>
                  </a:lnTo>
                  <a:lnTo>
                    <a:pt x="82" y="46"/>
                  </a:lnTo>
                  <a:lnTo>
                    <a:pt x="82" y="45"/>
                  </a:lnTo>
                  <a:lnTo>
                    <a:pt x="83" y="45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1"/>
                  </a:lnTo>
                  <a:lnTo>
                    <a:pt x="83" y="40"/>
                  </a:lnTo>
                  <a:lnTo>
                    <a:pt x="85" y="39"/>
                  </a:lnTo>
                  <a:lnTo>
                    <a:pt x="85" y="38"/>
                  </a:lnTo>
                  <a:lnTo>
                    <a:pt x="85" y="36"/>
                  </a:lnTo>
                  <a:lnTo>
                    <a:pt x="85" y="35"/>
                  </a:lnTo>
                  <a:lnTo>
                    <a:pt x="85" y="34"/>
                  </a:lnTo>
                  <a:lnTo>
                    <a:pt x="85" y="33"/>
                  </a:lnTo>
                  <a:lnTo>
                    <a:pt x="86" y="33"/>
                  </a:lnTo>
                  <a:lnTo>
                    <a:pt x="86" y="32"/>
                  </a:lnTo>
                  <a:lnTo>
                    <a:pt x="86" y="30"/>
                  </a:lnTo>
                  <a:lnTo>
                    <a:pt x="86" y="29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6" y="24"/>
                  </a:lnTo>
                  <a:lnTo>
                    <a:pt x="86" y="23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8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6" y="15"/>
                  </a:lnTo>
                  <a:lnTo>
                    <a:pt x="86" y="13"/>
                  </a:lnTo>
                  <a:lnTo>
                    <a:pt x="86" y="12"/>
                  </a:lnTo>
                  <a:lnTo>
                    <a:pt x="86" y="10"/>
                  </a:lnTo>
                  <a:lnTo>
                    <a:pt x="86" y="9"/>
                  </a:lnTo>
                  <a:lnTo>
                    <a:pt x="86" y="6"/>
                  </a:lnTo>
                  <a:lnTo>
                    <a:pt x="86" y="5"/>
                  </a:lnTo>
                  <a:lnTo>
                    <a:pt x="86" y="3"/>
                  </a:lnTo>
                  <a:lnTo>
                    <a:pt x="85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6" name="Freeform 237">
              <a:extLst>
                <a:ext uri="{FF2B5EF4-FFF2-40B4-BE49-F238E27FC236}">
                  <a16:creationId xmlns:a16="http://schemas.microsoft.com/office/drawing/2014/main" id="{61949E17-784E-4C8D-BC56-0AE5EB85D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180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7" name="Line 238">
              <a:extLst>
                <a:ext uri="{FF2B5EF4-FFF2-40B4-BE49-F238E27FC236}">
                  <a16:creationId xmlns:a16="http://schemas.microsoft.com/office/drawing/2014/main" id="{C8A3597A-5EB9-4843-B86B-A3AF56BBE1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1180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8" name="Freeform 239">
              <a:extLst>
                <a:ext uri="{FF2B5EF4-FFF2-40B4-BE49-F238E27FC236}">
                  <a16:creationId xmlns:a16="http://schemas.microsoft.com/office/drawing/2014/main" id="{7B423942-A3C4-45F6-8434-4E196266D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012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19" name="Line 240">
              <a:extLst>
                <a:ext uri="{FF2B5EF4-FFF2-40B4-BE49-F238E27FC236}">
                  <a16:creationId xmlns:a16="http://schemas.microsoft.com/office/drawing/2014/main" id="{67059551-9BA6-4AD1-A6E4-E0D635B88A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1012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0" name="Freeform 241">
              <a:extLst>
                <a:ext uri="{FF2B5EF4-FFF2-40B4-BE49-F238E27FC236}">
                  <a16:creationId xmlns:a16="http://schemas.microsoft.com/office/drawing/2014/main" id="{AD9A07D2-7162-4A02-B077-505F138B1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118"/>
              <a:ext cx="96" cy="1"/>
            </a:xfrm>
            <a:custGeom>
              <a:avLst/>
              <a:gdLst>
                <a:gd name="T0" fmla="*/ 1 w 192"/>
                <a:gd name="T1" fmla="*/ 0 h 1"/>
                <a:gd name="T2" fmla="*/ 0 w 192"/>
                <a:gd name="T3" fmla="*/ 0 h 1"/>
                <a:gd name="T4" fmla="*/ 1 w 19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">
                  <a:moveTo>
                    <a:pt x="192" y="0"/>
                  </a:moveTo>
                  <a:lnTo>
                    <a:pt x="0" y="0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1" name="Line 242">
              <a:extLst>
                <a:ext uri="{FF2B5EF4-FFF2-40B4-BE49-F238E27FC236}">
                  <a16:creationId xmlns:a16="http://schemas.microsoft.com/office/drawing/2014/main" id="{510BD05F-11E7-4D6C-AA73-9C93E43E5E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09" y="2118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2" name="Freeform 243">
              <a:extLst>
                <a:ext uri="{FF2B5EF4-FFF2-40B4-BE49-F238E27FC236}">
                  <a16:creationId xmlns:a16="http://schemas.microsoft.com/office/drawing/2014/main" id="{BC1C931E-D40F-499D-8FD5-1764973B6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202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3" name="Line 244">
              <a:extLst>
                <a:ext uri="{FF2B5EF4-FFF2-40B4-BE49-F238E27FC236}">
                  <a16:creationId xmlns:a16="http://schemas.microsoft.com/office/drawing/2014/main" id="{3BB099AA-4097-48C8-B7EF-B7F6AB8EF4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2202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4" name="Freeform 245">
              <a:extLst>
                <a:ext uri="{FF2B5EF4-FFF2-40B4-BE49-F238E27FC236}">
                  <a16:creationId xmlns:a16="http://schemas.microsoft.com/office/drawing/2014/main" id="{61B79220-2C37-4520-8840-C34BAEFA4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034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5" name="Line 246">
              <a:extLst>
                <a:ext uri="{FF2B5EF4-FFF2-40B4-BE49-F238E27FC236}">
                  <a16:creationId xmlns:a16="http://schemas.microsoft.com/office/drawing/2014/main" id="{E7FDA0C9-1F18-4D76-ABFA-FB9E6F22E1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2034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6" name="Line 247">
              <a:extLst>
                <a:ext uri="{FF2B5EF4-FFF2-40B4-BE49-F238E27FC236}">
                  <a16:creationId xmlns:a16="http://schemas.microsoft.com/office/drawing/2014/main" id="{F9D61A26-8470-489C-BA0C-F71853F4AC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2370"/>
              <a:ext cx="192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7" name="Line 248">
              <a:extLst>
                <a:ext uri="{FF2B5EF4-FFF2-40B4-BE49-F238E27FC236}">
                  <a16:creationId xmlns:a16="http://schemas.microsoft.com/office/drawing/2014/main" id="{C25A6301-D36D-4A13-BD39-7DB07A5BC1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2286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8" name="Line 249">
              <a:extLst>
                <a:ext uri="{FF2B5EF4-FFF2-40B4-BE49-F238E27FC236}">
                  <a16:creationId xmlns:a16="http://schemas.microsoft.com/office/drawing/2014/main" id="{38CD8C38-B2D6-4C03-921B-554CE34BAB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" y="2454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29" name="Line 250">
              <a:extLst>
                <a:ext uri="{FF2B5EF4-FFF2-40B4-BE49-F238E27FC236}">
                  <a16:creationId xmlns:a16="http://schemas.microsoft.com/office/drawing/2014/main" id="{D50C4D79-80D9-4551-BAE0-15A85F12E4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63" y="2370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0" name="Freeform 251">
              <a:extLst>
                <a:ext uri="{FF2B5EF4-FFF2-40B4-BE49-F238E27FC236}">
                  <a16:creationId xmlns:a16="http://schemas.microsoft.com/office/drawing/2014/main" id="{C9CE796D-F4F3-495A-97B5-61EA0EC7C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228"/>
              <a:ext cx="359" cy="143"/>
            </a:xfrm>
            <a:custGeom>
              <a:avLst/>
              <a:gdLst>
                <a:gd name="T0" fmla="*/ 1 w 717"/>
                <a:gd name="T1" fmla="*/ 0 h 286"/>
                <a:gd name="T2" fmla="*/ 1 w 717"/>
                <a:gd name="T3" fmla="*/ 0 h 286"/>
                <a:gd name="T4" fmla="*/ 1 w 717"/>
                <a:gd name="T5" fmla="*/ 0 h 286"/>
                <a:gd name="T6" fmla="*/ 1 w 717"/>
                <a:gd name="T7" fmla="*/ 1 h 286"/>
                <a:gd name="T8" fmla="*/ 1 w 717"/>
                <a:gd name="T9" fmla="*/ 1 h 286"/>
                <a:gd name="T10" fmla="*/ 1 w 717"/>
                <a:gd name="T11" fmla="*/ 1 h 286"/>
                <a:gd name="T12" fmla="*/ 1 w 717"/>
                <a:gd name="T13" fmla="*/ 1 h 286"/>
                <a:gd name="T14" fmla="*/ 1 w 717"/>
                <a:gd name="T15" fmla="*/ 1 h 286"/>
                <a:gd name="T16" fmla="*/ 1 w 717"/>
                <a:gd name="T17" fmla="*/ 1 h 286"/>
                <a:gd name="T18" fmla="*/ 1 w 717"/>
                <a:gd name="T19" fmla="*/ 1 h 286"/>
                <a:gd name="T20" fmla="*/ 1 w 717"/>
                <a:gd name="T21" fmla="*/ 1 h 286"/>
                <a:gd name="T22" fmla="*/ 1 w 717"/>
                <a:gd name="T23" fmla="*/ 1 h 286"/>
                <a:gd name="T24" fmla="*/ 1 w 717"/>
                <a:gd name="T25" fmla="*/ 1 h 286"/>
                <a:gd name="T26" fmla="*/ 1 w 717"/>
                <a:gd name="T27" fmla="*/ 1 h 286"/>
                <a:gd name="T28" fmla="*/ 1 w 717"/>
                <a:gd name="T29" fmla="*/ 1 h 286"/>
                <a:gd name="T30" fmla="*/ 1 w 717"/>
                <a:gd name="T31" fmla="*/ 1 h 286"/>
                <a:gd name="T32" fmla="*/ 1 w 717"/>
                <a:gd name="T33" fmla="*/ 1 h 286"/>
                <a:gd name="T34" fmla="*/ 1 w 717"/>
                <a:gd name="T35" fmla="*/ 1 h 286"/>
                <a:gd name="T36" fmla="*/ 1 w 717"/>
                <a:gd name="T37" fmla="*/ 1 h 286"/>
                <a:gd name="T38" fmla="*/ 1 w 717"/>
                <a:gd name="T39" fmla="*/ 1 h 286"/>
                <a:gd name="T40" fmla="*/ 1 w 717"/>
                <a:gd name="T41" fmla="*/ 1 h 286"/>
                <a:gd name="T42" fmla="*/ 1 w 717"/>
                <a:gd name="T43" fmla="*/ 1 h 286"/>
                <a:gd name="T44" fmla="*/ 1 w 717"/>
                <a:gd name="T45" fmla="*/ 1 h 286"/>
                <a:gd name="T46" fmla="*/ 1 w 717"/>
                <a:gd name="T47" fmla="*/ 1 h 286"/>
                <a:gd name="T48" fmla="*/ 1 w 717"/>
                <a:gd name="T49" fmla="*/ 1 h 286"/>
                <a:gd name="T50" fmla="*/ 1 w 717"/>
                <a:gd name="T51" fmla="*/ 1 h 286"/>
                <a:gd name="T52" fmla="*/ 1 w 717"/>
                <a:gd name="T53" fmla="*/ 1 h 286"/>
                <a:gd name="T54" fmla="*/ 1 w 717"/>
                <a:gd name="T55" fmla="*/ 1 h 286"/>
                <a:gd name="T56" fmla="*/ 1 w 717"/>
                <a:gd name="T57" fmla="*/ 1 h 286"/>
                <a:gd name="T58" fmla="*/ 1 w 717"/>
                <a:gd name="T59" fmla="*/ 1 h 286"/>
                <a:gd name="T60" fmla="*/ 1 w 717"/>
                <a:gd name="T61" fmla="*/ 1 h 286"/>
                <a:gd name="T62" fmla="*/ 1 w 717"/>
                <a:gd name="T63" fmla="*/ 1 h 286"/>
                <a:gd name="T64" fmla="*/ 1 w 717"/>
                <a:gd name="T65" fmla="*/ 1 h 286"/>
                <a:gd name="T66" fmla="*/ 1 w 717"/>
                <a:gd name="T67" fmla="*/ 1 h 286"/>
                <a:gd name="T68" fmla="*/ 1 w 717"/>
                <a:gd name="T69" fmla="*/ 1 h 286"/>
                <a:gd name="T70" fmla="*/ 1 w 717"/>
                <a:gd name="T71" fmla="*/ 1 h 286"/>
                <a:gd name="T72" fmla="*/ 1 w 717"/>
                <a:gd name="T73" fmla="*/ 1 h 286"/>
                <a:gd name="T74" fmla="*/ 1 w 717"/>
                <a:gd name="T75" fmla="*/ 1 h 286"/>
                <a:gd name="T76" fmla="*/ 1 w 717"/>
                <a:gd name="T77" fmla="*/ 1 h 286"/>
                <a:gd name="T78" fmla="*/ 1 w 717"/>
                <a:gd name="T79" fmla="*/ 1 h 286"/>
                <a:gd name="T80" fmla="*/ 1 w 717"/>
                <a:gd name="T81" fmla="*/ 1 h 286"/>
                <a:gd name="T82" fmla="*/ 1 w 717"/>
                <a:gd name="T83" fmla="*/ 1 h 286"/>
                <a:gd name="T84" fmla="*/ 1 w 717"/>
                <a:gd name="T85" fmla="*/ 1 h 286"/>
                <a:gd name="T86" fmla="*/ 1 w 717"/>
                <a:gd name="T87" fmla="*/ 1 h 286"/>
                <a:gd name="T88" fmla="*/ 1 w 717"/>
                <a:gd name="T89" fmla="*/ 1 h 286"/>
                <a:gd name="T90" fmla="*/ 1 w 717"/>
                <a:gd name="T91" fmla="*/ 1 h 286"/>
                <a:gd name="T92" fmla="*/ 1 w 717"/>
                <a:gd name="T93" fmla="*/ 1 h 286"/>
                <a:gd name="T94" fmla="*/ 1 w 717"/>
                <a:gd name="T95" fmla="*/ 1 h 286"/>
                <a:gd name="T96" fmla="*/ 1 w 717"/>
                <a:gd name="T97" fmla="*/ 1 h 286"/>
                <a:gd name="T98" fmla="*/ 1 w 717"/>
                <a:gd name="T99" fmla="*/ 1 h 286"/>
                <a:gd name="T100" fmla="*/ 1 w 717"/>
                <a:gd name="T101" fmla="*/ 1 h 286"/>
                <a:gd name="T102" fmla="*/ 1 w 717"/>
                <a:gd name="T103" fmla="*/ 1 h 286"/>
                <a:gd name="T104" fmla="*/ 1 w 717"/>
                <a:gd name="T105" fmla="*/ 1 h 286"/>
                <a:gd name="T106" fmla="*/ 1 w 717"/>
                <a:gd name="T107" fmla="*/ 1 h 286"/>
                <a:gd name="T108" fmla="*/ 1 w 717"/>
                <a:gd name="T109" fmla="*/ 1 h 286"/>
                <a:gd name="T110" fmla="*/ 1 w 717"/>
                <a:gd name="T111" fmla="*/ 1 h 286"/>
                <a:gd name="T112" fmla="*/ 1 w 717"/>
                <a:gd name="T113" fmla="*/ 1 h 286"/>
                <a:gd name="T114" fmla="*/ 1 w 717"/>
                <a:gd name="T115" fmla="*/ 1 h 286"/>
                <a:gd name="T116" fmla="*/ 1 w 717"/>
                <a:gd name="T117" fmla="*/ 1 h 286"/>
                <a:gd name="T118" fmla="*/ 1 w 717"/>
                <a:gd name="T119" fmla="*/ 1 h 286"/>
                <a:gd name="T120" fmla="*/ 1 w 717"/>
                <a:gd name="T121" fmla="*/ 1 h 2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6">
                  <a:moveTo>
                    <a:pt x="0" y="0"/>
                  </a:moveTo>
                  <a:lnTo>
                    <a:pt x="28" y="0"/>
                  </a:lnTo>
                  <a:lnTo>
                    <a:pt x="53" y="0"/>
                  </a:lnTo>
                  <a:lnTo>
                    <a:pt x="77" y="0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39" y="0"/>
                  </a:lnTo>
                  <a:lnTo>
                    <a:pt x="157" y="0"/>
                  </a:lnTo>
                  <a:lnTo>
                    <a:pt x="174" y="0"/>
                  </a:lnTo>
                  <a:lnTo>
                    <a:pt x="190" y="0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0" y="0"/>
                  </a:lnTo>
                  <a:lnTo>
                    <a:pt x="250" y="0"/>
                  </a:lnTo>
                  <a:lnTo>
                    <a:pt x="258" y="0"/>
                  </a:lnTo>
                  <a:lnTo>
                    <a:pt x="267" y="0"/>
                  </a:lnTo>
                  <a:lnTo>
                    <a:pt x="274" y="0"/>
                  </a:lnTo>
                  <a:lnTo>
                    <a:pt x="280" y="0"/>
                  </a:lnTo>
                  <a:lnTo>
                    <a:pt x="286" y="0"/>
                  </a:lnTo>
                  <a:lnTo>
                    <a:pt x="291" y="0"/>
                  </a:lnTo>
                  <a:lnTo>
                    <a:pt x="296" y="0"/>
                  </a:lnTo>
                  <a:lnTo>
                    <a:pt x="299" y="0"/>
                  </a:lnTo>
                  <a:lnTo>
                    <a:pt x="303" y="1"/>
                  </a:lnTo>
                  <a:lnTo>
                    <a:pt x="306" y="1"/>
                  </a:lnTo>
                  <a:lnTo>
                    <a:pt x="309" y="1"/>
                  </a:lnTo>
                  <a:lnTo>
                    <a:pt x="311" y="1"/>
                  </a:lnTo>
                  <a:lnTo>
                    <a:pt x="314" y="1"/>
                  </a:lnTo>
                  <a:lnTo>
                    <a:pt x="316" y="1"/>
                  </a:lnTo>
                  <a:lnTo>
                    <a:pt x="317" y="1"/>
                  </a:lnTo>
                  <a:lnTo>
                    <a:pt x="320" y="1"/>
                  </a:lnTo>
                  <a:lnTo>
                    <a:pt x="321" y="1"/>
                  </a:lnTo>
                  <a:lnTo>
                    <a:pt x="323" y="1"/>
                  </a:lnTo>
                  <a:lnTo>
                    <a:pt x="326" y="2"/>
                  </a:lnTo>
                  <a:lnTo>
                    <a:pt x="327" y="2"/>
                  </a:lnTo>
                  <a:lnTo>
                    <a:pt x="329" y="2"/>
                  </a:lnTo>
                  <a:lnTo>
                    <a:pt x="330" y="2"/>
                  </a:lnTo>
                  <a:lnTo>
                    <a:pt x="332" y="2"/>
                  </a:lnTo>
                  <a:lnTo>
                    <a:pt x="334" y="2"/>
                  </a:lnTo>
                  <a:lnTo>
                    <a:pt x="335" y="2"/>
                  </a:lnTo>
                  <a:lnTo>
                    <a:pt x="336" y="2"/>
                  </a:lnTo>
                  <a:lnTo>
                    <a:pt x="338" y="2"/>
                  </a:lnTo>
                  <a:lnTo>
                    <a:pt x="339" y="2"/>
                  </a:lnTo>
                  <a:lnTo>
                    <a:pt x="340" y="2"/>
                  </a:lnTo>
                  <a:lnTo>
                    <a:pt x="341" y="2"/>
                  </a:lnTo>
                  <a:lnTo>
                    <a:pt x="342" y="3"/>
                  </a:lnTo>
                  <a:lnTo>
                    <a:pt x="344" y="3"/>
                  </a:lnTo>
                  <a:lnTo>
                    <a:pt x="345" y="3"/>
                  </a:lnTo>
                  <a:lnTo>
                    <a:pt x="346" y="3"/>
                  </a:lnTo>
                  <a:lnTo>
                    <a:pt x="347" y="3"/>
                  </a:lnTo>
                  <a:lnTo>
                    <a:pt x="348" y="3"/>
                  </a:lnTo>
                  <a:lnTo>
                    <a:pt x="350" y="3"/>
                  </a:lnTo>
                  <a:lnTo>
                    <a:pt x="351" y="3"/>
                  </a:lnTo>
                  <a:lnTo>
                    <a:pt x="352" y="3"/>
                  </a:lnTo>
                  <a:lnTo>
                    <a:pt x="353" y="5"/>
                  </a:lnTo>
                  <a:lnTo>
                    <a:pt x="354" y="5"/>
                  </a:lnTo>
                  <a:lnTo>
                    <a:pt x="356" y="5"/>
                  </a:lnTo>
                  <a:lnTo>
                    <a:pt x="358" y="5"/>
                  </a:lnTo>
                  <a:lnTo>
                    <a:pt x="359" y="5"/>
                  </a:lnTo>
                  <a:lnTo>
                    <a:pt x="360" y="5"/>
                  </a:lnTo>
                  <a:lnTo>
                    <a:pt x="363" y="6"/>
                  </a:lnTo>
                  <a:lnTo>
                    <a:pt x="364" y="6"/>
                  </a:lnTo>
                  <a:lnTo>
                    <a:pt x="366" y="6"/>
                  </a:lnTo>
                  <a:lnTo>
                    <a:pt x="368" y="6"/>
                  </a:lnTo>
                  <a:lnTo>
                    <a:pt x="370" y="6"/>
                  </a:lnTo>
                  <a:lnTo>
                    <a:pt x="371" y="7"/>
                  </a:lnTo>
                  <a:lnTo>
                    <a:pt x="374" y="7"/>
                  </a:lnTo>
                  <a:lnTo>
                    <a:pt x="375" y="7"/>
                  </a:lnTo>
                  <a:lnTo>
                    <a:pt x="376" y="7"/>
                  </a:lnTo>
                  <a:lnTo>
                    <a:pt x="377" y="7"/>
                  </a:lnTo>
                  <a:lnTo>
                    <a:pt x="379" y="8"/>
                  </a:lnTo>
                  <a:lnTo>
                    <a:pt x="380" y="8"/>
                  </a:lnTo>
                  <a:lnTo>
                    <a:pt x="381" y="8"/>
                  </a:lnTo>
                  <a:lnTo>
                    <a:pt x="382" y="8"/>
                  </a:lnTo>
                  <a:lnTo>
                    <a:pt x="383" y="8"/>
                  </a:lnTo>
                  <a:lnTo>
                    <a:pt x="385" y="9"/>
                  </a:lnTo>
                  <a:lnTo>
                    <a:pt x="386" y="9"/>
                  </a:lnTo>
                  <a:lnTo>
                    <a:pt x="387" y="9"/>
                  </a:lnTo>
                  <a:lnTo>
                    <a:pt x="388" y="9"/>
                  </a:lnTo>
                  <a:lnTo>
                    <a:pt x="389" y="11"/>
                  </a:lnTo>
                  <a:lnTo>
                    <a:pt x="391" y="11"/>
                  </a:lnTo>
                  <a:lnTo>
                    <a:pt x="392" y="11"/>
                  </a:lnTo>
                  <a:lnTo>
                    <a:pt x="393" y="11"/>
                  </a:lnTo>
                  <a:lnTo>
                    <a:pt x="394" y="12"/>
                  </a:lnTo>
                  <a:lnTo>
                    <a:pt x="395" y="12"/>
                  </a:lnTo>
                  <a:lnTo>
                    <a:pt x="397" y="12"/>
                  </a:lnTo>
                  <a:lnTo>
                    <a:pt x="399" y="13"/>
                  </a:lnTo>
                  <a:lnTo>
                    <a:pt x="400" y="13"/>
                  </a:lnTo>
                  <a:lnTo>
                    <a:pt x="401" y="13"/>
                  </a:lnTo>
                  <a:lnTo>
                    <a:pt x="404" y="14"/>
                  </a:lnTo>
                  <a:lnTo>
                    <a:pt x="405" y="14"/>
                  </a:lnTo>
                  <a:lnTo>
                    <a:pt x="407" y="15"/>
                  </a:lnTo>
                  <a:lnTo>
                    <a:pt x="409" y="15"/>
                  </a:lnTo>
                  <a:lnTo>
                    <a:pt x="411" y="17"/>
                  </a:lnTo>
                  <a:lnTo>
                    <a:pt x="413" y="17"/>
                  </a:lnTo>
                  <a:lnTo>
                    <a:pt x="416" y="18"/>
                  </a:lnTo>
                  <a:lnTo>
                    <a:pt x="417" y="18"/>
                  </a:lnTo>
                  <a:lnTo>
                    <a:pt x="419" y="19"/>
                  </a:lnTo>
                  <a:lnTo>
                    <a:pt x="421" y="19"/>
                  </a:lnTo>
                  <a:lnTo>
                    <a:pt x="423" y="20"/>
                  </a:lnTo>
                  <a:lnTo>
                    <a:pt x="424" y="20"/>
                  </a:lnTo>
                  <a:lnTo>
                    <a:pt x="425" y="21"/>
                  </a:lnTo>
                  <a:lnTo>
                    <a:pt x="427" y="21"/>
                  </a:lnTo>
                  <a:lnTo>
                    <a:pt x="428" y="21"/>
                  </a:lnTo>
                  <a:lnTo>
                    <a:pt x="429" y="23"/>
                  </a:lnTo>
                  <a:lnTo>
                    <a:pt x="430" y="23"/>
                  </a:lnTo>
                  <a:lnTo>
                    <a:pt x="431" y="23"/>
                  </a:lnTo>
                  <a:lnTo>
                    <a:pt x="433" y="24"/>
                  </a:lnTo>
                  <a:lnTo>
                    <a:pt x="434" y="24"/>
                  </a:lnTo>
                  <a:lnTo>
                    <a:pt x="435" y="24"/>
                  </a:lnTo>
                  <a:lnTo>
                    <a:pt x="436" y="25"/>
                  </a:lnTo>
                  <a:lnTo>
                    <a:pt x="437" y="25"/>
                  </a:lnTo>
                  <a:lnTo>
                    <a:pt x="439" y="25"/>
                  </a:lnTo>
                  <a:lnTo>
                    <a:pt x="439" y="26"/>
                  </a:lnTo>
                  <a:lnTo>
                    <a:pt x="440" y="26"/>
                  </a:lnTo>
                  <a:lnTo>
                    <a:pt x="441" y="28"/>
                  </a:lnTo>
                  <a:lnTo>
                    <a:pt x="442" y="28"/>
                  </a:lnTo>
                  <a:lnTo>
                    <a:pt x="443" y="29"/>
                  </a:lnTo>
                  <a:lnTo>
                    <a:pt x="445" y="29"/>
                  </a:lnTo>
                  <a:lnTo>
                    <a:pt x="446" y="30"/>
                  </a:lnTo>
                  <a:lnTo>
                    <a:pt x="448" y="30"/>
                  </a:lnTo>
                  <a:lnTo>
                    <a:pt x="449" y="31"/>
                  </a:lnTo>
                  <a:lnTo>
                    <a:pt x="451" y="32"/>
                  </a:lnTo>
                  <a:lnTo>
                    <a:pt x="453" y="32"/>
                  </a:lnTo>
                  <a:lnTo>
                    <a:pt x="454" y="34"/>
                  </a:lnTo>
                  <a:lnTo>
                    <a:pt x="457" y="35"/>
                  </a:lnTo>
                  <a:lnTo>
                    <a:pt x="458" y="36"/>
                  </a:lnTo>
                  <a:lnTo>
                    <a:pt x="460" y="36"/>
                  </a:lnTo>
                  <a:lnTo>
                    <a:pt x="461" y="37"/>
                  </a:lnTo>
                  <a:lnTo>
                    <a:pt x="464" y="38"/>
                  </a:lnTo>
                  <a:lnTo>
                    <a:pt x="465" y="38"/>
                  </a:lnTo>
                  <a:lnTo>
                    <a:pt x="466" y="40"/>
                  </a:lnTo>
                  <a:lnTo>
                    <a:pt x="467" y="41"/>
                  </a:lnTo>
                  <a:lnTo>
                    <a:pt x="469" y="41"/>
                  </a:lnTo>
                  <a:lnTo>
                    <a:pt x="470" y="42"/>
                  </a:lnTo>
                  <a:lnTo>
                    <a:pt x="471" y="42"/>
                  </a:lnTo>
                  <a:lnTo>
                    <a:pt x="472" y="43"/>
                  </a:lnTo>
                  <a:lnTo>
                    <a:pt x="473" y="43"/>
                  </a:lnTo>
                  <a:lnTo>
                    <a:pt x="475" y="43"/>
                  </a:lnTo>
                  <a:lnTo>
                    <a:pt x="475" y="44"/>
                  </a:lnTo>
                  <a:lnTo>
                    <a:pt x="476" y="44"/>
                  </a:lnTo>
                  <a:lnTo>
                    <a:pt x="477" y="46"/>
                  </a:lnTo>
                  <a:lnTo>
                    <a:pt x="478" y="46"/>
                  </a:lnTo>
                  <a:lnTo>
                    <a:pt x="479" y="46"/>
                  </a:lnTo>
                  <a:lnTo>
                    <a:pt x="479" y="47"/>
                  </a:lnTo>
                  <a:lnTo>
                    <a:pt x="481" y="47"/>
                  </a:lnTo>
                  <a:lnTo>
                    <a:pt x="482" y="48"/>
                  </a:lnTo>
                  <a:lnTo>
                    <a:pt x="483" y="48"/>
                  </a:lnTo>
                  <a:lnTo>
                    <a:pt x="484" y="49"/>
                  </a:lnTo>
                  <a:lnTo>
                    <a:pt x="485" y="49"/>
                  </a:lnTo>
                  <a:lnTo>
                    <a:pt x="487" y="50"/>
                  </a:lnTo>
                  <a:lnTo>
                    <a:pt x="488" y="50"/>
                  </a:lnTo>
                  <a:lnTo>
                    <a:pt x="489" y="52"/>
                  </a:lnTo>
                  <a:lnTo>
                    <a:pt x="490" y="53"/>
                  </a:lnTo>
                  <a:lnTo>
                    <a:pt x="492" y="53"/>
                  </a:lnTo>
                  <a:lnTo>
                    <a:pt x="493" y="54"/>
                  </a:lnTo>
                  <a:lnTo>
                    <a:pt x="494" y="55"/>
                  </a:lnTo>
                  <a:lnTo>
                    <a:pt x="496" y="55"/>
                  </a:lnTo>
                  <a:lnTo>
                    <a:pt x="498" y="56"/>
                  </a:lnTo>
                  <a:lnTo>
                    <a:pt x="500" y="58"/>
                  </a:lnTo>
                  <a:lnTo>
                    <a:pt x="501" y="59"/>
                  </a:lnTo>
                  <a:lnTo>
                    <a:pt x="502" y="59"/>
                  </a:lnTo>
                  <a:lnTo>
                    <a:pt x="504" y="60"/>
                  </a:lnTo>
                  <a:lnTo>
                    <a:pt x="505" y="60"/>
                  </a:lnTo>
                  <a:lnTo>
                    <a:pt x="506" y="61"/>
                  </a:lnTo>
                  <a:lnTo>
                    <a:pt x="507" y="62"/>
                  </a:lnTo>
                  <a:lnTo>
                    <a:pt x="508" y="62"/>
                  </a:lnTo>
                  <a:lnTo>
                    <a:pt x="510" y="62"/>
                  </a:lnTo>
                  <a:lnTo>
                    <a:pt x="511" y="64"/>
                  </a:lnTo>
                  <a:lnTo>
                    <a:pt x="512" y="65"/>
                  </a:lnTo>
                  <a:lnTo>
                    <a:pt x="513" y="65"/>
                  </a:lnTo>
                  <a:lnTo>
                    <a:pt x="513" y="66"/>
                  </a:lnTo>
                  <a:lnTo>
                    <a:pt x="514" y="66"/>
                  </a:lnTo>
                  <a:lnTo>
                    <a:pt x="516" y="66"/>
                  </a:lnTo>
                  <a:lnTo>
                    <a:pt x="516" y="67"/>
                  </a:lnTo>
                  <a:lnTo>
                    <a:pt x="517" y="67"/>
                  </a:lnTo>
                  <a:lnTo>
                    <a:pt x="518" y="68"/>
                  </a:lnTo>
                  <a:lnTo>
                    <a:pt x="519" y="68"/>
                  </a:lnTo>
                  <a:lnTo>
                    <a:pt x="520" y="70"/>
                  </a:lnTo>
                  <a:lnTo>
                    <a:pt x="522" y="71"/>
                  </a:lnTo>
                  <a:lnTo>
                    <a:pt x="523" y="71"/>
                  </a:lnTo>
                  <a:lnTo>
                    <a:pt x="524" y="72"/>
                  </a:lnTo>
                  <a:lnTo>
                    <a:pt x="525" y="73"/>
                  </a:lnTo>
                  <a:lnTo>
                    <a:pt x="526" y="73"/>
                  </a:lnTo>
                  <a:lnTo>
                    <a:pt x="528" y="74"/>
                  </a:lnTo>
                  <a:lnTo>
                    <a:pt x="529" y="74"/>
                  </a:lnTo>
                  <a:lnTo>
                    <a:pt x="530" y="76"/>
                  </a:lnTo>
                  <a:lnTo>
                    <a:pt x="531" y="77"/>
                  </a:lnTo>
                  <a:lnTo>
                    <a:pt x="532" y="78"/>
                  </a:lnTo>
                  <a:lnTo>
                    <a:pt x="534" y="78"/>
                  </a:lnTo>
                  <a:lnTo>
                    <a:pt x="535" y="79"/>
                  </a:lnTo>
                  <a:lnTo>
                    <a:pt x="536" y="80"/>
                  </a:lnTo>
                  <a:lnTo>
                    <a:pt x="537" y="80"/>
                  </a:lnTo>
                  <a:lnTo>
                    <a:pt x="538" y="82"/>
                  </a:lnTo>
                  <a:lnTo>
                    <a:pt x="540" y="83"/>
                  </a:lnTo>
                  <a:lnTo>
                    <a:pt x="541" y="83"/>
                  </a:lnTo>
                  <a:lnTo>
                    <a:pt x="542" y="84"/>
                  </a:lnTo>
                  <a:lnTo>
                    <a:pt x="543" y="85"/>
                  </a:lnTo>
                  <a:lnTo>
                    <a:pt x="544" y="85"/>
                  </a:lnTo>
                  <a:lnTo>
                    <a:pt x="546" y="86"/>
                  </a:lnTo>
                  <a:lnTo>
                    <a:pt x="547" y="88"/>
                  </a:lnTo>
                  <a:lnTo>
                    <a:pt x="548" y="88"/>
                  </a:lnTo>
                  <a:lnTo>
                    <a:pt x="548" y="89"/>
                  </a:lnTo>
                  <a:lnTo>
                    <a:pt x="549" y="89"/>
                  </a:lnTo>
                  <a:lnTo>
                    <a:pt x="550" y="90"/>
                  </a:lnTo>
                  <a:lnTo>
                    <a:pt x="552" y="90"/>
                  </a:lnTo>
                  <a:lnTo>
                    <a:pt x="552" y="91"/>
                  </a:lnTo>
                  <a:lnTo>
                    <a:pt x="553" y="91"/>
                  </a:lnTo>
                  <a:lnTo>
                    <a:pt x="554" y="92"/>
                  </a:lnTo>
                  <a:lnTo>
                    <a:pt x="554" y="94"/>
                  </a:lnTo>
                  <a:lnTo>
                    <a:pt x="555" y="94"/>
                  </a:lnTo>
                  <a:lnTo>
                    <a:pt x="556" y="95"/>
                  </a:lnTo>
                  <a:lnTo>
                    <a:pt x="558" y="95"/>
                  </a:lnTo>
                  <a:lnTo>
                    <a:pt x="558" y="96"/>
                  </a:lnTo>
                  <a:lnTo>
                    <a:pt x="559" y="96"/>
                  </a:lnTo>
                  <a:lnTo>
                    <a:pt x="560" y="97"/>
                  </a:lnTo>
                  <a:lnTo>
                    <a:pt x="561" y="98"/>
                  </a:lnTo>
                  <a:lnTo>
                    <a:pt x="562" y="100"/>
                  </a:lnTo>
                  <a:lnTo>
                    <a:pt x="564" y="100"/>
                  </a:lnTo>
                  <a:lnTo>
                    <a:pt x="564" y="101"/>
                  </a:lnTo>
                  <a:lnTo>
                    <a:pt x="565" y="101"/>
                  </a:lnTo>
                  <a:lnTo>
                    <a:pt x="566" y="102"/>
                  </a:lnTo>
                  <a:lnTo>
                    <a:pt x="567" y="103"/>
                  </a:lnTo>
                  <a:lnTo>
                    <a:pt x="568" y="103"/>
                  </a:lnTo>
                  <a:lnTo>
                    <a:pt x="568" y="104"/>
                  </a:lnTo>
                  <a:lnTo>
                    <a:pt x="570" y="104"/>
                  </a:lnTo>
                  <a:lnTo>
                    <a:pt x="571" y="106"/>
                  </a:lnTo>
                  <a:lnTo>
                    <a:pt x="572" y="106"/>
                  </a:lnTo>
                  <a:lnTo>
                    <a:pt x="572" y="107"/>
                  </a:lnTo>
                  <a:lnTo>
                    <a:pt x="573" y="107"/>
                  </a:lnTo>
                  <a:lnTo>
                    <a:pt x="574" y="108"/>
                  </a:lnTo>
                  <a:lnTo>
                    <a:pt x="576" y="109"/>
                  </a:lnTo>
                  <a:lnTo>
                    <a:pt x="577" y="109"/>
                  </a:lnTo>
                  <a:lnTo>
                    <a:pt x="578" y="110"/>
                  </a:lnTo>
                  <a:lnTo>
                    <a:pt x="579" y="112"/>
                  </a:lnTo>
                  <a:lnTo>
                    <a:pt x="580" y="112"/>
                  </a:lnTo>
                  <a:lnTo>
                    <a:pt x="580" y="113"/>
                  </a:lnTo>
                  <a:lnTo>
                    <a:pt x="582" y="113"/>
                  </a:lnTo>
                  <a:lnTo>
                    <a:pt x="583" y="114"/>
                  </a:lnTo>
                  <a:lnTo>
                    <a:pt x="584" y="114"/>
                  </a:lnTo>
                  <a:lnTo>
                    <a:pt x="584" y="115"/>
                  </a:lnTo>
                  <a:lnTo>
                    <a:pt x="585" y="115"/>
                  </a:lnTo>
                  <a:lnTo>
                    <a:pt x="585" y="116"/>
                  </a:lnTo>
                  <a:lnTo>
                    <a:pt x="586" y="116"/>
                  </a:lnTo>
                  <a:lnTo>
                    <a:pt x="588" y="118"/>
                  </a:lnTo>
                  <a:lnTo>
                    <a:pt x="589" y="118"/>
                  </a:lnTo>
                  <a:lnTo>
                    <a:pt x="589" y="119"/>
                  </a:lnTo>
                  <a:lnTo>
                    <a:pt x="590" y="119"/>
                  </a:lnTo>
                  <a:lnTo>
                    <a:pt x="590" y="120"/>
                  </a:lnTo>
                  <a:lnTo>
                    <a:pt x="591" y="120"/>
                  </a:lnTo>
                  <a:lnTo>
                    <a:pt x="591" y="121"/>
                  </a:lnTo>
                  <a:lnTo>
                    <a:pt x="592" y="121"/>
                  </a:lnTo>
                  <a:lnTo>
                    <a:pt x="592" y="122"/>
                  </a:lnTo>
                  <a:lnTo>
                    <a:pt x="594" y="122"/>
                  </a:lnTo>
                  <a:lnTo>
                    <a:pt x="595" y="124"/>
                  </a:lnTo>
                  <a:lnTo>
                    <a:pt x="596" y="125"/>
                  </a:lnTo>
                  <a:lnTo>
                    <a:pt x="597" y="126"/>
                  </a:lnTo>
                  <a:lnTo>
                    <a:pt x="597" y="127"/>
                  </a:lnTo>
                  <a:lnTo>
                    <a:pt x="598" y="127"/>
                  </a:lnTo>
                  <a:lnTo>
                    <a:pt x="600" y="128"/>
                  </a:lnTo>
                  <a:lnTo>
                    <a:pt x="601" y="130"/>
                  </a:lnTo>
                  <a:lnTo>
                    <a:pt x="602" y="131"/>
                  </a:lnTo>
                  <a:lnTo>
                    <a:pt x="602" y="132"/>
                  </a:lnTo>
                  <a:lnTo>
                    <a:pt x="603" y="133"/>
                  </a:lnTo>
                  <a:lnTo>
                    <a:pt x="604" y="134"/>
                  </a:lnTo>
                  <a:lnTo>
                    <a:pt x="606" y="136"/>
                  </a:lnTo>
                  <a:lnTo>
                    <a:pt x="607" y="137"/>
                  </a:lnTo>
                  <a:lnTo>
                    <a:pt x="608" y="138"/>
                  </a:lnTo>
                  <a:lnTo>
                    <a:pt x="609" y="138"/>
                  </a:lnTo>
                  <a:lnTo>
                    <a:pt x="609" y="139"/>
                  </a:lnTo>
                  <a:lnTo>
                    <a:pt x="611" y="141"/>
                  </a:lnTo>
                  <a:lnTo>
                    <a:pt x="612" y="142"/>
                  </a:lnTo>
                  <a:lnTo>
                    <a:pt x="613" y="143"/>
                  </a:lnTo>
                  <a:lnTo>
                    <a:pt x="614" y="144"/>
                  </a:lnTo>
                  <a:lnTo>
                    <a:pt x="614" y="145"/>
                  </a:lnTo>
                  <a:lnTo>
                    <a:pt x="615" y="145"/>
                  </a:lnTo>
                  <a:lnTo>
                    <a:pt x="615" y="147"/>
                  </a:lnTo>
                  <a:lnTo>
                    <a:pt x="617" y="148"/>
                  </a:lnTo>
                  <a:lnTo>
                    <a:pt x="618" y="148"/>
                  </a:lnTo>
                  <a:lnTo>
                    <a:pt x="618" y="149"/>
                  </a:lnTo>
                  <a:lnTo>
                    <a:pt x="619" y="149"/>
                  </a:lnTo>
                  <a:lnTo>
                    <a:pt x="619" y="150"/>
                  </a:lnTo>
                  <a:lnTo>
                    <a:pt x="620" y="151"/>
                  </a:lnTo>
                  <a:lnTo>
                    <a:pt x="621" y="153"/>
                  </a:lnTo>
                  <a:lnTo>
                    <a:pt x="621" y="154"/>
                  </a:lnTo>
                  <a:lnTo>
                    <a:pt x="623" y="154"/>
                  </a:lnTo>
                  <a:lnTo>
                    <a:pt x="624" y="155"/>
                  </a:lnTo>
                  <a:lnTo>
                    <a:pt x="625" y="156"/>
                  </a:lnTo>
                  <a:lnTo>
                    <a:pt x="626" y="157"/>
                  </a:lnTo>
                  <a:lnTo>
                    <a:pt x="627" y="160"/>
                  </a:lnTo>
                  <a:lnTo>
                    <a:pt x="629" y="161"/>
                  </a:lnTo>
                  <a:lnTo>
                    <a:pt x="630" y="162"/>
                  </a:lnTo>
                  <a:lnTo>
                    <a:pt x="631" y="163"/>
                  </a:lnTo>
                  <a:lnTo>
                    <a:pt x="632" y="166"/>
                  </a:lnTo>
                  <a:lnTo>
                    <a:pt x="633" y="167"/>
                  </a:lnTo>
                  <a:lnTo>
                    <a:pt x="635" y="168"/>
                  </a:lnTo>
                  <a:lnTo>
                    <a:pt x="636" y="169"/>
                  </a:lnTo>
                  <a:lnTo>
                    <a:pt x="637" y="171"/>
                  </a:lnTo>
                  <a:lnTo>
                    <a:pt x="638" y="173"/>
                  </a:lnTo>
                  <a:lnTo>
                    <a:pt x="639" y="174"/>
                  </a:lnTo>
                  <a:lnTo>
                    <a:pt x="641" y="175"/>
                  </a:lnTo>
                  <a:lnTo>
                    <a:pt x="642" y="177"/>
                  </a:lnTo>
                  <a:lnTo>
                    <a:pt x="642" y="178"/>
                  </a:lnTo>
                  <a:lnTo>
                    <a:pt x="643" y="179"/>
                  </a:lnTo>
                  <a:lnTo>
                    <a:pt x="644" y="180"/>
                  </a:lnTo>
                  <a:lnTo>
                    <a:pt x="645" y="181"/>
                  </a:lnTo>
                  <a:lnTo>
                    <a:pt x="645" y="183"/>
                  </a:lnTo>
                  <a:lnTo>
                    <a:pt x="647" y="183"/>
                  </a:lnTo>
                  <a:lnTo>
                    <a:pt x="647" y="184"/>
                  </a:lnTo>
                  <a:lnTo>
                    <a:pt x="648" y="185"/>
                  </a:lnTo>
                  <a:lnTo>
                    <a:pt x="649" y="186"/>
                  </a:lnTo>
                  <a:lnTo>
                    <a:pt x="649" y="187"/>
                  </a:lnTo>
                  <a:lnTo>
                    <a:pt x="650" y="189"/>
                  </a:lnTo>
                  <a:lnTo>
                    <a:pt x="651" y="190"/>
                  </a:lnTo>
                  <a:lnTo>
                    <a:pt x="651" y="191"/>
                  </a:lnTo>
                  <a:lnTo>
                    <a:pt x="653" y="192"/>
                  </a:lnTo>
                  <a:lnTo>
                    <a:pt x="654" y="193"/>
                  </a:lnTo>
                  <a:lnTo>
                    <a:pt x="655" y="195"/>
                  </a:lnTo>
                  <a:lnTo>
                    <a:pt x="656" y="196"/>
                  </a:lnTo>
                  <a:lnTo>
                    <a:pt x="657" y="197"/>
                  </a:lnTo>
                  <a:lnTo>
                    <a:pt x="657" y="199"/>
                  </a:lnTo>
                  <a:lnTo>
                    <a:pt x="660" y="201"/>
                  </a:lnTo>
                  <a:lnTo>
                    <a:pt x="661" y="203"/>
                  </a:lnTo>
                  <a:lnTo>
                    <a:pt x="662" y="204"/>
                  </a:lnTo>
                  <a:lnTo>
                    <a:pt x="663" y="207"/>
                  </a:lnTo>
                  <a:lnTo>
                    <a:pt x="665" y="208"/>
                  </a:lnTo>
                  <a:lnTo>
                    <a:pt x="666" y="210"/>
                  </a:lnTo>
                  <a:lnTo>
                    <a:pt x="667" y="211"/>
                  </a:lnTo>
                  <a:lnTo>
                    <a:pt x="668" y="213"/>
                  </a:lnTo>
                  <a:lnTo>
                    <a:pt x="668" y="214"/>
                  </a:lnTo>
                  <a:lnTo>
                    <a:pt x="669" y="215"/>
                  </a:lnTo>
                  <a:lnTo>
                    <a:pt x="671" y="216"/>
                  </a:lnTo>
                  <a:lnTo>
                    <a:pt x="672" y="217"/>
                  </a:lnTo>
                  <a:lnTo>
                    <a:pt x="672" y="219"/>
                  </a:lnTo>
                  <a:lnTo>
                    <a:pt x="673" y="220"/>
                  </a:lnTo>
                  <a:lnTo>
                    <a:pt x="674" y="221"/>
                  </a:lnTo>
                  <a:lnTo>
                    <a:pt x="674" y="222"/>
                  </a:lnTo>
                  <a:lnTo>
                    <a:pt x="675" y="223"/>
                  </a:lnTo>
                  <a:lnTo>
                    <a:pt x="677" y="225"/>
                  </a:lnTo>
                  <a:lnTo>
                    <a:pt x="678" y="226"/>
                  </a:lnTo>
                  <a:lnTo>
                    <a:pt x="678" y="227"/>
                  </a:lnTo>
                  <a:lnTo>
                    <a:pt x="679" y="228"/>
                  </a:lnTo>
                  <a:lnTo>
                    <a:pt x="679" y="229"/>
                  </a:lnTo>
                  <a:lnTo>
                    <a:pt x="680" y="231"/>
                  </a:lnTo>
                  <a:lnTo>
                    <a:pt x="681" y="232"/>
                  </a:lnTo>
                  <a:lnTo>
                    <a:pt x="683" y="233"/>
                  </a:lnTo>
                  <a:lnTo>
                    <a:pt x="683" y="234"/>
                  </a:lnTo>
                  <a:lnTo>
                    <a:pt x="684" y="235"/>
                  </a:lnTo>
                  <a:lnTo>
                    <a:pt x="685" y="237"/>
                  </a:lnTo>
                  <a:lnTo>
                    <a:pt x="686" y="238"/>
                  </a:lnTo>
                  <a:lnTo>
                    <a:pt x="687" y="240"/>
                  </a:lnTo>
                  <a:lnTo>
                    <a:pt x="689" y="241"/>
                  </a:lnTo>
                  <a:lnTo>
                    <a:pt x="690" y="244"/>
                  </a:lnTo>
                  <a:lnTo>
                    <a:pt x="691" y="245"/>
                  </a:lnTo>
                  <a:lnTo>
                    <a:pt x="692" y="247"/>
                  </a:lnTo>
                  <a:lnTo>
                    <a:pt x="695" y="250"/>
                  </a:lnTo>
                  <a:lnTo>
                    <a:pt x="696" y="251"/>
                  </a:lnTo>
                  <a:lnTo>
                    <a:pt x="697" y="252"/>
                  </a:lnTo>
                  <a:lnTo>
                    <a:pt x="698" y="255"/>
                  </a:lnTo>
                  <a:lnTo>
                    <a:pt x="698" y="256"/>
                  </a:lnTo>
                  <a:lnTo>
                    <a:pt x="699" y="257"/>
                  </a:lnTo>
                  <a:lnTo>
                    <a:pt x="701" y="258"/>
                  </a:lnTo>
                  <a:lnTo>
                    <a:pt x="702" y="260"/>
                  </a:lnTo>
                  <a:lnTo>
                    <a:pt x="702" y="261"/>
                  </a:lnTo>
                  <a:lnTo>
                    <a:pt x="703" y="262"/>
                  </a:lnTo>
                  <a:lnTo>
                    <a:pt x="704" y="263"/>
                  </a:lnTo>
                  <a:lnTo>
                    <a:pt x="704" y="264"/>
                  </a:lnTo>
                  <a:lnTo>
                    <a:pt x="705" y="266"/>
                  </a:lnTo>
                  <a:lnTo>
                    <a:pt x="707" y="267"/>
                  </a:lnTo>
                  <a:lnTo>
                    <a:pt x="707" y="268"/>
                  </a:lnTo>
                  <a:lnTo>
                    <a:pt x="708" y="269"/>
                  </a:lnTo>
                  <a:lnTo>
                    <a:pt x="708" y="270"/>
                  </a:lnTo>
                  <a:lnTo>
                    <a:pt x="709" y="270"/>
                  </a:lnTo>
                  <a:lnTo>
                    <a:pt x="709" y="272"/>
                  </a:lnTo>
                  <a:lnTo>
                    <a:pt x="710" y="273"/>
                  </a:lnTo>
                  <a:lnTo>
                    <a:pt x="710" y="274"/>
                  </a:lnTo>
                  <a:lnTo>
                    <a:pt x="711" y="275"/>
                  </a:lnTo>
                  <a:lnTo>
                    <a:pt x="713" y="276"/>
                  </a:lnTo>
                  <a:lnTo>
                    <a:pt x="713" y="278"/>
                  </a:lnTo>
                  <a:lnTo>
                    <a:pt x="714" y="279"/>
                  </a:lnTo>
                  <a:lnTo>
                    <a:pt x="714" y="280"/>
                  </a:lnTo>
                  <a:lnTo>
                    <a:pt x="715" y="281"/>
                  </a:lnTo>
                  <a:lnTo>
                    <a:pt x="716" y="282"/>
                  </a:lnTo>
                  <a:lnTo>
                    <a:pt x="716" y="284"/>
                  </a:lnTo>
                  <a:lnTo>
                    <a:pt x="717" y="28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1" name="Freeform 252">
              <a:extLst>
                <a:ext uri="{FF2B5EF4-FFF2-40B4-BE49-F238E27FC236}">
                  <a16:creationId xmlns:a16="http://schemas.microsoft.com/office/drawing/2014/main" id="{2535E61C-BF91-41E7-8F0C-47EE6ECB8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372"/>
              <a:ext cx="359" cy="143"/>
            </a:xfrm>
            <a:custGeom>
              <a:avLst/>
              <a:gdLst>
                <a:gd name="T0" fmla="*/ 1 w 717"/>
                <a:gd name="T1" fmla="*/ 1 h 285"/>
                <a:gd name="T2" fmla="*/ 1 w 717"/>
                <a:gd name="T3" fmla="*/ 1 h 285"/>
                <a:gd name="T4" fmla="*/ 1 w 717"/>
                <a:gd name="T5" fmla="*/ 1 h 285"/>
                <a:gd name="T6" fmla="*/ 1 w 717"/>
                <a:gd name="T7" fmla="*/ 1 h 285"/>
                <a:gd name="T8" fmla="*/ 1 w 717"/>
                <a:gd name="T9" fmla="*/ 1 h 285"/>
                <a:gd name="T10" fmla="*/ 1 w 717"/>
                <a:gd name="T11" fmla="*/ 1 h 285"/>
                <a:gd name="T12" fmla="*/ 1 w 717"/>
                <a:gd name="T13" fmla="*/ 1 h 285"/>
                <a:gd name="T14" fmla="*/ 1 w 717"/>
                <a:gd name="T15" fmla="*/ 1 h 285"/>
                <a:gd name="T16" fmla="*/ 1 w 717"/>
                <a:gd name="T17" fmla="*/ 1 h 285"/>
                <a:gd name="T18" fmla="*/ 1 w 717"/>
                <a:gd name="T19" fmla="*/ 1 h 285"/>
                <a:gd name="T20" fmla="*/ 1 w 717"/>
                <a:gd name="T21" fmla="*/ 1 h 285"/>
                <a:gd name="T22" fmla="*/ 1 w 717"/>
                <a:gd name="T23" fmla="*/ 1 h 285"/>
                <a:gd name="T24" fmla="*/ 1 w 717"/>
                <a:gd name="T25" fmla="*/ 1 h 285"/>
                <a:gd name="T26" fmla="*/ 1 w 717"/>
                <a:gd name="T27" fmla="*/ 1 h 285"/>
                <a:gd name="T28" fmla="*/ 1 w 717"/>
                <a:gd name="T29" fmla="*/ 1 h 285"/>
                <a:gd name="T30" fmla="*/ 1 w 717"/>
                <a:gd name="T31" fmla="*/ 1 h 285"/>
                <a:gd name="T32" fmla="*/ 1 w 717"/>
                <a:gd name="T33" fmla="*/ 1 h 285"/>
                <a:gd name="T34" fmla="*/ 1 w 717"/>
                <a:gd name="T35" fmla="*/ 1 h 285"/>
                <a:gd name="T36" fmla="*/ 1 w 717"/>
                <a:gd name="T37" fmla="*/ 1 h 285"/>
                <a:gd name="T38" fmla="*/ 1 w 717"/>
                <a:gd name="T39" fmla="*/ 1 h 285"/>
                <a:gd name="T40" fmla="*/ 1 w 717"/>
                <a:gd name="T41" fmla="*/ 1 h 285"/>
                <a:gd name="T42" fmla="*/ 1 w 717"/>
                <a:gd name="T43" fmla="*/ 1 h 285"/>
                <a:gd name="T44" fmla="*/ 1 w 717"/>
                <a:gd name="T45" fmla="*/ 1 h 285"/>
                <a:gd name="T46" fmla="*/ 1 w 717"/>
                <a:gd name="T47" fmla="*/ 1 h 285"/>
                <a:gd name="T48" fmla="*/ 1 w 717"/>
                <a:gd name="T49" fmla="*/ 1 h 285"/>
                <a:gd name="T50" fmla="*/ 1 w 717"/>
                <a:gd name="T51" fmla="*/ 1 h 285"/>
                <a:gd name="T52" fmla="*/ 1 w 717"/>
                <a:gd name="T53" fmla="*/ 1 h 285"/>
                <a:gd name="T54" fmla="*/ 1 w 717"/>
                <a:gd name="T55" fmla="*/ 1 h 285"/>
                <a:gd name="T56" fmla="*/ 1 w 717"/>
                <a:gd name="T57" fmla="*/ 1 h 285"/>
                <a:gd name="T58" fmla="*/ 1 w 717"/>
                <a:gd name="T59" fmla="*/ 1 h 285"/>
                <a:gd name="T60" fmla="*/ 1 w 717"/>
                <a:gd name="T61" fmla="*/ 1 h 285"/>
                <a:gd name="T62" fmla="*/ 1 w 717"/>
                <a:gd name="T63" fmla="*/ 1 h 285"/>
                <a:gd name="T64" fmla="*/ 1 w 717"/>
                <a:gd name="T65" fmla="*/ 1 h 285"/>
                <a:gd name="T66" fmla="*/ 1 w 717"/>
                <a:gd name="T67" fmla="*/ 1 h 285"/>
                <a:gd name="T68" fmla="*/ 1 w 717"/>
                <a:gd name="T69" fmla="*/ 1 h 285"/>
                <a:gd name="T70" fmla="*/ 1 w 717"/>
                <a:gd name="T71" fmla="*/ 1 h 285"/>
                <a:gd name="T72" fmla="*/ 1 w 717"/>
                <a:gd name="T73" fmla="*/ 1 h 285"/>
                <a:gd name="T74" fmla="*/ 1 w 717"/>
                <a:gd name="T75" fmla="*/ 1 h 285"/>
                <a:gd name="T76" fmla="*/ 1 w 717"/>
                <a:gd name="T77" fmla="*/ 1 h 285"/>
                <a:gd name="T78" fmla="*/ 1 w 717"/>
                <a:gd name="T79" fmla="*/ 1 h 285"/>
                <a:gd name="T80" fmla="*/ 1 w 717"/>
                <a:gd name="T81" fmla="*/ 1 h 285"/>
                <a:gd name="T82" fmla="*/ 1 w 717"/>
                <a:gd name="T83" fmla="*/ 1 h 285"/>
                <a:gd name="T84" fmla="*/ 1 w 717"/>
                <a:gd name="T85" fmla="*/ 1 h 285"/>
                <a:gd name="T86" fmla="*/ 1 w 717"/>
                <a:gd name="T87" fmla="*/ 1 h 285"/>
                <a:gd name="T88" fmla="*/ 1 w 717"/>
                <a:gd name="T89" fmla="*/ 1 h 285"/>
                <a:gd name="T90" fmla="*/ 1 w 717"/>
                <a:gd name="T91" fmla="*/ 1 h 285"/>
                <a:gd name="T92" fmla="*/ 1 w 717"/>
                <a:gd name="T93" fmla="*/ 1 h 285"/>
                <a:gd name="T94" fmla="*/ 1 w 717"/>
                <a:gd name="T95" fmla="*/ 1 h 285"/>
                <a:gd name="T96" fmla="*/ 1 w 717"/>
                <a:gd name="T97" fmla="*/ 1 h 285"/>
                <a:gd name="T98" fmla="*/ 1 w 717"/>
                <a:gd name="T99" fmla="*/ 1 h 285"/>
                <a:gd name="T100" fmla="*/ 1 w 717"/>
                <a:gd name="T101" fmla="*/ 1 h 285"/>
                <a:gd name="T102" fmla="*/ 1 w 717"/>
                <a:gd name="T103" fmla="*/ 1 h 285"/>
                <a:gd name="T104" fmla="*/ 1 w 717"/>
                <a:gd name="T105" fmla="*/ 1 h 285"/>
                <a:gd name="T106" fmla="*/ 1 w 717"/>
                <a:gd name="T107" fmla="*/ 1 h 285"/>
                <a:gd name="T108" fmla="*/ 1 w 717"/>
                <a:gd name="T109" fmla="*/ 1 h 285"/>
                <a:gd name="T110" fmla="*/ 1 w 717"/>
                <a:gd name="T111" fmla="*/ 1 h 285"/>
                <a:gd name="T112" fmla="*/ 1 w 717"/>
                <a:gd name="T113" fmla="*/ 1 h 285"/>
                <a:gd name="T114" fmla="*/ 1 w 717"/>
                <a:gd name="T115" fmla="*/ 1 h 285"/>
                <a:gd name="T116" fmla="*/ 1 w 717"/>
                <a:gd name="T117" fmla="*/ 1 h 285"/>
                <a:gd name="T118" fmla="*/ 1 w 717"/>
                <a:gd name="T119" fmla="*/ 1 h 285"/>
                <a:gd name="T120" fmla="*/ 1 w 717"/>
                <a:gd name="T121" fmla="*/ 1 h 28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5">
                  <a:moveTo>
                    <a:pt x="0" y="285"/>
                  </a:moveTo>
                  <a:lnTo>
                    <a:pt x="28" y="285"/>
                  </a:lnTo>
                  <a:lnTo>
                    <a:pt x="53" y="285"/>
                  </a:lnTo>
                  <a:lnTo>
                    <a:pt x="77" y="285"/>
                  </a:lnTo>
                  <a:lnTo>
                    <a:pt x="100" y="285"/>
                  </a:lnTo>
                  <a:lnTo>
                    <a:pt x="120" y="285"/>
                  </a:lnTo>
                  <a:lnTo>
                    <a:pt x="139" y="285"/>
                  </a:lnTo>
                  <a:lnTo>
                    <a:pt x="157" y="285"/>
                  </a:lnTo>
                  <a:lnTo>
                    <a:pt x="174" y="285"/>
                  </a:lnTo>
                  <a:lnTo>
                    <a:pt x="190" y="285"/>
                  </a:lnTo>
                  <a:lnTo>
                    <a:pt x="204" y="285"/>
                  </a:lnTo>
                  <a:lnTo>
                    <a:pt x="217" y="285"/>
                  </a:lnTo>
                  <a:lnTo>
                    <a:pt x="229" y="285"/>
                  </a:lnTo>
                  <a:lnTo>
                    <a:pt x="240" y="285"/>
                  </a:lnTo>
                  <a:lnTo>
                    <a:pt x="250" y="285"/>
                  </a:lnTo>
                  <a:lnTo>
                    <a:pt x="258" y="285"/>
                  </a:lnTo>
                  <a:lnTo>
                    <a:pt x="267" y="285"/>
                  </a:lnTo>
                  <a:lnTo>
                    <a:pt x="274" y="285"/>
                  </a:lnTo>
                  <a:lnTo>
                    <a:pt x="280" y="285"/>
                  </a:lnTo>
                  <a:lnTo>
                    <a:pt x="286" y="285"/>
                  </a:lnTo>
                  <a:lnTo>
                    <a:pt x="291" y="285"/>
                  </a:lnTo>
                  <a:lnTo>
                    <a:pt x="296" y="285"/>
                  </a:lnTo>
                  <a:lnTo>
                    <a:pt x="299" y="285"/>
                  </a:lnTo>
                  <a:lnTo>
                    <a:pt x="303" y="285"/>
                  </a:lnTo>
                  <a:lnTo>
                    <a:pt x="306" y="285"/>
                  </a:lnTo>
                  <a:lnTo>
                    <a:pt x="309" y="285"/>
                  </a:lnTo>
                  <a:lnTo>
                    <a:pt x="311" y="285"/>
                  </a:lnTo>
                  <a:lnTo>
                    <a:pt x="314" y="285"/>
                  </a:lnTo>
                  <a:lnTo>
                    <a:pt x="316" y="284"/>
                  </a:lnTo>
                  <a:lnTo>
                    <a:pt x="317" y="284"/>
                  </a:lnTo>
                  <a:lnTo>
                    <a:pt x="320" y="284"/>
                  </a:lnTo>
                  <a:lnTo>
                    <a:pt x="321" y="284"/>
                  </a:lnTo>
                  <a:lnTo>
                    <a:pt x="323" y="284"/>
                  </a:lnTo>
                  <a:lnTo>
                    <a:pt x="326" y="284"/>
                  </a:lnTo>
                  <a:lnTo>
                    <a:pt x="327" y="284"/>
                  </a:lnTo>
                  <a:lnTo>
                    <a:pt x="329" y="284"/>
                  </a:lnTo>
                  <a:lnTo>
                    <a:pt x="330" y="284"/>
                  </a:lnTo>
                  <a:lnTo>
                    <a:pt x="332" y="284"/>
                  </a:lnTo>
                  <a:lnTo>
                    <a:pt x="334" y="283"/>
                  </a:lnTo>
                  <a:lnTo>
                    <a:pt x="335" y="283"/>
                  </a:lnTo>
                  <a:lnTo>
                    <a:pt x="336" y="283"/>
                  </a:lnTo>
                  <a:lnTo>
                    <a:pt x="338" y="283"/>
                  </a:lnTo>
                  <a:lnTo>
                    <a:pt x="339" y="283"/>
                  </a:lnTo>
                  <a:lnTo>
                    <a:pt x="340" y="283"/>
                  </a:lnTo>
                  <a:lnTo>
                    <a:pt x="341" y="283"/>
                  </a:lnTo>
                  <a:lnTo>
                    <a:pt x="342" y="283"/>
                  </a:lnTo>
                  <a:lnTo>
                    <a:pt x="344" y="283"/>
                  </a:lnTo>
                  <a:lnTo>
                    <a:pt x="345" y="283"/>
                  </a:lnTo>
                  <a:lnTo>
                    <a:pt x="346" y="283"/>
                  </a:lnTo>
                  <a:lnTo>
                    <a:pt x="347" y="283"/>
                  </a:lnTo>
                  <a:lnTo>
                    <a:pt x="348" y="281"/>
                  </a:lnTo>
                  <a:lnTo>
                    <a:pt x="350" y="281"/>
                  </a:lnTo>
                  <a:lnTo>
                    <a:pt x="351" y="281"/>
                  </a:lnTo>
                  <a:lnTo>
                    <a:pt x="352" y="281"/>
                  </a:lnTo>
                  <a:lnTo>
                    <a:pt x="353" y="281"/>
                  </a:lnTo>
                  <a:lnTo>
                    <a:pt x="354" y="281"/>
                  </a:lnTo>
                  <a:lnTo>
                    <a:pt x="356" y="281"/>
                  </a:lnTo>
                  <a:lnTo>
                    <a:pt x="358" y="280"/>
                  </a:lnTo>
                  <a:lnTo>
                    <a:pt x="359" y="280"/>
                  </a:lnTo>
                  <a:lnTo>
                    <a:pt x="360" y="280"/>
                  </a:lnTo>
                  <a:lnTo>
                    <a:pt x="363" y="280"/>
                  </a:lnTo>
                  <a:lnTo>
                    <a:pt x="364" y="280"/>
                  </a:lnTo>
                  <a:lnTo>
                    <a:pt x="366" y="279"/>
                  </a:lnTo>
                  <a:lnTo>
                    <a:pt x="368" y="279"/>
                  </a:lnTo>
                  <a:lnTo>
                    <a:pt x="370" y="279"/>
                  </a:lnTo>
                  <a:lnTo>
                    <a:pt x="371" y="279"/>
                  </a:lnTo>
                  <a:lnTo>
                    <a:pt x="374" y="279"/>
                  </a:lnTo>
                  <a:lnTo>
                    <a:pt x="375" y="278"/>
                  </a:lnTo>
                  <a:lnTo>
                    <a:pt x="376" y="278"/>
                  </a:lnTo>
                  <a:lnTo>
                    <a:pt x="377" y="278"/>
                  </a:lnTo>
                  <a:lnTo>
                    <a:pt x="379" y="278"/>
                  </a:lnTo>
                  <a:lnTo>
                    <a:pt x="380" y="278"/>
                  </a:lnTo>
                  <a:lnTo>
                    <a:pt x="381" y="277"/>
                  </a:lnTo>
                  <a:lnTo>
                    <a:pt x="382" y="277"/>
                  </a:lnTo>
                  <a:lnTo>
                    <a:pt x="383" y="277"/>
                  </a:lnTo>
                  <a:lnTo>
                    <a:pt x="385" y="277"/>
                  </a:lnTo>
                  <a:lnTo>
                    <a:pt x="386" y="277"/>
                  </a:lnTo>
                  <a:lnTo>
                    <a:pt x="387" y="277"/>
                  </a:lnTo>
                  <a:lnTo>
                    <a:pt x="388" y="275"/>
                  </a:lnTo>
                  <a:lnTo>
                    <a:pt x="389" y="275"/>
                  </a:lnTo>
                  <a:lnTo>
                    <a:pt x="391" y="275"/>
                  </a:lnTo>
                  <a:lnTo>
                    <a:pt x="392" y="274"/>
                  </a:lnTo>
                  <a:lnTo>
                    <a:pt x="393" y="274"/>
                  </a:lnTo>
                  <a:lnTo>
                    <a:pt x="394" y="274"/>
                  </a:lnTo>
                  <a:lnTo>
                    <a:pt x="395" y="274"/>
                  </a:lnTo>
                  <a:lnTo>
                    <a:pt x="397" y="273"/>
                  </a:lnTo>
                  <a:lnTo>
                    <a:pt x="399" y="273"/>
                  </a:lnTo>
                  <a:lnTo>
                    <a:pt x="400" y="273"/>
                  </a:lnTo>
                  <a:lnTo>
                    <a:pt x="401" y="272"/>
                  </a:lnTo>
                  <a:lnTo>
                    <a:pt x="404" y="272"/>
                  </a:lnTo>
                  <a:lnTo>
                    <a:pt x="405" y="271"/>
                  </a:lnTo>
                  <a:lnTo>
                    <a:pt x="407" y="271"/>
                  </a:lnTo>
                  <a:lnTo>
                    <a:pt x="409" y="269"/>
                  </a:lnTo>
                  <a:lnTo>
                    <a:pt x="411" y="269"/>
                  </a:lnTo>
                  <a:lnTo>
                    <a:pt x="413" y="268"/>
                  </a:lnTo>
                  <a:lnTo>
                    <a:pt x="416" y="268"/>
                  </a:lnTo>
                  <a:lnTo>
                    <a:pt x="417" y="267"/>
                  </a:lnTo>
                  <a:lnTo>
                    <a:pt x="419" y="267"/>
                  </a:lnTo>
                  <a:lnTo>
                    <a:pt x="421" y="266"/>
                  </a:lnTo>
                  <a:lnTo>
                    <a:pt x="423" y="266"/>
                  </a:lnTo>
                  <a:lnTo>
                    <a:pt x="424" y="265"/>
                  </a:lnTo>
                  <a:lnTo>
                    <a:pt x="425" y="265"/>
                  </a:lnTo>
                  <a:lnTo>
                    <a:pt x="427" y="265"/>
                  </a:lnTo>
                  <a:lnTo>
                    <a:pt x="428" y="263"/>
                  </a:lnTo>
                  <a:lnTo>
                    <a:pt x="429" y="263"/>
                  </a:lnTo>
                  <a:lnTo>
                    <a:pt x="430" y="262"/>
                  </a:lnTo>
                  <a:lnTo>
                    <a:pt x="431" y="262"/>
                  </a:lnTo>
                  <a:lnTo>
                    <a:pt x="433" y="262"/>
                  </a:lnTo>
                  <a:lnTo>
                    <a:pt x="434" y="261"/>
                  </a:lnTo>
                  <a:lnTo>
                    <a:pt x="435" y="261"/>
                  </a:lnTo>
                  <a:lnTo>
                    <a:pt x="436" y="261"/>
                  </a:lnTo>
                  <a:lnTo>
                    <a:pt x="437" y="260"/>
                  </a:lnTo>
                  <a:lnTo>
                    <a:pt x="439" y="260"/>
                  </a:lnTo>
                  <a:lnTo>
                    <a:pt x="440" y="259"/>
                  </a:lnTo>
                  <a:lnTo>
                    <a:pt x="441" y="259"/>
                  </a:lnTo>
                  <a:lnTo>
                    <a:pt x="442" y="257"/>
                  </a:lnTo>
                  <a:lnTo>
                    <a:pt x="443" y="257"/>
                  </a:lnTo>
                  <a:lnTo>
                    <a:pt x="445" y="256"/>
                  </a:lnTo>
                  <a:lnTo>
                    <a:pt x="446" y="256"/>
                  </a:lnTo>
                  <a:lnTo>
                    <a:pt x="448" y="255"/>
                  </a:lnTo>
                  <a:lnTo>
                    <a:pt x="449" y="255"/>
                  </a:lnTo>
                  <a:lnTo>
                    <a:pt x="451" y="254"/>
                  </a:lnTo>
                  <a:lnTo>
                    <a:pt x="453" y="253"/>
                  </a:lnTo>
                  <a:lnTo>
                    <a:pt x="454" y="251"/>
                  </a:lnTo>
                  <a:lnTo>
                    <a:pt x="457" y="251"/>
                  </a:lnTo>
                  <a:lnTo>
                    <a:pt x="458" y="250"/>
                  </a:lnTo>
                  <a:lnTo>
                    <a:pt x="460" y="249"/>
                  </a:lnTo>
                  <a:lnTo>
                    <a:pt x="461" y="248"/>
                  </a:lnTo>
                  <a:lnTo>
                    <a:pt x="464" y="248"/>
                  </a:lnTo>
                  <a:lnTo>
                    <a:pt x="465" y="247"/>
                  </a:lnTo>
                  <a:lnTo>
                    <a:pt x="466" y="245"/>
                  </a:lnTo>
                  <a:lnTo>
                    <a:pt x="467" y="245"/>
                  </a:lnTo>
                  <a:lnTo>
                    <a:pt x="469" y="244"/>
                  </a:lnTo>
                  <a:lnTo>
                    <a:pt x="470" y="244"/>
                  </a:lnTo>
                  <a:lnTo>
                    <a:pt x="471" y="243"/>
                  </a:lnTo>
                  <a:lnTo>
                    <a:pt x="472" y="243"/>
                  </a:lnTo>
                  <a:lnTo>
                    <a:pt x="473" y="243"/>
                  </a:lnTo>
                  <a:lnTo>
                    <a:pt x="475" y="242"/>
                  </a:lnTo>
                  <a:lnTo>
                    <a:pt x="476" y="241"/>
                  </a:lnTo>
                  <a:lnTo>
                    <a:pt x="477" y="241"/>
                  </a:lnTo>
                  <a:lnTo>
                    <a:pt x="478" y="239"/>
                  </a:lnTo>
                  <a:lnTo>
                    <a:pt x="479" y="239"/>
                  </a:lnTo>
                  <a:lnTo>
                    <a:pt x="481" y="238"/>
                  </a:lnTo>
                  <a:lnTo>
                    <a:pt x="482" y="238"/>
                  </a:lnTo>
                  <a:lnTo>
                    <a:pt x="483" y="237"/>
                  </a:lnTo>
                  <a:lnTo>
                    <a:pt x="484" y="237"/>
                  </a:lnTo>
                  <a:lnTo>
                    <a:pt x="485" y="236"/>
                  </a:lnTo>
                  <a:lnTo>
                    <a:pt x="487" y="236"/>
                  </a:lnTo>
                  <a:lnTo>
                    <a:pt x="488" y="235"/>
                  </a:lnTo>
                  <a:lnTo>
                    <a:pt x="489" y="235"/>
                  </a:lnTo>
                  <a:lnTo>
                    <a:pt x="490" y="233"/>
                  </a:lnTo>
                  <a:lnTo>
                    <a:pt x="492" y="232"/>
                  </a:lnTo>
                  <a:lnTo>
                    <a:pt x="493" y="232"/>
                  </a:lnTo>
                  <a:lnTo>
                    <a:pt x="494" y="231"/>
                  </a:lnTo>
                  <a:lnTo>
                    <a:pt x="496" y="230"/>
                  </a:lnTo>
                  <a:lnTo>
                    <a:pt x="498" y="229"/>
                  </a:lnTo>
                  <a:lnTo>
                    <a:pt x="500" y="229"/>
                  </a:lnTo>
                  <a:lnTo>
                    <a:pt x="501" y="227"/>
                  </a:lnTo>
                  <a:lnTo>
                    <a:pt x="502" y="226"/>
                  </a:lnTo>
                  <a:lnTo>
                    <a:pt x="504" y="226"/>
                  </a:lnTo>
                  <a:lnTo>
                    <a:pt x="505" y="225"/>
                  </a:lnTo>
                  <a:lnTo>
                    <a:pt x="506" y="224"/>
                  </a:lnTo>
                  <a:lnTo>
                    <a:pt x="507" y="224"/>
                  </a:lnTo>
                  <a:lnTo>
                    <a:pt x="508" y="223"/>
                  </a:lnTo>
                  <a:lnTo>
                    <a:pt x="510" y="223"/>
                  </a:lnTo>
                  <a:lnTo>
                    <a:pt x="511" y="223"/>
                  </a:lnTo>
                  <a:lnTo>
                    <a:pt x="511" y="221"/>
                  </a:lnTo>
                  <a:lnTo>
                    <a:pt x="512" y="221"/>
                  </a:lnTo>
                  <a:lnTo>
                    <a:pt x="513" y="220"/>
                  </a:lnTo>
                  <a:lnTo>
                    <a:pt x="514" y="219"/>
                  </a:lnTo>
                  <a:lnTo>
                    <a:pt x="516" y="219"/>
                  </a:lnTo>
                  <a:lnTo>
                    <a:pt x="517" y="218"/>
                  </a:lnTo>
                  <a:lnTo>
                    <a:pt x="518" y="218"/>
                  </a:lnTo>
                  <a:lnTo>
                    <a:pt x="518" y="217"/>
                  </a:lnTo>
                  <a:lnTo>
                    <a:pt x="519" y="217"/>
                  </a:lnTo>
                  <a:lnTo>
                    <a:pt x="520" y="217"/>
                  </a:lnTo>
                  <a:lnTo>
                    <a:pt x="520" y="215"/>
                  </a:lnTo>
                  <a:lnTo>
                    <a:pt x="522" y="215"/>
                  </a:lnTo>
                  <a:lnTo>
                    <a:pt x="523" y="214"/>
                  </a:lnTo>
                  <a:lnTo>
                    <a:pt x="524" y="214"/>
                  </a:lnTo>
                  <a:lnTo>
                    <a:pt x="525" y="213"/>
                  </a:lnTo>
                  <a:lnTo>
                    <a:pt x="526" y="212"/>
                  </a:lnTo>
                  <a:lnTo>
                    <a:pt x="528" y="212"/>
                  </a:lnTo>
                  <a:lnTo>
                    <a:pt x="529" y="211"/>
                  </a:lnTo>
                  <a:lnTo>
                    <a:pt x="530" y="209"/>
                  </a:lnTo>
                  <a:lnTo>
                    <a:pt x="531" y="208"/>
                  </a:lnTo>
                  <a:lnTo>
                    <a:pt x="532" y="208"/>
                  </a:lnTo>
                  <a:lnTo>
                    <a:pt x="534" y="207"/>
                  </a:lnTo>
                  <a:lnTo>
                    <a:pt x="535" y="207"/>
                  </a:lnTo>
                  <a:lnTo>
                    <a:pt x="536" y="206"/>
                  </a:lnTo>
                  <a:lnTo>
                    <a:pt x="537" y="205"/>
                  </a:lnTo>
                  <a:lnTo>
                    <a:pt x="538" y="205"/>
                  </a:lnTo>
                  <a:lnTo>
                    <a:pt x="538" y="203"/>
                  </a:lnTo>
                  <a:lnTo>
                    <a:pt x="540" y="203"/>
                  </a:lnTo>
                  <a:lnTo>
                    <a:pt x="541" y="202"/>
                  </a:lnTo>
                  <a:lnTo>
                    <a:pt x="542" y="202"/>
                  </a:lnTo>
                  <a:lnTo>
                    <a:pt x="542" y="201"/>
                  </a:lnTo>
                  <a:lnTo>
                    <a:pt x="543" y="201"/>
                  </a:lnTo>
                  <a:lnTo>
                    <a:pt x="544" y="201"/>
                  </a:lnTo>
                  <a:lnTo>
                    <a:pt x="544" y="200"/>
                  </a:lnTo>
                  <a:lnTo>
                    <a:pt x="546" y="200"/>
                  </a:lnTo>
                  <a:lnTo>
                    <a:pt x="546" y="198"/>
                  </a:lnTo>
                  <a:lnTo>
                    <a:pt x="547" y="198"/>
                  </a:lnTo>
                  <a:lnTo>
                    <a:pt x="547" y="197"/>
                  </a:lnTo>
                  <a:lnTo>
                    <a:pt x="548" y="197"/>
                  </a:lnTo>
                  <a:lnTo>
                    <a:pt x="549" y="196"/>
                  </a:lnTo>
                  <a:lnTo>
                    <a:pt x="550" y="196"/>
                  </a:lnTo>
                  <a:lnTo>
                    <a:pt x="550" y="195"/>
                  </a:lnTo>
                  <a:lnTo>
                    <a:pt x="552" y="195"/>
                  </a:lnTo>
                  <a:lnTo>
                    <a:pt x="552" y="194"/>
                  </a:lnTo>
                  <a:lnTo>
                    <a:pt x="553" y="194"/>
                  </a:lnTo>
                  <a:lnTo>
                    <a:pt x="554" y="192"/>
                  </a:lnTo>
                  <a:lnTo>
                    <a:pt x="555" y="191"/>
                  </a:lnTo>
                  <a:lnTo>
                    <a:pt x="556" y="191"/>
                  </a:lnTo>
                  <a:lnTo>
                    <a:pt x="558" y="190"/>
                  </a:lnTo>
                  <a:lnTo>
                    <a:pt x="558" y="189"/>
                  </a:lnTo>
                  <a:lnTo>
                    <a:pt x="559" y="189"/>
                  </a:lnTo>
                  <a:lnTo>
                    <a:pt x="560" y="188"/>
                  </a:lnTo>
                  <a:lnTo>
                    <a:pt x="561" y="188"/>
                  </a:lnTo>
                  <a:lnTo>
                    <a:pt x="561" y="186"/>
                  </a:lnTo>
                  <a:lnTo>
                    <a:pt x="562" y="186"/>
                  </a:lnTo>
                  <a:lnTo>
                    <a:pt x="562" y="185"/>
                  </a:lnTo>
                  <a:lnTo>
                    <a:pt x="564" y="185"/>
                  </a:lnTo>
                  <a:lnTo>
                    <a:pt x="565" y="184"/>
                  </a:lnTo>
                  <a:lnTo>
                    <a:pt x="566" y="184"/>
                  </a:lnTo>
                  <a:lnTo>
                    <a:pt x="566" y="183"/>
                  </a:lnTo>
                  <a:lnTo>
                    <a:pt x="567" y="183"/>
                  </a:lnTo>
                  <a:lnTo>
                    <a:pt x="567" y="182"/>
                  </a:lnTo>
                  <a:lnTo>
                    <a:pt x="568" y="182"/>
                  </a:lnTo>
                  <a:lnTo>
                    <a:pt x="570" y="180"/>
                  </a:lnTo>
                  <a:lnTo>
                    <a:pt x="571" y="180"/>
                  </a:lnTo>
                  <a:lnTo>
                    <a:pt x="572" y="179"/>
                  </a:lnTo>
                  <a:lnTo>
                    <a:pt x="573" y="178"/>
                  </a:lnTo>
                  <a:lnTo>
                    <a:pt x="574" y="178"/>
                  </a:lnTo>
                  <a:lnTo>
                    <a:pt x="574" y="177"/>
                  </a:lnTo>
                  <a:lnTo>
                    <a:pt x="576" y="177"/>
                  </a:lnTo>
                  <a:lnTo>
                    <a:pt x="577" y="176"/>
                  </a:lnTo>
                  <a:lnTo>
                    <a:pt x="578" y="174"/>
                  </a:lnTo>
                  <a:lnTo>
                    <a:pt x="579" y="174"/>
                  </a:lnTo>
                  <a:lnTo>
                    <a:pt x="580" y="173"/>
                  </a:lnTo>
                  <a:lnTo>
                    <a:pt x="582" y="172"/>
                  </a:lnTo>
                  <a:lnTo>
                    <a:pt x="583" y="172"/>
                  </a:lnTo>
                  <a:lnTo>
                    <a:pt x="584" y="171"/>
                  </a:lnTo>
                  <a:lnTo>
                    <a:pt x="585" y="170"/>
                  </a:lnTo>
                  <a:lnTo>
                    <a:pt x="586" y="168"/>
                  </a:lnTo>
                  <a:lnTo>
                    <a:pt x="588" y="168"/>
                  </a:lnTo>
                  <a:lnTo>
                    <a:pt x="589" y="167"/>
                  </a:lnTo>
                  <a:lnTo>
                    <a:pt x="589" y="166"/>
                  </a:lnTo>
                  <a:lnTo>
                    <a:pt x="590" y="166"/>
                  </a:lnTo>
                  <a:lnTo>
                    <a:pt x="591" y="165"/>
                  </a:lnTo>
                  <a:lnTo>
                    <a:pt x="592" y="164"/>
                  </a:lnTo>
                  <a:lnTo>
                    <a:pt x="594" y="162"/>
                  </a:lnTo>
                  <a:lnTo>
                    <a:pt x="595" y="162"/>
                  </a:lnTo>
                  <a:lnTo>
                    <a:pt x="595" y="161"/>
                  </a:lnTo>
                  <a:lnTo>
                    <a:pt x="596" y="160"/>
                  </a:lnTo>
                  <a:lnTo>
                    <a:pt x="597" y="160"/>
                  </a:lnTo>
                  <a:lnTo>
                    <a:pt x="597" y="159"/>
                  </a:lnTo>
                  <a:lnTo>
                    <a:pt x="598" y="158"/>
                  </a:lnTo>
                  <a:lnTo>
                    <a:pt x="600" y="156"/>
                  </a:lnTo>
                  <a:lnTo>
                    <a:pt x="601" y="155"/>
                  </a:lnTo>
                  <a:lnTo>
                    <a:pt x="602" y="154"/>
                  </a:lnTo>
                  <a:lnTo>
                    <a:pt x="602" y="153"/>
                  </a:lnTo>
                  <a:lnTo>
                    <a:pt x="603" y="152"/>
                  </a:lnTo>
                  <a:lnTo>
                    <a:pt x="604" y="150"/>
                  </a:lnTo>
                  <a:lnTo>
                    <a:pt x="606" y="150"/>
                  </a:lnTo>
                  <a:lnTo>
                    <a:pt x="607" y="149"/>
                  </a:lnTo>
                  <a:lnTo>
                    <a:pt x="608" y="148"/>
                  </a:lnTo>
                  <a:lnTo>
                    <a:pt x="609" y="147"/>
                  </a:lnTo>
                  <a:lnTo>
                    <a:pt x="609" y="146"/>
                  </a:lnTo>
                  <a:lnTo>
                    <a:pt x="611" y="146"/>
                  </a:lnTo>
                  <a:lnTo>
                    <a:pt x="612" y="144"/>
                  </a:lnTo>
                  <a:lnTo>
                    <a:pt x="612" y="143"/>
                  </a:lnTo>
                  <a:lnTo>
                    <a:pt x="613" y="143"/>
                  </a:lnTo>
                  <a:lnTo>
                    <a:pt x="613" y="142"/>
                  </a:lnTo>
                  <a:lnTo>
                    <a:pt x="614" y="141"/>
                  </a:lnTo>
                  <a:lnTo>
                    <a:pt x="615" y="140"/>
                  </a:lnTo>
                  <a:lnTo>
                    <a:pt x="617" y="138"/>
                  </a:lnTo>
                  <a:lnTo>
                    <a:pt x="618" y="137"/>
                  </a:lnTo>
                  <a:lnTo>
                    <a:pt x="619" y="136"/>
                  </a:lnTo>
                  <a:lnTo>
                    <a:pt x="619" y="135"/>
                  </a:lnTo>
                  <a:lnTo>
                    <a:pt x="620" y="135"/>
                  </a:lnTo>
                  <a:lnTo>
                    <a:pt x="621" y="134"/>
                  </a:lnTo>
                  <a:lnTo>
                    <a:pt x="621" y="132"/>
                  </a:lnTo>
                  <a:lnTo>
                    <a:pt x="623" y="131"/>
                  </a:lnTo>
                  <a:lnTo>
                    <a:pt x="624" y="130"/>
                  </a:lnTo>
                  <a:lnTo>
                    <a:pt x="625" y="129"/>
                  </a:lnTo>
                  <a:lnTo>
                    <a:pt x="626" y="128"/>
                  </a:lnTo>
                  <a:lnTo>
                    <a:pt x="627" y="126"/>
                  </a:lnTo>
                  <a:lnTo>
                    <a:pt x="629" y="125"/>
                  </a:lnTo>
                  <a:lnTo>
                    <a:pt x="630" y="123"/>
                  </a:lnTo>
                  <a:lnTo>
                    <a:pt x="631" y="122"/>
                  </a:lnTo>
                  <a:lnTo>
                    <a:pt x="632" y="120"/>
                  </a:lnTo>
                  <a:lnTo>
                    <a:pt x="633" y="118"/>
                  </a:lnTo>
                  <a:lnTo>
                    <a:pt x="635" y="117"/>
                  </a:lnTo>
                  <a:lnTo>
                    <a:pt x="636" y="116"/>
                  </a:lnTo>
                  <a:lnTo>
                    <a:pt x="637" y="114"/>
                  </a:lnTo>
                  <a:lnTo>
                    <a:pt x="638" y="113"/>
                  </a:lnTo>
                  <a:lnTo>
                    <a:pt x="638" y="112"/>
                  </a:lnTo>
                  <a:lnTo>
                    <a:pt x="639" y="111"/>
                  </a:lnTo>
                  <a:lnTo>
                    <a:pt x="641" y="110"/>
                  </a:lnTo>
                  <a:lnTo>
                    <a:pt x="642" y="108"/>
                  </a:lnTo>
                  <a:lnTo>
                    <a:pt x="643" y="107"/>
                  </a:lnTo>
                  <a:lnTo>
                    <a:pt x="643" y="106"/>
                  </a:lnTo>
                  <a:lnTo>
                    <a:pt x="644" y="105"/>
                  </a:lnTo>
                  <a:lnTo>
                    <a:pt x="645" y="104"/>
                  </a:lnTo>
                  <a:lnTo>
                    <a:pt x="647" y="102"/>
                  </a:lnTo>
                  <a:lnTo>
                    <a:pt x="647" y="101"/>
                  </a:lnTo>
                  <a:lnTo>
                    <a:pt x="648" y="100"/>
                  </a:lnTo>
                  <a:lnTo>
                    <a:pt x="649" y="100"/>
                  </a:lnTo>
                  <a:lnTo>
                    <a:pt x="649" y="99"/>
                  </a:lnTo>
                  <a:lnTo>
                    <a:pt x="650" y="98"/>
                  </a:lnTo>
                  <a:lnTo>
                    <a:pt x="651" y="96"/>
                  </a:lnTo>
                  <a:lnTo>
                    <a:pt x="651" y="95"/>
                  </a:lnTo>
                  <a:lnTo>
                    <a:pt x="653" y="94"/>
                  </a:lnTo>
                  <a:lnTo>
                    <a:pt x="654" y="93"/>
                  </a:lnTo>
                  <a:lnTo>
                    <a:pt x="655" y="92"/>
                  </a:lnTo>
                  <a:lnTo>
                    <a:pt x="656" y="89"/>
                  </a:lnTo>
                  <a:lnTo>
                    <a:pt x="657" y="88"/>
                  </a:lnTo>
                  <a:lnTo>
                    <a:pt x="657" y="87"/>
                  </a:lnTo>
                  <a:lnTo>
                    <a:pt x="660" y="84"/>
                  </a:lnTo>
                  <a:lnTo>
                    <a:pt x="661" y="83"/>
                  </a:lnTo>
                  <a:lnTo>
                    <a:pt x="662" y="81"/>
                  </a:lnTo>
                  <a:lnTo>
                    <a:pt x="663" y="79"/>
                  </a:lnTo>
                  <a:lnTo>
                    <a:pt x="665" y="77"/>
                  </a:lnTo>
                  <a:lnTo>
                    <a:pt x="666" y="76"/>
                  </a:lnTo>
                  <a:lnTo>
                    <a:pt x="667" y="75"/>
                  </a:lnTo>
                  <a:lnTo>
                    <a:pt x="668" y="72"/>
                  </a:lnTo>
                  <a:lnTo>
                    <a:pt x="668" y="71"/>
                  </a:lnTo>
                  <a:lnTo>
                    <a:pt x="669" y="70"/>
                  </a:lnTo>
                  <a:lnTo>
                    <a:pt x="671" y="69"/>
                  </a:lnTo>
                  <a:lnTo>
                    <a:pt x="672" y="67"/>
                  </a:lnTo>
                  <a:lnTo>
                    <a:pt x="672" y="66"/>
                  </a:lnTo>
                  <a:lnTo>
                    <a:pt x="673" y="65"/>
                  </a:lnTo>
                  <a:lnTo>
                    <a:pt x="674" y="65"/>
                  </a:lnTo>
                  <a:lnTo>
                    <a:pt x="674" y="64"/>
                  </a:lnTo>
                  <a:lnTo>
                    <a:pt x="675" y="63"/>
                  </a:lnTo>
                  <a:lnTo>
                    <a:pt x="675" y="61"/>
                  </a:lnTo>
                  <a:lnTo>
                    <a:pt x="677" y="60"/>
                  </a:lnTo>
                  <a:lnTo>
                    <a:pt x="678" y="59"/>
                  </a:lnTo>
                  <a:lnTo>
                    <a:pt x="678" y="58"/>
                  </a:lnTo>
                  <a:lnTo>
                    <a:pt x="679" y="58"/>
                  </a:lnTo>
                  <a:lnTo>
                    <a:pt x="679" y="57"/>
                  </a:lnTo>
                  <a:lnTo>
                    <a:pt x="680" y="55"/>
                  </a:lnTo>
                  <a:lnTo>
                    <a:pt x="681" y="54"/>
                  </a:lnTo>
                  <a:lnTo>
                    <a:pt x="683" y="53"/>
                  </a:lnTo>
                  <a:lnTo>
                    <a:pt x="683" y="52"/>
                  </a:lnTo>
                  <a:lnTo>
                    <a:pt x="684" y="49"/>
                  </a:lnTo>
                  <a:lnTo>
                    <a:pt x="685" y="48"/>
                  </a:lnTo>
                  <a:lnTo>
                    <a:pt x="686" y="47"/>
                  </a:lnTo>
                  <a:lnTo>
                    <a:pt x="687" y="46"/>
                  </a:lnTo>
                  <a:lnTo>
                    <a:pt x="689" y="43"/>
                  </a:lnTo>
                  <a:lnTo>
                    <a:pt x="690" y="42"/>
                  </a:lnTo>
                  <a:lnTo>
                    <a:pt x="691" y="40"/>
                  </a:lnTo>
                  <a:lnTo>
                    <a:pt x="692" y="37"/>
                  </a:lnTo>
                  <a:lnTo>
                    <a:pt x="695" y="36"/>
                  </a:lnTo>
                  <a:lnTo>
                    <a:pt x="696" y="34"/>
                  </a:lnTo>
                  <a:lnTo>
                    <a:pt x="697" y="33"/>
                  </a:lnTo>
                  <a:lnTo>
                    <a:pt x="698" y="31"/>
                  </a:lnTo>
                  <a:lnTo>
                    <a:pt x="698" y="29"/>
                  </a:lnTo>
                  <a:lnTo>
                    <a:pt x="699" y="28"/>
                  </a:lnTo>
                  <a:lnTo>
                    <a:pt x="701" y="27"/>
                  </a:lnTo>
                  <a:lnTo>
                    <a:pt x="702" y="25"/>
                  </a:lnTo>
                  <a:lnTo>
                    <a:pt x="702" y="24"/>
                  </a:lnTo>
                  <a:lnTo>
                    <a:pt x="703" y="23"/>
                  </a:lnTo>
                  <a:lnTo>
                    <a:pt x="704" y="22"/>
                  </a:lnTo>
                  <a:lnTo>
                    <a:pt x="705" y="21"/>
                  </a:lnTo>
                  <a:lnTo>
                    <a:pt x="705" y="19"/>
                  </a:lnTo>
                  <a:lnTo>
                    <a:pt x="707" y="18"/>
                  </a:lnTo>
                  <a:lnTo>
                    <a:pt x="707" y="17"/>
                  </a:lnTo>
                  <a:lnTo>
                    <a:pt x="708" y="17"/>
                  </a:lnTo>
                  <a:lnTo>
                    <a:pt x="708" y="16"/>
                  </a:lnTo>
                  <a:lnTo>
                    <a:pt x="709" y="15"/>
                  </a:lnTo>
                  <a:lnTo>
                    <a:pt x="709" y="13"/>
                  </a:lnTo>
                  <a:lnTo>
                    <a:pt x="710" y="13"/>
                  </a:lnTo>
                  <a:lnTo>
                    <a:pt x="710" y="12"/>
                  </a:lnTo>
                  <a:lnTo>
                    <a:pt x="711" y="11"/>
                  </a:lnTo>
                  <a:lnTo>
                    <a:pt x="713" y="10"/>
                  </a:lnTo>
                  <a:lnTo>
                    <a:pt x="713" y="9"/>
                  </a:lnTo>
                  <a:lnTo>
                    <a:pt x="714" y="7"/>
                  </a:lnTo>
                  <a:lnTo>
                    <a:pt x="714" y="6"/>
                  </a:lnTo>
                  <a:lnTo>
                    <a:pt x="715" y="5"/>
                  </a:lnTo>
                  <a:lnTo>
                    <a:pt x="716" y="3"/>
                  </a:lnTo>
                  <a:lnTo>
                    <a:pt x="716" y="1"/>
                  </a:lnTo>
                  <a:lnTo>
                    <a:pt x="717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2" name="Freeform 253">
              <a:extLst>
                <a:ext uri="{FF2B5EF4-FFF2-40B4-BE49-F238E27FC236}">
                  <a16:creationId xmlns:a16="http://schemas.microsoft.com/office/drawing/2014/main" id="{D58C0E99-44ED-414F-9300-23DE59409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228"/>
              <a:ext cx="42" cy="144"/>
            </a:xfrm>
            <a:custGeom>
              <a:avLst/>
              <a:gdLst>
                <a:gd name="T0" fmla="*/ 0 w 86"/>
                <a:gd name="T1" fmla="*/ 1 h 287"/>
                <a:gd name="T2" fmla="*/ 0 w 86"/>
                <a:gd name="T3" fmla="*/ 1 h 287"/>
                <a:gd name="T4" fmla="*/ 0 w 86"/>
                <a:gd name="T5" fmla="*/ 1 h 287"/>
                <a:gd name="T6" fmla="*/ 0 w 86"/>
                <a:gd name="T7" fmla="*/ 1 h 287"/>
                <a:gd name="T8" fmla="*/ 0 w 86"/>
                <a:gd name="T9" fmla="*/ 1 h 287"/>
                <a:gd name="T10" fmla="*/ 0 w 86"/>
                <a:gd name="T11" fmla="*/ 1 h 287"/>
                <a:gd name="T12" fmla="*/ 0 w 86"/>
                <a:gd name="T13" fmla="*/ 1 h 287"/>
                <a:gd name="T14" fmla="*/ 0 w 86"/>
                <a:gd name="T15" fmla="*/ 1 h 287"/>
                <a:gd name="T16" fmla="*/ 0 w 86"/>
                <a:gd name="T17" fmla="*/ 1 h 287"/>
                <a:gd name="T18" fmla="*/ 0 w 86"/>
                <a:gd name="T19" fmla="*/ 1 h 287"/>
                <a:gd name="T20" fmla="*/ 0 w 86"/>
                <a:gd name="T21" fmla="*/ 1 h 287"/>
                <a:gd name="T22" fmla="*/ 0 w 86"/>
                <a:gd name="T23" fmla="*/ 1 h 287"/>
                <a:gd name="T24" fmla="*/ 0 w 86"/>
                <a:gd name="T25" fmla="*/ 1 h 287"/>
                <a:gd name="T26" fmla="*/ 0 w 86"/>
                <a:gd name="T27" fmla="*/ 1 h 287"/>
                <a:gd name="T28" fmla="*/ 0 w 86"/>
                <a:gd name="T29" fmla="*/ 1 h 287"/>
                <a:gd name="T30" fmla="*/ 0 w 86"/>
                <a:gd name="T31" fmla="*/ 1 h 287"/>
                <a:gd name="T32" fmla="*/ 0 w 86"/>
                <a:gd name="T33" fmla="*/ 1 h 287"/>
                <a:gd name="T34" fmla="*/ 0 w 86"/>
                <a:gd name="T35" fmla="*/ 1 h 287"/>
                <a:gd name="T36" fmla="*/ 0 w 86"/>
                <a:gd name="T37" fmla="*/ 1 h 287"/>
                <a:gd name="T38" fmla="*/ 0 w 86"/>
                <a:gd name="T39" fmla="*/ 1 h 287"/>
                <a:gd name="T40" fmla="*/ 0 w 86"/>
                <a:gd name="T41" fmla="*/ 1 h 287"/>
                <a:gd name="T42" fmla="*/ 0 w 86"/>
                <a:gd name="T43" fmla="*/ 1 h 287"/>
                <a:gd name="T44" fmla="*/ 0 w 86"/>
                <a:gd name="T45" fmla="*/ 1 h 287"/>
                <a:gd name="T46" fmla="*/ 0 w 86"/>
                <a:gd name="T47" fmla="*/ 1 h 287"/>
                <a:gd name="T48" fmla="*/ 0 w 86"/>
                <a:gd name="T49" fmla="*/ 1 h 287"/>
                <a:gd name="T50" fmla="*/ 0 w 86"/>
                <a:gd name="T51" fmla="*/ 1 h 287"/>
                <a:gd name="T52" fmla="*/ 0 w 86"/>
                <a:gd name="T53" fmla="*/ 1 h 287"/>
                <a:gd name="T54" fmla="*/ 0 w 86"/>
                <a:gd name="T55" fmla="*/ 1 h 287"/>
                <a:gd name="T56" fmla="*/ 0 w 86"/>
                <a:gd name="T57" fmla="*/ 1 h 287"/>
                <a:gd name="T58" fmla="*/ 0 w 86"/>
                <a:gd name="T59" fmla="*/ 1 h 287"/>
                <a:gd name="T60" fmla="*/ 0 w 86"/>
                <a:gd name="T61" fmla="*/ 1 h 287"/>
                <a:gd name="T62" fmla="*/ 0 w 86"/>
                <a:gd name="T63" fmla="*/ 1 h 287"/>
                <a:gd name="T64" fmla="*/ 0 w 86"/>
                <a:gd name="T65" fmla="*/ 1 h 287"/>
                <a:gd name="T66" fmla="*/ 0 w 86"/>
                <a:gd name="T67" fmla="*/ 1 h 287"/>
                <a:gd name="T68" fmla="*/ 0 w 86"/>
                <a:gd name="T69" fmla="*/ 1 h 287"/>
                <a:gd name="T70" fmla="*/ 0 w 86"/>
                <a:gd name="T71" fmla="*/ 1 h 287"/>
                <a:gd name="T72" fmla="*/ 0 w 86"/>
                <a:gd name="T73" fmla="*/ 1 h 287"/>
                <a:gd name="T74" fmla="*/ 0 w 86"/>
                <a:gd name="T75" fmla="*/ 1 h 287"/>
                <a:gd name="T76" fmla="*/ 0 w 86"/>
                <a:gd name="T77" fmla="*/ 1 h 287"/>
                <a:gd name="T78" fmla="*/ 0 w 86"/>
                <a:gd name="T79" fmla="*/ 1 h 287"/>
                <a:gd name="T80" fmla="*/ 0 w 86"/>
                <a:gd name="T81" fmla="*/ 1 h 287"/>
                <a:gd name="T82" fmla="*/ 0 w 86"/>
                <a:gd name="T83" fmla="*/ 1 h 287"/>
                <a:gd name="T84" fmla="*/ 0 w 86"/>
                <a:gd name="T85" fmla="*/ 1 h 287"/>
                <a:gd name="T86" fmla="*/ 0 w 86"/>
                <a:gd name="T87" fmla="*/ 1 h 287"/>
                <a:gd name="T88" fmla="*/ 0 w 86"/>
                <a:gd name="T89" fmla="*/ 1 h 287"/>
                <a:gd name="T90" fmla="*/ 0 w 86"/>
                <a:gd name="T91" fmla="*/ 1 h 287"/>
                <a:gd name="T92" fmla="*/ 0 w 86"/>
                <a:gd name="T93" fmla="*/ 1 h 287"/>
                <a:gd name="T94" fmla="*/ 0 w 86"/>
                <a:gd name="T95" fmla="*/ 1 h 287"/>
                <a:gd name="T96" fmla="*/ 0 w 86"/>
                <a:gd name="T97" fmla="*/ 1 h 287"/>
                <a:gd name="T98" fmla="*/ 0 w 86"/>
                <a:gd name="T99" fmla="*/ 1 h 287"/>
                <a:gd name="T100" fmla="*/ 0 w 86"/>
                <a:gd name="T101" fmla="*/ 1 h 287"/>
                <a:gd name="T102" fmla="*/ 0 w 86"/>
                <a:gd name="T103" fmla="*/ 1 h 287"/>
                <a:gd name="T104" fmla="*/ 0 w 86"/>
                <a:gd name="T105" fmla="*/ 1 h 287"/>
                <a:gd name="T106" fmla="*/ 0 w 86"/>
                <a:gd name="T107" fmla="*/ 1 h 287"/>
                <a:gd name="T108" fmla="*/ 0 w 86"/>
                <a:gd name="T109" fmla="*/ 1 h 287"/>
                <a:gd name="T110" fmla="*/ 0 w 86"/>
                <a:gd name="T111" fmla="*/ 1 h 287"/>
                <a:gd name="T112" fmla="*/ 0 w 86"/>
                <a:gd name="T113" fmla="*/ 1 h 2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7">
                  <a:moveTo>
                    <a:pt x="0" y="0"/>
                  </a:moveTo>
                  <a:lnTo>
                    <a:pt x="3" y="3"/>
                  </a:lnTo>
                  <a:lnTo>
                    <a:pt x="4" y="6"/>
                  </a:lnTo>
                  <a:lnTo>
                    <a:pt x="6" y="8"/>
                  </a:lnTo>
                  <a:lnTo>
                    <a:pt x="8" y="12"/>
                  </a:lnTo>
                  <a:lnTo>
                    <a:pt x="9" y="14"/>
                  </a:lnTo>
                  <a:lnTo>
                    <a:pt x="10" y="15"/>
                  </a:lnTo>
                  <a:lnTo>
                    <a:pt x="11" y="18"/>
                  </a:lnTo>
                  <a:lnTo>
                    <a:pt x="12" y="20"/>
                  </a:lnTo>
                  <a:lnTo>
                    <a:pt x="14" y="21"/>
                  </a:lnTo>
                  <a:lnTo>
                    <a:pt x="15" y="24"/>
                  </a:lnTo>
                  <a:lnTo>
                    <a:pt x="15" y="25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0"/>
                  </a:lnTo>
                  <a:lnTo>
                    <a:pt x="18" y="31"/>
                  </a:lnTo>
                  <a:lnTo>
                    <a:pt x="18" y="32"/>
                  </a:lnTo>
                  <a:lnTo>
                    <a:pt x="20" y="34"/>
                  </a:lnTo>
                  <a:lnTo>
                    <a:pt x="20" y="35"/>
                  </a:lnTo>
                  <a:lnTo>
                    <a:pt x="21" y="36"/>
                  </a:lnTo>
                  <a:lnTo>
                    <a:pt x="21" y="37"/>
                  </a:lnTo>
                  <a:lnTo>
                    <a:pt x="22" y="38"/>
                  </a:lnTo>
                  <a:lnTo>
                    <a:pt x="22" y="40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3" y="43"/>
                  </a:lnTo>
                  <a:lnTo>
                    <a:pt x="24" y="44"/>
                  </a:lnTo>
                  <a:lnTo>
                    <a:pt x="24" y="46"/>
                  </a:lnTo>
                  <a:lnTo>
                    <a:pt x="26" y="47"/>
                  </a:lnTo>
                  <a:lnTo>
                    <a:pt x="26" y="48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5"/>
                  </a:lnTo>
                  <a:lnTo>
                    <a:pt x="30" y="58"/>
                  </a:lnTo>
                  <a:lnTo>
                    <a:pt x="30" y="59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4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6"/>
                  </a:lnTo>
                  <a:lnTo>
                    <a:pt x="34" y="67"/>
                  </a:lnTo>
                  <a:lnTo>
                    <a:pt x="34" y="68"/>
                  </a:lnTo>
                  <a:lnTo>
                    <a:pt x="35" y="70"/>
                  </a:lnTo>
                  <a:lnTo>
                    <a:pt x="35" y="71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4"/>
                  </a:lnTo>
                  <a:lnTo>
                    <a:pt x="38" y="74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9" y="78"/>
                  </a:lnTo>
                  <a:lnTo>
                    <a:pt x="39" y="79"/>
                  </a:lnTo>
                  <a:lnTo>
                    <a:pt x="39" y="80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3" y="89"/>
                  </a:lnTo>
                  <a:lnTo>
                    <a:pt x="43" y="90"/>
                  </a:lnTo>
                  <a:lnTo>
                    <a:pt x="44" y="92"/>
                  </a:lnTo>
                  <a:lnTo>
                    <a:pt x="45" y="95"/>
                  </a:lnTo>
                  <a:lnTo>
                    <a:pt x="45" y="96"/>
                  </a:lnTo>
                  <a:lnTo>
                    <a:pt x="46" y="98"/>
                  </a:lnTo>
                  <a:lnTo>
                    <a:pt x="46" y="100"/>
                  </a:lnTo>
                  <a:lnTo>
                    <a:pt x="47" y="101"/>
                  </a:lnTo>
                  <a:lnTo>
                    <a:pt x="47" y="102"/>
                  </a:lnTo>
                  <a:lnTo>
                    <a:pt x="49" y="104"/>
                  </a:lnTo>
                  <a:lnTo>
                    <a:pt x="49" y="106"/>
                  </a:lnTo>
                  <a:lnTo>
                    <a:pt x="49" y="107"/>
                  </a:lnTo>
                  <a:lnTo>
                    <a:pt x="50" y="108"/>
                  </a:lnTo>
                  <a:lnTo>
                    <a:pt x="50" y="109"/>
                  </a:lnTo>
                  <a:lnTo>
                    <a:pt x="51" y="110"/>
                  </a:lnTo>
                  <a:lnTo>
                    <a:pt x="51" y="112"/>
                  </a:lnTo>
                  <a:lnTo>
                    <a:pt x="51" y="113"/>
                  </a:lnTo>
                  <a:lnTo>
                    <a:pt x="52" y="114"/>
                  </a:lnTo>
                  <a:lnTo>
                    <a:pt x="52" y="115"/>
                  </a:lnTo>
                  <a:lnTo>
                    <a:pt x="52" y="116"/>
                  </a:lnTo>
                  <a:lnTo>
                    <a:pt x="53" y="118"/>
                  </a:lnTo>
                  <a:lnTo>
                    <a:pt x="53" y="119"/>
                  </a:lnTo>
                  <a:lnTo>
                    <a:pt x="53" y="120"/>
                  </a:lnTo>
                  <a:lnTo>
                    <a:pt x="55" y="121"/>
                  </a:lnTo>
                  <a:lnTo>
                    <a:pt x="55" y="122"/>
                  </a:lnTo>
                  <a:lnTo>
                    <a:pt x="55" y="125"/>
                  </a:lnTo>
                  <a:lnTo>
                    <a:pt x="56" y="126"/>
                  </a:lnTo>
                  <a:lnTo>
                    <a:pt x="56" y="127"/>
                  </a:lnTo>
                  <a:lnTo>
                    <a:pt x="57" y="128"/>
                  </a:lnTo>
                  <a:lnTo>
                    <a:pt x="57" y="131"/>
                  </a:lnTo>
                  <a:lnTo>
                    <a:pt x="57" y="132"/>
                  </a:lnTo>
                  <a:lnTo>
                    <a:pt x="58" y="134"/>
                  </a:lnTo>
                  <a:lnTo>
                    <a:pt x="58" y="136"/>
                  </a:lnTo>
                  <a:lnTo>
                    <a:pt x="59" y="138"/>
                  </a:lnTo>
                  <a:lnTo>
                    <a:pt x="61" y="139"/>
                  </a:lnTo>
                  <a:lnTo>
                    <a:pt x="61" y="142"/>
                  </a:lnTo>
                  <a:lnTo>
                    <a:pt x="61" y="143"/>
                  </a:lnTo>
                  <a:lnTo>
                    <a:pt x="62" y="145"/>
                  </a:lnTo>
                  <a:lnTo>
                    <a:pt x="62" y="147"/>
                  </a:lnTo>
                  <a:lnTo>
                    <a:pt x="63" y="148"/>
                  </a:lnTo>
                  <a:lnTo>
                    <a:pt x="63" y="149"/>
                  </a:lnTo>
                  <a:lnTo>
                    <a:pt x="63" y="150"/>
                  </a:lnTo>
                  <a:lnTo>
                    <a:pt x="64" y="151"/>
                  </a:lnTo>
                  <a:lnTo>
                    <a:pt x="64" y="153"/>
                  </a:lnTo>
                  <a:lnTo>
                    <a:pt x="64" y="154"/>
                  </a:lnTo>
                  <a:lnTo>
                    <a:pt x="64" y="155"/>
                  </a:lnTo>
                  <a:lnTo>
                    <a:pt x="65" y="156"/>
                  </a:lnTo>
                  <a:lnTo>
                    <a:pt x="65" y="157"/>
                  </a:lnTo>
                  <a:lnTo>
                    <a:pt x="67" y="159"/>
                  </a:lnTo>
                  <a:lnTo>
                    <a:pt x="67" y="160"/>
                  </a:lnTo>
                  <a:lnTo>
                    <a:pt x="67" y="161"/>
                  </a:lnTo>
                  <a:lnTo>
                    <a:pt x="67" y="162"/>
                  </a:lnTo>
                  <a:lnTo>
                    <a:pt x="68" y="163"/>
                  </a:lnTo>
                  <a:lnTo>
                    <a:pt x="68" y="165"/>
                  </a:lnTo>
                  <a:lnTo>
                    <a:pt x="68" y="166"/>
                  </a:lnTo>
                  <a:lnTo>
                    <a:pt x="69" y="167"/>
                  </a:lnTo>
                  <a:lnTo>
                    <a:pt x="69" y="168"/>
                  </a:lnTo>
                  <a:lnTo>
                    <a:pt x="69" y="169"/>
                  </a:lnTo>
                  <a:lnTo>
                    <a:pt x="70" y="171"/>
                  </a:lnTo>
                  <a:lnTo>
                    <a:pt x="70" y="172"/>
                  </a:lnTo>
                  <a:lnTo>
                    <a:pt x="70" y="174"/>
                  </a:lnTo>
                  <a:lnTo>
                    <a:pt x="71" y="175"/>
                  </a:lnTo>
                  <a:lnTo>
                    <a:pt x="71" y="178"/>
                  </a:lnTo>
                  <a:lnTo>
                    <a:pt x="73" y="179"/>
                  </a:lnTo>
                  <a:lnTo>
                    <a:pt x="73" y="181"/>
                  </a:lnTo>
                  <a:lnTo>
                    <a:pt x="74" y="184"/>
                  </a:lnTo>
                  <a:lnTo>
                    <a:pt x="74" y="185"/>
                  </a:lnTo>
                  <a:lnTo>
                    <a:pt x="75" y="186"/>
                  </a:lnTo>
                  <a:lnTo>
                    <a:pt x="75" y="189"/>
                  </a:lnTo>
                  <a:lnTo>
                    <a:pt x="75" y="190"/>
                  </a:lnTo>
                  <a:lnTo>
                    <a:pt x="76" y="191"/>
                  </a:lnTo>
                  <a:lnTo>
                    <a:pt x="76" y="192"/>
                  </a:lnTo>
                  <a:lnTo>
                    <a:pt x="76" y="193"/>
                  </a:lnTo>
                  <a:lnTo>
                    <a:pt x="77" y="195"/>
                  </a:lnTo>
                  <a:lnTo>
                    <a:pt x="77" y="196"/>
                  </a:lnTo>
                  <a:lnTo>
                    <a:pt x="77" y="197"/>
                  </a:lnTo>
                  <a:lnTo>
                    <a:pt x="77" y="198"/>
                  </a:lnTo>
                  <a:lnTo>
                    <a:pt x="79" y="199"/>
                  </a:lnTo>
                  <a:lnTo>
                    <a:pt x="79" y="201"/>
                  </a:lnTo>
                  <a:lnTo>
                    <a:pt x="79" y="202"/>
                  </a:lnTo>
                  <a:lnTo>
                    <a:pt x="79" y="203"/>
                  </a:lnTo>
                  <a:lnTo>
                    <a:pt x="79" y="204"/>
                  </a:lnTo>
                  <a:lnTo>
                    <a:pt x="80" y="205"/>
                  </a:lnTo>
                  <a:lnTo>
                    <a:pt x="80" y="207"/>
                  </a:lnTo>
                  <a:lnTo>
                    <a:pt x="80" y="208"/>
                  </a:lnTo>
                  <a:lnTo>
                    <a:pt x="80" y="209"/>
                  </a:lnTo>
                  <a:lnTo>
                    <a:pt x="80" y="210"/>
                  </a:lnTo>
                  <a:lnTo>
                    <a:pt x="80" y="211"/>
                  </a:lnTo>
                  <a:lnTo>
                    <a:pt x="80" y="213"/>
                  </a:lnTo>
                  <a:lnTo>
                    <a:pt x="80" y="214"/>
                  </a:lnTo>
                  <a:lnTo>
                    <a:pt x="80" y="215"/>
                  </a:lnTo>
                  <a:lnTo>
                    <a:pt x="80" y="216"/>
                  </a:lnTo>
                  <a:lnTo>
                    <a:pt x="81" y="219"/>
                  </a:lnTo>
                  <a:lnTo>
                    <a:pt x="81" y="220"/>
                  </a:lnTo>
                  <a:lnTo>
                    <a:pt x="81" y="222"/>
                  </a:lnTo>
                  <a:lnTo>
                    <a:pt x="81" y="223"/>
                  </a:lnTo>
                  <a:lnTo>
                    <a:pt x="81" y="225"/>
                  </a:lnTo>
                  <a:lnTo>
                    <a:pt x="81" y="226"/>
                  </a:lnTo>
                  <a:lnTo>
                    <a:pt x="81" y="227"/>
                  </a:lnTo>
                  <a:lnTo>
                    <a:pt x="81" y="229"/>
                  </a:lnTo>
                  <a:lnTo>
                    <a:pt x="81" y="231"/>
                  </a:lnTo>
                  <a:lnTo>
                    <a:pt x="81" y="232"/>
                  </a:lnTo>
                  <a:lnTo>
                    <a:pt x="82" y="233"/>
                  </a:lnTo>
                  <a:lnTo>
                    <a:pt x="82" y="234"/>
                  </a:lnTo>
                  <a:lnTo>
                    <a:pt x="82" y="235"/>
                  </a:lnTo>
                  <a:lnTo>
                    <a:pt x="82" y="237"/>
                  </a:lnTo>
                  <a:lnTo>
                    <a:pt x="82" y="238"/>
                  </a:lnTo>
                  <a:lnTo>
                    <a:pt x="82" y="239"/>
                  </a:lnTo>
                  <a:lnTo>
                    <a:pt x="82" y="240"/>
                  </a:lnTo>
                  <a:lnTo>
                    <a:pt x="82" y="241"/>
                  </a:lnTo>
                  <a:lnTo>
                    <a:pt x="83" y="243"/>
                  </a:lnTo>
                  <a:lnTo>
                    <a:pt x="83" y="244"/>
                  </a:lnTo>
                  <a:lnTo>
                    <a:pt x="83" y="245"/>
                  </a:lnTo>
                  <a:lnTo>
                    <a:pt x="83" y="246"/>
                  </a:lnTo>
                  <a:lnTo>
                    <a:pt x="83" y="247"/>
                  </a:lnTo>
                  <a:lnTo>
                    <a:pt x="85" y="249"/>
                  </a:lnTo>
                  <a:lnTo>
                    <a:pt x="85" y="250"/>
                  </a:lnTo>
                  <a:lnTo>
                    <a:pt x="85" y="251"/>
                  </a:lnTo>
                  <a:lnTo>
                    <a:pt x="85" y="252"/>
                  </a:lnTo>
                  <a:lnTo>
                    <a:pt x="85" y="253"/>
                  </a:lnTo>
                  <a:lnTo>
                    <a:pt x="86" y="255"/>
                  </a:lnTo>
                  <a:lnTo>
                    <a:pt x="86" y="256"/>
                  </a:lnTo>
                  <a:lnTo>
                    <a:pt x="86" y="257"/>
                  </a:lnTo>
                  <a:lnTo>
                    <a:pt x="86" y="258"/>
                  </a:lnTo>
                  <a:lnTo>
                    <a:pt x="86" y="260"/>
                  </a:lnTo>
                  <a:lnTo>
                    <a:pt x="86" y="261"/>
                  </a:lnTo>
                  <a:lnTo>
                    <a:pt x="86" y="262"/>
                  </a:lnTo>
                  <a:lnTo>
                    <a:pt x="86" y="263"/>
                  </a:lnTo>
                  <a:lnTo>
                    <a:pt x="86" y="264"/>
                  </a:lnTo>
                  <a:lnTo>
                    <a:pt x="86" y="266"/>
                  </a:lnTo>
                  <a:lnTo>
                    <a:pt x="86" y="267"/>
                  </a:lnTo>
                  <a:lnTo>
                    <a:pt x="86" y="268"/>
                  </a:lnTo>
                  <a:lnTo>
                    <a:pt x="86" y="269"/>
                  </a:lnTo>
                  <a:lnTo>
                    <a:pt x="86" y="270"/>
                  </a:lnTo>
                  <a:lnTo>
                    <a:pt x="86" y="272"/>
                  </a:lnTo>
                  <a:lnTo>
                    <a:pt x="86" y="274"/>
                  </a:lnTo>
                  <a:lnTo>
                    <a:pt x="86" y="275"/>
                  </a:lnTo>
                  <a:lnTo>
                    <a:pt x="86" y="276"/>
                  </a:lnTo>
                  <a:lnTo>
                    <a:pt x="86" y="279"/>
                  </a:lnTo>
                  <a:lnTo>
                    <a:pt x="86" y="280"/>
                  </a:lnTo>
                  <a:lnTo>
                    <a:pt x="86" y="282"/>
                  </a:lnTo>
                  <a:lnTo>
                    <a:pt x="86" y="285"/>
                  </a:lnTo>
                  <a:lnTo>
                    <a:pt x="85" y="287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3" name="Freeform 254">
              <a:extLst>
                <a:ext uri="{FF2B5EF4-FFF2-40B4-BE49-F238E27FC236}">
                  <a16:creationId xmlns:a16="http://schemas.microsoft.com/office/drawing/2014/main" id="{D45C44F2-D7B7-4CCA-ADED-56AF0D665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371"/>
              <a:ext cx="42" cy="144"/>
            </a:xfrm>
            <a:custGeom>
              <a:avLst/>
              <a:gdLst>
                <a:gd name="T0" fmla="*/ 0 w 86"/>
                <a:gd name="T1" fmla="*/ 1 h 286"/>
                <a:gd name="T2" fmla="*/ 0 w 86"/>
                <a:gd name="T3" fmla="*/ 1 h 286"/>
                <a:gd name="T4" fmla="*/ 0 w 86"/>
                <a:gd name="T5" fmla="*/ 1 h 286"/>
                <a:gd name="T6" fmla="*/ 0 w 86"/>
                <a:gd name="T7" fmla="*/ 1 h 286"/>
                <a:gd name="T8" fmla="*/ 0 w 86"/>
                <a:gd name="T9" fmla="*/ 1 h 286"/>
                <a:gd name="T10" fmla="*/ 0 w 86"/>
                <a:gd name="T11" fmla="*/ 1 h 286"/>
                <a:gd name="T12" fmla="*/ 0 w 86"/>
                <a:gd name="T13" fmla="*/ 1 h 286"/>
                <a:gd name="T14" fmla="*/ 0 w 86"/>
                <a:gd name="T15" fmla="*/ 1 h 286"/>
                <a:gd name="T16" fmla="*/ 0 w 86"/>
                <a:gd name="T17" fmla="*/ 1 h 286"/>
                <a:gd name="T18" fmla="*/ 0 w 86"/>
                <a:gd name="T19" fmla="*/ 1 h 286"/>
                <a:gd name="T20" fmla="*/ 0 w 86"/>
                <a:gd name="T21" fmla="*/ 1 h 286"/>
                <a:gd name="T22" fmla="*/ 0 w 86"/>
                <a:gd name="T23" fmla="*/ 1 h 286"/>
                <a:gd name="T24" fmla="*/ 0 w 86"/>
                <a:gd name="T25" fmla="*/ 1 h 286"/>
                <a:gd name="T26" fmla="*/ 0 w 86"/>
                <a:gd name="T27" fmla="*/ 1 h 286"/>
                <a:gd name="T28" fmla="*/ 0 w 86"/>
                <a:gd name="T29" fmla="*/ 1 h 286"/>
                <a:gd name="T30" fmla="*/ 0 w 86"/>
                <a:gd name="T31" fmla="*/ 1 h 286"/>
                <a:gd name="T32" fmla="*/ 0 w 86"/>
                <a:gd name="T33" fmla="*/ 1 h 286"/>
                <a:gd name="T34" fmla="*/ 0 w 86"/>
                <a:gd name="T35" fmla="*/ 1 h 286"/>
                <a:gd name="T36" fmla="*/ 0 w 86"/>
                <a:gd name="T37" fmla="*/ 1 h 286"/>
                <a:gd name="T38" fmla="*/ 0 w 86"/>
                <a:gd name="T39" fmla="*/ 1 h 286"/>
                <a:gd name="T40" fmla="*/ 0 w 86"/>
                <a:gd name="T41" fmla="*/ 1 h 286"/>
                <a:gd name="T42" fmla="*/ 0 w 86"/>
                <a:gd name="T43" fmla="*/ 1 h 286"/>
                <a:gd name="T44" fmla="*/ 0 w 86"/>
                <a:gd name="T45" fmla="*/ 1 h 286"/>
                <a:gd name="T46" fmla="*/ 0 w 86"/>
                <a:gd name="T47" fmla="*/ 1 h 286"/>
                <a:gd name="T48" fmla="*/ 0 w 86"/>
                <a:gd name="T49" fmla="*/ 1 h 286"/>
                <a:gd name="T50" fmla="*/ 0 w 86"/>
                <a:gd name="T51" fmla="*/ 1 h 286"/>
                <a:gd name="T52" fmla="*/ 0 w 86"/>
                <a:gd name="T53" fmla="*/ 1 h 286"/>
                <a:gd name="T54" fmla="*/ 0 w 86"/>
                <a:gd name="T55" fmla="*/ 1 h 286"/>
                <a:gd name="T56" fmla="*/ 0 w 86"/>
                <a:gd name="T57" fmla="*/ 1 h 286"/>
                <a:gd name="T58" fmla="*/ 0 w 86"/>
                <a:gd name="T59" fmla="*/ 1 h 286"/>
                <a:gd name="T60" fmla="*/ 0 w 86"/>
                <a:gd name="T61" fmla="*/ 1 h 286"/>
                <a:gd name="T62" fmla="*/ 0 w 86"/>
                <a:gd name="T63" fmla="*/ 1 h 286"/>
                <a:gd name="T64" fmla="*/ 0 w 86"/>
                <a:gd name="T65" fmla="*/ 1 h 286"/>
                <a:gd name="T66" fmla="*/ 0 w 86"/>
                <a:gd name="T67" fmla="*/ 1 h 286"/>
                <a:gd name="T68" fmla="*/ 0 w 86"/>
                <a:gd name="T69" fmla="*/ 1 h 286"/>
                <a:gd name="T70" fmla="*/ 0 w 86"/>
                <a:gd name="T71" fmla="*/ 1 h 286"/>
                <a:gd name="T72" fmla="*/ 0 w 86"/>
                <a:gd name="T73" fmla="*/ 1 h 286"/>
                <a:gd name="T74" fmla="*/ 0 w 86"/>
                <a:gd name="T75" fmla="*/ 1 h 286"/>
                <a:gd name="T76" fmla="*/ 0 w 86"/>
                <a:gd name="T77" fmla="*/ 1 h 286"/>
                <a:gd name="T78" fmla="*/ 0 w 86"/>
                <a:gd name="T79" fmla="*/ 1 h 286"/>
                <a:gd name="T80" fmla="*/ 0 w 86"/>
                <a:gd name="T81" fmla="*/ 1 h 286"/>
                <a:gd name="T82" fmla="*/ 0 w 86"/>
                <a:gd name="T83" fmla="*/ 1 h 286"/>
                <a:gd name="T84" fmla="*/ 0 w 86"/>
                <a:gd name="T85" fmla="*/ 1 h 286"/>
                <a:gd name="T86" fmla="*/ 0 w 86"/>
                <a:gd name="T87" fmla="*/ 1 h 286"/>
                <a:gd name="T88" fmla="*/ 0 w 86"/>
                <a:gd name="T89" fmla="*/ 1 h 286"/>
                <a:gd name="T90" fmla="*/ 0 w 86"/>
                <a:gd name="T91" fmla="*/ 1 h 286"/>
                <a:gd name="T92" fmla="*/ 0 w 86"/>
                <a:gd name="T93" fmla="*/ 1 h 286"/>
                <a:gd name="T94" fmla="*/ 0 w 86"/>
                <a:gd name="T95" fmla="*/ 1 h 286"/>
                <a:gd name="T96" fmla="*/ 0 w 86"/>
                <a:gd name="T97" fmla="*/ 1 h 286"/>
                <a:gd name="T98" fmla="*/ 0 w 86"/>
                <a:gd name="T99" fmla="*/ 1 h 286"/>
                <a:gd name="T100" fmla="*/ 0 w 86"/>
                <a:gd name="T101" fmla="*/ 1 h 286"/>
                <a:gd name="T102" fmla="*/ 0 w 86"/>
                <a:gd name="T103" fmla="*/ 1 h 286"/>
                <a:gd name="T104" fmla="*/ 0 w 86"/>
                <a:gd name="T105" fmla="*/ 1 h 286"/>
                <a:gd name="T106" fmla="*/ 0 w 86"/>
                <a:gd name="T107" fmla="*/ 1 h 286"/>
                <a:gd name="T108" fmla="*/ 0 w 86"/>
                <a:gd name="T109" fmla="*/ 1 h 286"/>
                <a:gd name="T110" fmla="*/ 0 w 86"/>
                <a:gd name="T111" fmla="*/ 1 h 286"/>
                <a:gd name="T112" fmla="*/ 0 w 86"/>
                <a:gd name="T113" fmla="*/ 1 h 2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6" h="286">
                  <a:moveTo>
                    <a:pt x="0" y="286"/>
                  </a:moveTo>
                  <a:lnTo>
                    <a:pt x="3" y="284"/>
                  </a:lnTo>
                  <a:lnTo>
                    <a:pt x="4" y="280"/>
                  </a:lnTo>
                  <a:lnTo>
                    <a:pt x="6" y="278"/>
                  </a:lnTo>
                  <a:lnTo>
                    <a:pt x="8" y="275"/>
                  </a:lnTo>
                  <a:lnTo>
                    <a:pt x="9" y="273"/>
                  </a:lnTo>
                  <a:lnTo>
                    <a:pt x="10" y="270"/>
                  </a:lnTo>
                  <a:lnTo>
                    <a:pt x="11" y="268"/>
                  </a:lnTo>
                  <a:lnTo>
                    <a:pt x="12" y="267"/>
                  </a:lnTo>
                  <a:lnTo>
                    <a:pt x="14" y="264"/>
                  </a:lnTo>
                  <a:lnTo>
                    <a:pt x="15" y="263"/>
                  </a:lnTo>
                  <a:lnTo>
                    <a:pt x="15" y="261"/>
                  </a:lnTo>
                  <a:lnTo>
                    <a:pt x="16" y="260"/>
                  </a:lnTo>
                  <a:lnTo>
                    <a:pt x="17" y="258"/>
                  </a:lnTo>
                  <a:lnTo>
                    <a:pt x="17" y="257"/>
                  </a:lnTo>
                  <a:lnTo>
                    <a:pt x="18" y="255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0" y="251"/>
                  </a:lnTo>
                  <a:lnTo>
                    <a:pt x="21" y="250"/>
                  </a:lnTo>
                  <a:lnTo>
                    <a:pt x="21" y="249"/>
                  </a:lnTo>
                  <a:lnTo>
                    <a:pt x="22" y="249"/>
                  </a:lnTo>
                  <a:lnTo>
                    <a:pt x="22" y="248"/>
                  </a:lnTo>
                  <a:lnTo>
                    <a:pt x="23" y="246"/>
                  </a:lnTo>
                  <a:lnTo>
                    <a:pt x="23" y="245"/>
                  </a:lnTo>
                  <a:lnTo>
                    <a:pt x="23" y="244"/>
                  </a:lnTo>
                  <a:lnTo>
                    <a:pt x="24" y="243"/>
                  </a:lnTo>
                  <a:lnTo>
                    <a:pt x="24" y="242"/>
                  </a:lnTo>
                  <a:lnTo>
                    <a:pt x="26" y="240"/>
                  </a:lnTo>
                  <a:lnTo>
                    <a:pt x="26" y="238"/>
                  </a:lnTo>
                  <a:lnTo>
                    <a:pt x="27" y="237"/>
                  </a:lnTo>
                  <a:lnTo>
                    <a:pt x="27" y="236"/>
                  </a:lnTo>
                  <a:lnTo>
                    <a:pt x="28" y="234"/>
                  </a:lnTo>
                  <a:lnTo>
                    <a:pt x="28" y="232"/>
                  </a:lnTo>
                  <a:lnTo>
                    <a:pt x="29" y="231"/>
                  </a:lnTo>
                  <a:lnTo>
                    <a:pt x="30" y="230"/>
                  </a:lnTo>
                  <a:lnTo>
                    <a:pt x="30" y="228"/>
                  </a:lnTo>
                  <a:lnTo>
                    <a:pt x="30" y="227"/>
                  </a:lnTo>
                  <a:lnTo>
                    <a:pt x="32" y="226"/>
                  </a:lnTo>
                  <a:lnTo>
                    <a:pt x="32" y="225"/>
                  </a:lnTo>
                  <a:lnTo>
                    <a:pt x="33" y="224"/>
                  </a:lnTo>
                  <a:lnTo>
                    <a:pt x="33" y="222"/>
                  </a:lnTo>
                  <a:lnTo>
                    <a:pt x="33" y="221"/>
                  </a:lnTo>
                  <a:lnTo>
                    <a:pt x="34" y="220"/>
                  </a:lnTo>
                  <a:lnTo>
                    <a:pt x="34" y="219"/>
                  </a:lnTo>
                  <a:lnTo>
                    <a:pt x="35" y="218"/>
                  </a:lnTo>
                  <a:lnTo>
                    <a:pt x="35" y="216"/>
                  </a:lnTo>
                  <a:lnTo>
                    <a:pt x="35" y="215"/>
                  </a:lnTo>
                  <a:lnTo>
                    <a:pt x="37" y="214"/>
                  </a:lnTo>
                  <a:lnTo>
                    <a:pt x="37" y="213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09"/>
                  </a:lnTo>
                  <a:lnTo>
                    <a:pt x="39" y="208"/>
                  </a:lnTo>
                  <a:lnTo>
                    <a:pt x="39" y="207"/>
                  </a:lnTo>
                  <a:lnTo>
                    <a:pt x="39" y="206"/>
                  </a:lnTo>
                  <a:lnTo>
                    <a:pt x="40" y="204"/>
                  </a:lnTo>
                  <a:lnTo>
                    <a:pt x="40" y="203"/>
                  </a:lnTo>
                  <a:lnTo>
                    <a:pt x="41" y="201"/>
                  </a:lnTo>
                  <a:lnTo>
                    <a:pt x="41" y="199"/>
                  </a:lnTo>
                  <a:lnTo>
                    <a:pt x="43" y="198"/>
                  </a:lnTo>
                  <a:lnTo>
                    <a:pt x="43" y="196"/>
                  </a:lnTo>
                  <a:lnTo>
                    <a:pt x="44" y="193"/>
                  </a:lnTo>
                  <a:lnTo>
                    <a:pt x="45" y="192"/>
                  </a:lnTo>
                  <a:lnTo>
                    <a:pt x="45" y="190"/>
                  </a:lnTo>
                  <a:lnTo>
                    <a:pt x="46" y="189"/>
                  </a:lnTo>
                  <a:lnTo>
                    <a:pt x="46" y="186"/>
                  </a:lnTo>
                  <a:lnTo>
                    <a:pt x="47" y="185"/>
                  </a:lnTo>
                  <a:lnTo>
                    <a:pt x="47" y="184"/>
                  </a:lnTo>
                  <a:lnTo>
                    <a:pt x="49" y="183"/>
                  </a:lnTo>
                  <a:lnTo>
                    <a:pt x="49" y="181"/>
                  </a:lnTo>
                  <a:lnTo>
                    <a:pt x="49" y="180"/>
                  </a:lnTo>
                  <a:lnTo>
                    <a:pt x="50" y="179"/>
                  </a:lnTo>
                  <a:lnTo>
                    <a:pt x="50" y="178"/>
                  </a:lnTo>
                  <a:lnTo>
                    <a:pt x="51" y="177"/>
                  </a:lnTo>
                  <a:lnTo>
                    <a:pt x="51" y="175"/>
                  </a:lnTo>
                  <a:lnTo>
                    <a:pt x="51" y="174"/>
                  </a:lnTo>
                  <a:lnTo>
                    <a:pt x="51" y="173"/>
                  </a:lnTo>
                  <a:lnTo>
                    <a:pt x="52" y="172"/>
                  </a:lnTo>
                  <a:lnTo>
                    <a:pt x="52" y="171"/>
                  </a:lnTo>
                  <a:lnTo>
                    <a:pt x="53" y="169"/>
                  </a:lnTo>
                  <a:lnTo>
                    <a:pt x="53" y="168"/>
                  </a:lnTo>
                  <a:lnTo>
                    <a:pt x="53" y="167"/>
                  </a:lnTo>
                  <a:lnTo>
                    <a:pt x="53" y="166"/>
                  </a:lnTo>
                  <a:lnTo>
                    <a:pt x="55" y="165"/>
                  </a:lnTo>
                  <a:lnTo>
                    <a:pt x="55" y="163"/>
                  </a:lnTo>
                  <a:lnTo>
                    <a:pt x="55" y="162"/>
                  </a:lnTo>
                  <a:lnTo>
                    <a:pt x="56" y="161"/>
                  </a:lnTo>
                  <a:lnTo>
                    <a:pt x="56" y="160"/>
                  </a:lnTo>
                  <a:lnTo>
                    <a:pt x="57" y="157"/>
                  </a:lnTo>
                  <a:lnTo>
                    <a:pt x="57" y="156"/>
                  </a:lnTo>
                  <a:lnTo>
                    <a:pt x="57" y="154"/>
                  </a:lnTo>
                  <a:lnTo>
                    <a:pt x="58" y="153"/>
                  </a:lnTo>
                  <a:lnTo>
                    <a:pt x="58" y="150"/>
                  </a:lnTo>
                  <a:lnTo>
                    <a:pt x="59" y="149"/>
                  </a:lnTo>
                  <a:lnTo>
                    <a:pt x="61" y="147"/>
                  </a:lnTo>
                  <a:lnTo>
                    <a:pt x="61" y="145"/>
                  </a:lnTo>
                  <a:lnTo>
                    <a:pt x="61" y="143"/>
                  </a:lnTo>
                  <a:lnTo>
                    <a:pt x="62" y="142"/>
                  </a:lnTo>
                  <a:lnTo>
                    <a:pt x="62" y="141"/>
                  </a:lnTo>
                  <a:lnTo>
                    <a:pt x="63" y="139"/>
                  </a:lnTo>
                  <a:lnTo>
                    <a:pt x="63" y="137"/>
                  </a:lnTo>
                  <a:lnTo>
                    <a:pt x="63" y="136"/>
                  </a:lnTo>
                  <a:lnTo>
                    <a:pt x="64" y="135"/>
                  </a:lnTo>
                  <a:lnTo>
                    <a:pt x="64" y="133"/>
                  </a:lnTo>
                  <a:lnTo>
                    <a:pt x="64" y="132"/>
                  </a:lnTo>
                  <a:lnTo>
                    <a:pt x="65" y="131"/>
                  </a:lnTo>
                  <a:lnTo>
                    <a:pt x="65" y="130"/>
                  </a:lnTo>
                  <a:lnTo>
                    <a:pt x="65" y="129"/>
                  </a:lnTo>
                  <a:lnTo>
                    <a:pt x="67" y="127"/>
                  </a:lnTo>
                  <a:lnTo>
                    <a:pt x="67" y="126"/>
                  </a:lnTo>
                  <a:lnTo>
                    <a:pt x="67" y="125"/>
                  </a:lnTo>
                  <a:lnTo>
                    <a:pt x="68" y="124"/>
                  </a:lnTo>
                  <a:lnTo>
                    <a:pt x="68" y="123"/>
                  </a:lnTo>
                  <a:lnTo>
                    <a:pt x="68" y="121"/>
                  </a:lnTo>
                  <a:lnTo>
                    <a:pt x="69" y="120"/>
                  </a:lnTo>
                  <a:lnTo>
                    <a:pt x="69" y="119"/>
                  </a:lnTo>
                  <a:lnTo>
                    <a:pt x="69" y="117"/>
                  </a:lnTo>
                  <a:lnTo>
                    <a:pt x="70" y="115"/>
                  </a:lnTo>
                  <a:lnTo>
                    <a:pt x="70" y="114"/>
                  </a:lnTo>
                  <a:lnTo>
                    <a:pt x="70" y="113"/>
                  </a:lnTo>
                  <a:lnTo>
                    <a:pt x="71" y="111"/>
                  </a:lnTo>
                  <a:lnTo>
                    <a:pt x="71" y="109"/>
                  </a:lnTo>
                  <a:lnTo>
                    <a:pt x="73" y="107"/>
                  </a:lnTo>
                  <a:lnTo>
                    <a:pt x="73" y="105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5" y="100"/>
                  </a:lnTo>
                  <a:lnTo>
                    <a:pt x="75" y="99"/>
                  </a:lnTo>
                  <a:lnTo>
                    <a:pt x="75" y="96"/>
                  </a:lnTo>
                  <a:lnTo>
                    <a:pt x="76" y="95"/>
                  </a:lnTo>
                  <a:lnTo>
                    <a:pt x="76" y="94"/>
                  </a:lnTo>
                  <a:lnTo>
                    <a:pt x="76" y="93"/>
                  </a:lnTo>
                  <a:lnTo>
                    <a:pt x="77" y="91"/>
                  </a:lnTo>
                  <a:lnTo>
                    <a:pt x="77" y="90"/>
                  </a:lnTo>
                  <a:lnTo>
                    <a:pt x="77" y="89"/>
                  </a:lnTo>
                  <a:lnTo>
                    <a:pt x="79" y="88"/>
                  </a:lnTo>
                  <a:lnTo>
                    <a:pt x="79" y="87"/>
                  </a:lnTo>
                  <a:lnTo>
                    <a:pt x="79" y="85"/>
                  </a:lnTo>
                  <a:lnTo>
                    <a:pt x="79" y="84"/>
                  </a:lnTo>
                  <a:lnTo>
                    <a:pt x="79" y="83"/>
                  </a:lnTo>
                  <a:lnTo>
                    <a:pt x="79" y="82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0" y="78"/>
                  </a:lnTo>
                  <a:lnTo>
                    <a:pt x="80" y="77"/>
                  </a:lnTo>
                  <a:lnTo>
                    <a:pt x="80" y="76"/>
                  </a:lnTo>
                  <a:lnTo>
                    <a:pt x="80" y="74"/>
                  </a:lnTo>
                  <a:lnTo>
                    <a:pt x="80" y="72"/>
                  </a:lnTo>
                  <a:lnTo>
                    <a:pt x="80" y="71"/>
                  </a:lnTo>
                  <a:lnTo>
                    <a:pt x="80" y="70"/>
                  </a:lnTo>
                  <a:lnTo>
                    <a:pt x="81" y="68"/>
                  </a:lnTo>
                  <a:lnTo>
                    <a:pt x="81" y="66"/>
                  </a:lnTo>
                  <a:lnTo>
                    <a:pt x="81" y="65"/>
                  </a:lnTo>
                  <a:lnTo>
                    <a:pt x="81" y="62"/>
                  </a:lnTo>
                  <a:lnTo>
                    <a:pt x="81" y="61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1" y="58"/>
                  </a:lnTo>
                  <a:lnTo>
                    <a:pt x="81" y="56"/>
                  </a:lnTo>
                  <a:lnTo>
                    <a:pt x="81" y="55"/>
                  </a:lnTo>
                  <a:lnTo>
                    <a:pt x="81" y="54"/>
                  </a:lnTo>
                  <a:lnTo>
                    <a:pt x="82" y="53"/>
                  </a:lnTo>
                  <a:lnTo>
                    <a:pt x="82" y="52"/>
                  </a:lnTo>
                  <a:lnTo>
                    <a:pt x="82" y="50"/>
                  </a:lnTo>
                  <a:lnTo>
                    <a:pt x="82" y="49"/>
                  </a:lnTo>
                  <a:lnTo>
                    <a:pt x="82" y="48"/>
                  </a:lnTo>
                  <a:lnTo>
                    <a:pt x="82" y="47"/>
                  </a:lnTo>
                  <a:lnTo>
                    <a:pt x="82" y="46"/>
                  </a:lnTo>
                  <a:lnTo>
                    <a:pt x="82" y="44"/>
                  </a:lnTo>
                  <a:lnTo>
                    <a:pt x="83" y="43"/>
                  </a:lnTo>
                  <a:lnTo>
                    <a:pt x="83" y="42"/>
                  </a:lnTo>
                  <a:lnTo>
                    <a:pt x="83" y="41"/>
                  </a:lnTo>
                  <a:lnTo>
                    <a:pt x="83" y="40"/>
                  </a:lnTo>
                  <a:lnTo>
                    <a:pt x="85" y="38"/>
                  </a:lnTo>
                  <a:lnTo>
                    <a:pt x="85" y="37"/>
                  </a:lnTo>
                  <a:lnTo>
                    <a:pt x="85" y="36"/>
                  </a:lnTo>
                  <a:lnTo>
                    <a:pt x="85" y="35"/>
                  </a:lnTo>
                  <a:lnTo>
                    <a:pt x="85" y="34"/>
                  </a:lnTo>
                  <a:lnTo>
                    <a:pt x="85" y="32"/>
                  </a:lnTo>
                  <a:lnTo>
                    <a:pt x="86" y="31"/>
                  </a:lnTo>
                  <a:lnTo>
                    <a:pt x="86" y="30"/>
                  </a:lnTo>
                  <a:lnTo>
                    <a:pt x="86" y="29"/>
                  </a:lnTo>
                  <a:lnTo>
                    <a:pt x="86" y="28"/>
                  </a:lnTo>
                  <a:lnTo>
                    <a:pt x="86" y="26"/>
                  </a:lnTo>
                  <a:lnTo>
                    <a:pt x="86" y="25"/>
                  </a:lnTo>
                  <a:lnTo>
                    <a:pt x="86" y="24"/>
                  </a:lnTo>
                  <a:lnTo>
                    <a:pt x="86" y="23"/>
                  </a:lnTo>
                  <a:lnTo>
                    <a:pt x="86" y="22"/>
                  </a:lnTo>
                  <a:lnTo>
                    <a:pt x="86" y="20"/>
                  </a:lnTo>
                  <a:lnTo>
                    <a:pt x="86" y="19"/>
                  </a:lnTo>
                  <a:lnTo>
                    <a:pt x="86" y="18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6" y="14"/>
                  </a:lnTo>
                  <a:lnTo>
                    <a:pt x="86" y="13"/>
                  </a:lnTo>
                  <a:lnTo>
                    <a:pt x="86" y="12"/>
                  </a:lnTo>
                  <a:lnTo>
                    <a:pt x="86" y="10"/>
                  </a:lnTo>
                  <a:lnTo>
                    <a:pt x="86" y="8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6" y="2"/>
                  </a:lnTo>
                  <a:lnTo>
                    <a:pt x="85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4" name="Freeform 255">
              <a:extLst>
                <a:ext uri="{FF2B5EF4-FFF2-40B4-BE49-F238E27FC236}">
                  <a16:creationId xmlns:a16="http://schemas.microsoft.com/office/drawing/2014/main" id="{AFA01287-AACA-41D2-8297-A54A7D2A5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097"/>
              <a:ext cx="349" cy="167"/>
            </a:xfrm>
            <a:custGeom>
              <a:avLst/>
              <a:gdLst>
                <a:gd name="T0" fmla="*/ 4 w 505"/>
                <a:gd name="T1" fmla="*/ 0 h 337"/>
                <a:gd name="T2" fmla="*/ 4 w 505"/>
                <a:gd name="T3" fmla="*/ 0 h 337"/>
                <a:gd name="T4" fmla="*/ 0 w 505"/>
                <a:gd name="T5" fmla="*/ 0 h 3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5" h="337">
                  <a:moveTo>
                    <a:pt x="505" y="337"/>
                  </a:moveTo>
                  <a:lnTo>
                    <a:pt x="505" y="0"/>
                  </a:lnTo>
                  <a:lnTo>
                    <a:pt x="0" y="0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5" name="Freeform 256">
              <a:extLst>
                <a:ext uri="{FF2B5EF4-FFF2-40B4-BE49-F238E27FC236}">
                  <a16:creationId xmlns:a16="http://schemas.microsoft.com/office/drawing/2014/main" id="{9B8F9C51-F974-4BAC-8EA4-92AC32018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454"/>
              <a:ext cx="253" cy="169"/>
            </a:xfrm>
            <a:custGeom>
              <a:avLst/>
              <a:gdLst>
                <a:gd name="T0" fmla="*/ 1 w 505"/>
                <a:gd name="T1" fmla="*/ 0 h 336"/>
                <a:gd name="T2" fmla="*/ 1 w 505"/>
                <a:gd name="T3" fmla="*/ 1 h 336"/>
                <a:gd name="T4" fmla="*/ 0 w 505"/>
                <a:gd name="T5" fmla="*/ 1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5" h="336">
                  <a:moveTo>
                    <a:pt x="505" y="0"/>
                  </a:moveTo>
                  <a:lnTo>
                    <a:pt x="505" y="336"/>
                  </a:lnTo>
                  <a:lnTo>
                    <a:pt x="0" y="336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6" name="Line 257">
              <a:extLst>
                <a:ext uri="{FF2B5EF4-FFF2-40B4-BE49-F238E27FC236}">
                  <a16:creationId xmlns:a16="http://schemas.microsoft.com/office/drawing/2014/main" id="{7295AFEB-5FDC-489E-B768-F201FD77C3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05" y="2118"/>
              <a:ext cx="253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7" name="Line 258">
              <a:extLst>
                <a:ext uri="{FF2B5EF4-FFF2-40B4-BE49-F238E27FC236}">
                  <a16:creationId xmlns:a16="http://schemas.microsoft.com/office/drawing/2014/main" id="{73322318-A3D6-4161-90B1-677E5A6975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58" y="1433"/>
              <a:ext cx="1" cy="853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8" name="Line 259">
              <a:extLst>
                <a:ext uri="{FF2B5EF4-FFF2-40B4-BE49-F238E27FC236}">
                  <a16:creationId xmlns:a16="http://schemas.microsoft.com/office/drawing/2014/main" id="{647AEDFD-C9F5-44BE-8FDA-3ABCBE498B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05" y="1601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39" name="Freeform 260">
              <a:extLst>
                <a:ext uri="{FF2B5EF4-FFF2-40B4-BE49-F238E27FC236}">
                  <a16:creationId xmlns:a16="http://schemas.microsoft.com/office/drawing/2014/main" id="{CD9F3655-3615-4E1B-A876-FD8E01552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589"/>
              <a:ext cx="24" cy="24"/>
            </a:xfrm>
            <a:custGeom>
              <a:avLst/>
              <a:gdLst>
                <a:gd name="T0" fmla="*/ 0 w 48"/>
                <a:gd name="T1" fmla="*/ 1 h 48"/>
                <a:gd name="T2" fmla="*/ 1 w 48"/>
                <a:gd name="T3" fmla="*/ 1 h 48"/>
                <a:gd name="T4" fmla="*/ 1 w 48"/>
                <a:gd name="T5" fmla="*/ 1 h 48"/>
                <a:gd name="T6" fmla="*/ 1 w 48"/>
                <a:gd name="T7" fmla="*/ 1 h 48"/>
                <a:gd name="T8" fmla="*/ 1 w 48"/>
                <a:gd name="T9" fmla="*/ 1 h 48"/>
                <a:gd name="T10" fmla="*/ 1 w 48"/>
                <a:gd name="T11" fmla="*/ 1 h 48"/>
                <a:gd name="T12" fmla="*/ 1 w 48"/>
                <a:gd name="T13" fmla="*/ 1 h 48"/>
                <a:gd name="T14" fmla="*/ 1 w 48"/>
                <a:gd name="T15" fmla="*/ 1 h 48"/>
                <a:gd name="T16" fmla="*/ 1 w 48"/>
                <a:gd name="T17" fmla="*/ 1 h 48"/>
                <a:gd name="T18" fmla="*/ 1 w 48"/>
                <a:gd name="T19" fmla="*/ 0 h 48"/>
                <a:gd name="T20" fmla="*/ 1 w 48"/>
                <a:gd name="T21" fmla="*/ 0 h 48"/>
                <a:gd name="T22" fmla="*/ 1 w 48"/>
                <a:gd name="T23" fmla="*/ 0 h 48"/>
                <a:gd name="T24" fmla="*/ 1 w 48"/>
                <a:gd name="T25" fmla="*/ 0 h 48"/>
                <a:gd name="T26" fmla="*/ 1 w 48"/>
                <a:gd name="T27" fmla="*/ 1 h 48"/>
                <a:gd name="T28" fmla="*/ 1 w 48"/>
                <a:gd name="T29" fmla="*/ 1 h 48"/>
                <a:gd name="T30" fmla="*/ 1 w 48"/>
                <a:gd name="T31" fmla="*/ 1 h 48"/>
                <a:gd name="T32" fmla="*/ 1 w 48"/>
                <a:gd name="T33" fmla="*/ 1 h 48"/>
                <a:gd name="T34" fmla="*/ 1 w 48"/>
                <a:gd name="T35" fmla="*/ 1 h 48"/>
                <a:gd name="T36" fmla="*/ 1 w 48"/>
                <a:gd name="T37" fmla="*/ 1 h 48"/>
                <a:gd name="T38" fmla="*/ 1 w 48"/>
                <a:gd name="T39" fmla="*/ 1 h 48"/>
                <a:gd name="T40" fmla="*/ 1 w 48"/>
                <a:gd name="T41" fmla="*/ 1 h 48"/>
                <a:gd name="T42" fmla="*/ 1 w 48"/>
                <a:gd name="T43" fmla="*/ 1 h 48"/>
                <a:gd name="T44" fmla="*/ 1 w 48"/>
                <a:gd name="T45" fmla="*/ 1 h 48"/>
                <a:gd name="T46" fmla="*/ 1 w 48"/>
                <a:gd name="T47" fmla="*/ 1 h 48"/>
                <a:gd name="T48" fmla="*/ 1 w 48"/>
                <a:gd name="T49" fmla="*/ 1 h 48"/>
                <a:gd name="T50" fmla="*/ 1 w 48"/>
                <a:gd name="T51" fmla="*/ 1 h 48"/>
                <a:gd name="T52" fmla="*/ 1 w 48"/>
                <a:gd name="T53" fmla="*/ 1 h 48"/>
                <a:gd name="T54" fmla="*/ 1 w 48"/>
                <a:gd name="T55" fmla="*/ 1 h 48"/>
                <a:gd name="T56" fmla="*/ 1 w 48"/>
                <a:gd name="T57" fmla="*/ 1 h 48"/>
                <a:gd name="T58" fmla="*/ 1 w 48"/>
                <a:gd name="T59" fmla="*/ 1 h 48"/>
                <a:gd name="T60" fmla="*/ 1 w 48"/>
                <a:gd name="T61" fmla="*/ 1 h 48"/>
                <a:gd name="T62" fmla="*/ 1 w 48"/>
                <a:gd name="T63" fmla="*/ 1 h 48"/>
                <a:gd name="T64" fmla="*/ 1 w 48"/>
                <a:gd name="T65" fmla="*/ 1 h 48"/>
                <a:gd name="T66" fmla="*/ 1 w 48"/>
                <a:gd name="T67" fmla="*/ 1 h 48"/>
                <a:gd name="T68" fmla="*/ 1 w 48"/>
                <a:gd name="T69" fmla="*/ 1 h 48"/>
                <a:gd name="T70" fmla="*/ 1 w 48"/>
                <a:gd name="T71" fmla="*/ 1 h 48"/>
                <a:gd name="T72" fmla="*/ 1 w 48"/>
                <a:gd name="T73" fmla="*/ 1 h 48"/>
                <a:gd name="T74" fmla="*/ 1 w 48"/>
                <a:gd name="T75" fmla="*/ 1 h 48"/>
                <a:gd name="T76" fmla="*/ 1 w 48"/>
                <a:gd name="T77" fmla="*/ 1 h 48"/>
                <a:gd name="T78" fmla="*/ 1 w 48"/>
                <a:gd name="T79" fmla="*/ 1 h 48"/>
                <a:gd name="T80" fmla="*/ 1 w 48"/>
                <a:gd name="T81" fmla="*/ 1 h 48"/>
                <a:gd name="T82" fmla="*/ 1 w 48"/>
                <a:gd name="T83" fmla="*/ 1 h 48"/>
                <a:gd name="T84" fmla="*/ 1 w 48"/>
                <a:gd name="T85" fmla="*/ 1 h 48"/>
                <a:gd name="T86" fmla="*/ 1 w 48"/>
                <a:gd name="T87" fmla="*/ 1 h 48"/>
                <a:gd name="T88" fmla="*/ 1 w 48"/>
                <a:gd name="T89" fmla="*/ 1 h 48"/>
                <a:gd name="T90" fmla="*/ 1 w 48"/>
                <a:gd name="T91" fmla="*/ 1 h 48"/>
                <a:gd name="T92" fmla="*/ 1 w 48"/>
                <a:gd name="T93" fmla="*/ 1 h 48"/>
                <a:gd name="T94" fmla="*/ 1 w 48"/>
                <a:gd name="T95" fmla="*/ 1 h 48"/>
                <a:gd name="T96" fmla="*/ 1 w 48"/>
                <a:gd name="T97" fmla="*/ 1 h 48"/>
                <a:gd name="T98" fmla="*/ 1 w 48"/>
                <a:gd name="T99" fmla="*/ 1 h 48"/>
                <a:gd name="T100" fmla="*/ 1 w 48"/>
                <a:gd name="T101" fmla="*/ 1 h 48"/>
                <a:gd name="T102" fmla="*/ 1 w 48"/>
                <a:gd name="T103" fmla="*/ 1 h 48"/>
                <a:gd name="T104" fmla="*/ 1 w 48"/>
                <a:gd name="T105" fmla="*/ 1 h 48"/>
                <a:gd name="T106" fmla="*/ 1 w 48"/>
                <a:gd name="T107" fmla="*/ 1 h 48"/>
                <a:gd name="T108" fmla="*/ 1 w 48"/>
                <a:gd name="T109" fmla="*/ 1 h 48"/>
                <a:gd name="T110" fmla="*/ 0 w 48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7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7" y="5"/>
                  </a:lnTo>
                  <a:lnTo>
                    <a:pt x="38" y="5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1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11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5" y="16"/>
                  </a:lnTo>
                  <a:lnTo>
                    <a:pt x="47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8"/>
                  </a:lnTo>
                  <a:lnTo>
                    <a:pt x="47" y="29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5" y="32"/>
                  </a:lnTo>
                  <a:lnTo>
                    <a:pt x="45" y="34"/>
                  </a:lnTo>
                  <a:lnTo>
                    <a:pt x="45" y="35"/>
                  </a:lnTo>
                  <a:lnTo>
                    <a:pt x="44" y="36"/>
                  </a:lnTo>
                  <a:lnTo>
                    <a:pt x="43" y="37"/>
                  </a:lnTo>
                  <a:lnTo>
                    <a:pt x="43" y="38"/>
                  </a:lnTo>
                  <a:lnTo>
                    <a:pt x="42" y="38"/>
                  </a:lnTo>
                  <a:lnTo>
                    <a:pt x="42" y="40"/>
                  </a:lnTo>
                  <a:lnTo>
                    <a:pt x="41" y="41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37" y="43"/>
                  </a:lnTo>
                  <a:lnTo>
                    <a:pt x="36" y="44"/>
                  </a:lnTo>
                  <a:lnTo>
                    <a:pt x="35" y="44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1" y="47"/>
                  </a:lnTo>
                  <a:lnTo>
                    <a:pt x="30" y="47"/>
                  </a:lnTo>
                  <a:lnTo>
                    <a:pt x="29" y="47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8"/>
                  </a:lnTo>
                  <a:lnTo>
                    <a:pt x="20" y="48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5" y="46"/>
                  </a:lnTo>
                  <a:lnTo>
                    <a:pt x="14" y="46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1" y="43"/>
                  </a:lnTo>
                  <a:lnTo>
                    <a:pt x="9" y="42"/>
                  </a:lnTo>
                  <a:lnTo>
                    <a:pt x="8" y="42"/>
                  </a:lnTo>
                  <a:lnTo>
                    <a:pt x="7" y="41"/>
                  </a:lnTo>
                  <a:lnTo>
                    <a:pt x="7" y="40"/>
                  </a:lnTo>
                  <a:lnTo>
                    <a:pt x="6" y="38"/>
                  </a:lnTo>
                  <a:lnTo>
                    <a:pt x="5" y="38"/>
                  </a:lnTo>
                  <a:lnTo>
                    <a:pt x="5" y="37"/>
                  </a:lnTo>
                  <a:lnTo>
                    <a:pt x="3" y="36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40" name="Freeform 261">
              <a:extLst>
                <a:ext uri="{FF2B5EF4-FFF2-40B4-BE49-F238E27FC236}">
                  <a16:creationId xmlns:a16="http://schemas.microsoft.com/office/drawing/2014/main" id="{93BFD4F8-76A4-462A-A98C-6A7F41988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106"/>
              <a:ext cx="24" cy="24"/>
            </a:xfrm>
            <a:custGeom>
              <a:avLst/>
              <a:gdLst>
                <a:gd name="T0" fmla="*/ 0 w 48"/>
                <a:gd name="T1" fmla="*/ 1 h 48"/>
                <a:gd name="T2" fmla="*/ 1 w 48"/>
                <a:gd name="T3" fmla="*/ 1 h 48"/>
                <a:gd name="T4" fmla="*/ 1 w 48"/>
                <a:gd name="T5" fmla="*/ 1 h 48"/>
                <a:gd name="T6" fmla="*/ 1 w 48"/>
                <a:gd name="T7" fmla="*/ 1 h 48"/>
                <a:gd name="T8" fmla="*/ 1 w 48"/>
                <a:gd name="T9" fmla="*/ 1 h 48"/>
                <a:gd name="T10" fmla="*/ 1 w 48"/>
                <a:gd name="T11" fmla="*/ 1 h 48"/>
                <a:gd name="T12" fmla="*/ 1 w 48"/>
                <a:gd name="T13" fmla="*/ 1 h 48"/>
                <a:gd name="T14" fmla="*/ 1 w 48"/>
                <a:gd name="T15" fmla="*/ 1 h 48"/>
                <a:gd name="T16" fmla="*/ 1 w 48"/>
                <a:gd name="T17" fmla="*/ 1 h 48"/>
                <a:gd name="T18" fmla="*/ 1 w 48"/>
                <a:gd name="T19" fmla="*/ 0 h 48"/>
                <a:gd name="T20" fmla="*/ 1 w 48"/>
                <a:gd name="T21" fmla="*/ 0 h 48"/>
                <a:gd name="T22" fmla="*/ 1 w 48"/>
                <a:gd name="T23" fmla="*/ 0 h 48"/>
                <a:gd name="T24" fmla="*/ 1 w 48"/>
                <a:gd name="T25" fmla="*/ 0 h 48"/>
                <a:gd name="T26" fmla="*/ 1 w 48"/>
                <a:gd name="T27" fmla="*/ 1 h 48"/>
                <a:gd name="T28" fmla="*/ 1 w 48"/>
                <a:gd name="T29" fmla="*/ 1 h 48"/>
                <a:gd name="T30" fmla="*/ 1 w 48"/>
                <a:gd name="T31" fmla="*/ 1 h 48"/>
                <a:gd name="T32" fmla="*/ 1 w 48"/>
                <a:gd name="T33" fmla="*/ 1 h 48"/>
                <a:gd name="T34" fmla="*/ 1 w 48"/>
                <a:gd name="T35" fmla="*/ 1 h 48"/>
                <a:gd name="T36" fmla="*/ 1 w 48"/>
                <a:gd name="T37" fmla="*/ 1 h 48"/>
                <a:gd name="T38" fmla="*/ 1 w 48"/>
                <a:gd name="T39" fmla="*/ 1 h 48"/>
                <a:gd name="T40" fmla="*/ 1 w 48"/>
                <a:gd name="T41" fmla="*/ 1 h 48"/>
                <a:gd name="T42" fmla="*/ 1 w 48"/>
                <a:gd name="T43" fmla="*/ 1 h 48"/>
                <a:gd name="T44" fmla="*/ 1 w 48"/>
                <a:gd name="T45" fmla="*/ 1 h 48"/>
                <a:gd name="T46" fmla="*/ 1 w 48"/>
                <a:gd name="T47" fmla="*/ 1 h 48"/>
                <a:gd name="T48" fmla="*/ 1 w 48"/>
                <a:gd name="T49" fmla="*/ 1 h 48"/>
                <a:gd name="T50" fmla="*/ 1 w 48"/>
                <a:gd name="T51" fmla="*/ 1 h 48"/>
                <a:gd name="T52" fmla="*/ 1 w 48"/>
                <a:gd name="T53" fmla="*/ 1 h 48"/>
                <a:gd name="T54" fmla="*/ 1 w 48"/>
                <a:gd name="T55" fmla="*/ 1 h 48"/>
                <a:gd name="T56" fmla="*/ 1 w 48"/>
                <a:gd name="T57" fmla="*/ 1 h 48"/>
                <a:gd name="T58" fmla="*/ 1 w 48"/>
                <a:gd name="T59" fmla="*/ 1 h 48"/>
                <a:gd name="T60" fmla="*/ 1 w 48"/>
                <a:gd name="T61" fmla="*/ 1 h 48"/>
                <a:gd name="T62" fmla="*/ 1 w 48"/>
                <a:gd name="T63" fmla="*/ 1 h 48"/>
                <a:gd name="T64" fmla="*/ 1 w 48"/>
                <a:gd name="T65" fmla="*/ 1 h 48"/>
                <a:gd name="T66" fmla="*/ 1 w 48"/>
                <a:gd name="T67" fmla="*/ 1 h 48"/>
                <a:gd name="T68" fmla="*/ 1 w 48"/>
                <a:gd name="T69" fmla="*/ 1 h 48"/>
                <a:gd name="T70" fmla="*/ 1 w 48"/>
                <a:gd name="T71" fmla="*/ 1 h 48"/>
                <a:gd name="T72" fmla="*/ 1 w 48"/>
                <a:gd name="T73" fmla="*/ 1 h 48"/>
                <a:gd name="T74" fmla="*/ 1 w 48"/>
                <a:gd name="T75" fmla="*/ 1 h 48"/>
                <a:gd name="T76" fmla="*/ 1 w 48"/>
                <a:gd name="T77" fmla="*/ 1 h 48"/>
                <a:gd name="T78" fmla="*/ 1 w 48"/>
                <a:gd name="T79" fmla="*/ 1 h 48"/>
                <a:gd name="T80" fmla="*/ 1 w 48"/>
                <a:gd name="T81" fmla="*/ 1 h 48"/>
                <a:gd name="T82" fmla="*/ 1 w 48"/>
                <a:gd name="T83" fmla="*/ 1 h 48"/>
                <a:gd name="T84" fmla="*/ 1 w 48"/>
                <a:gd name="T85" fmla="*/ 1 h 48"/>
                <a:gd name="T86" fmla="*/ 1 w 48"/>
                <a:gd name="T87" fmla="*/ 1 h 48"/>
                <a:gd name="T88" fmla="*/ 1 w 48"/>
                <a:gd name="T89" fmla="*/ 1 h 48"/>
                <a:gd name="T90" fmla="*/ 1 w 48"/>
                <a:gd name="T91" fmla="*/ 1 h 48"/>
                <a:gd name="T92" fmla="*/ 1 w 48"/>
                <a:gd name="T93" fmla="*/ 1 h 48"/>
                <a:gd name="T94" fmla="*/ 1 w 48"/>
                <a:gd name="T95" fmla="*/ 1 h 48"/>
                <a:gd name="T96" fmla="*/ 1 w 48"/>
                <a:gd name="T97" fmla="*/ 1 h 48"/>
                <a:gd name="T98" fmla="*/ 1 w 48"/>
                <a:gd name="T99" fmla="*/ 1 h 48"/>
                <a:gd name="T100" fmla="*/ 1 w 48"/>
                <a:gd name="T101" fmla="*/ 1 h 48"/>
                <a:gd name="T102" fmla="*/ 1 w 48"/>
                <a:gd name="T103" fmla="*/ 1 h 48"/>
                <a:gd name="T104" fmla="*/ 1 w 48"/>
                <a:gd name="T105" fmla="*/ 1 h 48"/>
                <a:gd name="T106" fmla="*/ 1 w 48"/>
                <a:gd name="T107" fmla="*/ 1 h 48"/>
                <a:gd name="T108" fmla="*/ 1 w 48"/>
                <a:gd name="T109" fmla="*/ 1 h 48"/>
                <a:gd name="T110" fmla="*/ 0 w 48"/>
                <a:gd name="T111" fmla="*/ 1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2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4" y="10"/>
                  </a:lnTo>
                  <a:lnTo>
                    <a:pt x="45" y="12"/>
                  </a:lnTo>
                  <a:lnTo>
                    <a:pt x="46" y="13"/>
                  </a:lnTo>
                  <a:lnTo>
                    <a:pt x="46" y="14"/>
                  </a:lnTo>
                  <a:lnTo>
                    <a:pt x="46" y="15"/>
                  </a:lnTo>
                  <a:lnTo>
                    <a:pt x="47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7" y="28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6" y="35"/>
                  </a:lnTo>
                  <a:lnTo>
                    <a:pt x="45" y="36"/>
                  </a:lnTo>
                  <a:lnTo>
                    <a:pt x="44" y="37"/>
                  </a:lnTo>
                  <a:lnTo>
                    <a:pt x="44" y="38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1" y="41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36" y="44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7"/>
                  </a:lnTo>
                  <a:lnTo>
                    <a:pt x="30" y="47"/>
                  </a:lnTo>
                  <a:lnTo>
                    <a:pt x="29" y="47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6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2" y="44"/>
                  </a:lnTo>
                  <a:lnTo>
                    <a:pt x="11" y="43"/>
                  </a:lnTo>
                  <a:lnTo>
                    <a:pt x="10" y="42"/>
                  </a:lnTo>
                  <a:lnTo>
                    <a:pt x="9" y="42"/>
                  </a:lnTo>
                  <a:lnTo>
                    <a:pt x="7" y="41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5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174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41" name="Line 262">
              <a:extLst>
                <a:ext uri="{FF2B5EF4-FFF2-40B4-BE49-F238E27FC236}">
                  <a16:creationId xmlns:a16="http://schemas.microsoft.com/office/drawing/2014/main" id="{3E8F6B1B-FBC5-45C2-8DED-CAAC68485F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59" y="1349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42" name="Line 263">
              <a:extLst>
                <a:ext uri="{FF2B5EF4-FFF2-40B4-BE49-F238E27FC236}">
                  <a16:creationId xmlns:a16="http://schemas.microsoft.com/office/drawing/2014/main" id="{D212E57A-D115-4B55-ADEC-15D9BA5CAB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59" y="2370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43" name="Rectangle 264">
              <a:extLst>
                <a:ext uri="{FF2B5EF4-FFF2-40B4-BE49-F238E27FC236}">
                  <a16:creationId xmlns:a16="http://schemas.microsoft.com/office/drawing/2014/main" id="{57F7F453-A924-4BC1-A87A-5EDB7164A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0" y="1277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44" name="Rectangle 265">
              <a:extLst>
                <a:ext uri="{FF2B5EF4-FFF2-40B4-BE49-F238E27FC236}">
                  <a16:creationId xmlns:a16="http://schemas.microsoft.com/office/drawing/2014/main" id="{B06BD955-1FB4-4886-A2F1-000AA0343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0" y="1331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45" name="Rectangle 266">
              <a:extLst>
                <a:ext uri="{FF2B5EF4-FFF2-40B4-BE49-F238E27FC236}">
                  <a16:creationId xmlns:a16="http://schemas.microsoft.com/office/drawing/2014/main" id="{D462FDEB-EB4E-49B4-93F9-F33F0221A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" y="2299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46" name="Rectangle 267">
              <a:extLst>
                <a:ext uri="{FF2B5EF4-FFF2-40B4-BE49-F238E27FC236}">
                  <a16:creationId xmlns:a16="http://schemas.microsoft.com/office/drawing/2014/main" id="{B05532BC-6C9A-46BB-B0DD-3C32EECD3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8" y="2354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47" name="Rectangle 268">
              <a:extLst>
                <a:ext uri="{FF2B5EF4-FFF2-40B4-BE49-F238E27FC236}">
                  <a16:creationId xmlns:a16="http://schemas.microsoft.com/office/drawing/2014/main" id="{61F7D53D-615C-4E03-A2DE-F0F3F275D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846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48" name="Rectangle 269">
              <a:extLst>
                <a:ext uri="{FF2B5EF4-FFF2-40B4-BE49-F238E27FC236}">
                  <a16:creationId xmlns:a16="http://schemas.microsoft.com/office/drawing/2014/main" id="{C8645C7A-9BB8-4827-909A-1BBB55A0D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90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49" name="Rectangle 270">
              <a:extLst>
                <a:ext uri="{FF2B5EF4-FFF2-40B4-BE49-F238E27FC236}">
                  <a16:creationId xmlns:a16="http://schemas.microsoft.com/office/drawing/2014/main" id="{EFD583DD-9093-4CC1-8403-3BD2977D5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021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50" name="Line 271">
              <a:extLst>
                <a:ext uri="{FF2B5EF4-FFF2-40B4-BE49-F238E27FC236}">
                  <a16:creationId xmlns:a16="http://schemas.microsoft.com/office/drawing/2014/main" id="{BA9FEB8B-8455-40D2-8911-DDEEEFDD53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0" y="1036"/>
              <a:ext cx="3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51" name="Rectangle 272">
              <a:extLst>
                <a:ext uri="{FF2B5EF4-FFF2-40B4-BE49-F238E27FC236}">
                  <a16:creationId xmlns:a16="http://schemas.microsoft.com/office/drawing/2014/main" id="{60CF9201-1F64-422B-9B4A-F14E3FF2A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073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52" name="Rectangle 273">
              <a:extLst>
                <a:ext uri="{FF2B5EF4-FFF2-40B4-BE49-F238E27FC236}">
                  <a16:creationId xmlns:a16="http://schemas.microsoft.com/office/drawing/2014/main" id="{4F9BE84E-63C3-4ACB-AA22-51DC450AF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188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53" name="Freeform 274">
              <a:extLst>
                <a:ext uri="{FF2B5EF4-FFF2-40B4-BE49-F238E27FC236}">
                  <a16:creationId xmlns:a16="http://schemas.microsoft.com/office/drawing/2014/main" id="{C4A8C579-7F25-4BA8-998C-AEEEE43FA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928"/>
              <a:ext cx="84" cy="84"/>
            </a:xfrm>
            <a:custGeom>
              <a:avLst/>
              <a:gdLst>
                <a:gd name="T0" fmla="*/ 0 w 169"/>
                <a:gd name="T1" fmla="*/ 0 h 168"/>
                <a:gd name="T2" fmla="*/ 0 w 169"/>
                <a:gd name="T3" fmla="*/ 0 h 168"/>
                <a:gd name="T4" fmla="*/ 0 w 169"/>
                <a:gd name="T5" fmla="*/ 1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68">
                  <a:moveTo>
                    <a:pt x="0" y="0"/>
                  </a:moveTo>
                  <a:lnTo>
                    <a:pt x="169" y="0"/>
                  </a:lnTo>
                  <a:lnTo>
                    <a:pt x="169" y="168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54" name="Freeform 275">
              <a:extLst>
                <a:ext uri="{FF2B5EF4-FFF2-40B4-BE49-F238E27FC236}">
                  <a16:creationId xmlns:a16="http://schemas.microsoft.com/office/drawing/2014/main" id="{812327AD-AF24-4056-AA08-6F385594B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180"/>
              <a:ext cx="84" cy="84"/>
            </a:xfrm>
            <a:custGeom>
              <a:avLst/>
              <a:gdLst>
                <a:gd name="T0" fmla="*/ 0 w 169"/>
                <a:gd name="T1" fmla="*/ 0 h 169"/>
                <a:gd name="T2" fmla="*/ 0 w 169"/>
                <a:gd name="T3" fmla="*/ 0 h 169"/>
                <a:gd name="T4" fmla="*/ 0 w 169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69">
                  <a:moveTo>
                    <a:pt x="0" y="169"/>
                  </a:moveTo>
                  <a:lnTo>
                    <a:pt x="169" y="169"/>
                  </a:lnTo>
                  <a:lnTo>
                    <a:pt x="169" y="0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55" name="Rectangle 276">
              <a:extLst>
                <a:ext uri="{FF2B5EF4-FFF2-40B4-BE49-F238E27FC236}">
                  <a16:creationId xmlns:a16="http://schemas.microsoft.com/office/drawing/2014/main" id="{DBA748A6-B9A4-457A-B7CC-C1ABF373A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243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56" name="Rectangle 277">
              <a:extLst>
                <a:ext uri="{FF2B5EF4-FFF2-40B4-BE49-F238E27FC236}">
                  <a16:creationId xmlns:a16="http://schemas.microsoft.com/office/drawing/2014/main" id="{A306895C-B207-4CB3-B5E7-6AB2F1AED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448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57" name="Rectangle 278">
              <a:extLst>
                <a:ext uri="{FF2B5EF4-FFF2-40B4-BE49-F238E27FC236}">
                  <a16:creationId xmlns:a16="http://schemas.microsoft.com/office/drawing/2014/main" id="{551A646F-7387-4167-9C1B-07A89E02C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1503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58" name="Rectangle 279">
              <a:extLst>
                <a:ext uri="{FF2B5EF4-FFF2-40B4-BE49-F238E27FC236}">
                  <a16:creationId xmlns:a16="http://schemas.microsoft.com/office/drawing/2014/main" id="{06F89218-ED15-46EE-A23E-E19EA6B47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62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59" name="Line 280">
              <a:extLst>
                <a:ext uri="{FF2B5EF4-FFF2-40B4-BE49-F238E27FC236}">
                  <a16:creationId xmlns:a16="http://schemas.microsoft.com/office/drawing/2014/main" id="{7C00EE7F-9247-48FB-88CD-7BED356BDA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0" y="1637"/>
              <a:ext cx="3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60" name="Rectangle 281">
              <a:extLst>
                <a:ext uri="{FF2B5EF4-FFF2-40B4-BE49-F238E27FC236}">
                  <a16:creationId xmlns:a16="http://schemas.microsoft.com/office/drawing/2014/main" id="{31022A61-2325-4D8B-B8B4-86D0ACCBF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675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61" name="Rectangle 282">
              <a:extLst>
                <a:ext uri="{FF2B5EF4-FFF2-40B4-BE49-F238E27FC236}">
                  <a16:creationId xmlns:a16="http://schemas.microsoft.com/office/drawing/2014/main" id="{59D971DF-F965-437D-BDBA-2E5DDB27C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953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62" name="Line 283">
              <a:extLst>
                <a:ext uri="{FF2B5EF4-FFF2-40B4-BE49-F238E27FC236}">
                  <a16:creationId xmlns:a16="http://schemas.microsoft.com/office/drawing/2014/main" id="{B322B9A0-C4DD-4DD1-B15A-AB3AE44311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12" y="1974"/>
              <a:ext cx="2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63" name="Rectangle 284">
              <a:extLst>
                <a:ext uri="{FF2B5EF4-FFF2-40B4-BE49-F238E27FC236}">
                  <a16:creationId xmlns:a16="http://schemas.microsoft.com/office/drawing/2014/main" id="{0C5BED46-136C-421E-9B93-118B9EB00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200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64" name="Rectangle 285">
              <a:extLst>
                <a:ext uri="{FF2B5EF4-FFF2-40B4-BE49-F238E27FC236}">
                  <a16:creationId xmlns:a16="http://schemas.microsoft.com/office/drawing/2014/main" id="{D1AF3EA8-0145-4BF7-80B0-C48AE387C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131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65" name="Freeform 286">
              <a:extLst>
                <a:ext uri="{FF2B5EF4-FFF2-40B4-BE49-F238E27FC236}">
                  <a16:creationId xmlns:a16="http://schemas.microsoft.com/office/drawing/2014/main" id="{7DB7BC66-F90D-496A-80FA-E8417984D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623"/>
              <a:ext cx="168" cy="1"/>
            </a:xfrm>
            <a:custGeom>
              <a:avLst/>
              <a:gdLst>
                <a:gd name="T0" fmla="*/ 0 w 337"/>
                <a:gd name="T1" fmla="*/ 0 h 1"/>
                <a:gd name="T2" fmla="*/ 0 w 337"/>
                <a:gd name="T3" fmla="*/ 0 h 1"/>
                <a:gd name="T4" fmla="*/ 0 w 3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">
                  <a:moveTo>
                    <a:pt x="337" y="0"/>
                  </a:moveTo>
                  <a:lnTo>
                    <a:pt x="0" y="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66" name="Line 287">
              <a:extLst>
                <a:ext uri="{FF2B5EF4-FFF2-40B4-BE49-F238E27FC236}">
                  <a16:creationId xmlns:a16="http://schemas.microsoft.com/office/drawing/2014/main" id="{D29C0061-103D-469D-80CB-794A749C58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4" y="2623"/>
              <a:ext cx="168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67" name="Freeform 288">
              <a:extLst>
                <a:ext uri="{FF2B5EF4-FFF2-40B4-BE49-F238E27FC236}">
                  <a16:creationId xmlns:a16="http://schemas.microsoft.com/office/drawing/2014/main" id="{14681A0A-3B18-4FC1-A38F-1EA44315E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623"/>
              <a:ext cx="96" cy="1"/>
            </a:xfrm>
            <a:custGeom>
              <a:avLst/>
              <a:gdLst>
                <a:gd name="T0" fmla="*/ 1 w 192"/>
                <a:gd name="T1" fmla="*/ 0 h 1"/>
                <a:gd name="T2" fmla="*/ 0 w 192"/>
                <a:gd name="T3" fmla="*/ 0 h 1"/>
                <a:gd name="T4" fmla="*/ 1 w 19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">
                  <a:moveTo>
                    <a:pt x="192" y="0"/>
                  </a:moveTo>
                  <a:lnTo>
                    <a:pt x="0" y="0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68" name="Line 289">
              <a:extLst>
                <a:ext uri="{FF2B5EF4-FFF2-40B4-BE49-F238E27FC236}">
                  <a16:creationId xmlns:a16="http://schemas.microsoft.com/office/drawing/2014/main" id="{4F098E47-21E3-4A24-81CB-44938BA8E4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09" y="2623"/>
              <a:ext cx="96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69" name="Freeform 290">
              <a:extLst>
                <a:ext uri="{FF2B5EF4-FFF2-40B4-BE49-F238E27FC236}">
                  <a16:creationId xmlns:a16="http://schemas.microsoft.com/office/drawing/2014/main" id="{99009148-3D6C-4770-A099-B7B1B6C2F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707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70" name="Line 291">
              <a:extLst>
                <a:ext uri="{FF2B5EF4-FFF2-40B4-BE49-F238E27FC236}">
                  <a16:creationId xmlns:a16="http://schemas.microsoft.com/office/drawing/2014/main" id="{0F762AA2-04F9-49C6-BBC7-1DAF17EE77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2707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71" name="Freeform 292">
              <a:extLst>
                <a:ext uri="{FF2B5EF4-FFF2-40B4-BE49-F238E27FC236}">
                  <a16:creationId xmlns:a16="http://schemas.microsoft.com/office/drawing/2014/main" id="{D0C9B18B-0020-484B-9815-F08572C08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539"/>
              <a:ext cx="84" cy="1"/>
            </a:xfrm>
            <a:custGeom>
              <a:avLst/>
              <a:gdLst>
                <a:gd name="T0" fmla="*/ 1 w 168"/>
                <a:gd name="T1" fmla="*/ 0 h 1"/>
                <a:gd name="T2" fmla="*/ 0 w 168"/>
                <a:gd name="T3" fmla="*/ 0 h 1"/>
                <a:gd name="T4" fmla="*/ 1 w 16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72" name="Line 293">
              <a:extLst>
                <a:ext uri="{FF2B5EF4-FFF2-40B4-BE49-F238E27FC236}">
                  <a16:creationId xmlns:a16="http://schemas.microsoft.com/office/drawing/2014/main" id="{489A4C3A-8127-4AC7-BF88-6BD15C8A59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8" y="2539"/>
              <a:ext cx="84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73" name="Freeform 294">
              <a:extLst>
                <a:ext uri="{FF2B5EF4-FFF2-40B4-BE49-F238E27FC236}">
                  <a16:creationId xmlns:a16="http://schemas.microsoft.com/office/drawing/2014/main" id="{F8D62291-690A-4FC2-BE95-514113322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454"/>
              <a:ext cx="84" cy="85"/>
            </a:xfrm>
            <a:custGeom>
              <a:avLst/>
              <a:gdLst>
                <a:gd name="T0" fmla="*/ 0 w 169"/>
                <a:gd name="T1" fmla="*/ 0 h 168"/>
                <a:gd name="T2" fmla="*/ 0 w 169"/>
                <a:gd name="T3" fmla="*/ 0 h 168"/>
                <a:gd name="T4" fmla="*/ 0 w 169"/>
                <a:gd name="T5" fmla="*/ 1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68">
                  <a:moveTo>
                    <a:pt x="0" y="0"/>
                  </a:moveTo>
                  <a:lnTo>
                    <a:pt x="169" y="0"/>
                  </a:lnTo>
                  <a:lnTo>
                    <a:pt x="169" y="168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74" name="Freeform 295">
              <a:extLst>
                <a:ext uri="{FF2B5EF4-FFF2-40B4-BE49-F238E27FC236}">
                  <a16:creationId xmlns:a16="http://schemas.microsoft.com/office/drawing/2014/main" id="{EBD57455-BABA-4EAC-B8FE-0FE01E6C1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707"/>
              <a:ext cx="84" cy="96"/>
            </a:xfrm>
            <a:custGeom>
              <a:avLst/>
              <a:gdLst>
                <a:gd name="T0" fmla="*/ 0 w 169"/>
                <a:gd name="T1" fmla="*/ 1 h 192"/>
                <a:gd name="T2" fmla="*/ 0 w 169"/>
                <a:gd name="T3" fmla="*/ 1 h 192"/>
                <a:gd name="T4" fmla="*/ 0 w 169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92">
                  <a:moveTo>
                    <a:pt x="0" y="192"/>
                  </a:moveTo>
                  <a:lnTo>
                    <a:pt x="169" y="192"/>
                  </a:lnTo>
                  <a:lnTo>
                    <a:pt x="169" y="0"/>
                  </a:lnTo>
                </a:path>
              </a:pathLst>
            </a:custGeom>
            <a:noFill/>
            <a:ln w="174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75" name="Rectangle 296">
              <a:extLst>
                <a:ext uri="{FF2B5EF4-FFF2-40B4-BE49-F238E27FC236}">
                  <a16:creationId xmlns:a16="http://schemas.microsoft.com/office/drawing/2014/main" id="{BEBE11E4-A25D-4EDE-9F1A-7CF1AD382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18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76" name="Rectangle 297">
              <a:extLst>
                <a:ext uri="{FF2B5EF4-FFF2-40B4-BE49-F238E27FC236}">
                  <a16:creationId xmlns:a16="http://schemas.microsoft.com/office/drawing/2014/main" id="{30F8A3AE-22E6-4DD8-917E-CF494C953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2382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77" name="Rectangle 298">
              <a:extLst>
                <a:ext uri="{FF2B5EF4-FFF2-40B4-BE49-F238E27FC236}">
                  <a16:creationId xmlns:a16="http://schemas.microsoft.com/office/drawing/2014/main" id="{4D687136-6190-406F-889F-6A2B50A2C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2437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78" name="Rectangle 299">
              <a:extLst>
                <a:ext uri="{FF2B5EF4-FFF2-40B4-BE49-F238E27FC236}">
                  <a16:creationId xmlns:a16="http://schemas.microsoft.com/office/drawing/2014/main" id="{D1649BE3-BADF-4C59-8825-95F9CBDE4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552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79" name="Rectangle 300">
              <a:extLst>
                <a:ext uri="{FF2B5EF4-FFF2-40B4-BE49-F238E27FC236}">
                  <a16:creationId xmlns:a16="http://schemas.microsoft.com/office/drawing/2014/main" id="{BF875F5A-97AD-4B4E-8EAE-BF65C78DE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607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80" name="Rectangle 301">
              <a:extLst>
                <a:ext uri="{FF2B5EF4-FFF2-40B4-BE49-F238E27FC236}">
                  <a16:creationId xmlns:a16="http://schemas.microsoft.com/office/drawing/2014/main" id="{FDC731E3-15EE-4D0E-88BA-1A2B4C245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725"/>
              <a:ext cx="7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81" name="Rectangle 302">
              <a:extLst>
                <a:ext uri="{FF2B5EF4-FFF2-40B4-BE49-F238E27FC236}">
                  <a16:creationId xmlns:a16="http://schemas.microsoft.com/office/drawing/2014/main" id="{2D8DE66C-A814-4E52-9939-EC277A274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780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82" name="Rectangle 303">
              <a:extLst>
                <a:ext uri="{FF2B5EF4-FFF2-40B4-BE49-F238E27FC236}">
                  <a16:creationId xmlns:a16="http://schemas.microsoft.com/office/drawing/2014/main" id="{264E4104-392D-4A7E-BDB5-5F3C47264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3010"/>
              <a:ext cx="115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(c) Combined circuit for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83" name="Rectangle 304">
              <a:extLst>
                <a:ext uri="{FF2B5EF4-FFF2-40B4-BE49-F238E27FC236}">
                  <a16:creationId xmlns:a16="http://schemas.microsoft.com/office/drawing/2014/main" id="{A1201823-ABC1-4A1C-928E-31166BB2E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3002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84" name="Rectangle 305">
              <a:extLst>
                <a:ext uri="{FF2B5EF4-FFF2-40B4-BE49-F238E27FC236}">
                  <a16:creationId xmlns:a16="http://schemas.microsoft.com/office/drawing/2014/main" id="{316159D6-FCB5-48B1-A211-BF4DE21EF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8" y="305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85" name="Rectangle 306">
              <a:extLst>
                <a:ext uri="{FF2B5EF4-FFF2-40B4-BE49-F238E27FC236}">
                  <a16:creationId xmlns:a16="http://schemas.microsoft.com/office/drawing/2014/main" id="{68460F01-7158-45AC-99C2-61F9164EE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3002"/>
              <a:ext cx="5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86" name="Rectangle 307">
              <a:extLst>
                <a:ext uri="{FF2B5EF4-FFF2-40B4-BE49-F238E27FC236}">
                  <a16:creationId xmlns:a16="http://schemas.microsoft.com/office/drawing/2014/main" id="{A29AA02C-9EA2-44EF-8D50-589B48560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9" y="3056"/>
              <a:ext cx="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87" name="Rectangle 308">
              <a:extLst>
                <a:ext uri="{FF2B5EF4-FFF2-40B4-BE49-F238E27FC236}">
                  <a16:creationId xmlns:a16="http://schemas.microsoft.com/office/drawing/2014/main" id="{EC280B71-DF83-4674-842B-FF0306110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3010"/>
              <a:ext cx="217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and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88" name="Line 309">
              <a:extLst>
                <a:ext uri="{FF2B5EF4-FFF2-40B4-BE49-F238E27FC236}">
                  <a16:creationId xmlns:a16="http://schemas.microsoft.com/office/drawing/2014/main" id="{AF4AAAD7-C2B3-4500-9A7F-D9B9EF0C6C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89" y="1349"/>
              <a:ext cx="22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89" name="Line 310">
              <a:extLst>
                <a:ext uri="{FF2B5EF4-FFF2-40B4-BE49-F238E27FC236}">
                  <a16:creationId xmlns:a16="http://schemas.microsoft.com/office/drawing/2014/main" id="{9FE51461-4C22-4FCF-81AC-2FCCD0DD9F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" y="1349"/>
              <a:ext cx="0" cy="10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90" name="Line 311">
              <a:extLst>
                <a:ext uri="{FF2B5EF4-FFF2-40B4-BE49-F238E27FC236}">
                  <a16:creationId xmlns:a16="http://schemas.microsoft.com/office/drawing/2014/main" id="{4572E6AE-6341-4CE2-859C-1ADDFD923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" y="2370"/>
              <a:ext cx="20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91" name="AutoShape 312">
              <a:extLst>
                <a:ext uri="{FF2B5EF4-FFF2-40B4-BE49-F238E27FC236}">
                  <a16:creationId xmlns:a16="http://schemas.microsoft.com/office/drawing/2014/main" id="{8D9F3B55-7C59-4287-BDAF-E9AFE903A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952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92" name="AutoShape 313">
              <a:extLst>
                <a:ext uri="{FF2B5EF4-FFF2-40B4-BE49-F238E27FC236}">
                  <a16:creationId xmlns:a16="http://schemas.microsoft.com/office/drawing/2014/main" id="{3BB419E1-2681-4248-ADA1-29AE282DF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469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93" name="AutoShape 314">
              <a:extLst>
                <a:ext uri="{FF2B5EF4-FFF2-40B4-BE49-F238E27FC236}">
                  <a16:creationId xmlns:a16="http://schemas.microsoft.com/office/drawing/2014/main" id="{257E7B8B-6B00-4FBD-9AEB-9CC4E95BE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" y="1979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594" name="AutoShape 315">
              <a:extLst>
                <a:ext uri="{FF2B5EF4-FFF2-40B4-BE49-F238E27FC236}">
                  <a16:creationId xmlns:a16="http://schemas.microsoft.com/office/drawing/2014/main" id="{890AD4A3-5E3E-43D1-ADE7-01956DB24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2490"/>
              <a:ext cx="332" cy="283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06500" name="TextBox 125">
            <a:extLst>
              <a:ext uri="{FF2B5EF4-FFF2-40B4-BE49-F238E27FC236}">
                <a16:creationId xmlns:a16="http://schemas.microsoft.com/office/drawing/2014/main" id="{E74734BF-27A8-4855-A199-DE5FD45D94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75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2.64 from the textbook ]</a:t>
            </a:r>
          </a:p>
        </p:txBody>
      </p:sp>
    </p:spTree>
  </p:cSld>
  <p:clrMapOvr>
    <a:masterClrMapping/>
  </p:clrMapOvr>
  <p:transition/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0A3F1FB5-7C64-6847-877F-5F7E26D3157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2667000"/>
            <a:ext cx="9144000" cy="1066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Yet Another Example</a:t>
            </a:r>
          </a:p>
        </p:txBody>
      </p:sp>
    </p:spTree>
  </p:cSld>
  <p:clrMapOvr>
    <a:masterClrMapping/>
  </p:clrMapOvr>
  <p:transition/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5" name="Title 1">
            <a:extLst>
              <a:ext uri="{FF2B5EF4-FFF2-40B4-BE49-F238E27FC236}">
                <a16:creationId xmlns:a16="http://schemas.microsoft.com/office/drawing/2014/main" id="{48C5F669-0332-4137-84AE-65FF900BD77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12700"/>
            <a:ext cx="9144000" cy="685800"/>
          </a:xfrm>
        </p:spPr>
        <p:txBody>
          <a:bodyPr/>
          <a:lstStyle/>
          <a:p>
            <a:r>
              <a:rPr lang="en-US" altLang="en-US"/>
              <a:t>Individual vs Joint Optimization</a:t>
            </a:r>
          </a:p>
        </p:txBody>
      </p:sp>
      <p:sp>
        <p:nvSpPr>
          <p:cNvPr id="108546" name="TextBox 125">
            <a:extLst>
              <a:ext uri="{FF2B5EF4-FFF2-40B4-BE49-F238E27FC236}">
                <a16:creationId xmlns:a16="http://schemas.microsoft.com/office/drawing/2014/main" id="{21555AF1-623B-4227-AC52-72BA26B9FD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75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2.65 from the textbook ]</a:t>
            </a:r>
          </a:p>
        </p:txBody>
      </p:sp>
      <p:sp>
        <p:nvSpPr>
          <p:cNvPr id="108547" name="Rectangle 3">
            <a:extLst>
              <a:ext uri="{FF2B5EF4-FFF2-40B4-BE49-F238E27FC236}">
                <a16:creationId xmlns:a16="http://schemas.microsoft.com/office/drawing/2014/main" id="{0424115C-9348-49A7-B5F0-E976994D3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6363" y="1193800"/>
            <a:ext cx="681037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48" name="Line 4">
            <a:extLst>
              <a:ext uri="{FF2B5EF4-FFF2-40B4-BE49-F238E27FC236}">
                <a16:creationId xmlns:a16="http://schemas.microsoft.com/office/drawing/2014/main" id="{35D68637-01E6-4BAC-883C-2A2A776FEBA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86363" y="1525587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49" name="Line 5">
            <a:extLst>
              <a:ext uri="{FF2B5EF4-FFF2-40B4-BE49-F238E27FC236}">
                <a16:creationId xmlns:a16="http://schemas.microsoft.com/office/drawing/2014/main" id="{8232F482-D43A-4114-9971-6F54E4A60A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34025" y="1193800"/>
            <a:ext cx="1588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0" name="Line 6">
            <a:extLst>
              <a:ext uri="{FF2B5EF4-FFF2-40B4-BE49-F238E27FC236}">
                <a16:creationId xmlns:a16="http://schemas.microsoft.com/office/drawing/2014/main" id="{7F289F9B-0B22-4E31-B3C4-8DAC602101F1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4575" y="846137"/>
            <a:ext cx="331788" cy="34766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1" name="Rectangle 7">
            <a:extLst>
              <a:ext uri="{FF2B5EF4-FFF2-40B4-BE49-F238E27FC236}">
                <a16:creationId xmlns:a16="http://schemas.microsoft.com/office/drawing/2014/main" id="{0FABEEB7-4E58-4366-987E-55EBD3F59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62525" y="762000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2" name="Rectangle 8">
            <a:extLst>
              <a:ext uri="{FF2B5EF4-FFF2-40B4-BE49-F238E27FC236}">
                <a16:creationId xmlns:a16="http://schemas.microsoft.com/office/drawing/2014/main" id="{0CB9D7DD-385A-4B2B-BFBE-7879C9E95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2375" y="839787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3" name="Rectangle 9">
            <a:extLst>
              <a:ext uri="{FF2B5EF4-FFF2-40B4-BE49-F238E27FC236}">
                <a16:creationId xmlns:a16="http://schemas.microsoft.com/office/drawing/2014/main" id="{D2CB3554-8939-479A-85CC-64EB54DA93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6988" y="762000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4" name="Rectangle 10">
            <a:extLst>
              <a:ext uri="{FF2B5EF4-FFF2-40B4-BE49-F238E27FC236}">
                <a16:creationId xmlns:a16="http://schemas.microsoft.com/office/drawing/2014/main" id="{87D5B959-5A95-42A3-B221-43DA294D89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6838" y="839787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5" name="Rectangle 11">
            <a:extLst>
              <a:ext uri="{FF2B5EF4-FFF2-40B4-BE49-F238E27FC236}">
                <a16:creationId xmlns:a16="http://schemas.microsoft.com/office/drawing/2014/main" id="{2BF0E44D-CDFE-4175-A855-2B0BC3A51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900112"/>
            <a:ext cx="10636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6" name="Rectangle 12">
            <a:extLst>
              <a:ext uri="{FF2B5EF4-FFF2-40B4-BE49-F238E27FC236}">
                <a16:creationId xmlns:a16="http://schemas.microsoft.com/office/drawing/2014/main" id="{F3D36075-A9E9-4504-9AAF-2021DCD40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8050" y="974725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7" name="Rectangle 13">
            <a:extLst>
              <a:ext uri="{FF2B5EF4-FFF2-40B4-BE49-F238E27FC236}">
                <a16:creationId xmlns:a16="http://schemas.microsoft.com/office/drawing/2014/main" id="{93CA50E5-762F-4FC9-BD1C-2CF77A8568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2663" y="900112"/>
            <a:ext cx="10636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8" name="Rectangle 14">
            <a:extLst>
              <a:ext uri="{FF2B5EF4-FFF2-40B4-BE49-F238E27FC236}">
                <a16:creationId xmlns:a16="http://schemas.microsoft.com/office/drawing/2014/main" id="{4B69893A-A075-4063-A1DF-E5D5B69E73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1193800"/>
            <a:ext cx="665163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9" name="Line 15">
            <a:extLst>
              <a:ext uri="{FF2B5EF4-FFF2-40B4-BE49-F238E27FC236}">
                <a16:creationId xmlns:a16="http://schemas.microsoft.com/office/drawing/2014/main" id="{F992ADF0-53CA-4EB5-83EE-BE9EBD55C1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7400" y="1525587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0" name="Line 16">
            <a:extLst>
              <a:ext uri="{FF2B5EF4-FFF2-40B4-BE49-F238E27FC236}">
                <a16:creationId xmlns:a16="http://schemas.microsoft.com/office/drawing/2014/main" id="{9C2D11F6-8AEB-491D-BBED-AF4020E7F3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99188" y="1193800"/>
            <a:ext cx="3175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1" name="Rectangle 17">
            <a:extLst>
              <a:ext uri="{FF2B5EF4-FFF2-40B4-BE49-F238E27FC236}">
                <a16:creationId xmlns:a16="http://schemas.microsoft.com/office/drawing/2014/main" id="{3B438B06-8DFC-4F49-8463-361BB1A67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0925" y="974725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2" name="Rectangle 18">
            <a:extLst>
              <a:ext uri="{FF2B5EF4-FFF2-40B4-BE49-F238E27FC236}">
                <a16:creationId xmlns:a16="http://schemas.microsoft.com/office/drawing/2014/main" id="{70210FF0-200D-43D7-8D81-CBC794329E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7963" y="1001712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3" name="Rectangle 19">
            <a:extLst>
              <a:ext uri="{FF2B5EF4-FFF2-40B4-BE49-F238E27FC236}">
                <a16:creationId xmlns:a16="http://schemas.microsoft.com/office/drawing/2014/main" id="{5E563755-F58F-4A48-ACF7-1A82FC7E7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2925" y="1001712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4" name="Rectangle 20">
            <a:extLst>
              <a:ext uri="{FF2B5EF4-FFF2-40B4-BE49-F238E27FC236}">
                <a16:creationId xmlns:a16="http://schemas.microsoft.com/office/drawing/2014/main" id="{E868CA6F-AFB7-4BDC-9CBD-2B61BE9C4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9475" y="1001712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5" name="Rectangle 21">
            <a:extLst>
              <a:ext uri="{FF2B5EF4-FFF2-40B4-BE49-F238E27FC236}">
                <a16:creationId xmlns:a16="http://schemas.microsoft.com/office/drawing/2014/main" id="{BDEF7E28-ACF5-40CB-977B-9A317D696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6025" y="1001712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6" name="Rectangle 22">
            <a:extLst>
              <a:ext uri="{FF2B5EF4-FFF2-40B4-BE49-F238E27FC236}">
                <a16:creationId xmlns:a16="http://schemas.microsoft.com/office/drawing/2014/main" id="{C1931154-DDBE-4D36-9B11-E4EA39FC8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6363" y="1857375"/>
            <a:ext cx="681037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7" name="Line 23">
            <a:extLst>
              <a:ext uri="{FF2B5EF4-FFF2-40B4-BE49-F238E27FC236}">
                <a16:creationId xmlns:a16="http://schemas.microsoft.com/office/drawing/2014/main" id="{0FE7314F-F031-4380-9009-10BD0F7DF29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86363" y="2205037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8" name="Line 24">
            <a:extLst>
              <a:ext uri="{FF2B5EF4-FFF2-40B4-BE49-F238E27FC236}">
                <a16:creationId xmlns:a16="http://schemas.microsoft.com/office/drawing/2014/main" id="{9BFB9B8A-1083-45C0-A061-BFE42E4DDED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34025" y="1857375"/>
            <a:ext cx="1588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9" name="Rectangle 25">
            <a:extLst>
              <a:ext uri="{FF2B5EF4-FFF2-40B4-BE49-F238E27FC236}">
                <a16:creationId xmlns:a16="http://schemas.microsoft.com/office/drawing/2014/main" id="{A8E2C9E5-7AF1-4E18-89EA-CECAD5CDB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5988" y="1625600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0" name="Rectangle 26">
            <a:extLst>
              <a:ext uri="{FF2B5EF4-FFF2-40B4-BE49-F238E27FC236}">
                <a16:creationId xmlns:a16="http://schemas.microsoft.com/office/drawing/2014/main" id="{1E71792C-7E3D-4496-A98B-2673BE81EA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1857375"/>
            <a:ext cx="665163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1" name="Line 27">
            <a:extLst>
              <a:ext uri="{FF2B5EF4-FFF2-40B4-BE49-F238E27FC236}">
                <a16:creationId xmlns:a16="http://schemas.microsoft.com/office/drawing/2014/main" id="{EC85F096-0447-4B32-B4CA-0B8AF8EC45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7400" y="2205037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2" name="Line 28">
            <a:extLst>
              <a:ext uri="{FF2B5EF4-FFF2-40B4-BE49-F238E27FC236}">
                <a16:creationId xmlns:a16="http://schemas.microsoft.com/office/drawing/2014/main" id="{21FFC83B-A4D9-470B-B99D-987ED81C767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99188" y="1857375"/>
            <a:ext cx="3175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3" name="Rectangle 29">
            <a:extLst>
              <a:ext uri="{FF2B5EF4-FFF2-40B4-BE49-F238E27FC236}">
                <a16:creationId xmlns:a16="http://schemas.microsoft.com/office/drawing/2014/main" id="{D8D2F7A1-0B86-4FA2-A4DD-A40E1FCDBD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2888" y="1958975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4" name="Rectangle 30">
            <a:extLst>
              <a:ext uri="{FF2B5EF4-FFF2-40B4-BE49-F238E27FC236}">
                <a16:creationId xmlns:a16="http://schemas.microsoft.com/office/drawing/2014/main" id="{83090F44-81AA-4706-993F-E971613DA9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9438" y="1958975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5" name="Rectangle 31">
            <a:extLst>
              <a:ext uri="{FF2B5EF4-FFF2-40B4-BE49-F238E27FC236}">
                <a16:creationId xmlns:a16="http://schemas.microsoft.com/office/drawing/2014/main" id="{C26872DC-4DD3-42E2-8D50-985DFD80F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9438" y="2295525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6" name="Rectangle 32">
            <a:extLst>
              <a:ext uri="{FF2B5EF4-FFF2-40B4-BE49-F238E27FC236}">
                <a16:creationId xmlns:a16="http://schemas.microsoft.com/office/drawing/2014/main" id="{E747772A-AB8D-434E-8333-C85DF07E7B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2688" y="1289050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7" name="Rectangle 33">
            <a:extLst>
              <a:ext uri="{FF2B5EF4-FFF2-40B4-BE49-F238E27FC236}">
                <a16:creationId xmlns:a16="http://schemas.microsoft.com/office/drawing/2014/main" id="{D54D89FE-A165-439F-9BD4-2A4EFBE589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2688" y="1625600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8" name="Rectangle 34">
            <a:extLst>
              <a:ext uri="{FF2B5EF4-FFF2-40B4-BE49-F238E27FC236}">
                <a16:creationId xmlns:a16="http://schemas.microsoft.com/office/drawing/2014/main" id="{F253296A-7D2F-41AC-BE46-15DD4EB583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2688" y="1958975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0" name="Rectangle 36">
            <a:extLst>
              <a:ext uri="{FF2B5EF4-FFF2-40B4-BE49-F238E27FC236}">
                <a16:creationId xmlns:a16="http://schemas.microsoft.com/office/drawing/2014/main" id="{1358FEE8-BC3A-41AB-A026-6D88C5714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2688" y="2295525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1" name="Rectangle 37">
            <a:extLst>
              <a:ext uri="{FF2B5EF4-FFF2-40B4-BE49-F238E27FC236}">
                <a16:creationId xmlns:a16="http://schemas.microsoft.com/office/drawing/2014/main" id="{8DB8CDFC-2126-49F7-BADC-4D634E21B2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0" y="2647950"/>
            <a:ext cx="16557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(a) Optimal realization of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3" name="Rectangle 39">
            <a:extLst>
              <a:ext uri="{FF2B5EF4-FFF2-40B4-BE49-F238E27FC236}">
                <a16:creationId xmlns:a16="http://schemas.microsoft.com/office/drawing/2014/main" id="{3FCC5508-E422-4EB9-AA8A-FB3BD1C3A0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1538" y="2647950"/>
            <a:ext cx="16557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(b) Optimal realization of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5" name="Rectangle 41">
            <a:extLst>
              <a:ext uri="{FF2B5EF4-FFF2-40B4-BE49-F238E27FC236}">
                <a16:creationId xmlns:a16="http://schemas.microsoft.com/office/drawing/2014/main" id="{B1620763-F2D5-4DBF-8305-C27E3C1F7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9438" y="1625600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6" name="Rectangle 42">
            <a:extLst>
              <a:ext uri="{FF2B5EF4-FFF2-40B4-BE49-F238E27FC236}">
                <a16:creationId xmlns:a16="http://schemas.microsoft.com/office/drawing/2014/main" id="{D1DC09FD-85DF-4267-A772-8212E0CBBF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4450" y="2651125"/>
            <a:ext cx="809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7" name="Rectangle 43">
            <a:extLst>
              <a:ext uri="{FF2B5EF4-FFF2-40B4-BE49-F238E27FC236}">
                <a16:creationId xmlns:a16="http://schemas.microsoft.com/office/drawing/2014/main" id="{9B305A25-C50A-482B-A8EE-F0C9C832E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1125" y="2720975"/>
            <a:ext cx="85725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8" name="Rectangle 44">
            <a:extLst>
              <a:ext uri="{FF2B5EF4-FFF2-40B4-BE49-F238E27FC236}">
                <a16:creationId xmlns:a16="http://schemas.microsoft.com/office/drawing/2014/main" id="{F1E3908F-2F77-4136-A1FE-1CBA8B554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16988" y="2651125"/>
            <a:ext cx="809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9" name="Rectangle 45">
            <a:extLst>
              <a:ext uri="{FF2B5EF4-FFF2-40B4-BE49-F238E27FC236}">
                <a16:creationId xmlns:a16="http://schemas.microsoft.com/office/drawing/2014/main" id="{814C8394-A4F1-49CB-BBE1-C760B2B4B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82075" y="2720975"/>
            <a:ext cx="85725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3" name="Rectangle 49">
            <a:extLst>
              <a:ext uri="{FF2B5EF4-FFF2-40B4-BE49-F238E27FC236}">
                <a16:creationId xmlns:a16="http://schemas.microsoft.com/office/drawing/2014/main" id="{0A9C9A7B-1191-4AE0-AF01-210D06E0F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2888" y="1625600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8" name="Rectangle 54">
            <a:extLst>
              <a:ext uri="{FF2B5EF4-FFF2-40B4-BE49-F238E27FC236}">
                <a16:creationId xmlns:a16="http://schemas.microsoft.com/office/drawing/2014/main" id="{8653DA6B-0B0C-492E-8EDA-1F17836964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5988" y="1958975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3" name="Rectangle 89">
            <a:extLst>
              <a:ext uri="{FF2B5EF4-FFF2-40B4-BE49-F238E27FC236}">
                <a16:creationId xmlns:a16="http://schemas.microsoft.com/office/drawing/2014/main" id="{5E6E1DCB-CD45-49DB-8864-CB1F2B0E3B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9838" y="1193800"/>
            <a:ext cx="681037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4" name="Line 90">
            <a:extLst>
              <a:ext uri="{FF2B5EF4-FFF2-40B4-BE49-F238E27FC236}">
                <a16:creationId xmlns:a16="http://schemas.microsoft.com/office/drawing/2014/main" id="{830FB14E-4E2D-4EEA-8373-41BBD0C6D0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89838" y="1525587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5" name="Line 91">
            <a:extLst>
              <a:ext uri="{FF2B5EF4-FFF2-40B4-BE49-F238E27FC236}">
                <a16:creationId xmlns:a16="http://schemas.microsoft.com/office/drawing/2014/main" id="{86DCF2CF-7151-4000-880A-4672ADCA05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37500" y="1193800"/>
            <a:ext cx="1588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6" name="Line 92">
            <a:extLst>
              <a:ext uri="{FF2B5EF4-FFF2-40B4-BE49-F238E27FC236}">
                <a16:creationId xmlns:a16="http://schemas.microsoft.com/office/drawing/2014/main" id="{D8DCDA0E-53CA-40FA-B1FF-F60D2343324F}"/>
              </a:ext>
            </a:extLst>
          </p:cNvPr>
          <p:cNvSpPr>
            <a:spLocks noChangeShapeType="1"/>
          </p:cNvSpPr>
          <p:nvPr/>
        </p:nvSpPr>
        <p:spPr bwMode="auto">
          <a:xfrm>
            <a:off x="7256463" y="846137"/>
            <a:ext cx="333375" cy="34766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8" name="Rectangle 94">
            <a:extLst>
              <a:ext uri="{FF2B5EF4-FFF2-40B4-BE49-F238E27FC236}">
                <a16:creationId xmlns:a16="http://schemas.microsoft.com/office/drawing/2014/main" id="{89716385-BF33-4550-A97C-40ACEE4EE7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7588" y="762000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9" name="Rectangle 95">
            <a:extLst>
              <a:ext uri="{FF2B5EF4-FFF2-40B4-BE49-F238E27FC236}">
                <a16:creationId xmlns:a16="http://schemas.microsoft.com/office/drawing/2014/main" id="{BA09DDDB-31E2-4931-9DC6-45950AC35A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7438" y="839787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0" name="Rectangle 96">
            <a:extLst>
              <a:ext uri="{FF2B5EF4-FFF2-40B4-BE49-F238E27FC236}">
                <a16:creationId xmlns:a16="http://schemas.microsoft.com/office/drawing/2014/main" id="{9C093D07-4BBD-43A5-BCB4-14435DCA2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2050" y="762000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1" name="Rectangle 97">
            <a:extLst>
              <a:ext uri="{FF2B5EF4-FFF2-40B4-BE49-F238E27FC236}">
                <a16:creationId xmlns:a16="http://schemas.microsoft.com/office/drawing/2014/main" id="{B9F7B476-FE26-4E7A-B156-CEB1B9010B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1900" y="839787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2" name="Rectangle 98">
            <a:extLst>
              <a:ext uri="{FF2B5EF4-FFF2-40B4-BE49-F238E27FC236}">
                <a16:creationId xmlns:a16="http://schemas.microsoft.com/office/drawing/2014/main" id="{9E0E8527-F697-46BC-B129-297801AC3A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3263" y="900112"/>
            <a:ext cx="10636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3" name="Rectangle 99">
            <a:extLst>
              <a:ext uri="{FF2B5EF4-FFF2-40B4-BE49-F238E27FC236}">
                <a16:creationId xmlns:a16="http://schemas.microsoft.com/office/drawing/2014/main" id="{5EFA5831-3610-4EE2-9727-42B534B888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1525" y="974725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4" name="Rectangle 100">
            <a:extLst>
              <a:ext uri="{FF2B5EF4-FFF2-40B4-BE49-F238E27FC236}">
                <a16:creationId xmlns:a16="http://schemas.microsoft.com/office/drawing/2014/main" id="{D0BEFD17-3710-448B-9800-837C334396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7725" y="900112"/>
            <a:ext cx="10636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5" name="Rectangle 101">
            <a:extLst>
              <a:ext uri="{FF2B5EF4-FFF2-40B4-BE49-F238E27FC236}">
                <a16:creationId xmlns:a16="http://schemas.microsoft.com/office/drawing/2014/main" id="{316FE833-0626-413B-A4E1-3472268F79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0875" y="1193800"/>
            <a:ext cx="665163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6" name="Line 102">
            <a:extLst>
              <a:ext uri="{FF2B5EF4-FFF2-40B4-BE49-F238E27FC236}">
                <a16:creationId xmlns:a16="http://schemas.microsoft.com/office/drawing/2014/main" id="{75CDA538-EAA3-4148-BF90-20478844D9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70875" y="1525587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7" name="Line 103">
            <a:extLst>
              <a:ext uri="{FF2B5EF4-FFF2-40B4-BE49-F238E27FC236}">
                <a16:creationId xmlns:a16="http://schemas.microsoft.com/office/drawing/2014/main" id="{A5DFD5A0-E23A-4E72-9C78-158D5EBC5ED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02663" y="1193800"/>
            <a:ext cx="1587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8" name="Rectangle 104">
            <a:extLst>
              <a:ext uri="{FF2B5EF4-FFF2-40B4-BE49-F238E27FC236}">
                <a16:creationId xmlns:a16="http://schemas.microsoft.com/office/drawing/2014/main" id="{A63F275D-2FF2-49AF-9621-5DC9213C1A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7575" y="974725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9" name="Rectangle 105">
            <a:extLst>
              <a:ext uri="{FF2B5EF4-FFF2-40B4-BE49-F238E27FC236}">
                <a16:creationId xmlns:a16="http://schemas.microsoft.com/office/drawing/2014/main" id="{BFE1CBF9-7923-4452-812F-E3662BD05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1438" y="1001712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0" name="Rectangle 106">
            <a:extLst>
              <a:ext uri="{FF2B5EF4-FFF2-40B4-BE49-F238E27FC236}">
                <a16:creationId xmlns:a16="http://schemas.microsoft.com/office/drawing/2014/main" id="{32FA1977-8A91-4E47-A9FC-06AC4E30D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26400" y="1001712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1" name="Rectangle 107">
            <a:extLst>
              <a:ext uri="{FF2B5EF4-FFF2-40B4-BE49-F238E27FC236}">
                <a16:creationId xmlns:a16="http://schemas.microsoft.com/office/drawing/2014/main" id="{E9D4D93B-EEED-4EF4-A406-668ACDAA55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6125" y="1001712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2" name="Rectangle 108">
            <a:extLst>
              <a:ext uri="{FF2B5EF4-FFF2-40B4-BE49-F238E27FC236}">
                <a16:creationId xmlns:a16="http://schemas.microsoft.com/office/drawing/2014/main" id="{0828A07B-C5E1-4816-A2E5-7662108B1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1088" y="1001712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3" name="Rectangle 109">
            <a:extLst>
              <a:ext uri="{FF2B5EF4-FFF2-40B4-BE49-F238E27FC236}">
                <a16:creationId xmlns:a16="http://schemas.microsoft.com/office/drawing/2014/main" id="{D8227336-FA37-4049-8E5A-CDD0C1E66C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01050" y="1625600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4" name="Rectangle 110">
            <a:extLst>
              <a:ext uri="{FF2B5EF4-FFF2-40B4-BE49-F238E27FC236}">
                <a16:creationId xmlns:a16="http://schemas.microsoft.com/office/drawing/2014/main" id="{D919A632-1BBA-4A18-A3EF-4A31E7968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9838" y="1857375"/>
            <a:ext cx="681037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5" name="Line 111">
            <a:extLst>
              <a:ext uri="{FF2B5EF4-FFF2-40B4-BE49-F238E27FC236}">
                <a16:creationId xmlns:a16="http://schemas.microsoft.com/office/drawing/2014/main" id="{02CB2147-C862-4164-BCA5-6F9B85BA0A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89838" y="2205037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6" name="Line 112">
            <a:extLst>
              <a:ext uri="{FF2B5EF4-FFF2-40B4-BE49-F238E27FC236}">
                <a16:creationId xmlns:a16="http://schemas.microsoft.com/office/drawing/2014/main" id="{B338D42A-0F9B-4E58-983B-BA432F7AF51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37500" y="1857375"/>
            <a:ext cx="1588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7" name="Rectangle 113">
            <a:extLst>
              <a:ext uri="{FF2B5EF4-FFF2-40B4-BE49-F238E27FC236}">
                <a16:creationId xmlns:a16="http://schemas.microsoft.com/office/drawing/2014/main" id="{6E23BA2C-10C6-45EE-98E9-C2DA270532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1625600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8" name="Rectangle 114">
            <a:extLst>
              <a:ext uri="{FF2B5EF4-FFF2-40B4-BE49-F238E27FC236}">
                <a16:creationId xmlns:a16="http://schemas.microsoft.com/office/drawing/2014/main" id="{241507B6-56DA-4039-BA00-37F1606562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0875" y="1857375"/>
            <a:ext cx="665163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9" name="Line 115">
            <a:extLst>
              <a:ext uri="{FF2B5EF4-FFF2-40B4-BE49-F238E27FC236}">
                <a16:creationId xmlns:a16="http://schemas.microsoft.com/office/drawing/2014/main" id="{98768078-AB87-460D-9337-4054C401CB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70875" y="2205037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0" name="Line 116">
            <a:extLst>
              <a:ext uri="{FF2B5EF4-FFF2-40B4-BE49-F238E27FC236}">
                <a16:creationId xmlns:a16="http://schemas.microsoft.com/office/drawing/2014/main" id="{A7FC3CAC-EE9B-457D-820C-79B03EC8A0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02663" y="1857375"/>
            <a:ext cx="1587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1" name="Rectangle 117">
            <a:extLst>
              <a:ext uri="{FF2B5EF4-FFF2-40B4-BE49-F238E27FC236}">
                <a16:creationId xmlns:a16="http://schemas.microsoft.com/office/drawing/2014/main" id="{C795E097-00A3-4E92-AED9-4FA0ADB98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26363" y="1958975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2" name="Rectangle 118">
            <a:extLst>
              <a:ext uri="{FF2B5EF4-FFF2-40B4-BE49-F238E27FC236}">
                <a16:creationId xmlns:a16="http://schemas.microsoft.com/office/drawing/2014/main" id="{14276E76-0586-4A66-B38F-8B0B5A8AC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2913" y="2295525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3" name="Rectangle 119">
            <a:extLst>
              <a:ext uri="{FF2B5EF4-FFF2-40B4-BE49-F238E27FC236}">
                <a16:creationId xmlns:a16="http://schemas.microsoft.com/office/drawing/2014/main" id="{910E664C-A471-4C8F-AF99-ADAE780DFD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6163" y="1289050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4" name="Rectangle 120">
            <a:extLst>
              <a:ext uri="{FF2B5EF4-FFF2-40B4-BE49-F238E27FC236}">
                <a16:creationId xmlns:a16="http://schemas.microsoft.com/office/drawing/2014/main" id="{EED605CD-D09D-4793-9F0B-FF70567433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6163" y="1625600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5" name="Rectangle 121">
            <a:extLst>
              <a:ext uri="{FF2B5EF4-FFF2-40B4-BE49-F238E27FC236}">
                <a16:creationId xmlns:a16="http://schemas.microsoft.com/office/drawing/2014/main" id="{C814C8CB-09C6-40D6-8C74-004055C7C7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6163" y="1958975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7" name="Rectangle 123">
            <a:extLst>
              <a:ext uri="{FF2B5EF4-FFF2-40B4-BE49-F238E27FC236}">
                <a16:creationId xmlns:a16="http://schemas.microsoft.com/office/drawing/2014/main" id="{DA76B458-D243-451C-8CAB-B223EE265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6163" y="2295525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8" name="Rectangle 124">
            <a:extLst>
              <a:ext uri="{FF2B5EF4-FFF2-40B4-BE49-F238E27FC236}">
                <a16:creationId xmlns:a16="http://schemas.microsoft.com/office/drawing/2014/main" id="{C09A9919-83E0-44BB-98E9-565E7BDFD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26363" y="1625600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9" name="Rectangle 125">
            <a:extLst>
              <a:ext uri="{FF2B5EF4-FFF2-40B4-BE49-F238E27FC236}">
                <a16:creationId xmlns:a16="http://schemas.microsoft.com/office/drawing/2014/main" id="{B0D2E7EC-0BBE-48CD-9FF6-C0179F8D73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01050" y="1958975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7" name="Rectangle 133">
            <a:extLst>
              <a:ext uri="{FF2B5EF4-FFF2-40B4-BE49-F238E27FC236}">
                <a16:creationId xmlns:a16="http://schemas.microsoft.com/office/drawing/2014/main" id="{98882AB3-9825-49CA-8264-22BA75D57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1958975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7D1E1F7C-35C3-4DDB-96A7-B0F89F94E5E8}"/>
                  </a:ext>
                </a:extLst>
              </p14:cNvPr>
              <p14:cNvContentPartPr/>
              <p14:nvPr/>
            </p14:nvContentPartPr>
            <p14:xfrm>
              <a:off x="4578480" y="311400"/>
              <a:ext cx="4479840" cy="438696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7D1E1F7C-35C3-4DDB-96A7-B0F89F94E5E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69120" y="302040"/>
                <a:ext cx="4498560" cy="44056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5" name="Title 1">
            <a:extLst>
              <a:ext uri="{FF2B5EF4-FFF2-40B4-BE49-F238E27FC236}">
                <a16:creationId xmlns:a16="http://schemas.microsoft.com/office/drawing/2014/main" id="{48C5F669-0332-4137-84AE-65FF900BD77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12700"/>
            <a:ext cx="9144000" cy="685800"/>
          </a:xfrm>
        </p:spPr>
        <p:txBody>
          <a:bodyPr/>
          <a:lstStyle/>
          <a:p>
            <a:r>
              <a:rPr lang="en-US" altLang="en-US"/>
              <a:t>Individual vs Joint Optimization</a:t>
            </a:r>
          </a:p>
        </p:txBody>
      </p:sp>
      <p:sp>
        <p:nvSpPr>
          <p:cNvPr id="108546" name="TextBox 125">
            <a:extLst>
              <a:ext uri="{FF2B5EF4-FFF2-40B4-BE49-F238E27FC236}">
                <a16:creationId xmlns:a16="http://schemas.microsoft.com/office/drawing/2014/main" id="{21555AF1-623B-4227-AC52-72BA26B9FD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75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2.65 from the textbook ]</a:t>
            </a:r>
          </a:p>
        </p:txBody>
      </p:sp>
      <p:sp>
        <p:nvSpPr>
          <p:cNvPr id="108547" name="Rectangle 3">
            <a:extLst>
              <a:ext uri="{FF2B5EF4-FFF2-40B4-BE49-F238E27FC236}">
                <a16:creationId xmlns:a16="http://schemas.microsoft.com/office/drawing/2014/main" id="{0424115C-9348-49A7-B5F0-E976994D3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6363" y="1193800"/>
            <a:ext cx="681037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48" name="Line 4">
            <a:extLst>
              <a:ext uri="{FF2B5EF4-FFF2-40B4-BE49-F238E27FC236}">
                <a16:creationId xmlns:a16="http://schemas.microsoft.com/office/drawing/2014/main" id="{35D68637-01E6-4BAC-883C-2A2A776FEBA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86363" y="1525587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49" name="Line 5">
            <a:extLst>
              <a:ext uri="{FF2B5EF4-FFF2-40B4-BE49-F238E27FC236}">
                <a16:creationId xmlns:a16="http://schemas.microsoft.com/office/drawing/2014/main" id="{8232F482-D43A-4114-9971-6F54E4A60A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34025" y="1193800"/>
            <a:ext cx="1588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0" name="Line 6">
            <a:extLst>
              <a:ext uri="{FF2B5EF4-FFF2-40B4-BE49-F238E27FC236}">
                <a16:creationId xmlns:a16="http://schemas.microsoft.com/office/drawing/2014/main" id="{7F289F9B-0B22-4E31-B3C4-8DAC602101F1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4575" y="846137"/>
            <a:ext cx="331788" cy="34766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1" name="Rectangle 7">
            <a:extLst>
              <a:ext uri="{FF2B5EF4-FFF2-40B4-BE49-F238E27FC236}">
                <a16:creationId xmlns:a16="http://schemas.microsoft.com/office/drawing/2014/main" id="{0FABEEB7-4E58-4366-987E-55EBD3F59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62525" y="762000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2" name="Rectangle 8">
            <a:extLst>
              <a:ext uri="{FF2B5EF4-FFF2-40B4-BE49-F238E27FC236}">
                <a16:creationId xmlns:a16="http://schemas.microsoft.com/office/drawing/2014/main" id="{0CB9D7DD-385A-4B2B-BFBE-7879C9E95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2375" y="839787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3" name="Rectangle 9">
            <a:extLst>
              <a:ext uri="{FF2B5EF4-FFF2-40B4-BE49-F238E27FC236}">
                <a16:creationId xmlns:a16="http://schemas.microsoft.com/office/drawing/2014/main" id="{D2CB3554-8939-479A-85CC-64EB54DA93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6988" y="762000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4" name="Rectangle 10">
            <a:extLst>
              <a:ext uri="{FF2B5EF4-FFF2-40B4-BE49-F238E27FC236}">
                <a16:creationId xmlns:a16="http://schemas.microsoft.com/office/drawing/2014/main" id="{87D5B959-5A95-42A3-B221-43DA294D89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6838" y="839787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5" name="Rectangle 11">
            <a:extLst>
              <a:ext uri="{FF2B5EF4-FFF2-40B4-BE49-F238E27FC236}">
                <a16:creationId xmlns:a16="http://schemas.microsoft.com/office/drawing/2014/main" id="{2BF0E44D-CDFE-4175-A855-2B0BC3A51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900112"/>
            <a:ext cx="10636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6" name="Rectangle 12">
            <a:extLst>
              <a:ext uri="{FF2B5EF4-FFF2-40B4-BE49-F238E27FC236}">
                <a16:creationId xmlns:a16="http://schemas.microsoft.com/office/drawing/2014/main" id="{F3D36075-A9E9-4504-9AAF-2021DCD40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8050" y="974725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7" name="Rectangle 13">
            <a:extLst>
              <a:ext uri="{FF2B5EF4-FFF2-40B4-BE49-F238E27FC236}">
                <a16:creationId xmlns:a16="http://schemas.microsoft.com/office/drawing/2014/main" id="{93CA50E5-762F-4FC9-BD1C-2CF77A8568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2663" y="900112"/>
            <a:ext cx="10636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8" name="Rectangle 14">
            <a:extLst>
              <a:ext uri="{FF2B5EF4-FFF2-40B4-BE49-F238E27FC236}">
                <a16:creationId xmlns:a16="http://schemas.microsoft.com/office/drawing/2014/main" id="{4B69893A-A075-4063-A1DF-E5D5B69E73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1193800"/>
            <a:ext cx="665163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9" name="Line 15">
            <a:extLst>
              <a:ext uri="{FF2B5EF4-FFF2-40B4-BE49-F238E27FC236}">
                <a16:creationId xmlns:a16="http://schemas.microsoft.com/office/drawing/2014/main" id="{F992ADF0-53CA-4EB5-83EE-BE9EBD55C1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7400" y="1525587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0" name="Line 16">
            <a:extLst>
              <a:ext uri="{FF2B5EF4-FFF2-40B4-BE49-F238E27FC236}">
                <a16:creationId xmlns:a16="http://schemas.microsoft.com/office/drawing/2014/main" id="{9C2D11F6-8AEB-491D-BBED-AF4020E7F3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99188" y="1193800"/>
            <a:ext cx="3175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1" name="Rectangle 17">
            <a:extLst>
              <a:ext uri="{FF2B5EF4-FFF2-40B4-BE49-F238E27FC236}">
                <a16:creationId xmlns:a16="http://schemas.microsoft.com/office/drawing/2014/main" id="{3B438B06-8DFC-4F49-8463-361BB1A67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0925" y="974725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2" name="Rectangle 18">
            <a:extLst>
              <a:ext uri="{FF2B5EF4-FFF2-40B4-BE49-F238E27FC236}">
                <a16:creationId xmlns:a16="http://schemas.microsoft.com/office/drawing/2014/main" id="{70210FF0-200D-43D7-8D81-CBC794329E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7963" y="1001712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3" name="Rectangle 19">
            <a:extLst>
              <a:ext uri="{FF2B5EF4-FFF2-40B4-BE49-F238E27FC236}">
                <a16:creationId xmlns:a16="http://schemas.microsoft.com/office/drawing/2014/main" id="{5E563755-F58F-4A48-ACF7-1A82FC7E7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2925" y="1001712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4" name="Rectangle 20">
            <a:extLst>
              <a:ext uri="{FF2B5EF4-FFF2-40B4-BE49-F238E27FC236}">
                <a16:creationId xmlns:a16="http://schemas.microsoft.com/office/drawing/2014/main" id="{E868CA6F-AFB7-4BDC-9CBD-2B61BE9C4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9475" y="1001712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5" name="Rectangle 21">
            <a:extLst>
              <a:ext uri="{FF2B5EF4-FFF2-40B4-BE49-F238E27FC236}">
                <a16:creationId xmlns:a16="http://schemas.microsoft.com/office/drawing/2014/main" id="{BDEF7E28-ACF5-40CB-977B-9A317D696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6025" y="1001712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6" name="Rectangle 22">
            <a:extLst>
              <a:ext uri="{FF2B5EF4-FFF2-40B4-BE49-F238E27FC236}">
                <a16:creationId xmlns:a16="http://schemas.microsoft.com/office/drawing/2014/main" id="{C1931154-DDBE-4D36-9B11-E4EA39FC8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6363" y="1857375"/>
            <a:ext cx="681037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7" name="Line 23">
            <a:extLst>
              <a:ext uri="{FF2B5EF4-FFF2-40B4-BE49-F238E27FC236}">
                <a16:creationId xmlns:a16="http://schemas.microsoft.com/office/drawing/2014/main" id="{0FE7314F-F031-4380-9009-10BD0F7DF29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86363" y="2205037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8" name="Line 24">
            <a:extLst>
              <a:ext uri="{FF2B5EF4-FFF2-40B4-BE49-F238E27FC236}">
                <a16:creationId xmlns:a16="http://schemas.microsoft.com/office/drawing/2014/main" id="{9BFB9B8A-1083-45C0-A061-BFE42E4DDED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34025" y="1857375"/>
            <a:ext cx="1588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9" name="Rectangle 25">
            <a:extLst>
              <a:ext uri="{FF2B5EF4-FFF2-40B4-BE49-F238E27FC236}">
                <a16:creationId xmlns:a16="http://schemas.microsoft.com/office/drawing/2014/main" id="{A8E2C9E5-7AF1-4E18-89EA-CECAD5CDB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5988" y="1625600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0" name="Rectangle 26">
            <a:extLst>
              <a:ext uri="{FF2B5EF4-FFF2-40B4-BE49-F238E27FC236}">
                <a16:creationId xmlns:a16="http://schemas.microsoft.com/office/drawing/2014/main" id="{1E71792C-7E3D-4496-A98B-2673BE81EA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1857375"/>
            <a:ext cx="665163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1" name="Line 27">
            <a:extLst>
              <a:ext uri="{FF2B5EF4-FFF2-40B4-BE49-F238E27FC236}">
                <a16:creationId xmlns:a16="http://schemas.microsoft.com/office/drawing/2014/main" id="{EC85F096-0447-4B32-B4CA-0B8AF8EC45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7400" y="2205037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2" name="Line 28">
            <a:extLst>
              <a:ext uri="{FF2B5EF4-FFF2-40B4-BE49-F238E27FC236}">
                <a16:creationId xmlns:a16="http://schemas.microsoft.com/office/drawing/2014/main" id="{21FFC83B-A4D9-470B-B99D-987ED81C767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99188" y="1857375"/>
            <a:ext cx="3175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3" name="Rectangle 29">
            <a:extLst>
              <a:ext uri="{FF2B5EF4-FFF2-40B4-BE49-F238E27FC236}">
                <a16:creationId xmlns:a16="http://schemas.microsoft.com/office/drawing/2014/main" id="{D8D2F7A1-0B86-4FA2-A4DD-A40E1FCDBD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2888" y="1958975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4" name="Rectangle 30">
            <a:extLst>
              <a:ext uri="{FF2B5EF4-FFF2-40B4-BE49-F238E27FC236}">
                <a16:creationId xmlns:a16="http://schemas.microsoft.com/office/drawing/2014/main" id="{83090F44-81AA-4706-993F-E971613DA9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9438" y="1958975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5" name="Rectangle 31">
            <a:extLst>
              <a:ext uri="{FF2B5EF4-FFF2-40B4-BE49-F238E27FC236}">
                <a16:creationId xmlns:a16="http://schemas.microsoft.com/office/drawing/2014/main" id="{C26872DC-4DD3-42E2-8D50-985DFD80F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9438" y="2295525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6" name="Rectangle 32">
            <a:extLst>
              <a:ext uri="{FF2B5EF4-FFF2-40B4-BE49-F238E27FC236}">
                <a16:creationId xmlns:a16="http://schemas.microsoft.com/office/drawing/2014/main" id="{E747772A-AB8D-434E-8333-C85DF07E7B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2688" y="1289050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7" name="Rectangle 33">
            <a:extLst>
              <a:ext uri="{FF2B5EF4-FFF2-40B4-BE49-F238E27FC236}">
                <a16:creationId xmlns:a16="http://schemas.microsoft.com/office/drawing/2014/main" id="{D54D89FE-A165-439F-9BD4-2A4EFBE589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2688" y="1625600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8" name="Rectangle 34">
            <a:extLst>
              <a:ext uri="{FF2B5EF4-FFF2-40B4-BE49-F238E27FC236}">
                <a16:creationId xmlns:a16="http://schemas.microsoft.com/office/drawing/2014/main" id="{F253296A-7D2F-41AC-BE46-15DD4EB583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2688" y="1958975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9" name="Freeform 35">
            <a:extLst>
              <a:ext uri="{FF2B5EF4-FFF2-40B4-BE49-F238E27FC236}">
                <a16:creationId xmlns:a16="http://schemas.microsoft.com/office/drawing/2014/main" id="{2BEC016F-910D-4B13-8840-2025600FC278}"/>
              </a:ext>
            </a:extLst>
          </p:cNvPr>
          <p:cNvSpPr>
            <a:spLocks/>
          </p:cNvSpPr>
          <p:nvPr/>
        </p:nvSpPr>
        <p:spPr bwMode="auto">
          <a:xfrm>
            <a:off x="5588000" y="1587500"/>
            <a:ext cx="550863" cy="547687"/>
          </a:xfrm>
          <a:custGeom>
            <a:avLst/>
            <a:gdLst>
              <a:gd name="T0" fmla="*/ 2147483646 w 834"/>
              <a:gd name="T1" fmla="*/ 0 h 833"/>
              <a:gd name="T2" fmla="*/ 2147483646 w 834"/>
              <a:gd name="T3" fmla="*/ 0 h 833"/>
              <a:gd name="T4" fmla="*/ 2147483646 w 834"/>
              <a:gd name="T5" fmla="*/ 0 h 833"/>
              <a:gd name="T6" fmla="*/ 2147483646 w 834"/>
              <a:gd name="T7" fmla="*/ 0 h 833"/>
              <a:gd name="T8" fmla="*/ 2147483646 w 834"/>
              <a:gd name="T9" fmla="*/ 0 h 833"/>
              <a:gd name="T10" fmla="*/ 2147483646 w 834"/>
              <a:gd name="T11" fmla="*/ 0 h 833"/>
              <a:gd name="T12" fmla="*/ 2147483646 w 834"/>
              <a:gd name="T13" fmla="*/ 2147483646 h 833"/>
              <a:gd name="T14" fmla="*/ 2147483646 w 834"/>
              <a:gd name="T15" fmla="*/ 2147483646 h 833"/>
              <a:gd name="T16" fmla="*/ 2147483646 w 834"/>
              <a:gd name="T17" fmla="*/ 2147483646 h 833"/>
              <a:gd name="T18" fmla="*/ 2147483646 w 834"/>
              <a:gd name="T19" fmla="*/ 2147483646 h 833"/>
              <a:gd name="T20" fmla="*/ 0 w 834"/>
              <a:gd name="T21" fmla="*/ 2147483646 h 833"/>
              <a:gd name="T22" fmla="*/ 0 w 834"/>
              <a:gd name="T23" fmla="*/ 2147483646 h 833"/>
              <a:gd name="T24" fmla="*/ 0 w 834"/>
              <a:gd name="T25" fmla="*/ 2147483646 h 833"/>
              <a:gd name="T26" fmla="*/ 0 w 834"/>
              <a:gd name="T27" fmla="*/ 2147483646 h 833"/>
              <a:gd name="T28" fmla="*/ 0 w 834"/>
              <a:gd name="T29" fmla="*/ 2147483646 h 833"/>
              <a:gd name="T30" fmla="*/ 0 w 834"/>
              <a:gd name="T31" fmla="*/ 2147483646 h 833"/>
              <a:gd name="T32" fmla="*/ 0 w 834"/>
              <a:gd name="T33" fmla="*/ 2147483646 h 833"/>
              <a:gd name="T34" fmla="*/ 0 w 834"/>
              <a:gd name="T35" fmla="*/ 2147483646 h 833"/>
              <a:gd name="T36" fmla="*/ 0 w 834"/>
              <a:gd name="T37" fmla="*/ 2147483646 h 833"/>
              <a:gd name="T38" fmla="*/ 2147483646 w 834"/>
              <a:gd name="T39" fmla="*/ 2147483646 h 833"/>
              <a:gd name="T40" fmla="*/ 2147483646 w 834"/>
              <a:gd name="T41" fmla="*/ 2147483646 h 833"/>
              <a:gd name="T42" fmla="*/ 2147483646 w 834"/>
              <a:gd name="T43" fmla="*/ 2147483646 h 833"/>
              <a:gd name="T44" fmla="*/ 2147483646 w 834"/>
              <a:gd name="T45" fmla="*/ 2147483646 h 833"/>
              <a:gd name="T46" fmla="*/ 2147483646 w 834"/>
              <a:gd name="T47" fmla="*/ 2147483646 h 833"/>
              <a:gd name="T48" fmla="*/ 2147483646 w 834"/>
              <a:gd name="T49" fmla="*/ 2147483646 h 833"/>
              <a:gd name="T50" fmla="*/ 2147483646 w 834"/>
              <a:gd name="T51" fmla="*/ 2147483646 h 833"/>
              <a:gd name="T52" fmla="*/ 2147483646 w 834"/>
              <a:gd name="T53" fmla="*/ 2147483646 h 833"/>
              <a:gd name="T54" fmla="*/ 2147483646 w 834"/>
              <a:gd name="T55" fmla="*/ 2147483646 h 833"/>
              <a:gd name="T56" fmla="*/ 2147483646 w 834"/>
              <a:gd name="T57" fmla="*/ 2147483646 h 833"/>
              <a:gd name="T58" fmla="*/ 2147483646 w 834"/>
              <a:gd name="T59" fmla="*/ 2147483646 h 833"/>
              <a:gd name="T60" fmla="*/ 2147483646 w 834"/>
              <a:gd name="T61" fmla="*/ 2147483646 h 833"/>
              <a:gd name="T62" fmla="*/ 2147483646 w 834"/>
              <a:gd name="T63" fmla="*/ 2147483646 h 833"/>
              <a:gd name="T64" fmla="*/ 2147483646 w 834"/>
              <a:gd name="T65" fmla="*/ 2147483646 h 833"/>
              <a:gd name="T66" fmla="*/ 2147483646 w 834"/>
              <a:gd name="T67" fmla="*/ 2147483646 h 833"/>
              <a:gd name="T68" fmla="*/ 2147483646 w 834"/>
              <a:gd name="T69" fmla="*/ 2147483646 h 833"/>
              <a:gd name="T70" fmla="*/ 2147483646 w 834"/>
              <a:gd name="T71" fmla="*/ 2147483646 h 833"/>
              <a:gd name="T72" fmla="*/ 2147483646 w 834"/>
              <a:gd name="T73" fmla="*/ 2147483646 h 833"/>
              <a:gd name="T74" fmla="*/ 2147483646 w 834"/>
              <a:gd name="T75" fmla="*/ 2147483646 h 833"/>
              <a:gd name="T76" fmla="*/ 2147483646 w 834"/>
              <a:gd name="T77" fmla="*/ 2147483646 h 833"/>
              <a:gd name="T78" fmla="*/ 2147483646 w 834"/>
              <a:gd name="T79" fmla="*/ 2147483646 h 833"/>
              <a:gd name="T80" fmla="*/ 2147483646 w 834"/>
              <a:gd name="T81" fmla="*/ 2147483646 h 833"/>
              <a:gd name="T82" fmla="*/ 2147483646 w 834"/>
              <a:gd name="T83" fmla="*/ 2147483646 h 833"/>
              <a:gd name="T84" fmla="*/ 2147483646 w 834"/>
              <a:gd name="T85" fmla="*/ 2147483646 h 833"/>
              <a:gd name="T86" fmla="*/ 2147483646 w 834"/>
              <a:gd name="T87" fmla="*/ 2147483646 h 833"/>
              <a:gd name="T88" fmla="*/ 2147483646 w 834"/>
              <a:gd name="T89" fmla="*/ 2147483646 h 833"/>
              <a:gd name="T90" fmla="*/ 2147483646 w 834"/>
              <a:gd name="T91" fmla="*/ 2147483646 h 833"/>
              <a:gd name="T92" fmla="*/ 2147483646 w 834"/>
              <a:gd name="T93" fmla="*/ 2147483646 h 833"/>
              <a:gd name="T94" fmla="*/ 2147483646 w 834"/>
              <a:gd name="T95" fmla="*/ 2147483646 h 833"/>
              <a:gd name="T96" fmla="*/ 2147483646 w 834"/>
              <a:gd name="T97" fmla="*/ 2147483646 h 833"/>
              <a:gd name="T98" fmla="*/ 2147483646 w 834"/>
              <a:gd name="T99" fmla="*/ 2147483646 h 833"/>
              <a:gd name="T100" fmla="*/ 2147483646 w 834"/>
              <a:gd name="T101" fmla="*/ 2147483646 h 833"/>
              <a:gd name="T102" fmla="*/ 2147483646 w 834"/>
              <a:gd name="T103" fmla="*/ 2147483646 h 833"/>
              <a:gd name="T104" fmla="*/ 2147483646 w 834"/>
              <a:gd name="T105" fmla="*/ 2147483646 h 833"/>
              <a:gd name="T106" fmla="*/ 2147483646 w 834"/>
              <a:gd name="T107" fmla="*/ 2147483646 h 833"/>
              <a:gd name="T108" fmla="*/ 2147483646 w 834"/>
              <a:gd name="T109" fmla="*/ 0 h 833"/>
              <a:gd name="T110" fmla="*/ 2147483646 w 834"/>
              <a:gd name="T111" fmla="*/ 0 h 833"/>
              <a:gd name="T112" fmla="*/ 2147483646 w 834"/>
              <a:gd name="T113" fmla="*/ 0 h 833"/>
              <a:gd name="T114" fmla="*/ 2147483646 w 834"/>
              <a:gd name="T115" fmla="*/ 0 h 833"/>
              <a:gd name="T116" fmla="*/ 2147483646 w 834"/>
              <a:gd name="T117" fmla="*/ 0 h 833"/>
              <a:gd name="T118" fmla="*/ 2147483646 w 834"/>
              <a:gd name="T119" fmla="*/ 0 h 833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834" h="833">
                <a:moveTo>
                  <a:pt x="459" y="0"/>
                </a:moveTo>
                <a:lnTo>
                  <a:pt x="455" y="0"/>
                </a:lnTo>
                <a:lnTo>
                  <a:pt x="452" y="0"/>
                </a:lnTo>
                <a:lnTo>
                  <a:pt x="448" y="0"/>
                </a:lnTo>
                <a:lnTo>
                  <a:pt x="446" y="0"/>
                </a:lnTo>
                <a:lnTo>
                  <a:pt x="442" y="0"/>
                </a:lnTo>
                <a:lnTo>
                  <a:pt x="438" y="0"/>
                </a:lnTo>
                <a:lnTo>
                  <a:pt x="436" y="0"/>
                </a:lnTo>
                <a:lnTo>
                  <a:pt x="434" y="0"/>
                </a:lnTo>
                <a:lnTo>
                  <a:pt x="430" y="0"/>
                </a:lnTo>
                <a:lnTo>
                  <a:pt x="428" y="0"/>
                </a:lnTo>
                <a:lnTo>
                  <a:pt x="424" y="0"/>
                </a:lnTo>
                <a:lnTo>
                  <a:pt x="420" y="0"/>
                </a:lnTo>
                <a:lnTo>
                  <a:pt x="418" y="0"/>
                </a:lnTo>
                <a:lnTo>
                  <a:pt x="414" y="0"/>
                </a:lnTo>
                <a:lnTo>
                  <a:pt x="411" y="0"/>
                </a:lnTo>
                <a:lnTo>
                  <a:pt x="407" y="0"/>
                </a:lnTo>
                <a:lnTo>
                  <a:pt x="402" y="0"/>
                </a:lnTo>
                <a:lnTo>
                  <a:pt x="399" y="0"/>
                </a:lnTo>
                <a:lnTo>
                  <a:pt x="394" y="0"/>
                </a:lnTo>
                <a:lnTo>
                  <a:pt x="389" y="0"/>
                </a:lnTo>
                <a:lnTo>
                  <a:pt x="383" y="0"/>
                </a:lnTo>
                <a:lnTo>
                  <a:pt x="378" y="0"/>
                </a:lnTo>
                <a:lnTo>
                  <a:pt x="372" y="0"/>
                </a:lnTo>
                <a:lnTo>
                  <a:pt x="365" y="0"/>
                </a:lnTo>
                <a:lnTo>
                  <a:pt x="358" y="0"/>
                </a:lnTo>
                <a:lnTo>
                  <a:pt x="351" y="0"/>
                </a:lnTo>
                <a:lnTo>
                  <a:pt x="342" y="0"/>
                </a:lnTo>
                <a:lnTo>
                  <a:pt x="334" y="0"/>
                </a:lnTo>
                <a:lnTo>
                  <a:pt x="324" y="0"/>
                </a:lnTo>
                <a:lnTo>
                  <a:pt x="315" y="0"/>
                </a:lnTo>
                <a:lnTo>
                  <a:pt x="304" y="0"/>
                </a:lnTo>
                <a:lnTo>
                  <a:pt x="292" y="0"/>
                </a:lnTo>
                <a:lnTo>
                  <a:pt x="281" y="0"/>
                </a:lnTo>
                <a:lnTo>
                  <a:pt x="270" y="0"/>
                </a:lnTo>
                <a:lnTo>
                  <a:pt x="261" y="0"/>
                </a:lnTo>
                <a:lnTo>
                  <a:pt x="251" y="0"/>
                </a:lnTo>
                <a:lnTo>
                  <a:pt x="243" y="0"/>
                </a:lnTo>
                <a:lnTo>
                  <a:pt x="234" y="0"/>
                </a:lnTo>
                <a:lnTo>
                  <a:pt x="226" y="0"/>
                </a:lnTo>
                <a:lnTo>
                  <a:pt x="220" y="0"/>
                </a:lnTo>
                <a:lnTo>
                  <a:pt x="213" y="0"/>
                </a:lnTo>
                <a:lnTo>
                  <a:pt x="207" y="0"/>
                </a:lnTo>
                <a:lnTo>
                  <a:pt x="201" y="0"/>
                </a:lnTo>
                <a:lnTo>
                  <a:pt x="196" y="0"/>
                </a:lnTo>
                <a:lnTo>
                  <a:pt x="191" y="0"/>
                </a:lnTo>
                <a:lnTo>
                  <a:pt x="186" y="0"/>
                </a:lnTo>
                <a:lnTo>
                  <a:pt x="182" y="0"/>
                </a:lnTo>
                <a:lnTo>
                  <a:pt x="178" y="0"/>
                </a:lnTo>
                <a:lnTo>
                  <a:pt x="174" y="0"/>
                </a:lnTo>
                <a:lnTo>
                  <a:pt x="171" y="0"/>
                </a:lnTo>
                <a:lnTo>
                  <a:pt x="167" y="0"/>
                </a:lnTo>
                <a:lnTo>
                  <a:pt x="164" y="0"/>
                </a:lnTo>
                <a:lnTo>
                  <a:pt x="161" y="0"/>
                </a:lnTo>
                <a:lnTo>
                  <a:pt x="158" y="0"/>
                </a:lnTo>
                <a:lnTo>
                  <a:pt x="155" y="0"/>
                </a:lnTo>
                <a:lnTo>
                  <a:pt x="152" y="0"/>
                </a:lnTo>
                <a:lnTo>
                  <a:pt x="149" y="0"/>
                </a:lnTo>
                <a:lnTo>
                  <a:pt x="146" y="0"/>
                </a:lnTo>
                <a:lnTo>
                  <a:pt x="143" y="0"/>
                </a:lnTo>
                <a:lnTo>
                  <a:pt x="140" y="0"/>
                </a:lnTo>
                <a:lnTo>
                  <a:pt x="136" y="0"/>
                </a:lnTo>
                <a:lnTo>
                  <a:pt x="134" y="0"/>
                </a:lnTo>
                <a:lnTo>
                  <a:pt x="130" y="0"/>
                </a:lnTo>
                <a:lnTo>
                  <a:pt x="125" y="0"/>
                </a:lnTo>
                <a:lnTo>
                  <a:pt x="122" y="0"/>
                </a:lnTo>
                <a:lnTo>
                  <a:pt x="118" y="0"/>
                </a:lnTo>
                <a:lnTo>
                  <a:pt x="116" y="0"/>
                </a:lnTo>
                <a:lnTo>
                  <a:pt x="112" y="0"/>
                </a:lnTo>
                <a:lnTo>
                  <a:pt x="108" y="0"/>
                </a:lnTo>
                <a:lnTo>
                  <a:pt x="106" y="0"/>
                </a:lnTo>
                <a:lnTo>
                  <a:pt x="104" y="0"/>
                </a:lnTo>
                <a:lnTo>
                  <a:pt x="101" y="0"/>
                </a:lnTo>
                <a:lnTo>
                  <a:pt x="99" y="0"/>
                </a:lnTo>
                <a:lnTo>
                  <a:pt x="96" y="2"/>
                </a:lnTo>
                <a:lnTo>
                  <a:pt x="94" y="2"/>
                </a:lnTo>
                <a:lnTo>
                  <a:pt x="92" y="2"/>
                </a:lnTo>
                <a:lnTo>
                  <a:pt x="90" y="3"/>
                </a:lnTo>
                <a:lnTo>
                  <a:pt x="88" y="4"/>
                </a:lnTo>
                <a:lnTo>
                  <a:pt x="86" y="4"/>
                </a:lnTo>
                <a:lnTo>
                  <a:pt x="84" y="5"/>
                </a:lnTo>
                <a:lnTo>
                  <a:pt x="82" y="6"/>
                </a:lnTo>
                <a:lnTo>
                  <a:pt x="80" y="8"/>
                </a:lnTo>
                <a:lnTo>
                  <a:pt x="78" y="9"/>
                </a:lnTo>
                <a:lnTo>
                  <a:pt x="76" y="10"/>
                </a:lnTo>
                <a:lnTo>
                  <a:pt x="74" y="11"/>
                </a:lnTo>
                <a:lnTo>
                  <a:pt x="72" y="14"/>
                </a:lnTo>
                <a:lnTo>
                  <a:pt x="70" y="16"/>
                </a:lnTo>
                <a:lnTo>
                  <a:pt x="68" y="17"/>
                </a:lnTo>
                <a:lnTo>
                  <a:pt x="65" y="20"/>
                </a:lnTo>
                <a:lnTo>
                  <a:pt x="62" y="22"/>
                </a:lnTo>
                <a:lnTo>
                  <a:pt x="59" y="26"/>
                </a:lnTo>
                <a:lnTo>
                  <a:pt x="57" y="28"/>
                </a:lnTo>
                <a:lnTo>
                  <a:pt x="53" y="32"/>
                </a:lnTo>
                <a:lnTo>
                  <a:pt x="50" y="34"/>
                </a:lnTo>
                <a:lnTo>
                  <a:pt x="46" y="38"/>
                </a:lnTo>
                <a:lnTo>
                  <a:pt x="42" y="41"/>
                </a:lnTo>
                <a:lnTo>
                  <a:pt x="39" y="46"/>
                </a:lnTo>
                <a:lnTo>
                  <a:pt x="35" y="50"/>
                </a:lnTo>
                <a:lnTo>
                  <a:pt x="32" y="52"/>
                </a:lnTo>
                <a:lnTo>
                  <a:pt x="29" y="56"/>
                </a:lnTo>
                <a:lnTo>
                  <a:pt x="26" y="58"/>
                </a:lnTo>
                <a:lnTo>
                  <a:pt x="23" y="62"/>
                </a:lnTo>
                <a:lnTo>
                  <a:pt x="21" y="64"/>
                </a:lnTo>
                <a:lnTo>
                  <a:pt x="18" y="66"/>
                </a:lnTo>
                <a:lnTo>
                  <a:pt x="16" y="69"/>
                </a:lnTo>
                <a:lnTo>
                  <a:pt x="15" y="71"/>
                </a:lnTo>
                <a:lnTo>
                  <a:pt x="12" y="74"/>
                </a:lnTo>
                <a:lnTo>
                  <a:pt x="11" y="75"/>
                </a:lnTo>
                <a:lnTo>
                  <a:pt x="10" y="77"/>
                </a:lnTo>
                <a:lnTo>
                  <a:pt x="8" y="80"/>
                </a:lnTo>
                <a:lnTo>
                  <a:pt x="8" y="81"/>
                </a:lnTo>
                <a:lnTo>
                  <a:pt x="6" y="83"/>
                </a:lnTo>
                <a:lnTo>
                  <a:pt x="5" y="86"/>
                </a:lnTo>
                <a:lnTo>
                  <a:pt x="4" y="87"/>
                </a:lnTo>
                <a:lnTo>
                  <a:pt x="4" y="89"/>
                </a:lnTo>
                <a:lnTo>
                  <a:pt x="3" y="92"/>
                </a:lnTo>
                <a:lnTo>
                  <a:pt x="3" y="93"/>
                </a:lnTo>
                <a:lnTo>
                  <a:pt x="2" y="95"/>
                </a:lnTo>
                <a:lnTo>
                  <a:pt x="2" y="98"/>
                </a:lnTo>
                <a:lnTo>
                  <a:pt x="2" y="100"/>
                </a:lnTo>
                <a:lnTo>
                  <a:pt x="2" y="102"/>
                </a:lnTo>
                <a:lnTo>
                  <a:pt x="2" y="105"/>
                </a:lnTo>
                <a:lnTo>
                  <a:pt x="0" y="108"/>
                </a:lnTo>
                <a:lnTo>
                  <a:pt x="0" y="111"/>
                </a:lnTo>
                <a:lnTo>
                  <a:pt x="0" y="114"/>
                </a:lnTo>
                <a:lnTo>
                  <a:pt x="0" y="118"/>
                </a:lnTo>
                <a:lnTo>
                  <a:pt x="0" y="122"/>
                </a:lnTo>
                <a:lnTo>
                  <a:pt x="0" y="125"/>
                </a:lnTo>
                <a:lnTo>
                  <a:pt x="0" y="129"/>
                </a:lnTo>
                <a:lnTo>
                  <a:pt x="0" y="132"/>
                </a:lnTo>
                <a:lnTo>
                  <a:pt x="0" y="136"/>
                </a:lnTo>
                <a:lnTo>
                  <a:pt x="0" y="140"/>
                </a:lnTo>
                <a:lnTo>
                  <a:pt x="0" y="142"/>
                </a:lnTo>
                <a:lnTo>
                  <a:pt x="0" y="146"/>
                </a:lnTo>
                <a:lnTo>
                  <a:pt x="0" y="149"/>
                </a:lnTo>
                <a:lnTo>
                  <a:pt x="0" y="153"/>
                </a:lnTo>
                <a:lnTo>
                  <a:pt x="0" y="155"/>
                </a:lnTo>
                <a:lnTo>
                  <a:pt x="0" y="159"/>
                </a:lnTo>
                <a:lnTo>
                  <a:pt x="0" y="164"/>
                </a:lnTo>
                <a:lnTo>
                  <a:pt x="0" y="167"/>
                </a:lnTo>
                <a:lnTo>
                  <a:pt x="0" y="172"/>
                </a:lnTo>
                <a:lnTo>
                  <a:pt x="0" y="177"/>
                </a:lnTo>
                <a:lnTo>
                  <a:pt x="0" y="182"/>
                </a:lnTo>
                <a:lnTo>
                  <a:pt x="0" y="188"/>
                </a:lnTo>
                <a:lnTo>
                  <a:pt x="0" y="194"/>
                </a:lnTo>
                <a:lnTo>
                  <a:pt x="0" y="200"/>
                </a:lnTo>
                <a:lnTo>
                  <a:pt x="0" y="207"/>
                </a:lnTo>
                <a:lnTo>
                  <a:pt x="0" y="215"/>
                </a:lnTo>
                <a:lnTo>
                  <a:pt x="0" y="224"/>
                </a:lnTo>
                <a:lnTo>
                  <a:pt x="0" y="233"/>
                </a:lnTo>
                <a:lnTo>
                  <a:pt x="0" y="243"/>
                </a:lnTo>
                <a:lnTo>
                  <a:pt x="0" y="254"/>
                </a:lnTo>
                <a:lnTo>
                  <a:pt x="0" y="266"/>
                </a:lnTo>
                <a:lnTo>
                  <a:pt x="0" y="278"/>
                </a:lnTo>
                <a:lnTo>
                  <a:pt x="0" y="292"/>
                </a:lnTo>
                <a:lnTo>
                  <a:pt x="0" y="306"/>
                </a:lnTo>
                <a:lnTo>
                  <a:pt x="0" y="322"/>
                </a:lnTo>
                <a:lnTo>
                  <a:pt x="0" y="339"/>
                </a:lnTo>
                <a:lnTo>
                  <a:pt x="0" y="356"/>
                </a:lnTo>
                <a:lnTo>
                  <a:pt x="0" y="375"/>
                </a:lnTo>
                <a:lnTo>
                  <a:pt x="0" y="394"/>
                </a:lnTo>
                <a:lnTo>
                  <a:pt x="0" y="412"/>
                </a:lnTo>
                <a:lnTo>
                  <a:pt x="0" y="429"/>
                </a:lnTo>
                <a:lnTo>
                  <a:pt x="0" y="444"/>
                </a:lnTo>
                <a:lnTo>
                  <a:pt x="0" y="459"/>
                </a:lnTo>
                <a:lnTo>
                  <a:pt x="0" y="472"/>
                </a:lnTo>
                <a:lnTo>
                  <a:pt x="0" y="484"/>
                </a:lnTo>
                <a:lnTo>
                  <a:pt x="0" y="496"/>
                </a:lnTo>
                <a:lnTo>
                  <a:pt x="0" y="507"/>
                </a:lnTo>
                <a:lnTo>
                  <a:pt x="0" y="516"/>
                </a:lnTo>
                <a:lnTo>
                  <a:pt x="0" y="526"/>
                </a:lnTo>
                <a:lnTo>
                  <a:pt x="0" y="534"/>
                </a:lnTo>
                <a:lnTo>
                  <a:pt x="0" y="543"/>
                </a:lnTo>
                <a:lnTo>
                  <a:pt x="0" y="550"/>
                </a:lnTo>
                <a:lnTo>
                  <a:pt x="0" y="556"/>
                </a:lnTo>
                <a:lnTo>
                  <a:pt x="0" y="562"/>
                </a:lnTo>
                <a:lnTo>
                  <a:pt x="0" y="568"/>
                </a:lnTo>
                <a:lnTo>
                  <a:pt x="0" y="573"/>
                </a:lnTo>
                <a:lnTo>
                  <a:pt x="0" y="578"/>
                </a:lnTo>
                <a:lnTo>
                  <a:pt x="0" y="582"/>
                </a:lnTo>
                <a:lnTo>
                  <a:pt x="0" y="587"/>
                </a:lnTo>
                <a:lnTo>
                  <a:pt x="0" y="591"/>
                </a:lnTo>
                <a:lnTo>
                  <a:pt x="0" y="594"/>
                </a:lnTo>
                <a:lnTo>
                  <a:pt x="0" y="598"/>
                </a:lnTo>
                <a:lnTo>
                  <a:pt x="0" y="602"/>
                </a:lnTo>
                <a:lnTo>
                  <a:pt x="0" y="604"/>
                </a:lnTo>
                <a:lnTo>
                  <a:pt x="0" y="608"/>
                </a:lnTo>
                <a:lnTo>
                  <a:pt x="0" y="611"/>
                </a:lnTo>
                <a:lnTo>
                  <a:pt x="0" y="614"/>
                </a:lnTo>
                <a:lnTo>
                  <a:pt x="0" y="617"/>
                </a:lnTo>
                <a:lnTo>
                  <a:pt x="0" y="621"/>
                </a:lnTo>
                <a:lnTo>
                  <a:pt x="0" y="624"/>
                </a:lnTo>
                <a:lnTo>
                  <a:pt x="0" y="629"/>
                </a:lnTo>
                <a:lnTo>
                  <a:pt x="0" y="633"/>
                </a:lnTo>
                <a:lnTo>
                  <a:pt x="0" y="635"/>
                </a:lnTo>
                <a:lnTo>
                  <a:pt x="0" y="639"/>
                </a:lnTo>
                <a:lnTo>
                  <a:pt x="0" y="641"/>
                </a:lnTo>
                <a:lnTo>
                  <a:pt x="0" y="645"/>
                </a:lnTo>
                <a:lnTo>
                  <a:pt x="0" y="647"/>
                </a:lnTo>
                <a:lnTo>
                  <a:pt x="0" y="650"/>
                </a:lnTo>
                <a:lnTo>
                  <a:pt x="0" y="652"/>
                </a:lnTo>
                <a:lnTo>
                  <a:pt x="0" y="654"/>
                </a:lnTo>
                <a:lnTo>
                  <a:pt x="0" y="657"/>
                </a:lnTo>
                <a:lnTo>
                  <a:pt x="0" y="659"/>
                </a:lnTo>
                <a:lnTo>
                  <a:pt x="0" y="660"/>
                </a:lnTo>
                <a:lnTo>
                  <a:pt x="0" y="663"/>
                </a:lnTo>
                <a:lnTo>
                  <a:pt x="0" y="665"/>
                </a:lnTo>
                <a:lnTo>
                  <a:pt x="0" y="666"/>
                </a:lnTo>
                <a:lnTo>
                  <a:pt x="0" y="669"/>
                </a:lnTo>
                <a:lnTo>
                  <a:pt x="0" y="671"/>
                </a:lnTo>
                <a:lnTo>
                  <a:pt x="0" y="672"/>
                </a:lnTo>
                <a:lnTo>
                  <a:pt x="0" y="675"/>
                </a:lnTo>
                <a:lnTo>
                  <a:pt x="0" y="677"/>
                </a:lnTo>
                <a:lnTo>
                  <a:pt x="0" y="678"/>
                </a:lnTo>
                <a:lnTo>
                  <a:pt x="0" y="681"/>
                </a:lnTo>
                <a:lnTo>
                  <a:pt x="0" y="683"/>
                </a:lnTo>
                <a:lnTo>
                  <a:pt x="0" y="686"/>
                </a:lnTo>
                <a:lnTo>
                  <a:pt x="0" y="689"/>
                </a:lnTo>
                <a:lnTo>
                  <a:pt x="0" y="692"/>
                </a:lnTo>
                <a:lnTo>
                  <a:pt x="0" y="694"/>
                </a:lnTo>
                <a:lnTo>
                  <a:pt x="0" y="698"/>
                </a:lnTo>
                <a:lnTo>
                  <a:pt x="0" y="701"/>
                </a:lnTo>
                <a:lnTo>
                  <a:pt x="0" y="705"/>
                </a:lnTo>
                <a:lnTo>
                  <a:pt x="0" y="708"/>
                </a:lnTo>
                <a:lnTo>
                  <a:pt x="0" y="712"/>
                </a:lnTo>
                <a:lnTo>
                  <a:pt x="0" y="716"/>
                </a:lnTo>
                <a:lnTo>
                  <a:pt x="0" y="719"/>
                </a:lnTo>
                <a:lnTo>
                  <a:pt x="0" y="723"/>
                </a:lnTo>
                <a:lnTo>
                  <a:pt x="0" y="725"/>
                </a:lnTo>
                <a:lnTo>
                  <a:pt x="2" y="728"/>
                </a:lnTo>
                <a:lnTo>
                  <a:pt x="2" y="731"/>
                </a:lnTo>
                <a:lnTo>
                  <a:pt x="2" y="734"/>
                </a:lnTo>
                <a:lnTo>
                  <a:pt x="2" y="736"/>
                </a:lnTo>
                <a:lnTo>
                  <a:pt x="2" y="737"/>
                </a:lnTo>
                <a:lnTo>
                  <a:pt x="3" y="740"/>
                </a:lnTo>
                <a:lnTo>
                  <a:pt x="3" y="742"/>
                </a:lnTo>
                <a:lnTo>
                  <a:pt x="4" y="744"/>
                </a:lnTo>
                <a:lnTo>
                  <a:pt x="4" y="746"/>
                </a:lnTo>
                <a:lnTo>
                  <a:pt x="5" y="748"/>
                </a:lnTo>
                <a:lnTo>
                  <a:pt x="6" y="750"/>
                </a:lnTo>
                <a:lnTo>
                  <a:pt x="8" y="752"/>
                </a:lnTo>
                <a:lnTo>
                  <a:pt x="8" y="754"/>
                </a:lnTo>
                <a:lnTo>
                  <a:pt x="10" y="756"/>
                </a:lnTo>
                <a:lnTo>
                  <a:pt x="11" y="758"/>
                </a:lnTo>
                <a:lnTo>
                  <a:pt x="12" y="760"/>
                </a:lnTo>
                <a:lnTo>
                  <a:pt x="15" y="762"/>
                </a:lnTo>
                <a:lnTo>
                  <a:pt x="16" y="765"/>
                </a:lnTo>
                <a:lnTo>
                  <a:pt x="18" y="767"/>
                </a:lnTo>
                <a:lnTo>
                  <a:pt x="21" y="770"/>
                </a:lnTo>
                <a:lnTo>
                  <a:pt x="23" y="772"/>
                </a:lnTo>
                <a:lnTo>
                  <a:pt x="26" y="774"/>
                </a:lnTo>
                <a:lnTo>
                  <a:pt x="29" y="778"/>
                </a:lnTo>
                <a:lnTo>
                  <a:pt x="32" y="782"/>
                </a:lnTo>
                <a:lnTo>
                  <a:pt x="35" y="784"/>
                </a:lnTo>
                <a:lnTo>
                  <a:pt x="39" y="788"/>
                </a:lnTo>
                <a:lnTo>
                  <a:pt x="42" y="791"/>
                </a:lnTo>
                <a:lnTo>
                  <a:pt x="46" y="796"/>
                </a:lnTo>
                <a:lnTo>
                  <a:pt x="50" y="800"/>
                </a:lnTo>
                <a:lnTo>
                  <a:pt x="53" y="802"/>
                </a:lnTo>
                <a:lnTo>
                  <a:pt x="57" y="806"/>
                </a:lnTo>
                <a:lnTo>
                  <a:pt x="59" y="808"/>
                </a:lnTo>
                <a:lnTo>
                  <a:pt x="62" y="810"/>
                </a:lnTo>
                <a:lnTo>
                  <a:pt x="65" y="814"/>
                </a:lnTo>
                <a:lnTo>
                  <a:pt x="68" y="815"/>
                </a:lnTo>
                <a:lnTo>
                  <a:pt x="70" y="818"/>
                </a:lnTo>
                <a:lnTo>
                  <a:pt x="72" y="820"/>
                </a:lnTo>
                <a:lnTo>
                  <a:pt x="74" y="821"/>
                </a:lnTo>
                <a:lnTo>
                  <a:pt x="76" y="824"/>
                </a:lnTo>
                <a:lnTo>
                  <a:pt x="78" y="825"/>
                </a:lnTo>
                <a:lnTo>
                  <a:pt x="80" y="826"/>
                </a:lnTo>
                <a:lnTo>
                  <a:pt x="82" y="827"/>
                </a:lnTo>
                <a:lnTo>
                  <a:pt x="84" y="828"/>
                </a:lnTo>
                <a:lnTo>
                  <a:pt x="86" y="828"/>
                </a:lnTo>
                <a:lnTo>
                  <a:pt x="88" y="830"/>
                </a:lnTo>
                <a:lnTo>
                  <a:pt x="90" y="831"/>
                </a:lnTo>
                <a:lnTo>
                  <a:pt x="92" y="831"/>
                </a:lnTo>
                <a:lnTo>
                  <a:pt x="94" y="832"/>
                </a:lnTo>
                <a:lnTo>
                  <a:pt x="96" y="832"/>
                </a:lnTo>
                <a:lnTo>
                  <a:pt x="99" y="832"/>
                </a:lnTo>
                <a:lnTo>
                  <a:pt x="101" y="832"/>
                </a:lnTo>
                <a:lnTo>
                  <a:pt x="104" y="833"/>
                </a:lnTo>
                <a:lnTo>
                  <a:pt x="106" y="833"/>
                </a:lnTo>
                <a:lnTo>
                  <a:pt x="108" y="833"/>
                </a:lnTo>
                <a:lnTo>
                  <a:pt x="112" y="833"/>
                </a:lnTo>
                <a:lnTo>
                  <a:pt x="116" y="833"/>
                </a:lnTo>
                <a:lnTo>
                  <a:pt x="118" y="833"/>
                </a:lnTo>
                <a:lnTo>
                  <a:pt x="122" y="833"/>
                </a:lnTo>
                <a:lnTo>
                  <a:pt x="125" y="833"/>
                </a:lnTo>
                <a:lnTo>
                  <a:pt x="130" y="833"/>
                </a:lnTo>
                <a:lnTo>
                  <a:pt x="134" y="833"/>
                </a:lnTo>
                <a:lnTo>
                  <a:pt x="136" y="833"/>
                </a:lnTo>
                <a:lnTo>
                  <a:pt x="140" y="833"/>
                </a:lnTo>
                <a:lnTo>
                  <a:pt x="143" y="833"/>
                </a:lnTo>
                <a:lnTo>
                  <a:pt x="146" y="833"/>
                </a:lnTo>
                <a:lnTo>
                  <a:pt x="149" y="833"/>
                </a:lnTo>
                <a:lnTo>
                  <a:pt x="152" y="833"/>
                </a:lnTo>
                <a:lnTo>
                  <a:pt x="155" y="833"/>
                </a:lnTo>
                <a:lnTo>
                  <a:pt x="158" y="833"/>
                </a:lnTo>
                <a:lnTo>
                  <a:pt x="161" y="833"/>
                </a:lnTo>
                <a:lnTo>
                  <a:pt x="164" y="833"/>
                </a:lnTo>
                <a:lnTo>
                  <a:pt x="167" y="833"/>
                </a:lnTo>
                <a:lnTo>
                  <a:pt x="171" y="833"/>
                </a:lnTo>
                <a:lnTo>
                  <a:pt x="174" y="833"/>
                </a:lnTo>
                <a:lnTo>
                  <a:pt x="178" y="833"/>
                </a:lnTo>
                <a:lnTo>
                  <a:pt x="182" y="833"/>
                </a:lnTo>
                <a:lnTo>
                  <a:pt x="186" y="833"/>
                </a:lnTo>
                <a:lnTo>
                  <a:pt x="191" y="833"/>
                </a:lnTo>
                <a:lnTo>
                  <a:pt x="196" y="833"/>
                </a:lnTo>
                <a:lnTo>
                  <a:pt x="201" y="833"/>
                </a:lnTo>
                <a:lnTo>
                  <a:pt x="207" y="833"/>
                </a:lnTo>
                <a:lnTo>
                  <a:pt x="213" y="833"/>
                </a:lnTo>
                <a:lnTo>
                  <a:pt x="220" y="833"/>
                </a:lnTo>
                <a:lnTo>
                  <a:pt x="226" y="833"/>
                </a:lnTo>
                <a:lnTo>
                  <a:pt x="234" y="833"/>
                </a:lnTo>
                <a:lnTo>
                  <a:pt x="243" y="833"/>
                </a:lnTo>
                <a:lnTo>
                  <a:pt x="251" y="833"/>
                </a:lnTo>
                <a:lnTo>
                  <a:pt x="261" y="833"/>
                </a:lnTo>
                <a:lnTo>
                  <a:pt x="270" y="833"/>
                </a:lnTo>
                <a:lnTo>
                  <a:pt x="281" y="833"/>
                </a:lnTo>
                <a:lnTo>
                  <a:pt x="292" y="833"/>
                </a:lnTo>
                <a:lnTo>
                  <a:pt x="304" y="833"/>
                </a:lnTo>
                <a:lnTo>
                  <a:pt x="315" y="833"/>
                </a:lnTo>
                <a:lnTo>
                  <a:pt x="324" y="833"/>
                </a:lnTo>
                <a:lnTo>
                  <a:pt x="334" y="833"/>
                </a:lnTo>
                <a:lnTo>
                  <a:pt x="342" y="833"/>
                </a:lnTo>
                <a:lnTo>
                  <a:pt x="351" y="833"/>
                </a:lnTo>
                <a:lnTo>
                  <a:pt x="359" y="833"/>
                </a:lnTo>
                <a:lnTo>
                  <a:pt x="366" y="833"/>
                </a:lnTo>
                <a:lnTo>
                  <a:pt x="374" y="833"/>
                </a:lnTo>
                <a:lnTo>
                  <a:pt x="381" y="833"/>
                </a:lnTo>
                <a:lnTo>
                  <a:pt x="387" y="833"/>
                </a:lnTo>
                <a:lnTo>
                  <a:pt x="394" y="833"/>
                </a:lnTo>
                <a:lnTo>
                  <a:pt x="400" y="833"/>
                </a:lnTo>
                <a:lnTo>
                  <a:pt x="406" y="833"/>
                </a:lnTo>
                <a:lnTo>
                  <a:pt x="412" y="833"/>
                </a:lnTo>
                <a:lnTo>
                  <a:pt x="417" y="833"/>
                </a:lnTo>
                <a:lnTo>
                  <a:pt x="423" y="833"/>
                </a:lnTo>
                <a:lnTo>
                  <a:pt x="429" y="833"/>
                </a:lnTo>
                <a:lnTo>
                  <a:pt x="435" y="833"/>
                </a:lnTo>
                <a:lnTo>
                  <a:pt x="441" y="833"/>
                </a:lnTo>
                <a:lnTo>
                  <a:pt x="448" y="833"/>
                </a:lnTo>
                <a:lnTo>
                  <a:pt x="454" y="833"/>
                </a:lnTo>
                <a:lnTo>
                  <a:pt x="461" y="833"/>
                </a:lnTo>
                <a:lnTo>
                  <a:pt x="468" y="833"/>
                </a:lnTo>
                <a:lnTo>
                  <a:pt x="476" y="833"/>
                </a:lnTo>
                <a:lnTo>
                  <a:pt x="484" y="833"/>
                </a:lnTo>
                <a:lnTo>
                  <a:pt x="492" y="833"/>
                </a:lnTo>
                <a:lnTo>
                  <a:pt x="501" y="833"/>
                </a:lnTo>
                <a:lnTo>
                  <a:pt x="510" y="833"/>
                </a:lnTo>
                <a:lnTo>
                  <a:pt x="520" y="833"/>
                </a:lnTo>
                <a:lnTo>
                  <a:pt x="531" y="833"/>
                </a:lnTo>
                <a:lnTo>
                  <a:pt x="543" y="833"/>
                </a:lnTo>
                <a:lnTo>
                  <a:pt x="554" y="833"/>
                </a:lnTo>
                <a:lnTo>
                  <a:pt x="564" y="833"/>
                </a:lnTo>
                <a:lnTo>
                  <a:pt x="574" y="833"/>
                </a:lnTo>
                <a:lnTo>
                  <a:pt x="584" y="833"/>
                </a:lnTo>
                <a:lnTo>
                  <a:pt x="592" y="833"/>
                </a:lnTo>
                <a:lnTo>
                  <a:pt x="600" y="833"/>
                </a:lnTo>
                <a:lnTo>
                  <a:pt x="609" y="833"/>
                </a:lnTo>
                <a:lnTo>
                  <a:pt x="615" y="833"/>
                </a:lnTo>
                <a:lnTo>
                  <a:pt x="622" y="833"/>
                </a:lnTo>
                <a:lnTo>
                  <a:pt x="628" y="833"/>
                </a:lnTo>
                <a:lnTo>
                  <a:pt x="634" y="833"/>
                </a:lnTo>
                <a:lnTo>
                  <a:pt x="639" y="833"/>
                </a:lnTo>
                <a:lnTo>
                  <a:pt x="644" y="833"/>
                </a:lnTo>
                <a:lnTo>
                  <a:pt x="648" y="833"/>
                </a:lnTo>
                <a:lnTo>
                  <a:pt x="653" y="833"/>
                </a:lnTo>
                <a:lnTo>
                  <a:pt x="657" y="833"/>
                </a:lnTo>
                <a:lnTo>
                  <a:pt x="660" y="833"/>
                </a:lnTo>
                <a:lnTo>
                  <a:pt x="664" y="833"/>
                </a:lnTo>
                <a:lnTo>
                  <a:pt x="668" y="833"/>
                </a:lnTo>
                <a:lnTo>
                  <a:pt x="671" y="833"/>
                </a:lnTo>
                <a:lnTo>
                  <a:pt x="674" y="833"/>
                </a:lnTo>
                <a:lnTo>
                  <a:pt x="677" y="833"/>
                </a:lnTo>
                <a:lnTo>
                  <a:pt x="680" y="833"/>
                </a:lnTo>
                <a:lnTo>
                  <a:pt x="683" y="833"/>
                </a:lnTo>
                <a:lnTo>
                  <a:pt x="686" y="833"/>
                </a:lnTo>
                <a:lnTo>
                  <a:pt x="689" y="833"/>
                </a:lnTo>
                <a:lnTo>
                  <a:pt x="692" y="833"/>
                </a:lnTo>
                <a:lnTo>
                  <a:pt x="695" y="833"/>
                </a:lnTo>
                <a:lnTo>
                  <a:pt x="699" y="833"/>
                </a:lnTo>
                <a:lnTo>
                  <a:pt x="701" y="833"/>
                </a:lnTo>
                <a:lnTo>
                  <a:pt x="705" y="833"/>
                </a:lnTo>
                <a:lnTo>
                  <a:pt x="708" y="833"/>
                </a:lnTo>
                <a:lnTo>
                  <a:pt x="713" y="833"/>
                </a:lnTo>
                <a:lnTo>
                  <a:pt x="717" y="833"/>
                </a:lnTo>
                <a:lnTo>
                  <a:pt x="719" y="833"/>
                </a:lnTo>
                <a:lnTo>
                  <a:pt x="723" y="833"/>
                </a:lnTo>
                <a:lnTo>
                  <a:pt x="726" y="833"/>
                </a:lnTo>
                <a:lnTo>
                  <a:pt x="729" y="833"/>
                </a:lnTo>
                <a:lnTo>
                  <a:pt x="731" y="833"/>
                </a:lnTo>
                <a:lnTo>
                  <a:pt x="734" y="832"/>
                </a:lnTo>
                <a:lnTo>
                  <a:pt x="736" y="832"/>
                </a:lnTo>
                <a:lnTo>
                  <a:pt x="738" y="832"/>
                </a:lnTo>
                <a:lnTo>
                  <a:pt x="741" y="832"/>
                </a:lnTo>
                <a:lnTo>
                  <a:pt x="743" y="831"/>
                </a:lnTo>
                <a:lnTo>
                  <a:pt x="744" y="831"/>
                </a:lnTo>
                <a:lnTo>
                  <a:pt x="747" y="830"/>
                </a:lnTo>
                <a:lnTo>
                  <a:pt x="749" y="828"/>
                </a:lnTo>
                <a:lnTo>
                  <a:pt x="750" y="828"/>
                </a:lnTo>
                <a:lnTo>
                  <a:pt x="753" y="827"/>
                </a:lnTo>
                <a:lnTo>
                  <a:pt x="755" y="826"/>
                </a:lnTo>
                <a:lnTo>
                  <a:pt x="756" y="825"/>
                </a:lnTo>
                <a:lnTo>
                  <a:pt x="759" y="824"/>
                </a:lnTo>
                <a:lnTo>
                  <a:pt x="761" y="821"/>
                </a:lnTo>
                <a:lnTo>
                  <a:pt x="764" y="820"/>
                </a:lnTo>
                <a:lnTo>
                  <a:pt x="765" y="818"/>
                </a:lnTo>
                <a:lnTo>
                  <a:pt x="767" y="815"/>
                </a:lnTo>
                <a:lnTo>
                  <a:pt x="771" y="814"/>
                </a:lnTo>
                <a:lnTo>
                  <a:pt x="773" y="810"/>
                </a:lnTo>
                <a:lnTo>
                  <a:pt x="776" y="808"/>
                </a:lnTo>
                <a:lnTo>
                  <a:pt x="779" y="806"/>
                </a:lnTo>
                <a:lnTo>
                  <a:pt x="782" y="802"/>
                </a:lnTo>
                <a:lnTo>
                  <a:pt x="785" y="800"/>
                </a:lnTo>
                <a:lnTo>
                  <a:pt x="789" y="796"/>
                </a:lnTo>
                <a:lnTo>
                  <a:pt x="792" y="791"/>
                </a:lnTo>
                <a:lnTo>
                  <a:pt x="796" y="788"/>
                </a:lnTo>
                <a:lnTo>
                  <a:pt x="800" y="784"/>
                </a:lnTo>
                <a:lnTo>
                  <a:pt x="803" y="782"/>
                </a:lnTo>
                <a:lnTo>
                  <a:pt x="807" y="778"/>
                </a:lnTo>
                <a:lnTo>
                  <a:pt x="809" y="774"/>
                </a:lnTo>
                <a:lnTo>
                  <a:pt x="812" y="772"/>
                </a:lnTo>
                <a:lnTo>
                  <a:pt x="814" y="770"/>
                </a:lnTo>
                <a:lnTo>
                  <a:pt x="816" y="767"/>
                </a:lnTo>
                <a:lnTo>
                  <a:pt x="819" y="765"/>
                </a:lnTo>
                <a:lnTo>
                  <a:pt x="820" y="762"/>
                </a:lnTo>
                <a:lnTo>
                  <a:pt x="822" y="760"/>
                </a:lnTo>
                <a:lnTo>
                  <a:pt x="824" y="758"/>
                </a:lnTo>
                <a:lnTo>
                  <a:pt x="825" y="756"/>
                </a:lnTo>
                <a:lnTo>
                  <a:pt x="827" y="754"/>
                </a:lnTo>
                <a:lnTo>
                  <a:pt x="828" y="752"/>
                </a:lnTo>
                <a:lnTo>
                  <a:pt x="828" y="750"/>
                </a:lnTo>
                <a:lnTo>
                  <a:pt x="830" y="748"/>
                </a:lnTo>
                <a:lnTo>
                  <a:pt x="831" y="746"/>
                </a:lnTo>
                <a:lnTo>
                  <a:pt x="831" y="744"/>
                </a:lnTo>
                <a:lnTo>
                  <a:pt x="832" y="742"/>
                </a:lnTo>
                <a:lnTo>
                  <a:pt x="832" y="740"/>
                </a:lnTo>
                <a:lnTo>
                  <a:pt x="833" y="737"/>
                </a:lnTo>
                <a:lnTo>
                  <a:pt x="833" y="736"/>
                </a:lnTo>
                <a:lnTo>
                  <a:pt x="833" y="734"/>
                </a:lnTo>
                <a:lnTo>
                  <a:pt x="833" y="731"/>
                </a:lnTo>
                <a:lnTo>
                  <a:pt x="833" y="728"/>
                </a:lnTo>
                <a:lnTo>
                  <a:pt x="834" y="725"/>
                </a:lnTo>
                <a:lnTo>
                  <a:pt x="834" y="723"/>
                </a:lnTo>
                <a:lnTo>
                  <a:pt x="834" y="719"/>
                </a:lnTo>
                <a:lnTo>
                  <a:pt x="834" y="716"/>
                </a:lnTo>
                <a:lnTo>
                  <a:pt x="834" y="712"/>
                </a:lnTo>
                <a:lnTo>
                  <a:pt x="834" y="708"/>
                </a:lnTo>
                <a:lnTo>
                  <a:pt x="834" y="705"/>
                </a:lnTo>
                <a:lnTo>
                  <a:pt x="834" y="701"/>
                </a:lnTo>
                <a:lnTo>
                  <a:pt x="834" y="698"/>
                </a:lnTo>
                <a:lnTo>
                  <a:pt x="834" y="694"/>
                </a:lnTo>
                <a:lnTo>
                  <a:pt x="834" y="692"/>
                </a:lnTo>
                <a:lnTo>
                  <a:pt x="834" y="689"/>
                </a:lnTo>
                <a:lnTo>
                  <a:pt x="834" y="686"/>
                </a:lnTo>
                <a:lnTo>
                  <a:pt x="834" y="683"/>
                </a:lnTo>
                <a:lnTo>
                  <a:pt x="834" y="681"/>
                </a:lnTo>
                <a:lnTo>
                  <a:pt x="834" y="678"/>
                </a:lnTo>
                <a:lnTo>
                  <a:pt x="834" y="677"/>
                </a:lnTo>
                <a:lnTo>
                  <a:pt x="834" y="675"/>
                </a:lnTo>
                <a:lnTo>
                  <a:pt x="834" y="672"/>
                </a:lnTo>
                <a:lnTo>
                  <a:pt x="834" y="671"/>
                </a:lnTo>
                <a:lnTo>
                  <a:pt x="834" y="669"/>
                </a:lnTo>
                <a:lnTo>
                  <a:pt x="834" y="666"/>
                </a:lnTo>
                <a:lnTo>
                  <a:pt x="834" y="665"/>
                </a:lnTo>
                <a:lnTo>
                  <a:pt x="834" y="663"/>
                </a:lnTo>
                <a:lnTo>
                  <a:pt x="834" y="660"/>
                </a:lnTo>
                <a:lnTo>
                  <a:pt x="834" y="659"/>
                </a:lnTo>
                <a:lnTo>
                  <a:pt x="834" y="657"/>
                </a:lnTo>
                <a:lnTo>
                  <a:pt x="834" y="654"/>
                </a:lnTo>
                <a:lnTo>
                  <a:pt x="834" y="652"/>
                </a:lnTo>
                <a:lnTo>
                  <a:pt x="834" y="650"/>
                </a:lnTo>
                <a:lnTo>
                  <a:pt x="834" y="647"/>
                </a:lnTo>
                <a:lnTo>
                  <a:pt x="834" y="645"/>
                </a:lnTo>
                <a:lnTo>
                  <a:pt x="834" y="641"/>
                </a:lnTo>
                <a:lnTo>
                  <a:pt x="834" y="639"/>
                </a:lnTo>
                <a:lnTo>
                  <a:pt x="834" y="635"/>
                </a:lnTo>
                <a:lnTo>
                  <a:pt x="834" y="633"/>
                </a:lnTo>
                <a:lnTo>
                  <a:pt x="834" y="629"/>
                </a:lnTo>
                <a:lnTo>
                  <a:pt x="834" y="624"/>
                </a:lnTo>
                <a:lnTo>
                  <a:pt x="834" y="621"/>
                </a:lnTo>
                <a:lnTo>
                  <a:pt x="834" y="617"/>
                </a:lnTo>
                <a:lnTo>
                  <a:pt x="834" y="614"/>
                </a:lnTo>
                <a:lnTo>
                  <a:pt x="834" y="611"/>
                </a:lnTo>
                <a:lnTo>
                  <a:pt x="834" y="608"/>
                </a:lnTo>
                <a:lnTo>
                  <a:pt x="834" y="604"/>
                </a:lnTo>
                <a:lnTo>
                  <a:pt x="834" y="602"/>
                </a:lnTo>
                <a:lnTo>
                  <a:pt x="834" y="598"/>
                </a:lnTo>
                <a:lnTo>
                  <a:pt x="834" y="596"/>
                </a:lnTo>
                <a:lnTo>
                  <a:pt x="834" y="592"/>
                </a:lnTo>
                <a:lnTo>
                  <a:pt x="834" y="588"/>
                </a:lnTo>
                <a:lnTo>
                  <a:pt x="834" y="585"/>
                </a:lnTo>
                <a:lnTo>
                  <a:pt x="834" y="581"/>
                </a:lnTo>
                <a:lnTo>
                  <a:pt x="834" y="576"/>
                </a:lnTo>
                <a:lnTo>
                  <a:pt x="834" y="573"/>
                </a:lnTo>
                <a:lnTo>
                  <a:pt x="834" y="568"/>
                </a:lnTo>
                <a:lnTo>
                  <a:pt x="834" y="563"/>
                </a:lnTo>
                <a:lnTo>
                  <a:pt x="834" y="557"/>
                </a:lnTo>
                <a:lnTo>
                  <a:pt x="834" y="551"/>
                </a:lnTo>
                <a:lnTo>
                  <a:pt x="834" y="545"/>
                </a:lnTo>
                <a:lnTo>
                  <a:pt x="834" y="538"/>
                </a:lnTo>
                <a:lnTo>
                  <a:pt x="834" y="531"/>
                </a:lnTo>
                <a:lnTo>
                  <a:pt x="834" y="522"/>
                </a:lnTo>
                <a:lnTo>
                  <a:pt x="834" y="514"/>
                </a:lnTo>
                <a:lnTo>
                  <a:pt x="834" y="504"/>
                </a:lnTo>
                <a:lnTo>
                  <a:pt x="834" y="495"/>
                </a:lnTo>
                <a:lnTo>
                  <a:pt x="834" y="483"/>
                </a:lnTo>
                <a:lnTo>
                  <a:pt x="834" y="472"/>
                </a:lnTo>
                <a:lnTo>
                  <a:pt x="834" y="459"/>
                </a:lnTo>
                <a:lnTo>
                  <a:pt x="834" y="446"/>
                </a:lnTo>
                <a:lnTo>
                  <a:pt x="834" y="431"/>
                </a:lnTo>
                <a:lnTo>
                  <a:pt x="834" y="417"/>
                </a:lnTo>
                <a:lnTo>
                  <a:pt x="834" y="401"/>
                </a:lnTo>
                <a:lnTo>
                  <a:pt x="834" y="387"/>
                </a:lnTo>
                <a:lnTo>
                  <a:pt x="834" y="374"/>
                </a:lnTo>
                <a:lnTo>
                  <a:pt x="834" y="362"/>
                </a:lnTo>
                <a:lnTo>
                  <a:pt x="834" y="350"/>
                </a:lnTo>
                <a:lnTo>
                  <a:pt x="834" y="339"/>
                </a:lnTo>
                <a:lnTo>
                  <a:pt x="834" y="329"/>
                </a:lnTo>
                <a:lnTo>
                  <a:pt x="834" y="320"/>
                </a:lnTo>
                <a:lnTo>
                  <a:pt x="834" y="311"/>
                </a:lnTo>
                <a:lnTo>
                  <a:pt x="834" y="303"/>
                </a:lnTo>
                <a:lnTo>
                  <a:pt x="834" y="296"/>
                </a:lnTo>
                <a:lnTo>
                  <a:pt x="834" y="288"/>
                </a:lnTo>
                <a:lnTo>
                  <a:pt x="834" y="282"/>
                </a:lnTo>
                <a:lnTo>
                  <a:pt x="834" y="276"/>
                </a:lnTo>
                <a:lnTo>
                  <a:pt x="834" y="270"/>
                </a:lnTo>
                <a:lnTo>
                  <a:pt x="834" y="266"/>
                </a:lnTo>
                <a:lnTo>
                  <a:pt x="834" y="261"/>
                </a:lnTo>
                <a:lnTo>
                  <a:pt x="834" y="256"/>
                </a:lnTo>
                <a:lnTo>
                  <a:pt x="834" y="252"/>
                </a:lnTo>
                <a:lnTo>
                  <a:pt x="834" y="249"/>
                </a:lnTo>
                <a:lnTo>
                  <a:pt x="834" y="245"/>
                </a:lnTo>
                <a:lnTo>
                  <a:pt x="834" y="242"/>
                </a:lnTo>
                <a:lnTo>
                  <a:pt x="834" y="238"/>
                </a:lnTo>
                <a:lnTo>
                  <a:pt x="834" y="236"/>
                </a:lnTo>
                <a:lnTo>
                  <a:pt x="834" y="232"/>
                </a:lnTo>
                <a:lnTo>
                  <a:pt x="834" y="228"/>
                </a:lnTo>
                <a:lnTo>
                  <a:pt x="834" y="226"/>
                </a:lnTo>
                <a:lnTo>
                  <a:pt x="834" y="222"/>
                </a:lnTo>
                <a:lnTo>
                  <a:pt x="834" y="219"/>
                </a:lnTo>
                <a:lnTo>
                  <a:pt x="834" y="215"/>
                </a:lnTo>
                <a:lnTo>
                  <a:pt x="834" y="212"/>
                </a:lnTo>
                <a:lnTo>
                  <a:pt x="834" y="208"/>
                </a:lnTo>
                <a:lnTo>
                  <a:pt x="834" y="204"/>
                </a:lnTo>
                <a:lnTo>
                  <a:pt x="834" y="201"/>
                </a:lnTo>
                <a:lnTo>
                  <a:pt x="834" y="197"/>
                </a:lnTo>
                <a:lnTo>
                  <a:pt x="834" y="195"/>
                </a:lnTo>
                <a:lnTo>
                  <a:pt x="834" y="191"/>
                </a:lnTo>
                <a:lnTo>
                  <a:pt x="834" y="189"/>
                </a:lnTo>
                <a:lnTo>
                  <a:pt x="834" y="186"/>
                </a:lnTo>
                <a:lnTo>
                  <a:pt x="834" y="184"/>
                </a:lnTo>
                <a:lnTo>
                  <a:pt x="834" y="182"/>
                </a:lnTo>
                <a:lnTo>
                  <a:pt x="834" y="179"/>
                </a:lnTo>
                <a:lnTo>
                  <a:pt x="834" y="177"/>
                </a:lnTo>
                <a:lnTo>
                  <a:pt x="834" y="174"/>
                </a:lnTo>
                <a:lnTo>
                  <a:pt x="834" y="172"/>
                </a:lnTo>
                <a:lnTo>
                  <a:pt x="834" y="171"/>
                </a:lnTo>
                <a:lnTo>
                  <a:pt x="834" y="168"/>
                </a:lnTo>
                <a:lnTo>
                  <a:pt x="834" y="166"/>
                </a:lnTo>
                <a:lnTo>
                  <a:pt x="834" y="165"/>
                </a:lnTo>
                <a:lnTo>
                  <a:pt x="834" y="162"/>
                </a:lnTo>
                <a:lnTo>
                  <a:pt x="834" y="161"/>
                </a:lnTo>
                <a:lnTo>
                  <a:pt x="834" y="159"/>
                </a:lnTo>
                <a:lnTo>
                  <a:pt x="834" y="156"/>
                </a:lnTo>
                <a:lnTo>
                  <a:pt x="834" y="154"/>
                </a:lnTo>
                <a:lnTo>
                  <a:pt x="834" y="152"/>
                </a:lnTo>
                <a:lnTo>
                  <a:pt x="834" y="149"/>
                </a:lnTo>
                <a:lnTo>
                  <a:pt x="834" y="147"/>
                </a:lnTo>
                <a:lnTo>
                  <a:pt x="834" y="144"/>
                </a:lnTo>
                <a:lnTo>
                  <a:pt x="834" y="142"/>
                </a:lnTo>
                <a:lnTo>
                  <a:pt x="834" y="138"/>
                </a:lnTo>
                <a:lnTo>
                  <a:pt x="834" y="136"/>
                </a:lnTo>
                <a:lnTo>
                  <a:pt x="834" y="132"/>
                </a:lnTo>
                <a:lnTo>
                  <a:pt x="834" y="129"/>
                </a:lnTo>
                <a:lnTo>
                  <a:pt x="834" y="125"/>
                </a:lnTo>
                <a:lnTo>
                  <a:pt x="834" y="122"/>
                </a:lnTo>
                <a:lnTo>
                  <a:pt x="834" y="118"/>
                </a:lnTo>
                <a:lnTo>
                  <a:pt x="834" y="114"/>
                </a:lnTo>
                <a:lnTo>
                  <a:pt x="834" y="111"/>
                </a:lnTo>
                <a:lnTo>
                  <a:pt x="834" y="108"/>
                </a:lnTo>
                <a:lnTo>
                  <a:pt x="833" y="105"/>
                </a:lnTo>
                <a:lnTo>
                  <a:pt x="833" y="102"/>
                </a:lnTo>
                <a:lnTo>
                  <a:pt x="833" y="100"/>
                </a:lnTo>
                <a:lnTo>
                  <a:pt x="833" y="98"/>
                </a:lnTo>
                <a:lnTo>
                  <a:pt x="833" y="95"/>
                </a:lnTo>
                <a:lnTo>
                  <a:pt x="832" y="93"/>
                </a:lnTo>
                <a:lnTo>
                  <a:pt x="832" y="92"/>
                </a:lnTo>
                <a:lnTo>
                  <a:pt x="831" y="89"/>
                </a:lnTo>
                <a:lnTo>
                  <a:pt x="831" y="87"/>
                </a:lnTo>
                <a:lnTo>
                  <a:pt x="830" y="86"/>
                </a:lnTo>
                <a:lnTo>
                  <a:pt x="828" y="83"/>
                </a:lnTo>
                <a:lnTo>
                  <a:pt x="828" y="81"/>
                </a:lnTo>
                <a:lnTo>
                  <a:pt x="827" y="80"/>
                </a:lnTo>
                <a:lnTo>
                  <a:pt x="825" y="77"/>
                </a:lnTo>
                <a:lnTo>
                  <a:pt x="824" y="75"/>
                </a:lnTo>
                <a:lnTo>
                  <a:pt x="822" y="74"/>
                </a:lnTo>
                <a:lnTo>
                  <a:pt x="820" y="71"/>
                </a:lnTo>
                <a:lnTo>
                  <a:pt x="819" y="69"/>
                </a:lnTo>
                <a:lnTo>
                  <a:pt x="816" y="66"/>
                </a:lnTo>
                <a:lnTo>
                  <a:pt x="814" y="64"/>
                </a:lnTo>
                <a:lnTo>
                  <a:pt x="812" y="62"/>
                </a:lnTo>
                <a:lnTo>
                  <a:pt x="809" y="58"/>
                </a:lnTo>
                <a:lnTo>
                  <a:pt x="807" y="56"/>
                </a:lnTo>
                <a:lnTo>
                  <a:pt x="803" y="52"/>
                </a:lnTo>
                <a:lnTo>
                  <a:pt x="800" y="50"/>
                </a:lnTo>
                <a:lnTo>
                  <a:pt x="796" y="46"/>
                </a:lnTo>
                <a:lnTo>
                  <a:pt x="792" y="41"/>
                </a:lnTo>
                <a:lnTo>
                  <a:pt x="789" y="38"/>
                </a:lnTo>
                <a:lnTo>
                  <a:pt x="785" y="34"/>
                </a:lnTo>
                <a:lnTo>
                  <a:pt x="782" y="32"/>
                </a:lnTo>
                <a:lnTo>
                  <a:pt x="779" y="28"/>
                </a:lnTo>
                <a:lnTo>
                  <a:pt x="776" y="26"/>
                </a:lnTo>
                <a:lnTo>
                  <a:pt x="773" y="22"/>
                </a:lnTo>
                <a:lnTo>
                  <a:pt x="771" y="20"/>
                </a:lnTo>
                <a:lnTo>
                  <a:pt x="767" y="17"/>
                </a:lnTo>
                <a:lnTo>
                  <a:pt x="765" y="16"/>
                </a:lnTo>
                <a:lnTo>
                  <a:pt x="764" y="14"/>
                </a:lnTo>
                <a:lnTo>
                  <a:pt x="761" y="11"/>
                </a:lnTo>
                <a:lnTo>
                  <a:pt x="759" y="10"/>
                </a:lnTo>
                <a:lnTo>
                  <a:pt x="756" y="9"/>
                </a:lnTo>
                <a:lnTo>
                  <a:pt x="755" y="8"/>
                </a:lnTo>
                <a:lnTo>
                  <a:pt x="753" y="6"/>
                </a:lnTo>
                <a:lnTo>
                  <a:pt x="750" y="5"/>
                </a:lnTo>
                <a:lnTo>
                  <a:pt x="749" y="4"/>
                </a:lnTo>
                <a:lnTo>
                  <a:pt x="747" y="4"/>
                </a:lnTo>
                <a:lnTo>
                  <a:pt x="744" y="3"/>
                </a:lnTo>
                <a:lnTo>
                  <a:pt x="743" y="2"/>
                </a:lnTo>
                <a:lnTo>
                  <a:pt x="741" y="2"/>
                </a:lnTo>
                <a:lnTo>
                  <a:pt x="738" y="2"/>
                </a:lnTo>
                <a:lnTo>
                  <a:pt x="736" y="0"/>
                </a:lnTo>
                <a:lnTo>
                  <a:pt x="734" y="0"/>
                </a:lnTo>
                <a:lnTo>
                  <a:pt x="731" y="0"/>
                </a:lnTo>
                <a:lnTo>
                  <a:pt x="729" y="0"/>
                </a:lnTo>
                <a:lnTo>
                  <a:pt x="726" y="0"/>
                </a:lnTo>
                <a:lnTo>
                  <a:pt x="723" y="0"/>
                </a:lnTo>
                <a:lnTo>
                  <a:pt x="719" y="0"/>
                </a:lnTo>
                <a:lnTo>
                  <a:pt x="717" y="0"/>
                </a:lnTo>
                <a:lnTo>
                  <a:pt x="713" y="0"/>
                </a:lnTo>
                <a:lnTo>
                  <a:pt x="708" y="0"/>
                </a:lnTo>
                <a:lnTo>
                  <a:pt x="705" y="0"/>
                </a:lnTo>
                <a:lnTo>
                  <a:pt x="701" y="0"/>
                </a:lnTo>
                <a:lnTo>
                  <a:pt x="699" y="0"/>
                </a:lnTo>
                <a:lnTo>
                  <a:pt x="695" y="0"/>
                </a:lnTo>
                <a:lnTo>
                  <a:pt x="692" y="0"/>
                </a:lnTo>
                <a:lnTo>
                  <a:pt x="689" y="0"/>
                </a:lnTo>
                <a:lnTo>
                  <a:pt x="687" y="0"/>
                </a:lnTo>
                <a:lnTo>
                  <a:pt x="683" y="0"/>
                </a:lnTo>
                <a:lnTo>
                  <a:pt x="681" y="0"/>
                </a:lnTo>
                <a:lnTo>
                  <a:pt x="678" y="0"/>
                </a:lnTo>
                <a:lnTo>
                  <a:pt x="676" y="0"/>
                </a:lnTo>
                <a:lnTo>
                  <a:pt x="674" y="0"/>
                </a:lnTo>
                <a:lnTo>
                  <a:pt x="670" y="0"/>
                </a:lnTo>
                <a:lnTo>
                  <a:pt x="668" y="0"/>
                </a:lnTo>
                <a:lnTo>
                  <a:pt x="665" y="0"/>
                </a:lnTo>
                <a:lnTo>
                  <a:pt x="663" y="0"/>
                </a:lnTo>
                <a:lnTo>
                  <a:pt x="659" y="0"/>
                </a:lnTo>
                <a:lnTo>
                  <a:pt x="656" y="0"/>
                </a:lnTo>
                <a:lnTo>
                  <a:pt x="653" y="0"/>
                </a:lnTo>
                <a:lnTo>
                  <a:pt x="650" y="0"/>
                </a:lnTo>
                <a:lnTo>
                  <a:pt x="646" y="0"/>
                </a:lnTo>
                <a:lnTo>
                  <a:pt x="641" y="0"/>
                </a:lnTo>
                <a:lnTo>
                  <a:pt x="638" y="0"/>
                </a:lnTo>
                <a:lnTo>
                  <a:pt x="633" y="0"/>
                </a:lnTo>
                <a:lnTo>
                  <a:pt x="628" y="0"/>
                </a:lnTo>
                <a:lnTo>
                  <a:pt x="623" y="0"/>
                </a:lnTo>
                <a:lnTo>
                  <a:pt x="617" y="0"/>
                </a:lnTo>
                <a:lnTo>
                  <a:pt x="611" y="0"/>
                </a:lnTo>
                <a:lnTo>
                  <a:pt x="605" y="0"/>
                </a:lnTo>
                <a:lnTo>
                  <a:pt x="599" y="0"/>
                </a:lnTo>
                <a:lnTo>
                  <a:pt x="592" y="0"/>
                </a:lnTo>
                <a:lnTo>
                  <a:pt x="584" y="0"/>
                </a:lnTo>
                <a:lnTo>
                  <a:pt x="576" y="0"/>
                </a:lnTo>
                <a:lnTo>
                  <a:pt x="569" y="0"/>
                </a:lnTo>
                <a:lnTo>
                  <a:pt x="563" y="0"/>
                </a:lnTo>
                <a:lnTo>
                  <a:pt x="556" y="0"/>
                </a:lnTo>
                <a:lnTo>
                  <a:pt x="551" y="0"/>
                </a:lnTo>
                <a:lnTo>
                  <a:pt x="545" y="0"/>
                </a:lnTo>
                <a:lnTo>
                  <a:pt x="540" y="0"/>
                </a:lnTo>
                <a:lnTo>
                  <a:pt x="536" y="0"/>
                </a:lnTo>
                <a:lnTo>
                  <a:pt x="531" y="0"/>
                </a:lnTo>
                <a:lnTo>
                  <a:pt x="526" y="0"/>
                </a:lnTo>
                <a:lnTo>
                  <a:pt x="522" y="0"/>
                </a:lnTo>
                <a:lnTo>
                  <a:pt x="519" y="0"/>
                </a:lnTo>
                <a:lnTo>
                  <a:pt x="515" y="0"/>
                </a:lnTo>
                <a:lnTo>
                  <a:pt x="512" y="0"/>
                </a:lnTo>
                <a:lnTo>
                  <a:pt x="509" y="0"/>
                </a:lnTo>
                <a:lnTo>
                  <a:pt x="506" y="0"/>
                </a:lnTo>
                <a:lnTo>
                  <a:pt x="503" y="0"/>
                </a:lnTo>
                <a:lnTo>
                  <a:pt x="501" y="0"/>
                </a:lnTo>
                <a:lnTo>
                  <a:pt x="497" y="0"/>
                </a:lnTo>
                <a:lnTo>
                  <a:pt x="495" y="0"/>
                </a:lnTo>
                <a:lnTo>
                  <a:pt x="492" y="0"/>
                </a:lnTo>
                <a:lnTo>
                  <a:pt x="490" y="0"/>
                </a:lnTo>
                <a:lnTo>
                  <a:pt x="488" y="0"/>
                </a:lnTo>
                <a:lnTo>
                  <a:pt x="484" y="0"/>
                </a:lnTo>
                <a:lnTo>
                  <a:pt x="482" y="0"/>
                </a:lnTo>
                <a:lnTo>
                  <a:pt x="479" y="0"/>
                </a:lnTo>
                <a:lnTo>
                  <a:pt x="476" y="0"/>
                </a:lnTo>
                <a:lnTo>
                  <a:pt x="473" y="0"/>
                </a:lnTo>
                <a:lnTo>
                  <a:pt x="470" y="0"/>
                </a:lnTo>
                <a:lnTo>
                  <a:pt x="466" y="0"/>
                </a:lnTo>
                <a:lnTo>
                  <a:pt x="462" y="0"/>
                </a:lnTo>
                <a:lnTo>
                  <a:pt x="459" y="0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0" name="Rectangle 36">
            <a:extLst>
              <a:ext uri="{FF2B5EF4-FFF2-40B4-BE49-F238E27FC236}">
                <a16:creationId xmlns:a16="http://schemas.microsoft.com/office/drawing/2014/main" id="{1358FEE8-BC3A-41AB-A026-6D88C5714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2688" y="2295525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1" name="Rectangle 37">
            <a:extLst>
              <a:ext uri="{FF2B5EF4-FFF2-40B4-BE49-F238E27FC236}">
                <a16:creationId xmlns:a16="http://schemas.microsoft.com/office/drawing/2014/main" id="{8DB8CDFC-2126-49F7-BADC-4D634E21B2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0" y="2647950"/>
            <a:ext cx="16557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(a) Optimal realization of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2" name="Freeform 38">
            <a:extLst>
              <a:ext uri="{FF2B5EF4-FFF2-40B4-BE49-F238E27FC236}">
                <a16:creationId xmlns:a16="http://schemas.microsoft.com/office/drawing/2014/main" id="{2F27A79A-3365-4BAB-837C-C43968EA8062}"/>
              </a:ext>
            </a:extLst>
          </p:cNvPr>
          <p:cNvSpPr>
            <a:spLocks/>
          </p:cNvSpPr>
          <p:nvPr/>
        </p:nvSpPr>
        <p:spPr bwMode="auto">
          <a:xfrm>
            <a:off x="5232400" y="1566862"/>
            <a:ext cx="588963" cy="588963"/>
          </a:xfrm>
          <a:custGeom>
            <a:avLst/>
            <a:gdLst>
              <a:gd name="T0" fmla="*/ 2147483646 w 892"/>
              <a:gd name="T1" fmla="*/ 0 h 893"/>
              <a:gd name="T2" fmla="*/ 2147483646 w 892"/>
              <a:gd name="T3" fmla="*/ 0 h 893"/>
              <a:gd name="T4" fmla="*/ 2147483646 w 892"/>
              <a:gd name="T5" fmla="*/ 0 h 893"/>
              <a:gd name="T6" fmla="*/ 2147483646 w 892"/>
              <a:gd name="T7" fmla="*/ 0 h 893"/>
              <a:gd name="T8" fmla="*/ 2147483646 w 892"/>
              <a:gd name="T9" fmla="*/ 0 h 893"/>
              <a:gd name="T10" fmla="*/ 2147483646 w 892"/>
              <a:gd name="T11" fmla="*/ 0 h 893"/>
              <a:gd name="T12" fmla="*/ 2147483646 w 892"/>
              <a:gd name="T13" fmla="*/ 2147483646 h 893"/>
              <a:gd name="T14" fmla="*/ 2147483646 w 892"/>
              <a:gd name="T15" fmla="*/ 2147483646 h 893"/>
              <a:gd name="T16" fmla="*/ 2147483646 w 892"/>
              <a:gd name="T17" fmla="*/ 2147483646 h 893"/>
              <a:gd name="T18" fmla="*/ 2147483646 w 892"/>
              <a:gd name="T19" fmla="*/ 2147483646 h 893"/>
              <a:gd name="T20" fmla="*/ 0 w 892"/>
              <a:gd name="T21" fmla="*/ 2147483646 h 893"/>
              <a:gd name="T22" fmla="*/ 0 w 892"/>
              <a:gd name="T23" fmla="*/ 2147483646 h 893"/>
              <a:gd name="T24" fmla="*/ 0 w 892"/>
              <a:gd name="T25" fmla="*/ 2147483646 h 893"/>
              <a:gd name="T26" fmla="*/ 0 w 892"/>
              <a:gd name="T27" fmla="*/ 2147483646 h 893"/>
              <a:gd name="T28" fmla="*/ 0 w 892"/>
              <a:gd name="T29" fmla="*/ 2147483646 h 893"/>
              <a:gd name="T30" fmla="*/ 0 w 892"/>
              <a:gd name="T31" fmla="*/ 2147483646 h 893"/>
              <a:gd name="T32" fmla="*/ 0 w 892"/>
              <a:gd name="T33" fmla="*/ 2147483646 h 893"/>
              <a:gd name="T34" fmla="*/ 0 w 892"/>
              <a:gd name="T35" fmla="*/ 2147483646 h 893"/>
              <a:gd name="T36" fmla="*/ 0 w 892"/>
              <a:gd name="T37" fmla="*/ 2147483646 h 893"/>
              <a:gd name="T38" fmla="*/ 2147483646 w 892"/>
              <a:gd name="T39" fmla="*/ 2147483646 h 893"/>
              <a:gd name="T40" fmla="*/ 2147483646 w 892"/>
              <a:gd name="T41" fmla="*/ 2147483646 h 893"/>
              <a:gd name="T42" fmla="*/ 2147483646 w 892"/>
              <a:gd name="T43" fmla="*/ 2147483646 h 893"/>
              <a:gd name="T44" fmla="*/ 2147483646 w 892"/>
              <a:gd name="T45" fmla="*/ 2147483646 h 893"/>
              <a:gd name="T46" fmla="*/ 2147483646 w 892"/>
              <a:gd name="T47" fmla="*/ 2147483646 h 893"/>
              <a:gd name="T48" fmla="*/ 2147483646 w 892"/>
              <a:gd name="T49" fmla="*/ 2147483646 h 893"/>
              <a:gd name="T50" fmla="*/ 2147483646 w 892"/>
              <a:gd name="T51" fmla="*/ 2147483646 h 893"/>
              <a:gd name="T52" fmla="*/ 2147483646 w 892"/>
              <a:gd name="T53" fmla="*/ 2147483646 h 893"/>
              <a:gd name="T54" fmla="*/ 2147483646 w 892"/>
              <a:gd name="T55" fmla="*/ 2147483646 h 893"/>
              <a:gd name="T56" fmla="*/ 2147483646 w 892"/>
              <a:gd name="T57" fmla="*/ 2147483646 h 893"/>
              <a:gd name="T58" fmla="*/ 2147483646 w 892"/>
              <a:gd name="T59" fmla="*/ 2147483646 h 893"/>
              <a:gd name="T60" fmla="*/ 2147483646 w 892"/>
              <a:gd name="T61" fmla="*/ 2147483646 h 893"/>
              <a:gd name="T62" fmla="*/ 2147483646 w 892"/>
              <a:gd name="T63" fmla="*/ 2147483646 h 893"/>
              <a:gd name="T64" fmla="*/ 2147483646 w 892"/>
              <a:gd name="T65" fmla="*/ 2147483646 h 893"/>
              <a:gd name="T66" fmla="*/ 2147483646 w 892"/>
              <a:gd name="T67" fmla="*/ 2147483646 h 893"/>
              <a:gd name="T68" fmla="*/ 2147483646 w 892"/>
              <a:gd name="T69" fmla="*/ 2147483646 h 893"/>
              <a:gd name="T70" fmla="*/ 2147483646 w 892"/>
              <a:gd name="T71" fmla="*/ 2147483646 h 893"/>
              <a:gd name="T72" fmla="*/ 2147483646 w 892"/>
              <a:gd name="T73" fmla="*/ 2147483646 h 893"/>
              <a:gd name="T74" fmla="*/ 2147483646 w 892"/>
              <a:gd name="T75" fmla="*/ 2147483646 h 893"/>
              <a:gd name="T76" fmla="*/ 2147483646 w 892"/>
              <a:gd name="T77" fmla="*/ 2147483646 h 893"/>
              <a:gd name="T78" fmla="*/ 2147483646 w 892"/>
              <a:gd name="T79" fmla="*/ 2147483646 h 893"/>
              <a:gd name="T80" fmla="*/ 2147483646 w 892"/>
              <a:gd name="T81" fmla="*/ 2147483646 h 893"/>
              <a:gd name="T82" fmla="*/ 2147483646 w 892"/>
              <a:gd name="T83" fmla="*/ 2147483646 h 893"/>
              <a:gd name="T84" fmla="*/ 2147483646 w 892"/>
              <a:gd name="T85" fmla="*/ 2147483646 h 893"/>
              <a:gd name="T86" fmla="*/ 2147483646 w 892"/>
              <a:gd name="T87" fmla="*/ 2147483646 h 893"/>
              <a:gd name="T88" fmla="*/ 2147483646 w 892"/>
              <a:gd name="T89" fmla="*/ 2147483646 h 893"/>
              <a:gd name="T90" fmla="*/ 2147483646 w 892"/>
              <a:gd name="T91" fmla="*/ 2147483646 h 893"/>
              <a:gd name="T92" fmla="*/ 2147483646 w 892"/>
              <a:gd name="T93" fmla="*/ 2147483646 h 893"/>
              <a:gd name="T94" fmla="*/ 2147483646 w 892"/>
              <a:gd name="T95" fmla="*/ 2147483646 h 893"/>
              <a:gd name="T96" fmla="*/ 2147483646 w 892"/>
              <a:gd name="T97" fmla="*/ 2147483646 h 893"/>
              <a:gd name="T98" fmla="*/ 2147483646 w 892"/>
              <a:gd name="T99" fmla="*/ 2147483646 h 893"/>
              <a:gd name="T100" fmla="*/ 2147483646 w 892"/>
              <a:gd name="T101" fmla="*/ 2147483646 h 893"/>
              <a:gd name="T102" fmla="*/ 2147483646 w 892"/>
              <a:gd name="T103" fmla="*/ 2147483646 h 893"/>
              <a:gd name="T104" fmla="*/ 2147483646 w 892"/>
              <a:gd name="T105" fmla="*/ 2147483646 h 893"/>
              <a:gd name="T106" fmla="*/ 2147483646 w 892"/>
              <a:gd name="T107" fmla="*/ 2147483646 h 893"/>
              <a:gd name="T108" fmla="*/ 2147483646 w 892"/>
              <a:gd name="T109" fmla="*/ 0 h 893"/>
              <a:gd name="T110" fmla="*/ 2147483646 w 892"/>
              <a:gd name="T111" fmla="*/ 0 h 893"/>
              <a:gd name="T112" fmla="*/ 2147483646 w 892"/>
              <a:gd name="T113" fmla="*/ 0 h 893"/>
              <a:gd name="T114" fmla="*/ 2147483646 w 892"/>
              <a:gd name="T115" fmla="*/ 0 h 893"/>
              <a:gd name="T116" fmla="*/ 2147483646 w 892"/>
              <a:gd name="T117" fmla="*/ 0 h 893"/>
              <a:gd name="T118" fmla="*/ 2147483646 w 892"/>
              <a:gd name="T119" fmla="*/ 0 h 893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892" h="893">
                <a:moveTo>
                  <a:pt x="490" y="0"/>
                </a:moveTo>
                <a:lnTo>
                  <a:pt x="487" y="0"/>
                </a:lnTo>
                <a:lnTo>
                  <a:pt x="483" y="0"/>
                </a:lnTo>
                <a:lnTo>
                  <a:pt x="479" y="0"/>
                </a:lnTo>
                <a:lnTo>
                  <a:pt x="476" y="0"/>
                </a:lnTo>
                <a:lnTo>
                  <a:pt x="472" y="0"/>
                </a:lnTo>
                <a:lnTo>
                  <a:pt x="470" y="0"/>
                </a:lnTo>
                <a:lnTo>
                  <a:pt x="466" y="0"/>
                </a:lnTo>
                <a:lnTo>
                  <a:pt x="463" y="0"/>
                </a:lnTo>
                <a:lnTo>
                  <a:pt x="460" y="0"/>
                </a:lnTo>
                <a:lnTo>
                  <a:pt x="457" y="0"/>
                </a:lnTo>
                <a:lnTo>
                  <a:pt x="453" y="0"/>
                </a:lnTo>
                <a:lnTo>
                  <a:pt x="449" y="0"/>
                </a:lnTo>
                <a:lnTo>
                  <a:pt x="447" y="0"/>
                </a:lnTo>
                <a:lnTo>
                  <a:pt x="443" y="0"/>
                </a:lnTo>
                <a:lnTo>
                  <a:pt x="439" y="0"/>
                </a:lnTo>
                <a:lnTo>
                  <a:pt x="435" y="0"/>
                </a:lnTo>
                <a:lnTo>
                  <a:pt x="430" y="0"/>
                </a:lnTo>
                <a:lnTo>
                  <a:pt x="427" y="0"/>
                </a:lnTo>
                <a:lnTo>
                  <a:pt x="421" y="0"/>
                </a:lnTo>
                <a:lnTo>
                  <a:pt x="416" y="0"/>
                </a:lnTo>
                <a:lnTo>
                  <a:pt x="410" y="0"/>
                </a:lnTo>
                <a:lnTo>
                  <a:pt x="404" y="0"/>
                </a:lnTo>
                <a:lnTo>
                  <a:pt x="398" y="0"/>
                </a:lnTo>
                <a:lnTo>
                  <a:pt x="391" y="0"/>
                </a:lnTo>
                <a:lnTo>
                  <a:pt x="382" y="0"/>
                </a:lnTo>
                <a:lnTo>
                  <a:pt x="375" y="0"/>
                </a:lnTo>
                <a:lnTo>
                  <a:pt x="365" y="0"/>
                </a:lnTo>
                <a:lnTo>
                  <a:pt x="357" y="0"/>
                </a:lnTo>
                <a:lnTo>
                  <a:pt x="346" y="0"/>
                </a:lnTo>
                <a:lnTo>
                  <a:pt x="335" y="0"/>
                </a:lnTo>
                <a:lnTo>
                  <a:pt x="325" y="0"/>
                </a:lnTo>
                <a:lnTo>
                  <a:pt x="313" y="0"/>
                </a:lnTo>
                <a:lnTo>
                  <a:pt x="301" y="0"/>
                </a:lnTo>
                <a:lnTo>
                  <a:pt x="289" y="0"/>
                </a:lnTo>
                <a:lnTo>
                  <a:pt x="278" y="0"/>
                </a:lnTo>
                <a:lnTo>
                  <a:pt x="268" y="0"/>
                </a:lnTo>
                <a:lnTo>
                  <a:pt x="259" y="0"/>
                </a:lnTo>
                <a:lnTo>
                  <a:pt x="250" y="0"/>
                </a:lnTo>
                <a:lnTo>
                  <a:pt x="242" y="0"/>
                </a:lnTo>
                <a:lnTo>
                  <a:pt x="235" y="0"/>
                </a:lnTo>
                <a:lnTo>
                  <a:pt x="228" y="0"/>
                </a:lnTo>
                <a:lnTo>
                  <a:pt x="220" y="0"/>
                </a:lnTo>
                <a:lnTo>
                  <a:pt x="214" y="0"/>
                </a:lnTo>
                <a:lnTo>
                  <a:pt x="208" y="0"/>
                </a:lnTo>
                <a:lnTo>
                  <a:pt x="204" y="0"/>
                </a:lnTo>
                <a:lnTo>
                  <a:pt x="199" y="0"/>
                </a:lnTo>
                <a:lnTo>
                  <a:pt x="194" y="0"/>
                </a:lnTo>
                <a:lnTo>
                  <a:pt x="189" y="0"/>
                </a:lnTo>
                <a:lnTo>
                  <a:pt x="186" y="0"/>
                </a:lnTo>
                <a:lnTo>
                  <a:pt x="182" y="0"/>
                </a:lnTo>
                <a:lnTo>
                  <a:pt x="178" y="0"/>
                </a:lnTo>
                <a:lnTo>
                  <a:pt x="175" y="0"/>
                </a:lnTo>
                <a:lnTo>
                  <a:pt x="171" y="0"/>
                </a:lnTo>
                <a:lnTo>
                  <a:pt x="168" y="0"/>
                </a:lnTo>
                <a:lnTo>
                  <a:pt x="165" y="0"/>
                </a:lnTo>
                <a:lnTo>
                  <a:pt x="162" y="0"/>
                </a:lnTo>
                <a:lnTo>
                  <a:pt x="159" y="0"/>
                </a:lnTo>
                <a:lnTo>
                  <a:pt x="156" y="0"/>
                </a:lnTo>
                <a:lnTo>
                  <a:pt x="152" y="0"/>
                </a:lnTo>
                <a:lnTo>
                  <a:pt x="148" y="0"/>
                </a:lnTo>
                <a:lnTo>
                  <a:pt x="145" y="0"/>
                </a:lnTo>
                <a:lnTo>
                  <a:pt x="141" y="0"/>
                </a:lnTo>
                <a:lnTo>
                  <a:pt x="138" y="0"/>
                </a:lnTo>
                <a:lnTo>
                  <a:pt x="134" y="0"/>
                </a:lnTo>
                <a:lnTo>
                  <a:pt x="130" y="0"/>
                </a:lnTo>
                <a:lnTo>
                  <a:pt x="126" y="0"/>
                </a:lnTo>
                <a:lnTo>
                  <a:pt x="122" y="0"/>
                </a:lnTo>
                <a:lnTo>
                  <a:pt x="120" y="0"/>
                </a:lnTo>
                <a:lnTo>
                  <a:pt x="116" y="0"/>
                </a:lnTo>
                <a:lnTo>
                  <a:pt x="112" y="0"/>
                </a:lnTo>
                <a:lnTo>
                  <a:pt x="110" y="0"/>
                </a:lnTo>
                <a:lnTo>
                  <a:pt x="108" y="0"/>
                </a:lnTo>
                <a:lnTo>
                  <a:pt x="105" y="2"/>
                </a:lnTo>
                <a:lnTo>
                  <a:pt x="103" y="2"/>
                </a:lnTo>
                <a:lnTo>
                  <a:pt x="100" y="2"/>
                </a:lnTo>
                <a:lnTo>
                  <a:pt x="98" y="3"/>
                </a:lnTo>
                <a:lnTo>
                  <a:pt x="96" y="3"/>
                </a:lnTo>
                <a:lnTo>
                  <a:pt x="93" y="4"/>
                </a:lnTo>
                <a:lnTo>
                  <a:pt x="91" y="5"/>
                </a:lnTo>
                <a:lnTo>
                  <a:pt x="90" y="5"/>
                </a:lnTo>
                <a:lnTo>
                  <a:pt x="87" y="6"/>
                </a:lnTo>
                <a:lnTo>
                  <a:pt x="85" y="8"/>
                </a:lnTo>
                <a:lnTo>
                  <a:pt x="82" y="10"/>
                </a:lnTo>
                <a:lnTo>
                  <a:pt x="81" y="11"/>
                </a:lnTo>
                <a:lnTo>
                  <a:pt x="79" y="12"/>
                </a:lnTo>
                <a:lnTo>
                  <a:pt x="76" y="15"/>
                </a:lnTo>
                <a:lnTo>
                  <a:pt x="74" y="17"/>
                </a:lnTo>
                <a:lnTo>
                  <a:pt x="72" y="20"/>
                </a:lnTo>
                <a:lnTo>
                  <a:pt x="68" y="22"/>
                </a:lnTo>
                <a:lnTo>
                  <a:pt x="66" y="24"/>
                </a:lnTo>
                <a:lnTo>
                  <a:pt x="62" y="27"/>
                </a:lnTo>
                <a:lnTo>
                  <a:pt x="60" y="30"/>
                </a:lnTo>
                <a:lnTo>
                  <a:pt x="56" y="34"/>
                </a:lnTo>
                <a:lnTo>
                  <a:pt x="52" y="36"/>
                </a:lnTo>
                <a:lnTo>
                  <a:pt x="49" y="41"/>
                </a:lnTo>
                <a:lnTo>
                  <a:pt x="44" y="45"/>
                </a:lnTo>
                <a:lnTo>
                  <a:pt x="40" y="48"/>
                </a:lnTo>
                <a:lnTo>
                  <a:pt x="37" y="53"/>
                </a:lnTo>
                <a:lnTo>
                  <a:pt x="33" y="57"/>
                </a:lnTo>
                <a:lnTo>
                  <a:pt x="30" y="59"/>
                </a:lnTo>
                <a:lnTo>
                  <a:pt x="27" y="63"/>
                </a:lnTo>
                <a:lnTo>
                  <a:pt x="24" y="66"/>
                </a:lnTo>
                <a:lnTo>
                  <a:pt x="21" y="69"/>
                </a:lnTo>
                <a:lnTo>
                  <a:pt x="19" y="71"/>
                </a:lnTo>
                <a:lnTo>
                  <a:pt x="16" y="74"/>
                </a:lnTo>
                <a:lnTo>
                  <a:pt x="14" y="76"/>
                </a:lnTo>
                <a:lnTo>
                  <a:pt x="13" y="78"/>
                </a:lnTo>
                <a:lnTo>
                  <a:pt x="10" y="81"/>
                </a:lnTo>
                <a:lnTo>
                  <a:pt x="9" y="83"/>
                </a:lnTo>
                <a:lnTo>
                  <a:pt x="8" y="86"/>
                </a:lnTo>
                <a:lnTo>
                  <a:pt x="7" y="87"/>
                </a:lnTo>
                <a:lnTo>
                  <a:pt x="6" y="89"/>
                </a:lnTo>
                <a:lnTo>
                  <a:pt x="4" y="92"/>
                </a:lnTo>
                <a:lnTo>
                  <a:pt x="3" y="94"/>
                </a:lnTo>
                <a:lnTo>
                  <a:pt x="3" y="96"/>
                </a:lnTo>
                <a:lnTo>
                  <a:pt x="2" y="98"/>
                </a:lnTo>
                <a:lnTo>
                  <a:pt x="2" y="100"/>
                </a:lnTo>
                <a:lnTo>
                  <a:pt x="1" y="102"/>
                </a:lnTo>
                <a:lnTo>
                  <a:pt x="1" y="105"/>
                </a:lnTo>
                <a:lnTo>
                  <a:pt x="1" y="107"/>
                </a:lnTo>
                <a:lnTo>
                  <a:pt x="1" y="111"/>
                </a:lnTo>
                <a:lnTo>
                  <a:pt x="1" y="113"/>
                </a:lnTo>
                <a:lnTo>
                  <a:pt x="0" y="116"/>
                </a:lnTo>
                <a:lnTo>
                  <a:pt x="0" y="119"/>
                </a:lnTo>
                <a:lnTo>
                  <a:pt x="0" y="123"/>
                </a:lnTo>
                <a:lnTo>
                  <a:pt x="0" y="126"/>
                </a:lnTo>
                <a:lnTo>
                  <a:pt x="0" y="130"/>
                </a:lnTo>
                <a:lnTo>
                  <a:pt x="0" y="134"/>
                </a:lnTo>
                <a:lnTo>
                  <a:pt x="0" y="138"/>
                </a:lnTo>
                <a:lnTo>
                  <a:pt x="0" y="142"/>
                </a:lnTo>
                <a:lnTo>
                  <a:pt x="0" y="146"/>
                </a:lnTo>
                <a:lnTo>
                  <a:pt x="0" y="149"/>
                </a:lnTo>
                <a:lnTo>
                  <a:pt x="0" y="153"/>
                </a:lnTo>
                <a:lnTo>
                  <a:pt x="0" y="156"/>
                </a:lnTo>
                <a:lnTo>
                  <a:pt x="0" y="160"/>
                </a:lnTo>
                <a:lnTo>
                  <a:pt x="0" y="164"/>
                </a:lnTo>
                <a:lnTo>
                  <a:pt x="0" y="167"/>
                </a:lnTo>
                <a:lnTo>
                  <a:pt x="0" y="171"/>
                </a:lnTo>
                <a:lnTo>
                  <a:pt x="0" y="176"/>
                </a:lnTo>
                <a:lnTo>
                  <a:pt x="0" y="179"/>
                </a:lnTo>
                <a:lnTo>
                  <a:pt x="0" y="184"/>
                </a:lnTo>
                <a:lnTo>
                  <a:pt x="0" y="190"/>
                </a:lnTo>
                <a:lnTo>
                  <a:pt x="0" y="195"/>
                </a:lnTo>
                <a:lnTo>
                  <a:pt x="0" y="201"/>
                </a:lnTo>
                <a:lnTo>
                  <a:pt x="0" y="208"/>
                </a:lnTo>
                <a:lnTo>
                  <a:pt x="0" y="215"/>
                </a:lnTo>
                <a:lnTo>
                  <a:pt x="0" y="222"/>
                </a:lnTo>
                <a:lnTo>
                  <a:pt x="0" y="231"/>
                </a:lnTo>
                <a:lnTo>
                  <a:pt x="0" y="240"/>
                </a:lnTo>
                <a:lnTo>
                  <a:pt x="0" y="250"/>
                </a:lnTo>
                <a:lnTo>
                  <a:pt x="0" y="261"/>
                </a:lnTo>
                <a:lnTo>
                  <a:pt x="0" y="273"/>
                </a:lnTo>
                <a:lnTo>
                  <a:pt x="0" y="285"/>
                </a:lnTo>
                <a:lnTo>
                  <a:pt x="0" y="298"/>
                </a:lnTo>
                <a:lnTo>
                  <a:pt x="0" y="312"/>
                </a:lnTo>
                <a:lnTo>
                  <a:pt x="0" y="328"/>
                </a:lnTo>
                <a:lnTo>
                  <a:pt x="0" y="345"/>
                </a:lnTo>
                <a:lnTo>
                  <a:pt x="0" y="363"/>
                </a:lnTo>
                <a:lnTo>
                  <a:pt x="0" y="382"/>
                </a:lnTo>
                <a:lnTo>
                  <a:pt x="0" y="402"/>
                </a:lnTo>
                <a:lnTo>
                  <a:pt x="0" y="423"/>
                </a:lnTo>
                <a:lnTo>
                  <a:pt x="0" y="441"/>
                </a:lnTo>
                <a:lnTo>
                  <a:pt x="0" y="459"/>
                </a:lnTo>
                <a:lnTo>
                  <a:pt x="0" y="476"/>
                </a:lnTo>
                <a:lnTo>
                  <a:pt x="0" y="491"/>
                </a:lnTo>
                <a:lnTo>
                  <a:pt x="0" y="506"/>
                </a:lnTo>
                <a:lnTo>
                  <a:pt x="0" y="519"/>
                </a:lnTo>
                <a:lnTo>
                  <a:pt x="0" y="532"/>
                </a:lnTo>
                <a:lnTo>
                  <a:pt x="0" y="543"/>
                </a:lnTo>
                <a:lnTo>
                  <a:pt x="0" y="554"/>
                </a:lnTo>
                <a:lnTo>
                  <a:pt x="0" y="564"/>
                </a:lnTo>
                <a:lnTo>
                  <a:pt x="0" y="573"/>
                </a:lnTo>
                <a:lnTo>
                  <a:pt x="0" y="581"/>
                </a:lnTo>
                <a:lnTo>
                  <a:pt x="0" y="590"/>
                </a:lnTo>
                <a:lnTo>
                  <a:pt x="0" y="597"/>
                </a:lnTo>
                <a:lnTo>
                  <a:pt x="0" y="603"/>
                </a:lnTo>
                <a:lnTo>
                  <a:pt x="0" y="609"/>
                </a:lnTo>
                <a:lnTo>
                  <a:pt x="0" y="615"/>
                </a:lnTo>
                <a:lnTo>
                  <a:pt x="0" y="620"/>
                </a:lnTo>
                <a:lnTo>
                  <a:pt x="0" y="624"/>
                </a:lnTo>
                <a:lnTo>
                  <a:pt x="0" y="629"/>
                </a:lnTo>
                <a:lnTo>
                  <a:pt x="0" y="633"/>
                </a:lnTo>
                <a:lnTo>
                  <a:pt x="0" y="636"/>
                </a:lnTo>
                <a:lnTo>
                  <a:pt x="0" y="640"/>
                </a:lnTo>
                <a:lnTo>
                  <a:pt x="0" y="644"/>
                </a:lnTo>
                <a:lnTo>
                  <a:pt x="0" y="647"/>
                </a:lnTo>
                <a:lnTo>
                  <a:pt x="0" y="651"/>
                </a:lnTo>
                <a:lnTo>
                  <a:pt x="0" y="654"/>
                </a:lnTo>
                <a:lnTo>
                  <a:pt x="0" y="658"/>
                </a:lnTo>
                <a:lnTo>
                  <a:pt x="0" y="662"/>
                </a:lnTo>
                <a:lnTo>
                  <a:pt x="0" y="665"/>
                </a:lnTo>
                <a:lnTo>
                  <a:pt x="0" y="670"/>
                </a:lnTo>
                <a:lnTo>
                  <a:pt x="0" y="674"/>
                </a:lnTo>
                <a:lnTo>
                  <a:pt x="0" y="677"/>
                </a:lnTo>
                <a:lnTo>
                  <a:pt x="0" y="681"/>
                </a:lnTo>
                <a:lnTo>
                  <a:pt x="0" y="684"/>
                </a:lnTo>
                <a:lnTo>
                  <a:pt x="0" y="688"/>
                </a:lnTo>
                <a:lnTo>
                  <a:pt x="0" y="690"/>
                </a:lnTo>
                <a:lnTo>
                  <a:pt x="0" y="694"/>
                </a:lnTo>
                <a:lnTo>
                  <a:pt x="0" y="696"/>
                </a:lnTo>
                <a:lnTo>
                  <a:pt x="0" y="699"/>
                </a:lnTo>
                <a:lnTo>
                  <a:pt x="0" y="701"/>
                </a:lnTo>
                <a:lnTo>
                  <a:pt x="0" y="704"/>
                </a:lnTo>
                <a:lnTo>
                  <a:pt x="0" y="706"/>
                </a:lnTo>
                <a:lnTo>
                  <a:pt x="0" y="708"/>
                </a:lnTo>
                <a:lnTo>
                  <a:pt x="0" y="711"/>
                </a:lnTo>
                <a:lnTo>
                  <a:pt x="0" y="712"/>
                </a:lnTo>
                <a:lnTo>
                  <a:pt x="0" y="714"/>
                </a:lnTo>
                <a:lnTo>
                  <a:pt x="0" y="717"/>
                </a:lnTo>
                <a:lnTo>
                  <a:pt x="0" y="719"/>
                </a:lnTo>
                <a:lnTo>
                  <a:pt x="0" y="720"/>
                </a:lnTo>
                <a:lnTo>
                  <a:pt x="0" y="723"/>
                </a:lnTo>
                <a:lnTo>
                  <a:pt x="0" y="725"/>
                </a:lnTo>
                <a:lnTo>
                  <a:pt x="0" y="728"/>
                </a:lnTo>
                <a:lnTo>
                  <a:pt x="0" y="730"/>
                </a:lnTo>
                <a:lnTo>
                  <a:pt x="0" y="732"/>
                </a:lnTo>
                <a:lnTo>
                  <a:pt x="0" y="735"/>
                </a:lnTo>
                <a:lnTo>
                  <a:pt x="0" y="738"/>
                </a:lnTo>
                <a:lnTo>
                  <a:pt x="0" y="741"/>
                </a:lnTo>
                <a:lnTo>
                  <a:pt x="0" y="744"/>
                </a:lnTo>
                <a:lnTo>
                  <a:pt x="0" y="748"/>
                </a:lnTo>
                <a:lnTo>
                  <a:pt x="0" y="752"/>
                </a:lnTo>
                <a:lnTo>
                  <a:pt x="0" y="755"/>
                </a:lnTo>
                <a:lnTo>
                  <a:pt x="0" y="759"/>
                </a:lnTo>
                <a:lnTo>
                  <a:pt x="0" y="764"/>
                </a:lnTo>
                <a:lnTo>
                  <a:pt x="0" y="767"/>
                </a:lnTo>
                <a:lnTo>
                  <a:pt x="0" y="771"/>
                </a:lnTo>
                <a:lnTo>
                  <a:pt x="0" y="774"/>
                </a:lnTo>
                <a:lnTo>
                  <a:pt x="0" y="777"/>
                </a:lnTo>
                <a:lnTo>
                  <a:pt x="1" y="780"/>
                </a:lnTo>
                <a:lnTo>
                  <a:pt x="1" y="783"/>
                </a:lnTo>
                <a:lnTo>
                  <a:pt x="1" y="785"/>
                </a:lnTo>
                <a:lnTo>
                  <a:pt x="1" y="788"/>
                </a:lnTo>
                <a:lnTo>
                  <a:pt x="1" y="790"/>
                </a:lnTo>
                <a:lnTo>
                  <a:pt x="2" y="792"/>
                </a:lnTo>
                <a:lnTo>
                  <a:pt x="2" y="795"/>
                </a:lnTo>
                <a:lnTo>
                  <a:pt x="3" y="797"/>
                </a:lnTo>
                <a:lnTo>
                  <a:pt x="3" y="800"/>
                </a:lnTo>
                <a:lnTo>
                  <a:pt x="4" y="802"/>
                </a:lnTo>
                <a:lnTo>
                  <a:pt x="6" y="803"/>
                </a:lnTo>
                <a:lnTo>
                  <a:pt x="7" y="806"/>
                </a:lnTo>
                <a:lnTo>
                  <a:pt x="8" y="808"/>
                </a:lnTo>
                <a:lnTo>
                  <a:pt x="9" y="810"/>
                </a:lnTo>
                <a:lnTo>
                  <a:pt x="10" y="813"/>
                </a:lnTo>
                <a:lnTo>
                  <a:pt x="13" y="814"/>
                </a:lnTo>
                <a:lnTo>
                  <a:pt x="14" y="816"/>
                </a:lnTo>
                <a:lnTo>
                  <a:pt x="16" y="819"/>
                </a:lnTo>
                <a:lnTo>
                  <a:pt x="19" y="822"/>
                </a:lnTo>
                <a:lnTo>
                  <a:pt x="21" y="825"/>
                </a:lnTo>
                <a:lnTo>
                  <a:pt x="24" y="827"/>
                </a:lnTo>
                <a:lnTo>
                  <a:pt x="27" y="831"/>
                </a:lnTo>
                <a:lnTo>
                  <a:pt x="30" y="833"/>
                </a:lnTo>
                <a:lnTo>
                  <a:pt x="33" y="837"/>
                </a:lnTo>
                <a:lnTo>
                  <a:pt x="37" y="840"/>
                </a:lnTo>
                <a:lnTo>
                  <a:pt x="40" y="844"/>
                </a:lnTo>
                <a:lnTo>
                  <a:pt x="44" y="849"/>
                </a:lnTo>
                <a:lnTo>
                  <a:pt x="49" y="852"/>
                </a:lnTo>
                <a:lnTo>
                  <a:pt x="52" y="856"/>
                </a:lnTo>
                <a:lnTo>
                  <a:pt x="56" y="860"/>
                </a:lnTo>
                <a:lnTo>
                  <a:pt x="60" y="863"/>
                </a:lnTo>
                <a:lnTo>
                  <a:pt x="62" y="866"/>
                </a:lnTo>
                <a:lnTo>
                  <a:pt x="66" y="869"/>
                </a:lnTo>
                <a:lnTo>
                  <a:pt x="68" y="872"/>
                </a:lnTo>
                <a:lnTo>
                  <a:pt x="72" y="874"/>
                </a:lnTo>
                <a:lnTo>
                  <a:pt x="74" y="876"/>
                </a:lnTo>
                <a:lnTo>
                  <a:pt x="76" y="879"/>
                </a:lnTo>
                <a:lnTo>
                  <a:pt x="79" y="880"/>
                </a:lnTo>
                <a:lnTo>
                  <a:pt x="81" y="882"/>
                </a:lnTo>
                <a:lnTo>
                  <a:pt x="82" y="884"/>
                </a:lnTo>
                <a:lnTo>
                  <a:pt x="85" y="885"/>
                </a:lnTo>
                <a:lnTo>
                  <a:pt x="87" y="886"/>
                </a:lnTo>
                <a:lnTo>
                  <a:pt x="90" y="887"/>
                </a:lnTo>
                <a:lnTo>
                  <a:pt x="91" y="888"/>
                </a:lnTo>
                <a:lnTo>
                  <a:pt x="93" y="890"/>
                </a:lnTo>
                <a:lnTo>
                  <a:pt x="96" y="890"/>
                </a:lnTo>
                <a:lnTo>
                  <a:pt x="98" y="891"/>
                </a:lnTo>
                <a:lnTo>
                  <a:pt x="100" y="891"/>
                </a:lnTo>
                <a:lnTo>
                  <a:pt x="103" y="892"/>
                </a:lnTo>
                <a:lnTo>
                  <a:pt x="105" y="892"/>
                </a:lnTo>
                <a:lnTo>
                  <a:pt x="108" y="892"/>
                </a:lnTo>
                <a:lnTo>
                  <a:pt x="110" y="892"/>
                </a:lnTo>
                <a:lnTo>
                  <a:pt x="112" y="893"/>
                </a:lnTo>
                <a:lnTo>
                  <a:pt x="116" y="893"/>
                </a:lnTo>
                <a:lnTo>
                  <a:pt x="120" y="893"/>
                </a:lnTo>
                <a:lnTo>
                  <a:pt x="122" y="893"/>
                </a:lnTo>
                <a:lnTo>
                  <a:pt x="126" y="893"/>
                </a:lnTo>
                <a:lnTo>
                  <a:pt x="130" y="893"/>
                </a:lnTo>
                <a:lnTo>
                  <a:pt x="134" y="893"/>
                </a:lnTo>
                <a:lnTo>
                  <a:pt x="138" y="893"/>
                </a:lnTo>
                <a:lnTo>
                  <a:pt x="141" y="893"/>
                </a:lnTo>
                <a:lnTo>
                  <a:pt x="145" y="893"/>
                </a:lnTo>
                <a:lnTo>
                  <a:pt x="148" y="893"/>
                </a:lnTo>
                <a:lnTo>
                  <a:pt x="152" y="893"/>
                </a:lnTo>
                <a:lnTo>
                  <a:pt x="156" y="893"/>
                </a:lnTo>
                <a:lnTo>
                  <a:pt x="159" y="893"/>
                </a:lnTo>
                <a:lnTo>
                  <a:pt x="162" y="893"/>
                </a:lnTo>
                <a:lnTo>
                  <a:pt x="165" y="893"/>
                </a:lnTo>
                <a:lnTo>
                  <a:pt x="168" y="893"/>
                </a:lnTo>
                <a:lnTo>
                  <a:pt x="171" y="893"/>
                </a:lnTo>
                <a:lnTo>
                  <a:pt x="175" y="893"/>
                </a:lnTo>
                <a:lnTo>
                  <a:pt x="178" y="893"/>
                </a:lnTo>
                <a:lnTo>
                  <a:pt x="182" y="893"/>
                </a:lnTo>
                <a:lnTo>
                  <a:pt x="186" y="893"/>
                </a:lnTo>
                <a:lnTo>
                  <a:pt x="189" y="893"/>
                </a:lnTo>
                <a:lnTo>
                  <a:pt x="194" y="893"/>
                </a:lnTo>
                <a:lnTo>
                  <a:pt x="199" y="893"/>
                </a:lnTo>
                <a:lnTo>
                  <a:pt x="204" y="893"/>
                </a:lnTo>
                <a:lnTo>
                  <a:pt x="208" y="893"/>
                </a:lnTo>
                <a:lnTo>
                  <a:pt x="214" y="893"/>
                </a:lnTo>
                <a:lnTo>
                  <a:pt x="220" y="893"/>
                </a:lnTo>
                <a:lnTo>
                  <a:pt x="228" y="893"/>
                </a:lnTo>
                <a:lnTo>
                  <a:pt x="235" y="893"/>
                </a:lnTo>
                <a:lnTo>
                  <a:pt x="242" y="893"/>
                </a:lnTo>
                <a:lnTo>
                  <a:pt x="250" y="893"/>
                </a:lnTo>
                <a:lnTo>
                  <a:pt x="259" y="893"/>
                </a:lnTo>
                <a:lnTo>
                  <a:pt x="268" y="893"/>
                </a:lnTo>
                <a:lnTo>
                  <a:pt x="278" y="893"/>
                </a:lnTo>
                <a:lnTo>
                  <a:pt x="289" y="893"/>
                </a:lnTo>
                <a:lnTo>
                  <a:pt x="301" y="893"/>
                </a:lnTo>
                <a:lnTo>
                  <a:pt x="313" y="893"/>
                </a:lnTo>
                <a:lnTo>
                  <a:pt x="325" y="893"/>
                </a:lnTo>
                <a:lnTo>
                  <a:pt x="335" y="893"/>
                </a:lnTo>
                <a:lnTo>
                  <a:pt x="346" y="893"/>
                </a:lnTo>
                <a:lnTo>
                  <a:pt x="357" y="893"/>
                </a:lnTo>
                <a:lnTo>
                  <a:pt x="367" y="893"/>
                </a:lnTo>
                <a:lnTo>
                  <a:pt x="375" y="893"/>
                </a:lnTo>
                <a:lnTo>
                  <a:pt x="383" y="893"/>
                </a:lnTo>
                <a:lnTo>
                  <a:pt x="392" y="893"/>
                </a:lnTo>
                <a:lnTo>
                  <a:pt x="399" y="893"/>
                </a:lnTo>
                <a:lnTo>
                  <a:pt x="406" y="893"/>
                </a:lnTo>
                <a:lnTo>
                  <a:pt x="413" y="893"/>
                </a:lnTo>
                <a:lnTo>
                  <a:pt x="421" y="893"/>
                </a:lnTo>
                <a:lnTo>
                  <a:pt x="427" y="893"/>
                </a:lnTo>
                <a:lnTo>
                  <a:pt x="434" y="893"/>
                </a:lnTo>
                <a:lnTo>
                  <a:pt x="440" y="893"/>
                </a:lnTo>
                <a:lnTo>
                  <a:pt x="446" y="893"/>
                </a:lnTo>
                <a:lnTo>
                  <a:pt x="453" y="893"/>
                </a:lnTo>
                <a:lnTo>
                  <a:pt x="459" y="893"/>
                </a:lnTo>
                <a:lnTo>
                  <a:pt x="465" y="893"/>
                </a:lnTo>
                <a:lnTo>
                  <a:pt x="472" y="893"/>
                </a:lnTo>
                <a:lnTo>
                  <a:pt x="478" y="893"/>
                </a:lnTo>
                <a:lnTo>
                  <a:pt x="485" y="893"/>
                </a:lnTo>
                <a:lnTo>
                  <a:pt x="493" y="893"/>
                </a:lnTo>
                <a:lnTo>
                  <a:pt x="501" y="893"/>
                </a:lnTo>
                <a:lnTo>
                  <a:pt x="508" y="893"/>
                </a:lnTo>
                <a:lnTo>
                  <a:pt x="517" y="893"/>
                </a:lnTo>
                <a:lnTo>
                  <a:pt x="526" y="893"/>
                </a:lnTo>
                <a:lnTo>
                  <a:pt x="536" y="893"/>
                </a:lnTo>
                <a:lnTo>
                  <a:pt x="545" y="893"/>
                </a:lnTo>
                <a:lnTo>
                  <a:pt x="556" y="893"/>
                </a:lnTo>
                <a:lnTo>
                  <a:pt x="568" y="893"/>
                </a:lnTo>
                <a:lnTo>
                  <a:pt x="580" y="893"/>
                </a:lnTo>
                <a:lnTo>
                  <a:pt x="592" y="893"/>
                </a:lnTo>
                <a:lnTo>
                  <a:pt x="604" y="893"/>
                </a:lnTo>
                <a:lnTo>
                  <a:pt x="614" y="893"/>
                </a:lnTo>
                <a:lnTo>
                  <a:pt x="625" y="893"/>
                </a:lnTo>
                <a:lnTo>
                  <a:pt x="634" y="893"/>
                </a:lnTo>
                <a:lnTo>
                  <a:pt x="643" y="893"/>
                </a:lnTo>
                <a:lnTo>
                  <a:pt x="651" y="893"/>
                </a:lnTo>
                <a:lnTo>
                  <a:pt x="658" y="893"/>
                </a:lnTo>
                <a:lnTo>
                  <a:pt x="665" y="893"/>
                </a:lnTo>
                <a:lnTo>
                  <a:pt x="671" y="893"/>
                </a:lnTo>
                <a:lnTo>
                  <a:pt x="677" y="893"/>
                </a:lnTo>
                <a:lnTo>
                  <a:pt x="683" y="893"/>
                </a:lnTo>
                <a:lnTo>
                  <a:pt x="689" y="893"/>
                </a:lnTo>
                <a:lnTo>
                  <a:pt x="694" y="893"/>
                </a:lnTo>
                <a:lnTo>
                  <a:pt x="699" y="893"/>
                </a:lnTo>
                <a:lnTo>
                  <a:pt x="703" y="893"/>
                </a:lnTo>
                <a:lnTo>
                  <a:pt x="707" y="893"/>
                </a:lnTo>
                <a:lnTo>
                  <a:pt x="711" y="893"/>
                </a:lnTo>
                <a:lnTo>
                  <a:pt x="715" y="893"/>
                </a:lnTo>
                <a:lnTo>
                  <a:pt x="718" y="893"/>
                </a:lnTo>
                <a:lnTo>
                  <a:pt x="721" y="893"/>
                </a:lnTo>
                <a:lnTo>
                  <a:pt x="724" y="893"/>
                </a:lnTo>
                <a:lnTo>
                  <a:pt x="728" y="893"/>
                </a:lnTo>
                <a:lnTo>
                  <a:pt x="730" y="893"/>
                </a:lnTo>
                <a:lnTo>
                  <a:pt x="734" y="893"/>
                </a:lnTo>
                <a:lnTo>
                  <a:pt x="737" y="893"/>
                </a:lnTo>
                <a:lnTo>
                  <a:pt x="740" y="893"/>
                </a:lnTo>
                <a:lnTo>
                  <a:pt x="743" y="893"/>
                </a:lnTo>
                <a:lnTo>
                  <a:pt x="747" y="893"/>
                </a:lnTo>
                <a:lnTo>
                  <a:pt x="751" y="893"/>
                </a:lnTo>
                <a:lnTo>
                  <a:pt x="754" y="893"/>
                </a:lnTo>
                <a:lnTo>
                  <a:pt x="759" y="893"/>
                </a:lnTo>
                <a:lnTo>
                  <a:pt x="763" y="893"/>
                </a:lnTo>
                <a:lnTo>
                  <a:pt x="766" y="893"/>
                </a:lnTo>
                <a:lnTo>
                  <a:pt x="770" y="893"/>
                </a:lnTo>
                <a:lnTo>
                  <a:pt x="773" y="893"/>
                </a:lnTo>
                <a:lnTo>
                  <a:pt x="777" y="893"/>
                </a:lnTo>
                <a:lnTo>
                  <a:pt x="779" y="893"/>
                </a:lnTo>
                <a:lnTo>
                  <a:pt x="783" y="892"/>
                </a:lnTo>
                <a:lnTo>
                  <a:pt x="785" y="892"/>
                </a:lnTo>
                <a:lnTo>
                  <a:pt x="788" y="892"/>
                </a:lnTo>
                <a:lnTo>
                  <a:pt x="790" y="892"/>
                </a:lnTo>
                <a:lnTo>
                  <a:pt x="793" y="891"/>
                </a:lnTo>
                <a:lnTo>
                  <a:pt x="795" y="891"/>
                </a:lnTo>
                <a:lnTo>
                  <a:pt x="797" y="890"/>
                </a:lnTo>
                <a:lnTo>
                  <a:pt x="799" y="890"/>
                </a:lnTo>
                <a:lnTo>
                  <a:pt x="801" y="888"/>
                </a:lnTo>
                <a:lnTo>
                  <a:pt x="803" y="887"/>
                </a:lnTo>
                <a:lnTo>
                  <a:pt x="806" y="886"/>
                </a:lnTo>
                <a:lnTo>
                  <a:pt x="807" y="885"/>
                </a:lnTo>
                <a:lnTo>
                  <a:pt x="809" y="884"/>
                </a:lnTo>
                <a:lnTo>
                  <a:pt x="812" y="882"/>
                </a:lnTo>
                <a:lnTo>
                  <a:pt x="814" y="880"/>
                </a:lnTo>
                <a:lnTo>
                  <a:pt x="817" y="879"/>
                </a:lnTo>
                <a:lnTo>
                  <a:pt x="819" y="876"/>
                </a:lnTo>
                <a:lnTo>
                  <a:pt x="821" y="874"/>
                </a:lnTo>
                <a:lnTo>
                  <a:pt x="824" y="872"/>
                </a:lnTo>
                <a:lnTo>
                  <a:pt x="827" y="869"/>
                </a:lnTo>
                <a:lnTo>
                  <a:pt x="830" y="866"/>
                </a:lnTo>
                <a:lnTo>
                  <a:pt x="833" y="863"/>
                </a:lnTo>
                <a:lnTo>
                  <a:pt x="837" y="860"/>
                </a:lnTo>
                <a:lnTo>
                  <a:pt x="841" y="856"/>
                </a:lnTo>
                <a:lnTo>
                  <a:pt x="844" y="852"/>
                </a:lnTo>
                <a:lnTo>
                  <a:pt x="848" y="849"/>
                </a:lnTo>
                <a:lnTo>
                  <a:pt x="851" y="844"/>
                </a:lnTo>
                <a:lnTo>
                  <a:pt x="856" y="840"/>
                </a:lnTo>
                <a:lnTo>
                  <a:pt x="860" y="837"/>
                </a:lnTo>
                <a:lnTo>
                  <a:pt x="862" y="833"/>
                </a:lnTo>
                <a:lnTo>
                  <a:pt x="866" y="831"/>
                </a:lnTo>
                <a:lnTo>
                  <a:pt x="868" y="827"/>
                </a:lnTo>
                <a:lnTo>
                  <a:pt x="872" y="825"/>
                </a:lnTo>
                <a:lnTo>
                  <a:pt x="874" y="822"/>
                </a:lnTo>
                <a:lnTo>
                  <a:pt x="875" y="819"/>
                </a:lnTo>
                <a:lnTo>
                  <a:pt x="878" y="816"/>
                </a:lnTo>
                <a:lnTo>
                  <a:pt x="880" y="814"/>
                </a:lnTo>
                <a:lnTo>
                  <a:pt x="881" y="813"/>
                </a:lnTo>
                <a:lnTo>
                  <a:pt x="884" y="810"/>
                </a:lnTo>
                <a:lnTo>
                  <a:pt x="885" y="808"/>
                </a:lnTo>
                <a:lnTo>
                  <a:pt x="886" y="806"/>
                </a:lnTo>
                <a:lnTo>
                  <a:pt x="887" y="803"/>
                </a:lnTo>
                <a:lnTo>
                  <a:pt x="887" y="802"/>
                </a:lnTo>
                <a:lnTo>
                  <a:pt x="889" y="800"/>
                </a:lnTo>
                <a:lnTo>
                  <a:pt x="890" y="797"/>
                </a:lnTo>
                <a:lnTo>
                  <a:pt x="890" y="795"/>
                </a:lnTo>
                <a:lnTo>
                  <a:pt x="891" y="792"/>
                </a:lnTo>
                <a:lnTo>
                  <a:pt x="891" y="790"/>
                </a:lnTo>
                <a:lnTo>
                  <a:pt x="891" y="788"/>
                </a:lnTo>
                <a:lnTo>
                  <a:pt x="892" y="785"/>
                </a:lnTo>
                <a:lnTo>
                  <a:pt x="892" y="783"/>
                </a:lnTo>
                <a:lnTo>
                  <a:pt x="892" y="780"/>
                </a:lnTo>
                <a:lnTo>
                  <a:pt x="892" y="777"/>
                </a:lnTo>
                <a:lnTo>
                  <a:pt x="892" y="774"/>
                </a:lnTo>
                <a:lnTo>
                  <a:pt x="892" y="771"/>
                </a:lnTo>
                <a:lnTo>
                  <a:pt x="892" y="767"/>
                </a:lnTo>
                <a:lnTo>
                  <a:pt x="892" y="764"/>
                </a:lnTo>
                <a:lnTo>
                  <a:pt x="892" y="759"/>
                </a:lnTo>
                <a:lnTo>
                  <a:pt x="892" y="755"/>
                </a:lnTo>
                <a:lnTo>
                  <a:pt x="892" y="752"/>
                </a:lnTo>
                <a:lnTo>
                  <a:pt x="892" y="748"/>
                </a:lnTo>
                <a:lnTo>
                  <a:pt x="892" y="744"/>
                </a:lnTo>
                <a:lnTo>
                  <a:pt x="892" y="741"/>
                </a:lnTo>
                <a:lnTo>
                  <a:pt x="892" y="738"/>
                </a:lnTo>
                <a:lnTo>
                  <a:pt x="892" y="735"/>
                </a:lnTo>
                <a:lnTo>
                  <a:pt x="892" y="732"/>
                </a:lnTo>
                <a:lnTo>
                  <a:pt x="892" y="730"/>
                </a:lnTo>
                <a:lnTo>
                  <a:pt x="892" y="728"/>
                </a:lnTo>
                <a:lnTo>
                  <a:pt x="892" y="725"/>
                </a:lnTo>
                <a:lnTo>
                  <a:pt x="892" y="723"/>
                </a:lnTo>
                <a:lnTo>
                  <a:pt x="892" y="720"/>
                </a:lnTo>
                <a:lnTo>
                  <a:pt x="892" y="719"/>
                </a:lnTo>
                <a:lnTo>
                  <a:pt x="892" y="717"/>
                </a:lnTo>
                <a:lnTo>
                  <a:pt x="892" y="714"/>
                </a:lnTo>
                <a:lnTo>
                  <a:pt x="892" y="712"/>
                </a:lnTo>
                <a:lnTo>
                  <a:pt x="892" y="711"/>
                </a:lnTo>
                <a:lnTo>
                  <a:pt x="892" y="708"/>
                </a:lnTo>
                <a:lnTo>
                  <a:pt x="892" y="706"/>
                </a:lnTo>
                <a:lnTo>
                  <a:pt x="892" y="704"/>
                </a:lnTo>
                <a:lnTo>
                  <a:pt x="892" y="701"/>
                </a:lnTo>
                <a:lnTo>
                  <a:pt x="892" y="699"/>
                </a:lnTo>
                <a:lnTo>
                  <a:pt x="892" y="696"/>
                </a:lnTo>
                <a:lnTo>
                  <a:pt x="892" y="694"/>
                </a:lnTo>
                <a:lnTo>
                  <a:pt x="892" y="690"/>
                </a:lnTo>
                <a:lnTo>
                  <a:pt x="892" y="688"/>
                </a:lnTo>
                <a:lnTo>
                  <a:pt x="892" y="684"/>
                </a:lnTo>
                <a:lnTo>
                  <a:pt x="892" y="681"/>
                </a:lnTo>
                <a:lnTo>
                  <a:pt x="892" y="677"/>
                </a:lnTo>
                <a:lnTo>
                  <a:pt x="892" y="674"/>
                </a:lnTo>
                <a:lnTo>
                  <a:pt x="892" y="670"/>
                </a:lnTo>
                <a:lnTo>
                  <a:pt x="892" y="665"/>
                </a:lnTo>
                <a:lnTo>
                  <a:pt x="892" y="662"/>
                </a:lnTo>
                <a:lnTo>
                  <a:pt x="892" y="658"/>
                </a:lnTo>
                <a:lnTo>
                  <a:pt x="892" y="654"/>
                </a:lnTo>
                <a:lnTo>
                  <a:pt x="892" y="651"/>
                </a:lnTo>
                <a:lnTo>
                  <a:pt x="892" y="648"/>
                </a:lnTo>
                <a:lnTo>
                  <a:pt x="892" y="645"/>
                </a:lnTo>
                <a:lnTo>
                  <a:pt x="892" y="641"/>
                </a:lnTo>
                <a:lnTo>
                  <a:pt x="892" y="638"/>
                </a:lnTo>
                <a:lnTo>
                  <a:pt x="892" y="634"/>
                </a:lnTo>
                <a:lnTo>
                  <a:pt x="892" y="630"/>
                </a:lnTo>
                <a:lnTo>
                  <a:pt x="892" y="627"/>
                </a:lnTo>
                <a:lnTo>
                  <a:pt x="892" y="622"/>
                </a:lnTo>
                <a:lnTo>
                  <a:pt x="892" y="618"/>
                </a:lnTo>
                <a:lnTo>
                  <a:pt x="892" y="614"/>
                </a:lnTo>
                <a:lnTo>
                  <a:pt x="892" y="609"/>
                </a:lnTo>
                <a:lnTo>
                  <a:pt x="892" y="603"/>
                </a:lnTo>
                <a:lnTo>
                  <a:pt x="892" y="597"/>
                </a:lnTo>
                <a:lnTo>
                  <a:pt x="892" y="591"/>
                </a:lnTo>
                <a:lnTo>
                  <a:pt x="892" y="584"/>
                </a:lnTo>
                <a:lnTo>
                  <a:pt x="892" y="576"/>
                </a:lnTo>
                <a:lnTo>
                  <a:pt x="892" y="568"/>
                </a:lnTo>
                <a:lnTo>
                  <a:pt x="892" y="560"/>
                </a:lnTo>
                <a:lnTo>
                  <a:pt x="892" y="550"/>
                </a:lnTo>
                <a:lnTo>
                  <a:pt x="892" y="540"/>
                </a:lnTo>
                <a:lnTo>
                  <a:pt x="892" y="530"/>
                </a:lnTo>
                <a:lnTo>
                  <a:pt x="892" y="518"/>
                </a:lnTo>
                <a:lnTo>
                  <a:pt x="892" y="506"/>
                </a:lnTo>
                <a:lnTo>
                  <a:pt x="892" y="492"/>
                </a:lnTo>
                <a:lnTo>
                  <a:pt x="892" y="478"/>
                </a:lnTo>
                <a:lnTo>
                  <a:pt x="892" y="462"/>
                </a:lnTo>
                <a:lnTo>
                  <a:pt x="892" y="447"/>
                </a:lnTo>
                <a:lnTo>
                  <a:pt x="892" y="430"/>
                </a:lnTo>
                <a:lnTo>
                  <a:pt x="892" y="416"/>
                </a:lnTo>
                <a:lnTo>
                  <a:pt x="892" y="401"/>
                </a:lnTo>
                <a:lnTo>
                  <a:pt x="892" y="388"/>
                </a:lnTo>
                <a:lnTo>
                  <a:pt x="892" y="375"/>
                </a:lnTo>
                <a:lnTo>
                  <a:pt x="892" y="364"/>
                </a:lnTo>
                <a:lnTo>
                  <a:pt x="892" y="353"/>
                </a:lnTo>
                <a:lnTo>
                  <a:pt x="892" y="342"/>
                </a:lnTo>
                <a:lnTo>
                  <a:pt x="892" y="333"/>
                </a:lnTo>
                <a:lnTo>
                  <a:pt x="892" y="324"/>
                </a:lnTo>
                <a:lnTo>
                  <a:pt x="892" y="317"/>
                </a:lnTo>
                <a:lnTo>
                  <a:pt x="892" y="309"/>
                </a:lnTo>
                <a:lnTo>
                  <a:pt x="892" y="303"/>
                </a:lnTo>
                <a:lnTo>
                  <a:pt x="892" y="296"/>
                </a:lnTo>
                <a:lnTo>
                  <a:pt x="892" y="291"/>
                </a:lnTo>
                <a:lnTo>
                  <a:pt x="892" y="285"/>
                </a:lnTo>
                <a:lnTo>
                  <a:pt x="892" y="280"/>
                </a:lnTo>
                <a:lnTo>
                  <a:pt x="892" y="275"/>
                </a:lnTo>
                <a:lnTo>
                  <a:pt x="892" y="270"/>
                </a:lnTo>
                <a:lnTo>
                  <a:pt x="892" y="267"/>
                </a:lnTo>
                <a:lnTo>
                  <a:pt x="892" y="263"/>
                </a:lnTo>
                <a:lnTo>
                  <a:pt x="892" y="258"/>
                </a:lnTo>
                <a:lnTo>
                  <a:pt x="892" y="256"/>
                </a:lnTo>
                <a:lnTo>
                  <a:pt x="892" y="252"/>
                </a:lnTo>
                <a:lnTo>
                  <a:pt x="892" y="249"/>
                </a:lnTo>
                <a:lnTo>
                  <a:pt x="892" y="245"/>
                </a:lnTo>
                <a:lnTo>
                  <a:pt x="892" y="242"/>
                </a:lnTo>
                <a:lnTo>
                  <a:pt x="892" y="238"/>
                </a:lnTo>
                <a:lnTo>
                  <a:pt x="892" y="234"/>
                </a:lnTo>
                <a:lnTo>
                  <a:pt x="892" y="231"/>
                </a:lnTo>
                <a:lnTo>
                  <a:pt x="892" y="227"/>
                </a:lnTo>
                <a:lnTo>
                  <a:pt x="892" y="224"/>
                </a:lnTo>
                <a:lnTo>
                  <a:pt x="892" y="219"/>
                </a:lnTo>
                <a:lnTo>
                  <a:pt x="892" y="215"/>
                </a:lnTo>
                <a:lnTo>
                  <a:pt x="892" y="212"/>
                </a:lnTo>
                <a:lnTo>
                  <a:pt x="892" y="208"/>
                </a:lnTo>
                <a:lnTo>
                  <a:pt x="892" y="206"/>
                </a:lnTo>
                <a:lnTo>
                  <a:pt x="892" y="202"/>
                </a:lnTo>
                <a:lnTo>
                  <a:pt x="892" y="200"/>
                </a:lnTo>
                <a:lnTo>
                  <a:pt x="892" y="197"/>
                </a:lnTo>
                <a:lnTo>
                  <a:pt x="892" y="195"/>
                </a:lnTo>
                <a:lnTo>
                  <a:pt x="892" y="192"/>
                </a:lnTo>
                <a:lnTo>
                  <a:pt x="892" y="190"/>
                </a:lnTo>
                <a:lnTo>
                  <a:pt x="892" y="188"/>
                </a:lnTo>
                <a:lnTo>
                  <a:pt x="892" y="185"/>
                </a:lnTo>
                <a:lnTo>
                  <a:pt x="892" y="183"/>
                </a:lnTo>
                <a:lnTo>
                  <a:pt x="892" y="180"/>
                </a:lnTo>
                <a:lnTo>
                  <a:pt x="892" y="179"/>
                </a:lnTo>
                <a:lnTo>
                  <a:pt x="892" y="177"/>
                </a:lnTo>
                <a:lnTo>
                  <a:pt x="892" y="174"/>
                </a:lnTo>
                <a:lnTo>
                  <a:pt x="892" y="172"/>
                </a:lnTo>
                <a:lnTo>
                  <a:pt x="892" y="171"/>
                </a:lnTo>
                <a:lnTo>
                  <a:pt x="892" y="168"/>
                </a:lnTo>
                <a:lnTo>
                  <a:pt x="892" y="166"/>
                </a:lnTo>
                <a:lnTo>
                  <a:pt x="892" y="164"/>
                </a:lnTo>
                <a:lnTo>
                  <a:pt x="892" y="161"/>
                </a:lnTo>
                <a:lnTo>
                  <a:pt x="892" y="158"/>
                </a:lnTo>
                <a:lnTo>
                  <a:pt x="892" y="155"/>
                </a:lnTo>
                <a:lnTo>
                  <a:pt x="892" y="152"/>
                </a:lnTo>
                <a:lnTo>
                  <a:pt x="892" y="149"/>
                </a:lnTo>
                <a:lnTo>
                  <a:pt x="892" y="146"/>
                </a:lnTo>
                <a:lnTo>
                  <a:pt x="892" y="142"/>
                </a:lnTo>
                <a:lnTo>
                  <a:pt x="892" y="138"/>
                </a:lnTo>
                <a:lnTo>
                  <a:pt x="892" y="134"/>
                </a:lnTo>
                <a:lnTo>
                  <a:pt x="892" y="130"/>
                </a:lnTo>
                <a:lnTo>
                  <a:pt x="892" y="126"/>
                </a:lnTo>
                <a:lnTo>
                  <a:pt x="892" y="123"/>
                </a:lnTo>
                <a:lnTo>
                  <a:pt x="892" y="119"/>
                </a:lnTo>
                <a:lnTo>
                  <a:pt x="892" y="116"/>
                </a:lnTo>
                <a:lnTo>
                  <a:pt x="892" y="113"/>
                </a:lnTo>
                <a:lnTo>
                  <a:pt x="892" y="111"/>
                </a:lnTo>
                <a:lnTo>
                  <a:pt x="892" y="107"/>
                </a:lnTo>
                <a:lnTo>
                  <a:pt x="891" y="105"/>
                </a:lnTo>
                <a:lnTo>
                  <a:pt x="891" y="102"/>
                </a:lnTo>
                <a:lnTo>
                  <a:pt x="891" y="100"/>
                </a:lnTo>
                <a:lnTo>
                  <a:pt x="890" y="98"/>
                </a:lnTo>
                <a:lnTo>
                  <a:pt x="890" y="96"/>
                </a:lnTo>
                <a:lnTo>
                  <a:pt x="889" y="94"/>
                </a:lnTo>
                <a:lnTo>
                  <a:pt x="887" y="92"/>
                </a:lnTo>
                <a:lnTo>
                  <a:pt x="887" y="89"/>
                </a:lnTo>
                <a:lnTo>
                  <a:pt x="886" y="87"/>
                </a:lnTo>
                <a:lnTo>
                  <a:pt x="885" y="86"/>
                </a:lnTo>
                <a:lnTo>
                  <a:pt x="884" y="83"/>
                </a:lnTo>
                <a:lnTo>
                  <a:pt x="881" y="81"/>
                </a:lnTo>
                <a:lnTo>
                  <a:pt x="880" y="78"/>
                </a:lnTo>
                <a:lnTo>
                  <a:pt x="878" y="76"/>
                </a:lnTo>
                <a:lnTo>
                  <a:pt x="875" y="74"/>
                </a:lnTo>
                <a:lnTo>
                  <a:pt x="874" y="71"/>
                </a:lnTo>
                <a:lnTo>
                  <a:pt x="872" y="69"/>
                </a:lnTo>
                <a:lnTo>
                  <a:pt x="868" y="66"/>
                </a:lnTo>
                <a:lnTo>
                  <a:pt x="866" y="63"/>
                </a:lnTo>
                <a:lnTo>
                  <a:pt x="862" y="59"/>
                </a:lnTo>
                <a:lnTo>
                  <a:pt x="860" y="57"/>
                </a:lnTo>
                <a:lnTo>
                  <a:pt x="856" y="53"/>
                </a:lnTo>
                <a:lnTo>
                  <a:pt x="851" y="48"/>
                </a:lnTo>
                <a:lnTo>
                  <a:pt x="848" y="45"/>
                </a:lnTo>
                <a:lnTo>
                  <a:pt x="844" y="41"/>
                </a:lnTo>
                <a:lnTo>
                  <a:pt x="841" y="36"/>
                </a:lnTo>
                <a:lnTo>
                  <a:pt x="837" y="34"/>
                </a:lnTo>
                <a:lnTo>
                  <a:pt x="833" y="30"/>
                </a:lnTo>
                <a:lnTo>
                  <a:pt x="830" y="27"/>
                </a:lnTo>
                <a:lnTo>
                  <a:pt x="827" y="24"/>
                </a:lnTo>
                <a:lnTo>
                  <a:pt x="824" y="22"/>
                </a:lnTo>
                <a:lnTo>
                  <a:pt x="821" y="20"/>
                </a:lnTo>
                <a:lnTo>
                  <a:pt x="819" y="17"/>
                </a:lnTo>
                <a:lnTo>
                  <a:pt x="817" y="15"/>
                </a:lnTo>
                <a:lnTo>
                  <a:pt x="814" y="12"/>
                </a:lnTo>
                <a:lnTo>
                  <a:pt x="812" y="11"/>
                </a:lnTo>
                <a:lnTo>
                  <a:pt x="809" y="10"/>
                </a:lnTo>
                <a:lnTo>
                  <a:pt x="807" y="8"/>
                </a:lnTo>
                <a:lnTo>
                  <a:pt x="806" y="6"/>
                </a:lnTo>
                <a:lnTo>
                  <a:pt x="803" y="5"/>
                </a:lnTo>
                <a:lnTo>
                  <a:pt x="801" y="5"/>
                </a:lnTo>
                <a:lnTo>
                  <a:pt x="799" y="4"/>
                </a:lnTo>
                <a:lnTo>
                  <a:pt x="797" y="3"/>
                </a:lnTo>
                <a:lnTo>
                  <a:pt x="795" y="3"/>
                </a:lnTo>
                <a:lnTo>
                  <a:pt x="793" y="2"/>
                </a:lnTo>
                <a:lnTo>
                  <a:pt x="790" y="2"/>
                </a:lnTo>
                <a:lnTo>
                  <a:pt x="788" y="2"/>
                </a:lnTo>
                <a:lnTo>
                  <a:pt x="785" y="0"/>
                </a:lnTo>
                <a:lnTo>
                  <a:pt x="783" y="0"/>
                </a:lnTo>
                <a:lnTo>
                  <a:pt x="779" y="0"/>
                </a:lnTo>
                <a:lnTo>
                  <a:pt x="777" y="0"/>
                </a:lnTo>
                <a:lnTo>
                  <a:pt x="773" y="0"/>
                </a:lnTo>
                <a:lnTo>
                  <a:pt x="770" y="0"/>
                </a:lnTo>
                <a:lnTo>
                  <a:pt x="766" y="0"/>
                </a:lnTo>
                <a:lnTo>
                  <a:pt x="763" y="0"/>
                </a:lnTo>
                <a:lnTo>
                  <a:pt x="759" y="0"/>
                </a:lnTo>
                <a:lnTo>
                  <a:pt x="754" y="0"/>
                </a:lnTo>
                <a:lnTo>
                  <a:pt x="751" y="0"/>
                </a:lnTo>
                <a:lnTo>
                  <a:pt x="747" y="0"/>
                </a:lnTo>
                <a:lnTo>
                  <a:pt x="743" y="0"/>
                </a:lnTo>
                <a:lnTo>
                  <a:pt x="741" y="0"/>
                </a:lnTo>
                <a:lnTo>
                  <a:pt x="737" y="0"/>
                </a:lnTo>
                <a:lnTo>
                  <a:pt x="734" y="0"/>
                </a:lnTo>
                <a:lnTo>
                  <a:pt x="731" y="0"/>
                </a:lnTo>
                <a:lnTo>
                  <a:pt x="729" y="0"/>
                </a:lnTo>
                <a:lnTo>
                  <a:pt x="725" y="0"/>
                </a:lnTo>
                <a:lnTo>
                  <a:pt x="723" y="0"/>
                </a:lnTo>
                <a:lnTo>
                  <a:pt x="721" y="0"/>
                </a:lnTo>
                <a:lnTo>
                  <a:pt x="717" y="0"/>
                </a:lnTo>
                <a:lnTo>
                  <a:pt x="715" y="0"/>
                </a:lnTo>
                <a:lnTo>
                  <a:pt x="711" y="0"/>
                </a:lnTo>
                <a:lnTo>
                  <a:pt x="709" y="0"/>
                </a:lnTo>
                <a:lnTo>
                  <a:pt x="705" y="0"/>
                </a:lnTo>
                <a:lnTo>
                  <a:pt x="701" y="0"/>
                </a:lnTo>
                <a:lnTo>
                  <a:pt x="698" y="0"/>
                </a:lnTo>
                <a:lnTo>
                  <a:pt x="694" y="0"/>
                </a:lnTo>
                <a:lnTo>
                  <a:pt x="691" y="0"/>
                </a:lnTo>
                <a:lnTo>
                  <a:pt x="686" y="0"/>
                </a:lnTo>
                <a:lnTo>
                  <a:pt x="682" y="0"/>
                </a:lnTo>
                <a:lnTo>
                  <a:pt x="677" y="0"/>
                </a:lnTo>
                <a:lnTo>
                  <a:pt x="671" y="0"/>
                </a:lnTo>
                <a:lnTo>
                  <a:pt x="667" y="0"/>
                </a:lnTo>
                <a:lnTo>
                  <a:pt x="661" y="0"/>
                </a:lnTo>
                <a:lnTo>
                  <a:pt x="655" y="0"/>
                </a:lnTo>
                <a:lnTo>
                  <a:pt x="647" y="0"/>
                </a:lnTo>
                <a:lnTo>
                  <a:pt x="640" y="0"/>
                </a:lnTo>
                <a:lnTo>
                  <a:pt x="633" y="0"/>
                </a:lnTo>
                <a:lnTo>
                  <a:pt x="625" y="0"/>
                </a:lnTo>
                <a:lnTo>
                  <a:pt x="616" y="0"/>
                </a:lnTo>
                <a:lnTo>
                  <a:pt x="609" y="0"/>
                </a:lnTo>
                <a:lnTo>
                  <a:pt x="602" y="0"/>
                </a:lnTo>
                <a:lnTo>
                  <a:pt x="595" y="0"/>
                </a:lnTo>
                <a:lnTo>
                  <a:pt x="589" y="0"/>
                </a:lnTo>
                <a:lnTo>
                  <a:pt x="583" y="0"/>
                </a:lnTo>
                <a:lnTo>
                  <a:pt x="578" y="0"/>
                </a:lnTo>
                <a:lnTo>
                  <a:pt x="572" y="0"/>
                </a:lnTo>
                <a:lnTo>
                  <a:pt x="567" y="0"/>
                </a:lnTo>
                <a:lnTo>
                  <a:pt x="563" y="0"/>
                </a:lnTo>
                <a:lnTo>
                  <a:pt x="559" y="0"/>
                </a:lnTo>
                <a:lnTo>
                  <a:pt x="555" y="0"/>
                </a:lnTo>
                <a:lnTo>
                  <a:pt x="551" y="0"/>
                </a:lnTo>
                <a:lnTo>
                  <a:pt x="548" y="0"/>
                </a:lnTo>
                <a:lnTo>
                  <a:pt x="544" y="0"/>
                </a:lnTo>
                <a:lnTo>
                  <a:pt x="541" y="0"/>
                </a:lnTo>
                <a:lnTo>
                  <a:pt x="538" y="0"/>
                </a:lnTo>
                <a:lnTo>
                  <a:pt x="535" y="0"/>
                </a:lnTo>
                <a:lnTo>
                  <a:pt x="532" y="0"/>
                </a:lnTo>
                <a:lnTo>
                  <a:pt x="530" y="0"/>
                </a:lnTo>
                <a:lnTo>
                  <a:pt x="526" y="0"/>
                </a:lnTo>
                <a:lnTo>
                  <a:pt x="524" y="0"/>
                </a:lnTo>
                <a:lnTo>
                  <a:pt x="521" y="0"/>
                </a:lnTo>
                <a:lnTo>
                  <a:pt x="518" y="0"/>
                </a:lnTo>
                <a:lnTo>
                  <a:pt x="515" y="0"/>
                </a:lnTo>
                <a:lnTo>
                  <a:pt x="512" y="0"/>
                </a:lnTo>
                <a:lnTo>
                  <a:pt x="509" y="0"/>
                </a:lnTo>
                <a:lnTo>
                  <a:pt x="506" y="0"/>
                </a:lnTo>
                <a:lnTo>
                  <a:pt x="502" y="0"/>
                </a:lnTo>
                <a:lnTo>
                  <a:pt x="499" y="0"/>
                </a:lnTo>
                <a:lnTo>
                  <a:pt x="495" y="0"/>
                </a:lnTo>
                <a:lnTo>
                  <a:pt x="490" y="0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3" name="Rectangle 39">
            <a:extLst>
              <a:ext uri="{FF2B5EF4-FFF2-40B4-BE49-F238E27FC236}">
                <a16:creationId xmlns:a16="http://schemas.microsoft.com/office/drawing/2014/main" id="{3FCC5508-E422-4EB9-AA8A-FB3BD1C3A0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1538" y="2647950"/>
            <a:ext cx="16557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(b) Optimal realization of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4" name="Freeform 40">
            <a:extLst>
              <a:ext uri="{FF2B5EF4-FFF2-40B4-BE49-F238E27FC236}">
                <a16:creationId xmlns:a16="http://schemas.microsoft.com/office/drawing/2014/main" id="{23112EE1-1137-4702-8FFA-921673449A24}"/>
              </a:ext>
            </a:extLst>
          </p:cNvPr>
          <p:cNvSpPr>
            <a:spLocks/>
          </p:cNvSpPr>
          <p:nvPr/>
        </p:nvSpPr>
        <p:spPr bwMode="auto">
          <a:xfrm>
            <a:off x="5613400" y="1919287"/>
            <a:ext cx="158750" cy="554038"/>
          </a:xfrm>
          <a:custGeom>
            <a:avLst/>
            <a:gdLst>
              <a:gd name="T0" fmla="*/ 0 w 240"/>
              <a:gd name="T1" fmla="*/ 2147483646 h 840"/>
              <a:gd name="T2" fmla="*/ 2147483646 w 240"/>
              <a:gd name="T3" fmla="*/ 2147483646 h 840"/>
              <a:gd name="T4" fmla="*/ 2147483646 w 240"/>
              <a:gd name="T5" fmla="*/ 2147483646 h 840"/>
              <a:gd name="T6" fmla="*/ 2147483646 w 240"/>
              <a:gd name="T7" fmla="*/ 2147483646 h 840"/>
              <a:gd name="T8" fmla="*/ 2147483646 w 240"/>
              <a:gd name="T9" fmla="*/ 2147483646 h 840"/>
              <a:gd name="T10" fmla="*/ 2147483646 w 240"/>
              <a:gd name="T11" fmla="*/ 2147483646 h 840"/>
              <a:gd name="T12" fmla="*/ 2147483646 w 240"/>
              <a:gd name="T13" fmla="*/ 2147483646 h 840"/>
              <a:gd name="T14" fmla="*/ 2147483646 w 240"/>
              <a:gd name="T15" fmla="*/ 2147483646 h 840"/>
              <a:gd name="T16" fmla="*/ 2147483646 w 240"/>
              <a:gd name="T17" fmla="*/ 2147483646 h 840"/>
              <a:gd name="T18" fmla="*/ 2147483646 w 240"/>
              <a:gd name="T19" fmla="*/ 2147483646 h 840"/>
              <a:gd name="T20" fmla="*/ 2147483646 w 240"/>
              <a:gd name="T21" fmla="*/ 0 h 840"/>
              <a:gd name="T22" fmla="*/ 2147483646 w 240"/>
              <a:gd name="T23" fmla="*/ 0 h 840"/>
              <a:gd name="T24" fmla="*/ 2147483646 w 240"/>
              <a:gd name="T25" fmla="*/ 2147483646 h 840"/>
              <a:gd name="T26" fmla="*/ 2147483646 w 240"/>
              <a:gd name="T27" fmla="*/ 2147483646 h 840"/>
              <a:gd name="T28" fmla="*/ 2147483646 w 240"/>
              <a:gd name="T29" fmla="*/ 2147483646 h 840"/>
              <a:gd name="T30" fmla="*/ 2147483646 w 240"/>
              <a:gd name="T31" fmla="*/ 2147483646 h 840"/>
              <a:gd name="T32" fmla="*/ 2147483646 w 240"/>
              <a:gd name="T33" fmla="*/ 2147483646 h 840"/>
              <a:gd name="T34" fmla="*/ 2147483646 w 240"/>
              <a:gd name="T35" fmla="*/ 2147483646 h 840"/>
              <a:gd name="T36" fmla="*/ 2147483646 w 240"/>
              <a:gd name="T37" fmla="*/ 2147483646 h 840"/>
              <a:gd name="T38" fmla="*/ 2147483646 w 240"/>
              <a:gd name="T39" fmla="*/ 2147483646 h 840"/>
              <a:gd name="T40" fmla="*/ 2147483646 w 240"/>
              <a:gd name="T41" fmla="*/ 2147483646 h 840"/>
              <a:gd name="T42" fmla="*/ 2147483646 w 240"/>
              <a:gd name="T43" fmla="*/ 2147483646 h 840"/>
              <a:gd name="T44" fmla="*/ 2147483646 w 240"/>
              <a:gd name="T45" fmla="*/ 2147483646 h 840"/>
              <a:gd name="T46" fmla="*/ 2147483646 w 240"/>
              <a:gd name="T47" fmla="*/ 2147483646 h 840"/>
              <a:gd name="T48" fmla="*/ 2147483646 w 240"/>
              <a:gd name="T49" fmla="*/ 2147483646 h 840"/>
              <a:gd name="T50" fmla="*/ 2147483646 w 240"/>
              <a:gd name="T51" fmla="*/ 2147483646 h 840"/>
              <a:gd name="T52" fmla="*/ 2147483646 w 240"/>
              <a:gd name="T53" fmla="*/ 2147483646 h 840"/>
              <a:gd name="T54" fmla="*/ 2147483646 w 240"/>
              <a:gd name="T55" fmla="*/ 2147483646 h 840"/>
              <a:gd name="T56" fmla="*/ 2147483646 w 240"/>
              <a:gd name="T57" fmla="*/ 2147483646 h 840"/>
              <a:gd name="T58" fmla="*/ 2147483646 w 240"/>
              <a:gd name="T59" fmla="*/ 2147483646 h 840"/>
              <a:gd name="T60" fmla="*/ 2147483646 w 240"/>
              <a:gd name="T61" fmla="*/ 2147483646 h 840"/>
              <a:gd name="T62" fmla="*/ 2147483646 w 240"/>
              <a:gd name="T63" fmla="*/ 2147483646 h 840"/>
              <a:gd name="T64" fmla="*/ 2147483646 w 240"/>
              <a:gd name="T65" fmla="*/ 2147483646 h 840"/>
              <a:gd name="T66" fmla="*/ 2147483646 w 240"/>
              <a:gd name="T67" fmla="*/ 2147483646 h 840"/>
              <a:gd name="T68" fmla="*/ 2147483646 w 240"/>
              <a:gd name="T69" fmla="*/ 2147483646 h 840"/>
              <a:gd name="T70" fmla="*/ 2147483646 w 240"/>
              <a:gd name="T71" fmla="*/ 2147483646 h 840"/>
              <a:gd name="T72" fmla="*/ 2147483646 w 240"/>
              <a:gd name="T73" fmla="*/ 2147483646 h 840"/>
              <a:gd name="T74" fmla="*/ 2147483646 w 240"/>
              <a:gd name="T75" fmla="*/ 2147483646 h 840"/>
              <a:gd name="T76" fmla="*/ 2147483646 w 240"/>
              <a:gd name="T77" fmla="*/ 2147483646 h 840"/>
              <a:gd name="T78" fmla="*/ 2147483646 w 240"/>
              <a:gd name="T79" fmla="*/ 2147483646 h 840"/>
              <a:gd name="T80" fmla="*/ 2147483646 w 240"/>
              <a:gd name="T81" fmla="*/ 2147483646 h 840"/>
              <a:gd name="T82" fmla="*/ 2147483646 w 240"/>
              <a:gd name="T83" fmla="*/ 2147483646 h 840"/>
              <a:gd name="T84" fmla="*/ 2147483646 w 240"/>
              <a:gd name="T85" fmla="*/ 2147483646 h 840"/>
              <a:gd name="T86" fmla="*/ 2147483646 w 240"/>
              <a:gd name="T87" fmla="*/ 2147483646 h 840"/>
              <a:gd name="T88" fmla="*/ 0 w 240"/>
              <a:gd name="T89" fmla="*/ 2147483646 h 840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40" h="840">
                <a:moveTo>
                  <a:pt x="0" y="711"/>
                </a:moveTo>
                <a:lnTo>
                  <a:pt x="0" y="127"/>
                </a:lnTo>
                <a:lnTo>
                  <a:pt x="0" y="121"/>
                </a:lnTo>
                <a:lnTo>
                  <a:pt x="1" y="114"/>
                </a:lnTo>
                <a:lnTo>
                  <a:pt x="1" y="108"/>
                </a:lnTo>
                <a:lnTo>
                  <a:pt x="2" y="102"/>
                </a:lnTo>
                <a:lnTo>
                  <a:pt x="3" y="96"/>
                </a:lnTo>
                <a:lnTo>
                  <a:pt x="6" y="90"/>
                </a:lnTo>
                <a:lnTo>
                  <a:pt x="8" y="84"/>
                </a:lnTo>
                <a:lnTo>
                  <a:pt x="9" y="78"/>
                </a:lnTo>
                <a:lnTo>
                  <a:pt x="13" y="72"/>
                </a:lnTo>
                <a:lnTo>
                  <a:pt x="15" y="67"/>
                </a:lnTo>
                <a:lnTo>
                  <a:pt x="18" y="61"/>
                </a:lnTo>
                <a:lnTo>
                  <a:pt x="21" y="56"/>
                </a:lnTo>
                <a:lnTo>
                  <a:pt x="25" y="51"/>
                </a:lnTo>
                <a:lnTo>
                  <a:pt x="29" y="47"/>
                </a:lnTo>
                <a:lnTo>
                  <a:pt x="33" y="42"/>
                </a:lnTo>
                <a:lnTo>
                  <a:pt x="37" y="37"/>
                </a:lnTo>
                <a:lnTo>
                  <a:pt x="42" y="32"/>
                </a:lnTo>
                <a:lnTo>
                  <a:pt x="47" y="29"/>
                </a:lnTo>
                <a:lnTo>
                  <a:pt x="51" y="25"/>
                </a:lnTo>
                <a:lnTo>
                  <a:pt x="56" y="21"/>
                </a:lnTo>
                <a:lnTo>
                  <a:pt x="61" y="18"/>
                </a:lnTo>
                <a:lnTo>
                  <a:pt x="67" y="15"/>
                </a:lnTo>
                <a:lnTo>
                  <a:pt x="72" y="12"/>
                </a:lnTo>
                <a:lnTo>
                  <a:pt x="78" y="9"/>
                </a:lnTo>
                <a:lnTo>
                  <a:pt x="84" y="7"/>
                </a:lnTo>
                <a:lnTo>
                  <a:pt x="90" y="6"/>
                </a:lnTo>
                <a:lnTo>
                  <a:pt x="96" y="3"/>
                </a:lnTo>
                <a:lnTo>
                  <a:pt x="102" y="2"/>
                </a:lnTo>
                <a:lnTo>
                  <a:pt x="108" y="1"/>
                </a:lnTo>
                <a:lnTo>
                  <a:pt x="115" y="0"/>
                </a:lnTo>
                <a:lnTo>
                  <a:pt x="121" y="0"/>
                </a:lnTo>
                <a:lnTo>
                  <a:pt x="127" y="0"/>
                </a:lnTo>
                <a:lnTo>
                  <a:pt x="113" y="0"/>
                </a:lnTo>
                <a:lnTo>
                  <a:pt x="119" y="0"/>
                </a:lnTo>
                <a:lnTo>
                  <a:pt x="126" y="0"/>
                </a:lnTo>
                <a:lnTo>
                  <a:pt x="132" y="1"/>
                </a:lnTo>
                <a:lnTo>
                  <a:pt x="138" y="2"/>
                </a:lnTo>
                <a:lnTo>
                  <a:pt x="144" y="3"/>
                </a:lnTo>
                <a:lnTo>
                  <a:pt x="150" y="6"/>
                </a:lnTo>
                <a:lnTo>
                  <a:pt x="156" y="7"/>
                </a:lnTo>
                <a:lnTo>
                  <a:pt x="162" y="9"/>
                </a:lnTo>
                <a:lnTo>
                  <a:pt x="168" y="12"/>
                </a:lnTo>
                <a:lnTo>
                  <a:pt x="173" y="15"/>
                </a:lnTo>
                <a:lnTo>
                  <a:pt x="179" y="18"/>
                </a:lnTo>
                <a:lnTo>
                  <a:pt x="183" y="21"/>
                </a:lnTo>
                <a:lnTo>
                  <a:pt x="188" y="25"/>
                </a:lnTo>
                <a:lnTo>
                  <a:pt x="193" y="29"/>
                </a:lnTo>
                <a:lnTo>
                  <a:pt x="198" y="32"/>
                </a:lnTo>
                <a:lnTo>
                  <a:pt x="203" y="37"/>
                </a:lnTo>
                <a:lnTo>
                  <a:pt x="206" y="42"/>
                </a:lnTo>
                <a:lnTo>
                  <a:pt x="211" y="47"/>
                </a:lnTo>
                <a:lnTo>
                  <a:pt x="215" y="51"/>
                </a:lnTo>
                <a:lnTo>
                  <a:pt x="218" y="56"/>
                </a:lnTo>
                <a:lnTo>
                  <a:pt x="222" y="61"/>
                </a:lnTo>
                <a:lnTo>
                  <a:pt x="224" y="67"/>
                </a:lnTo>
                <a:lnTo>
                  <a:pt x="228" y="72"/>
                </a:lnTo>
                <a:lnTo>
                  <a:pt x="230" y="78"/>
                </a:lnTo>
                <a:lnTo>
                  <a:pt x="233" y="84"/>
                </a:lnTo>
                <a:lnTo>
                  <a:pt x="234" y="90"/>
                </a:lnTo>
                <a:lnTo>
                  <a:pt x="236" y="96"/>
                </a:lnTo>
                <a:lnTo>
                  <a:pt x="237" y="102"/>
                </a:lnTo>
                <a:lnTo>
                  <a:pt x="239" y="108"/>
                </a:lnTo>
                <a:lnTo>
                  <a:pt x="240" y="114"/>
                </a:lnTo>
                <a:lnTo>
                  <a:pt x="240" y="121"/>
                </a:lnTo>
                <a:lnTo>
                  <a:pt x="240" y="127"/>
                </a:lnTo>
                <a:lnTo>
                  <a:pt x="240" y="711"/>
                </a:lnTo>
                <a:lnTo>
                  <a:pt x="240" y="719"/>
                </a:lnTo>
                <a:lnTo>
                  <a:pt x="240" y="725"/>
                </a:lnTo>
                <a:lnTo>
                  <a:pt x="239" y="732"/>
                </a:lnTo>
                <a:lnTo>
                  <a:pt x="237" y="738"/>
                </a:lnTo>
                <a:lnTo>
                  <a:pt x="236" y="744"/>
                </a:lnTo>
                <a:lnTo>
                  <a:pt x="234" y="750"/>
                </a:lnTo>
                <a:lnTo>
                  <a:pt x="233" y="756"/>
                </a:lnTo>
                <a:lnTo>
                  <a:pt x="230" y="762"/>
                </a:lnTo>
                <a:lnTo>
                  <a:pt x="228" y="768"/>
                </a:lnTo>
                <a:lnTo>
                  <a:pt x="224" y="773"/>
                </a:lnTo>
                <a:lnTo>
                  <a:pt x="222" y="779"/>
                </a:lnTo>
                <a:lnTo>
                  <a:pt x="218" y="783"/>
                </a:lnTo>
                <a:lnTo>
                  <a:pt x="215" y="788"/>
                </a:lnTo>
                <a:lnTo>
                  <a:pt x="211" y="793"/>
                </a:lnTo>
                <a:lnTo>
                  <a:pt x="206" y="798"/>
                </a:lnTo>
                <a:lnTo>
                  <a:pt x="203" y="803"/>
                </a:lnTo>
                <a:lnTo>
                  <a:pt x="198" y="806"/>
                </a:lnTo>
                <a:lnTo>
                  <a:pt x="193" y="811"/>
                </a:lnTo>
                <a:lnTo>
                  <a:pt x="188" y="815"/>
                </a:lnTo>
                <a:lnTo>
                  <a:pt x="183" y="818"/>
                </a:lnTo>
                <a:lnTo>
                  <a:pt x="179" y="821"/>
                </a:lnTo>
                <a:lnTo>
                  <a:pt x="173" y="824"/>
                </a:lnTo>
                <a:lnTo>
                  <a:pt x="168" y="827"/>
                </a:lnTo>
                <a:lnTo>
                  <a:pt x="162" y="829"/>
                </a:lnTo>
                <a:lnTo>
                  <a:pt x="156" y="831"/>
                </a:lnTo>
                <a:lnTo>
                  <a:pt x="150" y="834"/>
                </a:lnTo>
                <a:lnTo>
                  <a:pt x="144" y="835"/>
                </a:lnTo>
                <a:lnTo>
                  <a:pt x="138" y="837"/>
                </a:lnTo>
                <a:lnTo>
                  <a:pt x="132" y="839"/>
                </a:lnTo>
                <a:lnTo>
                  <a:pt x="126" y="839"/>
                </a:lnTo>
                <a:lnTo>
                  <a:pt x="119" y="840"/>
                </a:lnTo>
                <a:lnTo>
                  <a:pt x="113" y="840"/>
                </a:lnTo>
                <a:lnTo>
                  <a:pt x="127" y="840"/>
                </a:lnTo>
                <a:lnTo>
                  <a:pt x="121" y="840"/>
                </a:lnTo>
                <a:lnTo>
                  <a:pt x="115" y="839"/>
                </a:lnTo>
                <a:lnTo>
                  <a:pt x="108" y="839"/>
                </a:lnTo>
                <a:lnTo>
                  <a:pt x="102" y="837"/>
                </a:lnTo>
                <a:lnTo>
                  <a:pt x="96" y="835"/>
                </a:lnTo>
                <a:lnTo>
                  <a:pt x="90" y="834"/>
                </a:lnTo>
                <a:lnTo>
                  <a:pt x="84" y="831"/>
                </a:lnTo>
                <a:lnTo>
                  <a:pt x="78" y="829"/>
                </a:lnTo>
                <a:lnTo>
                  <a:pt x="72" y="827"/>
                </a:lnTo>
                <a:lnTo>
                  <a:pt x="67" y="824"/>
                </a:lnTo>
                <a:lnTo>
                  <a:pt x="61" y="821"/>
                </a:lnTo>
                <a:lnTo>
                  <a:pt x="56" y="818"/>
                </a:lnTo>
                <a:lnTo>
                  <a:pt x="51" y="815"/>
                </a:lnTo>
                <a:lnTo>
                  <a:pt x="47" y="811"/>
                </a:lnTo>
                <a:lnTo>
                  <a:pt x="42" y="806"/>
                </a:lnTo>
                <a:lnTo>
                  <a:pt x="37" y="803"/>
                </a:lnTo>
                <a:lnTo>
                  <a:pt x="33" y="798"/>
                </a:lnTo>
                <a:lnTo>
                  <a:pt x="29" y="793"/>
                </a:lnTo>
                <a:lnTo>
                  <a:pt x="25" y="788"/>
                </a:lnTo>
                <a:lnTo>
                  <a:pt x="21" y="783"/>
                </a:lnTo>
                <a:lnTo>
                  <a:pt x="18" y="779"/>
                </a:lnTo>
                <a:lnTo>
                  <a:pt x="15" y="773"/>
                </a:lnTo>
                <a:lnTo>
                  <a:pt x="13" y="768"/>
                </a:lnTo>
                <a:lnTo>
                  <a:pt x="9" y="762"/>
                </a:lnTo>
                <a:lnTo>
                  <a:pt x="8" y="756"/>
                </a:lnTo>
                <a:lnTo>
                  <a:pt x="6" y="750"/>
                </a:lnTo>
                <a:lnTo>
                  <a:pt x="3" y="744"/>
                </a:lnTo>
                <a:lnTo>
                  <a:pt x="2" y="738"/>
                </a:lnTo>
                <a:lnTo>
                  <a:pt x="1" y="732"/>
                </a:lnTo>
                <a:lnTo>
                  <a:pt x="1" y="725"/>
                </a:lnTo>
                <a:lnTo>
                  <a:pt x="0" y="719"/>
                </a:lnTo>
                <a:lnTo>
                  <a:pt x="0" y="711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5" name="Rectangle 41">
            <a:extLst>
              <a:ext uri="{FF2B5EF4-FFF2-40B4-BE49-F238E27FC236}">
                <a16:creationId xmlns:a16="http://schemas.microsoft.com/office/drawing/2014/main" id="{B1620763-F2D5-4DBF-8305-C27E3C1F7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9438" y="1625600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6" name="Rectangle 42">
            <a:extLst>
              <a:ext uri="{FF2B5EF4-FFF2-40B4-BE49-F238E27FC236}">
                <a16:creationId xmlns:a16="http://schemas.microsoft.com/office/drawing/2014/main" id="{D1DC09FD-85DF-4267-A772-8212E0CBBF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4450" y="2651125"/>
            <a:ext cx="809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7" name="Rectangle 43">
            <a:extLst>
              <a:ext uri="{FF2B5EF4-FFF2-40B4-BE49-F238E27FC236}">
                <a16:creationId xmlns:a16="http://schemas.microsoft.com/office/drawing/2014/main" id="{9B305A25-C50A-482B-A8EE-F0C9C832E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1125" y="2720975"/>
            <a:ext cx="85725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8" name="Rectangle 44">
            <a:extLst>
              <a:ext uri="{FF2B5EF4-FFF2-40B4-BE49-F238E27FC236}">
                <a16:creationId xmlns:a16="http://schemas.microsoft.com/office/drawing/2014/main" id="{F1E3908F-2F77-4136-A1FE-1CBA8B554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16988" y="2651125"/>
            <a:ext cx="809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9" name="Rectangle 45">
            <a:extLst>
              <a:ext uri="{FF2B5EF4-FFF2-40B4-BE49-F238E27FC236}">
                <a16:creationId xmlns:a16="http://schemas.microsoft.com/office/drawing/2014/main" id="{814C8394-A4F1-49CB-BBE1-C760B2B4B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82075" y="2720975"/>
            <a:ext cx="85725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0" name="Rectangle 46">
            <a:extLst>
              <a:ext uri="{FF2B5EF4-FFF2-40B4-BE49-F238E27FC236}">
                <a16:creationId xmlns:a16="http://schemas.microsoft.com/office/drawing/2014/main" id="{53190DA3-FE67-42C8-981B-EA5BC62F54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0" y="5392738"/>
            <a:ext cx="164782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(c) Optimal realization of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1" name="Rectangle 47">
            <a:extLst>
              <a:ext uri="{FF2B5EF4-FFF2-40B4-BE49-F238E27FC236}">
                <a16:creationId xmlns:a16="http://schemas.microsoft.com/office/drawing/2014/main" id="{2DBBC548-CDDD-48AA-8B9D-57F81E4D63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2588" y="5392738"/>
            <a:ext cx="809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2" name="Rectangle 48">
            <a:extLst>
              <a:ext uri="{FF2B5EF4-FFF2-40B4-BE49-F238E27FC236}">
                <a16:creationId xmlns:a16="http://schemas.microsoft.com/office/drawing/2014/main" id="{8D6E1725-7A53-4074-AFC6-5E496B498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9263" y="5464175"/>
            <a:ext cx="85725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3" name="Rectangle 49">
            <a:extLst>
              <a:ext uri="{FF2B5EF4-FFF2-40B4-BE49-F238E27FC236}">
                <a16:creationId xmlns:a16="http://schemas.microsoft.com/office/drawing/2014/main" id="{0A9C9A7B-1191-4AE0-AF01-210D06E0F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2888" y="1625600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4" name="Rectangle 50">
            <a:extLst>
              <a:ext uri="{FF2B5EF4-FFF2-40B4-BE49-F238E27FC236}">
                <a16:creationId xmlns:a16="http://schemas.microsoft.com/office/drawing/2014/main" id="{7B962501-BC1C-4A9D-A986-DB7DFBA66A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6363" y="3925888"/>
            <a:ext cx="681037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5" name="Line 51">
            <a:extLst>
              <a:ext uri="{FF2B5EF4-FFF2-40B4-BE49-F238E27FC236}">
                <a16:creationId xmlns:a16="http://schemas.microsoft.com/office/drawing/2014/main" id="{09C56AE0-1A60-46D0-81E6-F762394F6A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86363" y="4273550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6" name="Line 52">
            <a:extLst>
              <a:ext uri="{FF2B5EF4-FFF2-40B4-BE49-F238E27FC236}">
                <a16:creationId xmlns:a16="http://schemas.microsoft.com/office/drawing/2014/main" id="{D9EFBAA4-6766-4D81-9382-596D8CB3E5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34025" y="3925888"/>
            <a:ext cx="1588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7" name="Line 53">
            <a:extLst>
              <a:ext uri="{FF2B5EF4-FFF2-40B4-BE49-F238E27FC236}">
                <a16:creationId xmlns:a16="http://schemas.microsoft.com/office/drawing/2014/main" id="{EED1057B-2473-43AD-8A4A-0DFAABB57B64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4575" y="3595688"/>
            <a:ext cx="331788" cy="3302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8" name="Rectangle 54">
            <a:extLst>
              <a:ext uri="{FF2B5EF4-FFF2-40B4-BE49-F238E27FC236}">
                <a16:creationId xmlns:a16="http://schemas.microsoft.com/office/drawing/2014/main" id="{8653DA6B-0B0C-492E-8EDA-1F17836964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5988" y="1958975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9" name="Rectangle 55">
            <a:extLst>
              <a:ext uri="{FF2B5EF4-FFF2-40B4-BE49-F238E27FC236}">
                <a16:creationId xmlns:a16="http://schemas.microsoft.com/office/drawing/2014/main" id="{EF27E5EE-9501-494C-B023-092FE18A36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62525" y="3505200"/>
            <a:ext cx="10636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00" name="Rectangle 56">
            <a:extLst>
              <a:ext uri="{FF2B5EF4-FFF2-40B4-BE49-F238E27FC236}">
                <a16:creationId xmlns:a16="http://schemas.microsoft.com/office/drawing/2014/main" id="{E8A849F4-0D51-462B-8E1A-3DC06F7FF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2375" y="35814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01" name="Rectangle 57">
            <a:extLst>
              <a:ext uri="{FF2B5EF4-FFF2-40B4-BE49-F238E27FC236}">
                <a16:creationId xmlns:a16="http://schemas.microsoft.com/office/drawing/2014/main" id="{6257911F-81A5-4482-9F04-F941D9260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6988" y="3505200"/>
            <a:ext cx="10636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02" name="Rectangle 58">
            <a:extLst>
              <a:ext uri="{FF2B5EF4-FFF2-40B4-BE49-F238E27FC236}">
                <a16:creationId xmlns:a16="http://schemas.microsoft.com/office/drawing/2014/main" id="{7B86993F-0226-4FDC-A2C5-47D097178A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6838" y="35814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03" name="Rectangle 59">
            <a:extLst>
              <a:ext uri="{FF2B5EF4-FFF2-40B4-BE49-F238E27FC236}">
                <a16:creationId xmlns:a16="http://schemas.microsoft.com/office/drawing/2014/main" id="{71F3DEA5-4FF5-4350-8928-BB80D6D58F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3643313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04" name="Rectangle 60">
            <a:extLst>
              <a:ext uri="{FF2B5EF4-FFF2-40B4-BE49-F238E27FC236}">
                <a16:creationId xmlns:a16="http://schemas.microsoft.com/office/drawing/2014/main" id="{5BB6F815-7F4D-498D-84FC-A89999C411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8050" y="3719513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05" name="Rectangle 61">
            <a:extLst>
              <a:ext uri="{FF2B5EF4-FFF2-40B4-BE49-F238E27FC236}">
                <a16:creationId xmlns:a16="http://schemas.microsoft.com/office/drawing/2014/main" id="{268FB350-8440-45C4-A9F6-0048F1BB12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2663" y="3643313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06" name="Rectangle 62">
            <a:extLst>
              <a:ext uri="{FF2B5EF4-FFF2-40B4-BE49-F238E27FC236}">
                <a16:creationId xmlns:a16="http://schemas.microsoft.com/office/drawing/2014/main" id="{D28F9A29-CD6B-4010-B4E6-B563CB3BA7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3925888"/>
            <a:ext cx="665163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07" name="Line 63">
            <a:extLst>
              <a:ext uri="{FF2B5EF4-FFF2-40B4-BE49-F238E27FC236}">
                <a16:creationId xmlns:a16="http://schemas.microsoft.com/office/drawing/2014/main" id="{D5019DF2-E875-4E1C-AADA-9920FFE57C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7400" y="4273550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08" name="Line 64">
            <a:extLst>
              <a:ext uri="{FF2B5EF4-FFF2-40B4-BE49-F238E27FC236}">
                <a16:creationId xmlns:a16="http://schemas.microsoft.com/office/drawing/2014/main" id="{D0DDF296-9D42-4A84-9BB9-9CC483DD8B5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99188" y="3925888"/>
            <a:ext cx="3175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09" name="Rectangle 65">
            <a:extLst>
              <a:ext uri="{FF2B5EF4-FFF2-40B4-BE49-F238E27FC236}">
                <a16:creationId xmlns:a16="http://schemas.microsoft.com/office/drawing/2014/main" id="{D994E10E-356C-46E9-9F4F-371C2A8C28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0925" y="3719513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10" name="Rectangle 66">
            <a:extLst>
              <a:ext uri="{FF2B5EF4-FFF2-40B4-BE49-F238E27FC236}">
                <a16:creationId xmlns:a16="http://schemas.microsoft.com/office/drawing/2014/main" id="{C4593C33-739F-49D3-9E5A-8DA615A684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7963" y="37449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11" name="Rectangle 67">
            <a:extLst>
              <a:ext uri="{FF2B5EF4-FFF2-40B4-BE49-F238E27FC236}">
                <a16:creationId xmlns:a16="http://schemas.microsoft.com/office/drawing/2014/main" id="{58381BB4-E039-4FD5-A4C8-B5B3A3EA8D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2925" y="37449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12" name="Rectangle 68">
            <a:extLst>
              <a:ext uri="{FF2B5EF4-FFF2-40B4-BE49-F238E27FC236}">
                <a16:creationId xmlns:a16="http://schemas.microsoft.com/office/drawing/2014/main" id="{2F27B3C0-3751-4D2D-AE80-2F675B3B2F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9475" y="37449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13" name="Rectangle 69">
            <a:extLst>
              <a:ext uri="{FF2B5EF4-FFF2-40B4-BE49-F238E27FC236}">
                <a16:creationId xmlns:a16="http://schemas.microsoft.com/office/drawing/2014/main" id="{62EEDC87-6610-43E1-A2C4-0C11C7017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6025" y="37449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14" name="Rectangle 70">
            <a:extLst>
              <a:ext uri="{FF2B5EF4-FFF2-40B4-BE49-F238E27FC236}">
                <a16:creationId xmlns:a16="http://schemas.microsoft.com/office/drawing/2014/main" id="{318DFDA7-59B7-4250-8709-E0A08411AE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6363" y="4605338"/>
            <a:ext cx="681037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15" name="Line 71">
            <a:extLst>
              <a:ext uri="{FF2B5EF4-FFF2-40B4-BE49-F238E27FC236}">
                <a16:creationId xmlns:a16="http://schemas.microsoft.com/office/drawing/2014/main" id="{1D61E52E-5B71-40CF-AE22-B43E46BBE21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86363" y="4935538"/>
            <a:ext cx="681037" cy="31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16" name="Line 72">
            <a:extLst>
              <a:ext uri="{FF2B5EF4-FFF2-40B4-BE49-F238E27FC236}">
                <a16:creationId xmlns:a16="http://schemas.microsoft.com/office/drawing/2014/main" id="{C2801D43-5491-4487-BA06-279215C8663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34025" y="4605338"/>
            <a:ext cx="1588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17" name="Rectangle 73">
            <a:extLst>
              <a:ext uri="{FF2B5EF4-FFF2-40B4-BE49-F238E27FC236}">
                <a16:creationId xmlns:a16="http://schemas.microsoft.com/office/drawing/2014/main" id="{40EABBD5-A143-44CA-9FEE-FC8ADBB1E2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5988" y="43688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18" name="Rectangle 74">
            <a:extLst>
              <a:ext uri="{FF2B5EF4-FFF2-40B4-BE49-F238E27FC236}">
                <a16:creationId xmlns:a16="http://schemas.microsoft.com/office/drawing/2014/main" id="{9605C17E-29A9-4464-AEF0-775B60DE0C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4605338"/>
            <a:ext cx="665163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19" name="Line 75">
            <a:extLst>
              <a:ext uri="{FF2B5EF4-FFF2-40B4-BE49-F238E27FC236}">
                <a16:creationId xmlns:a16="http://schemas.microsoft.com/office/drawing/2014/main" id="{3EFE3AF6-A52D-4AFA-A575-0DF4B63DBDD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7400" y="4935538"/>
            <a:ext cx="665163" cy="31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20" name="Line 76">
            <a:extLst>
              <a:ext uri="{FF2B5EF4-FFF2-40B4-BE49-F238E27FC236}">
                <a16:creationId xmlns:a16="http://schemas.microsoft.com/office/drawing/2014/main" id="{358A5218-FE05-420B-A927-84BA7E86309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99188" y="4605338"/>
            <a:ext cx="3175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21" name="Rectangle 77">
            <a:extLst>
              <a:ext uri="{FF2B5EF4-FFF2-40B4-BE49-F238E27FC236}">
                <a16:creationId xmlns:a16="http://schemas.microsoft.com/office/drawing/2014/main" id="{E1CE237D-9D65-4385-AACB-1247A02797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2888" y="47037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22" name="Rectangle 78">
            <a:extLst>
              <a:ext uri="{FF2B5EF4-FFF2-40B4-BE49-F238E27FC236}">
                <a16:creationId xmlns:a16="http://schemas.microsoft.com/office/drawing/2014/main" id="{4A87FCBE-E5C4-4083-B08C-ADCA469327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9438" y="47037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23" name="Rectangle 79">
            <a:extLst>
              <a:ext uri="{FF2B5EF4-FFF2-40B4-BE49-F238E27FC236}">
                <a16:creationId xmlns:a16="http://schemas.microsoft.com/office/drawing/2014/main" id="{547E596D-C340-4DBB-8927-91F15D2EAF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9438" y="50403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24" name="Rectangle 80">
            <a:extLst>
              <a:ext uri="{FF2B5EF4-FFF2-40B4-BE49-F238E27FC236}">
                <a16:creationId xmlns:a16="http://schemas.microsoft.com/office/drawing/2014/main" id="{B69BB7CD-C55A-4E98-B728-8DC78E832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2688" y="40338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25" name="Rectangle 81">
            <a:extLst>
              <a:ext uri="{FF2B5EF4-FFF2-40B4-BE49-F238E27FC236}">
                <a16:creationId xmlns:a16="http://schemas.microsoft.com/office/drawing/2014/main" id="{C2792121-6D4F-4C11-8B72-7C536B9283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2688" y="4368800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26" name="Rectangle 82">
            <a:extLst>
              <a:ext uri="{FF2B5EF4-FFF2-40B4-BE49-F238E27FC236}">
                <a16:creationId xmlns:a16="http://schemas.microsoft.com/office/drawing/2014/main" id="{B8B13712-6FDC-4BE8-82EC-D98489EFA1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2688" y="470376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28" name="Rectangle 84">
            <a:extLst>
              <a:ext uri="{FF2B5EF4-FFF2-40B4-BE49-F238E27FC236}">
                <a16:creationId xmlns:a16="http://schemas.microsoft.com/office/drawing/2014/main" id="{72DF7127-132D-4871-BAC3-F0B7C32C08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2688" y="50403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0" name="Rectangle 86">
            <a:extLst>
              <a:ext uri="{FF2B5EF4-FFF2-40B4-BE49-F238E27FC236}">
                <a16:creationId xmlns:a16="http://schemas.microsoft.com/office/drawing/2014/main" id="{A6036CE2-3D42-4AFD-8730-6BAF70166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9438" y="43688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1" name="Rectangle 87">
            <a:extLst>
              <a:ext uri="{FF2B5EF4-FFF2-40B4-BE49-F238E27FC236}">
                <a16:creationId xmlns:a16="http://schemas.microsoft.com/office/drawing/2014/main" id="{520D73D5-13CB-4683-92F5-376216071C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2888" y="43688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3" name="Rectangle 89">
            <a:extLst>
              <a:ext uri="{FF2B5EF4-FFF2-40B4-BE49-F238E27FC236}">
                <a16:creationId xmlns:a16="http://schemas.microsoft.com/office/drawing/2014/main" id="{5E6E1DCB-CD45-49DB-8864-CB1F2B0E3B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9838" y="1193800"/>
            <a:ext cx="681037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4" name="Line 90">
            <a:extLst>
              <a:ext uri="{FF2B5EF4-FFF2-40B4-BE49-F238E27FC236}">
                <a16:creationId xmlns:a16="http://schemas.microsoft.com/office/drawing/2014/main" id="{830FB14E-4E2D-4EEA-8373-41BBD0C6D0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89838" y="1525587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5" name="Line 91">
            <a:extLst>
              <a:ext uri="{FF2B5EF4-FFF2-40B4-BE49-F238E27FC236}">
                <a16:creationId xmlns:a16="http://schemas.microsoft.com/office/drawing/2014/main" id="{86DCF2CF-7151-4000-880A-4672ADCA05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37500" y="1193800"/>
            <a:ext cx="1588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6" name="Line 92">
            <a:extLst>
              <a:ext uri="{FF2B5EF4-FFF2-40B4-BE49-F238E27FC236}">
                <a16:creationId xmlns:a16="http://schemas.microsoft.com/office/drawing/2014/main" id="{D8DCDA0E-53CA-40FA-B1FF-F60D2343324F}"/>
              </a:ext>
            </a:extLst>
          </p:cNvPr>
          <p:cNvSpPr>
            <a:spLocks noChangeShapeType="1"/>
          </p:cNvSpPr>
          <p:nvPr/>
        </p:nvSpPr>
        <p:spPr bwMode="auto">
          <a:xfrm>
            <a:off x="7256463" y="846137"/>
            <a:ext cx="333375" cy="34766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7" name="Rectangle 93">
            <a:extLst>
              <a:ext uri="{FF2B5EF4-FFF2-40B4-BE49-F238E27FC236}">
                <a16:creationId xmlns:a16="http://schemas.microsoft.com/office/drawing/2014/main" id="{17F0BDE3-6DD7-48FC-A73C-ADB7A78E6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5988" y="47037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8" name="Rectangle 94">
            <a:extLst>
              <a:ext uri="{FF2B5EF4-FFF2-40B4-BE49-F238E27FC236}">
                <a16:creationId xmlns:a16="http://schemas.microsoft.com/office/drawing/2014/main" id="{89716385-BF33-4550-A97C-40ACEE4EE7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7588" y="762000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9" name="Rectangle 95">
            <a:extLst>
              <a:ext uri="{FF2B5EF4-FFF2-40B4-BE49-F238E27FC236}">
                <a16:creationId xmlns:a16="http://schemas.microsoft.com/office/drawing/2014/main" id="{BA09DDDB-31E2-4931-9DC6-45950AC35A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7438" y="839787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0" name="Rectangle 96">
            <a:extLst>
              <a:ext uri="{FF2B5EF4-FFF2-40B4-BE49-F238E27FC236}">
                <a16:creationId xmlns:a16="http://schemas.microsoft.com/office/drawing/2014/main" id="{9C093D07-4BBD-43A5-BCB4-14435DCA2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2050" y="762000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1" name="Rectangle 97">
            <a:extLst>
              <a:ext uri="{FF2B5EF4-FFF2-40B4-BE49-F238E27FC236}">
                <a16:creationId xmlns:a16="http://schemas.microsoft.com/office/drawing/2014/main" id="{B9F7B476-FE26-4E7A-B156-CEB1B9010B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1900" y="839787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2" name="Rectangle 98">
            <a:extLst>
              <a:ext uri="{FF2B5EF4-FFF2-40B4-BE49-F238E27FC236}">
                <a16:creationId xmlns:a16="http://schemas.microsoft.com/office/drawing/2014/main" id="{9E0E8527-F697-46BC-B129-297801AC3A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3263" y="900112"/>
            <a:ext cx="10636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3" name="Rectangle 99">
            <a:extLst>
              <a:ext uri="{FF2B5EF4-FFF2-40B4-BE49-F238E27FC236}">
                <a16:creationId xmlns:a16="http://schemas.microsoft.com/office/drawing/2014/main" id="{5EFA5831-3610-4EE2-9727-42B534B888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1525" y="974725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4" name="Rectangle 100">
            <a:extLst>
              <a:ext uri="{FF2B5EF4-FFF2-40B4-BE49-F238E27FC236}">
                <a16:creationId xmlns:a16="http://schemas.microsoft.com/office/drawing/2014/main" id="{D0BEFD17-3710-448B-9800-837C334396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7725" y="900112"/>
            <a:ext cx="10636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5" name="Rectangle 101">
            <a:extLst>
              <a:ext uri="{FF2B5EF4-FFF2-40B4-BE49-F238E27FC236}">
                <a16:creationId xmlns:a16="http://schemas.microsoft.com/office/drawing/2014/main" id="{316FE833-0626-413B-A4E1-3472268F79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0875" y="1193800"/>
            <a:ext cx="665163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6" name="Line 102">
            <a:extLst>
              <a:ext uri="{FF2B5EF4-FFF2-40B4-BE49-F238E27FC236}">
                <a16:creationId xmlns:a16="http://schemas.microsoft.com/office/drawing/2014/main" id="{75CDA538-EAA3-4148-BF90-20478844D9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70875" y="1525587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7" name="Line 103">
            <a:extLst>
              <a:ext uri="{FF2B5EF4-FFF2-40B4-BE49-F238E27FC236}">
                <a16:creationId xmlns:a16="http://schemas.microsoft.com/office/drawing/2014/main" id="{A5DFD5A0-E23A-4E72-9C78-158D5EBC5ED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02663" y="1193800"/>
            <a:ext cx="1587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8" name="Rectangle 104">
            <a:extLst>
              <a:ext uri="{FF2B5EF4-FFF2-40B4-BE49-F238E27FC236}">
                <a16:creationId xmlns:a16="http://schemas.microsoft.com/office/drawing/2014/main" id="{A63F275D-2FF2-49AF-9621-5DC9213C1A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7575" y="974725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9" name="Rectangle 105">
            <a:extLst>
              <a:ext uri="{FF2B5EF4-FFF2-40B4-BE49-F238E27FC236}">
                <a16:creationId xmlns:a16="http://schemas.microsoft.com/office/drawing/2014/main" id="{BFE1CBF9-7923-4452-812F-E3662BD05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1438" y="1001712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0" name="Rectangle 106">
            <a:extLst>
              <a:ext uri="{FF2B5EF4-FFF2-40B4-BE49-F238E27FC236}">
                <a16:creationId xmlns:a16="http://schemas.microsoft.com/office/drawing/2014/main" id="{32FA1977-8A91-4E47-A9FC-06AC4E30D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26400" y="1001712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1" name="Rectangle 107">
            <a:extLst>
              <a:ext uri="{FF2B5EF4-FFF2-40B4-BE49-F238E27FC236}">
                <a16:creationId xmlns:a16="http://schemas.microsoft.com/office/drawing/2014/main" id="{E9D4D93B-EEED-4EF4-A406-668ACDAA55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6125" y="1001712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2" name="Rectangle 108">
            <a:extLst>
              <a:ext uri="{FF2B5EF4-FFF2-40B4-BE49-F238E27FC236}">
                <a16:creationId xmlns:a16="http://schemas.microsoft.com/office/drawing/2014/main" id="{0828A07B-C5E1-4816-A2E5-7662108B1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1088" y="1001712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3" name="Rectangle 109">
            <a:extLst>
              <a:ext uri="{FF2B5EF4-FFF2-40B4-BE49-F238E27FC236}">
                <a16:creationId xmlns:a16="http://schemas.microsoft.com/office/drawing/2014/main" id="{D8227336-FA37-4049-8E5A-CDD0C1E66C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01050" y="1625600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4" name="Rectangle 110">
            <a:extLst>
              <a:ext uri="{FF2B5EF4-FFF2-40B4-BE49-F238E27FC236}">
                <a16:creationId xmlns:a16="http://schemas.microsoft.com/office/drawing/2014/main" id="{D919A632-1BBA-4A18-A3EF-4A31E7968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9838" y="1857375"/>
            <a:ext cx="681037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5" name="Line 111">
            <a:extLst>
              <a:ext uri="{FF2B5EF4-FFF2-40B4-BE49-F238E27FC236}">
                <a16:creationId xmlns:a16="http://schemas.microsoft.com/office/drawing/2014/main" id="{02CB2147-C862-4164-BCA5-6F9B85BA0A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89838" y="2205037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6" name="Line 112">
            <a:extLst>
              <a:ext uri="{FF2B5EF4-FFF2-40B4-BE49-F238E27FC236}">
                <a16:creationId xmlns:a16="http://schemas.microsoft.com/office/drawing/2014/main" id="{B338D42A-0F9B-4E58-983B-BA432F7AF51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37500" y="1857375"/>
            <a:ext cx="1588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7" name="Rectangle 113">
            <a:extLst>
              <a:ext uri="{FF2B5EF4-FFF2-40B4-BE49-F238E27FC236}">
                <a16:creationId xmlns:a16="http://schemas.microsoft.com/office/drawing/2014/main" id="{6E23BA2C-10C6-45EE-98E9-C2DA270532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1625600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8" name="Rectangle 114">
            <a:extLst>
              <a:ext uri="{FF2B5EF4-FFF2-40B4-BE49-F238E27FC236}">
                <a16:creationId xmlns:a16="http://schemas.microsoft.com/office/drawing/2014/main" id="{241507B6-56DA-4039-BA00-37F1606562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0875" y="1857375"/>
            <a:ext cx="665163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9" name="Line 115">
            <a:extLst>
              <a:ext uri="{FF2B5EF4-FFF2-40B4-BE49-F238E27FC236}">
                <a16:creationId xmlns:a16="http://schemas.microsoft.com/office/drawing/2014/main" id="{98768078-AB87-460D-9337-4054C401CB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70875" y="2205037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0" name="Line 116">
            <a:extLst>
              <a:ext uri="{FF2B5EF4-FFF2-40B4-BE49-F238E27FC236}">
                <a16:creationId xmlns:a16="http://schemas.microsoft.com/office/drawing/2014/main" id="{A7FC3CAC-EE9B-457D-820C-79B03EC8A0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02663" y="1857375"/>
            <a:ext cx="1587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1" name="Rectangle 117">
            <a:extLst>
              <a:ext uri="{FF2B5EF4-FFF2-40B4-BE49-F238E27FC236}">
                <a16:creationId xmlns:a16="http://schemas.microsoft.com/office/drawing/2014/main" id="{C795E097-00A3-4E92-AED9-4FA0ADB98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26363" y="1958975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2" name="Rectangle 118">
            <a:extLst>
              <a:ext uri="{FF2B5EF4-FFF2-40B4-BE49-F238E27FC236}">
                <a16:creationId xmlns:a16="http://schemas.microsoft.com/office/drawing/2014/main" id="{14276E76-0586-4A66-B38F-8B0B5A8AC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2913" y="2295525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3" name="Rectangle 119">
            <a:extLst>
              <a:ext uri="{FF2B5EF4-FFF2-40B4-BE49-F238E27FC236}">
                <a16:creationId xmlns:a16="http://schemas.microsoft.com/office/drawing/2014/main" id="{910E664C-A471-4C8F-AF99-ADAE780DFD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6163" y="1289050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4" name="Rectangle 120">
            <a:extLst>
              <a:ext uri="{FF2B5EF4-FFF2-40B4-BE49-F238E27FC236}">
                <a16:creationId xmlns:a16="http://schemas.microsoft.com/office/drawing/2014/main" id="{EED605CD-D09D-4793-9F0B-FF70567433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6163" y="1625600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5" name="Rectangle 121">
            <a:extLst>
              <a:ext uri="{FF2B5EF4-FFF2-40B4-BE49-F238E27FC236}">
                <a16:creationId xmlns:a16="http://schemas.microsoft.com/office/drawing/2014/main" id="{C814C8CB-09C6-40D6-8C74-004055C7C7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6163" y="1958975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6" name="Freeform 122">
            <a:extLst>
              <a:ext uri="{FF2B5EF4-FFF2-40B4-BE49-F238E27FC236}">
                <a16:creationId xmlns:a16="http://schemas.microsoft.com/office/drawing/2014/main" id="{0755719A-2F58-4AC5-9029-D7EB199E861E}"/>
              </a:ext>
            </a:extLst>
          </p:cNvPr>
          <p:cNvSpPr>
            <a:spLocks/>
          </p:cNvSpPr>
          <p:nvPr/>
        </p:nvSpPr>
        <p:spPr bwMode="auto">
          <a:xfrm>
            <a:off x="8355013" y="1611312"/>
            <a:ext cx="506412" cy="503238"/>
          </a:xfrm>
          <a:custGeom>
            <a:avLst/>
            <a:gdLst>
              <a:gd name="T0" fmla="*/ 2147483646 w 768"/>
              <a:gd name="T1" fmla="*/ 0 h 768"/>
              <a:gd name="T2" fmla="*/ 2147483646 w 768"/>
              <a:gd name="T3" fmla="*/ 0 h 768"/>
              <a:gd name="T4" fmla="*/ 2147483646 w 768"/>
              <a:gd name="T5" fmla="*/ 0 h 768"/>
              <a:gd name="T6" fmla="*/ 2147483646 w 768"/>
              <a:gd name="T7" fmla="*/ 0 h 768"/>
              <a:gd name="T8" fmla="*/ 2147483646 w 768"/>
              <a:gd name="T9" fmla="*/ 0 h 768"/>
              <a:gd name="T10" fmla="*/ 2147483646 w 768"/>
              <a:gd name="T11" fmla="*/ 0 h 768"/>
              <a:gd name="T12" fmla="*/ 2147483646 w 768"/>
              <a:gd name="T13" fmla="*/ 2147483646 h 768"/>
              <a:gd name="T14" fmla="*/ 2147483646 w 768"/>
              <a:gd name="T15" fmla="*/ 2147483646 h 768"/>
              <a:gd name="T16" fmla="*/ 2147483646 w 768"/>
              <a:gd name="T17" fmla="*/ 2147483646 h 768"/>
              <a:gd name="T18" fmla="*/ 2147483646 w 768"/>
              <a:gd name="T19" fmla="*/ 2147483646 h 768"/>
              <a:gd name="T20" fmla="*/ 0 w 768"/>
              <a:gd name="T21" fmla="*/ 2147483646 h 768"/>
              <a:gd name="T22" fmla="*/ 0 w 768"/>
              <a:gd name="T23" fmla="*/ 2147483646 h 768"/>
              <a:gd name="T24" fmla="*/ 0 w 768"/>
              <a:gd name="T25" fmla="*/ 2147483646 h 768"/>
              <a:gd name="T26" fmla="*/ 0 w 768"/>
              <a:gd name="T27" fmla="*/ 2147483646 h 768"/>
              <a:gd name="T28" fmla="*/ 0 w 768"/>
              <a:gd name="T29" fmla="*/ 2147483646 h 768"/>
              <a:gd name="T30" fmla="*/ 0 w 768"/>
              <a:gd name="T31" fmla="*/ 2147483646 h 768"/>
              <a:gd name="T32" fmla="*/ 0 w 768"/>
              <a:gd name="T33" fmla="*/ 2147483646 h 768"/>
              <a:gd name="T34" fmla="*/ 0 w 768"/>
              <a:gd name="T35" fmla="*/ 2147483646 h 768"/>
              <a:gd name="T36" fmla="*/ 0 w 768"/>
              <a:gd name="T37" fmla="*/ 2147483646 h 768"/>
              <a:gd name="T38" fmla="*/ 2147483646 w 768"/>
              <a:gd name="T39" fmla="*/ 2147483646 h 768"/>
              <a:gd name="T40" fmla="*/ 2147483646 w 768"/>
              <a:gd name="T41" fmla="*/ 2147483646 h 768"/>
              <a:gd name="T42" fmla="*/ 2147483646 w 768"/>
              <a:gd name="T43" fmla="*/ 2147483646 h 768"/>
              <a:gd name="T44" fmla="*/ 2147483646 w 768"/>
              <a:gd name="T45" fmla="*/ 2147483646 h 768"/>
              <a:gd name="T46" fmla="*/ 2147483646 w 768"/>
              <a:gd name="T47" fmla="*/ 2147483646 h 768"/>
              <a:gd name="T48" fmla="*/ 2147483646 w 768"/>
              <a:gd name="T49" fmla="*/ 2147483646 h 768"/>
              <a:gd name="T50" fmla="*/ 2147483646 w 768"/>
              <a:gd name="T51" fmla="*/ 2147483646 h 768"/>
              <a:gd name="T52" fmla="*/ 2147483646 w 768"/>
              <a:gd name="T53" fmla="*/ 2147483646 h 768"/>
              <a:gd name="T54" fmla="*/ 2147483646 w 768"/>
              <a:gd name="T55" fmla="*/ 2147483646 h 768"/>
              <a:gd name="T56" fmla="*/ 2147483646 w 768"/>
              <a:gd name="T57" fmla="*/ 2147483646 h 768"/>
              <a:gd name="T58" fmla="*/ 2147483646 w 768"/>
              <a:gd name="T59" fmla="*/ 2147483646 h 768"/>
              <a:gd name="T60" fmla="*/ 2147483646 w 768"/>
              <a:gd name="T61" fmla="*/ 2147483646 h 768"/>
              <a:gd name="T62" fmla="*/ 2147483646 w 768"/>
              <a:gd name="T63" fmla="*/ 2147483646 h 768"/>
              <a:gd name="T64" fmla="*/ 2147483646 w 768"/>
              <a:gd name="T65" fmla="*/ 2147483646 h 768"/>
              <a:gd name="T66" fmla="*/ 2147483646 w 768"/>
              <a:gd name="T67" fmla="*/ 2147483646 h 768"/>
              <a:gd name="T68" fmla="*/ 2147483646 w 768"/>
              <a:gd name="T69" fmla="*/ 2147483646 h 768"/>
              <a:gd name="T70" fmla="*/ 2147483646 w 768"/>
              <a:gd name="T71" fmla="*/ 2147483646 h 768"/>
              <a:gd name="T72" fmla="*/ 2147483646 w 768"/>
              <a:gd name="T73" fmla="*/ 2147483646 h 768"/>
              <a:gd name="T74" fmla="*/ 2147483646 w 768"/>
              <a:gd name="T75" fmla="*/ 2147483646 h 768"/>
              <a:gd name="T76" fmla="*/ 2147483646 w 768"/>
              <a:gd name="T77" fmla="*/ 2147483646 h 768"/>
              <a:gd name="T78" fmla="*/ 2147483646 w 768"/>
              <a:gd name="T79" fmla="*/ 2147483646 h 768"/>
              <a:gd name="T80" fmla="*/ 2147483646 w 768"/>
              <a:gd name="T81" fmla="*/ 2147483646 h 768"/>
              <a:gd name="T82" fmla="*/ 2147483646 w 768"/>
              <a:gd name="T83" fmla="*/ 2147483646 h 768"/>
              <a:gd name="T84" fmla="*/ 2147483646 w 768"/>
              <a:gd name="T85" fmla="*/ 2147483646 h 768"/>
              <a:gd name="T86" fmla="*/ 2147483646 w 768"/>
              <a:gd name="T87" fmla="*/ 2147483646 h 768"/>
              <a:gd name="T88" fmla="*/ 2147483646 w 768"/>
              <a:gd name="T89" fmla="*/ 2147483646 h 768"/>
              <a:gd name="T90" fmla="*/ 2147483646 w 768"/>
              <a:gd name="T91" fmla="*/ 2147483646 h 768"/>
              <a:gd name="T92" fmla="*/ 2147483646 w 768"/>
              <a:gd name="T93" fmla="*/ 2147483646 h 768"/>
              <a:gd name="T94" fmla="*/ 2147483646 w 768"/>
              <a:gd name="T95" fmla="*/ 2147483646 h 768"/>
              <a:gd name="T96" fmla="*/ 2147483646 w 768"/>
              <a:gd name="T97" fmla="*/ 2147483646 h 768"/>
              <a:gd name="T98" fmla="*/ 2147483646 w 768"/>
              <a:gd name="T99" fmla="*/ 2147483646 h 768"/>
              <a:gd name="T100" fmla="*/ 2147483646 w 768"/>
              <a:gd name="T101" fmla="*/ 2147483646 h 768"/>
              <a:gd name="T102" fmla="*/ 2147483646 w 768"/>
              <a:gd name="T103" fmla="*/ 2147483646 h 768"/>
              <a:gd name="T104" fmla="*/ 2147483646 w 768"/>
              <a:gd name="T105" fmla="*/ 2147483646 h 768"/>
              <a:gd name="T106" fmla="*/ 2147483646 w 768"/>
              <a:gd name="T107" fmla="*/ 2147483646 h 768"/>
              <a:gd name="T108" fmla="*/ 2147483646 w 768"/>
              <a:gd name="T109" fmla="*/ 0 h 768"/>
              <a:gd name="T110" fmla="*/ 2147483646 w 768"/>
              <a:gd name="T111" fmla="*/ 0 h 768"/>
              <a:gd name="T112" fmla="*/ 2147483646 w 768"/>
              <a:gd name="T113" fmla="*/ 0 h 768"/>
              <a:gd name="T114" fmla="*/ 2147483646 w 768"/>
              <a:gd name="T115" fmla="*/ 0 h 768"/>
              <a:gd name="T116" fmla="*/ 2147483646 w 768"/>
              <a:gd name="T117" fmla="*/ 0 h 768"/>
              <a:gd name="T118" fmla="*/ 2147483646 w 768"/>
              <a:gd name="T119" fmla="*/ 0 h 76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768" h="768">
                <a:moveTo>
                  <a:pt x="423" y="0"/>
                </a:moveTo>
                <a:lnTo>
                  <a:pt x="419" y="0"/>
                </a:lnTo>
                <a:lnTo>
                  <a:pt x="417" y="0"/>
                </a:lnTo>
                <a:lnTo>
                  <a:pt x="413" y="0"/>
                </a:lnTo>
                <a:lnTo>
                  <a:pt x="411" y="0"/>
                </a:lnTo>
                <a:lnTo>
                  <a:pt x="407" y="0"/>
                </a:lnTo>
                <a:lnTo>
                  <a:pt x="405" y="0"/>
                </a:lnTo>
                <a:lnTo>
                  <a:pt x="402" y="0"/>
                </a:lnTo>
                <a:lnTo>
                  <a:pt x="399" y="0"/>
                </a:lnTo>
                <a:lnTo>
                  <a:pt x="396" y="0"/>
                </a:lnTo>
                <a:lnTo>
                  <a:pt x="394" y="0"/>
                </a:lnTo>
                <a:lnTo>
                  <a:pt x="390" y="0"/>
                </a:lnTo>
                <a:lnTo>
                  <a:pt x="388" y="0"/>
                </a:lnTo>
                <a:lnTo>
                  <a:pt x="385" y="0"/>
                </a:lnTo>
                <a:lnTo>
                  <a:pt x="382" y="0"/>
                </a:lnTo>
                <a:lnTo>
                  <a:pt x="378" y="0"/>
                </a:lnTo>
                <a:lnTo>
                  <a:pt x="375" y="0"/>
                </a:lnTo>
                <a:lnTo>
                  <a:pt x="371" y="0"/>
                </a:lnTo>
                <a:lnTo>
                  <a:pt x="367" y="0"/>
                </a:lnTo>
                <a:lnTo>
                  <a:pt x="363" y="0"/>
                </a:lnTo>
                <a:lnTo>
                  <a:pt x="359" y="0"/>
                </a:lnTo>
                <a:lnTo>
                  <a:pt x="353" y="0"/>
                </a:lnTo>
                <a:lnTo>
                  <a:pt x="348" y="0"/>
                </a:lnTo>
                <a:lnTo>
                  <a:pt x="342" y="0"/>
                </a:lnTo>
                <a:lnTo>
                  <a:pt x="336" y="0"/>
                </a:lnTo>
                <a:lnTo>
                  <a:pt x="330" y="0"/>
                </a:lnTo>
                <a:lnTo>
                  <a:pt x="323" y="0"/>
                </a:lnTo>
                <a:lnTo>
                  <a:pt x="316" y="0"/>
                </a:lnTo>
                <a:lnTo>
                  <a:pt x="307" y="0"/>
                </a:lnTo>
                <a:lnTo>
                  <a:pt x="299" y="0"/>
                </a:lnTo>
                <a:lnTo>
                  <a:pt x="289" y="0"/>
                </a:lnTo>
                <a:lnTo>
                  <a:pt x="280" y="0"/>
                </a:lnTo>
                <a:lnTo>
                  <a:pt x="269" y="0"/>
                </a:lnTo>
                <a:lnTo>
                  <a:pt x="259" y="0"/>
                </a:lnTo>
                <a:lnTo>
                  <a:pt x="249" y="0"/>
                </a:lnTo>
                <a:lnTo>
                  <a:pt x="240" y="0"/>
                </a:lnTo>
                <a:lnTo>
                  <a:pt x="232" y="0"/>
                </a:lnTo>
                <a:lnTo>
                  <a:pt x="223" y="0"/>
                </a:lnTo>
                <a:lnTo>
                  <a:pt x="216" y="0"/>
                </a:lnTo>
                <a:lnTo>
                  <a:pt x="209" y="0"/>
                </a:lnTo>
                <a:lnTo>
                  <a:pt x="202" y="0"/>
                </a:lnTo>
                <a:lnTo>
                  <a:pt x="196" y="0"/>
                </a:lnTo>
                <a:lnTo>
                  <a:pt x="191" y="0"/>
                </a:lnTo>
                <a:lnTo>
                  <a:pt x="185" y="0"/>
                </a:lnTo>
                <a:lnTo>
                  <a:pt x="180" y="0"/>
                </a:lnTo>
                <a:lnTo>
                  <a:pt x="175" y="0"/>
                </a:lnTo>
                <a:lnTo>
                  <a:pt x="172" y="0"/>
                </a:lnTo>
                <a:lnTo>
                  <a:pt x="167" y="0"/>
                </a:lnTo>
                <a:lnTo>
                  <a:pt x="163" y="0"/>
                </a:lnTo>
                <a:lnTo>
                  <a:pt x="160" y="0"/>
                </a:lnTo>
                <a:lnTo>
                  <a:pt x="157" y="0"/>
                </a:lnTo>
                <a:lnTo>
                  <a:pt x="154" y="0"/>
                </a:lnTo>
                <a:lnTo>
                  <a:pt x="151" y="0"/>
                </a:lnTo>
                <a:lnTo>
                  <a:pt x="148" y="0"/>
                </a:lnTo>
                <a:lnTo>
                  <a:pt x="145" y="0"/>
                </a:lnTo>
                <a:lnTo>
                  <a:pt x="143" y="0"/>
                </a:lnTo>
                <a:lnTo>
                  <a:pt x="139" y="0"/>
                </a:lnTo>
                <a:lnTo>
                  <a:pt x="137" y="0"/>
                </a:lnTo>
                <a:lnTo>
                  <a:pt x="135" y="0"/>
                </a:lnTo>
                <a:lnTo>
                  <a:pt x="132" y="0"/>
                </a:lnTo>
                <a:lnTo>
                  <a:pt x="129" y="0"/>
                </a:lnTo>
                <a:lnTo>
                  <a:pt x="126" y="0"/>
                </a:lnTo>
                <a:lnTo>
                  <a:pt x="123" y="0"/>
                </a:lnTo>
                <a:lnTo>
                  <a:pt x="119" y="0"/>
                </a:lnTo>
                <a:lnTo>
                  <a:pt x="115" y="0"/>
                </a:lnTo>
                <a:lnTo>
                  <a:pt x="113" y="0"/>
                </a:lnTo>
                <a:lnTo>
                  <a:pt x="109" y="0"/>
                </a:lnTo>
                <a:lnTo>
                  <a:pt x="106" y="0"/>
                </a:lnTo>
                <a:lnTo>
                  <a:pt x="103" y="0"/>
                </a:lnTo>
                <a:lnTo>
                  <a:pt x="101" y="0"/>
                </a:lnTo>
                <a:lnTo>
                  <a:pt x="97" y="0"/>
                </a:lnTo>
                <a:lnTo>
                  <a:pt x="95" y="0"/>
                </a:lnTo>
                <a:lnTo>
                  <a:pt x="93" y="1"/>
                </a:lnTo>
                <a:lnTo>
                  <a:pt x="91" y="1"/>
                </a:lnTo>
                <a:lnTo>
                  <a:pt x="89" y="1"/>
                </a:lnTo>
                <a:lnTo>
                  <a:pt x="87" y="1"/>
                </a:lnTo>
                <a:lnTo>
                  <a:pt x="85" y="3"/>
                </a:lnTo>
                <a:lnTo>
                  <a:pt x="83" y="3"/>
                </a:lnTo>
                <a:lnTo>
                  <a:pt x="81" y="4"/>
                </a:lnTo>
                <a:lnTo>
                  <a:pt x="79" y="4"/>
                </a:lnTo>
                <a:lnTo>
                  <a:pt x="77" y="5"/>
                </a:lnTo>
                <a:lnTo>
                  <a:pt x="76" y="6"/>
                </a:lnTo>
                <a:lnTo>
                  <a:pt x="73" y="7"/>
                </a:lnTo>
                <a:lnTo>
                  <a:pt x="72" y="9"/>
                </a:lnTo>
                <a:lnTo>
                  <a:pt x="70" y="10"/>
                </a:lnTo>
                <a:lnTo>
                  <a:pt x="69" y="11"/>
                </a:lnTo>
                <a:lnTo>
                  <a:pt x="66" y="12"/>
                </a:lnTo>
                <a:lnTo>
                  <a:pt x="64" y="15"/>
                </a:lnTo>
                <a:lnTo>
                  <a:pt x="61" y="17"/>
                </a:lnTo>
                <a:lnTo>
                  <a:pt x="60" y="18"/>
                </a:lnTo>
                <a:lnTo>
                  <a:pt x="58" y="21"/>
                </a:lnTo>
                <a:lnTo>
                  <a:pt x="54" y="23"/>
                </a:lnTo>
                <a:lnTo>
                  <a:pt x="52" y="25"/>
                </a:lnTo>
                <a:lnTo>
                  <a:pt x="49" y="29"/>
                </a:lnTo>
                <a:lnTo>
                  <a:pt x="46" y="31"/>
                </a:lnTo>
                <a:lnTo>
                  <a:pt x="42" y="35"/>
                </a:lnTo>
                <a:lnTo>
                  <a:pt x="39" y="39"/>
                </a:lnTo>
                <a:lnTo>
                  <a:pt x="36" y="42"/>
                </a:lnTo>
                <a:lnTo>
                  <a:pt x="33" y="46"/>
                </a:lnTo>
                <a:lnTo>
                  <a:pt x="29" y="48"/>
                </a:lnTo>
                <a:lnTo>
                  <a:pt x="27" y="52"/>
                </a:lnTo>
                <a:lnTo>
                  <a:pt x="24" y="54"/>
                </a:lnTo>
                <a:lnTo>
                  <a:pt x="22" y="57"/>
                </a:lnTo>
                <a:lnTo>
                  <a:pt x="19" y="59"/>
                </a:lnTo>
                <a:lnTo>
                  <a:pt x="17" y="61"/>
                </a:lnTo>
                <a:lnTo>
                  <a:pt x="15" y="64"/>
                </a:lnTo>
                <a:lnTo>
                  <a:pt x="13" y="66"/>
                </a:lnTo>
                <a:lnTo>
                  <a:pt x="11" y="67"/>
                </a:lnTo>
                <a:lnTo>
                  <a:pt x="10" y="70"/>
                </a:lnTo>
                <a:lnTo>
                  <a:pt x="9" y="71"/>
                </a:lnTo>
                <a:lnTo>
                  <a:pt x="7" y="73"/>
                </a:lnTo>
                <a:lnTo>
                  <a:pt x="6" y="76"/>
                </a:lnTo>
                <a:lnTo>
                  <a:pt x="5" y="77"/>
                </a:lnTo>
                <a:lnTo>
                  <a:pt x="5" y="79"/>
                </a:lnTo>
                <a:lnTo>
                  <a:pt x="4" y="81"/>
                </a:lnTo>
                <a:lnTo>
                  <a:pt x="3" y="83"/>
                </a:lnTo>
                <a:lnTo>
                  <a:pt x="3" y="84"/>
                </a:lnTo>
                <a:lnTo>
                  <a:pt x="3" y="87"/>
                </a:lnTo>
                <a:lnTo>
                  <a:pt x="1" y="88"/>
                </a:lnTo>
                <a:lnTo>
                  <a:pt x="1" y="90"/>
                </a:lnTo>
                <a:lnTo>
                  <a:pt x="1" y="93"/>
                </a:lnTo>
                <a:lnTo>
                  <a:pt x="1" y="95"/>
                </a:lnTo>
                <a:lnTo>
                  <a:pt x="0" y="97"/>
                </a:lnTo>
                <a:lnTo>
                  <a:pt x="0" y="100"/>
                </a:lnTo>
                <a:lnTo>
                  <a:pt x="0" y="102"/>
                </a:lnTo>
                <a:lnTo>
                  <a:pt x="0" y="106"/>
                </a:lnTo>
                <a:lnTo>
                  <a:pt x="0" y="108"/>
                </a:lnTo>
                <a:lnTo>
                  <a:pt x="0" y="112"/>
                </a:lnTo>
                <a:lnTo>
                  <a:pt x="0" y="115"/>
                </a:lnTo>
                <a:lnTo>
                  <a:pt x="0" y="119"/>
                </a:lnTo>
                <a:lnTo>
                  <a:pt x="0" y="123"/>
                </a:lnTo>
                <a:lnTo>
                  <a:pt x="0" y="125"/>
                </a:lnTo>
                <a:lnTo>
                  <a:pt x="0" y="129"/>
                </a:lnTo>
                <a:lnTo>
                  <a:pt x="0" y="131"/>
                </a:lnTo>
                <a:lnTo>
                  <a:pt x="0" y="135"/>
                </a:lnTo>
                <a:lnTo>
                  <a:pt x="0" y="137"/>
                </a:lnTo>
                <a:lnTo>
                  <a:pt x="0" y="141"/>
                </a:lnTo>
                <a:lnTo>
                  <a:pt x="0" y="144"/>
                </a:lnTo>
                <a:lnTo>
                  <a:pt x="0" y="148"/>
                </a:lnTo>
                <a:lnTo>
                  <a:pt x="0" y="150"/>
                </a:lnTo>
                <a:lnTo>
                  <a:pt x="0" y="155"/>
                </a:lnTo>
                <a:lnTo>
                  <a:pt x="0" y="159"/>
                </a:lnTo>
                <a:lnTo>
                  <a:pt x="0" y="163"/>
                </a:lnTo>
                <a:lnTo>
                  <a:pt x="0" y="168"/>
                </a:lnTo>
                <a:lnTo>
                  <a:pt x="0" y="173"/>
                </a:lnTo>
                <a:lnTo>
                  <a:pt x="0" y="179"/>
                </a:lnTo>
                <a:lnTo>
                  <a:pt x="0" y="185"/>
                </a:lnTo>
                <a:lnTo>
                  <a:pt x="0" y="191"/>
                </a:lnTo>
                <a:lnTo>
                  <a:pt x="0" y="198"/>
                </a:lnTo>
                <a:lnTo>
                  <a:pt x="0" y="207"/>
                </a:lnTo>
                <a:lnTo>
                  <a:pt x="0" y="215"/>
                </a:lnTo>
                <a:lnTo>
                  <a:pt x="0" y="225"/>
                </a:lnTo>
                <a:lnTo>
                  <a:pt x="0" y="234"/>
                </a:lnTo>
                <a:lnTo>
                  <a:pt x="0" y="245"/>
                </a:lnTo>
                <a:lnTo>
                  <a:pt x="0" y="257"/>
                </a:lnTo>
                <a:lnTo>
                  <a:pt x="0" y="269"/>
                </a:lnTo>
                <a:lnTo>
                  <a:pt x="0" y="282"/>
                </a:lnTo>
                <a:lnTo>
                  <a:pt x="0" y="297"/>
                </a:lnTo>
                <a:lnTo>
                  <a:pt x="0" y="312"/>
                </a:lnTo>
                <a:lnTo>
                  <a:pt x="0" y="329"/>
                </a:lnTo>
                <a:lnTo>
                  <a:pt x="0" y="346"/>
                </a:lnTo>
                <a:lnTo>
                  <a:pt x="0" y="364"/>
                </a:lnTo>
                <a:lnTo>
                  <a:pt x="0" y="379"/>
                </a:lnTo>
                <a:lnTo>
                  <a:pt x="0" y="395"/>
                </a:lnTo>
                <a:lnTo>
                  <a:pt x="0" y="409"/>
                </a:lnTo>
                <a:lnTo>
                  <a:pt x="0" y="423"/>
                </a:lnTo>
                <a:lnTo>
                  <a:pt x="0" y="435"/>
                </a:lnTo>
                <a:lnTo>
                  <a:pt x="0" y="447"/>
                </a:lnTo>
                <a:lnTo>
                  <a:pt x="0" y="457"/>
                </a:lnTo>
                <a:lnTo>
                  <a:pt x="0" y="467"/>
                </a:lnTo>
                <a:lnTo>
                  <a:pt x="0" y="477"/>
                </a:lnTo>
                <a:lnTo>
                  <a:pt x="0" y="485"/>
                </a:lnTo>
                <a:lnTo>
                  <a:pt x="0" y="493"/>
                </a:lnTo>
                <a:lnTo>
                  <a:pt x="0" y="501"/>
                </a:lnTo>
                <a:lnTo>
                  <a:pt x="0" y="507"/>
                </a:lnTo>
                <a:lnTo>
                  <a:pt x="0" y="513"/>
                </a:lnTo>
                <a:lnTo>
                  <a:pt x="0" y="519"/>
                </a:lnTo>
                <a:lnTo>
                  <a:pt x="0" y="523"/>
                </a:lnTo>
                <a:lnTo>
                  <a:pt x="0" y="528"/>
                </a:lnTo>
                <a:lnTo>
                  <a:pt x="0" y="533"/>
                </a:lnTo>
                <a:lnTo>
                  <a:pt x="0" y="537"/>
                </a:lnTo>
                <a:lnTo>
                  <a:pt x="0" y="541"/>
                </a:lnTo>
                <a:lnTo>
                  <a:pt x="0" y="544"/>
                </a:lnTo>
                <a:lnTo>
                  <a:pt x="0" y="547"/>
                </a:lnTo>
                <a:lnTo>
                  <a:pt x="0" y="551"/>
                </a:lnTo>
                <a:lnTo>
                  <a:pt x="0" y="555"/>
                </a:lnTo>
                <a:lnTo>
                  <a:pt x="0" y="557"/>
                </a:lnTo>
                <a:lnTo>
                  <a:pt x="0" y="561"/>
                </a:lnTo>
                <a:lnTo>
                  <a:pt x="0" y="563"/>
                </a:lnTo>
                <a:lnTo>
                  <a:pt x="0" y="567"/>
                </a:lnTo>
                <a:lnTo>
                  <a:pt x="0" y="569"/>
                </a:lnTo>
                <a:lnTo>
                  <a:pt x="0" y="573"/>
                </a:lnTo>
                <a:lnTo>
                  <a:pt x="0" y="576"/>
                </a:lnTo>
                <a:lnTo>
                  <a:pt x="0" y="580"/>
                </a:lnTo>
                <a:lnTo>
                  <a:pt x="0" y="582"/>
                </a:lnTo>
                <a:lnTo>
                  <a:pt x="0" y="586"/>
                </a:lnTo>
                <a:lnTo>
                  <a:pt x="0" y="588"/>
                </a:lnTo>
                <a:lnTo>
                  <a:pt x="0" y="592"/>
                </a:lnTo>
                <a:lnTo>
                  <a:pt x="0" y="594"/>
                </a:lnTo>
                <a:lnTo>
                  <a:pt x="0" y="597"/>
                </a:lnTo>
                <a:lnTo>
                  <a:pt x="0" y="599"/>
                </a:lnTo>
                <a:lnTo>
                  <a:pt x="0" y="601"/>
                </a:lnTo>
                <a:lnTo>
                  <a:pt x="0" y="603"/>
                </a:lnTo>
                <a:lnTo>
                  <a:pt x="0" y="605"/>
                </a:lnTo>
                <a:lnTo>
                  <a:pt x="0" y="607"/>
                </a:lnTo>
                <a:lnTo>
                  <a:pt x="0" y="609"/>
                </a:lnTo>
                <a:lnTo>
                  <a:pt x="0" y="611"/>
                </a:lnTo>
                <a:lnTo>
                  <a:pt x="0" y="612"/>
                </a:lnTo>
                <a:lnTo>
                  <a:pt x="0" y="615"/>
                </a:lnTo>
                <a:lnTo>
                  <a:pt x="0" y="616"/>
                </a:lnTo>
                <a:lnTo>
                  <a:pt x="0" y="618"/>
                </a:lnTo>
                <a:lnTo>
                  <a:pt x="0" y="619"/>
                </a:lnTo>
                <a:lnTo>
                  <a:pt x="0" y="622"/>
                </a:lnTo>
                <a:lnTo>
                  <a:pt x="0" y="624"/>
                </a:lnTo>
                <a:lnTo>
                  <a:pt x="0" y="625"/>
                </a:lnTo>
                <a:lnTo>
                  <a:pt x="0" y="628"/>
                </a:lnTo>
                <a:lnTo>
                  <a:pt x="0" y="630"/>
                </a:lnTo>
                <a:lnTo>
                  <a:pt x="0" y="633"/>
                </a:lnTo>
                <a:lnTo>
                  <a:pt x="0" y="635"/>
                </a:lnTo>
                <a:lnTo>
                  <a:pt x="0" y="637"/>
                </a:lnTo>
                <a:lnTo>
                  <a:pt x="0" y="640"/>
                </a:lnTo>
                <a:lnTo>
                  <a:pt x="0" y="643"/>
                </a:lnTo>
                <a:lnTo>
                  <a:pt x="0" y="646"/>
                </a:lnTo>
                <a:lnTo>
                  <a:pt x="0" y="649"/>
                </a:lnTo>
                <a:lnTo>
                  <a:pt x="0" y="653"/>
                </a:lnTo>
                <a:lnTo>
                  <a:pt x="0" y="657"/>
                </a:lnTo>
                <a:lnTo>
                  <a:pt x="0" y="659"/>
                </a:lnTo>
                <a:lnTo>
                  <a:pt x="0" y="663"/>
                </a:lnTo>
                <a:lnTo>
                  <a:pt x="0" y="665"/>
                </a:lnTo>
                <a:lnTo>
                  <a:pt x="0" y="669"/>
                </a:lnTo>
                <a:lnTo>
                  <a:pt x="0" y="671"/>
                </a:lnTo>
                <a:lnTo>
                  <a:pt x="1" y="673"/>
                </a:lnTo>
                <a:lnTo>
                  <a:pt x="1" y="676"/>
                </a:lnTo>
                <a:lnTo>
                  <a:pt x="1" y="678"/>
                </a:lnTo>
                <a:lnTo>
                  <a:pt x="1" y="679"/>
                </a:lnTo>
                <a:lnTo>
                  <a:pt x="3" y="682"/>
                </a:lnTo>
                <a:lnTo>
                  <a:pt x="3" y="684"/>
                </a:lnTo>
                <a:lnTo>
                  <a:pt x="3" y="685"/>
                </a:lnTo>
                <a:lnTo>
                  <a:pt x="4" y="688"/>
                </a:lnTo>
                <a:lnTo>
                  <a:pt x="5" y="689"/>
                </a:lnTo>
                <a:lnTo>
                  <a:pt x="5" y="691"/>
                </a:lnTo>
                <a:lnTo>
                  <a:pt x="6" y="693"/>
                </a:lnTo>
                <a:lnTo>
                  <a:pt x="7" y="695"/>
                </a:lnTo>
                <a:lnTo>
                  <a:pt x="9" y="696"/>
                </a:lnTo>
                <a:lnTo>
                  <a:pt x="10" y="699"/>
                </a:lnTo>
                <a:lnTo>
                  <a:pt x="11" y="701"/>
                </a:lnTo>
                <a:lnTo>
                  <a:pt x="13" y="702"/>
                </a:lnTo>
                <a:lnTo>
                  <a:pt x="15" y="705"/>
                </a:lnTo>
                <a:lnTo>
                  <a:pt x="17" y="707"/>
                </a:lnTo>
                <a:lnTo>
                  <a:pt x="19" y="709"/>
                </a:lnTo>
                <a:lnTo>
                  <a:pt x="22" y="712"/>
                </a:lnTo>
                <a:lnTo>
                  <a:pt x="24" y="714"/>
                </a:lnTo>
                <a:lnTo>
                  <a:pt x="27" y="717"/>
                </a:lnTo>
                <a:lnTo>
                  <a:pt x="29" y="720"/>
                </a:lnTo>
                <a:lnTo>
                  <a:pt x="33" y="723"/>
                </a:lnTo>
                <a:lnTo>
                  <a:pt x="36" y="726"/>
                </a:lnTo>
                <a:lnTo>
                  <a:pt x="39" y="730"/>
                </a:lnTo>
                <a:lnTo>
                  <a:pt x="42" y="733"/>
                </a:lnTo>
                <a:lnTo>
                  <a:pt x="46" y="736"/>
                </a:lnTo>
                <a:lnTo>
                  <a:pt x="49" y="739"/>
                </a:lnTo>
                <a:lnTo>
                  <a:pt x="52" y="742"/>
                </a:lnTo>
                <a:lnTo>
                  <a:pt x="54" y="745"/>
                </a:lnTo>
                <a:lnTo>
                  <a:pt x="58" y="748"/>
                </a:lnTo>
                <a:lnTo>
                  <a:pt x="60" y="750"/>
                </a:lnTo>
                <a:lnTo>
                  <a:pt x="61" y="751"/>
                </a:lnTo>
                <a:lnTo>
                  <a:pt x="64" y="754"/>
                </a:lnTo>
                <a:lnTo>
                  <a:pt x="66" y="755"/>
                </a:lnTo>
                <a:lnTo>
                  <a:pt x="69" y="757"/>
                </a:lnTo>
                <a:lnTo>
                  <a:pt x="70" y="759"/>
                </a:lnTo>
                <a:lnTo>
                  <a:pt x="72" y="760"/>
                </a:lnTo>
                <a:lnTo>
                  <a:pt x="73" y="761"/>
                </a:lnTo>
                <a:lnTo>
                  <a:pt x="76" y="762"/>
                </a:lnTo>
                <a:lnTo>
                  <a:pt x="77" y="763"/>
                </a:lnTo>
                <a:lnTo>
                  <a:pt x="79" y="765"/>
                </a:lnTo>
                <a:lnTo>
                  <a:pt x="81" y="765"/>
                </a:lnTo>
                <a:lnTo>
                  <a:pt x="83" y="766"/>
                </a:lnTo>
                <a:lnTo>
                  <a:pt x="85" y="766"/>
                </a:lnTo>
                <a:lnTo>
                  <a:pt x="87" y="767"/>
                </a:lnTo>
                <a:lnTo>
                  <a:pt x="89" y="767"/>
                </a:lnTo>
                <a:lnTo>
                  <a:pt x="91" y="767"/>
                </a:lnTo>
                <a:lnTo>
                  <a:pt x="93" y="767"/>
                </a:lnTo>
                <a:lnTo>
                  <a:pt x="95" y="768"/>
                </a:lnTo>
                <a:lnTo>
                  <a:pt x="97" y="768"/>
                </a:lnTo>
                <a:lnTo>
                  <a:pt x="101" y="768"/>
                </a:lnTo>
                <a:lnTo>
                  <a:pt x="103" y="768"/>
                </a:lnTo>
                <a:lnTo>
                  <a:pt x="106" y="768"/>
                </a:lnTo>
                <a:lnTo>
                  <a:pt x="109" y="768"/>
                </a:lnTo>
                <a:lnTo>
                  <a:pt x="113" y="768"/>
                </a:lnTo>
                <a:lnTo>
                  <a:pt x="115" y="768"/>
                </a:lnTo>
                <a:lnTo>
                  <a:pt x="119" y="768"/>
                </a:lnTo>
                <a:lnTo>
                  <a:pt x="123" y="768"/>
                </a:lnTo>
                <a:lnTo>
                  <a:pt x="126" y="768"/>
                </a:lnTo>
                <a:lnTo>
                  <a:pt x="129" y="768"/>
                </a:lnTo>
                <a:lnTo>
                  <a:pt x="132" y="768"/>
                </a:lnTo>
                <a:lnTo>
                  <a:pt x="135" y="768"/>
                </a:lnTo>
                <a:lnTo>
                  <a:pt x="137" y="768"/>
                </a:lnTo>
                <a:lnTo>
                  <a:pt x="139" y="768"/>
                </a:lnTo>
                <a:lnTo>
                  <a:pt x="143" y="768"/>
                </a:lnTo>
                <a:lnTo>
                  <a:pt x="145" y="768"/>
                </a:lnTo>
                <a:lnTo>
                  <a:pt x="148" y="768"/>
                </a:lnTo>
                <a:lnTo>
                  <a:pt x="151" y="768"/>
                </a:lnTo>
                <a:lnTo>
                  <a:pt x="154" y="768"/>
                </a:lnTo>
                <a:lnTo>
                  <a:pt x="157" y="768"/>
                </a:lnTo>
                <a:lnTo>
                  <a:pt x="160" y="768"/>
                </a:lnTo>
                <a:lnTo>
                  <a:pt x="163" y="768"/>
                </a:lnTo>
                <a:lnTo>
                  <a:pt x="167" y="768"/>
                </a:lnTo>
                <a:lnTo>
                  <a:pt x="172" y="768"/>
                </a:lnTo>
                <a:lnTo>
                  <a:pt x="175" y="768"/>
                </a:lnTo>
                <a:lnTo>
                  <a:pt x="180" y="768"/>
                </a:lnTo>
                <a:lnTo>
                  <a:pt x="185" y="768"/>
                </a:lnTo>
                <a:lnTo>
                  <a:pt x="191" y="768"/>
                </a:lnTo>
                <a:lnTo>
                  <a:pt x="196" y="768"/>
                </a:lnTo>
                <a:lnTo>
                  <a:pt x="202" y="768"/>
                </a:lnTo>
                <a:lnTo>
                  <a:pt x="209" y="768"/>
                </a:lnTo>
                <a:lnTo>
                  <a:pt x="216" y="768"/>
                </a:lnTo>
                <a:lnTo>
                  <a:pt x="223" y="768"/>
                </a:lnTo>
                <a:lnTo>
                  <a:pt x="232" y="768"/>
                </a:lnTo>
                <a:lnTo>
                  <a:pt x="240" y="768"/>
                </a:lnTo>
                <a:lnTo>
                  <a:pt x="249" y="768"/>
                </a:lnTo>
                <a:lnTo>
                  <a:pt x="259" y="768"/>
                </a:lnTo>
                <a:lnTo>
                  <a:pt x="269" y="768"/>
                </a:lnTo>
                <a:lnTo>
                  <a:pt x="280" y="768"/>
                </a:lnTo>
                <a:lnTo>
                  <a:pt x="289" y="768"/>
                </a:lnTo>
                <a:lnTo>
                  <a:pt x="299" y="768"/>
                </a:lnTo>
                <a:lnTo>
                  <a:pt x="307" y="768"/>
                </a:lnTo>
                <a:lnTo>
                  <a:pt x="316" y="768"/>
                </a:lnTo>
                <a:lnTo>
                  <a:pt x="323" y="768"/>
                </a:lnTo>
                <a:lnTo>
                  <a:pt x="331" y="768"/>
                </a:lnTo>
                <a:lnTo>
                  <a:pt x="337" y="768"/>
                </a:lnTo>
                <a:lnTo>
                  <a:pt x="345" y="768"/>
                </a:lnTo>
                <a:lnTo>
                  <a:pt x="351" y="768"/>
                </a:lnTo>
                <a:lnTo>
                  <a:pt x="357" y="768"/>
                </a:lnTo>
                <a:lnTo>
                  <a:pt x="363" y="768"/>
                </a:lnTo>
                <a:lnTo>
                  <a:pt x="369" y="768"/>
                </a:lnTo>
                <a:lnTo>
                  <a:pt x="373" y="768"/>
                </a:lnTo>
                <a:lnTo>
                  <a:pt x="379" y="768"/>
                </a:lnTo>
                <a:lnTo>
                  <a:pt x="384" y="768"/>
                </a:lnTo>
                <a:lnTo>
                  <a:pt x="390" y="768"/>
                </a:lnTo>
                <a:lnTo>
                  <a:pt x="395" y="768"/>
                </a:lnTo>
                <a:lnTo>
                  <a:pt x="401" y="768"/>
                </a:lnTo>
                <a:lnTo>
                  <a:pt x="407" y="768"/>
                </a:lnTo>
                <a:lnTo>
                  <a:pt x="413" y="768"/>
                </a:lnTo>
                <a:lnTo>
                  <a:pt x="419" y="768"/>
                </a:lnTo>
                <a:lnTo>
                  <a:pt x="425" y="768"/>
                </a:lnTo>
                <a:lnTo>
                  <a:pt x="431" y="768"/>
                </a:lnTo>
                <a:lnTo>
                  <a:pt x="438" y="768"/>
                </a:lnTo>
                <a:lnTo>
                  <a:pt x="445" y="768"/>
                </a:lnTo>
                <a:lnTo>
                  <a:pt x="454" y="768"/>
                </a:lnTo>
                <a:lnTo>
                  <a:pt x="461" y="768"/>
                </a:lnTo>
                <a:lnTo>
                  <a:pt x="471" y="768"/>
                </a:lnTo>
                <a:lnTo>
                  <a:pt x="479" y="768"/>
                </a:lnTo>
                <a:lnTo>
                  <a:pt x="490" y="768"/>
                </a:lnTo>
                <a:lnTo>
                  <a:pt x="499" y="768"/>
                </a:lnTo>
                <a:lnTo>
                  <a:pt x="510" y="768"/>
                </a:lnTo>
                <a:lnTo>
                  <a:pt x="520" y="768"/>
                </a:lnTo>
                <a:lnTo>
                  <a:pt x="529" y="768"/>
                </a:lnTo>
                <a:lnTo>
                  <a:pt x="538" y="768"/>
                </a:lnTo>
                <a:lnTo>
                  <a:pt x="546" y="768"/>
                </a:lnTo>
                <a:lnTo>
                  <a:pt x="553" y="768"/>
                </a:lnTo>
                <a:lnTo>
                  <a:pt x="561" y="768"/>
                </a:lnTo>
                <a:lnTo>
                  <a:pt x="567" y="768"/>
                </a:lnTo>
                <a:lnTo>
                  <a:pt x="573" y="768"/>
                </a:lnTo>
                <a:lnTo>
                  <a:pt x="579" y="768"/>
                </a:lnTo>
                <a:lnTo>
                  <a:pt x="583" y="768"/>
                </a:lnTo>
                <a:lnTo>
                  <a:pt x="589" y="768"/>
                </a:lnTo>
                <a:lnTo>
                  <a:pt x="593" y="768"/>
                </a:lnTo>
                <a:lnTo>
                  <a:pt x="598" y="768"/>
                </a:lnTo>
                <a:lnTo>
                  <a:pt x="601" y="768"/>
                </a:lnTo>
                <a:lnTo>
                  <a:pt x="605" y="768"/>
                </a:lnTo>
                <a:lnTo>
                  <a:pt x="609" y="768"/>
                </a:lnTo>
                <a:lnTo>
                  <a:pt x="612" y="768"/>
                </a:lnTo>
                <a:lnTo>
                  <a:pt x="616" y="768"/>
                </a:lnTo>
                <a:lnTo>
                  <a:pt x="618" y="768"/>
                </a:lnTo>
                <a:lnTo>
                  <a:pt x="621" y="768"/>
                </a:lnTo>
                <a:lnTo>
                  <a:pt x="624" y="768"/>
                </a:lnTo>
                <a:lnTo>
                  <a:pt x="627" y="768"/>
                </a:lnTo>
                <a:lnTo>
                  <a:pt x="629" y="768"/>
                </a:lnTo>
                <a:lnTo>
                  <a:pt x="633" y="768"/>
                </a:lnTo>
                <a:lnTo>
                  <a:pt x="635" y="768"/>
                </a:lnTo>
                <a:lnTo>
                  <a:pt x="637" y="768"/>
                </a:lnTo>
                <a:lnTo>
                  <a:pt x="641" y="768"/>
                </a:lnTo>
                <a:lnTo>
                  <a:pt x="643" y="768"/>
                </a:lnTo>
                <a:lnTo>
                  <a:pt x="647" y="768"/>
                </a:lnTo>
                <a:lnTo>
                  <a:pt x="649" y="768"/>
                </a:lnTo>
                <a:lnTo>
                  <a:pt x="653" y="768"/>
                </a:lnTo>
                <a:lnTo>
                  <a:pt x="657" y="768"/>
                </a:lnTo>
                <a:lnTo>
                  <a:pt x="660" y="768"/>
                </a:lnTo>
                <a:lnTo>
                  <a:pt x="663" y="768"/>
                </a:lnTo>
                <a:lnTo>
                  <a:pt x="666" y="768"/>
                </a:lnTo>
                <a:lnTo>
                  <a:pt x="669" y="768"/>
                </a:lnTo>
                <a:lnTo>
                  <a:pt x="671" y="768"/>
                </a:lnTo>
                <a:lnTo>
                  <a:pt x="673" y="768"/>
                </a:lnTo>
                <a:lnTo>
                  <a:pt x="676" y="767"/>
                </a:lnTo>
                <a:lnTo>
                  <a:pt x="678" y="767"/>
                </a:lnTo>
                <a:lnTo>
                  <a:pt x="681" y="767"/>
                </a:lnTo>
                <a:lnTo>
                  <a:pt x="683" y="767"/>
                </a:lnTo>
                <a:lnTo>
                  <a:pt x="684" y="766"/>
                </a:lnTo>
                <a:lnTo>
                  <a:pt x="687" y="766"/>
                </a:lnTo>
                <a:lnTo>
                  <a:pt x="688" y="765"/>
                </a:lnTo>
                <a:lnTo>
                  <a:pt x="690" y="765"/>
                </a:lnTo>
                <a:lnTo>
                  <a:pt x="691" y="763"/>
                </a:lnTo>
                <a:lnTo>
                  <a:pt x="694" y="762"/>
                </a:lnTo>
                <a:lnTo>
                  <a:pt x="695" y="761"/>
                </a:lnTo>
                <a:lnTo>
                  <a:pt x="697" y="760"/>
                </a:lnTo>
                <a:lnTo>
                  <a:pt x="699" y="759"/>
                </a:lnTo>
                <a:lnTo>
                  <a:pt x="701" y="757"/>
                </a:lnTo>
                <a:lnTo>
                  <a:pt x="703" y="755"/>
                </a:lnTo>
                <a:lnTo>
                  <a:pt x="705" y="754"/>
                </a:lnTo>
                <a:lnTo>
                  <a:pt x="707" y="751"/>
                </a:lnTo>
                <a:lnTo>
                  <a:pt x="709" y="750"/>
                </a:lnTo>
                <a:lnTo>
                  <a:pt x="712" y="748"/>
                </a:lnTo>
                <a:lnTo>
                  <a:pt x="714" y="745"/>
                </a:lnTo>
                <a:lnTo>
                  <a:pt x="718" y="742"/>
                </a:lnTo>
                <a:lnTo>
                  <a:pt x="720" y="739"/>
                </a:lnTo>
                <a:lnTo>
                  <a:pt x="724" y="736"/>
                </a:lnTo>
                <a:lnTo>
                  <a:pt x="726" y="733"/>
                </a:lnTo>
                <a:lnTo>
                  <a:pt x="730" y="730"/>
                </a:lnTo>
                <a:lnTo>
                  <a:pt x="733" y="726"/>
                </a:lnTo>
                <a:lnTo>
                  <a:pt x="737" y="723"/>
                </a:lnTo>
                <a:lnTo>
                  <a:pt x="739" y="720"/>
                </a:lnTo>
                <a:lnTo>
                  <a:pt x="743" y="717"/>
                </a:lnTo>
                <a:lnTo>
                  <a:pt x="745" y="714"/>
                </a:lnTo>
                <a:lnTo>
                  <a:pt x="748" y="712"/>
                </a:lnTo>
                <a:lnTo>
                  <a:pt x="750" y="709"/>
                </a:lnTo>
                <a:lnTo>
                  <a:pt x="753" y="707"/>
                </a:lnTo>
                <a:lnTo>
                  <a:pt x="754" y="705"/>
                </a:lnTo>
                <a:lnTo>
                  <a:pt x="756" y="702"/>
                </a:lnTo>
                <a:lnTo>
                  <a:pt x="757" y="701"/>
                </a:lnTo>
                <a:lnTo>
                  <a:pt x="759" y="699"/>
                </a:lnTo>
                <a:lnTo>
                  <a:pt x="761" y="696"/>
                </a:lnTo>
                <a:lnTo>
                  <a:pt x="762" y="695"/>
                </a:lnTo>
                <a:lnTo>
                  <a:pt x="762" y="693"/>
                </a:lnTo>
                <a:lnTo>
                  <a:pt x="763" y="691"/>
                </a:lnTo>
                <a:lnTo>
                  <a:pt x="765" y="689"/>
                </a:lnTo>
                <a:lnTo>
                  <a:pt x="766" y="688"/>
                </a:lnTo>
                <a:lnTo>
                  <a:pt x="766" y="685"/>
                </a:lnTo>
                <a:lnTo>
                  <a:pt x="767" y="684"/>
                </a:lnTo>
                <a:lnTo>
                  <a:pt x="767" y="682"/>
                </a:lnTo>
                <a:lnTo>
                  <a:pt x="767" y="679"/>
                </a:lnTo>
                <a:lnTo>
                  <a:pt x="768" y="678"/>
                </a:lnTo>
                <a:lnTo>
                  <a:pt x="768" y="676"/>
                </a:lnTo>
                <a:lnTo>
                  <a:pt x="768" y="673"/>
                </a:lnTo>
                <a:lnTo>
                  <a:pt x="768" y="671"/>
                </a:lnTo>
                <a:lnTo>
                  <a:pt x="768" y="669"/>
                </a:lnTo>
                <a:lnTo>
                  <a:pt x="768" y="665"/>
                </a:lnTo>
                <a:lnTo>
                  <a:pt x="768" y="663"/>
                </a:lnTo>
                <a:lnTo>
                  <a:pt x="768" y="659"/>
                </a:lnTo>
                <a:lnTo>
                  <a:pt x="768" y="657"/>
                </a:lnTo>
                <a:lnTo>
                  <a:pt x="768" y="653"/>
                </a:lnTo>
                <a:lnTo>
                  <a:pt x="768" y="649"/>
                </a:lnTo>
                <a:lnTo>
                  <a:pt x="768" y="646"/>
                </a:lnTo>
                <a:lnTo>
                  <a:pt x="768" y="643"/>
                </a:lnTo>
                <a:lnTo>
                  <a:pt x="768" y="640"/>
                </a:lnTo>
                <a:lnTo>
                  <a:pt x="768" y="637"/>
                </a:lnTo>
                <a:lnTo>
                  <a:pt x="768" y="635"/>
                </a:lnTo>
                <a:lnTo>
                  <a:pt x="768" y="633"/>
                </a:lnTo>
                <a:lnTo>
                  <a:pt x="768" y="630"/>
                </a:lnTo>
                <a:lnTo>
                  <a:pt x="768" y="628"/>
                </a:lnTo>
                <a:lnTo>
                  <a:pt x="768" y="625"/>
                </a:lnTo>
                <a:lnTo>
                  <a:pt x="768" y="624"/>
                </a:lnTo>
                <a:lnTo>
                  <a:pt x="768" y="622"/>
                </a:lnTo>
                <a:lnTo>
                  <a:pt x="768" y="619"/>
                </a:lnTo>
                <a:lnTo>
                  <a:pt x="768" y="618"/>
                </a:lnTo>
                <a:lnTo>
                  <a:pt x="768" y="616"/>
                </a:lnTo>
                <a:lnTo>
                  <a:pt x="768" y="615"/>
                </a:lnTo>
                <a:lnTo>
                  <a:pt x="768" y="612"/>
                </a:lnTo>
                <a:lnTo>
                  <a:pt x="768" y="611"/>
                </a:lnTo>
                <a:lnTo>
                  <a:pt x="768" y="609"/>
                </a:lnTo>
                <a:lnTo>
                  <a:pt x="768" y="607"/>
                </a:lnTo>
                <a:lnTo>
                  <a:pt x="768" y="605"/>
                </a:lnTo>
                <a:lnTo>
                  <a:pt x="768" y="603"/>
                </a:lnTo>
                <a:lnTo>
                  <a:pt x="768" y="601"/>
                </a:lnTo>
                <a:lnTo>
                  <a:pt x="768" y="599"/>
                </a:lnTo>
                <a:lnTo>
                  <a:pt x="768" y="597"/>
                </a:lnTo>
                <a:lnTo>
                  <a:pt x="768" y="594"/>
                </a:lnTo>
                <a:lnTo>
                  <a:pt x="768" y="592"/>
                </a:lnTo>
                <a:lnTo>
                  <a:pt x="768" y="588"/>
                </a:lnTo>
                <a:lnTo>
                  <a:pt x="768" y="586"/>
                </a:lnTo>
                <a:lnTo>
                  <a:pt x="768" y="582"/>
                </a:lnTo>
                <a:lnTo>
                  <a:pt x="768" y="580"/>
                </a:lnTo>
                <a:lnTo>
                  <a:pt x="768" y="576"/>
                </a:lnTo>
                <a:lnTo>
                  <a:pt x="768" y="573"/>
                </a:lnTo>
                <a:lnTo>
                  <a:pt x="768" y="569"/>
                </a:lnTo>
                <a:lnTo>
                  <a:pt x="768" y="567"/>
                </a:lnTo>
                <a:lnTo>
                  <a:pt x="768" y="563"/>
                </a:lnTo>
                <a:lnTo>
                  <a:pt x="768" y="561"/>
                </a:lnTo>
                <a:lnTo>
                  <a:pt x="768" y="557"/>
                </a:lnTo>
                <a:lnTo>
                  <a:pt x="768" y="555"/>
                </a:lnTo>
                <a:lnTo>
                  <a:pt x="768" y="551"/>
                </a:lnTo>
                <a:lnTo>
                  <a:pt x="768" y="549"/>
                </a:lnTo>
                <a:lnTo>
                  <a:pt x="768" y="545"/>
                </a:lnTo>
                <a:lnTo>
                  <a:pt x="768" y="543"/>
                </a:lnTo>
                <a:lnTo>
                  <a:pt x="768" y="539"/>
                </a:lnTo>
                <a:lnTo>
                  <a:pt x="768" y="535"/>
                </a:lnTo>
                <a:lnTo>
                  <a:pt x="768" y="532"/>
                </a:lnTo>
                <a:lnTo>
                  <a:pt x="768" y="528"/>
                </a:lnTo>
                <a:lnTo>
                  <a:pt x="768" y="523"/>
                </a:lnTo>
                <a:lnTo>
                  <a:pt x="768" y="519"/>
                </a:lnTo>
                <a:lnTo>
                  <a:pt x="768" y="514"/>
                </a:lnTo>
                <a:lnTo>
                  <a:pt x="768" y="508"/>
                </a:lnTo>
                <a:lnTo>
                  <a:pt x="768" y="502"/>
                </a:lnTo>
                <a:lnTo>
                  <a:pt x="768" y="496"/>
                </a:lnTo>
                <a:lnTo>
                  <a:pt x="768" y="489"/>
                </a:lnTo>
                <a:lnTo>
                  <a:pt x="768" y="481"/>
                </a:lnTo>
                <a:lnTo>
                  <a:pt x="768" y="473"/>
                </a:lnTo>
                <a:lnTo>
                  <a:pt x="768" y="465"/>
                </a:lnTo>
                <a:lnTo>
                  <a:pt x="768" y="455"/>
                </a:lnTo>
                <a:lnTo>
                  <a:pt x="768" y="445"/>
                </a:lnTo>
                <a:lnTo>
                  <a:pt x="768" y="435"/>
                </a:lnTo>
                <a:lnTo>
                  <a:pt x="768" y="424"/>
                </a:lnTo>
                <a:lnTo>
                  <a:pt x="768" y="411"/>
                </a:lnTo>
                <a:lnTo>
                  <a:pt x="768" y="397"/>
                </a:lnTo>
                <a:lnTo>
                  <a:pt x="768" y="384"/>
                </a:lnTo>
                <a:lnTo>
                  <a:pt x="768" y="370"/>
                </a:lnTo>
                <a:lnTo>
                  <a:pt x="768" y="357"/>
                </a:lnTo>
                <a:lnTo>
                  <a:pt x="768" y="345"/>
                </a:lnTo>
                <a:lnTo>
                  <a:pt x="768" y="334"/>
                </a:lnTo>
                <a:lnTo>
                  <a:pt x="768" y="323"/>
                </a:lnTo>
                <a:lnTo>
                  <a:pt x="768" y="312"/>
                </a:lnTo>
                <a:lnTo>
                  <a:pt x="768" y="304"/>
                </a:lnTo>
                <a:lnTo>
                  <a:pt x="768" y="294"/>
                </a:lnTo>
                <a:lnTo>
                  <a:pt x="768" y="287"/>
                </a:lnTo>
                <a:lnTo>
                  <a:pt x="768" y="280"/>
                </a:lnTo>
                <a:lnTo>
                  <a:pt x="768" y="273"/>
                </a:lnTo>
                <a:lnTo>
                  <a:pt x="768" y="267"/>
                </a:lnTo>
                <a:lnTo>
                  <a:pt x="768" y="261"/>
                </a:lnTo>
                <a:lnTo>
                  <a:pt x="768" y="255"/>
                </a:lnTo>
                <a:lnTo>
                  <a:pt x="768" y="250"/>
                </a:lnTo>
                <a:lnTo>
                  <a:pt x="768" y="245"/>
                </a:lnTo>
                <a:lnTo>
                  <a:pt x="768" y="240"/>
                </a:lnTo>
                <a:lnTo>
                  <a:pt x="768" y="237"/>
                </a:lnTo>
                <a:lnTo>
                  <a:pt x="768" y="233"/>
                </a:lnTo>
                <a:lnTo>
                  <a:pt x="768" y="229"/>
                </a:lnTo>
                <a:lnTo>
                  <a:pt x="768" y="226"/>
                </a:lnTo>
                <a:lnTo>
                  <a:pt x="768" y="223"/>
                </a:lnTo>
                <a:lnTo>
                  <a:pt x="768" y="220"/>
                </a:lnTo>
                <a:lnTo>
                  <a:pt x="768" y="217"/>
                </a:lnTo>
                <a:lnTo>
                  <a:pt x="768" y="214"/>
                </a:lnTo>
                <a:lnTo>
                  <a:pt x="768" y="211"/>
                </a:lnTo>
                <a:lnTo>
                  <a:pt x="768" y="208"/>
                </a:lnTo>
                <a:lnTo>
                  <a:pt x="768" y="205"/>
                </a:lnTo>
                <a:lnTo>
                  <a:pt x="768" y="202"/>
                </a:lnTo>
                <a:lnTo>
                  <a:pt x="768" y="199"/>
                </a:lnTo>
                <a:lnTo>
                  <a:pt x="768" y="196"/>
                </a:lnTo>
                <a:lnTo>
                  <a:pt x="768" y="192"/>
                </a:lnTo>
                <a:lnTo>
                  <a:pt x="768" y="189"/>
                </a:lnTo>
                <a:lnTo>
                  <a:pt x="768" y="185"/>
                </a:lnTo>
                <a:lnTo>
                  <a:pt x="768" y="183"/>
                </a:lnTo>
                <a:lnTo>
                  <a:pt x="768" y="179"/>
                </a:lnTo>
                <a:lnTo>
                  <a:pt x="768" y="177"/>
                </a:lnTo>
                <a:lnTo>
                  <a:pt x="768" y="174"/>
                </a:lnTo>
                <a:lnTo>
                  <a:pt x="768" y="172"/>
                </a:lnTo>
                <a:lnTo>
                  <a:pt x="768" y="169"/>
                </a:lnTo>
                <a:lnTo>
                  <a:pt x="768" y="167"/>
                </a:lnTo>
                <a:lnTo>
                  <a:pt x="768" y="165"/>
                </a:lnTo>
                <a:lnTo>
                  <a:pt x="768" y="163"/>
                </a:lnTo>
                <a:lnTo>
                  <a:pt x="768" y="161"/>
                </a:lnTo>
                <a:lnTo>
                  <a:pt x="768" y="160"/>
                </a:lnTo>
                <a:lnTo>
                  <a:pt x="768" y="157"/>
                </a:lnTo>
                <a:lnTo>
                  <a:pt x="768" y="156"/>
                </a:lnTo>
                <a:lnTo>
                  <a:pt x="768" y="154"/>
                </a:lnTo>
                <a:lnTo>
                  <a:pt x="768" y="153"/>
                </a:lnTo>
                <a:lnTo>
                  <a:pt x="768" y="150"/>
                </a:lnTo>
                <a:lnTo>
                  <a:pt x="768" y="148"/>
                </a:lnTo>
                <a:lnTo>
                  <a:pt x="768" y="147"/>
                </a:lnTo>
                <a:lnTo>
                  <a:pt x="768" y="144"/>
                </a:lnTo>
                <a:lnTo>
                  <a:pt x="768" y="143"/>
                </a:lnTo>
                <a:lnTo>
                  <a:pt x="768" y="141"/>
                </a:lnTo>
                <a:lnTo>
                  <a:pt x="768" y="138"/>
                </a:lnTo>
                <a:lnTo>
                  <a:pt x="768" y="136"/>
                </a:lnTo>
                <a:lnTo>
                  <a:pt x="768" y="133"/>
                </a:lnTo>
                <a:lnTo>
                  <a:pt x="768" y="131"/>
                </a:lnTo>
                <a:lnTo>
                  <a:pt x="768" y="129"/>
                </a:lnTo>
                <a:lnTo>
                  <a:pt x="768" y="125"/>
                </a:lnTo>
                <a:lnTo>
                  <a:pt x="768" y="123"/>
                </a:lnTo>
                <a:lnTo>
                  <a:pt x="768" y="119"/>
                </a:lnTo>
                <a:lnTo>
                  <a:pt x="768" y="115"/>
                </a:lnTo>
                <a:lnTo>
                  <a:pt x="768" y="112"/>
                </a:lnTo>
                <a:lnTo>
                  <a:pt x="768" y="108"/>
                </a:lnTo>
                <a:lnTo>
                  <a:pt x="768" y="106"/>
                </a:lnTo>
                <a:lnTo>
                  <a:pt x="768" y="102"/>
                </a:lnTo>
                <a:lnTo>
                  <a:pt x="768" y="100"/>
                </a:lnTo>
                <a:lnTo>
                  <a:pt x="768" y="97"/>
                </a:lnTo>
                <a:lnTo>
                  <a:pt x="768" y="95"/>
                </a:lnTo>
                <a:lnTo>
                  <a:pt x="768" y="93"/>
                </a:lnTo>
                <a:lnTo>
                  <a:pt x="768" y="90"/>
                </a:lnTo>
                <a:lnTo>
                  <a:pt x="767" y="88"/>
                </a:lnTo>
                <a:lnTo>
                  <a:pt x="767" y="87"/>
                </a:lnTo>
                <a:lnTo>
                  <a:pt x="767" y="84"/>
                </a:lnTo>
                <a:lnTo>
                  <a:pt x="766" y="83"/>
                </a:lnTo>
                <a:lnTo>
                  <a:pt x="766" y="81"/>
                </a:lnTo>
                <a:lnTo>
                  <a:pt x="765" y="79"/>
                </a:lnTo>
                <a:lnTo>
                  <a:pt x="763" y="77"/>
                </a:lnTo>
                <a:lnTo>
                  <a:pt x="762" y="76"/>
                </a:lnTo>
                <a:lnTo>
                  <a:pt x="762" y="73"/>
                </a:lnTo>
                <a:lnTo>
                  <a:pt x="761" y="71"/>
                </a:lnTo>
                <a:lnTo>
                  <a:pt x="759" y="70"/>
                </a:lnTo>
                <a:lnTo>
                  <a:pt x="757" y="67"/>
                </a:lnTo>
                <a:lnTo>
                  <a:pt x="756" y="66"/>
                </a:lnTo>
                <a:lnTo>
                  <a:pt x="754" y="64"/>
                </a:lnTo>
                <a:lnTo>
                  <a:pt x="753" y="61"/>
                </a:lnTo>
                <a:lnTo>
                  <a:pt x="750" y="59"/>
                </a:lnTo>
                <a:lnTo>
                  <a:pt x="748" y="57"/>
                </a:lnTo>
                <a:lnTo>
                  <a:pt x="745" y="54"/>
                </a:lnTo>
                <a:lnTo>
                  <a:pt x="743" y="52"/>
                </a:lnTo>
                <a:lnTo>
                  <a:pt x="739" y="48"/>
                </a:lnTo>
                <a:lnTo>
                  <a:pt x="737" y="46"/>
                </a:lnTo>
                <a:lnTo>
                  <a:pt x="733" y="42"/>
                </a:lnTo>
                <a:lnTo>
                  <a:pt x="730" y="39"/>
                </a:lnTo>
                <a:lnTo>
                  <a:pt x="726" y="35"/>
                </a:lnTo>
                <a:lnTo>
                  <a:pt x="724" y="31"/>
                </a:lnTo>
                <a:lnTo>
                  <a:pt x="720" y="29"/>
                </a:lnTo>
                <a:lnTo>
                  <a:pt x="718" y="25"/>
                </a:lnTo>
                <a:lnTo>
                  <a:pt x="714" y="23"/>
                </a:lnTo>
                <a:lnTo>
                  <a:pt x="712" y="21"/>
                </a:lnTo>
                <a:lnTo>
                  <a:pt x="709" y="18"/>
                </a:lnTo>
                <a:lnTo>
                  <a:pt x="707" y="17"/>
                </a:lnTo>
                <a:lnTo>
                  <a:pt x="705" y="15"/>
                </a:lnTo>
                <a:lnTo>
                  <a:pt x="703" y="12"/>
                </a:lnTo>
                <a:lnTo>
                  <a:pt x="701" y="11"/>
                </a:lnTo>
                <a:lnTo>
                  <a:pt x="699" y="10"/>
                </a:lnTo>
                <a:lnTo>
                  <a:pt x="697" y="9"/>
                </a:lnTo>
                <a:lnTo>
                  <a:pt x="695" y="7"/>
                </a:lnTo>
                <a:lnTo>
                  <a:pt x="694" y="6"/>
                </a:lnTo>
                <a:lnTo>
                  <a:pt x="691" y="5"/>
                </a:lnTo>
                <a:lnTo>
                  <a:pt x="690" y="4"/>
                </a:lnTo>
                <a:lnTo>
                  <a:pt x="688" y="4"/>
                </a:lnTo>
                <a:lnTo>
                  <a:pt x="687" y="3"/>
                </a:lnTo>
                <a:lnTo>
                  <a:pt x="684" y="3"/>
                </a:lnTo>
                <a:lnTo>
                  <a:pt x="683" y="1"/>
                </a:lnTo>
                <a:lnTo>
                  <a:pt x="681" y="1"/>
                </a:lnTo>
                <a:lnTo>
                  <a:pt x="678" y="1"/>
                </a:lnTo>
                <a:lnTo>
                  <a:pt x="676" y="1"/>
                </a:lnTo>
                <a:lnTo>
                  <a:pt x="673" y="0"/>
                </a:lnTo>
                <a:lnTo>
                  <a:pt x="671" y="0"/>
                </a:lnTo>
                <a:lnTo>
                  <a:pt x="669" y="0"/>
                </a:lnTo>
                <a:lnTo>
                  <a:pt x="666" y="0"/>
                </a:lnTo>
                <a:lnTo>
                  <a:pt x="663" y="0"/>
                </a:lnTo>
                <a:lnTo>
                  <a:pt x="660" y="0"/>
                </a:lnTo>
                <a:lnTo>
                  <a:pt x="657" y="0"/>
                </a:lnTo>
                <a:lnTo>
                  <a:pt x="653" y="0"/>
                </a:lnTo>
                <a:lnTo>
                  <a:pt x="649" y="0"/>
                </a:lnTo>
                <a:lnTo>
                  <a:pt x="647" y="0"/>
                </a:lnTo>
                <a:lnTo>
                  <a:pt x="643" y="0"/>
                </a:lnTo>
                <a:lnTo>
                  <a:pt x="641" y="0"/>
                </a:lnTo>
                <a:lnTo>
                  <a:pt x="637" y="0"/>
                </a:lnTo>
                <a:lnTo>
                  <a:pt x="635" y="0"/>
                </a:lnTo>
                <a:lnTo>
                  <a:pt x="633" y="0"/>
                </a:lnTo>
                <a:lnTo>
                  <a:pt x="630" y="0"/>
                </a:lnTo>
                <a:lnTo>
                  <a:pt x="628" y="0"/>
                </a:lnTo>
                <a:lnTo>
                  <a:pt x="625" y="0"/>
                </a:lnTo>
                <a:lnTo>
                  <a:pt x="623" y="0"/>
                </a:lnTo>
                <a:lnTo>
                  <a:pt x="621" y="0"/>
                </a:lnTo>
                <a:lnTo>
                  <a:pt x="618" y="0"/>
                </a:lnTo>
                <a:lnTo>
                  <a:pt x="616" y="0"/>
                </a:lnTo>
                <a:lnTo>
                  <a:pt x="612" y="0"/>
                </a:lnTo>
                <a:lnTo>
                  <a:pt x="610" y="0"/>
                </a:lnTo>
                <a:lnTo>
                  <a:pt x="607" y="0"/>
                </a:lnTo>
                <a:lnTo>
                  <a:pt x="605" y="0"/>
                </a:lnTo>
                <a:lnTo>
                  <a:pt x="601" y="0"/>
                </a:lnTo>
                <a:lnTo>
                  <a:pt x="598" y="0"/>
                </a:lnTo>
                <a:lnTo>
                  <a:pt x="594" y="0"/>
                </a:lnTo>
                <a:lnTo>
                  <a:pt x="591" y="0"/>
                </a:lnTo>
                <a:lnTo>
                  <a:pt x="587" y="0"/>
                </a:lnTo>
                <a:lnTo>
                  <a:pt x="583" y="0"/>
                </a:lnTo>
                <a:lnTo>
                  <a:pt x="579" y="0"/>
                </a:lnTo>
                <a:lnTo>
                  <a:pt x="574" y="0"/>
                </a:lnTo>
                <a:lnTo>
                  <a:pt x="569" y="0"/>
                </a:lnTo>
                <a:lnTo>
                  <a:pt x="563" y="0"/>
                </a:lnTo>
                <a:lnTo>
                  <a:pt x="558" y="0"/>
                </a:lnTo>
                <a:lnTo>
                  <a:pt x="552" y="0"/>
                </a:lnTo>
                <a:lnTo>
                  <a:pt x="545" y="0"/>
                </a:lnTo>
                <a:lnTo>
                  <a:pt x="538" y="0"/>
                </a:lnTo>
                <a:lnTo>
                  <a:pt x="531" y="0"/>
                </a:lnTo>
                <a:lnTo>
                  <a:pt x="525" y="0"/>
                </a:lnTo>
                <a:lnTo>
                  <a:pt x="519" y="0"/>
                </a:lnTo>
                <a:lnTo>
                  <a:pt x="513" y="0"/>
                </a:lnTo>
                <a:lnTo>
                  <a:pt x="508" y="0"/>
                </a:lnTo>
                <a:lnTo>
                  <a:pt x="502" y="0"/>
                </a:lnTo>
                <a:lnTo>
                  <a:pt x="497" y="0"/>
                </a:lnTo>
                <a:lnTo>
                  <a:pt x="493" y="0"/>
                </a:lnTo>
                <a:lnTo>
                  <a:pt x="489" y="0"/>
                </a:lnTo>
                <a:lnTo>
                  <a:pt x="485" y="0"/>
                </a:lnTo>
                <a:lnTo>
                  <a:pt x="481" y="0"/>
                </a:lnTo>
                <a:lnTo>
                  <a:pt x="478" y="0"/>
                </a:lnTo>
                <a:lnTo>
                  <a:pt x="475" y="0"/>
                </a:lnTo>
                <a:lnTo>
                  <a:pt x="472" y="0"/>
                </a:lnTo>
                <a:lnTo>
                  <a:pt x="469" y="0"/>
                </a:lnTo>
                <a:lnTo>
                  <a:pt x="466" y="0"/>
                </a:lnTo>
                <a:lnTo>
                  <a:pt x="463" y="0"/>
                </a:lnTo>
                <a:lnTo>
                  <a:pt x="461" y="0"/>
                </a:lnTo>
                <a:lnTo>
                  <a:pt x="459" y="0"/>
                </a:lnTo>
                <a:lnTo>
                  <a:pt x="456" y="0"/>
                </a:lnTo>
                <a:lnTo>
                  <a:pt x="454" y="0"/>
                </a:lnTo>
                <a:lnTo>
                  <a:pt x="451" y="0"/>
                </a:lnTo>
                <a:lnTo>
                  <a:pt x="449" y="0"/>
                </a:lnTo>
                <a:lnTo>
                  <a:pt x="447" y="0"/>
                </a:lnTo>
                <a:lnTo>
                  <a:pt x="444" y="0"/>
                </a:lnTo>
                <a:lnTo>
                  <a:pt x="442" y="0"/>
                </a:lnTo>
                <a:lnTo>
                  <a:pt x="438" y="0"/>
                </a:lnTo>
                <a:lnTo>
                  <a:pt x="436" y="0"/>
                </a:lnTo>
                <a:lnTo>
                  <a:pt x="433" y="0"/>
                </a:lnTo>
                <a:lnTo>
                  <a:pt x="430" y="0"/>
                </a:lnTo>
                <a:lnTo>
                  <a:pt x="426" y="0"/>
                </a:lnTo>
                <a:lnTo>
                  <a:pt x="423" y="0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7" name="Rectangle 123">
            <a:extLst>
              <a:ext uri="{FF2B5EF4-FFF2-40B4-BE49-F238E27FC236}">
                <a16:creationId xmlns:a16="http://schemas.microsoft.com/office/drawing/2014/main" id="{DA76B458-D243-451C-8CAB-B223EE265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6163" y="2295525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8" name="Rectangle 124">
            <a:extLst>
              <a:ext uri="{FF2B5EF4-FFF2-40B4-BE49-F238E27FC236}">
                <a16:creationId xmlns:a16="http://schemas.microsoft.com/office/drawing/2014/main" id="{C09A9919-83E0-44BB-98E9-565E7BDFD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26363" y="1625600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9" name="Rectangle 125">
            <a:extLst>
              <a:ext uri="{FF2B5EF4-FFF2-40B4-BE49-F238E27FC236}">
                <a16:creationId xmlns:a16="http://schemas.microsoft.com/office/drawing/2014/main" id="{B0D2E7EC-0BBE-48CD-9FF6-C0179F8D73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01050" y="1958975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0" name="Freeform 126">
            <a:extLst>
              <a:ext uri="{FF2B5EF4-FFF2-40B4-BE49-F238E27FC236}">
                <a16:creationId xmlns:a16="http://schemas.microsoft.com/office/drawing/2014/main" id="{E54CC70E-20C1-4EB1-99B7-703C484EE3AE}"/>
              </a:ext>
            </a:extLst>
          </p:cNvPr>
          <p:cNvSpPr>
            <a:spLocks/>
          </p:cNvSpPr>
          <p:nvPr/>
        </p:nvSpPr>
        <p:spPr bwMode="auto">
          <a:xfrm>
            <a:off x="8659813" y="1582737"/>
            <a:ext cx="336550" cy="558800"/>
          </a:xfrm>
          <a:custGeom>
            <a:avLst/>
            <a:gdLst>
              <a:gd name="T0" fmla="*/ 2147483646 w 510"/>
              <a:gd name="T1" fmla="*/ 0 h 850"/>
              <a:gd name="T2" fmla="*/ 2147483646 w 510"/>
              <a:gd name="T3" fmla="*/ 0 h 850"/>
              <a:gd name="T4" fmla="*/ 2147483646 w 510"/>
              <a:gd name="T5" fmla="*/ 0 h 850"/>
              <a:gd name="T6" fmla="*/ 2147483646 w 510"/>
              <a:gd name="T7" fmla="*/ 0 h 850"/>
              <a:gd name="T8" fmla="*/ 2147483646 w 510"/>
              <a:gd name="T9" fmla="*/ 0 h 850"/>
              <a:gd name="T10" fmla="*/ 2147483646 w 510"/>
              <a:gd name="T11" fmla="*/ 0 h 850"/>
              <a:gd name="T12" fmla="*/ 2147483646 w 510"/>
              <a:gd name="T13" fmla="*/ 0 h 850"/>
              <a:gd name="T14" fmla="*/ 2147483646 w 510"/>
              <a:gd name="T15" fmla="*/ 2147483646 h 850"/>
              <a:gd name="T16" fmla="*/ 2147483646 w 510"/>
              <a:gd name="T17" fmla="*/ 2147483646 h 850"/>
              <a:gd name="T18" fmla="*/ 2147483646 w 510"/>
              <a:gd name="T19" fmla="*/ 2147483646 h 850"/>
              <a:gd name="T20" fmla="*/ 2147483646 w 510"/>
              <a:gd name="T21" fmla="*/ 2147483646 h 850"/>
              <a:gd name="T22" fmla="*/ 2147483646 w 510"/>
              <a:gd name="T23" fmla="*/ 2147483646 h 850"/>
              <a:gd name="T24" fmla="*/ 2147483646 w 510"/>
              <a:gd name="T25" fmla="*/ 2147483646 h 850"/>
              <a:gd name="T26" fmla="*/ 2147483646 w 510"/>
              <a:gd name="T27" fmla="*/ 2147483646 h 850"/>
              <a:gd name="T28" fmla="*/ 2147483646 w 510"/>
              <a:gd name="T29" fmla="*/ 2147483646 h 850"/>
              <a:gd name="T30" fmla="*/ 0 w 510"/>
              <a:gd name="T31" fmla="*/ 2147483646 h 850"/>
              <a:gd name="T32" fmla="*/ 0 w 510"/>
              <a:gd name="T33" fmla="*/ 2147483646 h 850"/>
              <a:gd name="T34" fmla="*/ 0 w 510"/>
              <a:gd name="T35" fmla="*/ 2147483646 h 850"/>
              <a:gd name="T36" fmla="*/ 0 w 510"/>
              <a:gd name="T37" fmla="*/ 2147483646 h 850"/>
              <a:gd name="T38" fmla="*/ 0 w 510"/>
              <a:gd name="T39" fmla="*/ 2147483646 h 850"/>
              <a:gd name="T40" fmla="*/ 0 w 510"/>
              <a:gd name="T41" fmla="*/ 2147483646 h 850"/>
              <a:gd name="T42" fmla="*/ 0 w 510"/>
              <a:gd name="T43" fmla="*/ 2147483646 h 850"/>
              <a:gd name="T44" fmla="*/ 0 w 510"/>
              <a:gd name="T45" fmla="*/ 2147483646 h 850"/>
              <a:gd name="T46" fmla="*/ 0 w 510"/>
              <a:gd name="T47" fmla="*/ 2147483646 h 850"/>
              <a:gd name="T48" fmla="*/ 0 w 510"/>
              <a:gd name="T49" fmla="*/ 2147483646 h 850"/>
              <a:gd name="T50" fmla="*/ 0 w 510"/>
              <a:gd name="T51" fmla="*/ 2147483646 h 850"/>
              <a:gd name="T52" fmla="*/ 0 w 510"/>
              <a:gd name="T53" fmla="*/ 2147483646 h 850"/>
              <a:gd name="T54" fmla="*/ 0 w 510"/>
              <a:gd name="T55" fmla="*/ 2147483646 h 850"/>
              <a:gd name="T56" fmla="*/ 0 w 510"/>
              <a:gd name="T57" fmla="*/ 2147483646 h 850"/>
              <a:gd name="T58" fmla="*/ 0 w 510"/>
              <a:gd name="T59" fmla="*/ 2147483646 h 850"/>
              <a:gd name="T60" fmla="*/ 0 w 510"/>
              <a:gd name="T61" fmla="*/ 2147483646 h 850"/>
              <a:gd name="T62" fmla="*/ 0 w 510"/>
              <a:gd name="T63" fmla="*/ 2147483646 h 850"/>
              <a:gd name="T64" fmla="*/ 0 w 510"/>
              <a:gd name="T65" fmla="*/ 2147483646 h 850"/>
              <a:gd name="T66" fmla="*/ 0 w 510"/>
              <a:gd name="T67" fmla="*/ 2147483646 h 850"/>
              <a:gd name="T68" fmla="*/ 0 w 510"/>
              <a:gd name="T69" fmla="*/ 2147483646 h 850"/>
              <a:gd name="T70" fmla="*/ 0 w 510"/>
              <a:gd name="T71" fmla="*/ 2147483646 h 850"/>
              <a:gd name="T72" fmla="*/ 0 w 510"/>
              <a:gd name="T73" fmla="*/ 2147483646 h 850"/>
              <a:gd name="T74" fmla="*/ 0 w 510"/>
              <a:gd name="T75" fmla="*/ 2147483646 h 850"/>
              <a:gd name="T76" fmla="*/ 0 w 510"/>
              <a:gd name="T77" fmla="*/ 2147483646 h 850"/>
              <a:gd name="T78" fmla="*/ 2147483646 w 510"/>
              <a:gd name="T79" fmla="*/ 2147483646 h 850"/>
              <a:gd name="T80" fmla="*/ 2147483646 w 510"/>
              <a:gd name="T81" fmla="*/ 2147483646 h 850"/>
              <a:gd name="T82" fmla="*/ 2147483646 w 510"/>
              <a:gd name="T83" fmla="*/ 2147483646 h 850"/>
              <a:gd name="T84" fmla="*/ 2147483646 w 510"/>
              <a:gd name="T85" fmla="*/ 2147483646 h 850"/>
              <a:gd name="T86" fmla="*/ 2147483646 w 510"/>
              <a:gd name="T87" fmla="*/ 2147483646 h 850"/>
              <a:gd name="T88" fmla="*/ 2147483646 w 510"/>
              <a:gd name="T89" fmla="*/ 2147483646 h 850"/>
              <a:gd name="T90" fmla="*/ 2147483646 w 510"/>
              <a:gd name="T91" fmla="*/ 2147483646 h 850"/>
              <a:gd name="T92" fmla="*/ 2147483646 w 510"/>
              <a:gd name="T93" fmla="*/ 2147483646 h 850"/>
              <a:gd name="T94" fmla="*/ 2147483646 w 510"/>
              <a:gd name="T95" fmla="*/ 2147483646 h 850"/>
              <a:gd name="T96" fmla="*/ 2147483646 w 510"/>
              <a:gd name="T97" fmla="*/ 2147483646 h 850"/>
              <a:gd name="T98" fmla="*/ 2147483646 w 510"/>
              <a:gd name="T99" fmla="*/ 2147483646 h 850"/>
              <a:gd name="T100" fmla="*/ 2147483646 w 510"/>
              <a:gd name="T101" fmla="*/ 2147483646 h 850"/>
              <a:gd name="T102" fmla="*/ 2147483646 w 510"/>
              <a:gd name="T103" fmla="*/ 2147483646 h 850"/>
              <a:gd name="T104" fmla="*/ 2147483646 w 510"/>
              <a:gd name="T105" fmla="*/ 2147483646 h 850"/>
              <a:gd name="T106" fmla="*/ 2147483646 w 510"/>
              <a:gd name="T107" fmla="*/ 2147483646 h 850"/>
              <a:gd name="T108" fmla="*/ 2147483646 w 510"/>
              <a:gd name="T109" fmla="*/ 2147483646 h 85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10" h="850">
                <a:moveTo>
                  <a:pt x="510" y="0"/>
                </a:moveTo>
                <a:lnTo>
                  <a:pt x="480" y="0"/>
                </a:lnTo>
                <a:lnTo>
                  <a:pt x="450" y="0"/>
                </a:lnTo>
                <a:lnTo>
                  <a:pt x="424" y="0"/>
                </a:lnTo>
                <a:lnTo>
                  <a:pt x="398" y="0"/>
                </a:lnTo>
                <a:lnTo>
                  <a:pt x="374" y="0"/>
                </a:lnTo>
                <a:lnTo>
                  <a:pt x="353" y="0"/>
                </a:lnTo>
                <a:lnTo>
                  <a:pt x="332" y="0"/>
                </a:lnTo>
                <a:lnTo>
                  <a:pt x="313" y="0"/>
                </a:lnTo>
                <a:lnTo>
                  <a:pt x="295" y="0"/>
                </a:lnTo>
                <a:lnTo>
                  <a:pt x="280" y="0"/>
                </a:lnTo>
                <a:lnTo>
                  <a:pt x="265" y="0"/>
                </a:lnTo>
                <a:lnTo>
                  <a:pt x="251" y="0"/>
                </a:lnTo>
                <a:lnTo>
                  <a:pt x="239" y="0"/>
                </a:lnTo>
                <a:lnTo>
                  <a:pt x="227" y="0"/>
                </a:lnTo>
                <a:lnTo>
                  <a:pt x="217" y="0"/>
                </a:lnTo>
                <a:lnTo>
                  <a:pt x="208" y="0"/>
                </a:lnTo>
                <a:lnTo>
                  <a:pt x="199" y="0"/>
                </a:lnTo>
                <a:lnTo>
                  <a:pt x="191" y="0"/>
                </a:lnTo>
                <a:lnTo>
                  <a:pt x="184" y="0"/>
                </a:lnTo>
                <a:lnTo>
                  <a:pt x="178" y="0"/>
                </a:lnTo>
                <a:lnTo>
                  <a:pt x="172" y="0"/>
                </a:lnTo>
                <a:lnTo>
                  <a:pt x="167" y="0"/>
                </a:lnTo>
                <a:lnTo>
                  <a:pt x="162" y="0"/>
                </a:lnTo>
                <a:lnTo>
                  <a:pt x="157" y="0"/>
                </a:lnTo>
                <a:lnTo>
                  <a:pt x="154" y="0"/>
                </a:lnTo>
                <a:lnTo>
                  <a:pt x="150" y="0"/>
                </a:lnTo>
                <a:lnTo>
                  <a:pt x="146" y="0"/>
                </a:lnTo>
                <a:lnTo>
                  <a:pt x="143" y="0"/>
                </a:lnTo>
                <a:lnTo>
                  <a:pt x="139" y="0"/>
                </a:lnTo>
                <a:lnTo>
                  <a:pt x="136" y="0"/>
                </a:lnTo>
                <a:lnTo>
                  <a:pt x="132" y="0"/>
                </a:lnTo>
                <a:lnTo>
                  <a:pt x="127" y="0"/>
                </a:lnTo>
                <a:lnTo>
                  <a:pt x="124" y="0"/>
                </a:lnTo>
                <a:lnTo>
                  <a:pt x="120" y="0"/>
                </a:lnTo>
                <a:lnTo>
                  <a:pt x="116" y="0"/>
                </a:lnTo>
                <a:lnTo>
                  <a:pt x="114" y="0"/>
                </a:lnTo>
                <a:lnTo>
                  <a:pt x="110" y="0"/>
                </a:lnTo>
                <a:lnTo>
                  <a:pt x="108" y="0"/>
                </a:lnTo>
                <a:lnTo>
                  <a:pt x="106" y="0"/>
                </a:lnTo>
                <a:lnTo>
                  <a:pt x="102" y="0"/>
                </a:lnTo>
                <a:lnTo>
                  <a:pt x="100" y="0"/>
                </a:lnTo>
                <a:lnTo>
                  <a:pt x="98" y="1"/>
                </a:lnTo>
                <a:lnTo>
                  <a:pt x="96" y="1"/>
                </a:lnTo>
                <a:lnTo>
                  <a:pt x="94" y="2"/>
                </a:lnTo>
                <a:lnTo>
                  <a:pt x="91" y="2"/>
                </a:lnTo>
                <a:lnTo>
                  <a:pt x="89" y="4"/>
                </a:lnTo>
                <a:lnTo>
                  <a:pt x="88" y="4"/>
                </a:lnTo>
                <a:lnTo>
                  <a:pt x="85" y="5"/>
                </a:lnTo>
                <a:lnTo>
                  <a:pt x="83" y="6"/>
                </a:lnTo>
                <a:lnTo>
                  <a:pt x="82" y="7"/>
                </a:lnTo>
                <a:lnTo>
                  <a:pt x="79" y="8"/>
                </a:lnTo>
                <a:lnTo>
                  <a:pt x="77" y="10"/>
                </a:lnTo>
                <a:lnTo>
                  <a:pt x="74" y="12"/>
                </a:lnTo>
                <a:lnTo>
                  <a:pt x="73" y="13"/>
                </a:lnTo>
                <a:lnTo>
                  <a:pt x="71" y="16"/>
                </a:lnTo>
                <a:lnTo>
                  <a:pt x="68" y="18"/>
                </a:lnTo>
                <a:lnTo>
                  <a:pt x="65" y="20"/>
                </a:lnTo>
                <a:lnTo>
                  <a:pt x="62" y="23"/>
                </a:lnTo>
                <a:lnTo>
                  <a:pt x="60" y="25"/>
                </a:lnTo>
                <a:lnTo>
                  <a:pt x="56" y="28"/>
                </a:lnTo>
                <a:lnTo>
                  <a:pt x="54" y="31"/>
                </a:lnTo>
                <a:lnTo>
                  <a:pt x="50" y="35"/>
                </a:lnTo>
                <a:lnTo>
                  <a:pt x="47" y="38"/>
                </a:lnTo>
                <a:lnTo>
                  <a:pt x="42" y="42"/>
                </a:lnTo>
                <a:lnTo>
                  <a:pt x="38" y="46"/>
                </a:lnTo>
                <a:lnTo>
                  <a:pt x="35" y="49"/>
                </a:lnTo>
                <a:lnTo>
                  <a:pt x="31" y="53"/>
                </a:lnTo>
                <a:lnTo>
                  <a:pt x="29" y="56"/>
                </a:lnTo>
                <a:lnTo>
                  <a:pt x="25" y="59"/>
                </a:lnTo>
                <a:lnTo>
                  <a:pt x="23" y="62"/>
                </a:lnTo>
                <a:lnTo>
                  <a:pt x="20" y="65"/>
                </a:lnTo>
                <a:lnTo>
                  <a:pt x="18" y="67"/>
                </a:lnTo>
                <a:lnTo>
                  <a:pt x="16" y="70"/>
                </a:lnTo>
                <a:lnTo>
                  <a:pt x="14" y="72"/>
                </a:lnTo>
                <a:lnTo>
                  <a:pt x="12" y="74"/>
                </a:lnTo>
                <a:lnTo>
                  <a:pt x="11" y="77"/>
                </a:lnTo>
                <a:lnTo>
                  <a:pt x="8" y="78"/>
                </a:lnTo>
                <a:lnTo>
                  <a:pt x="7" y="80"/>
                </a:lnTo>
                <a:lnTo>
                  <a:pt x="6" y="83"/>
                </a:lnTo>
                <a:lnTo>
                  <a:pt x="6" y="84"/>
                </a:lnTo>
                <a:lnTo>
                  <a:pt x="5" y="86"/>
                </a:lnTo>
                <a:lnTo>
                  <a:pt x="4" y="89"/>
                </a:lnTo>
                <a:lnTo>
                  <a:pt x="2" y="90"/>
                </a:lnTo>
                <a:lnTo>
                  <a:pt x="2" y="92"/>
                </a:lnTo>
                <a:lnTo>
                  <a:pt x="2" y="95"/>
                </a:lnTo>
                <a:lnTo>
                  <a:pt x="1" y="97"/>
                </a:lnTo>
                <a:lnTo>
                  <a:pt x="1" y="100"/>
                </a:lnTo>
                <a:lnTo>
                  <a:pt x="1" y="102"/>
                </a:lnTo>
                <a:lnTo>
                  <a:pt x="0" y="104"/>
                </a:lnTo>
                <a:lnTo>
                  <a:pt x="0" y="107"/>
                </a:lnTo>
                <a:lnTo>
                  <a:pt x="0" y="110"/>
                </a:lnTo>
                <a:lnTo>
                  <a:pt x="0" y="113"/>
                </a:lnTo>
                <a:lnTo>
                  <a:pt x="0" y="116"/>
                </a:lnTo>
                <a:lnTo>
                  <a:pt x="0" y="120"/>
                </a:lnTo>
                <a:lnTo>
                  <a:pt x="0" y="124"/>
                </a:lnTo>
                <a:lnTo>
                  <a:pt x="0" y="127"/>
                </a:lnTo>
                <a:lnTo>
                  <a:pt x="0" y="131"/>
                </a:lnTo>
                <a:lnTo>
                  <a:pt x="0" y="134"/>
                </a:lnTo>
                <a:lnTo>
                  <a:pt x="0" y="138"/>
                </a:lnTo>
                <a:lnTo>
                  <a:pt x="0" y="142"/>
                </a:lnTo>
                <a:lnTo>
                  <a:pt x="0" y="144"/>
                </a:lnTo>
                <a:lnTo>
                  <a:pt x="0" y="148"/>
                </a:lnTo>
                <a:lnTo>
                  <a:pt x="0" y="150"/>
                </a:lnTo>
                <a:lnTo>
                  <a:pt x="0" y="154"/>
                </a:lnTo>
                <a:lnTo>
                  <a:pt x="0" y="156"/>
                </a:lnTo>
                <a:lnTo>
                  <a:pt x="0" y="160"/>
                </a:lnTo>
                <a:lnTo>
                  <a:pt x="0" y="163"/>
                </a:lnTo>
                <a:lnTo>
                  <a:pt x="0" y="166"/>
                </a:lnTo>
                <a:lnTo>
                  <a:pt x="0" y="169"/>
                </a:lnTo>
                <a:lnTo>
                  <a:pt x="0" y="173"/>
                </a:lnTo>
                <a:lnTo>
                  <a:pt x="0" y="176"/>
                </a:lnTo>
                <a:lnTo>
                  <a:pt x="0" y="180"/>
                </a:lnTo>
                <a:lnTo>
                  <a:pt x="0" y="185"/>
                </a:lnTo>
                <a:lnTo>
                  <a:pt x="0" y="188"/>
                </a:lnTo>
                <a:lnTo>
                  <a:pt x="0" y="193"/>
                </a:lnTo>
                <a:lnTo>
                  <a:pt x="0" y="198"/>
                </a:lnTo>
                <a:lnTo>
                  <a:pt x="0" y="204"/>
                </a:lnTo>
                <a:lnTo>
                  <a:pt x="0" y="210"/>
                </a:lnTo>
                <a:lnTo>
                  <a:pt x="0" y="216"/>
                </a:lnTo>
                <a:lnTo>
                  <a:pt x="0" y="223"/>
                </a:lnTo>
                <a:lnTo>
                  <a:pt x="0" y="230"/>
                </a:lnTo>
                <a:lnTo>
                  <a:pt x="0" y="238"/>
                </a:lnTo>
                <a:lnTo>
                  <a:pt x="0" y="246"/>
                </a:lnTo>
                <a:lnTo>
                  <a:pt x="0" y="254"/>
                </a:lnTo>
                <a:lnTo>
                  <a:pt x="0" y="264"/>
                </a:lnTo>
                <a:lnTo>
                  <a:pt x="0" y="275"/>
                </a:lnTo>
                <a:lnTo>
                  <a:pt x="0" y="286"/>
                </a:lnTo>
                <a:lnTo>
                  <a:pt x="0" y="298"/>
                </a:lnTo>
                <a:lnTo>
                  <a:pt x="0" y="308"/>
                </a:lnTo>
                <a:lnTo>
                  <a:pt x="0" y="319"/>
                </a:lnTo>
                <a:lnTo>
                  <a:pt x="0" y="330"/>
                </a:lnTo>
                <a:lnTo>
                  <a:pt x="0" y="340"/>
                </a:lnTo>
                <a:lnTo>
                  <a:pt x="0" y="348"/>
                </a:lnTo>
                <a:lnTo>
                  <a:pt x="0" y="356"/>
                </a:lnTo>
                <a:lnTo>
                  <a:pt x="0" y="365"/>
                </a:lnTo>
                <a:lnTo>
                  <a:pt x="0" y="372"/>
                </a:lnTo>
                <a:lnTo>
                  <a:pt x="0" y="378"/>
                </a:lnTo>
                <a:lnTo>
                  <a:pt x="0" y="384"/>
                </a:lnTo>
                <a:lnTo>
                  <a:pt x="0" y="390"/>
                </a:lnTo>
                <a:lnTo>
                  <a:pt x="0" y="396"/>
                </a:lnTo>
                <a:lnTo>
                  <a:pt x="0" y="401"/>
                </a:lnTo>
                <a:lnTo>
                  <a:pt x="0" y="406"/>
                </a:lnTo>
                <a:lnTo>
                  <a:pt x="0" y="410"/>
                </a:lnTo>
                <a:lnTo>
                  <a:pt x="0" y="414"/>
                </a:lnTo>
                <a:lnTo>
                  <a:pt x="0" y="418"/>
                </a:lnTo>
                <a:lnTo>
                  <a:pt x="0" y="421"/>
                </a:lnTo>
                <a:lnTo>
                  <a:pt x="0" y="425"/>
                </a:lnTo>
                <a:lnTo>
                  <a:pt x="0" y="428"/>
                </a:lnTo>
                <a:lnTo>
                  <a:pt x="0" y="432"/>
                </a:lnTo>
                <a:lnTo>
                  <a:pt x="0" y="434"/>
                </a:lnTo>
                <a:lnTo>
                  <a:pt x="0" y="438"/>
                </a:lnTo>
                <a:lnTo>
                  <a:pt x="0" y="440"/>
                </a:lnTo>
                <a:lnTo>
                  <a:pt x="0" y="444"/>
                </a:lnTo>
                <a:lnTo>
                  <a:pt x="0" y="446"/>
                </a:lnTo>
                <a:lnTo>
                  <a:pt x="0" y="450"/>
                </a:lnTo>
                <a:lnTo>
                  <a:pt x="0" y="452"/>
                </a:lnTo>
                <a:lnTo>
                  <a:pt x="0" y="456"/>
                </a:lnTo>
                <a:lnTo>
                  <a:pt x="0" y="460"/>
                </a:lnTo>
                <a:lnTo>
                  <a:pt x="0" y="463"/>
                </a:lnTo>
                <a:lnTo>
                  <a:pt x="0" y="467"/>
                </a:lnTo>
                <a:lnTo>
                  <a:pt x="0" y="470"/>
                </a:lnTo>
                <a:lnTo>
                  <a:pt x="0" y="474"/>
                </a:lnTo>
                <a:lnTo>
                  <a:pt x="0" y="478"/>
                </a:lnTo>
                <a:lnTo>
                  <a:pt x="0" y="481"/>
                </a:lnTo>
                <a:lnTo>
                  <a:pt x="0" y="485"/>
                </a:lnTo>
                <a:lnTo>
                  <a:pt x="0" y="487"/>
                </a:lnTo>
                <a:lnTo>
                  <a:pt x="0" y="491"/>
                </a:lnTo>
                <a:lnTo>
                  <a:pt x="0" y="493"/>
                </a:lnTo>
                <a:lnTo>
                  <a:pt x="0" y="496"/>
                </a:lnTo>
                <a:lnTo>
                  <a:pt x="0" y="498"/>
                </a:lnTo>
                <a:lnTo>
                  <a:pt x="0" y="502"/>
                </a:lnTo>
                <a:lnTo>
                  <a:pt x="0" y="504"/>
                </a:lnTo>
                <a:lnTo>
                  <a:pt x="0" y="506"/>
                </a:lnTo>
                <a:lnTo>
                  <a:pt x="0" y="509"/>
                </a:lnTo>
                <a:lnTo>
                  <a:pt x="0" y="512"/>
                </a:lnTo>
                <a:lnTo>
                  <a:pt x="0" y="515"/>
                </a:lnTo>
                <a:lnTo>
                  <a:pt x="0" y="518"/>
                </a:lnTo>
                <a:lnTo>
                  <a:pt x="0" y="521"/>
                </a:lnTo>
                <a:lnTo>
                  <a:pt x="0" y="524"/>
                </a:lnTo>
                <a:lnTo>
                  <a:pt x="0" y="528"/>
                </a:lnTo>
                <a:lnTo>
                  <a:pt x="0" y="532"/>
                </a:lnTo>
                <a:lnTo>
                  <a:pt x="0" y="536"/>
                </a:lnTo>
                <a:lnTo>
                  <a:pt x="0" y="540"/>
                </a:lnTo>
                <a:lnTo>
                  <a:pt x="0" y="545"/>
                </a:lnTo>
                <a:lnTo>
                  <a:pt x="0" y="550"/>
                </a:lnTo>
                <a:lnTo>
                  <a:pt x="0" y="554"/>
                </a:lnTo>
                <a:lnTo>
                  <a:pt x="0" y="560"/>
                </a:lnTo>
                <a:lnTo>
                  <a:pt x="0" y="566"/>
                </a:lnTo>
                <a:lnTo>
                  <a:pt x="0" y="572"/>
                </a:lnTo>
                <a:lnTo>
                  <a:pt x="0" y="580"/>
                </a:lnTo>
                <a:lnTo>
                  <a:pt x="0" y="587"/>
                </a:lnTo>
                <a:lnTo>
                  <a:pt x="0" y="595"/>
                </a:lnTo>
                <a:lnTo>
                  <a:pt x="0" y="602"/>
                </a:lnTo>
                <a:lnTo>
                  <a:pt x="0" y="610"/>
                </a:lnTo>
                <a:lnTo>
                  <a:pt x="0" y="617"/>
                </a:lnTo>
                <a:lnTo>
                  <a:pt x="0" y="623"/>
                </a:lnTo>
                <a:lnTo>
                  <a:pt x="0" y="629"/>
                </a:lnTo>
                <a:lnTo>
                  <a:pt x="0" y="635"/>
                </a:lnTo>
                <a:lnTo>
                  <a:pt x="0" y="640"/>
                </a:lnTo>
                <a:lnTo>
                  <a:pt x="0" y="644"/>
                </a:lnTo>
                <a:lnTo>
                  <a:pt x="0" y="649"/>
                </a:lnTo>
                <a:lnTo>
                  <a:pt x="0" y="654"/>
                </a:lnTo>
                <a:lnTo>
                  <a:pt x="0" y="658"/>
                </a:lnTo>
                <a:lnTo>
                  <a:pt x="0" y="661"/>
                </a:lnTo>
                <a:lnTo>
                  <a:pt x="0" y="665"/>
                </a:lnTo>
                <a:lnTo>
                  <a:pt x="0" y="668"/>
                </a:lnTo>
                <a:lnTo>
                  <a:pt x="0" y="671"/>
                </a:lnTo>
                <a:lnTo>
                  <a:pt x="0" y="674"/>
                </a:lnTo>
                <a:lnTo>
                  <a:pt x="0" y="677"/>
                </a:lnTo>
                <a:lnTo>
                  <a:pt x="0" y="680"/>
                </a:lnTo>
                <a:lnTo>
                  <a:pt x="0" y="683"/>
                </a:lnTo>
                <a:lnTo>
                  <a:pt x="0" y="685"/>
                </a:lnTo>
                <a:lnTo>
                  <a:pt x="0" y="689"/>
                </a:lnTo>
                <a:lnTo>
                  <a:pt x="0" y="691"/>
                </a:lnTo>
                <a:lnTo>
                  <a:pt x="0" y="694"/>
                </a:lnTo>
                <a:lnTo>
                  <a:pt x="0" y="696"/>
                </a:lnTo>
                <a:lnTo>
                  <a:pt x="0" y="700"/>
                </a:lnTo>
                <a:lnTo>
                  <a:pt x="0" y="702"/>
                </a:lnTo>
                <a:lnTo>
                  <a:pt x="0" y="704"/>
                </a:lnTo>
                <a:lnTo>
                  <a:pt x="0" y="708"/>
                </a:lnTo>
                <a:lnTo>
                  <a:pt x="0" y="712"/>
                </a:lnTo>
                <a:lnTo>
                  <a:pt x="0" y="715"/>
                </a:lnTo>
                <a:lnTo>
                  <a:pt x="0" y="719"/>
                </a:lnTo>
                <a:lnTo>
                  <a:pt x="0" y="722"/>
                </a:lnTo>
                <a:lnTo>
                  <a:pt x="0" y="726"/>
                </a:lnTo>
                <a:lnTo>
                  <a:pt x="0" y="730"/>
                </a:lnTo>
                <a:lnTo>
                  <a:pt x="0" y="733"/>
                </a:lnTo>
                <a:lnTo>
                  <a:pt x="0" y="737"/>
                </a:lnTo>
                <a:lnTo>
                  <a:pt x="0" y="739"/>
                </a:lnTo>
                <a:lnTo>
                  <a:pt x="0" y="742"/>
                </a:lnTo>
                <a:lnTo>
                  <a:pt x="0" y="745"/>
                </a:lnTo>
                <a:lnTo>
                  <a:pt x="1" y="748"/>
                </a:lnTo>
                <a:lnTo>
                  <a:pt x="1" y="750"/>
                </a:lnTo>
                <a:lnTo>
                  <a:pt x="1" y="752"/>
                </a:lnTo>
                <a:lnTo>
                  <a:pt x="2" y="755"/>
                </a:lnTo>
                <a:lnTo>
                  <a:pt x="2" y="756"/>
                </a:lnTo>
                <a:lnTo>
                  <a:pt x="2" y="758"/>
                </a:lnTo>
                <a:lnTo>
                  <a:pt x="4" y="761"/>
                </a:lnTo>
                <a:lnTo>
                  <a:pt x="5" y="763"/>
                </a:lnTo>
                <a:lnTo>
                  <a:pt x="6" y="764"/>
                </a:lnTo>
                <a:lnTo>
                  <a:pt x="6" y="767"/>
                </a:lnTo>
                <a:lnTo>
                  <a:pt x="7" y="769"/>
                </a:lnTo>
                <a:lnTo>
                  <a:pt x="8" y="770"/>
                </a:lnTo>
                <a:lnTo>
                  <a:pt x="11" y="773"/>
                </a:lnTo>
                <a:lnTo>
                  <a:pt x="12" y="775"/>
                </a:lnTo>
                <a:lnTo>
                  <a:pt x="14" y="778"/>
                </a:lnTo>
                <a:lnTo>
                  <a:pt x="16" y="780"/>
                </a:lnTo>
                <a:lnTo>
                  <a:pt x="18" y="782"/>
                </a:lnTo>
                <a:lnTo>
                  <a:pt x="20" y="785"/>
                </a:lnTo>
                <a:lnTo>
                  <a:pt x="23" y="787"/>
                </a:lnTo>
                <a:lnTo>
                  <a:pt x="25" y="790"/>
                </a:lnTo>
                <a:lnTo>
                  <a:pt x="29" y="793"/>
                </a:lnTo>
                <a:lnTo>
                  <a:pt x="31" y="797"/>
                </a:lnTo>
                <a:lnTo>
                  <a:pt x="35" y="800"/>
                </a:lnTo>
                <a:lnTo>
                  <a:pt x="38" y="804"/>
                </a:lnTo>
                <a:lnTo>
                  <a:pt x="42" y="808"/>
                </a:lnTo>
                <a:lnTo>
                  <a:pt x="47" y="811"/>
                </a:lnTo>
                <a:lnTo>
                  <a:pt x="50" y="815"/>
                </a:lnTo>
                <a:lnTo>
                  <a:pt x="54" y="818"/>
                </a:lnTo>
                <a:lnTo>
                  <a:pt x="56" y="822"/>
                </a:lnTo>
                <a:lnTo>
                  <a:pt x="60" y="824"/>
                </a:lnTo>
                <a:lnTo>
                  <a:pt x="62" y="827"/>
                </a:lnTo>
                <a:lnTo>
                  <a:pt x="65" y="829"/>
                </a:lnTo>
                <a:lnTo>
                  <a:pt x="68" y="832"/>
                </a:lnTo>
                <a:lnTo>
                  <a:pt x="71" y="834"/>
                </a:lnTo>
                <a:lnTo>
                  <a:pt x="73" y="836"/>
                </a:lnTo>
                <a:lnTo>
                  <a:pt x="74" y="838"/>
                </a:lnTo>
                <a:lnTo>
                  <a:pt x="77" y="840"/>
                </a:lnTo>
                <a:lnTo>
                  <a:pt x="79" y="841"/>
                </a:lnTo>
                <a:lnTo>
                  <a:pt x="82" y="842"/>
                </a:lnTo>
                <a:lnTo>
                  <a:pt x="83" y="844"/>
                </a:lnTo>
                <a:lnTo>
                  <a:pt x="85" y="845"/>
                </a:lnTo>
                <a:lnTo>
                  <a:pt x="88" y="846"/>
                </a:lnTo>
                <a:lnTo>
                  <a:pt x="89" y="846"/>
                </a:lnTo>
                <a:lnTo>
                  <a:pt x="91" y="847"/>
                </a:lnTo>
                <a:lnTo>
                  <a:pt x="94" y="847"/>
                </a:lnTo>
                <a:lnTo>
                  <a:pt x="96" y="848"/>
                </a:lnTo>
                <a:lnTo>
                  <a:pt x="98" y="848"/>
                </a:lnTo>
                <a:lnTo>
                  <a:pt x="100" y="848"/>
                </a:lnTo>
                <a:lnTo>
                  <a:pt x="102" y="850"/>
                </a:lnTo>
                <a:lnTo>
                  <a:pt x="106" y="850"/>
                </a:lnTo>
                <a:lnTo>
                  <a:pt x="108" y="850"/>
                </a:lnTo>
                <a:lnTo>
                  <a:pt x="110" y="850"/>
                </a:lnTo>
                <a:lnTo>
                  <a:pt x="114" y="850"/>
                </a:lnTo>
                <a:lnTo>
                  <a:pt x="116" y="850"/>
                </a:lnTo>
                <a:lnTo>
                  <a:pt x="120" y="850"/>
                </a:lnTo>
                <a:lnTo>
                  <a:pt x="124" y="850"/>
                </a:lnTo>
                <a:lnTo>
                  <a:pt x="127" y="850"/>
                </a:lnTo>
                <a:lnTo>
                  <a:pt x="132" y="850"/>
                </a:lnTo>
                <a:lnTo>
                  <a:pt x="136" y="850"/>
                </a:lnTo>
                <a:lnTo>
                  <a:pt x="139" y="850"/>
                </a:lnTo>
                <a:lnTo>
                  <a:pt x="143" y="850"/>
                </a:lnTo>
                <a:lnTo>
                  <a:pt x="146" y="850"/>
                </a:lnTo>
                <a:lnTo>
                  <a:pt x="150" y="850"/>
                </a:lnTo>
                <a:lnTo>
                  <a:pt x="154" y="850"/>
                </a:lnTo>
                <a:lnTo>
                  <a:pt x="157" y="850"/>
                </a:lnTo>
                <a:lnTo>
                  <a:pt x="162" y="850"/>
                </a:lnTo>
                <a:lnTo>
                  <a:pt x="167" y="850"/>
                </a:lnTo>
                <a:lnTo>
                  <a:pt x="172" y="850"/>
                </a:lnTo>
                <a:lnTo>
                  <a:pt x="178" y="850"/>
                </a:lnTo>
                <a:lnTo>
                  <a:pt x="184" y="850"/>
                </a:lnTo>
                <a:lnTo>
                  <a:pt x="191" y="850"/>
                </a:lnTo>
                <a:lnTo>
                  <a:pt x="199" y="850"/>
                </a:lnTo>
                <a:lnTo>
                  <a:pt x="208" y="850"/>
                </a:lnTo>
                <a:lnTo>
                  <a:pt x="217" y="850"/>
                </a:lnTo>
                <a:lnTo>
                  <a:pt x="227" y="850"/>
                </a:lnTo>
                <a:lnTo>
                  <a:pt x="239" y="850"/>
                </a:lnTo>
                <a:lnTo>
                  <a:pt x="251" y="850"/>
                </a:lnTo>
                <a:lnTo>
                  <a:pt x="265" y="850"/>
                </a:lnTo>
                <a:lnTo>
                  <a:pt x="280" y="850"/>
                </a:lnTo>
                <a:lnTo>
                  <a:pt x="295" y="850"/>
                </a:lnTo>
                <a:lnTo>
                  <a:pt x="313" y="850"/>
                </a:lnTo>
                <a:lnTo>
                  <a:pt x="332" y="850"/>
                </a:lnTo>
                <a:lnTo>
                  <a:pt x="353" y="850"/>
                </a:lnTo>
                <a:lnTo>
                  <a:pt x="374" y="850"/>
                </a:lnTo>
                <a:lnTo>
                  <a:pt x="398" y="850"/>
                </a:lnTo>
                <a:lnTo>
                  <a:pt x="424" y="850"/>
                </a:lnTo>
                <a:lnTo>
                  <a:pt x="450" y="850"/>
                </a:lnTo>
                <a:lnTo>
                  <a:pt x="480" y="850"/>
                </a:lnTo>
                <a:lnTo>
                  <a:pt x="510" y="850"/>
                </a:lnTo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1" name="Freeform 127">
            <a:extLst>
              <a:ext uri="{FF2B5EF4-FFF2-40B4-BE49-F238E27FC236}">
                <a16:creationId xmlns:a16="http://schemas.microsoft.com/office/drawing/2014/main" id="{71A5EBC8-D755-42B0-BA3F-78AC3DE6C582}"/>
              </a:ext>
            </a:extLst>
          </p:cNvPr>
          <p:cNvSpPr>
            <a:spLocks/>
          </p:cNvSpPr>
          <p:nvPr/>
        </p:nvSpPr>
        <p:spPr bwMode="auto">
          <a:xfrm>
            <a:off x="7537450" y="1582737"/>
            <a:ext cx="336550" cy="558800"/>
          </a:xfrm>
          <a:custGeom>
            <a:avLst/>
            <a:gdLst>
              <a:gd name="T0" fmla="*/ 2147483646 w 510"/>
              <a:gd name="T1" fmla="*/ 0 h 850"/>
              <a:gd name="T2" fmla="*/ 2147483646 w 510"/>
              <a:gd name="T3" fmla="*/ 0 h 850"/>
              <a:gd name="T4" fmla="*/ 2147483646 w 510"/>
              <a:gd name="T5" fmla="*/ 0 h 850"/>
              <a:gd name="T6" fmla="*/ 2147483646 w 510"/>
              <a:gd name="T7" fmla="*/ 0 h 850"/>
              <a:gd name="T8" fmla="*/ 2147483646 w 510"/>
              <a:gd name="T9" fmla="*/ 0 h 850"/>
              <a:gd name="T10" fmla="*/ 2147483646 w 510"/>
              <a:gd name="T11" fmla="*/ 0 h 850"/>
              <a:gd name="T12" fmla="*/ 2147483646 w 510"/>
              <a:gd name="T13" fmla="*/ 0 h 850"/>
              <a:gd name="T14" fmla="*/ 2147483646 w 510"/>
              <a:gd name="T15" fmla="*/ 2147483646 h 850"/>
              <a:gd name="T16" fmla="*/ 2147483646 w 510"/>
              <a:gd name="T17" fmla="*/ 2147483646 h 850"/>
              <a:gd name="T18" fmla="*/ 2147483646 w 510"/>
              <a:gd name="T19" fmla="*/ 2147483646 h 850"/>
              <a:gd name="T20" fmla="*/ 2147483646 w 510"/>
              <a:gd name="T21" fmla="*/ 2147483646 h 850"/>
              <a:gd name="T22" fmla="*/ 2147483646 w 510"/>
              <a:gd name="T23" fmla="*/ 2147483646 h 850"/>
              <a:gd name="T24" fmla="*/ 2147483646 w 510"/>
              <a:gd name="T25" fmla="*/ 2147483646 h 850"/>
              <a:gd name="T26" fmla="*/ 2147483646 w 510"/>
              <a:gd name="T27" fmla="*/ 2147483646 h 850"/>
              <a:gd name="T28" fmla="*/ 2147483646 w 510"/>
              <a:gd name="T29" fmla="*/ 2147483646 h 850"/>
              <a:gd name="T30" fmla="*/ 2147483646 w 510"/>
              <a:gd name="T31" fmla="*/ 2147483646 h 850"/>
              <a:gd name="T32" fmla="*/ 2147483646 w 510"/>
              <a:gd name="T33" fmla="*/ 2147483646 h 850"/>
              <a:gd name="T34" fmla="*/ 2147483646 w 510"/>
              <a:gd name="T35" fmla="*/ 2147483646 h 850"/>
              <a:gd name="T36" fmla="*/ 2147483646 w 510"/>
              <a:gd name="T37" fmla="*/ 2147483646 h 850"/>
              <a:gd name="T38" fmla="*/ 2147483646 w 510"/>
              <a:gd name="T39" fmla="*/ 2147483646 h 850"/>
              <a:gd name="T40" fmla="*/ 2147483646 w 510"/>
              <a:gd name="T41" fmla="*/ 2147483646 h 850"/>
              <a:gd name="T42" fmla="*/ 2147483646 w 510"/>
              <a:gd name="T43" fmla="*/ 2147483646 h 850"/>
              <a:gd name="T44" fmla="*/ 2147483646 w 510"/>
              <a:gd name="T45" fmla="*/ 2147483646 h 850"/>
              <a:gd name="T46" fmla="*/ 2147483646 w 510"/>
              <a:gd name="T47" fmla="*/ 2147483646 h 850"/>
              <a:gd name="T48" fmla="*/ 2147483646 w 510"/>
              <a:gd name="T49" fmla="*/ 2147483646 h 850"/>
              <a:gd name="T50" fmla="*/ 2147483646 w 510"/>
              <a:gd name="T51" fmla="*/ 2147483646 h 850"/>
              <a:gd name="T52" fmla="*/ 2147483646 w 510"/>
              <a:gd name="T53" fmla="*/ 2147483646 h 850"/>
              <a:gd name="T54" fmla="*/ 2147483646 w 510"/>
              <a:gd name="T55" fmla="*/ 2147483646 h 850"/>
              <a:gd name="T56" fmla="*/ 2147483646 w 510"/>
              <a:gd name="T57" fmla="*/ 2147483646 h 850"/>
              <a:gd name="T58" fmla="*/ 2147483646 w 510"/>
              <a:gd name="T59" fmla="*/ 2147483646 h 850"/>
              <a:gd name="T60" fmla="*/ 2147483646 w 510"/>
              <a:gd name="T61" fmla="*/ 2147483646 h 850"/>
              <a:gd name="T62" fmla="*/ 2147483646 w 510"/>
              <a:gd name="T63" fmla="*/ 2147483646 h 850"/>
              <a:gd name="T64" fmla="*/ 2147483646 w 510"/>
              <a:gd name="T65" fmla="*/ 2147483646 h 850"/>
              <a:gd name="T66" fmla="*/ 2147483646 w 510"/>
              <a:gd name="T67" fmla="*/ 2147483646 h 850"/>
              <a:gd name="T68" fmla="*/ 2147483646 w 510"/>
              <a:gd name="T69" fmla="*/ 2147483646 h 850"/>
              <a:gd name="T70" fmla="*/ 2147483646 w 510"/>
              <a:gd name="T71" fmla="*/ 2147483646 h 850"/>
              <a:gd name="T72" fmla="*/ 2147483646 w 510"/>
              <a:gd name="T73" fmla="*/ 2147483646 h 850"/>
              <a:gd name="T74" fmla="*/ 2147483646 w 510"/>
              <a:gd name="T75" fmla="*/ 2147483646 h 850"/>
              <a:gd name="T76" fmla="*/ 2147483646 w 510"/>
              <a:gd name="T77" fmla="*/ 2147483646 h 850"/>
              <a:gd name="T78" fmla="*/ 2147483646 w 510"/>
              <a:gd name="T79" fmla="*/ 2147483646 h 850"/>
              <a:gd name="T80" fmla="*/ 2147483646 w 510"/>
              <a:gd name="T81" fmla="*/ 2147483646 h 850"/>
              <a:gd name="T82" fmla="*/ 2147483646 w 510"/>
              <a:gd name="T83" fmla="*/ 2147483646 h 850"/>
              <a:gd name="T84" fmla="*/ 2147483646 w 510"/>
              <a:gd name="T85" fmla="*/ 2147483646 h 850"/>
              <a:gd name="T86" fmla="*/ 2147483646 w 510"/>
              <a:gd name="T87" fmla="*/ 2147483646 h 850"/>
              <a:gd name="T88" fmla="*/ 2147483646 w 510"/>
              <a:gd name="T89" fmla="*/ 2147483646 h 850"/>
              <a:gd name="T90" fmla="*/ 2147483646 w 510"/>
              <a:gd name="T91" fmla="*/ 2147483646 h 850"/>
              <a:gd name="T92" fmla="*/ 2147483646 w 510"/>
              <a:gd name="T93" fmla="*/ 2147483646 h 850"/>
              <a:gd name="T94" fmla="*/ 2147483646 w 510"/>
              <a:gd name="T95" fmla="*/ 2147483646 h 850"/>
              <a:gd name="T96" fmla="*/ 2147483646 w 510"/>
              <a:gd name="T97" fmla="*/ 2147483646 h 850"/>
              <a:gd name="T98" fmla="*/ 2147483646 w 510"/>
              <a:gd name="T99" fmla="*/ 2147483646 h 850"/>
              <a:gd name="T100" fmla="*/ 2147483646 w 510"/>
              <a:gd name="T101" fmla="*/ 2147483646 h 850"/>
              <a:gd name="T102" fmla="*/ 2147483646 w 510"/>
              <a:gd name="T103" fmla="*/ 2147483646 h 850"/>
              <a:gd name="T104" fmla="*/ 2147483646 w 510"/>
              <a:gd name="T105" fmla="*/ 2147483646 h 850"/>
              <a:gd name="T106" fmla="*/ 2147483646 w 510"/>
              <a:gd name="T107" fmla="*/ 2147483646 h 850"/>
              <a:gd name="T108" fmla="*/ 0 w 510"/>
              <a:gd name="T109" fmla="*/ 2147483646 h 85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10" h="850">
                <a:moveTo>
                  <a:pt x="0" y="0"/>
                </a:moveTo>
                <a:lnTo>
                  <a:pt x="31" y="0"/>
                </a:lnTo>
                <a:lnTo>
                  <a:pt x="60" y="0"/>
                </a:lnTo>
                <a:lnTo>
                  <a:pt x="86" y="0"/>
                </a:lnTo>
                <a:lnTo>
                  <a:pt x="111" y="0"/>
                </a:lnTo>
                <a:lnTo>
                  <a:pt x="135" y="0"/>
                </a:lnTo>
                <a:lnTo>
                  <a:pt x="158" y="0"/>
                </a:lnTo>
                <a:lnTo>
                  <a:pt x="179" y="0"/>
                </a:lnTo>
                <a:lnTo>
                  <a:pt x="197" y="0"/>
                </a:lnTo>
                <a:lnTo>
                  <a:pt x="215" y="0"/>
                </a:lnTo>
                <a:lnTo>
                  <a:pt x="230" y="0"/>
                </a:lnTo>
                <a:lnTo>
                  <a:pt x="246" y="0"/>
                </a:lnTo>
                <a:lnTo>
                  <a:pt x="259" y="0"/>
                </a:lnTo>
                <a:lnTo>
                  <a:pt x="271" y="0"/>
                </a:lnTo>
                <a:lnTo>
                  <a:pt x="283" y="0"/>
                </a:lnTo>
                <a:lnTo>
                  <a:pt x="293" y="0"/>
                </a:lnTo>
                <a:lnTo>
                  <a:pt x="302" y="0"/>
                </a:lnTo>
                <a:lnTo>
                  <a:pt x="311" y="0"/>
                </a:lnTo>
                <a:lnTo>
                  <a:pt x="319" y="0"/>
                </a:lnTo>
                <a:lnTo>
                  <a:pt x="326" y="0"/>
                </a:lnTo>
                <a:lnTo>
                  <a:pt x="332" y="0"/>
                </a:lnTo>
                <a:lnTo>
                  <a:pt x="338" y="0"/>
                </a:lnTo>
                <a:lnTo>
                  <a:pt x="343" y="0"/>
                </a:lnTo>
                <a:lnTo>
                  <a:pt x="348" y="0"/>
                </a:lnTo>
                <a:lnTo>
                  <a:pt x="353" y="0"/>
                </a:lnTo>
                <a:lnTo>
                  <a:pt x="356" y="0"/>
                </a:lnTo>
                <a:lnTo>
                  <a:pt x="360" y="0"/>
                </a:lnTo>
                <a:lnTo>
                  <a:pt x="363" y="0"/>
                </a:lnTo>
                <a:lnTo>
                  <a:pt x="367" y="0"/>
                </a:lnTo>
                <a:lnTo>
                  <a:pt x="371" y="0"/>
                </a:lnTo>
                <a:lnTo>
                  <a:pt x="374" y="0"/>
                </a:lnTo>
                <a:lnTo>
                  <a:pt x="378" y="0"/>
                </a:lnTo>
                <a:lnTo>
                  <a:pt x="383" y="0"/>
                </a:lnTo>
                <a:lnTo>
                  <a:pt x="386" y="0"/>
                </a:lnTo>
                <a:lnTo>
                  <a:pt x="390" y="0"/>
                </a:lnTo>
                <a:lnTo>
                  <a:pt x="393" y="0"/>
                </a:lnTo>
                <a:lnTo>
                  <a:pt x="396" y="0"/>
                </a:lnTo>
                <a:lnTo>
                  <a:pt x="399" y="0"/>
                </a:lnTo>
                <a:lnTo>
                  <a:pt x="402" y="0"/>
                </a:lnTo>
                <a:lnTo>
                  <a:pt x="405" y="0"/>
                </a:lnTo>
                <a:lnTo>
                  <a:pt x="408" y="0"/>
                </a:lnTo>
                <a:lnTo>
                  <a:pt x="410" y="0"/>
                </a:lnTo>
                <a:lnTo>
                  <a:pt x="413" y="1"/>
                </a:lnTo>
                <a:lnTo>
                  <a:pt x="415" y="1"/>
                </a:lnTo>
                <a:lnTo>
                  <a:pt x="416" y="2"/>
                </a:lnTo>
                <a:lnTo>
                  <a:pt x="419" y="2"/>
                </a:lnTo>
                <a:lnTo>
                  <a:pt x="421" y="4"/>
                </a:lnTo>
                <a:lnTo>
                  <a:pt x="422" y="4"/>
                </a:lnTo>
                <a:lnTo>
                  <a:pt x="425" y="5"/>
                </a:lnTo>
                <a:lnTo>
                  <a:pt x="427" y="6"/>
                </a:lnTo>
                <a:lnTo>
                  <a:pt x="428" y="7"/>
                </a:lnTo>
                <a:lnTo>
                  <a:pt x="431" y="8"/>
                </a:lnTo>
                <a:lnTo>
                  <a:pt x="433" y="10"/>
                </a:lnTo>
                <a:lnTo>
                  <a:pt x="435" y="12"/>
                </a:lnTo>
                <a:lnTo>
                  <a:pt x="438" y="13"/>
                </a:lnTo>
                <a:lnTo>
                  <a:pt x="439" y="16"/>
                </a:lnTo>
                <a:lnTo>
                  <a:pt x="441" y="18"/>
                </a:lnTo>
                <a:lnTo>
                  <a:pt x="445" y="20"/>
                </a:lnTo>
                <a:lnTo>
                  <a:pt x="447" y="23"/>
                </a:lnTo>
                <a:lnTo>
                  <a:pt x="450" y="25"/>
                </a:lnTo>
                <a:lnTo>
                  <a:pt x="453" y="28"/>
                </a:lnTo>
                <a:lnTo>
                  <a:pt x="456" y="31"/>
                </a:lnTo>
                <a:lnTo>
                  <a:pt x="459" y="35"/>
                </a:lnTo>
                <a:lnTo>
                  <a:pt x="463" y="38"/>
                </a:lnTo>
                <a:lnTo>
                  <a:pt x="467" y="42"/>
                </a:lnTo>
                <a:lnTo>
                  <a:pt x="471" y="46"/>
                </a:lnTo>
                <a:lnTo>
                  <a:pt x="475" y="49"/>
                </a:lnTo>
                <a:lnTo>
                  <a:pt x="479" y="53"/>
                </a:lnTo>
                <a:lnTo>
                  <a:pt x="481" y="56"/>
                </a:lnTo>
                <a:lnTo>
                  <a:pt x="485" y="59"/>
                </a:lnTo>
                <a:lnTo>
                  <a:pt x="487" y="62"/>
                </a:lnTo>
                <a:lnTo>
                  <a:pt x="489" y="65"/>
                </a:lnTo>
                <a:lnTo>
                  <a:pt x="492" y="67"/>
                </a:lnTo>
                <a:lnTo>
                  <a:pt x="494" y="70"/>
                </a:lnTo>
                <a:lnTo>
                  <a:pt x="497" y="72"/>
                </a:lnTo>
                <a:lnTo>
                  <a:pt x="498" y="74"/>
                </a:lnTo>
                <a:lnTo>
                  <a:pt x="499" y="77"/>
                </a:lnTo>
                <a:lnTo>
                  <a:pt x="501" y="78"/>
                </a:lnTo>
                <a:lnTo>
                  <a:pt x="503" y="80"/>
                </a:lnTo>
                <a:lnTo>
                  <a:pt x="504" y="83"/>
                </a:lnTo>
                <a:lnTo>
                  <a:pt x="505" y="84"/>
                </a:lnTo>
                <a:lnTo>
                  <a:pt x="505" y="86"/>
                </a:lnTo>
                <a:lnTo>
                  <a:pt x="506" y="89"/>
                </a:lnTo>
                <a:lnTo>
                  <a:pt x="507" y="90"/>
                </a:lnTo>
                <a:lnTo>
                  <a:pt x="507" y="92"/>
                </a:lnTo>
                <a:lnTo>
                  <a:pt x="509" y="95"/>
                </a:lnTo>
                <a:lnTo>
                  <a:pt x="509" y="97"/>
                </a:lnTo>
                <a:lnTo>
                  <a:pt x="509" y="100"/>
                </a:lnTo>
                <a:lnTo>
                  <a:pt x="510" y="102"/>
                </a:lnTo>
                <a:lnTo>
                  <a:pt x="510" y="104"/>
                </a:lnTo>
                <a:lnTo>
                  <a:pt x="510" y="107"/>
                </a:lnTo>
                <a:lnTo>
                  <a:pt x="510" y="110"/>
                </a:lnTo>
                <a:lnTo>
                  <a:pt x="510" y="113"/>
                </a:lnTo>
                <a:lnTo>
                  <a:pt x="510" y="116"/>
                </a:lnTo>
                <a:lnTo>
                  <a:pt x="510" y="120"/>
                </a:lnTo>
                <a:lnTo>
                  <a:pt x="510" y="124"/>
                </a:lnTo>
                <a:lnTo>
                  <a:pt x="510" y="127"/>
                </a:lnTo>
                <a:lnTo>
                  <a:pt x="510" y="131"/>
                </a:lnTo>
                <a:lnTo>
                  <a:pt x="510" y="134"/>
                </a:lnTo>
                <a:lnTo>
                  <a:pt x="510" y="138"/>
                </a:lnTo>
                <a:lnTo>
                  <a:pt x="510" y="142"/>
                </a:lnTo>
                <a:lnTo>
                  <a:pt x="510" y="144"/>
                </a:lnTo>
                <a:lnTo>
                  <a:pt x="510" y="148"/>
                </a:lnTo>
                <a:lnTo>
                  <a:pt x="510" y="150"/>
                </a:lnTo>
                <a:lnTo>
                  <a:pt x="510" y="154"/>
                </a:lnTo>
                <a:lnTo>
                  <a:pt x="510" y="156"/>
                </a:lnTo>
                <a:lnTo>
                  <a:pt x="510" y="160"/>
                </a:lnTo>
                <a:lnTo>
                  <a:pt x="510" y="163"/>
                </a:lnTo>
                <a:lnTo>
                  <a:pt x="510" y="166"/>
                </a:lnTo>
                <a:lnTo>
                  <a:pt x="510" y="169"/>
                </a:lnTo>
                <a:lnTo>
                  <a:pt x="510" y="173"/>
                </a:lnTo>
                <a:lnTo>
                  <a:pt x="510" y="176"/>
                </a:lnTo>
                <a:lnTo>
                  <a:pt x="510" y="180"/>
                </a:lnTo>
                <a:lnTo>
                  <a:pt x="510" y="185"/>
                </a:lnTo>
                <a:lnTo>
                  <a:pt x="510" y="188"/>
                </a:lnTo>
                <a:lnTo>
                  <a:pt x="510" y="193"/>
                </a:lnTo>
                <a:lnTo>
                  <a:pt x="510" y="198"/>
                </a:lnTo>
                <a:lnTo>
                  <a:pt x="510" y="204"/>
                </a:lnTo>
                <a:lnTo>
                  <a:pt x="510" y="210"/>
                </a:lnTo>
                <a:lnTo>
                  <a:pt x="510" y="216"/>
                </a:lnTo>
                <a:lnTo>
                  <a:pt x="510" y="223"/>
                </a:lnTo>
                <a:lnTo>
                  <a:pt x="510" y="230"/>
                </a:lnTo>
                <a:lnTo>
                  <a:pt x="510" y="238"/>
                </a:lnTo>
                <a:lnTo>
                  <a:pt x="510" y="246"/>
                </a:lnTo>
                <a:lnTo>
                  <a:pt x="510" y="254"/>
                </a:lnTo>
                <a:lnTo>
                  <a:pt x="510" y="264"/>
                </a:lnTo>
                <a:lnTo>
                  <a:pt x="510" y="275"/>
                </a:lnTo>
                <a:lnTo>
                  <a:pt x="510" y="286"/>
                </a:lnTo>
                <a:lnTo>
                  <a:pt x="510" y="298"/>
                </a:lnTo>
                <a:lnTo>
                  <a:pt x="510" y="308"/>
                </a:lnTo>
                <a:lnTo>
                  <a:pt x="510" y="319"/>
                </a:lnTo>
                <a:lnTo>
                  <a:pt x="510" y="330"/>
                </a:lnTo>
                <a:lnTo>
                  <a:pt x="510" y="340"/>
                </a:lnTo>
                <a:lnTo>
                  <a:pt x="510" y="348"/>
                </a:lnTo>
                <a:lnTo>
                  <a:pt x="510" y="356"/>
                </a:lnTo>
                <a:lnTo>
                  <a:pt x="510" y="365"/>
                </a:lnTo>
                <a:lnTo>
                  <a:pt x="510" y="372"/>
                </a:lnTo>
                <a:lnTo>
                  <a:pt x="510" y="378"/>
                </a:lnTo>
                <a:lnTo>
                  <a:pt x="510" y="384"/>
                </a:lnTo>
                <a:lnTo>
                  <a:pt x="510" y="390"/>
                </a:lnTo>
                <a:lnTo>
                  <a:pt x="510" y="396"/>
                </a:lnTo>
                <a:lnTo>
                  <a:pt x="510" y="401"/>
                </a:lnTo>
                <a:lnTo>
                  <a:pt x="510" y="406"/>
                </a:lnTo>
                <a:lnTo>
                  <a:pt x="510" y="410"/>
                </a:lnTo>
                <a:lnTo>
                  <a:pt x="510" y="414"/>
                </a:lnTo>
                <a:lnTo>
                  <a:pt x="510" y="418"/>
                </a:lnTo>
                <a:lnTo>
                  <a:pt x="510" y="421"/>
                </a:lnTo>
                <a:lnTo>
                  <a:pt x="510" y="425"/>
                </a:lnTo>
                <a:lnTo>
                  <a:pt x="510" y="428"/>
                </a:lnTo>
                <a:lnTo>
                  <a:pt x="510" y="432"/>
                </a:lnTo>
                <a:lnTo>
                  <a:pt x="510" y="434"/>
                </a:lnTo>
                <a:lnTo>
                  <a:pt x="510" y="438"/>
                </a:lnTo>
                <a:lnTo>
                  <a:pt x="510" y="440"/>
                </a:lnTo>
                <a:lnTo>
                  <a:pt x="510" y="444"/>
                </a:lnTo>
                <a:lnTo>
                  <a:pt x="510" y="446"/>
                </a:lnTo>
                <a:lnTo>
                  <a:pt x="510" y="450"/>
                </a:lnTo>
                <a:lnTo>
                  <a:pt x="510" y="452"/>
                </a:lnTo>
                <a:lnTo>
                  <a:pt x="510" y="456"/>
                </a:lnTo>
                <a:lnTo>
                  <a:pt x="510" y="460"/>
                </a:lnTo>
                <a:lnTo>
                  <a:pt x="510" y="463"/>
                </a:lnTo>
                <a:lnTo>
                  <a:pt x="510" y="467"/>
                </a:lnTo>
                <a:lnTo>
                  <a:pt x="510" y="470"/>
                </a:lnTo>
                <a:lnTo>
                  <a:pt x="510" y="474"/>
                </a:lnTo>
                <a:lnTo>
                  <a:pt x="510" y="478"/>
                </a:lnTo>
                <a:lnTo>
                  <a:pt x="510" y="481"/>
                </a:lnTo>
                <a:lnTo>
                  <a:pt x="510" y="485"/>
                </a:lnTo>
                <a:lnTo>
                  <a:pt x="510" y="487"/>
                </a:lnTo>
                <a:lnTo>
                  <a:pt x="510" y="491"/>
                </a:lnTo>
                <a:lnTo>
                  <a:pt x="510" y="493"/>
                </a:lnTo>
                <a:lnTo>
                  <a:pt x="510" y="496"/>
                </a:lnTo>
                <a:lnTo>
                  <a:pt x="510" y="498"/>
                </a:lnTo>
                <a:lnTo>
                  <a:pt x="510" y="502"/>
                </a:lnTo>
                <a:lnTo>
                  <a:pt x="510" y="504"/>
                </a:lnTo>
                <a:lnTo>
                  <a:pt x="510" y="506"/>
                </a:lnTo>
                <a:lnTo>
                  <a:pt x="510" y="509"/>
                </a:lnTo>
                <a:lnTo>
                  <a:pt x="510" y="512"/>
                </a:lnTo>
                <a:lnTo>
                  <a:pt x="510" y="515"/>
                </a:lnTo>
                <a:lnTo>
                  <a:pt x="510" y="518"/>
                </a:lnTo>
                <a:lnTo>
                  <a:pt x="510" y="521"/>
                </a:lnTo>
                <a:lnTo>
                  <a:pt x="510" y="524"/>
                </a:lnTo>
                <a:lnTo>
                  <a:pt x="510" y="528"/>
                </a:lnTo>
                <a:lnTo>
                  <a:pt x="510" y="532"/>
                </a:lnTo>
                <a:lnTo>
                  <a:pt x="510" y="536"/>
                </a:lnTo>
                <a:lnTo>
                  <a:pt x="510" y="540"/>
                </a:lnTo>
                <a:lnTo>
                  <a:pt x="510" y="545"/>
                </a:lnTo>
                <a:lnTo>
                  <a:pt x="510" y="550"/>
                </a:lnTo>
                <a:lnTo>
                  <a:pt x="510" y="554"/>
                </a:lnTo>
                <a:lnTo>
                  <a:pt x="510" y="560"/>
                </a:lnTo>
                <a:lnTo>
                  <a:pt x="510" y="566"/>
                </a:lnTo>
                <a:lnTo>
                  <a:pt x="510" y="572"/>
                </a:lnTo>
                <a:lnTo>
                  <a:pt x="510" y="580"/>
                </a:lnTo>
                <a:lnTo>
                  <a:pt x="510" y="587"/>
                </a:lnTo>
                <a:lnTo>
                  <a:pt x="510" y="595"/>
                </a:lnTo>
                <a:lnTo>
                  <a:pt x="510" y="602"/>
                </a:lnTo>
                <a:lnTo>
                  <a:pt x="510" y="610"/>
                </a:lnTo>
                <a:lnTo>
                  <a:pt x="510" y="617"/>
                </a:lnTo>
                <a:lnTo>
                  <a:pt x="510" y="623"/>
                </a:lnTo>
                <a:lnTo>
                  <a:pt x="510" y="629"/>
                </a:lnTo>
                <a:lnTo>
                  <a:pt x="510" y="635"/>
                </a:lnTo>
                <a:lnTo>
                  <a:pt x="510" y="640"/>
                </a:lnTo>
                <a:lnTo>
                  <a:pt x="510" y="644"/>
                </a:lnTo>
                <a:lnTo>
                  <a:pt x="510" y="649"/>
                </a:lnTo>
                <a:lnTo>
                  <a:pt x="510" y="654"/>
                </a:lnTo>
                <a:lnTo>
                  <a:pt x="510" y="658"/>
                </a:lnTo>
                <a:lnTo>
                  <a:pt x="510" y="661"/>
                </a:lnTo>
                <a:lnTo>
                  <a:pt x="510" y="665"/>
                </a:lnTo>
                <a:lnTo>
                  <a:pt x="510" y="668"/>
                </a:lnTo>
                <a:lnTo>
                  <a:pt x="510" y="671"/>
                </a:lnTo>
                <a:lnTo>
                  <a:pt x="510" y="674"/>
                </a:lnTo>
                <a:lnTo>
                  <a:pt x="510" y="677"/>
                </a:lnTo>
                <a:lnTo>
                  <a:pt x="510" y="680"/>
                </a:lnTo>
                <a:lnTo>
                  <a:pt x="510" y="683"/>
                </a:lnTo>
                <a:lnTo>
                  <a:pt x="510" y="685"/>
                </a:lnTo>
                <a:lnTo>
                  <a:pt x="510" y="689"/>
                </a:lnTo>
                <a:lnTo>
                  <a:pt x="510" y="691"/>
                </a:lnTo>
                <a:lnTo>
                  <a:pt x="510" y="694"/>
                </a:lnTo>
                <a:lnTo>
                  <a:pt x="510" y="696"/>
                </a:lnTo>
                <a:lnTo>
                  <a:pt x="510" y="700"/>
                </a:lnTo>
                <a:lnTo>
                  <a:pt x="510" y="702"/>
                </a:lnTo>
                <a:lnTo>
                  <a:pt x="510" y="704"/>
                </a:lnTo>
                <a:lnTo>
                  <a:pt x="510" y="708"/>
                </a:lnTo>
                <a:lnTo>
                  <a:pt x="510" y="712"/>
                </a:lnTo>
                <a:lnTo>
                  <a:pt x="510" y="715"/>
                </a:lnTo>
                <a:lnTo>
                  <a:pt x="510" y="719"/>
                </a:lnTo>
                <a:lnTo>
                  <a:pt x="510" y="722"/>
                </a:lnTo>
                <a:lnTo>
                  <a:pt x="510" y="726"/>
                </a:lnTo>
                <a:lnTo>
                  <a:pt x="510" y="730"/>
                </a:lnTo>
                <a:lnTo>
                  <a:pt x="510" y="733"/>
                </a:lnTo>
                <a:lnTo>
                  <a:pt x="510" y="737"/>
                </a:lnTo>
                <a:lnTo>
                  <a:pt x="510" y="739"/>
                </a:lnTo>
                <a:lnTo>
                  <a:pt x="510" y="742"/>
                </a:lnTo>
                <a:lnTo>
                  <a:pt x="510" y="745"/>
                </a:lnTo>
                <a:lnTo>
                  <a:pt x="510" y="748"/>
                </a:lnTo>
                <a:lnTo>
                  <a:pt x="509" y="750"/>
                </a:lnTo>
                <a:lnTo>
                  <a:pt x="509" y="752"/>
                </a:lnTo>
                <a:lnTo>
                  <a:pt x="509" y="755"/>
                </a:lnTo>
                <a:lnTo>
                  <a:pt x="507" y="756"/>
                </a:lnTo>
                <a:lnTo>
                  <a:pt x="507" y="758"/>
                </a:lnTo>
                <a:lnTo>
                  <a:pt x="506" y="761"/>
                </a:lnTo>
                <a:lnTo>
                  <a:pt x="505" y="763"/>
                </a:lnTo>
                <a:lnTo>
                  <a:pt x="505" y="764"/>
                </a:lnTo>
                <a:lnTo>
                  <a:pt x="504" y="767"/>
                </a:lnTo>
                <a:lnTo>
                  <a:pt x="503" y="769"/>
                </a:lnTo>
                <a:lnTo>
                  <a:pt x="501" y="770"/>
                </a:lnTo>
                <a:lnTo>
                  <a:pt x="499" y="773"/>
                </a:lnTo>
                <a:lnTo>
                  <a:pt x="498" y="775"/>
                </a:lnTo>
                <a:lnTo>
                  <a:pt x="497" y="778"/>
                </a:lnTo>
                <a:lnTo>
                  <a:pt x="494" y="780"/>
                </a:lnTo>
                <a:lnTo>
                  <a:pt x="492" y="782"/>
                </a:lnTo>
                <a:lnTo>
                  <a:pt x="489" y="785"/>
                </a:lnTo>
                <a:lnTo>
                  <a:pt x="487" y="787"/>
                </a:lnTo>
                <a:lnTo>
                  <a:pt x="485" y="790"/>
                </a:lnTo>
                <a:lnTo>
                  <a:pt x="481" y="793"/>
                </a:lnTo>
                <a:lnTo>
                  <a:pt x="479" y="797"/>
                </a:lnTo>
                <a:lnTo>
                  <a:pt x="475" y="800"/>
                </a:lnTo>
                <a:lnTo>
                  <a:pt x="471" y="804"/>
                </a:lnTo>
                <a:lnTo>
                  <a:pt x="467" y="808"/>
                </a:lnTo>
                <a:lnTo>
                  <a:pt x="463" y="811"/>
                </a:lnTo>
                <a:lnTo>
                  <a:pt x="459" y="815"/>
                </a:lnTo>
                <a:lnTo>
                  <a:pt x="456" y="818"/>
                </a:lnTo>
                <a:lnTo>
                  <a:pt x="453" y="822"/>
                </a:lnTo>
                <a:lnTo>
                  <a:pt x="450" y="824"/>
                </a:lnTo>
                <a:lnTo>
                  <a:pt x="447" y="827"/>
                </a:lnTo>
                <a:lnTo>
                  <a:pt x="445" y="829"/>
                </a:lnTo>
                <a:lnTo>
                  <a:pt x="441" y="832"/>
                </a:lnTo>
                <a:lnTo>
                  <a:pt x="439" y="834"/>
                </a:lnTo>
                <a:lnTo>
                  <a:pt x="438" y="836"/>
                </a:lnTo>
                <a:lnTo>
                  <a:pt x="435" y="838"/>
                </a:lnTo>
                <a:lnTo>
                  <a:pt x="433" y="840"/>
                </a:lnTo>
                <a:lnTo>
                  <a:pt x="431" y="841"/>
                </a:lnTo>
                <a:lnTo>
                  <a:pt x="428" y="842"/>
                </a:lnTo>
                <a:lnTo>
                  <a:pt x="427" y="844"/>
                </a:lnTo>
                <a:lnTo>
                  <a:pt x="425" y="845"/>
                </a:lnTo>
                <a:lnTo>
                  <a:pt x="422" y="846"/>
                </a:lnTo>
                <a:lnTo>
                  <a:pt x="421" y="846"/>
                </a:lnTo>
                <a:lnTo>
                  <a:pt x="419" y="847"/>
                </a:lnTo>
                <a:lnTo>
                  <a:pt x="416" y="847"/>
                </a:lnTo>
                <a:lnTo>
                  <a:pt x="415" y="848"/>
                </a:lnTo>
                <a:lnTo>
                  <a:pt x="413" y="848"/>
                </a:lnTo>
                <a:lnTo>
                  <a:pt x="410" y="848"/>
                </a:lnTo>
                <a:lnTo>
                  <a:pt x="408" y="850"/>
                </a:lnTo>
                <a:lnTo>
                  <a:pt x="405" y="850"/>
                </a:lnTo>
                <a:lnTo>
                  <a:pt x="402" y="850"/>
                </a:lnTo>
                <a:lnTo>
                  <a:pt x="399" y="850"/>
                </a:lnTo>
                <a:lnTo>
                  <a:pt x="396" y="850"/>
                </a:lnTo>
                <a:lnTo>
                  <a:pt x="393" y="850"/>
                </a:lnTo>
                <a:lnTo>
                  <a:pt x="390" y="850"/>
                </a:lnTo>
                <a:lnTo>
                  <a:pt x="386" y="850"/>
                </a:lnTo>
                <a:lnTo>
                  <a:pt x="383" y="850"/>
                </a:lnTo>
                <a:lnTo>
                  <a:pt x="378" y="850"/>
                </a:lnTo>
                <a:lnTo>
                  <a:pt x="374" y="850"/>
                </a:lnTo>
                <a:lnTo>
                  <a:pt x="371" y="850"/>
                </a:lnTo>
                <a:lnTo>
                  <a:pt x="367" y="850"/>
                </a:lnTo>
                <a:lnTo>
                  <a:pt x="363" y="850"/>
                </a:lnTo>
                <a:lnTo>
                  <a:pt x="360" y="850"/>
                </a:lnTo>
                <a:lnTo>
                  <a:pt x="356" y="850"/>
                </a:lnTo>
                <a:lnTo>
                  <a:pt x="353" y="850"/>
                </a:lnTo>
                <a:lnTo>
                  <a:pt x="348" y="850"/>
                </a:lnTo>
                <a:lnTo>
                  <a:pt x="343" y="850"/>
                </a:lnTo>
                <a:lnTo>
                  <a:pt x="338" y="850"/>
                </a:lnTo>
                <a:lnTo>
                  <a:pt x="332" y="850"/>
                </a:lnTo>
                <a:lnTo>
                  <a:pt x="326" y="850"/>
                </a:lnTo>
                <a:lnTo>
                  <a:pt x="319" y="850"/>
                </a:lnTo>
                <a:lnTo>
                  <a:pt x="311" y="850"/>
                </a:lnTo>
                <a:lnTo>
                  <a:pt x="302" y="850"/>
                </a:lnTo>
                <a:lnTo>
                  <a:pt x="293" y="850"/>
                </a:lnTo>
                <a:lnTo>
                  <a:pt x="283" y="850"/>
                </a:lnTo>
                <a:lnTo>
                  <a:pt x="271" y="850"/>
                </a:lnTo>
                <a:lnTo>
                  <a:pt x="259" y="850"/>
                </a:lnTo>
                <a:lnTo>
                  <a:pt x="246" y="850"/>
                </a:lnTo>
                <a:lnTo>
                  <a:pt x="230" y="850"/>
                </a:lnTo>
                <a:lnTo>
                  <a:pt x="215" y="850"/>
                </a:lnTo>
                <a:lnTo>
                  <a:pt x="197" y="850"/>
                </a:lnTo>
                <a:lnTo>
                  <a:pt x="179" y="850"/>
                </a:lnTo>
                <a:lnTo>
                  <a:pt x="158" y="850"/>
                </a:lnTo>
                <a:lnTo>
                  <a:pt x="135" y="850"/>
                </a:lnTo>
                <a:lnTo>
                  <a:pt x="111" y="850"/>
                </a:lnTo>
                <a:lnTo>
                  <a:pt x="86" y="850"/>
                </a:lnTo>
                <a:lnTo>
                  <a:pt x="60" y="850"/>
                </a:lnTo>
                <a:lnTo>
                  <a:pt x="31" y="850"/>
                </a:lnTo>
                <a:lnTo>
                  <a:pt x="0" y="850"/>
                </a:lnTo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2" name="Freeform 128">
            <a:extLst>
              <a:ext uri="{FF2B5EF4-FFF2-40B4-BE49-F238E27FC236}">
                <a16:creationId xmlns:a16="http://schemas.microsoft.com/office/drawing/2014/main" id="{9D61199A-249D-42D7-90B0-F3B5EAF51265}"/>
              </a:ext>
            </a:extLst>
          </p:cNvPr>
          <p:cNvSpPr>
            <a:spLocks/>
          </p:cNvSpPr>
          <p:nvPr/>
        </p:nvSpPr>
        <p:spPr bwMode="auto">
          <a:xfrm>
            <a:off x="7985125" y="2252662"/>
            <a:ext cx="222250" cy="220663"/>
          </a:xfrm>
          <a:custGeom>
            <a:avLst/>
            <a:gdLst>
              <a:gd name="T0" fmla="*/ 0 w 336"/>
              <a:gd name="T1" fmla="*/ 2147483646 h 336"/>
              <a:gd name="T2" fmla="*/ 2147483646 w 336"/>
              <a:gd name="T3" fmla="*/ 2147483646 h 336"/>
              <a:gd name="T4" fmla="*/ 2147483646 w 336"/>
              <a:gd name="T5" fmla="*/ 2147483646 h 336"/>
              <a:gd name="T6" fmla="*/ 2147483646 w 336"/>
              <a:gd name="T7" fmla="*/ 2147483646 h 336"/>
              <a:gd name="T8" fmla="*/ 2147483646 w 336"/>
              <a:gd name="T9" fmla="*/ 2147483646 h 336"/>
              <a:gd name="T10" fmla="*/ 2147483646 w 336"/>
              <a:gd name="T11" fmla="*/ 2147483646 h 336"/>
              <a:gd name="T12" fmla="*/ 2147483646 w 336"/>
              <a:gd name="T13" fmla="*/ 2147483646 h 336"/>
              <a:gd name="T14" fmla="*/ 2147483646 w 336"/>
              <a:gd name="T15" fmla="*/ 2147483646 h 336"/>
              <a:gd name="T16" fmla="*/ 2147483646 w 336"/>
              <a:gd name="T17" fmla="*/ 2147483646 h 336"/>
              <a:gd name="T18" fmla="*/ 2147483646 w 336"/>
              <a:gd name="T19" fmla="*/ 2147483646 h 336"/>
              <a:gd name="T20" fmla="*/ 2147483646 w 336"/>
              <a:gd name="T21" fmla="*/ 0 h 336"/>
              <a:gd name="T22" fmla="*/ 2147483646 w 336"/>
              <a:gd name="T23" fmla="*/ 0 h 336"/>
              <a:gd name="T24" fmla="*/ 2147483646 w 336"/>
              <a:gd name="T25" fmla="*/ 2147483646 h 336"/>
              <a:gd name="T26" fmla="*/ 2147483646 w 336"/>
              <a:gd name="T27" fmla="*/ 2147483646 h 336"/>
              <a:gd name="T28" fmla="*/ 2147483646 w 336"/>
              <a:gd name="T29" fmla="*/ 2147483646 h 336"/>
              <a:gd name="T30" fmla="*/ 2147483646 w 336"/>
              <a:gd name="T31" fmla="*/ 2147483646 h 336"/>
              <a:gd name="T32" fmla="*/ 2147483646 w 336"/>
              <a:gd name="T33" fmla="*/ 2147483646 h 336"/>
              <a:gd name="T34" fmla="*/ 2147483646 w 336"/>
              <a:gd name="T35" fmla="*/ 2147483646 h 336"/>
              <a:gd name="T36" fmla="*/ 2147483646 w 336"/>
              <a:gd name="T37" fmla="*/ 2147483646 h 336"/>
              <a:gd name="T38" fmla="*/ 2147483646 w 336"/>
              <a:gd name="T39" fmla="*/ 2147483646 h 336"/>
              <a:gd name="T40" fmla="*/ 2147483646 w 336"/>
              <a:gd name="T41" fmla="*/ 2147483646 h 336"/>
              <a:gd name="T42" fmla="*/ 2147483646 w 336"/>
              <a:gd name="T43" fmla="*/ 2147483646 h 336"/>
              <a:gd name="T44" fmla="*/ 2147483646 w 336"/>
              <a:gd name="T45" fmla="*/ 2147483646 h 336"/>
              <a:gd name="T46" fmla="*/ 2147483646 w 336"/>
              <a:gd name="T47" fmla="*/ 2147483646 h 336"/>
              <a:gd name="T48" fmla="*/ 2147483646 w 336"/>
              <a:gd name="T49" fmla="*/ 2147483646 h 336"/>
              <a:gd name="T50" fmla="*/ 2147483646 w 336"/>
              <a:gd name="T51" fmla="*/ 2147483646 h 336"/>
              <a:gd name="T52" fmla="*/ 2147483646 w 336"/>
              <a:gd name="T53" fmla="*/ 2147483646 h 336"/>
              <a:gd name="T54" fmla="*/ 2147483646 w 336"/>
              <a:gd name="T55" fmla="*/ 2147483646 h 336"/>
              <a:gd name="T56" fmla="*/ 2147483646 w 336"/>
              <a:gd name="T57" fmla="*/ 2147483646 h 336"/>
              <a:gd name="T58" fmla="*/ 2147483646 w 336"/>
              <a:gd name="T59" fmla="*/ 2147483646 h 336"/>
              <a:gd name="T60" fmla="*/ 2147483646 w 336"/>
              <a:gd name="T61" fmla="*/ 2147483646 h 336"/>
              <a:gd name="T62" fmla="*/ 2147483646 w 336"/>
              <a:gd name="T63" fmla="*/ 2147483646 h 336"/>
              <a:gd name="T64" fmla="*/ 2147483646 w 336"/>
              <a:gd name="T65" fmla="*/ 2147483646 h 336"/>
              <a:gd name="T66" fmla="*/ 2147483646 w 336"/>
              <a:gd name="T67" fmla="*/ 2147483646 h 336"/>
              <a:gd name="T68" fmla="*/ 2147483646 w 336"/>
              <a:gd name="T69" fmla="*/ 2147483646 h 336"/>
              <a:gd name="T70" fmla="*/ 2147483646 w 336"/>
              <a:gd name="T71" fmla="*/ 2147483646 h 336"/>
              <a:gd name="T72" fmla="*/ 2147483646 w 336"/>
              <a:gd name="T73" fmla="*/ 2147483646 h 336"/>
              <a:gd name="T74" fmla="*/ 2147483646 w 336"/>
              <a:gd name="T75" fmla="*/ 2147483646 h 336"/>
              <a:gd name="T76" fmla="*/ 2147483646 w 336"/>
              <a:gd name="T77" fmla="*/ 2147483646 h 336"/>
              <a:gd name="T78" fmla="*/ 2147483646 w 336"/>
              <a:gd name="T79" fmla="*/ 2147483646 h 336"/>
              <a:gd name="T80" fmla="*/ 2147483646 w 336"/>
              <a:gd name="T81" fmla="*/ 2147483646 h 336"/>
              <a:gd name="T82" fmla="*/ 2147483646 w 336"/>
              <a:gd name="T83" fmla="*/ 2147483646 h 336"/>
              <a:gd name="T84" fmla="*/ 2147483646 w 336"/>
              <a:gd name="T85" fmla="*/ 2147483646 h 336"/>
              <a:gd name="T86" fmla="*/ 2147483646 w 336"/>
              <a:gd name="T87" fmla="*/ 2147483646 h 336"/>
              <a:gd name="T88" fmla="*/ 2147483646 w 336"/>
              <a:gd name="T89" fmla="*/ 2147483646 h 336"/>
              <a:gd name="T90" fmla="*/ 2147483646 w 336"/>
              <a:gd name="T91" fmla="*/ 2147483646 h 336"/>
              <a:gd name="T92" fmla="*/ 2147483646 w 336"/>
              <a:gd name="T93" fmla="*/ 2147483646 h 336"/>
              <a:gd name="T94" fmla="*/ 2147483646 w 336"/>
              <a:gd name="T95" fmla="*/ 2147483646 h 336"/>
              <a:gd name="T96" fmla="*/ 2147483646 w 336"/>
              <a:gd name="T97" fmla="*/ 2147483646 h 336"/>
              <a:gd name="T98" fmla="*/ 2147483646 w 336"/>
              <a:gd name="T99" fmla="*/ 2147483646 h 336"/>
              <a:gd name="T100" fmla="*/ 2147483646 w 336"/>
              <a:gd name="T101" fmla="*/ 2147483646 h 336"/>
              <a:gd name="T102" fmla="*/ 2147483646 w 336"/>
              <a:gd name="T103" fmla="*/ 2147483646 h 336"/>
              <a:gd name="T104" fmla="*/ 2147483646 w 336"/>
              <a:gd name="T105" fmla="*/ 2147483646 h 336"/>
              <a:gd name="T106" fmla="*/ 2147483646 w 336"/>
              <a:gd name="T107" fmla="*/ 2147483646 h 336"/>
              <a:gd name="T108" fmla="*/ 2147483646 w 336"/>
              <a:gd name="T109" fmla="*/ 2147483646 h 336"/>
              <a:gd name="T110" fmla="*/ 0 w 336"/>
              <a:gd name="T111" fmla="*/ 2147483646 h 3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336" h="336">
                <a:moveTo>
                  <a:pt x="0" y="165"/>
                </a:moveTo>
                <a:lnTo>
                  <a:pt x="0" y="170"/>
                </a:lnTo>
                <a:lnTo>
                  <a:pt x="0" y="161"/>
                </a:lnTo>
                <a:lnTo>
                  <a:pt x="1" y="152"/>
                </a:lnTo>
                <a:lnTo>
                  <a:pt x="2" y="144"/>
                </a:lnTo>
                <a:lnTo>
                  <a:pt x="3" y="135"/>
                </a:lnTo>
                <a:lnTo>
                  <a:pt x="6" y="127"/>
                </a:lnTo>
                <a:lnTo>
                  <a:pt x="7" y="119"/>
                </a:lnTo>
                <a:lnTo>
                  <a:pt x="10" y="111"/>
                </a:lnTo>
                <a:lnTo>
                  <a:pt x="13" y="103"/>
                </a:lnTo>
                <a:lnTo>
                  <a:pt x="16" y="96"/>
                </a:lnTo>
                <a:lnTo>
                  <a:pt x="20" y="89"/>
                </a:lnTo>
                <a:lnTo>
                  <a:pt x="25" y="81"/>
                </a:lnTo>
                <a:lnTo>
                  <a:pt x="28" y="74"/>
                </a:lnTo>
                <a:lnTo>
                  <a:pt x="33" y="68"/>
                </a:lnTo>
                <a:lnTo>
                  <a:pt x="38" y="61"/>
                </a:lnTo>
                <a:lnTo>
                  <a:pt x="44" y="55"/>
                </a:lnTo>
                <a:lnTo>
                  <a:pt x="50" y="49"/>
                </a:lnTo>
                <a:lnTo>
                  <a:pt x="56" y="44"/>
                </a:lnTo>
                <a:lnTo>
                  <a:pt x="62" y="38"/>
                </a:lnTo>
                <a:lnTo>
                  <a:pt x="68" y="33"/>
                </a:lnTo>
                <a:lnTo>
                  <a:pt x="75" y="29"/>
                </a:lnTo>
                <a:lnTo>
                  <a:pt x="81" y="24"/>
                </a:lnTo>
                <a:lnTo>
                  <a:pt x="88" y="20"/>
                </a:lnTo>
                <a:lnTo>
                  <a:pt x="96" y="17"/>
                </a:lnTo>
                <a:lnTo>
                  <a:pt x="104" y="13"/>
                </a:lnTo>
                <a:lnTo>
                  <a:pt x="111" y="9"/>
                </a:lnTo>
                <a:lnTo>
                  <a:pt x="120" y="7"/>
                </a:lnTo>
                <a:lnTo>
                  <a:pt x="127" y="5"/>
                </a:lnTo>
                <a:lnTo>
                  <a:pt x="135" y="3"/>
                </a:lnTo>
                <a:lnTo>
                  <a:pt x="144" y="1"/>
                </a:lnTo>
                <a:lnTo>
                  <a:pt x="152" y="1"/>
                </a:lnTo>
                <a:lnTo>
                  <a:pt x="162" y="0"/>
                </a:lnTo>
                <a:lnTo>
                  <a:pt x="170" y="0"/>
                </a:lnTo>
                <a:lnTo>
                  <a:pt x="165" y="0"/>
                </a:lnTo>
                <a:lnTo>
                  <a:pt x="175" y="0"/>
                </a:lnTo>
                <a:lnTo>
                  <a:pt x="183" y="1"/>
                </a:lnTo>
                <a:lnTo>
                  <a:pt x="192" y="1"/>
                </a:lnTo>
                <a:lnTo>
                  <a:pt x="200" y="3"/>
                </a:lnTo>
                <a:lnTo>
                  <a:pt x="208" y="5"/>
                </a:lnTo>
                <a:lnTo>
                  <a:pt x="216" y="7"/>
                </a:lnTo>
                <a:lnTo>
                  <a:pt x="224" y="9"/>
                </a:lnTo>
                <a:lnTo>
                  <a:pt x="231" y="13"/>
                </a:lnTo>
                <a:lnTo>
                  <a:pt x="240" y="17"/>
                </a:lnTo>
                <a:lnTo>
                  <a:pt x="247" y="20"/>
                </a:lnTo>
                <a:lnTo>
                  <a:pt x="254" y="24"/>
                </a:lnTo>
                <a:lnTo>
                  <a:pt x="261" y="29"/>
                </a:lnTo>
                <a:lnTo>
                  <a:pt x="267" y="33"/>
                </a:lnTo>
                <a:lnTo>
                  <a:pt x="273" y="38"/>
                </a:lnTo>
                <a:lnTo>
                  <a:pt x="280" y="44"/>
                </a:lnTo>
                <a:lnTo>
                  <a:pt x="286" y="49"/>
                </a:lnTo>
                <a:lnTo>
                  <a:pt x="291" y="55"/>
                </a:lnTo>
                <a:lnTo>
                  <a:pt x="297" y="61"/>
                </a:lnTo>
                <a:lnTo>
                  <a:pt x="302" y="68"/>
                </a:lnTo>
                <a:lnTo>
                  <a:pt x="307" y="74"/>
                </a:lnTo>
                <a:lnTo>
                  <a:pt x="312" y="81"/>
                </a:lnTo>
                <a:lnTo>
                  <a:pt x="315" y="89"/>
                </a:lnTo>
                <a:lnTo>
                  <a:pt x="319" y="96"/>
                </a:lnTo>
                <a:lnTo>
                  <a:pt x="322" y="103"/>
                </a:lnTo>
                <a:lnTo>
                  <a:pt x="325" y="111"/>
                </a:lnTo>
                <a:lnTo>
                  <a:pt x="328" y="119"/>
                </a:lnTo>
                <a:lnTo>
                  <a:pt x="331" y="127"/>
                </a:lnTo>
                <a:lnTo>
                  <a:pt x="332" y="135"/>
                </a:lnTo>
                <a:lnTo>
                  <a:pt x="333" y="144"/>
                </a:lnTo>
                <a:lnTo>
                  <a:pt x="334" y="152"/>
                </a:lnTo>
                <a:lnTo>
                  <a:pt x="336" y="161"/>
                </a:lnTo>
                <a:lnTo>
                  <a:pt x="336" y="170"/>
                </a:lnTo>
                <a:lnTo>
                  <a:pt x="336" y="165"/>
                </a:lnTo>
                <a:lnTo>
                  <a:pt x="336" y="174"/>
                </a:lnTo>
                <a:lnTo>
                  <a:pt x="334" y="183"/>
                </a:lnTo>
                <a:lnTo>
                  <a:pt x="333" y="192"/>
                </a:lnTo>
                <a:lnTo>
                  <a:pt x="332" y="200"/>
                </a:lnTo>
                <a:lnTo>
                  <a:pt x="331" y="207"/>
                </a:lnTo>
                <a:lnTo>
                  <a:pt x="328" y="216"/>
                </a:lnTo>
                <a:lnTo>
                  <a:pt x="325" y="224"/>
                </a:lnTo>
                <a:lnTo>
                  <a:pt x="322" y="231"/>
                </a:lnTo>
                <a:lnTo>
                  <a:pt x="319" y="240"/>
                </a:lnTo>
                <a:lnTo>
                  <a:pt x="315" y="247"/>
                </a:lnTo>
                <a:lnTo>
                  <a:pt x="312" y="254"/>
                </a:lnTo>
                <a:lnTo>
                  <a:pt x="307" y="260"/>
                </a:lnTo>
                <a:lnTo>
                  <a:pt x="302" y="267"/>
                </a:lnTo>
                <a:lnTo>
                  <a:pt x="297" y="273"/>
                </a:lnTo>
                <a:lnTo>
                  <a:pt x="291" y="279"/>
                </a:lnTo>
                <a:lnTo>
                  <a:pt x="286" y="285"/>
                </a:lnTo>
                <a:lnTo>
                  <a:pt x="280" y="291"/>
                </a:lnTo>
                <a:lnTo>
                  <a:pt x="273" y="296"/>
                </a:lnTo>
                <a:lnTo>
                  <a:pt x="267" y="302"/>
                </a:lnTo>
                <a:lnTo>
                  <a:pt x="261" y="307"/>
                </a:lnTo>
                <a:lnTo>
                  <a:pt x="254" y="311"/>
                </a:lnTo>
                <a:lnTo>
                  <a:pt x="247" y="315"/>
                </a:lnTo>
                <a:lnTo>
                  <a:pt x="240" y="319"/>
                </a:lnTo>
                <a:lnTo>
                  <a:pt x="231" y="323"/>
                </a:lnTo>
                <a:lnTo>
                  <a:pt x="224" y="325"/>
                </a:lnTo>
                <a:lnTo>
                  <a:pt x="216" y="327"/>
                </a:lnTo>
                <a:lnTo>
                  <a:pt x="208" y="330"/>
                </a:lnTo>
                <a:lnTo>
                  <a:pt x="200" y="332"/>
                </a:lnTo>
                <a:lnTo>
                  <a:pt x="192" y="333"/>
                </a:lnTo>
                <a:lnTo>
                  <a:pt x="183" y="335"/>
                </a:lnTo>
                <a:lnTo>
                  <a:pt x="175" y="336"/>
                </a:lnTo>
                <a:lnTo>
                  <a:pt x="165" y="336"/>
                </a:lnTo>
                <a:lnTo>
                  <a:pt x="170" y="336"/>
                </a:lnTo>
                <a:lnTo>
                  <a:pt x="162" y="336"/>
                </a:lnTo>
                <a:lnTo>
                  <a:pt x="152" y="335"/>
                </a:lnTo>
                <a:lnTo>
                  <a:pt x="144" y="333"/>
                </a:lnTo>
                <a:lnTo>
                  <a:pt x="135" y="332"/>
                </a:lnTo>
                <a:lnTo>
                  <a:pt x="127" y="330"/>
                </a:lnTo>
                <a:lnTo>
                  <a:pt x="120" y="327"/>
                </a:lnTo>
                <a:lnTo>
                  <a:pt x="111" y="325"/>
                </a:lnTo>
                <a:lnTo>
                  <a:pt x="104" y="323"/>
                </a:lnTo>
                <a:lnTo>
                  <a:pt x="96" y="319"/>
                </a:lnTo>
                <a:lnTo>
                  <a:pt x="88" y="315"/>
                </a:lnTo>
                <a:lnTo>
                  <a:pt x="81" y="311"/>
                </a:lnTo>
                <a:lnTo>
                  <a:pt x="75" y="307"/>
                </a:lnTo>
                <a:lnTo>
                  <a:pt x="68" y="302"/>
                </a:lnTo>
                <a:lnTo>
                  <a:pt x="62" y="296"/>
                </a:lnTo>
                <a:lnTo>
                  <a:pt x="56" y="291"/>
                </a:lnTo>
                <a:lnTo>
                  <a:pt x="50" y="285"/>
                </a:lnTo>
                <a:lnTo>
                  <a:pt x="44" y="279"/>
                </a:lnTo>
                <a:lnTo>
                  <a:pt x="38" y="273"/>
                </a:lnTo>
                <a:lnTo>
                  <a:pt x="33" y="267"/>
                </a:lnTo>
                <a:lnTo>
                  <a:pt x="28" y="260"/>
                </a:lnTo>
                <a:lnTo>
                  <a:pt x="25" y="254"/>
                </a:lnTo>
                <a:lnTo>
                  <a:pt x="20" y="247"/>
                </a:lnTo>
                <a:lnTo>
                  <a:pt x="16" y="240"/>
                </a:lnTo>
                <a:lnTo>
                  <a:pt x="13" y="231"/>
                </a:lnTo>
                <a:lnTo>
                  <a:pt x="10" y="224"/>
                </a:lnTo>
                <a:lnTo>
                  <a:pt x="7" y="216"/>
                </a:lnTo>
                <a:lnTo>
                  <a:pt x="6" y="207"/>
                </a:lnTo>
                <a:lnTo>
                  <a:pt x="3" y="200"/>
                </a:lnTo>
                <a:lnTo>
                  <a:pt x="2" y="192"/>
                </a:lnTo>
                <a:lnTo>
                  <a:pt x="1" y="183"/>
                </a:lnTo>
                <a:lnTo>
                  <a:pt x="0" y="174"/>
                </a:lnTo>
                <a:lnTo>
                  <a:pt x="0" y="165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3" name="Rectangle 129">
            <a:extLst>
              <a:ext uri="{FF2B5EF4-FFF2-40B4-BE49-F238E27FC236}">
                <a16:creationId xmlns:a16="http://schemas.microsoft.com/office/drawing/2014/main" id="{A8747D82-44DB-42ED-A04A-1721058A02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9838" y="3925888"/>
            <a:ext cx="681037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4" name="Line 130">
            <a:extLst>
              <a:ext uri="{FF2B5EF4-FFF2-40B4-BE49-F238E27FC236}">
                <a16:creationId xmlns:a16="http://schemas.microsoft.com/office/drawing/2014/main" id="{4EE27067-5B05-4EAE-A982-6B4E99FC229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89838" y="4273550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5" name="Line 131">
            <a:extLst>
              <a:ext uri="{FF2B5EF4-FFF2-40B4-BE49-F238E27FC236}">
                <a16:creationId xmlns:a16="http://schemas.microsoft.com/office/drawing/2014/main" id="{9D7455FB-3228-45C2-91C0-6BC9D338224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37500" y="3925888"/>
            <a:ext cx="1588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6" name="Line 132">
            <a:extLst>
              <a:ext uri="{FF2B5EF4-FFF2-40B4-BE49-F238E27FC236}">
                <a16:creationId xmlns:a16="http://schemas.microsoft.com/office/drawing/2014/main" id="{5729C6B8-912A-4DDB-978F-C643C0532624}"/>
              </a:ext>
            </a:extLst>
          </p:cNvPr>
          <p:cNvSpPr>
            <a:spLocks noChangeShapeType="1"/>
          </p:cNvSpPr>
          <p:nvPr/>
        </p:nvSpPr>
        <p:spPr bwMode="auto">
          <a:xfrm>
            <a:off x="7256463" y="3595688"/>
            <a:ext cx="333375" cy="3302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7" name="Rectangle 133">
            <a:extLst>
              <a:ext uri="{FF2B5EF4-FFF2-40B4-BE49-F238E27FC236}">
                <a16:creationId xmlns:a16="http://schemas.microsoft.com/office/drawing/2014/main" id="{98882AB3-9825-49CA-8264-22BA75D57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1958975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8" name="Rectangle 134">
            <a:extLst>
              <a:ext uri="{FF2B5EF4-FFF2-40B4-BE49-F238E27FC236}">
                <a16:creationId xmlns:a16="http://schemas.microsoft.com/office/drawing/2014/main" id="{A947E012-F0A9-4FDE-9466-B2AD5F4959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7588" y="3505200"/>
            <a:ext cx="10636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9" name="Rectangle 135">
            <a:extLst>
              <a:ext uri="{FF2B5EF4-FFF2-40B4-BE49-F238E27FC236}">
                <a16:creationId xmlns:a16="http://schemas.microsoft.com/office/drawing/2014/main" id="{049AD933-B7AB-4EBC-9854-FB111D1FA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7438" y="35814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80" name="Rectangle 136">
            <a:extLst>
              <a:ext uri="{FF2B5EF4-FFF2-40B4-BE49-F238E27FC236}">
                <a16:creationId xmlns:a16="http://schemas.microsoft.com/office/drawing/2014/main" id="{6D824A71-AFCA-4FD8-8EB1-C3E4A5D95E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2050" y="3505200"/>
            <a:ext cx="10636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81" name="Rectangle 137">
            <a:extLst>
              <a:ext uri="{FF2B5EF4-FFF2-40B4-BE49-F238E27FC236}">
                <a16:creationId xmlns:a16="http://schemas.microsoft.com/office/drawing/2014/main" id="{884E6AA9-F87A-467A-AF09-F7F5A7BBA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1900" y="35814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82" name="Rectangle 138">
            <a:extLst>
              <a:ext uri="{FF2B5EF4-FFF2-40B4-BE49-F238E27FC236}">
                <a16:creationId xmlns:a16="http://schemas.microsoft.com/office/drawing/2014/main" id="{CBF8A883-BFCD-4D5F-B25D-7E9E6294B7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3263" y="3643313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83" name="Rectangle 139">
            <a:extLst>
              <a:ext uri="{FF2B5EF4-FFF2-40B4-BE49-F238E27FC236}">
                <a16:creationId xmlns:a16="http://schemas.microsoft.com/office/drawing/2014/main" id="{84E3310C-1AAF-481E-BCAC-49E66F5C02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1525" y="3719513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84" name="Rectangle 140">
            <a:extLst>
              <a:ext uri="{FF2B5EF4-FFF2-40B4-BE49-F238E27FC236}">
                <a16:creationId xmlns:a16="http://schemas.microsoft.com/office/drawing/2014/main" id="{2527D3C4-6D63-4D06-8C9B-B777855EB7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7725" y="3643313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85" name="Rectangle 141">
            <a:extLst>
              <a:ext uri="{FF2B5EF4-FFF2-40B4-BE49-F238E27FC236}">
                <a16:creationId xmlns:a16="http://schemas.microsoft.com/office/drawing/2014/main" id="{5596D306-3C99-4B41-B7E8-B4A8B0190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0875" y="3925888"/>
            <a:ext cx="665163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86" name="Line 142">
            <a:extLst>
              <a:ext uri="{FF2B5EF4-FFF2-40B4-BE49-F238E27FC236}">
                <a16:creationId xmlns:a16="http://schemas.microsoft.com/office/drawing/2014/main" id="{BF8365A4-61B0-42BF-ADEE-52892721CF5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70875" y="4273550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87" name="Line 143">
            <a:extLst>
              <a:ext uri="{FF2B5EF4-FFF2-40B4-BE49-F238E27FC236}">
                <a16:creationId xmlns:a16="http://schemas.microsoft.com/office/drawing/2014/main" id="{08CE74F3-4C88-40B6-AED4-0C2A3E19B8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02663" y="3925888"/>
            <a:ext cx="1587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88" name="Rectangle 144">
            <a:extLst>
              <a:ext uri="{FF2B5EF4-FFF2-40B4-BE49-F238E27FC236}">
                <a16:creationId xmlns:a16="http://schemas.microsoft.com/office/drawing/2014/main" id="{47E28449-46E0-4452-90D1-84E7EA240F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7575" y="3719513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89" name="Rectangle 145">
            <a:extLst>
              <a:ext uri="{FF2B5EF4-FFF2-40B4-BE49-F238E27FC236}">
                <a16:creationId xmlns:a16="http://schemas.microsoft.com/office/drawing/2014/main" id="{2578494A-48A0-41DF-BE45-EC45BA99B9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1438" y="37449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90" name="Rectangle 146">
            <a:extLst>
              <a:ext uri="{FF2B5EF4-FFF2-40B4-BE49-F238E27FC236}">
                <a16:creationId xmlns:a16="http://schemas.microsoft.com/office/drawing/2014/main" id="{0BC921E0-9701-44BA-B5E3-1AADFA48A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26400" y="37449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91" name="Rectangle 147">
            <a:extLst>
              <a:ext uri="{FF2B5EF4-FFF2-40B4-BE49-F238E27FC236}">
                <a16:creationId xmlns:a16="http://schemas.microsoft.com/office/drawing/2014/main" id="{6491EA91-8426-4FED-8BB3-D154197A09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6125" y="37449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92" name="Rectangle 148">
            <a:extLst>
              <a:ext uri="{FF2B5EF4-FFF2-40B4-BE49-F238E27FC236}">
                <a16:creationId xmlns:a16="http://schemas.microsoft.com/office/drawing/2014/main" id="{7DD45B92-5E4C-4735-8C2C-A11B156D9E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1088" y="37449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93" name="Rectangle 149">
            <a:extLst>
              <a:ext uri="{FF2B5EF4-FFF2-40B4-BE49-F238E27FC236}">
                <a16:creationId xmlns:a16="http://schemas.microsoft.com/office/drawing/2014/main" id="{5126C237-96E6-4CCF-966F-BE6552B18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01050" y="43688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94" name="Rectangle 150">
            <a:extLst>
              <a:ext uri="{FF2B5EF4-FFF2-40B4-BE49-F238E27FC236}">
                <a16:creationId xmlns:a16="http://schemas.microsoft.com/office/drawing/2014/main" id="{B675E1C4-9F76-489A-BC30-8E7E809435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9838" y="4605338"/>
            <a:ext cx="681037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95" name="Line 151">
            <a:extLst>
              <a:ext uri="{FF2B5EF4-FFF2-40B4-BE49-F238E27FC236}">
                <a16:creationId xmlns:a16="http://schemas.microsoft.com/office/drawing/2014/main" id="{4AD29408-7BBB-45B6-AF4E-1308F05E62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89838" y="4935538"/>
            <a:ext cx="681037" cy="31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96" name="Line 152">
            <a:extLst>
              <a:ext uri="{FF2B5EF4-FFF2-40B4-BE49-F238E27FC236}">
                <a16:creationId xmlns:a16="http://schemas.microsoft.com/office/drawing/2014/main" id="{138A2B2F-CD0F-4EAA-890D-9F10BB83E94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37500" y="4605338"/>
            <a:ext cx="1588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97" name="Rectangle 153">
            <a:extLst>
              <a:ext uri="{FF2B5EF4-FFF2-40B4-BE49-F238E27FC236}">
                <a16:creationId xmlns:a16="http://schemas.microsoft.com/office/drawing/2014/main" id="{774D18F1-459D-4E87-85C2-35DF55188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43688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98" name="Rectangle 154">
            <a:extLst>
              <a:ext uri="{FF2B5EF4-FFF2-40B4-BE49-F238E27FC236}">
                <a16:creationId xmlns:a16="http://schemas.microsoft.com/office/drawing/2014/main" id="{D37847F5-8B08-4A15-A20C-E0AD2C6C50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0875" y="4605338"/>
            <a:ext cx="665163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99" name="Line 155">
            <a:extLst>
              <a:ext uri="{FF2B5EF4-FFF2-40B4-BE49-F238E27FC236}">
                <a16:creationId xmlns:a16="http://schemas.microsoft.com/office/drawing/2014/main" id="{5FFE6767-0D4D-4E55-B4A8-2AF41FF3F41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70875" y="4935538"/>
            <a:ext cx="665163" cy="31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00" name="Line 156">
            <a:extLst>
              <a:ext uri="{FF2B5EF4-FFF2-40B4-BE49-F238E27FC236}">
                <a16:creationId xmlns:a16="http://schemas.microsoft.com/office/drawing/2014/main" id="{973DD015-0843-4117-A274-3300566A979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02663" y="4605338"/>
            <a:ext cx="1587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01" name="Rectangle 157">
            <a:extLst>
              <a:ext uri="{FF2B5EF4-FFF2-40B4-BE49-F238E27FC236}">
                <a16:creationId xmlns:a16="http://schemas.microsoft.com/office/drawing/2014/main" id="{0EF491FE-5A53-40FE-8047-3C6D996FD5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26363" y="47037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02" name="Rectangle 158">
            <a:extLst>
              <a:ext uri="{FF2B5EF4-FFF2-40B4-BE49-F238E27FC236}">
                <a16:creationId xmlns:a16="http://schemas.microsoft.com/office/drawing/2014/main" id="{BFC94AEA-49F7-4E23-8D1F-D098E5BFC1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2913" y="50403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03" name="Rectangle 159">
            <a:extLst>
              <a:ext uri="{FF2B5EF4-FFF2-40B4-BE49-F238E27FC236}">
                <a16:creationId xmlns:a16="http://schemas.microsoft.com/office/drawing/2014/main" id="{F3C9A446-6D7B-4FE8-9DD5-B961C8036D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6163" y="40338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04" name="Rectangle 160">
            <a:extLst>
              <a:ext uri="{FF2B5EF4-FFF2-40B4-BE49-F238E27FC236}">
                <a16:creationId xmlns:a16="http://schemas.microsoft.com/office/drawing/2014/main" id="{371B9565-F767-4094-9F4E-4AC0A566E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6163" y="4368800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05" name="Rectangle 161">
            <a:extLst>
              <a:ext uri="{FF2B5EF4-FFF2-40B4-BE49-F238E27FC236}">
                <a16:creationId xmlns:a16="http://schemas.microsoft.com/office/drawing/2014/main" id="{E1575F5E-BD1E-4CFF-82F8-EC499F2964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6163" y="470376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06" name="Rectangle 162">
            <a:extLst>
              <a:ext uri="{FF2B5EF4-FFF2-40B4-BE49-F238E27FC236}">
                <a16:creationId xmlns:a16="http://schemas.microsoft.com/office/drawing/2014/main" id="{CA455CE2-FDBE-4A6B-800C-491FFB9F3B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6163" y="50403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07" name="Rectangle 163">
            <a:extLst>
              <a:ext uri="{FF2B5EF4-FFF2-40B4-BE49-F238E27FC236}">
                <a16:creationId xmlns:a16="http://schemas.microsoft.com/office/drawing/2014/main" id="{9275E6A6-1392-4067-B7BD-01964B172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26363" y="43688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08" name="Rectangle 164">
            <a:extLst>
              <a:ext uri="{FF2B5EF4-FFF2-40B4-BE49-F238E27FC236}">
                <a16:creationId xmlns:a16="http://schemas.microsoft.com/office/drawing/2014/main" id="{0BB6287B-7A6C-4E91-A82B-166529F64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01050" y="47037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13" name="Rectangle 169">
            <a:extLst>
              <a:ext uri="{FF2B5EF4-FFF2-40B4-BE49-F238E27FC236}">
                <a16:creationId xmlns:a16="http://schemas.microsoft.com/office/drawing/2014/main" id="{967186B6-2A68-449A-861F-ECBAB4565C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47037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14" name="Rectangle 170">
            <a:extLst>
              <a:ext uri="{FF2B5EF4-FFF2-40B4-BE49-F238E27FC236}">
                <a16:creationId xmlns:a16="http://schemas.microsoft.com/office/drawing/2014/main" id="{8BAB0B87-9E7B-4186-814E-558C60E69B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5625" y="5392738"/>
            <a:ext cx="29527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and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15" name="Rectangle 171">
            <a:extLst>
              <a:ext uri="{FF2B5EF4-FFF2-40B4-BE49-F238E27FC236}">
                <a16:creationId xmlns:a16="http://schemas.microsoft.com/office/drawing/2014/main" id="{A15F2D4B-3436-44A6-9C45-732A99FDB1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3625" y="5392738"/>
            <a:ext cx="55721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together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16" name="Rectangle 172">
            <a:extLst>
              <a:ext uri="{FF2B5EF4-FFF2-40B4-BE49-F238E27FC236}">
                <a16:creationId xmlns:a16="http://schemas.microsoft.com/office/drawing/2014/main" id="{DCB3AC40-B8C7-408F-ACE6-3DAD94D517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5392738"/>
            <a:ext cx="809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17" name="Rectangle 173">
            <a:extLst>
              <a:ext uri="{FF2B5EF4-FFF2-40B4-BE49-F238E27FC236}">
                <a16:creationId xmlns:a16="http://schemas.microsoft.com/office/drawing/2014/main" id="{39C48801-05A0-4786-A61B-658365CAFD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5675" y="5464175"/>
            <a:ext cx="85725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F8FCD73-414F-48A4-92D4-8AA5774997D7}"/>
                  </a:ext>
                </a:extLst>
              </p14:cNvPr>
              <p14:cNvContentPartPr/>
              <p14:nvPr/>
            </p14:nvContentPartPr>
            <p14:xfrm>
              <a:off x="5261400" y="2740680"/>
              <a:ext cx="3946680" cy="25282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F8FCD73-414F-48A4-92D4-8AA5774997D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252040" y="2731320"/>
                <a:ext cx="3965400" cy="2547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253047668"/>
      </p:ext>
    </p:extLst>
  </p:cSld>
  <p:clrMapOvr>
    <a:masterClrMapping/>
  </p:clrMapOvr>
  <p:transition/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5" name="Title 1">
            <a:extLst>
              <a:ext uri="{FF2B5EF4-FFF2-40B4-BE49-F238E27FC236}">
                <a16:creationId xmlns:a16="http://schemas.microsoft.com/office/drawing/2014/main" id="{48C5F669-0332-4137-84AE-65FF900BD77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12700"/>
            <a:ext cx="9144000" cy="685800"/>
          </a:xfrm>
        </p:spPr>
        <p:txBody>
          <a:bodyPr/>
          <a:lstStyle/>
          <a:p>
            <a:r>
              <a:rPr lang="en-US" altLang="en-US"/>
              <a:t>Individual vs Joint Optimization</a:t>
            </a:r>
          </a:p>
        </p:txBody>
      </p:sp>
      <p:sp>
        <p:nvSpPr>
          <p:cNvPr id="108546" name="TextBox 125">
            <a:extLst>
              <a:ext uri="{FF2B5EF4-FFF2-40B4-BE49-F238E27FC236}">
                <a16:creationId xmlns:a16="http://schemas.microsoft.com/office/drawing/2014/main" id="{21555AF1-623B-4227-AC52-72BA26B9FD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75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2.65 from the textbook ]</a:t>
            </a:r>
          </a:p>
        </p:txBody>
      </p:sp>
      <p:sp>
        <p:nvSpPr>
          <p:cNvPr id="108547" name="Rectangle 3">
            <a:extLst>
              <a:ext uri="{FF2B5EF4-FFF2-40B4-BE49-F238E27FC236}">
                <a16:creationId xmlns:a16="http://schemas.microsoft.com/office/drawing/2014/main" id="{0424115C-9348-49A7-B5F0-E976994D3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3363" y="1585913"/>
            <a:ext cx="681037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48" name="Line 4">
            <a:extLst>
              <a:ext uri="{FF2B5EF4-FFF2-40B4-BE49-F238E27FC236}">
                <a16:creationId xmlns:a16="http://schemas.microsoft.com/office/drawing/2014/main" id="{35D68637-01E6-4BAC-883C-2A2A776FEBA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43363" y="1917700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49" name="Line 5">
            <a:extLst>
              <a:ext uri="{FF2B5EF4-FFF2-40B4-BE49-F238E27FC236}">
                <a16:creationId xmlns:a16="http://schemas.microsoft.com/office/drawing/2014/main" id="{8232F482-D43A-4114-9971-6F54E4A60A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91025" y="1585913"/>
            <a:ext cx="1588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0" name="Line 6">
            <a:extLst>
              <a:ext uri="{FF2B5EF4-FFF2-40B4-BE49-F238E27FC236}">
                <a16:creationId xmlns:a16="http://schemas.microsoft.com/office/drawing/2014/main" id="{7F289F9B-0B22-4E31-B3C4-8DAC602101F1}"/>
              </a:ext>
            </a:extLst>
          </p:cNvPr>
          <p:cNvSpPr>
            <a:spLocks noChangeShapeType="1"/>
          </p:cNvSpPr>
          <p:nvPr/>
        </p:nvSpPr>
        <p:spPr bwMode="auto">
          <a:xfrm>
            <a:off x="3711575" y="1238250"/>
            <a:ext cx="331788" cy="34766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1" name="Rectangle 7">
            <a:extLst>
              <a:ext uri="{FF2B5EF4-FFF2-40B4-BE49-F238E27FC236}">
                <a16:creationId xmlns:a16="http://schemas.microsoft.com/office/drawing/2014/main" id="{0FABEEB7-4E58-4366-987E-55EBD3F59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9525" y="1154113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2" name="Rectangle 8">
            <a:extLst>
              <a:ext uri="{FF2B5EF4-FFF2-40B4-BE49-F238E27FC236}">
                <a16:creationId xmlns:a16="http://schemas.microsoft.com/office/drawing/2014/main" id="{0CB9D7DD-385A-4B2B-BFBE-7879C9E95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9375" y="12319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3" name="Rectangle 9">
            <a:extLst>
              <a:ext uri="{FF2B5EF4-FFF2-40B4-BE49-F238E27FC236}">
                <a16:creationId xmlns:a16="http://schemas.microsoft.com/office/drawing/2014/main" id="{D2CB3554-8939-479A-85CC-64EB54DA93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3988" y="1154113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4" name="Rectangle 10">
            <a:extLst>
              <a:ext uri="{FF2B5EF4-FFF2-40B4-BE49-F238E27FC236}">
                <a16:creationId xmlns:a16="http://schemas.microsoft.com/office/drawing/2014/main" id="{87D5B959-5A95-42A3-B221-43DA294D89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3838" y="12319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5" name="Rectangle 11">
            <a:extLst>
              <a:ext uri="{FF2B5EF4-FFF2-40B4-BE49-F238E27FC236}">
                <a16:creationId xmlns:a16="http://schemas.microsoft.com/office/drawing/2014/main" id="{2BF0E44D-CDFE-4175-A855-2B0BC3A51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1292225"/>
            <a:ext cx="10636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6" name="Rectangle 12">
            <a:extLst>
              <a:ext uri="{FF2B5EF4-FFF2-40B4-BE49-F238E27FC236}">
                <a16:creationId xmlns:a16="http://schemas.microsoft.com/office/drawing/2014/main" id="{F3D36075-A9E9-4504-9AAF-2021DCD40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5050" y="1366838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7" name="Rectangle 13">
            <a:extLst>
              <a:ext uri="{FF2B5EF4-FFF2-40B4-BE49-F238E27FC236}">
                <a16:creationId xmlns:a16="http://schemas.microsoft.com/office/drawing/2014/main" id="{93CA50E5-762F-4FC9-BD1C-2CF77A8568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9663" y="1292225"/>
            <a:ext cx="10636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8" name="Rectangle 14">
            <a:extLst>
              <a:ext uri="{FF2B5EF4-FFF2-40B4-BE49-F238E27FC236}">
                <a16:creationId xmlns:a16="http://schemas.microsoft.com/office/drawing/2014/main" id="{4B69893A-A075-4063-A1DF-E5D5B69E73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1585913"/>
            <a:ext cx="665163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9" name="Line 15">
            <a:extLst>
              <a:ext uri="{FF2B5EF4-FFF2-40B4-BE49-F238E27FC236}">
                <a16:creationId xmlns:a16="http://schemas.microsoft.com/office/drawing/2014/main" id="{F992ADF0-53CA-4EB5-83EE-BE9EBD55C1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24400" y="1917700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0" name="Line 16">
            <a:extLst>
              <a:ext uri="{FF2B5EF4-FFF2-40B4-BE49-F238E27FC236}">
                <a16:creationId xmlns:a16="http://schemas.microsoft.com/office/drawing/2014/main" id="{9C2D11F6-8AEB-491D-BBED-AF4020E7F3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56188" y="1585913"/>
            <a:ext cx="3175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1" name="Rectangle 17">
            <a:extLst>
              <a:ext uri="{FF2B5EF4-FFF2-40B4-BE49-F238E27FC236}">
                <a16:creationId xmlns:a16="http://schemas.microsoft.com/office/drawing/2014/main" id="{3B438B06-8DFC-4F49-8463-361BB1A67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7925" y="1366838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2" name="Rectangle 18">
            <a:extLst>
              <a:ext uri="{FF2B5EF4-FFF2-40B4-BE49-F238E27FC236}">
                <a16:creationId xmlns:a16="http://schemas.microsoft.com/office/drawing/2014/main" id="{70210FF0-200D-43D7-8D81-CBC794329E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4963" y="1393825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3" name="Rectangle 19">
            <a:extLst>
              <a:ext uri="{FF2B5EF4-FFF2-40B4-BE49-F238E27FC236}">
                <a16:creationId xmlns:a16="http://schemas.microsoft.com/office/drawing/2014/main" id="{5E563755-F58F-4A48-ACF7-1A82FC7E7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9925" y="1393825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4" name="Rectangle 20">
            <a:extLst>
              <a:ext uri="{FF2B5EF4-FFF2-40B4-BE49-F238E27FC236}">
                <a16:creationId xmlns:a16="http://schemas.microsoft.com/office/drawing/2014/main" id="{E868CA6F-AFB7-4BDC-9CBD-2B61BE9C4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1393825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5" name="Rectangle 21">
            <a:extLst>
              <a:ext uri="{FF2B5EF4-FFF2-40B4-BE49-F238E27FC236}">
                <a16:creationId xmlns:a16="http://schemas.microsoft.com/office/drawing/2014/main" id="{BDEF7E28-ACF5-40CB-977B-9A317D696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3025" y="1393825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6" name="Rectangle 22">
            <a:extLst>
              <a:ext uri="{FF2B5EF4-FFF2-40B4-BE49-F238E27FC236}">
                <a16:creationId xmlns:a16="http://schemas.microsoft.com/office/drawing/2014/main" id="{C1931154-DDBE-4D36-9B11-E4EA39FC8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3363" y="2249488"/>
            <a:ext cx="681037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7" name="Line 23">
            <a:extLst>
              <a:ext uri="{FF2B5EF4-FFF2-40B4-BE49-F238E27FC236}">
                <a16:creationId xmlns:a16="http://schemas.microsoft.com/office/drawing/2014/main" id="{0FE7314F-F031-4380-9009-10BD0F7DF29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43363" y="2597150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8" name="Line 24">
            <a:extLst>
              <a:ext uri="{FF2B5EF4-FFF2-40B4-BE49-F238E27FC236}">
                <a16:creationId xmlns:a16="http://schemas.microsoft.com/office/drawing/2014/main" id="{9BFB9B8A-1083-45C0-A061-BFE42E4DDED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91025" y="2249488"/>
            <a:ext cx="1588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69" name="Rectangle 25">
            <a:extLst>
              <a:ext uri="{FF2B5EF4-FFF2-40B4-BE49-F238E27FC236}">
                <a16:creationId xmlns:a16="http://schemas.microsoft.com/office/drawing/2014/main" id="{A8E2C9E5-7AF1-4E18-89EA-CECAD5CDB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52988" y="20177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0" name="Rectangle 26">
            <a:extLst>
              <a:ext uri="{FF2B5EF4-FFF2-40B4-BE49-F238E27FC236}">
                <a16:creationId xmlns:a16="http://schemas.microsoft.com/office/drawing/2014/main" id="{1E71792C-7E3D-4496-A98B-2673BE81EA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2249488"/>
            <a:ext cx="665163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1" name="Line 27">
            <a:extLst>
              <a:ext uri="{FF2B5EF4-FFF2-40B4-BE49-F238E27FC236}">
                <a16:creationId xmlns:a16="http://schemas.microsoft.com/office/drawing/2014/main" id="{EC85F096-0447-4B32-B4CA-0B8AF8EC45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24400" y="2597150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2" name="Line 28">
            <a:extLst>
              <a:ext uri="{FF2B5EF4-FFF2-40B4-BE49-F238E27FC236}">
                <a16:creationId xmlns:a16="http://schemas.microsoft.com/office/drawing/2014/main" id="{21FFC83B-A4D9-470B-B99D-987ED81C767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56188" y="2249488"/>
            <a:ext cx="3175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3" name="Rectangle 29">
            <a:extLst>
              <a:ext uri="{FF2B5EF4-FFF2-40B4-BE49-F238E27FC236}">
                <a16:creationId xmlns:a16="http://schemas.microsoft.com/office/drawing/2014/main" id="{D8D2F7A1-0B86-4FA2-A4DD-A40E1FCDBD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9888" y="23510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4" name="Rectangle 30">
            <a:extLst>
              <a:ext uri="{FF2B5EF4-FFF2-40B4-BE49-F238E27FC236}">
                <a16:creationId xmlns:a16="http://schemas.microsoft.com/office/drawing/2014/main" id="{83090F44-81AA-4706-993F-E971613DA9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6438" y="23510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5" name="Rectangle 31">
            <a:extLst>
              <a:ext uri="{FF2B5EF4-FFF2-40B4-BE49-F238E27FC236}">
                <a16:creationId xmlns:a16="http://schemas.microsoft.com/office/drawing/2014/main" id="{C26872DC-4DD3-42E2-8D50-985DFD80F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6438" y="26876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6" name="Rectangle 32">
            <a:extLst>
              <a:ext uri="{FF2B5EF4-FFF2-40B4-BE49-F238E27FC236}">
                <a16:creationId xmlns:a16="http://schemas.microsoft.com/office/drawing/2014/main" id="{E747772A-AB8D-434E-8333-C85DF07E7B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9688" y="168116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7" name="Rectangle 33">
            <a:extLst>
              <a:ext uri="{FF2B5EF4-FFF2-40B4-BE49-F238E27FC236}">
                <a16:creationId xmlns:a16="http://schemas.microsoft.com/office/drawing/2014/main" id="{D54D89FE-A165-439F-9BD4-2A4EFBE589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9688" y="2017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8" name="Rectangle 34">
            <a:extLst>
              <a:ext uri="{FF2B5EF4-FFF2-40B4-BE49-F238E27FC236}">
                <a16:creationId xmlns:a16="http://schemas.microsoft.com/office/drawing/2014/main" id="{F253296A-7D2F-41AC-BE46-15DD4EB583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9688" y="235108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79" name="Freeform 35">
            <a:extLst>
              <a:ext uri="{FF2B5EF4-FFF2-40B4-BE49-F238E27FC236}">
                <a16:creationId xmlns:a16="http://schemas.microsoft.com/office/drawing/2014/main" id="{2BEC016F-910D-4B13-8840-2025600FC278}"/>
              </a:ext>
            </a:extLst>
          </p:cNvPr>
          <p:cNvSpPr>
            <a:spLocks/>
          </p:cNvSpPr>
          <p:nvPr/>
        </p:nvSpPr>
        <p:spPr bwMode="auto">
          <a:xfrm>
            <a:off x="4445000" y="1979613"/>
            <a:ext cx="550863" cy="547687"/>
          </a:xfrm>
          <a:custGeom>
            <a:avLst/>
            <a:gdLst>
              <a:gd name="T0" fmla="*/ 2147483646 w 834"/>
              <a:gd name="T1" fmla="*/ 0 h 833"/>
              <a:gd name="T2" fmla="*/ 2147483646 w 834"/>
              <a:gd name="T3" fmla="*/ 0 h 833"/>
              <a:gd name="T4" fmla="*/ 2147483646 w 834"/>
              <a:gd name="T5" fmla="*/ 0 h 833"/>
              <a:gd name="T6" fmla="*/ 2147483646 w 834"/>
              <a:gd name="T7" fmla="*/ 0 h 833"/>
              <a:gd name="T8" fmla="*/ 2147483646 w 834"/>
              <a:gd name="T9" fmla="*/ 0 h 833"/>
              <a:gd name="T10" fmla="*/ 2147483646 w 834"/>
              <a:gd name="T11" fmla="*/ 0 h 833"/>
              <a:gd name="T12" fmla="*/ 2147483646 w 834"/>
              <a:gd name="T13" fmla="*/ 2147483646 h 833"/>
              <a:gd name="T14" fmla="*/ 2147483646 w 834"/>
              <a:gd name="T15" fmla="*/ 2147483646 h 833"/>
              <a:gd name="T16" fmla="*/ 2147483646 w 834"/>
              <a:gd name="T17" fmla="*/ 2147483646 h 833"/>
              <a:gd name="T18" fmla="*/ 2147483646 w 834"/>
              <a:gd name="T19" fmla="*/ 2147483646 h 833"/>
              <a:gd name="T20" fmla="*/ 0 w 834"/>
              <a:gd name="T21" fmla="*/ 2147483646 h 833"/>
              <a:gd name="T22" fmla="*/ 0 w 834"/>
              <a:gd name="T23" fmla="*/ 2147483646 h 833"/>
              <a:gd name="T24" fmla="*/ 0 w 834"/>
              <a:gd name="T25" fmla="*/ 2147483646 h 833"/>
              <a:gd name="T26" fmla="*/ 0 w 834"/>
              <a:gd name="T27" fmla="*/ 2147483646 h 833"/>
              <a:gd name="T28" fmla="*/ 0 w 834"/>
              <a:gd name="T29" fmla="*/ 2147483646 h 833"/>
              <a:gd name="T30" fmla="*/ 0 w 834"/>
              <a:gd name="T31" fmla="*/ 2147483646 h 833"/>
              <a:gd name="T32" fmla="*/ 0 w 834"/>
              <a:gd name="T33" fmla="*/ 2147483646 h 833"/>
              <a:gd name="T34" fmla="*/ 0 w 834"/>
              <a:gd name="T35" fmla="*/ 2147483646 h 833"/>
              <a:gd name="T36" fmla="*/ 0 w 834"/>
              <a:gd name="T37" fmla="*/ 2147483646 h 833"/>
              <a:gd name="T38" fmla="*/ 2147483646 w 834"/>
              <a:gd name="T39" fmla="*/ 2147483646 h 833"/>
              <a:gd name="T40" fmla="*/ 2147483646 w 834"/>
              <a:gd name="T41" fmla="*/ 2147483646 h 833"/>
              <a:gd name="T42" fmla="*/ 2147483646 w 834"/>
              <a:gd name="T43" fmla="*/ 2147483646 h 833"/>
              <a:gd name="T44" fmla="*/ 2147483646 w 834"/>
              <a:gd name="T45" fmla="*/ 2147483646 h 833"/>
              <a:gd name="T46" fmla="*/ 2147483646 w 834"/>
              <a:gd name="T47" fmla="*/ 2147483646 h 833"/>
              <a:gd name="T48" fmla="*/ 2147483646 w 834"/>
              <a:gd name="T49" fmla="*/ 2147483646 h 833"/>
              <a:gd name="T50" fmla="*/ 2147483646 w 834"/>
              <a:gd name="T51" fmla="*/ 2147483646 h 833"/>
              <a:gd name="T52" fmla="*/ 2147483646 w 834"/>
              <a:gd name="T53" fmla="*/ 2147483646 h 833"/>
              <a:gd name="T54" fmla="*/ 2147483646 w 834"/>
              <a:gd name="T55" fmla="*/ 2147483646 h 833"/>
              <a:gd name="T56" fmla="*/ 2147483646 w 834"/>
              <a:gd name="T57" fmla="*/ 2147483646 h 833"/>
              <a:gd name="T58" fmla="*/ 2147483646 w 834"/>
              <a:gd name="T59" fmla="*/ 2147483646 h 833"/>
              <a:gd name="T60" fmla="*/ 2147483646 w 834"/>
              <a:gd name="T61" fmla="*/ 2147483646 h 833"/>
              <a:gd name="T62" fmla="*/ 2147483646 w 834"/>
              <a:gd name="T63" fmla="*/ 2147483646 h 833"/>
              <a:gd name="T64" fmla="*/ 2147483646 w 834"/>
              <a:gd name="T65" fmla="*/ 2147483646 h 833"/>
              <a:gd name="T66" fmla="*/ 2147483646 w 834"/>
              <a:gd name="T67" fmla="*/ 2147483646 h 833"/>
              <a:gd name="T68" fmla="*/ 2147483646 w 834"/>
              <a:gd name="T69" fmla="*/ 2147483646 h 833"/>
              <a:gd name="T70" fmla="*/ 2147483646 w 834"/>
              <a:gd name="T71" fmla="*/ 2147483646 h 833"/>
              <a:gd name="T72" fmla="*/ 2147483646 w 834"/>
              <a:gd name="T73" fmla="*/ 2147483646 h 833"/>
              <a:gd name="T74" fmla="*/ 2147483646 w 834"/>
              <a:gd name="T75" fmla="*/ 2147483646 h 833"/>
              <a:gd name="T76" fmla="*/ 2147483646 w 834"/>
              <a:gd name="T77" fmla="*/ 2147483646 h 833"/>
              <a:gd name="T78" fmla="*/ 2147483646 w 834"/>
              <a:gd name="T79" fmla="*/ 2147483646 h 833"/>
              <a:gd name="T80" fmla="*/ 2147483646 w 834"/>
              <a:gd name="T81" fmla="*/ 2147483646 h 833"/>
              <a:gd name="T82" fmla="*/ 2147483646 w 834"/>
              <a:gd name="T83" fmla="*/ 2147483646 h 833"/>
              <a:gd name="T84" fmla="*/ 2147483646 w 834"/>
              <a:gd name="T85" fmla="*/ 2147483646 h 833"/>
              <a:gd name="T86" fmla="*/ 2147483646 w 834"/>
              <a:gd name="T87" fmla="*/ 2147483646 h 833"/>
              <a:gd name="T88" fmla="*/ 2147483646 w 834"/>
              <a:gd name="T89" fmla="*/ 2147483646 h 833"/>
              <a:gd name="T90" fmla="*/ 2147483646 w 834"/>
              <a:gd name="T91" fmla="*/ 2147483646 h 833"/>
              <a:gd name="T92" fmla="*/ 2147483646 w 834"/>
              <a:gd name="T93" fmla="*/ 2147483646 h 833"/>
              <a:gd name="T94" fmla="*/ 2147483646 w 834"/>
              <a:gd name="T95" fmla="*/ 2147483646 h 833"/>
              <a:gd name="T96" fmla="*/ 2147483646 w 834"/>
              <a:gd name="T97" fmla="*/ 2147483646 h 833"/>
              <a:gd name="T98" fmla="*/ 2147483646 w 834"/>
              <a:gd name="T99" fmla="*/ 2147483646 h 833"/>
              <a:gd name="T100" fmla="*/ 2147483646 w 834"/>
              <a:gd name="T101" fmla="*/ 2147483646 h 833"/>
              <a:gd name="T102" fmla="*/ 2147483646 w 834"/>
              <a:gd name="T103" fmla="*/ 2147483646 h 833"/>
              <a:gd name="T104" fmla="*/ 2147483646 w 834"/>
              <a:gd name="T105" fmla="*/ 2147483646 h 833"/>
              <a:gd name="T106" fmla="*/ 2147483646 w 834"/>
              <a:gd name="T107" fmla="*/ 2147483646 h 833"/>
              <a:gd name="T108" fmla="*/ 2147483646 w 834"/>
              <a:gd name="T109" fmla="*/ 0 h 833"/>
              <a:gd name="T110" fmla="*/ 2147483646 w 834"/>
              <a:gd name="T111" fmla="*/ 0 h 833"/>
              <a:gd name="T112" fmla="*/ 2147483646 w 834"/>
              <a:gd name="T113" fmla="*/ 0 h 833"/>
              <a:gd name="T114" fmla="*/ 2147483646 w 834"/>
              <a:gd name="T115" fmla="*/ 0 h 833"/>
              <a:gd name="T116" fmla="*/ 2147483646 w 834"/>
              <a:gd name="T117" fmla="*/ 0 h 833"/>
              <a:gd name="T118" fmla="*/ 2147483646 w 834"/>
              <a:gd name="T119" fmla="*/ 0 h 833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834" h="833">
                <a:moveTo>
                  <a:pt x="459" y="0"/>
                </a:moveTo>
                <a:lnTo>
                  <a:pt x="455" y="0"/>
                </a:lnTo>
                <a:lnTo>
                  <a:pt x="452" y="0"/>
                </a:lnTo>
                <a:lnTo>
                  <a:pt x="448" y="0"/>
                </a:lnTo>
                <a:lnTo>
                  <a:pt x="446" y="0"/>
                </a:lnTo>
                <a:lnTo>
                  <a:pt x="442" y="0"/>
                </a:lnTo>
                <a:lnTo>
                  <a:pt x="438" y="0"/>
                </a:lnTo>
                <a:lnTo>
                  <a:pt x="436" y="0"/>
                </a:lnTo>
                <a:lnTo>
                  <a:pt x="434" y="0"/>
                </a:lnTo>
                <a:lnTo>
                  <a:pt x="430" y="0"/>
                </a:lnTo>
                <a:lnTo>
                  <a:pt x="428" y="0"/>
                </a:lnTo>
                <a:lnTo>
                  <a:pt x="424" y="0"/>
                </a:lnTo>
                <a:lnTo>
                  <a:pt x="420" y="0"/>
                </a:lnTo>
                <a:lnTo>
                  <a:pt x="418" y="0"/>
                </a:lnTo>
                <a:lnTo>
                  <a:pt x="414" y="0"/>
                </a:lnTo>
                <a:lnTo>
                  <a:pt x="411" y="0"/>
                </a:lnTo>
                <a:lnTo>
                  <a:pt x="407" y="0"/>
                </a:lnTo>
                <a:lnTo>
                  <a:pt x="402" y="0"/>
                </a:lnTo>
                <a:lnTo>
                  <a:pt x="399" y="0"/>
                </a:lnTo>
                <a:lnTo>
                  <a:pt x="394" y="0"/>
                </a:lnTo>
                <a:lnTo>
                  <a:pt x="389" y="0"/>
                </a:lnTo>
                <a:lnTo>
                  <a:pt x="383" y="0"/>
                </a:lnTo>
                <a:lnTo>
                  <a:pt x="378" y="0"/>
                </a:lnTo>
                <a:lnTo>
                  <a:pt x="372" y="0"/>
                </a:lnTo>
                <a:lnTo>
                  <a:pt x="365" y="0"/>
                </a:lnTo>
                <a:lnTo>
                  <a:pt x="358" y="0"/>
                </a:lnTo>
                <a:lnTo>
                  <a:pt x="351" y="0"/>
                </a:lnTo>
                <a:lnTo>
                  <a:pt x="342" y="0"/>
                </a:lnTo>
                <a:lnTo>
                  <a:pt x="334" y="0"/>
                </a:lnTo>
                <a:lnTo>
                  <a:pt x="324" y="0"/>
                </a:lnTo>
                <a:lnTo>
                  <a:pt x="315" y="0"/>
                </a:lnTo>
                <a:lnTo>
                  <a:pt x="304" y="0"/>
                </a:lnTo>
                <a:lnTo>
                  <a:pt x="292" y="0"/>
                </a:lnTo>
                <a:lnTo>
                  <a:pt x="281" y="0"/>
                </a:lnTo>
                <a:lnTo>
                  <a:pt x="270" y="0"/>
                </a:lnTo>
                <a:lnTo>
                  <a:pt x="261" y="0"/>
                </a:lnTo>
                <a:lnTo>
                  <a:pt x="251" y="0"/>
                </a:lnTo>
                <a:lnTo>
                  <a:pt x="243" y="0"/>
                </a:lnTo>
                <a:lnTo>
                  <a:pt x="234" y="0"/>
                </a:lnTo>
                <a:lnTo>
                  <a:pt x="226" y="0"/>
                </a:lnTo>
                <a:lnTo>
                  <a:pt x="220" y="0"/>
                </a:lnTo>
                <a:lnTo>
                  <a:pt x="213" y="0"/>
                </a:lnTo>
                <a:lnTo>
                  <a:pt x="207" y="0"/>
                </a:lnTo>
                <a:lnTo>
                  <a:pt x="201" y="0"/>
                </a:lnTo>
                <a:lnTo>
                  <a:pt x="196" y="0"/>
                </a:lnTo>
                <a:lnTo>
                  <a:pt x="191" y="0"/>
                </a:lnTo>
                <a:lnTo>
                  <a:pt x="186" y="0"/>
                </a:lnTo>
                <a:lnTo>
                  <a:pt x="182" y="0"/>
                </a:lnTo>
                <a:lnTo>
                  <a:pt x="178" y="0"/>
                </a:lnTo>
                <a:lnTo>
                  <a:pt x="174" y="0"/>
                </a:lnTo>
                <a:lnTo>
                  <a:pt x="171" y="0"/>
                </a:lnTo>
                <a:lnTo>
                  <a:pt x="167" y="0"/>
                </a:lnTo>
                <a:lnTo>
                  <a:pt x="164" y="0"/>
                </a:lnTo>
                <a:lnTo>
                  <a:pt x="161" y="0"/>
                </a:lnTo>
                <a:lnTo>
                  <a:pt x="158" y="0"/>
                </a:lnTo>
                <a:lnTo>
                  <a:pt x="155" y="0"/>
                </a:lnTo>
                <a:lnTo>
                  <a:pt x="152" y="0"/>
                </a:lnTo>
                <a:lnTo>
                  <a:pt x="149" y="0"/>
                </a:lnTo>
                <a:lnTo>
                  <a:pt x="146" y="0"/>
                </a:lnTo>
                <a:lnTo>
                  <a:pt x="143" y="0"/>
                </a:lnTo>
                <a:lnTo>
                  <a:pt x="140" y="0"/>
                </a:lnTo>
                <a:lnTo>
                  <a:pt x="136" y="0"/>
                </a:lnTo>
                <a:lnTo>
                  <a:pt x="134" y="0"/>
                </a:lnTo>
                <a:lnTo>
                  <a:pt x="130" y="0"/>
                </a:lnTo>
                <a:lnTo>
                  <a:pt x="125" y="0"/>
                </a:lnTo>
                <a:lnTo>
                  <a:pt x="122" y="0"/>
                </a:lnTo>
                <a:lnTo>
                  <a:pt x="118" y="0"/>
                </a:lnTo>
                <a:lnTo>
                  <a:pt x="116" y="0"/>
                </a:lnTo>
                <a:lnTo>
                  <a:pt x="112" y="0"/>
                </a:lnTo>
                <a:lnTo>
                  <a:pt x="108" y="0"/>
                </a:lnTo>
                <a:lnTo>
                  <a:pt x="106" y="0"/>
                </a:lnTo>
                <a:lnTo>
                  <a:pt x="104" y="0"/>
                </a:lnTo>
                <a:lnTo>
                  <a:pt x="101" y="0"/>
                </a:lnTo>
                <a:lnTo>
                  <a:pt x="99" y="0"/>
                </a:lnTo>
                <a:lnTo>
                  <a:pt x="96" y="2"/>
                </a:lnTo>
                <a:lnTo>
                  <a:pt x="94" y="2"/>
                </a:lnTo>
                <a:lnTo>
                  <a:pt x="92" y="2"/>
                </a:lnTo>
                <a:lnTo>
                  <a:pt x="90" y="3"/>
                </a:lnTo>
                <a:lnTo>
                  <a:pt x="88" y="4"/>
                </a:lnTo>
                <a:lnTo>
                  <a:pt x="86" y="4"/>
                </a:lnTo>
                <a:lnTo>
                  <a:pt x="84" y="5"/>
                </a:lnTo>
                <a:lnTo>
                  <a:pt x="82" y="6"/>
                </a:lnTo>
                <a:lnTo>
                  <a:pt x="80" y="8"/>
                </a:lnTo>
                <a:lnTo>
                  <a:pt x="78" y="9"/>
                </a:lnTo>
                <a:lnTo>
                  <a:pt x="76" y="10"/>
                </a:lnTo>
                <a:lnTo>
                  <a:pt x="74" y="11"/>
                </a:lnTo>
                <a:lnTo>
                  <a:pt x="72" y="14"/>
                </a:lnTo>
                <a:lnTo>
                  <a:pt x="70" y="16"/>
                </a:lnTo>
                <a:lnTo>
                  <a:pt x="68" y="17"/>
                </a:lnTo>
                <a:lnTo>
                  <a:pt x="65" y="20"/>
                </a:lnTo>
                <a:lnTo>
                  <a:pt x="62" y="22"/>
                </a:lnTo>
                <a:lnTo>
                  <a:pt x="59" y="26"/>
                </a:lnTo>
                <a:lnTo>
                  <a:pt x="57" y="28"/>
                </a:lnTo>
                <a:lnTo>
                  <a:pt x="53" y="32"/>
                </a:lnTo>
                <a:lnTo>
                  <a:pt x="50" y="34"/>
                </a:lnTo>
                <a:lnTo>
                  <a:pt x="46" y="38"/>
                </a:lnTo>
                <a:lnTo>
                  <a:pt x="42" y="41"/>
                </a:lnTo>
                <a:lnTo>
                  <a:pt x="39" y="46"/>
                </a:lnTo>
                <a:lnTo>
                  <a:pt x="35" y="50"/>
                </a:lnTo>
                <a:lnTo>
                  <a:pt x="32" y="52"/>
                </a:lnTo>
                <a:lnTo>
                  <a:pt x="29" y="56"/>
                </a:lnTo>
                <a:lnTo>
                  <a:pt x="26" y="58"/>
                </a:lnTo>
                <a:lnTo>
                  <a:pt x="23" y="62"/>
                </a:lnTo>
                <a:lnTo>
                  <a:pt x="21" y="64"/>
                </a:lnTo>
                <a:lnTo>
                  <a:pt x="18" y="66"/>
                </a:lnTo>
                <a:lnTo>
                  <a:pt x="16" y="69"/>
                </a:lnTo>
                <a:lnTo>
                  <a:pt x="15" y="71"/>
                </a:lnTo>
                <a:lnTo>
                  <a:pt x="12" y="74"/>
                </a:lnTo>
                <a:lnTo>
                  <a:pt x="11" y="75"/>
                </a:lnTo>
                <a:lnTo>
                  <a:pt x="10" y="77"/>
                </a:lnTo>
                <a:lnTo>
                  <a:pt x="8" y="80"/>
                </a:lnTo>
                <a:lnTo>
                  <a:pt x="8" y="81"/>
                </a:lnTo>
                <a:lnTo>
                  <a:pt x="6" y="83"/>
                </a:lnTo>
                <a:lnTo>
                  <a:pt x="5" y="86"/>
                </a:lnTo>
                <a:lnTo>
                  <a:pt x="4" y="87"/>
                </a:lnTo>
                <a:lnTo>
                  <a:pt x="4" y="89"/>
                </a:lnTo>
                <a:lnTo>
                  <a:pt x="3" y="92"/>
                </a:lnTo>
                <a:lnTo>
                  <a:pt x="3" y="93"/>
                </a:lnTo>
                <a:lnTo>
                  <a:pt x="2" y="95"/>
                </a:lnTo>
                <a:lnTo>
                  <a:pt x="2" y="98"/>
                </a:lnTo>
                <a:lnTo>
                  <a:pt x="2" y="100"/>
                </a:lnTo>
                <a:lnTo>
                  <a:pt x="2" y="102"/>
                </a:lnTo>
                <a:lnTo>
                  <a:pt x="2" y="105"/>
                </a:lnTo>
                <a:lnTo>
                  <a:pt x="0" y="108"/>
                </a:lnTo>
                <a:lnTo>
                  <a:pt x="0" y="111"/>
                </a:lnTo>
                <a:lnTo>
                  <a:pt x="0" y="114"/>
                </a:lnTo>
                <a:lnTo>
                  <a:pt x="0" y="118"/>
                </a:lnTo>
                <a:lnTo>
                  <a:pt x="0" y="122"/>
                </a:lnTo>
                <a:lnTo>
                  <a:pt x="0" y="125"/>
                </a:lnTo>
                <a:lnTo>
                  <a:pt x="0" y="129"/>
                </a:lnTo>
                <a:lnTo>
                  <a:pt x="0" y="132"/>
                </a:lnTo>
                <a:lnTo>
                  <a:pt x="0" y="136"/>
                </a:lnTo>
                <a:lnTo>
                  <a:pt x="0" y="140"/>
                </a:lnTo>
                <a:lnTo>
                  <a:pt x="0" y="142"/>
                </a:lnTo>
                <a:lnTo>
                  <a:pt x="0" y="146"/>
                </a:lnTo>
                <a:lnTo>
                  <a:pt x="0" y="149"/>
                </a:lnTo>
                <a:lnTo>
                  <a:pt x="0" y="153"/>
                </a:lnTo>
                <a:lnTo>
                  <a:pt x="0" y="155"/>
                </a:lnTo>
                <a:lnTo>
                  <a:pt x="0" y="159"/>
                </a:lnTo>
                <a:lnTo>
                  <a:pt x="0" y="164"/>
                </a:lnTo>
                <a:lnTo>
                  <a:pt x="0" y="167"/>
                </a:lnTo>
                <a:lnTo>
                  <a:pt x="0" y="172"/>
                </a:lnTo>
                <a:lnTo>
                  <a:pt x="0" y="177"/>
                </a:lnTo>
                <a:lnTo>
                  <a:pt x="0" y="182"/>
                </a:lnTo>
                <a:lnTo>
                  <a:pt x="0" y="188"/>
                </a:lnTo>
                <a:lnTo>
                  <a:pt x="0" y="194"/>
                </a:lnTo>
                <a:lnTo>
                  <a:pt x="0" y="200"/>
                </a:lnTo>
                <a:lnTo>
                  <a:pt x="0" y="207"/>
                </a:lnTo>
                <a:lnTo>
                  <a:pt x="0" y="215"/>
                </a:lnTo>
                <a:lnTo>
                  <a:pt x="0" y="224"/>
                </a:lnTo>
                <a:lnTo>
                  <a:pt x="0" y="233"/>
                </a:lnTo>
                <a:lnTo>
                  <a:pt x="0" y="243"/>
                </a:lnTo>
                <a:lnTo>
                  <a:pt x="0" y="254"/>
                </a:lnTo>
                <a:lnTo>
                  <a:pt x="0" y="266"/>
                </a:lnTo>
                <a:lnTo>
                  <a:pt x="0" y="278"/>
                </a:lnTo>
                <a:lnTo>
                  <a:pt x="0" y="292"/>
                </a:lnTo>
                <a:lnTo>
                  <a:pt x="0" y="306"/>
                </a:lnTo>
                <a:lnTo>
                  <a:pt x="0" y="322"/>
                </a:lnTo>
                <a:lnTo>
                  <a:pt x="0" y="339"/>
                </a:lnTo>
                <a:lnTo>
                  <a:pt x="0" y="356"/>
                </a:lnTo>
                <a:lnTo>
                  <a:pt x="0" y="375"/>
                </a:lnTo>
                <a:lnTo>
                  <a:pt x="0" y="394"/>
                </a:lnTo>
                <a:lnTo>
                  <a:pt x="0" y="412"/>
                </a:lnTo>
                <a:lnTo>
                  <a:pt x="0" y="429"/>
                </a:lnTo>
                <a:lnTo>
                  <a:pt x="0" y="444"/>
                </a:lnTo>
                <a:lnTo>
                  <a:pt x="0" y="459"/>
                </a:lnTo>
                <a:lnTo>
                  <a:pt x="0" y="472"/>
                </a:lnTo>
                <a:lnTo>
                  <a:pt x="0" y="484"/>
                </a:lnTo>
                <a:lnTo>
                  <a:pt x="0" y="496"/>
                </a:lnTo>
                <a:lnTo>
                  <a:pt x="0" y="507"/>
                </a:lnTo>
                <a:lnTo>
                  <a:pt x="0" y="516"/>
                </a:lnTo>
                <a:lnTo>
                  <a:pt x="0" y="526"/>
                </a:lnTo>
                <a:lnTo>
                  <a:pt x="0" y="534"/>
                </a:lnTo>
                <a:lnTo>
                  <a:pt x="0" y="543"/>
                </a:lnTo>
                <a:lnTo>
                  <a:pt x="0" y="550"/>
                </a:lnTo>
                <a:lnTo>
                  <a:pt x="0" y="556"/>
                </a:lnTo>
                <a:lnTo>
                  <a:pt x="0" y="562"/>
                </a:lnTo>
                <a:lnTo>
                  <a:pt x="0" y="568"/>
                </a:lnTo>
                <a:lnTo>
                  <a:pt x="0" y="573"/>
                </a:lnTo>
                <a:lnTo>
                  <a:pt x="0" y="578"/>
                </a:lnTo>
                <a:lnTo>
                  <a:pt x="0" y="582"/>
                </a:lnTo>
                <a:lnTo>
                  <a:pt x="0" y="587"/>
                </a:lnTo>
                <a:lnTo>
                  <a:pt x="0" y="591"/>
                </a:lnTo>
                <a:lnTo>
                  <a:pt x="0" y="594"/>
                </a:lnTo>
                <a:lnTo>
                  <a:pt x="0" y="598"/>
                </a:lnTo>
                <a:lnTo>
                  <a:pt x="0" y="602"/>
                </a:lnTo>
                <a:lnTo>
                  <a:pt x="0" y="604"/>
                </a:lnTo>
                <a:lnTo>
                  <a:pt x="0" y="608"/>
                </a:lnTo>
                <a:lnTo>
                  <a:pt x="0" y="611"/>
                </a:lnTo>
                <a:lnTo>
                  <a:pt x="0" y="614"/>
                </a:lnTo>
                <a:lnTo>
                  <a:pt x="0" y="617"/>
                </a:lnTo>
                <a:lnTo>
                  <a:pt x="0" y="621"/>
                </a:lnTo>
                <a:lnTo>
                  <a:pt x="0" y="624"/>
                </a:lnTo>
                <a:lnTo>
                  <a:pt x="0" y="629"/>
                </a:lnTo>
                <a:lnTo>
                  <a:pt x="0" y="633"/>
                </a:lnTo>
                <a:lnTo>
                  <a:pt x="0" y="635"/>
                </a:lnTo>
                <a:lnTo>
                  <a:pt x="0" y="639"/>
                </a:lnTo>
                <a:lnTo>
                  <a:pt x="0" y="641"/>
                </a:lnTo>
                <a:lnTo>
                  <a:pt x="0" y="645"/>
                </a:lnTo>
                <a:lnTo>
                  <a:pt x="0" y="647"/>
                </a:lnTo>
                <a:lnTo>
                  <a:pt x="0" y="650"/>
                </a:lnTo>
                <a:lnTo>
                  <a:pt x="0" y="652"/>
                </a:lnTo>
                <a:lnTo>
                  <a:pt x="0" y="654"/>
                </a:lnTo>
                <a:lnTo>
                  <a:pt x="0" y="657"/>
                </a:lnTo>
                <a:lnTo>
                  <a:pt x="0" y="659"/>
                </a:lnTo>
                <a:lnTo>
                  <a:pt x="0" y="660"/>
                </a:lnTo>
                <a:lnTo>
                  <a:pt x="0" y="663"/>
                </a:lnTo>
                <a:lnTo>
                  <a:pt x="0" y="665"/>
                </a:lnTo>
                <a:lnTo>
                  <a:pt x="0" y="666"/>
                </a:lnTo>
                <a:lnTo>
                  <a:pt x="0" y="669"/>
                </a:lnTo>
                <a:lnTo>
                  <a:pt x="0" y="671"/>
                </a:lnTo>
                <a:lnTo>
                  <a:pt x="0" y="672"/>
                </a:lnTo>
                <a:lnTo>
                  <a:pt x="0" y="675"/>
                </a:lnTo>
                <a:lnTo>
                  <a:pt x="0" y="677"/>
                </a:lnTo>
                <a:lnTo>
                  <a:pt x="0" y="678"/>
                </a:lnTo>
                <a:lnTo>
                  <a:pt x="0" y="681"/>
                </a:lnTo>
                <a:lnTo>
                  <a:pt x="0" y="683"/>
                </a:lnTo>
                <a:lnTo>
                  <a:pt x="0" y="686"/>
                </a:lnTo>
                <a:lnTo>
                  <a:pt x="0" y="689"/>
                </a:lnTo>
                <a:lnTo>
                  <a:pt x="0" y="692"/>
                </a:lnTo>
                <a:lnTo>
                  <a:pt x="0" y="694"/>
                </a:lnTo>
                <a:lnTo>
                  <a:pt x="0" y="698"/>
                </a:lnTo>
                <a:lnTo>
                  <a:pt x="0" y="701"/>
                </a:lnTo>
                <a:lnTo>
                  <a:pt x="0" y="705"/>
                </a:lnTo>
                <a:lnTo>
                  <a:pt x="0" y="708"/>
                </a:lnTo>
                <a:lnTo>
                  <a:pt x="0" y="712"/>
                </a:lnTo>
                <a:lnTo>
                  <a:pt x="0" y="716"/>
                </a:lnTo>
                <a:lnTo>
                  <a:pt x="0" y="719"/>
                </a:lnTo>
                <a:lnTo>
                  <a:pt x="0" y="723"/>
                </a:lnTo>
                <a:lnTo>
                  <a:pt x="0" y="725"/>
                </a:lnTo>
                <a:lnTo>
                  <a:pt x="2" y="728"/>
                </a:lnTo>
                <a:lnTo>
                  <a:pt x="2" y="731"/>
                </a:lnTo>
                <a:lnTo>
                  <a:pt x="2" y="734"/>
                </a:lnTo>
                <a:lnTo>
                  <a:pt x="2" y="736"/>
                </a:lnTo>
                <a:lnTo>
                  <a:pt x="2" y="737"/>
                </a:lnTo>
                <a:lnTo>
                  <a:pt x="3" y="740"/>
                </a:lnTo>
                <a:lnTo>
                  <a:pt x="3" y="742"/>
                </a:lnTo>
                <a:lnTo>
                  <a:pt x="4" y="744"/>
                </a:lnTo>
                <a:lnTo>
                  <a:pt x="4" y="746"/>
                </a:lnTo>
                <a:lnTo>
                  <a:pt x="5" y="748"/>
                </a:lnTo>
                <a:lnTo>
                  <a:pt x="6" y="750"/>
                </a:lnTo>
                <a:lnTo>
                  <a:pt x="8" y="752"/>
                </a:lnTo>
                <a:lnTo>
                  <a:pt x="8" y="754"/>
                </a:lnTo>
                <a:lnTo>
                  <a:pt x="10" y="756"/>
                </a:lnTo>
                <a:lnTo>
                  <a:pt x="11" y="758"/>
                </a:lnTo>
                <a:lnTo>
                  <a:pt x="12" y="760"/>
                </a:lnTo>
                <a:lnTo>
                  <a:pt x="15" y="762"/>
                </a:lnTo>
                <a:lnTo>
                  <a:pt x="16" y="765"/>
                </a:lnTo>
                <a:lnTo>
                  <a:pt x="18" y="767"/>
                </a:lnTo>
                <a:lnTo>
                  <a:pt x="21" y="770"/>
                </a:lnTo>
                <a:lnTo>
                  <a:pt x="23" y="772"/>
                </a:lnTo>
                <a:lnTo>
                  <a:pt x="26" y="774"/>
                </a:lnTo>
                <a:lnTo>
                  <a:pt x="29" y="778"/>
                </a:lnTo>
                <a:lnTo>
                  <a:pt x="32" y="782"/>
                </a:lnTo>
                <a:lnTo>
                  <a:pt x="35" y="784"/>
                </a:lnTo>
                <a:lnTo>
                  <a:pt x="39" y="788"/>
                </a:lnTo>
                <a:lnTo>
                  <a:pt x="42" y="791"/>
                </a:lnTo>
                <a:lnTo>
                  <a:pt x="46" y="796"/>
                </a:lnTo>
                <a:lnTo>
                  <a:pt x="50" y="800"/>
                </a:lnTo>
                <a:lnTo>
                  <a:pt x="53" y="802"/>
                </a:lnTo>
                <a:lnTo>
                  <a:pt x="57" y="806"/>
                </a:lnTo>
                <a:lnTo>
                  <a:pt x="59" y="808"/>
                </a:lnTo>
                <a:lnTo>
                  <a:pt x="62" y="810"/>
                </a:lnTo>
                <a:lnTo>
                  <a:pt x="65" y="814"/>
                </a:lnTo>
                <a:lnTo>
                  <a:pt x="68" y="815"/>
                </a:lnTo>
                <a:lnTo>
                  <a:pt x="70" y="818"/>
                </a:lnTo>
                <a:lnTo>
                  <a:pt x="72" y="820"/>
                </a:lnTo>
                <a:lnTo>
                  <a:pt x="74" y="821"/>
                </a:lnTo>
                <a:lnTo>
                  <a:pt x="76" y="824"/>
                </a:lnTo>
                <a:lnTo>
                  <a:pt x="78" y="825"/>
                </a:lnTo>
                <a:lnTo>
                  <a:pt x="80" y="826"/>
                </a:lnTo>
                <a:lnTo>
                  <a:pt x="82" y="827"/>
                </a:lnTo>
                <a:lnTo>
                  <a:pt x="84" y="828"/>
                </a:lnTo>
                <a:lnTo>
                  <a:pt x="86" y="828"/>
                </a:lnTo>
                <a:lnTo>
                  <a:pt x="88" y="830"/>
                </a:lnTo>
                <a:lnTo>
                  <a:pt x="90" y="831"/>
                </a:lnTo>
                <a:lnTo>
                  <a:pt x="92" y="831"/>
                </a:lnTo>
                <a:lnTo>
                  <a:pt x="94" y="832"/>
                </a:lnTo>
                <a:lnTo>
                  <a:pt x="96" y="832"/>
                </a:lnTo>
                <a:lnTo>
                  <a:pt x="99" y="832"/>
                </a:lnTo>
                <a:lnTo>
                  <a:pt x="101" y="832"/>
                </a:lnTo>
                <a:lnTo>
                  <a:pt x="104" y="833"/>
                </a:lnTo>
                <a:lnTo>
                  <a:pt x="106" y="833"/>
                </a:lnTo>
                <a:lnTo>
                  <a:pt x="108" y="833"/>
                </a:lnTo>
                <a:lnTo>
                  <a:pt x="112" y="833"/>
                </a:lnTo>
                <a:lnTo>
                  <a:pt x="116" y="833"/>
                </a:lnTo>
                <a:lnTo>
                  <a:pt x="118" y="833"/>
                </a:lnTo>
                <a:lnTo>
                  <a:pt x="122" y="833"/>
                </a:lnTo>
                <a:lnTo>
                  <a:pt x="125" y="833"/>
                </a:lnTo>
                <a:lnTo>
                  <a:pt x="130" y="833"/>
                </a:lnTo>
                <a:lnTo>
                  <a:pt x="134" y="833"/>
                </a:lnTo>
                <a:lnTo>
                  <a:pt x="136" y="833"/>
                </a:lnTo>
                <a:lnTo>
                  <a:pt x="140" y="833"/>
                </a:lnTo>
                <a:lnTo>
                  <a:pt x="143" y="833"/>
                </a:lnTo>
                <a:lnTo>
                  <a:pt x="146" y="833"/>
                </a:lnTo>
                <a:lnTo>
                  <a:pt x="149" y="833"/>
                </a:lnTo>
                <a:lnTo>
                  <a:pt x="152" y="833"/>
                </a:lnTo>
                <a:lnTo>
                  <a:pt x="155" y="833"/>
                </a:lnTo>
                <a:lnTo>
                  <a:pt x="158" y="833"/>
                </a:lnTo>
                <a:lnTo>
                  <a:pt x="161" y="833"/>
                </a:lnTo>
                <a:lnTo>
                  <a:pt x="164" y="833"/>
                </a:lnTo>
                <a:lnTo>
                  <a:pt x="167" y="833"/>
                </a:lnTo>
                <a:lnTo>
                  <a:pt x="171" y="833"/>
                </a:lnTo>
                <a:lnTo>
                  <a:pt x="174" y="833"/>
                </a:lnTo>
                <a:lnTo>
                  <a:pt x="178" y="833"/>
                </a:lnTo>
                <a:lnTo>
                  <a:pt x="182" y="833"/>
                </a:lnTo>
                <a:lnTo>
                  <a:pt x="186" y="833"/>
                </a:lnTo>
                <a:lnTo>
                  <a:pt x="191" y="833"/>
                </a:lnTo>
                <a:lnTo>
                  <a:pt x="196" y="833"/>
                </a:lnTo>
                <a:lnTo>
                  <a:pt x="201" y="833"/>
                </a:lnTo>
                <a:lnTo>
                  <a:pt x="207" y="833"/>
                </a:lnTo>
                <a:lnTo>
                  <a:pt x="213" y="833"/>
                </a:lnTo>
                <a:lnTo>
                  <a:pt x="220" y="833"/>
                </a:lnTo>
                <a:lnTo>
                  <a:pt x="226" y="833"/>
                </a:lnTo>
                <a:lnTo>
                  <a:pt x="234" y="833"/>
                </a:lnTo>
                <a:lnTo>
                  <a:pt x="243" y="833"/>
                </a:lnTo>
                <a:lnTo>
                  <a:pt x="251" y="833"/>
                </a:lnTo>
                <a:lnTo>
                  <a:pt x="261" y="833"/>
                </a:lnTo>
                <a:lnTo>
                  <a:pt x="270" y="833"/>
                </a:lnTo>
                <a:lnTo>
                  <a:pt x="281" y="833"/>
                </a:lnTo>
                <a:lnTo>
                  <a:pt x="292" y="833"/>
                </a:lnTo>
                <a:lnTo>
                  <a:pt x="304" y="833"/>
                </a:lnTo>
                <a:lnTo>
                  <a:pt x="315" y="833"/>
                </a:lnTo>
                <a:lnTo>
                  <a:pt x="324" y="833"/>
                </a:lnTo>
                <a:lnTo>
                  <a:pt x="334" y="833"/>
                </a:lnTo>
                <a:lnTo>
                  <a:pt x="342" y="833"/>
                </a:lnTo>
                <a:lnTo>
                  <a:pt x="351" y="833"/>
                </a:lnTo>
                <a:lnTo>
                  <a:pt x="359" y="833"/>
                </a:lnTo>
                <a:lnTo>
                  <a:pt x="366" y="833"/>
                </a:lnTo>
                <a:lnTo>
                  <a:pt x="374" y="833"/>
                </a:lnTo>
                <a:lnTo>
                  <a:pt x="381" y="833"/>
                </a:lnTo>
                <a:lnTo>
                  <a:pt x="387" y="833"/>
                </a:lnTo>
                <a:lnTo>
                  <a:pt x="394" y="833"/>
                </a:lnTo>
                <a:lnTo>
                  <a:pt x="400" y="833"/>
                </a:lnTo>
                <a:lnTo>
                  <a:pt x="406" y="833"/>
                </a:lnTo>
                <a:lnTo>
                  <a:pt x="412" y="833"/>
                </a:lnTo>
                <a:lnTo>
                  <a:pt x="417" y="833"/>
                </a:lnTo>
                <a:lnTo>
                  <a:pt x="423" y="833"/>
                </a:lnTo>
                <a:lnTo>
                  <a:pt x="429" y="833"/>
                </a:lnTo>
                <a:lnTo>
                  <a:pt x="435" y="833"/>
                </a:lnTo>
                <a:lnTo>
                  <a:pt x="441" y="833"/>
                </a:lnTo>
                <a:lnTo>
                  <a:pt x="448" y="833"/>
                </a:lnTo>
                <a:lnTo>
                  <a:pt x="454" y="833"/>
                </a:lnTo>
                <a:lnTo>
                  <a:pt x="461" y="833"/>
                </a:lnTo>
                <a:lnTo>
                  <a:pt x="468" y="833"/>
                </a:lnTo>
                <a:lnTo>
                  <a:pt x="476" y="833"/>
                </a:lnTo>
                <a:lnTo>
                  <a:pt x="484" y="833"/>
                </a:lnTo>
                <a:lnTo>
                  <a:pt x="492" y="833"/>
                </a:lnTo>
                <a:lnTo>
                  <a:pt x="501" y="833"/>
                </a:lnTo>
                <a:lnTo>
                  <a:pt x="510" y="833"/>
                </a:lnTo>
                <a:lnTo>
                  <a:pt x="520" y="833"/>
                </a:lnTo>
                <a:lnTo>
                  <a:pt x="531" y="833"/>
                </a:lnTo>
                <a:lnTo>
                  <a:pt x="543" y="833"/>
                </a:lnTo>
                <a:lnTo>
                  <a:pt x="554" y="833"/>
                </a:lnTo>
                <a:lnTo>
                  <a:pt x="564" y="833"/>
                </a:lnTo>
                <a:lnTo>
                  <a:pt x="574" y="833"/>
                </a:lnTo>
                <a:lnTo>
                  <a:pt x="584" y="833"/>
                </a:lnTo>
                <a:lnTo>
                  <a:pt x="592" y="833"/>
                </a:lnTo>
                <a:lnTo>
                  <a:pt x="600" y="833"/>
                </a:lnTo>
                <a:lnTo>
                  <a:pt x="609" y="833"/>
                </a:lnTo>
                <a:lnTo>
                  <a:pt x="615" y="833"/>
                </a:lnTo>
                <a:lnTo>
                  <a:pt x="622" y="833"/>
                </a:lnTo>
                <a:lnTo>
                  <a:pt x="628" y="833"/>
                </a:lnTo>
                <a:lnTo>
                  <a:pt x="634" y="833"/>
                </a:lnTo>
                <a:lnTo>
                  <a:pt x="639" y="833"/>
                </a:lnTo>
                <a:lnTo>
                  <a:pt x="644" y="833"/>
                </a:lnTo>
                <a:lnTo>
                  <a:pt x="648" y="833"/>
                </a:lnTo>
                <a:lnTo>
                  <a:pt x="653" y="833"/>
                </a:lnTo>
                <a:lnTo>
                  <a:pt x="657" y="833"/>
                </a:lnTo>
                <a:lnTo>
                  <a:pt x="660" y="833"/>
                </a:lnTo>
                <a:lnTo>
                  <a:pt x="664" y="833"/>
                </a:lnTo>
                <a:lnTo>
                  <a:pt x="668" y="833"/>
                </a:lnTo>
                <a:lnTo>
                  <a:pt x="671" y="833"/>
                </a:lnTo>
                <a:lnTo>
                  <a:pt x="674" y="833"/>
                </a:lnTo>
                <a:lnTo>
                  <a:pt x="677" y="833"/>
                </a:lnTo>
                <a:lnTo>
                  <a:pt x="680" y="833"/>
                </a:lnTo>
                <a:lnTo>
                  <a:pt x="683" y="833"/>
                </a:lnTo>
                <a:lnTo>
                  <a:pt x="686" y="833"/>
                </a:lnTo>
                <a:lnTo>
                  <a:pt x="689" y="833"/>
                </a:lnTo>
                <a:lnTo>
                  <a:pt x="692" y="833"/>
                </a:lnTo>
                <a:lnTo>
                  <a:pt x="695" y="833"/>
                </a:lnTo>
                <a:lnTo>
                  <a:pt x="699" y="833"/>
                </a:lnTo>
                <a:lnTo>
                  <a:pt x="701" y="833"/>
                </a:lnTo>
                <a:lnTo>
                  <a:pt x="705" y="833"/>
                </a:lnTo>
                <a:lnTo>
                  <a:pt x="708" y="833"/>
                </a:lnTo>
                <a:lnTo>
                  <a:pt x="713" y="833"/>
                </a:lnTo>
                <a:lnTo>
                  <a:pt x="717" y="833"/>
                </a:lnTo>
                <a:lnTo>
                  <a:pt x="719" y="833"/>
                </a:lnTo>
                <a:lnTo>
                  <a:pt x="723" y="833"/>
                </a:lnTo>
                <a:lnTo>
                  <a:pt x="726" y="833"/>
                </a:lnTo>
                <a:lnTo>
                  <a:pt x="729" y="833"/>
                </a:lnTo>
                <a:lnTo>
                  <a:pt x="731" y="833"/>
                </a:lnTo>
                <a:lnTo>
                  <a:pt x="734" y="832"/>
                </a:lnTo>
                <a:lnTo>
                  <a:pt x="736" y="832"/>
                </a:lnTo>
                <a:lnTo>
                  <a:pt x="738" y="832"/>
                </a:lnTo>
                <a:lnTo>
                  <a:pt x="741" y="832"/>
                </a:lnTo>
                <a:lnTo>
                  <a:pt x="743" y="831"/>
                </a:lnTo>
                <a:lnTo>
                  <a:pt x="744" y="831"/>
                </a:lnTo>
                <a:lnTo>
                  <a:pt x="747" y="830"/>
                </a:lnTo>
                <a:lnTo>
                  <a:pt x="749" y="828"/>
                </a:lnTo>
                <a:lnTo>
                  <a:pt x="750" y="828"/>
                </a:lnTo>
                <a:lnTo>
                  <a:pt x="753" y="827"/>
                </a:lnTo>
                <a:lnTo>
                  <a:pt x="755" y="826"/>
                </a:lnTo>
                <a:lnTo>
                  <a:pt x="756" y="825"/>
                </a:lnTo>
                <a:lnTo>
                  <a:pt x="759" y="824"/>
                </a:lnTo>
                <a:lnTo>
                  <a:pt x="761" y="821"/>
                </a:lnTo>
                <a:lnTo>
                  <a:pt x="764" y="820"/>
                </a:lnTo>
                <a:lnTo>
                  <a:pt x="765" y="818"/>
                </a:lnTo>
                <a:lnTo>
                  <a:pt x="767" y="815"/>
                </a:lnTo>
                <a:lnTo>
                  <a:pt x="771" y="814"/>
                </a:lnTo>
                <a:lnTo>
                  <a:pt x="773" y="810"/>
                </a:lnTo>
                <a:lnTo>
                  <a:pt x="776" y="808"/>
                </a:lnTo>
                <a:lnTo>
                  <a:pt x="779" y="806"/>
                </a:lnTo>
                <a:lnTo>
                  <a:pt x="782" y="802"/>
                </a:lnTo>
                <a:lnTo>
                  <a:pt x="785" y="800"/>
                </a:lnTo>
                <a:lnTo>
                  <a:pt x="789" y="796"/>
                </a:lnTo>
                <a:lnTo>
                  <a:pt x="792" y="791"/>
                </a:lnTo>
                <a:lnTo>
                  <a:pt x="796" y="788"/>
                </a:lnTo>
                <a:lnTo>
                  <a:pt x="800" y="784"/>
                </a:lnTo>
                <a:lnTo>
                  <a:pt x="803" y="782"/>
                </a:lnTo>
                <a:lnTo>
                  <a:pt x="807" y="778"/>
                </a:lnTo>
                <a:lnTo>
                  <a:pt x="809" y="774"/>
                </a:lnTo>
                <a:lnTo>
                  <a:pt x="812" y="772"/>
                </a:lnTo>
                <a:lnTo>
                  <a:pt x="814" y="770"/>
                </a:lnTo>
                <a:lnTo>
                  <a:pt x="816" y="767"/>
                </a:lnTo>
                <a:lnTo>
                  <a:pt x="819" y="765"/>
                </a:lnTo>
                <a:lnTo>
                  <a:pt x="820" y="762"/>
                </a:lnTo>
                <a:lnTo>
                  <a:pt x="822" y="760"/>
                </a:lnTo>
                <a:lnTo>
                  <a:pt x="824" y="758"/>
                </a:lnTo>
                <a:lnTo>
                  <a:pt x="825" y="756"/>
                </a:lnTo>
                <a:lnTo>
                  <a:pt x="827" y="754"/>
                </a:lnTo>
                <a:lnTo>
                  <a:pt x="828" y="752"/>
                </a:lnTo>
                <a:lnTo>
                  <a:pt x="828" y="750"/>
                </a:lnTo>
                <a:lnTo>
                  <a:pt x="830" y="748"/>
                </a:lnTo>
                <a:lnTo>
                  <a:pt x="831" y="746"/>
                </a:lnTo>
                <a:lnTo>
                  <a:pt x="831" y="744"/>
                </a:lnTo>
                <a:lnTo>
                  <a:pt x="832" y="742"/>
                </a:lnTo>
                <a:lnTo>
                  <a:pt x="832" y="740"/>
                </a:lnTo>
                <a:lnTo>
                  <a:pt x="833" y="737"/>
                </a:lnTo>
                <a:lnTo>
                  <a:pt x="833" y="736"/>
                </a:lnTo>
                <a:lnTo>
                  <a:pt x="833" y="734"/>
                </a:lnTo>
                <a:lnTo>
                  <a:pt x="833" y="731"/>
                </a:lnTo>
                <a:lnTo>
                  <a:pt x="833" y="728"/>
                </a:lnTo>
                <a:lnTo>
                  <a:pt x="834" y="725"/>
                </a:lnTo>
                <a:lnTo>
                  <a:pt x="834" y="723"/>
                </a:lnTo>
                <a:lnTo>
                  <a:pt x="834" y="719"/>
                </a:lnTo>
                <a:lnTo>
                  <a:pt x="834" y="716"/>
                </a:lnTo>
                <a:lnTo>
                  <a:pt x="834" y="712"/>
                </a:lnTo>
                <a:lnTo>
                  <a:pt x="834" y="708"/>
                </a:lnTo>
                <a:lnTo>
                  <a:pt x="834" y="705"/>
                </a:lnTo>
                <a:lnTo>
                  <a:pt x="834" y="701"/>
                </a:lnTo>
                <a:lnTo>
                  <a:pt x="834" y="698"/>
                </a:lnTo>
                <a:lnTo>
                  <a:pt x="834" y="694"/>
                </a:lnTo>
                <a:lnTo>
                  <a:pt x="834" y="692"/>
                </a:lnTo>
                <a:lnTo>
                  <a:pt x="834" y="689"/>
                </a:lnTo>
                <a:lnTo>
                  <a:pt x="834" y="686"/>
                </a:lnTo>
                <a:lnTo>
                  <a:pt x="834" y="683"/>
                </a:lnTo>
                <a:lnTo>
                  <a:pt x="834" y="681"/>
                </a:lnTo>
                <a:lnTo>
                  <a:pt x="834" y="678"/>
                </a:lnTo>
                <a:lnTo>
                  <a:pt x="834" y="677"/>
                </a:lnTo>
                <a:lnTo>
                  <a:pt x="834" y="675"/>
                </a:lnTo>
                <a:lnTo>
                  <a:pt x="834" y="672"/>
                </a:lnTo>
                <a:lnTo>
                  <a:pt x="834" y="671"/>
                </a:lnTo>
                <a:lnTo>
                  <a:pt x="834" y="669"/>
                </a:lnTo>
                <a:lnTo>
                  <a:pt x="834" y="666"/>
                </a:lnTo>
                <a:lnTo>
                  <a:pt x="834" y="665"/>
                </a:lnTo>
                <a:lnTo>
                  <a:pt x="834" y="663"/>
                </a:lnTo>
                <a:lnTo>
                  <a:pt x="834" y="660"/>
                </a:lnTo>
                <a:lnTo>
                  <a:pt x="834" y="659"/>
                </a:lnTo>
                <a:lnTo>
                  <a:pt x="834" y="657"/>
                </a:lnTo>
                <a:lnTo>
                  <a:pt x="834" y="654"/>
                </a:lnTo>
                <a:lnTo>
                  <a:pt x="834" y="652"/>
                </a:lnTo>
                <a:lnTo>
                  <a:pt x="834" y="650"/>
                </a:lnTo>
                <a:lnTo>
                  <a:pt x="834" y="647"/>
                </a:lnTo>
                <a:lnTo>
                  <a:pt x="834" y="645"/>
                </a:lnTo>
                <a:lnTo>
                  <a:pt x="834" y="641"/>
                </a:lnTo>
                <a:lnTo>
                  <a:pt x="834" y="639"/>
                </a:lnTo>
                <a:lnTo>
                  <a:pt x="834" y="635"/>
                </a:lnTo>
                <a:lnTo>
                  <a:pt x="834" y="633"/>
                </a:lnTo>
                <a:lnTo>
                  <a:pt x="834" y="629"/>
                </a:lnTo>
                <a:lnTo>
                  <a:pt x="834" y="624"/>
                </a:lnTo>
                <a:lnTo>
                  <a:pt x="834" y="621"/>
                </a:lnTo>
                <a:lnTo>
                  <a:pt x="834" y="617"/>
                </a:lnTo>
                <a:lnTo>
                  <a:pt x="834" y="614"/>
                </a:lnTo>
                <a:lnTo>
                  <a:pt x="834" y="611"/>
                </a:lnTo>
                <a:lnTo>
                  <a:pt x="834" y="608"/>
                </a:lnTo>
                <a:lnTo>
                  <a:pt x="834" y="604"/>
                </a:lnTo>
                <a:lnTo>
                  <a:pt x="834" y="602"/>
                </a:lnTo>
                <a:lnTo>
                  <a:pt x="834" y="598"/>
                </a:lnTo>
                <a:lnTo>
                  <a:pt x="834" y="596"/>
                </a:lnTo>
                <a:lnTo>
                  <a:pt x="834" y="592"/>
                </a:lnTo>
                <a:lnTo>
                  <a:pt x="834" y="588"/>
                </a:lnTo>
                <a:lnTo>
                  <a:pt x="834" y="585"/>
                </a:lnTo>
                <a:lnTo>
                  <a:pt x="834" y="581"/>
                </a:lnTo>
                <a:lnTo>
                  <a:pt x="834" y="576"/>
                </a:lnTo>
                <a:lnTo>
                  <a:pt x="834" y="573"/>
                </a:lnTo>
                <a:lnTo>
                  <a:pt x="834" y="568"/>
                </a:lnTo>
                <a:lnTo>
                  <a:pt x="834" y="563"/>
                </a:lnTo>
                <a:lnTo>
                  <a:pt x="834" y="557"/>
                </a:lnTo>
                <a:lnTo>
                  <a:pt x="834" y="551"/>
                </a:lnTo>
                <a:lnTo>
                  <a:pt x="834" y="545"/>
                </a:lnTo>
                <a:lnTo>
                  <a:pt x="834" y="538"/>
                </a:lnTo>
                <a:lnTo>
                  <a:pt x="834" y="531"/>
                </a:lnTo>
                <a:lnTo>
                  <a:pt x="834" y="522"/>
                </a:lnTo>
                <a:lnTo>
                  <a:pt x="834" y="514"/>
                </a:lnTo>
                <a:lnTo>
                  <a:pt x="834" y="504"/>
                </a:lnTo>
                <a:lnTo>
                  <a:pt x="834" y="495"/>
                </a:lnTo>
                <a:lnTo>
                  <a:pt x="834" y="483"/>
                </a:lnTo>
                <a:lnTo>
                  <a:pt x="834" y="472"/>
                </a:lnTo>
                <a:lnTo>
                  <a:pt x="834" y="459"/>
                </a:lnTo>
                <a:lnTo>
                  <a:pt x="834" y="446"/>
                </a:lnTo>
                <a:lnTo>
                  <a:pt x="834" y="431"/>
                </a:lnTo>
                <a:lnTo>
                  <a:pt x="834" y="417"/>
                </a:lnTo>
                <a:lnTo>
                  <a:pt x="834" y="401"/>
                </a:lnTo>
                <a:lnTo>
                  <a:pt x="834" y="387"/>
                </a:lnTo>
                <a:lnTo>
                  <a:pt x="834" y="374"/>
                </a:lnTo>
                <a:lnTo>
                  <a:pt x="834" y="362"/>
                </a:lnTo>
                <a:lnTo>
                  <a:pt x="834" y="350"/>
                </a:lnTo>
                <a:lnTo>
                  <a:pt x="834" y="339"/>
                </a:lnTo>
                <a:lnTo>
                  <a:pt x="834" y="329"/>
                </a:lnTo>
                <a:lnTo>
                  <a:pt x="834" y="320"/>
                </a:lnTo>
                <a:lnTo>
                  <a:pt x="834" y="311"/>
                </a:lnTo>
                <a:lnTo>
                  <a:pt x="834" y="303"/>
                </a:lnTo>
                <a:lnTo>
                  <a:pt x="834" y="296"/>
                </a:lnTo>
                <a:lnTo>
                  <a:pt x="834" y="288"/>
                </a:lnTo>
                <a:lnTo>
                  <a:pt x="834" y="282"/>
                </a:lnTo>
                <a:lnTo>
                  <a:pt x="834" y="276"/>
                </a:lnTo>
                <a:lnTo>
                  <a:pt x="834" y="270"/>
                </a:lnTo>
                <a:lnTo>
                  <a:pt x="834" y="266"/>
                </a:lnTo>
                <a:lnTo>
                  <a:pt x="834" y="261"/>
                </a:lnTo>
                <a:lnTo>
                  <a:pt x="834" y="256"/>
                </a:lnTo>
                <a:lnTo>
                  <a:pt x="834" y="252"/>
                </a:lnTo>
                <a:lnTo>
                  <a:pt x="834" y="249"/>
                </a:lnTo>
                <a:lnTo>
                  <a:pt x="834" y="245"/>
                </a:lnTo>
                <a:lnTo>
                  <a:pt x="834" y="242"/>
                </a:lnTo>
                <a:lnTo>
                  <a:pt x="834" y="238"/>
                </a:lnTo>
                <a:lnTo>
                  <a:pt x="834" y="236"/>
                </a:lnTo>
                <a:lnTo>
                  <a:pt x="834" y="232"/>
                </a:lnTo>
                <a:lnTo>
                  <a:pt x="834" y="228"/>
                </a:lnTo>
                <a:lnTo>
                  <a:pt x="834" y="226"/>
                </a:lnTo>
                <a:lnTo>
                  <a:pt x="834" y="222"/>
                </a:lnTo>
                <a:lnTo>
                  <a:pt x="834" y="219"/>
                </a:lnTo>
                <a:lnTo>
                  <a:pt x="834" y="215"/>
                </a:lnTo>
                <a:lnTo>
                  <a:pt x="834" y="212"/>
                </a:lnTo>
                <a:lnTo>
                  <a:pt x="834" y="208"/>
                </a:lnTo>
                <a:lnTo>
                  <a:pt x="834" y="204"/>
                </a:lnTo>
                <a:lnTo>
                  <a:pt x="834" y="201"/>
                </a:lnTo>
                <a:lnTo>
                  <a:pt x="834" y="197"/>
                </a:lnTo>
                <a:lnTo>
                  <a:pt x="834" y="195"/>
                </a:lnTo>
                <a:lnTo>
                  <a:pt x="834" y="191"/>
                </a:lnTo>
                <a:lnTo>
                  <a:pt x="834" y="189"/>
                </a:lnTo>
                <a:lnTo>
                  <a:pt x="834" y="186"/>
                </a:lnTo>
                <a:lnTo>
                  <a:pt x="834" y="184"/>
                </a:lnTo>
                <a:lnTo>
                  <a:pt x="834" y="182"/>
                </a:lnTo>
                <a:lnTo>
                  <a:pt x="834" y="179"/>
                </a:lnTo>
                <a:lnTo>
                  <a:pt x="834" y="177"/>
                </a:lnTo>
                <a:lnTo>
                  <a:pt x="834" y="174"/>
                </a:lnTo>
                <a:lnTo>
                  <a:pt x="834" y="172"/>
                </a:lnTo>
                <a:lnTo>
                  <a:pt x="834" y="171"/>
                </a:lnTo>
                <a:lnTo>
                  <a:pt x="834" y="168"/>
                </a:lnTo>
                <a:lnTo>
                  <a:pt x="834" y="166"/>
                </a:lnTo>
                <a:lnTo>
                  <a:pt x="834" y="165"/>
                </a:lnTo>
                <a:lnTo>
                  <a:pt x="834" y="162"/>
                </a:lnTo>
                <a:lnTo>
                  <a:pt x="834" y="161"/>
                </a:lnTo>
                <a:lnTo>
                  <a:pt x="834" y="159"/>
                </a:lnTo>
                <a:lnTo>
                  <a:pt x="834" y="156"/>
                </a:lnTo>
                <a:lnTo>
                  <a:pt x="834" y="154"/>
                </a:lnTo>
                <a:lnTo>
                  <a:pt x="834" y="152"/>
                </a:lnTo>
                <a:lnTo>
                  <a:pt x="834" y="149"/>
                </a:lnTo>
                <a:lnTo>
                  <a:pt x="834" y="147"/>
                </a:lnTo>
                <a:lnTo>
                  <a:pt x="834" y="144"/>
                </a:lnTo>
                <a:lnTo>
                  <a:pt x="834" y="142"/>
                </a:lnTo>
                <a:lnTo>
                  <a:pt x="834" y="138"/>
                </a:lnTo>
                <a:lnTo>
                  <a:pt x="834" y="136"/>
                </a:lnTo>
                <a:lnTo>
                  <a:pt x="834" y="132"/>
                </a:lnTo>
                <a:lnTo>
                  <a:pt x="834" y="129"/>
                </a:lnTo>
                <a:lnTo>
                  <a:pt x="834" y="125"/>
                </a:lnTo>
                <a:lnTo>
                  <a:pt x="834" y="122"/>
                </a:lnTo>
                <a:lnTo>
                  <a:pt x="834" y="118"/>
                </a:lnTo>
                <a:lnTo>
                  <a:pt x="834" y="114"/>
                </a:lnTo>
                <a:lnTo>
                  <a:pt x="834" y="111"/>
                </a:lnTo>
                <a:lnTo>
                  <a:pt x="834" y="108"/>
                </a:lnTo>
                <a:lnTo>
                  <a:pt x="833" y="105"/>
                </a:lnTo>
                <a:lnTo>
                  <a:pt x="833" y="102"/>
                </a:lnTo>
                <a:lnTo>
                  <a:pt x="833" y="100"/>
                </a:lnTo>
                <a:lnTo>
                  <a:pt x="833" y="98"/>
                </a:lnTo>
                <a:lnTo>
                  <a:pt x="833" y="95"/>
                </a:lnTo>
                <a:lnTo>
                  <a:pt x="832" y="93"/>
                </a:lnTo>
                <a:lnTo>
                  <a:pt x="832" y="92"/>
                </a:lnTo>
                <a:lnTo>
                  <a:pt x="831" y="89"/>
                </a:lnTo>
                <a:lnTo>
                  <a:pt x="831" y="87"/>
                </a:lnTo>
                <a:lnTo>
                  <a:pt x="830" y="86"/>
                </a:lnTo>
                <a:lnTo>
                  <a:pt x="828" y="83"/>
                </a:lnTo>
                <a:lnTo>
                  <a:pt x="828" y="81"/>
                </a:lnTo>
                <a:lnTo>
                  <a:pt x="827" y="80"/>
                </a:lnTo>
                <a:lnTo>
                  <a:pt x="825" y="77"/>
                </a:lnTo>
                <a:lnTo>
                  <a:pt x="824" y="75"/>
                </a:lnTo>
                <a:lnTo>
                  <a:pt x="822" y="74"/>
                </a:lnTo>
                <a:lnTo>
                  <a:pt x="820" y="71"/>
                </a:lnTo>
                <a:lnTo>
                  <a:pt x="819" y="69"/>
                </a:lnTo>
                <a:lnTo>
                  <a:pt x="816" y="66"/>
                </a:lnTo>
                <a:lnTo>
                  <a:pt x="814" y="64"/>
                </a:lnTo>
                <a:lnTo>
                  <a:pt x="812" y="62"/>
                </a:lnTo>
                <a:lnTo>
                  <a:pt x="809" y="58"/>
                </a:lnTo>
                <a:lnTo>
                  <a:pt x="807" y="56"/>
                </a:lnTo>
                <a:lnTo>
                  <a:pt x="803" y="52"/>
                </a:lnTo>
                <a:lnTo>
                  <a:pt x="800" y="50"/>
                </a:lnTo>
                <a:lnTo>
                  <a:pt x="796" y="46"/>
                </a:lnTo>
                <a:lnTo>
                  <a:pt x="792" y="41"/>
                </a:lnTo>
                <a:lnTo>
                  <a:pt x="789" y="38"/>
                </a:lnTo>
                <a:lnTo>
                  <a:pt x="785" y="34"/>
                </a:lnTo>
                <a:lnTo>
                  <a:pt x="782" y="32"/>
                </a:lnTo>
                <a:lnTo>
                  <a:pt x="779" y="28"/>
                </a:lnTo>
                <a:lnTo>
                  <a:pt x="776" y="26"/>
                </a:lnTo>
                <a:lnTo>
                  <a:pt x="773" y="22"/>
                </a:lnTo>
                <a:lnTo>
                  <a:pt x="771" y="20"/>
                </a:lnTo>
                <a:lnTo>
                  <a:pt x="767" y="17"/>
                </a:lnTo>
                <a:lnTo>
                  <a:pt x="765" y="16"/>
                </a:lnTo>
                <a:lnTo>
                  <a:pt x="764" y="14"/>
                </a:lnTo>
                <a:lnTo>
                  <a:pt x="761" y="11"/>
                </a:lnTo>
                <a:lnTo>
                  <a:pt x="759" y="10"/>
                </a:lnTo>
                <a:lnTo>
                  <a:pt x="756" y="9"/>
                </a:lnTo>
                <a:lnTo>
                  <a:pt x="755" y="8"/>
                </a:lnTo>
                <a:lnTo>
                  <a:pt x="753" y="6"/>
                </a:lnTo>
                <a:lnTo>
                  <a:pt x="750" y="5"/>
                </a:lnTo>
                <a:lnTo>
                  <a:pt x="749" y="4"/>
                </a:lnTo>
                <a:lnTo>
                  <a:pt x="747" y="4"/>
                </a:lnTo>
                <a:lnTo>
                  <a:pt x="744" y="3"/>
                </a:lnTo>
                <a:lnTo>
                  <a:pt x="743" y="2"/>
                </a:lnTo>
                <a:lnTo>
                  <a:pt x="741" y="2"/>
                </a:lnTo>
                <a:lnTo>
                  <a:pt x="738" y="2"/>
                </a:lnTo>
                <a:lnTo>
                  <a:pt x="736" y="0"/>
                </a:lnTo>
                <a:lnTo>
                  <a:pt x="734" y="0"/>
                </a:lnTo>
                <a:lnTo>
                  <a:pt x="731" y="0"/>
                </a:lnTo>
                <a:lnTo>
                  <a:pt x="729" y="0"/>
                </a:lnTo>
                <a:lnTo>
                  <a:pt x="726" y="0"/>
                </a:lnTo>
                <a:lnTo>
                  <a:pt x="723" y="0"/>
                </a:lnTo>
                <a:lnTo>
                  <a:pt x="719" y="0"/>
                </a:lnTo>
                <a:lnTo>
                  <a:pt x="717" y="0"/>
                </a:lnTo>
                <a:lnTo>
                  <a:pt x="713" y="0"/>
                </a:lnTo>
                <a:lnTo>
                  <a:pt x="708" y="0"/>
                </a:lnTo>
                <a:lnTo>
                  <a:pt x="705" y="0"/>
                </a:lnTo>
                <a:lnTo>
                  <a:pt x="701" y="0"/>
                </a:lnTo>
                <a:lnTo>
                  <a:pt x="699" y="0"/>
                </a:lnTo>
                <a:lnTo>
                  <a:pt x="695" y="0"/>
                </a:lnTo>
                <a:lnTo>
                  <a:pt x="692" y="0"/>
                </a:lnTo>
                <a:lnTo>
                  <a:pt x="689" y="0"/>
                </a:lnTo>
                <a:lnTo>
                  <a:pt x="687" y="0"/>
                </a:lnTo>
                <a:lnTo>
                  <a:pt x="683" y="0"/>
                </a:lnTo>
                <a:lnTo>
                  <a:pt x="681" y="0"/>
                </a:lnTo>
                <a:lnTo>
                  <a:pt x="678" y="0"/>
                </a:lnTo>
                <a:lnTo>
                  <a:pt x="676" y="0"/>
                </a:lnTo>
                <a:lnTo>
                  <a:pt x="674" y="0"/>
                </a:lnTo>
                <a:lnTo>
                  <a:pt x="670" y="0"/>
                </a:lnTo>
                <a:lnTo>
                  <a:pt x="668" y="0"/>
                </a:lnTo>
                <a:lnTo>
                  <a:pt x="665" y="0"/>
                </a:lnTo>
                <a:lnTo>
                  <a:pt x="663" y="0"/>
                </a:lnTo>
                <a:lnTo>
                  <a:pt x="659" y="0"/>
                </a:lnTo>
                <a:lnTo>
                  <a:pt x="656" y="0"/>
                </a:lnTo>
                <a:lnTo>
                  <a:pt x="653" y="0"/>
                </a:lnTo>
                <a:lnTo>
                  <a:pt x="650" y="0"/>
                </a:lnTo>
                <a:lnTo>
                  <a:pt x="646" y="0"/>
                </a:lnTo>
                <a:lnTo>
                  <a:pt x="641" y="0"/>
                </a:lnTo>
                <a:lnTo>
                  <a:pt x="638" y="0"/>
                </a:lnTo>
                <a:lnTo>
                  <a:pt x="633" y="0"/>
                </a:lnTo>
                <a:lnTo>
                  <a:pt x="628" y="0"/>
                </a:lnTo>
                <a:lnTo>
                  <a:pt x="623" y="0"/>
                </a:lnTo>
                <a:lnTo>
                  <a:pt x="617" y="0"/>
                </a:lnTo>
                <a:lnTo>
                  <a:pt x="611" y="0"/>
                </a:lnTo>
                <a:lnTo>
                  <a:pt x="605" y="0"/>
                </a:lnTo>
                <a:lnTo>
                  <a:pt x="599" y="0"/>
                </a:lnTo>
                <a:lnTo>
                  <a:pt x="592" y="0"/>
                </a:lnTo>
                <a:lnTo>
                  <a:pt x="584" y="0"/>
                </a:lnTo>
                <a:lnTo>
                  <a:pt x="576" y="0"/>
                </a:lnTo>
                <a:lnTo>
                  <a:pt x="569" y="0"/>
                </a:lnTo>
                <a:lnTo>
                  <a:pt x="563" y="0"/>
                </a:lnTo>
                <a:lnTo>
                  <a:pt x="556" y="0"/>
                </a:lnTo>
                <a:lnTo>
                  <a:pt x="551" y="0"/>
                </a:lnTo>
                <a:lnTo>
                  <a:pt x="545" y="0"/>
                </a:lnTo>
                <a:lnTo>
                  <a:pt x="540" y="0"/>
                </a:lnTo>
                <a:lnTo>
                  <a:pt x="536" y="0"/>
                </a:lnTo>
                <a:lnTo>
                  <a:pt x="531" y="0"/>
                </a:lnTo>
                <a:lnTo>
                  <a:pt x="526" y="0"/>
                </a:lnTo>
                <a:lnTo>
                  <a:pt x="522" y="0"/>
                </a:lnTo>
                <a:lnTo>
                  <a:pt x="519" y="0"/>
                </a:lnTo>
                <a:lnTo>
                  <a:pt x="515" y="0"/>
                </a:lnTo>
                <a:lnTo>
                  <a:pt x="512" y="0"/>
                </a:lnTo>
                <a:lnTo>
                  <a:pt x="509" y="0"/>
                </a:lnTo>
                <a:lnTo>
                  <a:pt x="506" y="0"/>
                </a:lnTo>
                <a:lnTo>
                  <a:pt x="503" y="0"/>
                </a:lnTo>
                <a:lnTo>
                  <a:pt x="501" y="0"/>
                </a:lnTo>
                <a:lnTo>
                  <a:pt x="497" y="0"/>
                </a:lnTo>
                <a:lnTo>
                  <a:pt x="495" y="0"/>
                </a:lnTo>
                <a:lnTo>
                  <a:pt x="492" y="0"/>
                </a:lnTo>
                <a:lnTo>
                  <a:pt x="490" y="0"/>
                </a:lnTo>
                <a:lnTo>
                  <a:pt x="488" y="0"/>
                </a:lnTo>
                <a:lnTo>
                  <a:pt x="484" y="0"/>
                </a:lnTo>
                <a:lnTo>
                  <a:pt x="482" y="0"/>
                </a:lnTo>
                <a:lnTo>
                  <a:pt x="479" y="0"/>
                </a:lnTo>
                <a:lnTo>
                  <a:pt x="476" y="0"/>
                </a:lnTo>
                <a:lnTo>
                  <a:pt x="473" y="0"/>
                </a:lnTo>
                <a:lnTo>
                  <a:pt x="470" y="0"/>
                </a:lnTo>
                <a:lnTo>
                  <a:pt x="466" y="0"/>
                </a:lnTo>
                <a:lnTo>
                  <a:pt x="462" y="0"/>
                </a:lnTo>
                <a:lnTo>
                  <a:pt x="459" y="0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0" name="Rectangle 36">
            <a:extLst>
              <a:ext uri="{FF2B5EF4-FFF2-40B4-BE49-F238E27FC236}">
                <a16:creationId xmlns:a16="http://schemas.microsoft.com/office/drawing/2014/main" id="{1358FEE8-BC3A-41AB-A026-6D88C5714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9688" y="26876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1" name="Rectangle 37">
            <a:extLst>
              <a:ext uri="{FF2B5EF4-FFF2-40B4-BE49-F238E27FC236}">
                <a16:creationId xmlns:a16="http://schemas.microsoft.com/office/drawing/2014/main" id="{8DB8CDFC-2126-49F7-BADC-4D634E21B2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2350" y="3040063"/>
            <a:ext cx="16557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(a) Optimal realization of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2" name="Freeform 38">
            <a:extLst>
              <a:ext uri="{FF2B5EF4-FFF2-40B4-BE49-F238E27FC236}">
                <a16:creationId xmlns:a16="http://schemas.microsoft.com/office/drawing/2014/main" id="{2F27A79A-3365-4BAB-837C-C43968EA8062}"/>
              </a:ext>
            </a:extLst>
          </p:cNvPr>
          <p:cNvSpPr>
            <a:spLocks/>
          </p:cNvSpPr>
          <p:nvPr/>
        </p:nvSpPr>
        <p:spPr bwMode="auto">
          <a:xfrm>
            <a:off x="4089400" y="1958975"/>
            <a:ext cx="588963" cy="588963"/>
          </a:xfrm>
          <a:custGeom>
            <a:avLst/>
            <a:gdLst>
              <a:gd name="T0" fmla="*/ 2147483646 w 892"/>
              <a:gd name="T1" fmla="*/ 0 h 893"/>
              <a:gd name="T2" fmla="*/ 2147483646 w 892"/>
              <a:gd name="T3" fmla="*/ 0 h 893"/>
              <a:gd name="T4" fmla="*/ 2147483646 w 892"/>
              <a:gd name="T5" fmla="*/ 0 h 893"/>
              <a:gd name="T6" fmla="*/ 2147483646 w 892"/>
              <a:gd name="T7" fmla="*/ 0 h 893"/>
              <a:gd name="T8" fmla="*/ 2147483646 w 892"/>
              <a:gd name="T9" fmla="*/ 0 h 893"/>
              <a:gd name="T10" fmla="*/ 2147483646 w 892"/>
              <a:gd name="T11" fmla="*/ 0 h 893"/>
              <a:gd name="T12" fmla="*/ 2147483646 w 892"/>
              <a:gd name="T13" fmla="*/ 2147483646 h 893"/>
              <a:gd name="T14" fmla="*/ 2147483646 w 892"/>
              <a:gd name="T15" fmla="*/ 2147483646 h 893"/>
              <a:gd name="T16" fmla="*/ 2147483646 w 892"/>
              <a:gd name="T17" fmla="*/ 2147483646 h 893"/>
              <a:gd name="T18" fmla="*/ 2147483646 w 892"/>
              <a:gd name="T19" fmla="*/ 2147483646 h 893"/>
              <a:gd name="T20" fmla="*/ 0 w 892"/>
              <a:gd name="T21" fmla="*/ 2147483646 h 893"/>
              <a:gd name="T22" fmla="*/ 0 w 892"/>
              <a:gd name="T23" fmla="*/ 2147483646 h 893"/>
              <a:gd name="T24" fmla="*/ 0 w 892"/>
              <a:gd name="T25" fmla="*/ 2147483646 h 893"/>
              <a:gd name="T26" fmla="*/ 0 w 892"/>
              <a:gd name="T27" fmla="*/ 2147483646 h 893"/>
              <a:gd name="T28" fmla="*/ 0 w 892"/>
              <a:gd name="T29" fmla="*/ 2147483646 h 893"/>
              <a:gd name="T30" fmla="*/ 0 w 892"/>
              <a:gd name="T31" fmla="*/ 2147483646 h 893"/>
              <a:gd name="T32" fmla="*/ 0 w 892"/>
              <a:gd name="T33" fmla="*/ 2147483646 h 893"/>
              <a:gd name="T34" fmla="*/ 0 w 892"/>
              <a:gd name="T35" fmla="*/ 2147483646 h 893"/>
              <a:gd name="T36" fmla="*/ 0 w 892"/>
              <a:gd name="T37" fmla="*/ 2147483646 h 893"/>
              <a:gd name="T38" fmla="*/ 2147483646 w 892"/>
              <a:gd name="T39" fmla="*/ 2147483646 h 893"/>
              <a:gd name="T40" fmla="*/ 2147483646 w 892"/>
              <a:gd name="T41" fmla="*/ 2147483646 h 893"/>
              <a:gd name="T42" fmla="*/ 2147483646 w 892"/>
              <a:gd name="T43" fmla="*/ 2147483646 h 893"/>
              <a:gd name="T44" fmla="*/ 2147483646 w 892"/>
              <a:gd name="T45" fmla="*/ 2147483646 h 893"/>
              <a:gd name="T46" fmla="*/ 2147483646 w 892"/>
              <a:gd name="T47" fmla="*/ 2147483646 h 893"/>
              <a:gd name="T48" fmla="*/ 2147483646 w 892"/>
              <a:gd name="T49" fmla="*/ 2147483646 h 893"/>
              <a:gd name="T50" fmla="*/ 2147483646 w 892"/>
              <a:gd name="T51" fmla="*/ 2147483646 h 893"/>
              <a:gd name="T52" fmla="*/ 2147483646 w 892"/>
              <a:gd name="T53" fmla="*/ 2147483646 h 893"/>
              <a:gd name="T54" fmla="*/ 2147483646 w 892"/>
              <a:gd name="T55" fmla="*/ 2147483646 h 893"/>
              <a:gd name="T56" fmla="*/ 2147483646 w 892"/>
              <a:gd name="T57" fmla="*/ 2147483646 h 893"/>
              <a:gd name="T58" fmla="*/ 2147483646 w 892"/>
              <a:gd name="T59" fmla="*/ 2147483646 h 893"/>
              <a:gd name="T60" fmla="*/ 2147483646 w 892"/>
              <a:gd name="T61" fmla="*/ 2147483646 h 893"/>
              <a:gd name="T62" fmla="*/ 2147483646 w 892"/>
              <a:gd name="T63" fmla="*/ 2147483646 h 893"/>
              <a:gd name="T64" fmla="*/ 2147483646 w 892"/>
              <a:gd name="T65" fmla="*/ 2147483646 h 893"/>
              <a:gd name="T66" fmla="*/ 2147483646 w 892"/>
              <a:gd name="T67" fmla="*/ 2147483646 h 893"/>
              <a:gd name="T68" fmla="*/ 2147483646 w 892"/>
              <a:gd name="T69" fmla="*/ 2147483646 h 893"/>
              <a:gd name="T70" fmla="*/ 2147483646 w 892"/>
              <a:gd name="T71" fmla="*/ 2147483646 h 893"/>
              <a:gd name="T72" fmla="*/ 2147483646 w 892"/>
              <a:gd name="T73" fmla="*/ 2147483646 h 893"/>
              <a:gd name="T74" fmla="*/ 2147483646 w 892"/>
              <a:gd name="T75" fmla="*/ 2147483646 h 893"/>
              <a:gd name="T76" fmla="*/ 2147483646 w 892"/>
              <a:gd name="T77" fmla="*/ 2147483646 h 893"/>
              <a:gd name="T78" fmla="*/ 2147483646 w 892"/>
              <a:gd name="T79" fmla="*/ 2147483646 h 893"/>
              <a:gd name="T80" fmla="*/ 2147483646 w 892"/>
              <a:gd name="T81" fmla="*/ 2147483646 h 893"/>
              <a:gd name="T82" fmla="*/ 2147483646 w 892"/>
              <a:gd name="T83" fmla="*/ 2147483646 h 893"/>
              <a:gd name="T84" fmla="*/ 2147483646 w 892"/>
              <a:gd name="T85" fmla="*/ 2147483646 h 893"/>
              <a:gd name="T86" fmla="*/ 2147483646 w 892"/>
              <a:gd name="T87" fmla="*/ 2147483646 h 893"/>
              <a:gd name="T88" fmla="*/ 2147483646 w 892"/>
              <a:gd name="T89" fmla="*/ 2147483646 h 893"/>
              <a:gd name="T90" fmla="*/ 2147483646 w 892"/>
              <a:gd name="T91" fmla="*/ 2147483646 h 893"/>
              <a:gd name="T92" fmla="*/ 2147483646 w 892"/>
              <a:gd name="T93" fmla="*/ 2147483646 h 893"/>
              <a:gd name="T94" fmla="*/ 2147483646 w 892"/>
              <a:gd name="T95" fmla="*/ 2147483646 h 893"/>
              <a:gd name="T96" fmla="*/ 2147483646 w 892"/>
              <a:gd name="T97" fmla="*/ 2147483646 h 893"/>
              <a:gd name="T98" fmla="*/ 2147483646 w 892"/>
              <a:gd name="T99" fmla="*/ 2147483646 h 893"/>
              <a:gd name="T100" fmla="*/ 2147483646 w 892"/>
              <a:gd name="T101" fmla="*/ 2147483646 h 893"/>
              <a:gd name="T102" fmla="*/ 2147483646 w 892"/>
              <a:gd name="T103" fmla="*/ 2147483646 h 893"/>
              <a:gd name="T104" fmla="*/ 2147483646 w 892"/>
              <a:gd name="T105" fmla="*/ 2147483646 h 893"/>
              <a:gd name="T106" fmla="*/ 2147483646 w 892"/>
              <a:gd name="T107" fmla="*/ 2147483646 h 893"/>
              <a:gd name="T108" fmla="*/ 2147483646 w 892"/>
              <a:gd name="T109" fmla="*/ 0 h 893"/>
              <a:gd name="T110" fmla="*/ 2147483646 w 892"/>
              <a:gd name="T111" fmla="*/ 0 h 893"/>
              <a:gd name="T112" fmla="*/ 2147483646 w 892"/>
              <a:gd name="T113" fmla="*/ 0 h 893"/>
              <a:gd name="T114" fmla="*/ 2147483646 w 892"/>
              <a:gd name="T115" fmla="*/ 0 h 893"/>
              <a:gd name="T116" fmla="*/ 2147483646 w 892"/>
              <a:gd name="T117" fmla="*/ 0 h 893"/>
              <a:gd name="T118" fmla="*/ 2147483646 w 892"/>
              <a:gd name="T119" fmla="*/ 0 h 893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892" h="893">
                <a:moveTo>
                  <a:pt x="490" y="0"/>
                </a:moveTo>
                <a:lnTo>
                  <a:pt x="487" y="0"/>
                </a:lnTo>
                <a:lnTo>
                  <a:pt x="483" y="0"/>
                </a:lnTo>
                <a:lnTo>
                  <a:pt x="479" y="0"/>
                </a:lnTo>
                <a:lnTo>
                  <a:pt x="476" y="0"/>
                </a:lnTo>
                <a:lnTo>
                  <a:pt x="472" y="0"/>
                </a:lnTo>
                <a:lnTo>
                  <a:pt x="470" y="0"/>
                </a:lnTo>
                <a:lnTo>
                  <a:pt x="466" y="0"/>
                </a:lnTo>
                <a:lnTo>
                  <a:pt x="463" y="0"/>
                </a:lnTo>
                <a:lnTo>
                  <a:pt x="460" y="0"/>
                </a:lnTo>
                <a:lnTo>
                  <a:pt x="457" y="0"/>
                </a:lnTo>
                <a:lnTo>
                  <a:pt x="453" y="0"/>
                </a:lnTo>
                <a:lnTo>
                  <a:pt x="449" y="0"/>
                </a:lnTo>
                <a:lnTo>
                  <a:pt x="447" y="0"/>
                </a:lnTo>
                <a:lnTo>
                  <a:pt x="443" y="0"/>
                </a:lnTo>
                <a:lnTo>
                  <a:pt x="439" y="0"/>
                </a:lnTo>
                <a:lnTo>
                  <a:pt x="435" y="0"/>
                </a:lnTo>
                <a:lnTo>
                  <a:pt x="430" y="0"/>
                </a:lnTo>
                <a:lnTo>
                  <a:pt x="427" y="0"/>
                </a:lnTo>
                <a:lnTo>
                  <a:pt x="421" y="0"/>
                </a:lnTo>
                <a:lnTo>
                  <a:pt x="416" y="0"/>
                </a:lnTo>
                <a:lnTo>
                  <a:pt x="410" y="0"/>
                </a:lnTo>
                <a:lnTo>
                  <a:pt x="404" y="0"/>
                </a:lnTo>
                <a:lnTo>
                  <a:pt x="398" y="0"/>
                </a:lnTo>
                <a:lnTo>
                  <a:pt x="391" y="0"/>
                </a:lnTo>
                <a:lnTo>
                  <a:pt x="382" y="0"/>
                </a:lnTo>
                <a:lnTo>
                  <a:pt x="375" y="0"/>
                </a:lnTo>
                <a:lnTo>
                  <a:pt x="365" y="0"/>
                </a:lnTo>
                <a:lnTo>
                  <a:pt x="357" y="0"/>
                </a:lnTo>
                <a:lnTo>
                  <a:pt x="346" y="0"/>
                </a:lnTo>
                <a:lnTo>
                  <a:pt x="335" y="0"/>
                </a:lnTo>
                <a:lnTo>
                  <a:pt x="325" y="0"/>
                </a:lnTo>
                <a:lnTo>
                  <a:pt x="313" y="0"/>
                </a:lnTo>
                <a:lnTo>
                  <a:pt x="301" y="0"/>
                </a:lnTo>
                <a:lnTo>
                  <a:pt x="289" y="0"/>
                </a:lnTo>
                <a:lnTo>
                  <a:pt x="278" y="0"/>
                </a:lnTo>
                <a:lnTo>
                  <a:pt x="268" y="0"/>
                </a:lnTo>
                <a:lnTo>
                  <a:pt x="259" y="0"/>
                </a:lnTo>
                <a:lnTo>
                  <a:pt x="250" y="0"/>
                </a:lnTo>
                <a:lnTo>
                  <a:pt x="242" y="0"/>
                </a:lnTo>
                <a:lnTo>
                  <a:pt x="235" y="0"/>
                </a:lnTo>
                <a:lnTo>
                  <a:pt x="228" y="0"/>
                </a:lnTo>
                <a:lnTo>
                  <a:pt x="220" y="0"/>
                </a:lnTo>
                <a:lnTo>
                  <a:pt x="214" y="0"/>
                </a:lnTo>
                <a:lnTo>
                  <a:pt x="208" y="0"/>
                </a:lnTo>
                <a:lnTo>
                  <a:pt x="204" y="0"/>
                </a:lnTo>
                <a:lnTo>
                  <a:pt x="199" y="0"/>
                </a:lnTo>
                <a:lnTo>
                  <a:pt x="194" y="0"/>
                </a:lnTo>
                <a:lnTo>
                  <a:pt x="189" y="0"/>
                </a:lnTo>
                <a:lnTo>
                  <a:pt x="186" y="0"/>
                </a:lnTo>
                <a:lnTo>
                  <a:pt x="182" y="0"/>
                </a:lnTo>
                <a:lnTo>
                  <a:pt x="178" y="0"/>
                </a:lnTo>
                <a:lnTo>
                  <a:pt x="175" y="0"/>
                </a:lnTo>
                <a:lnTo>
                  <a:pt x="171" y="0"/>
                </a:lnTo>
                <a:lnTo>
                  <a:pt x="168" y="0"/>
                </a:lnTo>
                <a:lnTo>
                  <a:pt x="165" y="0"/>
                </a:lnTo>
                <a:lnTo>
                  <a:pt x="162" y="0"/>
                </a:lnTo>
                <a:lnTo>
                  <a:pt x="159" y="0"/>
                </a:lnTo>
                <a:lnTo>
                  <a:pt x="156" y="0"/>
                </a:lnTo>
                <a:lnTo>
                  <a:pt x="152" y="0"/>
                </a:lnTo>
                <a:lnTo>
                  <a:pt x="148" y="0"/>
                </a:lnTo>
                <a:lnTo>
                  <a:pt x="145" y="0"/>
                </a:lnTo>
                <a:lnTo>
                  <a:pt x="141" y="0"/>
                </a:lnTo>
                <a:lnTo>
                  <a:pt x="138" y="0"/>
                </a:lnTo>
                <a:lnTo>
                  <a:pt x="134" y="0"/>
                </a:lnTo>
                <a:lnTo>
                  <a:pt x="130" y="0"/>
                </a:lnTo>
                <a:lnTo>
                  <a:pt x="126" y="0"/>
                </a:lnTo>
                <a:lnTo>
                  <a:pt x="122" y="0"/>
                </a:lnTo>
                <a:lnTo>
                  <a:pt x="120" y="0"/>
                </a:lnTo>
                <a:lnTo>
                  <a:pt x="116" y="0"/>
                </a:lnTo>
                <a:lnTo>
                  <a:pt x="112" y="0"/>
                </a:lnTo>
                <a:lnTo>
                  <a:pt x="110" y="0"/>
                </a:lnTo>
                <a:lnTo>
                  <a:pt x="108" y="0"/>
                </a:lnTo>
                <a:lnTo>
                  <a:pt x="105" y="2"/>
                </a:lnTo>
                <a:lnTo>
                  <a:pt x="103" y="2"/>
                </a:lnTo>
                <a:lnTo>
                  <a:pt x="100" y="2"/>
                </a:lnTo>
                <a:lnTo>
                  <a:pt x="98" y="3"/>
                </a:lnTo>
                <a:lnTo>
                  <a:pt x="96" y="3"/>
                </a:lnTo>
                <a:lnTo>
                  <a:pt x="93" y="4"/>
                </a:lnTo>
                <a:lnTo>
                  <a:pt x="91" y="5"/>
                </a:lnTo>
                <a:lnTo>
                  <a:pt x="90" y="5"/>
                </a:lnTo>
                <a:lnTo>
                  <a:pt x="87" y="6"/>
                </a:lnTo>
                <a:lnTo>
                  <a:pt x="85" y="8"/>
                </a:lnTo>
                <a:lnTo>
                  <a:pt x="82" y="10"/>
                </a:lnTo>
                <a:lnTo>
                  <a:pt x="81" y="11"/>
                </a:lnTo>
                <a:lnTo>
                  <a:pt x="79" y="12"/>
                </a:lnTo>
                <a:lnTo>
                  <a:pt x="76" y="15"/>
                </a:lnTo>
                <a:lnTo>
                  <a:pt x="74" y="17"/>
                </a:lnTo>
                <a:lnTo>
                  <a:pt x="72" y="20"/>
                </a:lnTo>
                <a:lnTo>
                  <a:pt x="68" y="22"/>
                </a:lnTo>
                <a:lnTo>
                  <a:pt x="66" y="24"/>
                </a:lnTo>
                <a:lnTo>
                  <a:pt x="62" y="27"/>
                </a:lnTo>
                <a:lnTo>
                  <a:pt x="60" y="30"/>
                </a:lnTo>
                <a:lnTo>
                  <a:pt x="56" y="34"/>
                </a:lnTo>
                <a:lnTo>
                  <a:pt x="52" y="36"/>
                </a:lnTo>
                <a:lnTo>
                  <a:pt x="49" y="41"/>
                </a:lnTo>
                <a:lnTo>
                  <a:pt x="44" y="45"/>
                </a:lnTo>
                <a:lnTo>
                  <a:pt x="40" y="48"/>
                </a:lnTo>
                <a:lnTo>
                  <a:pt x="37" y="53"/>
                </a:lnTo>
                <a:lnTo>
                  <a:pt x="33" y="57"/>
                </a:lnTo>
                <a:lnTo>
                  <a:pt x="30" y="59"/>
                </a:lnTo>
                <a:lnTo>
                  <a:pt x="27" y="63"/>
                </a:lnTo>
                <a:lnTo>
                  <a:pt x="24" y="66"/>
                </a:lnTo>
                <a:lnTo>
                  <a:pt x="21" y="69"/>
                </a:lnTo>
                <a:lnTo>
                  <a:pt x="19" y="71"/>
                </a:lnTo>
                <a:lnTo>
                  <a:pt x="16" y="74"/>
                </a:lnTo>
                <a:lnTo>
                  <a:pt x="14" y="76"/>
                </a:lnTo>
                <a:lnTo>
                  <a:pt x="13" y="78"/>
                </a:lnTo>
                <a:lnTo>
                  <a:pt x="10" y="81"/>
                </a:lnTo>
                <a:lnTo>
                  <a:pt x="9" y="83"/>
                </a:lnTo>
                <a:lnTo>
                  <a:pt x="8" y="86"/>
                </a:lnTo>
                <a:lnTo>
                  <a:pt x="7" y="87"/>
                </a:lnTo>
                <a:lnTo>
                  <a:pt x="6" y="89"/>
                </a:lnTo>
                <a:lnTo>
                  <a:pt x="4" y="92"/>
                </a:lnTo>
                <a:lnTo>
                  <a:pt x="3" y="94"/>
                </a:lnTo>
                <a:lnTo>
                  <a:pt x="3" y="96"/>
                </a:lnTo>
                <a:lnTo>
                  <a:pt x="2" y="98"/>
                </a:lnTo>
                <a:lnTo>
                  <a:pt x="2" y="100"/>
                </a:lnTo>
                <a:lnTo>
                  <a:pt x="1" y="102"/>
                </a:lnTo>
                <a:lnTo>
                  <a:pt x="1" y="105"/>
                </a:lnTo>
                <a:lnTo>
                  <a:pt x="1" y="107"/>
                </a:lnTo>
                <a:lnTo>
                  <a:pt x="1" y="111"/>
                </a:lnTo>
                <a:lnTo>
                  <a:pt x="1" y="113"/>
                </a:lnTo>
                <a:lnTo>
                  <a:pt x="0" y="116"/>
                </a:lnTo>
                <a:lnTo>
                  <a:pt x="0" y="119"/>
                </a:lnTo>
                <a:lnTo>
                  <a:pt x="0" y="123"/>
                </a:lnTo>
                <a:lnTo>
                  <a:pt x="0" y="126"/>
                </a:lnTo>
                <a:lnTo>
                  <a:pt x="0" y="130"/>
                </a:lnTo>
                <a:lnTo>
                  <a:pt x="0" y="134"/>
                </a:lnTo>
                <a:lnTo>
                  <a:pt x="0" y="138"/>
                </a:lnTo>
                <a:lnTo>
                  <a:pt x="0" y="142"/>
                </a:lnTo>
                <a:lnTo>
                  <a:pt x="0" y="146"/>
                </a:lnTo>
                <a:lnTo>
                  <a:pt x="0" y="149"/>
                </a:lnTo>
                <a:lnTo>
                  <a:pt x="0" y="153"/>
                </a:lnTo>
                <a:lnTo>
                  <a:pt x="0" y="156"/>
                </a:lnTo>
                <a:lnTo>
                  <a:pt x="0" y="160"/>
                </a:lnTo>
                <a:lnTo>
                  <a:pt x="0" y="164"/>
                </a:lnTo>
                <a:lnTo>
                  <a:pt x="0" y="167"/>
                </a:lnTo>
                <a:lnTo>
                  <a:pt x="0" y="171"/>
                </a:lnTo>
                <a:lnTo>
                  <a:pt x="0" y="176"/>
                </a:lnTo>
                <a:lnTo>
                  <a:pt x="0" y="179"/>
                </a:lnTo>
                <a:lnTo>
                  <a:pt x="0" y="184"/>
                </a:lnTo>
                <a:lnTo>
                  <a:pt x="0" y="190"/>
                </a:lnTo>
                <a:lnTo>
                  <a:pt x="0" y="195"/>
                </a:lnTo>
                <a:lnTo>
                  <a:pt x="0" y="201"/>
                </a:lnTo>
                <a:lnTo>
                  <a:pt x="0" y="208"/>
                </a:lnTo>
                <a:lnTo>
                  <a:pt x="0" y="215"/>
                </a:lnTo>
                <a:lnTo>
                  <a:pt x="0" y="222"/>
                </a:lnTo>
                <a:lnTo>
                  <a:pt x="0" y="231"/>
                </a:lnTo>
                <a:lnTo>
                  <a:pt x="0" y="240"/>
                </a:lnTo>
                <a:lnTo>
                  <a:pt x="0" y="250"/>
                </a:lnTo>
                <a:lnTo>
                  <a:pt x="0" y="261"/>
                </a:lnTo>
                <a:lnTo>
                  <a:pt x="0" y="273"/>
                </a:lnTo>
                <a:lnTo>
                  <a:pt x="0" y="285"/>
                </a:lnTo>
                <a:lnTo>
                  <a:pt x="0" y="298"/>
                </a:lnTo>
                <a:lnTo>
                  <a:pt x="0" y="312"/>
                </a:lnTo>
                <a:lnTo>
                  <a:pt x="0" y="328"/>
                </a:lnTo>
                <a:lnTo>
                  <a:pt x="0" y="345"/>
                </a:lnTo>
                <a:lnTo>
                  <a:pt x="0" y="363"/>
                </a:lnTo>
                <a:lnTo>
                  <a:pt x="0" y="382"/>
                </a:lnTo>
                <a:lnTo>
                  <a:pt x="0" y="402"/>
                </a:lnTo>
                <a:lnTo>
                  <a:pt x="0" y="423"/>
                </a:lnTo>
                <a:lnTo>
                  <a:pt x="0" y="441"/>
                </a:lnTo>
                <a:lnTo>
                  <a:pt x="0" y="459"/>
                </a:lnTo>
                <a:lnTo>
                  <a:pt x="0" y="476"/>
                </a:lnTo>
                <a:lnTo>
                  <a:pt x="0" y="491"/>
                </a:lnTo>
                <a:lnTo>
                  <a:pt x="0" y="506"/>
                </a:lnTo>
                <a:lnTo>
                  <a:pt x="0" y="519"/>
                </a:lnTo>
                <a:lnTo>
                  <a:pt x="0" y="532"/>
                </a:lnTo>
                <a:lnTo>
                  <a:pt x="0" y="543"/>
                </a:lnTo>
                <a:lnTo>
                  <a:pt x="0" y="554"/>
                </a:lnTo>
                <a:lnTo>
                  <a:pt x="0" y="564"/>
                </a:lnTo>
                <a:lnTo>
                  <a:pt x="0" y="573"/>
                </a:lnTo>
                <a:lnTo>
                  <a:pt x="0" y="581"/>
                </a:lnTo>
                <a:lnTo>
                  <a:pt x="0" y="590"/>
                </a:lnTo>
                <a:lnTo>
                  <a:pt x="0" y="597"/>
                </a:lnTo>
                <a:lnTo>
                  <a:pt x="0" y="603"/>
                </a:lnTo>
                <a:lnTo>
                  <a:pt x="0" y="609"/>
                </a:lnTo>
                <a:lnTo>
                  <a:pt x="0" y="615"/>
                </a:lnTo>
                <a:lnTo>
                  <a:pt x="0" y="620"/>
                </a:lnTo>
                <a:lnTo>
                  <a:pt x="0" y="624"/>
                </a:lnTo>
                <a:lnTo>
                  <a:pt x="0" y="629"/>
                </a:lnTo>
                <a:lnTo>
                  <a:pt x="0" y="633"/>
                </a:lnTo>
                <a:lnTo>
                  <a:pt x="0" y="636"/>
                </a:lnTo>
                <a:lnTo>
                  <a:pt x="0" y="640"/>
                </a:lnTo>
                <a:lnTo>
                  <a:pt x="0" y="644"/>
                </a:lnTo>
                <a:lnTo>
                  <a:pt x="0" y="647"/>
                </a:lnTo>
                <a:lnTo>
                  <a:pt x="0" y="651"/>
                </a:lnTo>
                <a:lnTo>
                  <a:pt x="0" y="654"/>
                </a:lnTo>
                <a:lnTo>
                  <a:pt x="0" y="658"/>
                </a:lnTo>
                <a:lnTo>
                  <a:pt x="0" y="662"/>
                </a:lnTo>
                <a:lnTo>
                  <a:pt x="0" y="665"/>
                </a:lnTo>
                <a:lnTo>
                  <a:pt x="0" y="670"/>
                </a:lnTo>
                <a:lnTo>
                  <a:pt x="0" y="674"/>
                </a:lnTo>
                <a:lnTo>
                  <a:pt x="0" y="677"/>
                </a:lnTo>
                <a:lnTo>
                  <a:pt x="0" y="681"/>
                </a:lnTo>
                <a:lnTo>
                  <a:pt x="0" y="684"/>
                </a:lnTo>
                <a:lnTo>
                  <a:pt x="0" y="688"/>
                </a:lnTo>
                <a:lnTo>
                  <a:pt x="0" y="690"/>
                </a:lnTo>
                <a:lnTo>
                  <a:pt x="0" y="694"/>
                </a:lnTo>
                <a:lnTo>
                  <a:pt x="0" y="696"/>
                </a:lnTo>
                <a:lnTo>
                  <a:pt x="0" y="699"/>
                </a:lnTo>
                <a:lnTo>
                  <a:pt x="0" y="701"/>
                </a:lnTo>
                <a:lnTo>
                  <a:pt x="0" y="704"/>
                </a:lnTo>
                <a:lnTo>
                  <a:pt x="0" y="706"/>
                </a:lnTo>
                <a:lnTo>
                  <a:pt x="0" y="708"/>
                </a:lnTo>
                <a:lnTo>
                  <a:pt x="0" y="711"/>
                </a:lnTo>
                <a:lnTo>
                  <a:pt x="0" y="712"/>
                </a:lnTo>
                <a:lnTo>
                  <a:pt x="0" y="714"/>
                </a:lnTo>
                <a:lnTo>
                  <a:pt x="0" y="717"/>
                </a:lnTo>
                <a:lnTo>
                  <a:pt x="0" y="719"/>
                </a:lnTo>
                <a:lnTo>
                  <a:pt x="0" y="720"/>
                </a:lnTo>
                <a:lnTo>
                  <a:pt x="0" y="723"/>
                </a:lnTo>
                <a:lnTo>
                  <a:pt x="0" y="725"/>
                </a:lnTo>
                <a:lnTo>
                  <a:pt x="0" y="728"/>
                </a:lnTo>
                <a:lnTo>
                  <a:pt x="0" y="730"/>
                </a:lnTo>
                <a:lnTo>
                  <a:pt x="0" y="732"/>
                </a:lnTo>
                <a:lnTo>
                  <a:pt x="0" y="735"/>
                </a:lnTo>
                <a:lnTo>
                  <a:pt x="0" y="738"/>
                </a:lnTo>
                <a:lnTo>
                  <a:pt x="0" y="741"/>
                </a:lnTo>
                <a:lnTo>
                  <a:pt x="0" y="744"/>
                </a:lnTo>
                <a:lnTo>
                  <a:pt x="0" y="748"/>
                </a:lnTo>
                <a:lnTo>
                  <a:pt x="0" y="752"/>
                </a:lnTo>
                <a:lnTo>
                  <a:pt x="0" y="755"/>
                </a:lnTo>
                <a:lnTo>
                  <a:pt x="0" y="759"/>
                </a:lnTo>
                <a:lnTo>
                  <a:pt x="0" y="764"/>
                </a:lnTo>
                <a:lnTo>
                  <a:pt x="0" y="767"/>
                </a:lnTo>
                <a:lnTo>
                  <a:pt x="0" y="771"/>
                </a:lnTo>
                <a:lnTo>
                  <a:pt x="0" y="774"/>
                </a:lnTo>
                <a:lnTo>
                  <a:pt x="0" y="777"/>
                </a:lnTo>
                <a:lnTo>
                  <a:pt x="1" y="780"/>
                </a:lnTo>
                <a:lnTo>
                  <a:pt x="1" y="783"/>
                </a:lnTo>
                <a:lnTo>
                  <a:pt x="1" y="785"/>
                </a:lnTo>
                <a:lnTo>
                  <a:pt x="1" y="788"/>
                </a:lnTo>
                <a:lnTo>
                  <a:pt x="1" y="790"/>
                </a:lnTo>
                <a:lnTo>
                  <a:pt x="2" y="792"/>
                </a:lnTo>
                <a:lnTo>
                  <a:pt x="2" y="795"/>
                </a:lnTo>
                <a:lnTo>
                  <a:pt x="3" y="797"/>
                </a:lnTo>
                <a:lnTo>
                  <a:pt x="3" y="800"/>
                </a:lnTo>
                <a:lnTo>
                  <a:pt x="4" y="802"/>
                </a:lnTo>
                <a:lnTo>
                  <a:pt x="6" y="803"/>
                </a:lnTo>
                <a:lnTo>
                  <a:pt x="7" y="806"/>
                </a:lnTo>
                <a:lnTo>
                  <a:pt x="8" y="808"/>
                </a:lnTo>
                <a:lnTo>
                  <a:pt x="9" y="810"/>
                </a:lnTo>
                <a:lnTo>
                  <a:pt x="10" y="813"/>
                </a:lnTo>
                <a:lnTo>
                  <a:pt x="13" y="814"/>
                </a:lnTo>
                <a:lnTo>
                  <a:pt x="14" y="816"/>
                </a:lnTo>
                <a:lnTo>
                  <a:pt x="16" y="819"/>
                </a:lnTo>
                <a:lnTo>
                  <a:pt x="19" y="822"/>
                </a:lnTo>
                <a:lnTo>
                  <a:pt x="21" y="825"/>
                </a:lnTo>
                <a:lnTo>
                  <a:pt x="24" y="827"/>
                </a:lnTo>
                <a:lnTo>
                  <a:pt x="27" y="831"/>
                </a:lnTo>
                <a:lnTo>
                  <a:pt x="30" y="833"/>
                </a:lnTo>
                <a:lnTo>
                  <a:pt x="33" y="837"/>
                </a:lnTo>
                <a:lnTo>
                  <a:pt x="37" y="840"/>
                </a:lnTo>
                <a:lnTo>
                  <a:pt x="40" y="844"/>
                </a:lnTo>
                <a:lnTo>
                  <a:pt x="44" y="849"/>
                </a:lnTo>
                <a:lnTo>
                  <a:pt x="49" y="852"/>
                </a:lnTo>
                <a:lnTo>
                  <a:pt x="52" y="856"/>
                </a:lnTo>
                <a:lnTo>
                  <a:pt x="56" y="860"/>
                </a:lnTo>
                <a:lnTo>
                  <a:pt x="60" y="863"/>
                </a:lnTo>
                <a:lnTo>
                  <a:pt x="62" y="866"/>
                </a:lnTo>
                <a:lnTo>
                  <a:pt x="66" y="869"/>
                </a:lnTo>
                <a:lnTo>
                  <a:pt x="68" y="872"/>
                </a:lnTo>
                <a:lnTo>
                  <a:pt x="72" y="874"/>
                </a:lnTo>
                <a:lnTo>
                  <a:pt x="74" y="876"/>
                </a:lnTo>
                <a:lnTo>
                  <a:pt x="76" y="879"/>
                </a:lnTo>
                <a:lnTo>
                  <a:pt x="79" y="880"/>
                </a:lnTo>
                <a:lnTo>
                  <a:pt x="81" y="882"/>
                </a:lnTo>
                <a:lnTo>
                  <a:pt x="82" y="884"/>
                </a:lnTo>
                <a:lnTo>
                  <a:pt x="85" y="885"/>
                </a:lnTo>
                <a:lnTo>
                  <a:pt x="87" y="886"/>
                </a:lnTo>
                <a:lnTo>
                  <a:pt x="90" y="887"/>
                </a:lnTo>
                <a:lnTo>
                  <a:pt x="91" y="888"/>
                </a:lnTo>
                <a:lnTo>
                  <a:pt x="93" y="890"/>
                </a:lnTo>
                <a:lnTo>
                  <a:pt x="96" y="890"/>
                </a:lnTo>
                <a:lnTo>
                  <a:pt x="98" y="891"/>
                </a:lnTo>
                <a:lnTo>
                  <a:pt x="100" y="891"/>
                </a:lnTo>
                <a:lnTo>
                  <a:pt x="103" y="892"/>
                </a:lnTo>
                <a:lnTo>
                  <a:pt x="105" y="892"/>
                </a:lnTo>
                <a:lnTo>
                  <a:pt x="108" y="892"/>
                </a:lnTo>
                <a:lnTo>
                  <a:pt x="110" y="892"/>
                </a:lnTo>
                <a:lnTo>
                  <a:pt x="112" y="893"/>
                </a:lnTo>
                <a:lnTo>
                  <a:pt x="116" y="893"/>
                </a:lnTo>
                <a:lnTo>
                  <a:pt x="120" y="893"/>
                </a:lnTo>
                <a:lnTo>
                  <a:pt x="122" y="893"/>
                </a:lnTo>
                <a:lnTo>
                  <a:pt x="126" y="893"/>
                </a:lnTo>
                <a:lnTo>
                  <a:pt x="130" y="893"/>
                </a:lnTo>
                <a:lnTo>
                  <a:pt x="134" y="893"/>
                </a:lnTo>
                <a:lnTo>
                  <a:pt x="138" y="893"/>
                </a:lnTo>
                <a:lnTo>
                  <a:pt x="141" y="893"/>
                </a:lnTo>
                <a:lnTo>
                  <a:pt x="145" y="893"/>
                </a:lnTo>
                <a:lnTo>
                  <a:pt x="148" y="893"/>
                </a:lnTo>
                <a:lnTo>
                  <a:pt x="152" y="893"/>
                </a:lnTo>
                <a:lnTo>
                  <a:pt x="156" y="893"/>
                </a:lnTo>
                <a:lnTo>
                  <a:pt x="159" y="893"/>
                </a:lnTo>
                <a:lnTo>
                  <a:pt x="162" y="893"/>
                </a:lnTo>
                <a:lnTo>
                  <a:pt x="165" y="893"/>
                </a:lnTo>
                <a:lnTo>
                  <a:pt x="168" y="893"/>
                </a:lnTo>
                <a:lnTo>
                  <a:pt x="171" y="893"/>
                </a:lnTo>
                <a:lnTo>
                  <a:pt x="175" y="893"/>
                </a:lnTo>
                <a:lnTo>
                  <a:pt x="178" y="893"/>
                </a:lnTo>
                <a:lnTo>
                  <a:pt x="182" y="893"/>
                </a:lnTo>
                <a:lnTo>
                  <a:pt x="186" y="893"/>
                </a:lnTo>
                <a:lnTo>
                  <a:pt x="189" y="893"/>
                </a:lnTo>
                <a:lnTo>
                  <a:pt x="194" y="893"/>
                </a:lnTo>
                <a:lnTo>
                  <a:pt x="199" y="893"/>
                </a:lnTo>
                <a:lnTo>
                  <a:pt x="204" y="893"/>
                </a:lnTo>
                <a:lnTo>
                  <a:pt x="208" y="893"/>
                </a:lnTo>
                <a:lnTo>
                  <a:pt x="214" y="893"/>
                </a:lnTo>
                <a:lnTo>
                  <a:pt x="220" y="893"/>
                </a:lnTo>
                <a:lnTo>
                  <a:pt x="228" y="893"/>
                </a:lnTo>
                <a:lnTo>
                  <a:pt x="235" y="893"/>
                </a:lnTo>
                <a:lnTo>
                  <a:pt x="242" y="893"/>
                </a:lnTo>
                <a:lnTo>
                  <a:pt x="250" y="893"/>
                </a:lnTo>
                <a:lnTo>
                  <a:pt x="259" y="893"/>
                </a:lnTo>
                <a:lnTo>
                  <a:pt x="268" y="893"/>
                </a:lnTo>
                <a:lnTo>
                  <a:pt x="278" y="893"/>
                </a:lnTo>
                <a:lnTo>
                  <a:pt x="289" y="893"/>
                </a:lnTo>
                <a:lnTo>
                  <a:pt x="301" y="893"/>
                </a:lnTo>
                <a:lnTo>
                  <a:pt x="313" y="893"/>
                </a:lnTo>
                <a:lnTo>
                  <a:pt x="325" y="893"/>
                </a:lnTo>
                <a:lnTo>
                  <a:pt x="335" y="893"/>
                </a:lnTo>
                <a:lnTo>
                  <a:pt x="346" y="893"/>
                </a:lnTo>
                <a:lnTo>
                  <a:pt x="357" y="893"/>
                </a:lnTo>
                <a:lnTo>
                  <a:pt x="367" y="893"/>
                </a:lnTo>
                <a:lnTo>
                  <a:pt x="375" y="893"/>
                </a:lnTo>
                <a:lnTo>
                  <a:pt x="383" y="893"/>
                </a:lnTo>
                <a:lnTo>
                  <a:pt x="392" y="893"/>
                </a:lnTo>
                <a:lnTo>
                  <a:pt x="399" y="893"/>
                </a:lnTo>
                <a:lnTo>
                  <a:pt x="406" y="893"/>
                </a:lnTo>
                <a:lnTo>
                  <a:pt x="413" y="893"/>
                </a:lnTo>
                <a:lnTo>
                  <a:pt x="421" y="893"/>
                </a:lnTo>
                <a:lnTo>
                  <a:pt x="427" y="893"/>
                </a:lnTo>
                <a:lnTo>
                  <a:pt x="434" y="893"/>
                </a:lnTo>
                <a:lnTo>
                  <a:pt x="440" y="893"/>
                </a:lnTo>
                <a:lnTo>
                  <a:pt x="446" y="893"/>
                </a:lnTo>
                <a:lnTo>
                  <a:pt x="453" y="893"/>
                </a:lnTo>
                <a:lnTo>
                  <a:pt x="459" y="893"/>
                </a:lnTo>
                <a:lnTo>
                  <a:pt x="465" y="893"/>
                </a:lnTo>
                <a:lnTo>
                  <a:pt x="472" y="893"/>
                </a:lnTo>
                <a:lnTo>
                  <a:pt x="478" y="893"/>
                </a:lnTo>
                <a:lnTo>
                  <a:pt x="485" y="893"/>
                </a:lnTo>
                <a:lnTo>
                  <a:pt x="493" y="893"/>
                </a:lnTo>
                <a:lnTo>
                  <a:pt x="501" y="893"/>
                </a:lnTo>
                <a:lnTo>
                  <a:pt x="508" y="893"/>
                </a:lnTo>
                <a:lnTo>
                  <a:pt x="517" y="893"/>
                </a:lnTo>
                <a:lnTo>
                  <a:pt x="526" y="893"/>
                </a:lnTo>
                <a:lnTo>
                  <a:pt x="536" y="893"/>
                </a:lnTo>
                <a:lnTo>
                  <a:pt x="545" y="893"/>
                </a:lnTo>
                <a:lnTo>
                  <a:pt x="556" y="893"/>
                </a:lnTo>
                <a:lnTo>
                  <a:pt x="568" y="893"/>
                </a:lnTo>
                <a:lnTo>
                  <a:pt x="580" y="893"/>
                </a:lnTo>
                <a:lnTo>
                  <a:pt x="592" y="893"/>
                </a:lnTo>
                <a:lnTo>
                  <a:pt x="604" y="893"/>
                </a:lnTo>
                <a:lnTo>
                  <a:pt x="614" y="893"/>
                </a:lnTo>
                <a:lnTo>
                  <a:pt x="625" y="893"/>
                </a:lnTo>
                <a:lnTo>
                  <a:pt x="634" y="893"/>
                </a:lnTo>
                <a:lnTo>
                  <a:pt x="643" y="893"/>
                </a:lnTo>
                <a:lnTo>
                  <a:pt x="651" y="893"/>
                </a:lnTo>
                <a:lnTo>
                  <a:pt x="658" y="893"/>
                </a:lnTo>
                <a:lnTo>
                  <a:pt x="665" y="893"/>
                </a:lnTo>
                <a:lnTo>
                  <a:pt x="671" y="893"/>
                </a:lnTo>
                <a:lnTo>
                  <a:pt x="677" y="893"/>
                </a:lnTo>
                <a:lnTo>
                  <a:pt x="683" y="893"/>
                </a:lnTo>
                <a:lnTo>
                  <a:pt x="689" y="893"/>
                </a:lnTo>
                <a:lnTo>
                  <a:pt x="694" y="893"/>
                </a:lnTo>
                <a:lnTo>
                  <a:pt x="699" y="893"/>
                </a:lnTo>
                <a:lnTo>
                  <a:pt x="703" y="893"/>
                </a:lnTo>
                <a:lnTo>
                  <a:pt x="707" y="893"/>
                </a:lnTo>
                <a:lnTo>
                  <a:pt x="711" y="893"/>
                </a:lnTo>
                <a:lnTo>
                  <a:pt x="715" y="893"/>
                </a:lnTo>
                <a:lnTo>
                  <a:pt x="718" y="893"/>
                </a:lnTo>
                <a:lnTo>
                  <a:pt x="721" y="893"/>
                </a:lnTo>
                <a:lnTo>
                  <a:pt x="724" y="893"/>
                </a:lnTo>
                <a:lnTo>
                  <a:pt x="728" y="893"/>
                </a:lnTo>
                <a:lnTo>
                  <a:pt x="730" y="893"/>
                </a:lnTo>
                <a:lnTo>
                  <a:pt x="734" y="893"/>
                </a:lnTo>
                <a:lnTo>
                  <a:pt x="737" y="893"/>
                </a:lnTo>
                <a:lnTo>
                  <a:pt x="740" y="893"/>
                </a:lnTo>
                <a:lnTo>
                  <a:pt x="743" y="893"/>
                </a:lnTo>
                <a:lnTo>
                  <a:pt x="747" y="893"/>
                </a:lnTo>
                <a:lnTo>
                  <a:pt x="751" y="893"/>
                </a:lnTo>
                <a:lnTo>
                  <a:pt x="754" y="893"/>
                </a:lnTo>
                <a:lnTo>
                  <a:pt x="759" y="893"/>
                </a:lnTo>
                <a:lnTo>
                  <a:pt x="763" y="893"/>
                </a:lnTo>
                <a:lnTo>
                  <a:pt x="766" y="893"/>
                </a:lnTo>
                <a:lnTo>
                  <a:pt x="770" y="893"/>
                </a:lnTo>
                <a:lnTo>
                  <a:pt x="773" y="893"/>
                </a:lnTo>
                <a:lnTo>
                  <a:pt x="777" y="893"/>
                </a:lnTo>
                <a:lnTo>
                  <a:pt x="779" y="893"/>
                </a:lnTo>
                <a:lnTo>
                  <a:pt x="783" y="892"/>
                </a:lnTo>
                <a:lnTo>
                  <a:pt x="785" y="892"/>
                </a:lnTo>
                <a:lnTo>
                  <a:pt x="788" y="892"/>
                </a:lnTo>
                <a:lnTo>
                  <a:pt x="790" y="892"/>
                </a:lnTo>
                <a:lnTo>
                  <a:pt x="793" y="891"/>
                </a:lnTo>
                <a:lnTo>
                  <a:pt x="795" y="891"/>
                </a:lnTo>
                <a:lnTo>
                  <a:pt x="797" y="890"/>
                </a:lnTo>
                <a:lnTo>
                  <a:pt x="799" y="890"/>
                </a:lnTo>
                <a:lnTo>
                  <a:pt x="801" y="888"/>
                </a:lnTo>
                <a:lnTo>
                  <a:pt x="803" y="887"/>
                </a:lnTo>
                <a:lnTo>
                  <a:pt x="806" y="886"/>
                </a:lnTo>
                <a:lnTo>
                  <a:pt x="807" y="885"/>
                </a:lnTo>
                <a:lnTo>
                  <a:pt x="809" y="884"/>
                </a:lnTo>
                <a:lnTo>
                  <a:pt x="812" y="882"/>
                </a:lnTo>
                <a:lnTo>
                  <a:pt x="814" y="880"/>
                </a:lnTo>
                <a:lnTo>
                  <a:pt x="817" y="879"/>
                </a:lnTo>
                <a:lnTo>
                  <a:pt x="819" y="876"/>
                </a:lnTo>
                <a:lnTo>
                  <a:pt x="821" y="874"/>
                </a:lnTo>
                <a:lnTo>
                  <a:pt x="824" y="872"/>
                </a:lnTo>
                <a:lnTo>
                  <a:pt x="827" y="869"/>
                </a:lnTo>
                <a:lnTo>
                  <a:pt x="830" y="866"/>
                </a:lnTo>
                <a:lnTo>
                  <a:pt x="833" y="863"/>
                </a:lnTo>
                <a:lnTo>
                  <a:pt x="837" y="860"/>
                </a:lnTo>
                <a:lnTo>
                  <a:pt x="841" y="856"/>
                </a:lnTo>
                <a:lnTo>
                  <a:pt x="844" y="852"/>
                </a:lnTo>
                <a:lnTo>
                  <a:pt x="848" y="849"/>
                </a:lnTo>
                <a:lnTo>
                  <a:pt x="851" y="844"/>
                </a:lnTo>
                <a:lnTo>
                  <a:pt x="856" y="840"/>
                </a:lnTo>
                <a:lnTo>
                  <a:pt x="860" y="837"/>
                </a:lnTo>
                <a:lnTo>
                  <a:pt x="862" y="833"/>
                </a:lnTo>
                <a:lnTo>
                  <a:pt x="866" y="831"/>
                </a:lnTo>
                <a:lnTo>
                  <a:pt x="868" y="827"/>
                </a:lnTo>
                <a:lnTo>
                  <a:pt x="872" y="825"/>
                </a:lnTo>
                <a:lnTo>
                  <a:pt x="874" y="822"/>
                </a:lnTo>
                <a:lnTo>
                  <a:pt x="875" y="819"/>
                </a:lnTo>
                <a:lnTo>
                  <a:pt x="878" y="816"/>
                </a:lnTo>
                <a:lnTo>
                  <a:pt x="880" y="814"/>
                </a:lnTo>
                <a:lnTo>
                  <a:pt x="881" y="813"/>
                </a:lnTo>
                <a:lnTo>
                  <a:pt x="884" y="810"/>
                </a:lnTo>
                <a:lnTo>
                  <a:pt x="885" y="808"/>
                </a:lnTo>
                <a:lnTo>
                  <a:pt x="886" y="806"/>
                </a:lnTo>
                <a:lnTo>
                  <a:pt x="887" y="803"/>
                </a:lnTo>
                <a:lnTo>
                  <a:pt x="887" y="802"/>
                </a:lnTo>
                <a:lnTo>
                  <a:pt x="889" y="800"/>
                </a:lnTo>
                <a:lnTo>
                  <a:pt x="890" y="797"/>
                </a:lnTo>
                <a:lnTo>
                  <a:pt x="890" y="795"/>
                </a:lnTo>
                <a:lnTo>
                  <a:pt x="891" y="792"/>
                </a:lnTo>
                <a:lnTo>
                  <a:pt x="891" y="790"/>
                </a:lnTo>
                <a:lnTo>
                  <a:pt x="891" y="788"/>
                </a:lnTo>
                <a:lnTo>
                  <a:pt x="892" y="785"/>
                </a:lnTo>
                <a:lnTo>
                  <a:pt x="892" y="783"/>
                </a:lnTo>
                <a:lnTo>
                  <a:pt x="892" y="780"/>
                </a:lnTo>
                <a:lnTo>
                  <a:pt x="892" y="777"/>
                </a:lnTo>
                <a:lnTo>
                  <a:pt x="892" y="774"/>
                </a:lnTo>
                <a:lnTo>
                  <a:pt x="892" y="771"/>
                </a:lnTo>
                <a:lnTo>
                  <a:pt x="892" y="767"/>
                </a:lnTo>
                <a:lnTo>
                  <a:pt x="892" y="764"/>
                </a:lnTo>
                <a:lnTo>
                  <a:pt x="892" y="759"/>
                </a:lnTo>
                <a:lnTo>
                  <a:pt x="892" y="755"/>
                </a:lnTo>
                <a:lnTo>
                  <a:pt x="892" y="752"/>
                </a:lnTo>
                <a:lnTo>
                  <a:pt x="892" y="748"/>
                </a:lnTo>
                <a:lnTo>
                  <a:pt x="892" y="744"/>
                </a:lnTo>
                <a:lnTo>
                  <a:pt x="892" y="741"/>
                </a:lnTo>
                <a:lnTo>
                  <a:pt x="892" y="738"/>
                </a:lnTo>
                <a:lnTo>
                  <a:pt x="892" y="735"/>
                </a:lnTo>
                <a:lnTo>
                  <a:pt x="892" y="732"/>
                </a:lnTo>
                <a:lnTo>
                  <a:pt x="892" y="730"/>
                </a:lnTo>
                <a:lnTo>
                  <a:pt x="892" y="728"/>
                </a:lnTo>
                <a:lnTo>
                  <a:pt x="892" y="725"/>
                </a:lnTo>
                <a:lnTo>
                  <a:pt x="892" y="723"/>
                </a:lnTo>
                <a:lnTo>
                  <a:pt x="892" y="720"/>
                </a:lnTo>
                <a:lnTo>
                  <a:pt x="892" y="719"/>
                </a:lnTo>
                <a:lnTo>
                  <a:pt x="892" y="717"/>
                </a:lnTo>
                <a:lnTo>
                  <a:pt x="892" y="714"/>
                </a:lnTo>
                <a:lnTo>
                  <a:pt x="892" y="712"/>
                </a:lnTo>
                <a:lnTo>
                  <a:pt x="892" y="711"/>
                </a:lnTo>
                <a:lnTo>
                  <a:pt x="892" y="708"/>
                </a:lnTo>
                <a:lnTo>
                  <a:pt x="892" y="706"/>
                </a:lnTo>
                <a:lnTo>
                  <a:pt x="892" y="704"/>
                </a:lnTo>
                <a:lnTo>
                  <a:pt x="892" y="701"/>
                </a:lnTo>
                <a:lnTo>
                  <a:pt x="892" y="699"/>
                </a:lnTo>
                <a:lnTo>
                  <a:pt x="892" y="696"/>
                </a:lnTo>
                <a:lnTo>
                  <a:pt x="892" y="694"/>
                </a:lnTo>
                <a:lnTo>
                  <a:pt x="892" y="690"/>
                </a:lnTo>
                <a:lnTo>
                  <a:pt x="892" y="688"/>
                </a:lnTo>
                <a:lnTo>
                  <a:pt x="892" y="684"/>
                </a:lnTo>
                <a:lnTo>
                  <a:pt x="892" y="681"/>
                </a:lnTo>
                <a:lnTo>
                  <a:pt x="892" y="677"/>
                </a:lnTo>
                <a:lnTo>
                  <a:pt x="892" y="674"/>
                </a:lnTo>
                <a:lnTo>
                  <a:pt x="892" y="670"/>
                </a:lnTo>
                <a:lnTo>
                  <a:pt x="892" y="665"/>
                </a:lnTo>
                <a:lnTo>
                  <a:pt x="892" y="662"/>
                </a:lnTo>
                <a:lnTo>
                  <a:pt x="892" y="658"/>
                </a:lnTo>
                <a:lnTo>
                  <a:pt x="892" y="654"/>
                </a:lnTo>
                <a:lnTo>
                  <a:pt x="892" y="651"/>
                </a:lnTo>
                <a:lnTo>
                  <a:pt x="892" y="648"/>
                </a:lnTo>
                <a:lnTo>
                  <a:pt x="892" y="645"/>
                </a:lnTo>
                <a:lnTo>
                  <a:pt x="892" y="641"/>
                </a:lnTo>
                <a:lnTo>
                  <a:pt x="892" y="638"/>
                </a:lnTo>
                <a:lnTo>
                  <a:pt x="892" y="634"/>
                </a:lnTo>
                <a:lnTo>
                  <a:pt x="892" y="630"/>
                </a:lnTo>
                <a:lnTo>
                  <a:pt x="892" y="627"/>
                </a:lnTo>
                <a:lnTo>
                  <a:pt x="892" y="622"/>
                </a:lnTo>
                <a:lnTo>
                  <a:pt x="892" y="618"/>
                </a:lnTo>
                <a:lnTo>
                  <a:pt x="892" y="614"/>
                </a:lnTo>
                <a:lnTo>
                  <a:pt x="892" y="609"/>
                </a:lnTo>
                <a:lnTo>
                  <a:pt x="892" y="603"/>
                </a:lnTo>
                <a:lnTo>
                  <a:pt x="892" y="597"/>
                </a:lnTo>
                <a:lnTo>
                  <a:pt x="892" y="591"/>
                </a:lnTo>
                <a:lnTo>
                  <a:pt x="892" y="584"/>
                </a:lnTo>
                <a:lnTo>
                  <a:pt x="892" y="576"/>
                </a:lnTo>
                <a:lnTo>
                  <a:pt x="892" y="568"/>
                </a:lnTo>
                <a:lnTo>
                  <a:pt x="892" y="560"/>
                </a:lnTo>
                <a:lnTo>
                  <a:pt x="892" y="550"/>
                </a:lnTo>
                <a:lnTo>
                  <a:pt x="892" y="540"/>
                </a:lnTo>
                <a:lnTo>
                  <a:pt x="892" y="530"/>
                </a:lnTo>
                <a:lnTo>
                  <a:pt x="892" y="518"/>
                </a:lnTo>
                <a:lnTo>
                  <a:pt x="892" y="506"/>
                </a:lnTo>
                <a:lnTo>
                  <a:pt x="892" y="492"/>
                </a:lnTo>
                <a:lnTo>
                  <a:pt x="892" y="478"/>
                </a:lnTo>
                <a:lnTo>
                  <a:pt x="892" y="462"/>
                </a:lnTo>
                <a:lnTo>
                  <a:pt x="892" y="447"/>
                </a:lnTo>
                <a:lnTo>
                  <a:pt x="892" y="430"/>
                </a:lnTo>
                <a:lnTo>
                  <a:pt x="892" y="416"/>
                </a:lnTo>
                <a:lnTo>
                  <a:pt x="892" y="401"/>
                </a:lnTo>
                <a:lnTo>
                  <a:pt x="892" y="388"/>
                </a:lnTo>
                <a:lnTo>
                  <a:pt x="892" y="375"/>
                </a:lnTo>
                <a:lnTo>
                  <a:pt x="892" y="364"/>
                </a:lnTo>
                <a:lnTo>
                  <a:pt x="892" y="353"/>
                </a:lnTo>
                <a:lnTo>
                  <a:pt x="892" y="342"/>
                </a:lnTo>
                <a:lnTo>
                  <a:pt x="892" y="333"/>
                </a:lnTo>
                <a:lnTo>
                  <a:pt x="892" y="324"/>
                </a:lnTo>
                <a:lnTo>
                  <a:pt x="892" y="317"/>
                </a:lnTo>
                <a:lnTo>
                  <a:pt x="892" y="309"/>
                </a:lnTo>
                <a:lnTo>
                  <a:pt x="892" y="303"/>
                </a:lnTo>
                <a:lnTo>
                  <a:pt x="892" y="296"/>
                </a:lnTo>
                <a:lnTo>
                  <a:pt x="892" y="291"/>
                </a:lnTo>
                <a:lnTo>
                  <a:pt x="892" y="285"/>
                </a:lnTo>
                <a:lnTo>
                  <a:pt x="892" y="280"/>
                </a:lnTo>
                <a:lnTo>
                  <a:pt x="892" y="275"/>
                </a:lnTo>
                <a:lnTo>
                  <a:pt x="892" y="270"/>
                </a:lnTo>
                <a:lnTo>
                  <a:pt x="892" y="267"/>
                </a:lnTo>
                <a:lnTo>
                  <a:pt x="892" y="263"/>
                </a:lnTo>
                <a:lnTo>
                  <a:pt x="892" y="258"/>
                </a:lnTo>
                <a:lnTo>
                  <a:pt x="892" y="256"/>
                </a:lnTo>
                <a:lnTo>
                  <a:pt x="892" y="252"/>
                </a:lnTo>
                <a:lnTo>
                  <a:pt x="892" y="249"/>
                </a:lnTo>
                <a:lnTo>
                  <a:pt x="892" y="245"/>
                </a:lnTo>
                <a:lnTo>
                  <a:pt x="892" y="242"/>
                </a:lnTo>
                <a:lnTo>
                  <a:pt x="892" y="238"/>
                </a:lnTo>
                <a:lnTo>
                  <a:pt x="892" y="234"/>
                </a:lnTo>
                <a:lnTo>
                  <a:pt x="892" y="231"/>
                </a:lnTo>
                <a:lnTo>
                  <a:pt x="892" y="227"/>
                </a:lnTo>
                <a:lnTo>
                  <a:pt x="892" y="224"/>
                </a:lnTo>
                <a:lnTo>
                  <a:pt x="892" y="219"/>
                </a:lnTo>
                <a:lnTo>
                  <a:pt x="892" y="215"/>
                </a:lnTo>
                <a:lnTo>
                  <a:pt x="892" y="212"/>
                </a:lnTo>
                <a:lnTo>
                  <a:pt x="892" y="208"/>
                </a:lnTo>
                <a:lnTo>
                  <a:pt x="892" y="206"/>
                </a:lnTo>
                <a:lnTo>
                  <a:pt x="892" y="202"/>
                </a:lnTo>
                <a:lnTo>
                  <a:pt x="892" y="200"/>
                </a:lnTo>
                <a:lnTo>
                  <a:pt x="892" y="197"/>
                </a:lnTo>
                <a:lnTo>
                  <a:pt x="892" y="195"/>
                </a:lnTo>
                <a:lnTo>
                  <a:pt x="892" y="192"/>
                </a:lnTo>
                <a:lnTo>
                  <a:pt x="892" y="190"/>
                </a:lnTo>
                <a:lnTo>
                  <a:pt x="892" y="188"/>
                </a:lnTo>
                <a:lnTo>
                  <a:pt x="892" y="185"/>
                </a:lnTo>
                <a:lnTo>
                  <a:pt x="892" y="183"/>
                </a:lnTo>
                <a:lnTo>
                  <a:pt x="892" y="180"/>
                </a:lnTo>
                <a:lnTo>
                  <a:pt x="892" y="179"/>
                </a:lnTo>
                <a:lnTo>
                  <a:pt x="892" y="177"/>
                </a:lnTo>
                <a:lnTo>
                  <a:pt x="892" y="174"/>
                </a:lnTo>
                <a:lnTo>
                  <a:pt x="892" y="172"/>
                </a:lnTo>
                <a:lnTo>
                  <a:pt x="892" y="171"/>
                </a:lnTo>
                <a:lnTo>
                  <a:pt x="892" y="168"/>
                </a:lnTo>
                <a:lnTo>
                  <a:pt x="892" y="166"/>
                </a:lnTo>
                <a:lnTo>
                  <a:pt x="892" y="164"/>
                </a:lnTo>
                <a:lnTo>
                  <a:pt x="892" y="161"/>
                </a:lnTo>
                <a:lnTo>
                  <a:pt x="892" y="158"/>
                </a:lnTo>
                <a:lnTo>
                  <a:pt x="892" y="155"/>
                </a:lnTo>
                <a:lnTo>
                  <a:pt x="892" y="152"/>
                </a:lnTo>
                <a:lnTo>
                  <a:pt x="892" y="149"/>
                </a:lnTo>
                <a:lnTo>
                  <a:pt x="892" y="146"/>
                </a:lnTo>
                <a:lnTo>
                  <a:pt x="892" y="142"/>
                </a:lnTo>
                <a:lnTo>
                  <a:pt x="892" y="138"/>
                </a:lnTo>
                <a:lnTo>
                  <a:pt x="892" y="134"/>
                </a:lnTo>
                <a:lnTo>
                  <a:pt x="892" y="130"/>
                </a:lnTo>
                <a:lnTo>
                  <a:pt x="892" y="126"/>
                </a:lnTo>
                <a:lnTo>
                  <a:pt x="892" y="123"/>
                </a:lnTo>
                <a:lnTo>
                  <a:pt x="892" y="119"/>
                </a:lnTo>
                <a:lnTo>
                  <a:pt x="892" y="116"/>
                </a:lnTo>
                <a:lnTo>
                  <a:pt x="892" y="113"/>
                </a:lnTo>
                <a:lnTo>
                  <a:pt x="892" y="111"/>
                </a:lnTo>
                <a:lnTo>
                  <a:pt x="892" y="107"/>
                </a:lnTo>
                <a:lnTo>
                  <a:pt x="891" y="105"/>
                </a:lnTo>
                <a:lnTo>
                  <a:pt x="891" y="102"/>
                </a:lnTo>
                <a:lnTo>
                  <a:pt x="891" y="100"/>
                </a:lnTo>
                <a:lnTo>
                  <a:pt x="890" y="98"/>
                </a:lnTo>
                <a:lnTo>
                  <a:pt x="890" y="96"/>
                </a:lnTo>
                <a:lnTo>
                  <a:pt x="889" y="94"/>
                </a:lnTo>
                <a:lnTo>
                  <a:pt x="887" y="92"/>
                </a:lnTo>
                <a:lnTo>
                  <a:pt x="887" y="89"/>
                </a:lnTo>
                <a:lnTo>
                  <a:pt x="886" y="87"/>
                </a:lnTo>
                <a:lnTo>
                  <a:pt x="885" y="86"/>
                </a:lnTo>
                <a:lnTo>
                  <a:pt x="884" y="83"/>
                </a:lnTo>
                <a:lnTo>
                  <a:pt x="881" y="81"/>
                </a:lnTo>
                <a:lnTo>
                  <a:pt x="880" y="78"/>
                </a:lnTo>
                <a:lnTo>
                  <a:pt x="878" y="76"/>
                </a:lnTo>
                <a:lnTo>
                  <a:pt x="875" y="74"/>
                </a:lnTo>
                <a:lnTo>
                  <a:pt x="874" y="71"/>
                </a:lnTo>
                <a:lnTo>
                  <a:pt x="872" y="69"/>
                </a:lnTo>
                <a:lnTo>
                  <a:pt x="868" y="66"/>
                </a:lnTo>
                <a:lnTo>
                  <a:pt x="866" y="63"/>
                </a:lnTo>
                <a:lnTo>
                  <a:pt x="862" y="59"/>
                </a:lnTo>
                <a:lnTo>
                  <a:pt x="860" y="57"/>
                </a:lnTo>
                <a:lnTo>
                  <a:pt x="856" y="53"/>
                </a:lnTo>
                <a:lnTo>
                  <a:pt x="851" y="48"/>
                </a:lnTo>
                <a:lnTo>
                  <a:pt x="848" y="45"/>
                </a:lnTo>
                <a:lnTo>
                  <a:pt x="844" y="41"/>
                </a:lnTo>
                <a:lnTo>
                  <a:pt x="841" y="36"/>
                </a:lnTo>
                <a:lnTo>
                  <a:pt x="837" y="34"/>
                </a:lnTo>
                <a:lnTo>
                  <a:pt x="833" y="30"/>
                </a:lnTo>
                <a:lnTo>
                  <a:pt x="830" y="27"/>
                </a:lnTo>
                <a:lnTo>
                  <a:pt x="827" y="24"/>
                </a:lnTo>
                <a:lnTo>
                  <a:pt x="824" y="22"/>
                </a:lnTo>
                <a:lnTo>
                  <a:pt x="821" y="20"/>
                </a:lnTo>
                <a:lnTo>
                  <a:pt x="819" y="17"/>
                </a:lnTo>
                <a:lnTo>
                  <a:pt x="817" y="15"/>
                </a:lnTo>
                <a:lnTo>
                  <a:pt x="814" y="12"/>
                </a:lnTo>
                <a:lnTo>
                  <a:pt x="812" y="11"/>
                </a:lnTo>
                <a:lnTo>
                  <a:pt x="809" y="10"/>
                </a:lnTo>
                <a:lnTo>
                  <a:pt x="807" y="8"/>
                </a:lnTo>
                <a:lnTo>
                  <a:pt x="806" y="6"/>
                </a:lnTo>
                <a:lnTo>
                  <a:pt x="803" y="5"/>
                </a:lnTo>
                <a:lnTo>
                  <a:pt x="801" y="5"/>
                </a:lnTo>
                <a:lnTo>
                  <a:pt x="799" y="4"/>
                </a:lnTo>
                <a:lnTo>
                  <a:pt x="797" y="3"/>
                </a:lnTo>
                <a:lnTo>
                  <a:pt x="795" y="3"/>
                </a:lnTo>
                <a:lnTo>
                  <a:pt x="793" y="2"/>
                </a:lnTo>
                <a:lnTo>
                  <a:pt x="790" y="2"/>
                </a:lnTo>
                <a:lnTo>
                  <a:pt x="788" y="2"/>
                </a:lnTo>
                <a:lnTo>
                  <a:pt x="785" y="0"/>
                </a:lnTo>
                <a:lnTo>
                  <a:pt x="783" y="0"/>
                </a:lnTo>
                <a:lnTo>
                  <a:pt x="779" y="0"/>
                </a:lnTo>
                <a:lnTo>
                  <a:pt x="777" y="0"/>
                </a:lnTo>
                <a:lnTo>
                  <a:pt x="773" y="0"/>
                </a:lnTo>
                <a:lnTo>
                  <a:pt x="770" y="0"/>
                </a:lnTo>
                <a:lnTo>
                  <a:pt x="766" y="0"/>
                </a:lnTo>
                <a:lnTo>
                  <a:pt x="763" y="0"/>
                </a:lnTo>
                <a:lnTo>
                  <a:pt x="759" y="0"/>
                </a:lnTo>
                <a:lnTo>
                  <a:pt x="754" y="0"/>
                </a:lnTo>
                <a:lnTo>
                  <a:pt x="751" y="0"/>
                </a:lnTo>
                <a:lnTo>
                  <a:pt x="747" y="0"/>
                </a:lnTo>
                <a:lnTo>
                  <a:pt x="743" y="0"/>
                </a:lnTo>
                <a:lnTo>
                  <a:pt x="741" y="0"/>
                </a:lnTo>
                <a:lnTo>
                  <a:pt x="737" y="0"/>
                </a:lnTo>
                <a:lnTo>
                  <a:pt x="734" y="0"/>
                </a:lnTo>
                <a:lnTo>
                  <a:pt x="731" y="0"/>
                </a:lnTo>
                <a:lnTo>
                  <a:pt x="729" y="0"/>
                </a:lnTo>
                <a:lnTo>
                  <a:pt x="725" y="0"/>
                </a:lnTo>
                <a:lnTo>
                  <a:pt x="723" y="0"/>
                </a:lnTo>
                <a:lnTo>
                  <a:pt x="721" y="0"/>
                </a:lnTo>
                <a:lnTo>
                  <a:pt x="717" y="0"/>
                </a:lnTo>
                <a:lnTo>
                  <a:pt x="715" y="0"/>
                </a:lnTo>
                <a:lnTo>
                  <a:pt x="711" y="0"/>
                </a:lnTo>
                <a:lnTo>
                  <a:pt x="709" y="0"/>
                </a:lnTo>
                <a:lnTo>
                  <a:pt x="705" y="0"/>
                </a:lnTo>
                <a:lnTo>
                  <a:pt x="701" y="0"/>
                </a:lnTo>
                <a:lnTo>
                  <a:pt x="698" y="0"/>
                </a:lnTo>
                <a:lnTo>
                  <a:pt x="694" y="0"/>
                </a:lnTo>
                <a:lnTo>
                  <a:pt x="691" y="0"/>
                </a:lnTo>
                <a:lnTo>
                  <a:pt x="686" y="0"/>
                </a:lnTo>
                <a:lnTo>
                  <a:pt x="682" y="0"/>
                </a:lnTo>
                <a:lnTo>
                  <a:pt x="677" y="0"/>
                </a:lnTo>
                <a:lnTo>
                  <a:pt x="671" y="0"/>
                </a:lnTo>
                <a:lnTo>
                  <a:pt x="667" y="0"/>
                </a:lnTo>
                <a:lnTo>
                  <a:pt x="661" y="0"/>
                </a:lnTo>
                <a:lnTo>
                  <a:pt x="655" y="0"/>
                </a:lnTo>
                <a:lnTo>
                  <a:pt x="647" y="0"/>
                </a:lnTo>
                <a:lnTo>
                  <a:pt x="640" y="0"/>
                </a:lnTo>
                <a:lnTo>
                  <a:pt x="633" y="0"/>
                </a:lnTo>
                <a:lnTo>
                  <a:pt x="625" y="0"/>
                </a:lnTo>
                <a:lnTo>
                  <a:pt x="616" y="0"/>
                </a:lnTo>
                <a:lnTo>
                  <a:pt x="609" y="0"/>
                </a:lnTo>
                <a:lnTo>
                  <a:pt x="602" y="0"/>
                </a:lnTo>
                <a:lnTo>
                  <a:pt x="595" y="0"/>
                </a:lnTo>
                <a:lnTo>
                  <a:pt x="589" y="0"/>
                </a:lnTo>
                <a:lnTo>
                  <a:pt x="583" y="0"/>
                </a:lnTo>
                <a:lnTo>
                  <a:pt x="578" y="0"/>
                </a:lnTo>
                <a:lnTo>
                  <a:pt x="572" y="0"/>
                </a:lnTo>
                <a:lnTo>
                  <a:pt x="567" y="0"/>
                </a:lnTo>
                <a:lnTo>
                  <a:pt x="563" y="0"/>
                </a:lnTo>
                <a:lnTo>
                  <a:pt x="559" y="0"/>
                </a:lnTo>
                <a:lnTo>
                  <a:pt x="555" y="0"/>
                </a:lnTo>
                <a:lnTo>
                  <a:pt x="551" y="0"/>
                </a:lnTo>
                <a:lnTo>
                  <a:pt x="548" y="0"/>
                </a:lnTo>
                <a:lnTo>
                  <a:pt x="544" y="0"/>
                </a:lnTo>
                <a:lnTo>
                  <a:pt x="541" y="0"/>
                </a:lnTo>
                <a:lnTo>
                  <a:pt x="538" y="0"/>
                </a:lnTo>
                <a:lnTo>
                  <a:pt x="535" y="0"/>
                </a:lnTo>
                <a:lnTo>
                  <a:pt x="532" y="0"/>
                </a:lnTo>
                <a:lnTo>
                  <a:pt x="530" y="0"/>
                </a:lnTo>
                <a:lnTo>
                  <a:pt x="526" y="0"/>
                </a:lnTo>
                <a:lnTo>
                  <a:pt x="524" y="0"/>
                </a:lnTo>
                <a:lnTo>
                  <a:pt x="521" y="0"/>
                </a:lnTo>
                <a:lnTo>
                  <a:pt x="518" y="0"/>
                </a:lnTo>
                <a:lnTo>
                  <a:pt x="515" y="0"/>
                </a:lnTo>
                <a:lnTo>
                  <a:pt x="512" y="0"/>
                </a:lnTo>
                <a:lnTo>
                  <a:pt x="509" y="0"/>
                </a:lnTo>
                <a:lnTo>
                  <a:pt x="506" y="0"/>
                </a:lnTo>
                <a:lnTo>
                  <a:pt x="502" y="0"/>
                </a:lnTo>
                <a:lnTo>
                  <a:pt x="499" y="0"/>
                </a:lnTo>
                <a:lnTo>
                  <a:pt x="495" y="0"/>
                </a:lnTo>
                <a:lnTo>
                  <a:pt x="490" y="0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3" name="Rectangle 39">
            <a:extLst>
              <a:ext uri="{FF2B5EF4-FFF2-40B4-BE49-F238E27FC236}">
                <a16:creationId xmlns:a16="http://schemas.microsoft.com/office/drawing/2014/main" id="{3FCC5508-E422-4EB9-AA8A-FB3BD1C3A0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9138" y="3040063"/>
            <a:ext cx="16557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(b) Optimal realization of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4" name="Freeform 40">
            <a:extLst>
              <a:ext uri="{FF2B5EF4-FFF2-40B4-BE49-F238E27FC236}">
                <a16:creationId xmlns:a16="http://schemas.microsoft.com/office/drawing/2014/main" id="{23112EE1-1137-4702-8FFA-921673449A24}"/>
              </a:ext>
            </a:extLst>
          </p:cNvPr>
          <p:cNvSpPr>
            <a:spLocks/>
          </p:cNvSpPr>
          <p:nvPr/>
        </p:nvSpPr>
        <p:spPr bwMode="auto">
          <a:xfrm>
            <a:off x="4470400" y="2311400"/>
            <a:ext cx="158750" cy="554038"/>
          </a:xfrm>
          <a:custGeom>
            <a:avLst/>
            <a:gdLst>
              <a:gd name="T0" fmla="*/ 0 w 240"/>
              <a:gd name="T1" fmla="*/ 2147483646 h 840"/>
              <a:gd name="T2" fmla="*/ 2147483646 w 240"/>
              <a:gd name="T3" fmla="*/ 2147483646 h 840"/>
              <a:gd name="T4" fmla="*/ 2147483646 w 240"/>
              <a:gd name="T5" fmla="*/ 2147483646 h 840"/>
              <a:gd name="T6" fmla="*/ 2147483646 w 240"/>
              <a:gd name="T7" fmla="*/ 2147483646 h 840"/>
              <a:gd name="T8" fmla="*/ 2147483646 w 240"/>
              <a:gd name="T9" fmla="*/ 2147483646 h 840"/>
              <a:gd name="T10" fmla="*/ 2147483646 w 240"/>
              <a:gd name="T11" fmla="*/ 2147483646 h 840"/>
              <a:gd name="T12" fmla="*/ 2147483646 w 240"/>
              <a:gd name="T13" fmla="*/ 2147483646 h 840"/>
              <a:gd name="T14" fmla="*/ 2147483646 w 240"/>
              <a:gd name="T15" fmla="*/ 2147483646 h 840"/>
              <a:gd name="T16" fmla="*/ 2147483646 w 240"/>
              <a:gd name="T17" fmla="*/ 2147483646 h 840"/>
              <a:gd name="T18" fmla="*/ 2147483646 w 240"/>
              <a:gd name="T19" fmla="*/ 2147483646 h 840"/>
              <a:gd name="T20" fmla="*/ 2147483646 w 240"/>
              <a:gd name="T21" fmla="*/ 0 h 840"/>
              <a:gd name="T22" fmla="*/ 2147483646 w 240"/>
              <a:gd name="T23" fmla="*/ 0 h 840"/>
              <a:gd name="T24" fmla="*/ 2147483646 w 240"/>
              <a:gd name="T25" fmla="*/ 2147483646 h 840"/>
              <a:gd name="T26" fmla="*/ 2147483646 w 240"/>
              <a:gd name="T27" fmla="*/ 2147483646 h 840"/>
              <a:gd name="T28" fmla="*/ 2147483646 w 240"/>
              <a:gd name="T29" fmla="*/ 2147483646 h 840"/>
              <a:gd name="T30" fmla="*/ 2147483646 w 240"/>
              <a:gd name="T31" fmla="*/ 2147483646 h 840"/>
              <a:gd name="T32" fmla="*/ 2147483646 w 240"/>
              <a:gd name="T33" fmla="*/ 2147483646 h 840"/>
              <a:gd name="T34" fmla="*/ 2147483646 w 240"/>
              <a:gd name="T35" fmla="*/ 2147483646 h 840"/>
              <a:gd name="T36" fmla="*/ 2147483646 w 240"/>
              <a:gd name="T37" fmla="*/ 2147483646 h 840"/>
              <a:gd name="T38" fmla="*/ 2147483646 w 240"/>
              <a:gd name="T39" fmla="*/ 2147483646 h 840"/>
              <a:gd name="T40" fmla="*/ 2147483646 w 240"/>
              <a:gd name="T41" fmla="*/ 2147483646 h 840"/>
              <a:gd name="T42" fmla="*/ 2147483646 w 240"/>
              <a:gd name="T43" fmla="*/ 2147483646 h 840"/>
              <a:gd name="T44" fmla="*/ 2147483646 w 240"/>
              <a:gd name="T45" fmla="*/ 2147483646 h 840"/>
              <a:gd name="T46" fmla="*/ 2147483646 w 240"/>
              <a:gd name="T47" fmla="*/ 2147483646 h 840"/>
              <a:gd name="T48" fmla="*/ 2147483646 w 240"/>
              <a:gd name="T49" fmla="*/ 2147483646 h 840"/>
              <a:gd name="T50" fmla="*/ 2147483646 w 240"/>
              <a:gd name="T51" fmla="*/ 2147483646 h 840"/>
              <a:gd name="T52" fmla="*/ 2147483646 w 240"/>
              <a:gd name="T53" fmla="*/ 2147483646 h 840"/>
              <a:gd name="T54" fmla="*/ 2147483646 w 240"/>
              <a:gd name="T55" fmla="*/ 2147483646 h 840"/>
              <a:gd name="T56" fmla="*/ 2147483646 w 240"/>
              <a:gd name="T57" fmla="*/ 2147483646 h 840"/>
              <a:gd name="T58" fmla="*/ 2147483646 w 240"/>
              <a:gd name="T59" fmla="*/ 2147483646 h 840"/>
              <a:gd name="T60" fmla="*/ 2147483646 w 240"/>
              <a:gd name="T61" fmla="*/ 2147483646 h 840"/>
              <a:gd name="T62" fmla="*/ 2147483646 w 240"/>
              <a:gd name="T63" fmla="*/ 2147483646 h 840"/>
              <a:gd name="T64" fmla="*/ 2147483646 w 240"/>
              <a:gd name="T65" fmla="*/ 2147483646 h 840"/>
              <a:gd name="T66" fmla="*/ 2147483646 w 240"/>
              <a:gd name="T67" fmla="*/ 2147483646 h 840"/>
              <a:gd name="T68" fmla="*/ 2147483646 w 240"/>
              <a:gd name="T69" fmla="*/ 2147483646 h 840"/>
              <a:gd name="T70" fmla="*/ 2147483646 w 240"/>
              <a:gd name="T71" fmla="*/ 2147483646 h 840"/>
              <a:gd name="T72" fmla="*/ 2147483646 w 240"/>
              <a:gd name="T73" fmla="*/ 2147483646 h 840"/>
              <a:gd name="T74" fmla="*/ 2147483646 w 240"/>
              <a:gd name="T75" fmla="*/ 2147483646 h 840"/>
              <a:gd name="T76" fmla="*/ 2147483646 w 240"/>
              <a:gd name="T77" fmla="*/ 2147483646 h 840"/>
              <a:gd name="T78" fmla="*/ 2147483646 w 240"/>
              <a:gd name="T79" fmla="*/ 2147483646 h 840"/>
              <a:gd name="T80" fmla="*/ 2147483646 w 240"/>
              <a:gd name="T81" fmla="*/ 2147483646 h 840"/>
              <a:gd name="T82" fmla="*/ 2147483646 w 240"/>
              <a:gd name="T83" fmla="*/ 2147483646 h 840"/>
              <a:gd name="T84" fmla="*/ 2147483646 w 240"/>
              <a:gd name="T85" fmla="*/ 2147483646 h 840"/>
              <a:gd name="T86" fmla="*/ 2147483646 w 240"/>
              <a:gd name="T87" fmla="*/ 2147483646 h 840"/>
              <a:gd name="T88" fmla="*/ 0 w 240"/>
              <a:gd name="T89" fmla="*/ 2147483646 h 840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40" h="840">
                <a:moveTo>
                  <a:pt x="0" y="711"/>
                </a:moveTo>
                <a:lnTo>
                  <a:pt x="0" y="127"/>
                </a:lnTo>
                <a:lnTo>
                  <a:pt x="0" y="121"/>
                </a:lnTo>
                <a:lnTo>
                  <a:pt x="1" y="114"/>
                </a:lnTo>
                <a:lnTo>
                  <a:pt x="1" y="108"/>
                </a:lnTo>
                <a:lnTo>
                  <a:pt x="2" y="102"/>
                </a:lnTo>
                <a:lnTo>
                  <a:pt x="3" y="96"/>
                </a:lnTo>
                <a:lnTo>
                  <a:pt x="6" y="90"/>
                </a:lnTo>
                <a:lnTo>
                  <a:pt x="8" y="84"/>
                </a:lnTo>
                <a:lnTo>
                  <a:pt x="9" y="78"/>
                </a:lnTo>
                <a:lnTo>
                  <a:pt x="13" y="72"/>
                </a:lnTo>
                <a:lnTo>
                  <a:pt x="15" y="67"/>
                </a:lnTo>
                <a:lnTo>
                  <a:pt x="18" y="61"/>
                </a:lnTo>
                <a:lnTo>
                  <a:pt x="21" y="56"/>
                </a:lnTo>
                <a:lnTo>
                  <a:pt x="25" y="51"/>
                </a:lnTo>
                <a:lnTo>
                  <a:pt x="29" y="47"/>
                </a:lnTo>
                <a:lnTo>
                  <a:pt x="33" y="42"/>
                </a:lnTo>
                <a:lnTo>
                  <a:pt x="37" y="37"/>
                </a:lnTo>
                <a:lnTo>
                  <a:pt x="42" y="32"/>
                </a:lnTo>
                <a:lnTo>
                  <a:pt x="47" y="29"/>
                </a:lnTo>
                <a:lnTo>
                  <a:pt x="51" y="25"/>
                </a:lnTo>
                <a:lnTo>
                  <a:pt x="56" y="21"/>
                </a:lnTo>
                <a:lnTo>
                  <a:pt x="61" y="18"/>
                </a:lnTo>
                <a:lnTo>
                  <a:pt x="67" y="15"/>
                </a:lnTo>
                <a:lnTo>
                  <a:pt x="72" y="12"/>
                </a:lnTo>
                <a:lnTo>
                  <a:pt x="78" y="9"/>
                </a:lnTo>
                <a:lnTo>
                  <a:pt x="84" y="7"/>
                </a:lnTo>
                <a:lnTo>
                  <a:pt x="90" y="6"/>
                </a:lnTo>
                <a:lnTo>
                  <a:pt x="96" y="3"/>
                </a:lnTo>
                <a:lnTo>
                  <a:pt x="102" y="2"/>
                </a:lnTo>
                <a:lnTo>
                  <a:pt x="108" y="1"/>
                </a:lnTo>
                <a:lnTo>
                  <a:pt x="115" y="0"/>
                </a:lnTo>
                <a:lnTo>
                  <a:pt x="121" y="0"/>
                </a:lnTo>
                <a:lnTo>
                  <a:pt x="127" y="0"/>
                </a:lnTo>
                <a:lnTo>
                  <a:pt x="113" y="0"/>
                </a:lnTo>
                <a:lnTo>
                  <a:pt x="119" y="0"/>
                </a:lnTo>
                <a:lnTo>
                  <a:pt x="126" y="0"/>
                </a:lnTo>
                <a:lnTo>
                  <a:pt x="132" y="1"/>
                </a:lnTo>
                <a:lnTo>
                  <a:pt x="138" y="2"/>
                </a:lnTo>
                <a:lnTo>
                  <a:pt x="144" y="3"/>
                </a:lnTo>
                <a:lnTo>
                  <a:pt x="150" y="6"/>
                </a:lnTo>
                <a:lnTo>
                  <a:pt x="156" y="7"/>
                </a:lnTo>
                <a:lnTo>
                  <a:pt x="162" y="9"/>
                </a:lnTo>
                <a:lnTo>
                  <a:pt x="168" y="12"/>
                </a:lnTo>
                <a:lnTo>
                  <a:pt x="173" y="15"/>
                </a:lnTo>
                <a:lnTo>
                  <a:pt x="179" y="18"/>
                </a:lnTo>
                <a:lnTo>
                  <a:pt x="183" y="21"/>
                </a:lnTo>
                <a:lnTo>
                  <a:pt x="188" y="25"/>
                </a:lnTo>
                <a:lnTo>
                  <a:pt x="193" y="29"/>
                </a:lnTo>
                <a:lnTo>
                  <a:pt x="198" y="32"/>
                </a:lnTo>
                <a:lnTo>
                  <a:pt x="203" y="37"/>
                </a:lnTo>
                <a:lnTo>
                  <a:pt x="206" y="42"/>
                </a:lnTo>
                <a:lnTo>
                  <a:pt x="211" y="47"/>
                </a:lnTo>
                <a:lnTo>
                  <a:pt x="215" y="51"/>
                </a:lnTo>
                <a:lnTo>
                  <a:pt x="218" y="56"/>
                </a:lnTo>
                <a:lnTo>
                  <a:pt x="222" y="61"/>
                </a:lnTo>
                <a:lnTo>
                  <a:pt x="224" y="67"/>
                </a:lnTo>
                <a:lnTo>
                  <a:pt x="228" y="72"/>
                </a:lnTo>
                <a:lnTo>
                  <a:pt x="230" y="78"/>
                </a:lnTo>
                <a:lnTo>
                  <a:pt x="233" y="84"/>
                </a:lnTo>
                <a:lnTo>
                  <a:pt x="234" y="90"/>
                </a:lnTo>
                <a:lnTo>
                  <a:pt x="236" y="96"/>
                </a:lnTo>
                <a:lnTo>
                  <a:pt x="237" y="102"/>
                </a:lnTo>
                <a:lnTo>
                  <a:pt x="239" y="108"/>
                </a:lnTo>
                <a:lnTo>
                  <a:pt x="240" y="114"/>
                </a:lnTo>
                <a:lnTo>
                  <a:pt x="240" y="121"/>
                </a:lnTo>
                <a:lnTo>
                  <a:pt x="240" y="127"/>
                </a:lnTo>
                <a:lnTo>
                  <a:pt x="240" y="711"/>
                </a:lnTo>
                <a:lnTo>
                  <a:pt x="240" y="719"/>
                </a:lnTo>
                <a:lnTo>
                  <a:pt x="240" y="725"/>
                </a:lnTo>
                <a:lnTo>
                  <a:pt x="239" y="732"/>
                </a:lnTo>
                <a:lnTo>
                  <a:pt x="237" y="738"/>
                </a:lnTo>
                <a:lnTo>
                  <a:pt x="236" y="744"/>
                </a:lnTo>
                <a:lnTo>
                  <a:pt x="234" y="750"/>
                </a:lnTo>
                <a:lnTo>
                  <a:pt x="233" y="756"/>
                </a:lnTo>
                <a:lnTo>
                  <a:pt x="230" y="762"/>
                </a:lnTo>
                <a:lnTo>
                  <a:pt x="228" y="768"/>
                </a:lnTo>
                <a:lnTo>
                  <a:pt x="224" y="773"/>
                </a:lnTo>
                <a:lnTo>
                  <a:pt x="222" y="779"/>
                </a:lnTo>
                <a:lnTo>
                  <a:pt x="218" y="783"/>
                </a:lnTo>
                <a:lnTo>
                  <a:pt x="215" y="788"/>
                </a:lnTo>
                <a:lnTo>
                  <a:pt x="211" y="793"/>
                </a:lnTo>
                <a:lnTo>
                  <a:pt x="206" y="798"/>
                </a:lnTo>
                <a:lnTo>
                  <a:pt x="203" y="803"/>
                </a:lnTo>
                <a:lnTo>
                  <a:pt x="198" y="806"/>
                </a:lnTo>
                <a:lnTo>
                  <a:pt x="193" y="811"/>
                </a:lnTo>
                <a:lnTo>
                  <a:pt x="188" y="815"/>
                </a:lnTo>
                <a:lnTo>
                  <a:pt x="183" y="818"/>
                </a:lnTo>
                <a:lnTo>
                  <a:pt x="179" y="821"/>
                </a:lnTo>
                <a:lnTo>
                  <a:pt x="173" y="824"/>
                </a:lnTo>
                <a:lnTo>
                  <a:pt x="168" y="827"/>
                </a:lnTo>
                <a:lnTo>
                  <a:pt x="162" y="829"/>
                </a:lnTo>
                <a:lnTo>
                  <a:pt x="156" y="831"/>
                </a:lnTo>
                <a:lnTo>
                  <a:pt x="150" y="834"/>
                </a:lnTo>
                <a:lnTo>
                  <a:pt x="144" y="835"/>
                </a:lnTo>
                <a:lnTo>
                  <a:pt x="138" y="837"/>
                </a:lnTo>
                <a:lnTo>
                  <a:pt x="132" y="839"/>
                </a:lnTo>
                <a:lnTo>
                  <a:pt x="126" y="839"/>
                </a:lnTo>
                <a:lnTo>
                  <a:pt x="119" y="840"/>
                </a:lnTo>
                <a:lnTo>
                  <a:pt x="113" y="840"/>
                </a:lnTo>
                <a:lnTo>
                  <a:pt x="127" y="840"/>
                </a:lnTo>
                <a:lnTo>
                  <a:pt x="121" y="840"/>
                </a:lnTo>
                <a:lnTo>
                  <a:pt x="115" y="839"/>
                </a:lnTo>
                <a:lnTo>
                  <a:pt x="108" y="839"/>
                </a:lnTo>
                <a:lnTo>
                  <a:pt x="102" y="837"/>
                </a:lnTo>
                <a:lnTo>
                  <a:pt x="96" y="835"/>
                </a:lnTo>
                <a:lnTo>
                  <a:pt x="90" y="834"/>
                </a:lnTo>
                <a:lnTo>
                  <a:pt x="84" y="831"/>
                </a:lnTo>
                <a:lnTo>
                  <a:pt x="78" y="829"/>
                </a:lnTo>
                <a:lnTo>
                  <a:pt x="72" y="827"/>
                </a:lnTo>
                <a:lnTo>
                  <a:pt x="67" y="824"/>
                </a:lnTo>
                <a:lnTo>
                  <a:pt x="61" y="821"/>
                </a:lnTo>
                <a:lnTo>
                  <a:pt x="56" y="818"/>
                </a:lnTo>
                <a:lnTo>
                  <a:pt x="51" y="815"/>
                </a:lnTo>
                <a:lnTo>
                  <a:pt x="47" y="811"/>
                </a:lnTo>
                <a:lnTo>
                  <a:pt x="42" y="806"/>
                </a:lnTo>
                <a:lnTo>
                  <a:pt x="37" y="803"/>
                </a:lnTo>
                <a:lnTo>
                  <a:pt x="33" y="798"/>
                </a:lnTo>
                <a:lnTo>
                  <a:pt x="29" y="793"/>
                </a:lnTo>
                <a:lnTo>
                  <a:pt x="25" y="788"/>
                </a:lnTo>
                <a:lnTo>
                  <a:pt x="21" y="783"/>
                </a:lnTo>
                <a:lnTo>
                  <a:pt x="18" y="779"/>
                </a:lnTo>
                <a:lnTo>
                  <a:pt x="15" y="773"/>
                </a:lnTo>
                <a:lnTo>
                  <a:pt x="13" y="768"/>
                </a:lnTo>
                <a:lnTo>
                  <a:pt x="9" y="762"/>
                </a:lnTo>
                <a:lnTo>
                  <a:pt x="8" y="756"/>
                </a:lnTo>
                <a:lnTo>
                  <a:pt x="6" y="750"/>
                </a:lnTo>
                <a:lnTo>
                  <a:pt x="3" y="744"/>
                </a:lnTo>
                <a:lnTo>
                  <a:pt x="2" y="738"/>
                </a:lnTo>
                <a:lnTo>
                  <a:pt x="1" y="732"/>
                </a:lnTo>
                <a:lnTo>
                  <a:pt x="1" y="725"/>
                </a:lnTo>
                <a:lnTo>
                  <a:pt x="0" y="719"/>
                </a:lnTo>
                <a:lnTo>
                  <a:pt x="0" y="711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5" name="Rectangle 41">
            <a:extLst>
              <a:ext uri="{FF2B5EF4-FFF2-40B4-BE49-F238E27FC236}">
                <a16:creationId xmlns:a16="http://schemas.microsoft.com/office/drawing/2014/main" id="{B1620763-F2D5-4DBF-8305-C27E3C1F7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6438" y="20177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6" name="Rectangle 42">
            <a:extLst>
              <a:ext uri="{FF2B5EF4-FFF2-40B4-BE49-F238E27FC236}">
                <a16:creationId xmlns:a16="http://schemas.microsoft.com/office/drawing/2014/main" id="{D1DC09FD-85DF-4267-A772-8212E0CBBF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1450" y="3043238"/>
            <a:ext cx="809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7" name="Rectangle 43">
            <a:extLst>
              <a:ext uri="{FF2B5EF4-FFF2-40B4-BE49-F238E27FC236}">
                <a16:creationId xmlns:a16="http://schemas.microsoft.com/office/drawing/2014/main" id="{9B305A25-C50A-482B-A8EE-F0C9C832E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8125" y="3113088"/>
            <a:ext cx="85725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8" name="Rectangle 44">
            <a:extLst>
              <a:ext uri="{FF2B5EF4-FFF2-40B4-BE49-F238E27FC236}">
                <a16:creationId xmlns:a16="http://schemas.microsoft.com/office/drawing/2014/main" id="{F1E3908F-2F77-4136-A1FE-1CBA8B554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4588" y="3043238"/>
            <a:ext cx="809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9" name="Rectangle 45">
            <a:extLst>
              <a:ext uri="{FF2B5EF4-FFF2-40B4-BE49-F238E27FC236}">
                <a16:creationId xmlns:a16="http://schemas.microsoft.com/office/drawing/2014/main" id="{814C8394-A4F1-49CB-BBE1-C760B2B4B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9675" y="3113088"/>
            <a:ext cx="85725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0" name="Rectangle 46">
            <a:extLst>
              <a:ext uri="{FF2B5EF4-FFF2-40B4-BE49-F238E27FC236}">
                <a16:creationId xmlns:a16="http://schemas.microsoft.com/office/drawing/2014/main" id="{53190DA3-FE67-42C8-981B-EA5BC62F54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5888038"/>
            <a:ext cx="164782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(c) Optimal realization of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1" name="Rectangle 47">
            <a:extLst>
              <a:ext uri="{FF2B5EF4-FFF2-40B4-BE49-F238E27FC236}">
                <a16:creationId xmlns:a16="http://schemas.microsoft.com/office/drawing/2014/main" id="{2DBBC548-CDDD-48AA-8B9D-57F81E4D63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0188" y="5888038"/>
            <a:ext cx="809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2" name="Rectangle 48">
            <a:extLst>
              <a:ext uri="{FF2B5EF4-FFF2-40B4-BE49-F238E27FC236}">
                <a16:creationId xmlns:a16="http://schemas.microsoft.com/office/drawing/2014/main" id="{8D6E1725-7A53-4074-AFC6-5E496B498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6863" y="5959475"/>
            <a:ext cx="85725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3" name="Rectangle 49">
            <a:extLst>
              <a:ext uri="{FF2B5EF4-FFF2-40B4-BE49-F238E27FC236}">
                <a16:creationId xmlns:a16="http://schemas.microsoft.com/office/drawing/2014/main" id="{0A9C9A7B-1191-4AE0-AF01-210D06E0F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9888" y="20177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4" name="Rectangle 50">
            <a:extLst>
              <a:ext uri="{FF2B5EF4-FFF2-40B4-BE49-F238E27FC236}">
                <a16:creationId xmlns:a16="http://schemas.microsoft.com/office/drawing/2014/main" id="{7B962501-BC1C-4A9D-A986-DB7DFBA66A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3363" y="4421188"/>
            <a:ext cx="681037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5" name="Line 51">
            <a:extLst>
              <a:ext uri="{FF2B5EF4-FFF2-40B4-BE49-F238E27FC236}">
                <a16:creationId xmlns:a16="http://schemas.microsoft.com/office/drawing/2014/main" id="{09C56AE0-1A60-46D0-81E6-F762394F6A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43363" y="4768850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6" name="Line 52">
            <a:extLst>
              <a:ext uri="{FF2B5EF4-FFF2-40B4-BE49-F238E27FC236}">
                <a16:creationId xmlns:a16="http://schemas.microsoft.com/office/drawing/2014/main" id="{D9EFBAA4-6766-4D81-9382-596D8CB3E5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91025" y="4421188"/>
            <a:ext cx="1588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7" name="Line 53">
            <a:extLst>
              <a:ext uri="{FF2B5EF4-FFF2-40B4-BE49-F238E27FC236}">
                <a16:creationId xmlns:a16="http://schemas.microsoft.com/office/drawing/2014/main" id="{EED1057B-2473-43AD-8A4A-0DFAABB57B64}"/>
              </a:ext>
            </a:extLst>
          </p:cNvPr>
          <p:cNvSpPr>
            <a:spLocks noChangeShapeType="1"/>
          </p:cNvSpPr>
          <p:nvPr/>
        </p:nvSpPr>
        <p:spPr bwMode="auto">
          <a:xfrm>
            <a:off x="3711575" y="4090988"/>
            <a:ext cx="331788" cy="3302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8" name="Rectangle 54">
            <a:extLst>
              <a:ext uri="{FF2B5EF4-FFF2-40B4-BE49-F238E27FC236}">
                <a16:creationId xmlns:a16="http://schemas.microsoft.com/office/drawing/2014/main" id="{8653DA6B-0B0C-492E-8EDA-1F17836964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52988" y="23510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99" name="Rectangle 55">
            <a:extLst>
              <a:ext uri="{FF2B5EF4-FFF2-40B4-BE49-F238E27FC236}">
                <a16:creationId xmlns:a16="http://schemas.microsoft.com/office/drawing/2014/main" id="{EF27E5EE-9501-494C-B023-092FE18A36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9525" y="4000500"/>
            <a:ext cx="10636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00" name="Rectangle 56">
            <a:extLst>
              <a:ext uri="{FF2B5EF4-FFF2-40B4-BE49-F238E27FC236}">
                <a16:creationId xmlns:a16="http://schemas.microsoft.com/office/drawing/2014/main" id="{E8A849F4-0D51-462B-8E1A-3DC06F7FF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9375" y="40767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01" name="Rectangle 57">
            <a:extLst>
              <a:ext uri="{FF2B5EF4-FFF2-40B4-BE49-F238E27FC236}">
                <a16:creationId xmlns:a16="http://schemas.microsoft.com/office/drawing/2014/main" id="{6257911F-81A5-4482-9F04-F941D9260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3988" y="4000500"/>
            <a:ext cx="10636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02" name="Rectangle 58">
            <a:extLst>
              <a:ext uri="{FF2B5EF4-FFF2-40B4-BE49-F238E27FC236}">
                <a16:creationId xmlns:a16="http://schemas.microsoft.com/office/drawing/2014/main" id="{7B86993F-0226-4FDC-A2C5-47D097178A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3838" y="40767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03" name="Rectangle 59">
            <a:extLst>
              <a:ext uri="{FF2B5EF4-FFF2-40B4-BE49-F238E27FC236}">
                <a16:creationId xmlns:a16="http://schemas.microsoft.com/office/drawing/2014/main" id="{71F3DEA5-4FF5-4350-8928-BB80D6D58F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4138613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04" name="Rectangle 60">
            <a:extLst>
              <a:ext uri="{FF2B5EF4-FFF2-40B4-BE49-F238E27FC236}">
                <a16:creationId xmlns:a16="http://schemas.microsoft.com/office/drawing/2014/main" id="{5BB6F815-7F4D-498D-84FC-A89999C411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5050" y="4214813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05" name="Rectangle 61">
            <a:extLst>
              <a:ext uri="{FF2B5EF4-FFF2-40B4-BE49-F238E27FC236}">
                <a16:creationId xmlns:a16="http://schemas.microsoft.com/office/drawing/2014/main" id="{268FB350-8440-45C4-A9F6-0048F1BB12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9663" y="4138613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06" name="Rectangle 62">
            <a:extLst>
              <a:ext uri="{FF2B5EF4-FFF2-40B4-BE49-F238E27FC236}">
                <a16:creationId xmlns:a16="http://schemas.microsoft.com/office/drawing/2014/main" id="{D28F9A29-CD6B-4010-B4E6-B563CB3BA7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4421188"/>
            <a:ext cx="665163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07" name="Line 63">
            <a:extLst>
              <a:ext uri="{FF2B5EF4-FFF2-40B4-BE49-F238E27FC236}">
                <a16:creationId xmlns:a16="http://schemas.microsoft.com/office/drawing/2014/main" id="{D5019DF2-E875-4E1C-AADA-9920FFE57C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24400" y="4768850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08" name="Line 64">
            <a:extLst>
              <a:ext uri="{FF2B5EF4-FFF2-40B4-BE49-F238E27FC236}">
                <a16:creationId xmlns:a16="http://schemas.microsoft.com/office/drawing/2014/main" id="{D0DDF296-9D42-4A84-9BB9-9CC483DD8B5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56188" y="4421188"/>
            <a:ext cx="3175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09" name="Rectangle 65">
            <a:extLst>
              <a:ext uri="{FF2B5EF4-FFF2-40B4-BE49-F238E27FC236}">
                <a16:creationId xmlns:a16="http://schemas.microsoft.com/office/drawing/2014/main" id="{D994E10E-356C-46E9-9F4F-371C2A8C28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7925" y="4214813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10" name="Rectangle 66">
            <a:extLst>
              <a:ext uri="{FF2B5EF4-FFF2-40B4-BE49-F238E27FC236}">
                <a16:creationId xmlns:a16="http://schemas.microsoft.com/office/drawing/2014/main" id="{C4593C33-739F-49D3-9E5A-8DA615A684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4963" y="42402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11" name="Rectangle 67">
            <a:extLst>
              <a:ext uri="{FF2B5EF4-FFF2-40B4-BE49-F238E27FC236}">
                <a16:creationId xmlns:a16="http://schemas.microsoft.com/office/drawing/2014/main" id="{58381BB4-E039-4FD5-A4C8-B5B3A3EA8D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9925" y="42402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12" name="Rectangle 68">
            <a:extLst>
              <a:ext uri="{FF2B5EF4-FFF2-40B4-BE49-F238E27FC236}">
                <a16:creationId xmlns:a16="http://schemas.microsoft.com/office/drawing/2014/main" id="{2F27B3C0-3751-4D2D-AE80-2F675B3B2F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2402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13" name="Rectangle 69">
            <a:extLst>
              <a:ext uri="{FF2B5EF4-FFF2-40B4-BE49-F238E27FC236}">
                <a16:creationId xmlns:a16="http://schemas.microsoft.com/office/drawing/2014/main" id="{62EEDC87-6610-43E1-A2C4-0C11C7017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3025" y="42402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14" name="Rectangle 70">
            <a:extLst>
              <a:ext uri="{FF2B5EF4-FFF2-40B4-BE49-F238E27FC236}">
                <a16:creationId xmlns:a16="http://schemas.microsoft.com/office/drawing/2014/main" id="{318DFDA7-59B7-4250-8709-E0A08411AE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3363" y="5100638"/>
            <a:ext cx="681037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15" name="Line 71">
            <a:extLst>
              <a:ext uri="{FF2B5EF4-FFF2-40B4-BE49-F238E27FC236}">
                <a16:creationId xmlns:a16="http://schemas.microsoft.com/office/drawing/2014/main" id="{1D61E52E-5B71-40CF-AE22-B43E46BBE21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43363" y="5430838"/>
            <a:ext cx="681037" cy="31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16" name="Line 72">
            <a:extLst>
              <a:ext uri="{FF2B5EF4-FFF2-40B4-BE49-F238E27FC236}">
                <a16:creationId xmlns:a16="http://schemas.microsoft.com/office/drawing/2014/main" id="{C2801D43-5491-4487-BA06-279215C8663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91025" y="5100638"/>
            <a:ext cx="1588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17" name="Rectangle 73">
            <a:extLst>
              <a:ext uri="{FF2B5EF4-FFF2-40B4-BE49-F238E27FC236}">
                <a16:creationId xmlns:a16="http://schemas.microsoft.com/office/drawing/2014/main" id="{40EABBD5-A143-44CA-9FEE-FC8ADBB1E2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52988" y="48641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18" name="Rectangle 74">
            <a:extLst>
              <a:ext uri="{FF2B5EF4-FFF2-40B4-BE49-F238E27FC236}">
                <a16:creationId xmlns:a16="http://schemas.microsoft.com/office/drawing/2014/main" id="{9605C17E-29A9-4464-AEF0-775B60DE0C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5100638"/>
            <a:ext cx="665163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19" name="Line 75">
            <a:extLst>
              <a:ext uri="{FF2B5EF4-FFF2-40B4-BE49-F238E27FC236}">
                <a16:creationId xmlns:a16="http://schemas.microsoft.com/office/drawing/2014/main" id="{3EFE3AF6-A52D-4AFA-A575-0DF4B63DBDD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24400" y="5430838"/>
            <a:ext cx="665163" cy="31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20" name="Line 76">
            <a:extLst>
              <a:ext uri="{FF2B5EF4-FFF2-40B4-BE49-F238E27FC236}">
                <a16:creationId xmlns:a16="http://schemas.microsoft.com/office/drawing/2014/main" id="{358A5218-FE05-420B-A927-84BA7E86309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56188" y="5100638"/>
            <a:ext cx="3175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21" name="Rectangle 77">
            <a:extLst>
              <a:ext uri="{FF2B5EF4-FFF2-40B4-BE49-F238E27FC236}">
                <a16:creationId xmlns:a16="http://schemas.microsoft.com/office/drawing/2014/main" id="{E1CE237D-9D65-4385-AACB-1247A02797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9888" y="51990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22" name="Rectangle 78">
            <a:extLst>
              <a:ext uri="{FF2B5EF4-FFF2-40B4-BE49-F238E27FC236}">
                <a16:creationId xmlns:a16="http://schemas.microsoft.com/office/drawing/2014/main" id="{4A87FCBE-E5C4-4083-B08C-ADCA469327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6438" y="51990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23" name="Rectangle 79">
            <a:extLst>
              <a:ext uri="{FF2B5EF4-FFF2-40B4-BE49-F238E27FC236}">
                <a16:creationId xmlns:a16="http://schemas.microsoft.com/office/drawing/2014/main" id="{547E596D-C340-4DBB-8927-91F15D2EAF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6438" y="55356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24" name="Rectangle 80">
            <a:extLst>
              <a:ext uri="{FF2B5EF4-FFF2-40B4-BE49-F238E27FC236}">
                <a16:creationId xmlns:a16="http://schemas.microsoft.com/office/drawing/2014/main" id="{B69BB7CD-C55A-4E98-B728-8DC78E832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9688" y="45291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25" name="Rectangle 81">
            <a:extLst>
              <a:ext uri="{FF2B5EF4-FFF2-40B4-BE49-F238E27FC236}">
                <a16:creationId xmlns:a16="http://schemas.microsoft.com/office/drawing/2014/main" id="{C2792121-6D4F-4C11-8B72-7C536B9283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9688" y="4864100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26" name="Rectangle 82">
            <a:extLst>
              <a:ext uri="{FF2B5EF4-FFF2-40B4-BE49-F238E27FC236}">
                <a16:creationId xmlns:a16="http://schemas.microsoft.com/office/drawing/2014/main" id="{B8B13712-6FDC-4BE8-82EC-D98489EFA1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9688" y="519906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27" name="Freeform 83">
            <a:extLst>
              <a:ext uri="{FF2B5EF4-FFF2-40B4-BE49-F238E27FC236}">
                <a16:creationId xmlns:a16="http://schemas.microsoft.com/office/drawing/2014/main" id="{43467AF6-82A8-4FA7-8958-84EE922BEEB9}"/>
              </a:ext>
            </a:extLst>
          </p:cNvPr>
          <p:cNvSpPr>
            <a:spLocks/>
          </p:cNvSpPr>
          <p:nvPr/>
        </p:nvSpPr>
        <p:spPr bwMode="auto">
          <a:xfrm>
            <a:off x="4089400" y="4806950"/>
            <a:ext cx="588963" cy="587375"/>
          </a:xfrm>
          <a:custGeom>
            <a:avLst/>
            <a:gdLst>
              <a:gd name="T0" fmla="*/ 2147483646 w 892"/>
              <a:gd name="T1" fmla="*/ 0 h 895"/>
              <a:gd name="T2" fmla="*/ 2147483646 w 892"/>
              <a:gd name="T3" fmla="*/ 0 h 895"/>
              <a:gd name="T4" fmla="*/ 2147483646 w 892"/>
              <a:gd name="T5" fmla="*/ 0 h 895"/>
              <a:gd name="T6" fmla="*/ 2147483646 w 892"/>
              <a:gd name="T7" fmla="*/ 0 h 895"/>
              <a:gd name="T8" fmla="*/ 2147483646 w 892"/>
              <a:gd name="T9" fmla="*/ 0 h 895"/>
              <a:gd name="T10" fmla="*/ 2147483646 w 892"/>
              <a:gd name="T11" fmla="*/ 2147483646 h 895"/>
              <a:gd name="T12" fmla="*/ 2147483646 w 892"/>
              <a:gd name="T13" fmla="*/ 2147483646 h 895"/>
              <a:gd name="T14" fmla="*/ 2147483646 w 892"/>
              <a:gd name="T15" fmla="*/ 2147483646 h 895"/>
              <a:gd name="T16" fmla="*/ 2147483646 w 892"/>
              <a:gd name="T17" fmla="*/ 2147483646 h 895"/>
              <a:gd name="T18" fmla="*/ 2147483646 w 892"/>
              <a:gd name="T19" fmla="*/ 2147483646 h 895"/>
              <a:gd name="T20" fmla="*/ 0 w 892"/>
              <a:gd name="T21" fmla="*/ 2147483646 h 895"/>
              <a:gd name="T22" fmla="*/ 0 w 892"/>
              <a:gd name="T23" fmla="*/ 2147483646 h 895"/>
              <a:gd name="T24" fmla="*/ 0 w 892"/>
              <a:gd name="T25" fmla="*/ 2147483646 h 895"/>
              <a:gd name="T26" fmla="*/ 0 w 892"/>
              <a:gd name="T27" fmla="*/ 2147483646 h 895"/>
              <a:gd name="T28" fmla="*/ 0 w 892"/>
              <a:gd name="T29" fmla="*/ 2147483646 h 895"/>
              <a:gd name="T30" fmla="*/ 0 w 892"/>
              <a:gd name="T31" fmla="*/ 2147483646 h 895"/>
              <a:gd name="T32" fmla="*/ 0 w 892"/>
              <a:gd name="T33" fmla="*/ 2147483646 h 895"/>
              <a:gd name="T34" fmla="*/ 0 w 892"/>
              <a:gd name="T35" fmla="*/ 2147483646 h 895"/>
              <a:gd name="T36" fmla="*/ 0 w 892"/>
              <a:gd name="T37" fmla="*/ 2147483646 h 895"/>
              <a:gd name="T38" fmla="*/ 2147483646 w 892"/>
              <a:gd name="T39" fmla="*/ 2147483646 h 895"/>
              <a:gd name="T40" fmla="*/ 2147483646 w 892"/>
              <a:gd name="T41" fmla="*/ 2147483646 h 895"/>
              <a:gd name="T42" fmla="*/ 2147483646 w 892"/>
              <a:gd name="T43" fmla="*/ 2147483646 h 895"/>
              <a:gd name="T44" fmla="*/ 2147483646 w 892"/>
              <a:gd name="T45" fmla="*/ 2147483646 h 895"/>
              <a:gd name="T46" fmla="*/ 2147483646 w 892"/>
              <a:gd name="T47" fmla="*/ 2147483646 h 895"/>
              <a:gd name="T48" fmla="*/ 2147483646 w 892"/>
              <a:gd name="T49" fmla="*/ 2147483646 h 895"/>
              <a:gd name="T50" fmla="*/ 2147483646 w 892"/>
              <a:gd name="T51" fmla="*/ 2147483646 h 895"/>
              <a:gd name="T52" fmla="*/ 2147483646 w 892"/>
              <a:gd name="T53" fmla="*/ 2147483646 h 895"/>
              <a:gd name="T54" fmla="*/ 2147483646 w 892"/>
              <a:gd name="T55" fmla="*/ 2147483646 h 895"/>
              <a:gd name="T56" fmla="*/ 2147483646 w 892"/>
              <a:gd name="T57" fmla="*/ 2147483646 h 895"/>
              <a:gd name="T58" fmla="*/ 2147483646 w 892"/>
              <a:gd name="T59" fmla="*/ 2147483646 h 895"/>
              <a:gd name="T60" fmla="*/ 2147483646 w 892"/>
              <a:gd name="T61" fmla="*/ 2147483646 h 895"/>
              <a:gd name="T62" fmla="*/ 2147483646 w 892"/>
              <a:gd name="T63" fmla="*/ 2147483646 h 895"/>
              <a:gd name="T64" fmla="*/ 2147483646 w 892"/>
              <a:gd name="T65" fmla="*/ 2147483646 h 895"/>
              <a:gd name="T66" fmla="*/ 2147483646 w 892"/>
              <a:gd name="T67" fmla="*/ 2147483646 h 895"/>
              <a:gd name="T68" fmla="*/ 2147483646 w 892"/>
              <a:gd name="T69" fmla="*/ 2147483646 h 895"/>
              <a:gd name="T70" fmla="*/ 2147483646 w 892"/>
              <a:gd name="T71" fmla="*/ 2147483646 h 895"/>
              <a:gd name="T72" fmla="*/ 2147483646 w 892"/>
              <a:gd name="T73" fmla="*/ 2147483646 h 895"/>
              <a:gd name="T74" fmla="*/ 2147483646 w 892"/>
              <a:gd name="T75" fmla="*/ 2147483646 h 895"/>
              <a:gd name="T76" fmla="*/ 2147483646 w 892"/>
              <a:gd name="T77" fmla="*/ 2147483646 h 895"/>
              <a:gd name="T78" fmla="*/ 2147483646 w 892"/>
              <a:gd name="T79" fmla="*/ 2147483646 h 895"/>
              <a:gd name="T80" fmla="*/ 2147483646 w 892"/>
              <a:gd name="T81" fmla="*/ 2147483646 h 895"/>
              <a:gd name="T82" fmla="*/ 2147483646 w 892"/>
              <a:gd name="T83" fmla="*/ 2147483646 h 895"/>
              <a:gd name="T84" fmla="*/ 2147483646 w 892"/>
              <a:gd name="T85" fmla="*/ 2147483646 h 895"/>
              <a:gd name="T86" fmla="*/ 2147483646 w 892"/>
              <a:gd name="T87" fmla="*/ 2147483646 h 895"/>
              <a:gd name="T88" fmla="*/ 2147483646 w 892"/>
              <a:gd name="T89" fmla="*/ 2147483646 h 895"/>
              <a:gd name="T90" fmla="*/ 2147483646 w 892"/>
              <a:gd name="T91" fmla="*/ 2147483646 h 895"/>
              <a:gd name="T92" fmla="*/ 2147483646 w 892"/>
              <a:gd name="T93" fmla="*/ 2147483646 h 895"/>
              <a:gd name="T94" fmla="*/ 2147483646 w 892"/>
              <a:gd name="T95" fmla="*/ 2147483646 h 895"/>
              <a:gd name="T96" fmla="*/ 2147483646 w 892"/>
              <a:gd name="T97" fmla="*/ 2147483646 h 895"/>
              <a:gd name="T98" fmla="*/ 2147483646 w 892"/>
              <a:gd name="T99" fmla="*/ 2147483646 h 895"/>
              <a:gd name="T100" fmla="*/ 2147483646 w 892"/>
              <a:gd name="T101" fmla="*/ 2147483646 h 895"/>
              <a:gd name="T102" fmla="*/ 2147483646 w 892"/>
              <a:gd name="T103" fmla="*/ 2147483646 h 895"/>
              <a:gd name="T104" fmla="*/ 2147483646 w 892"/>
              <a:gd name="T105" fmla="*/ 2147483646 h 895"/>
              <a:gd name="T106" fmla="*/ 2147483646 w 892"/>
              <a:gd name="T107" fmla="*/ 2147483646 h 895"/>
              <a:gd name="T108" fmla="*/ 2147483646 w 892"/>
              <a:gd name="T109" fmla="*/ 0 h 895"/>
              <a:gd name="T110" fmla="*/ 2147483646 w 892"/>
              <a:gd name="T111" fmla="*/ 0 h 895"/>
              <a:gd name="T112" fmla="*/ 2147483646 w 892"/>
              <a:gd name="T113" fmla="*/ 0 h 895"/>
              <a:gd name="T114" fmla="*/ 2147483646 w 892"/>
              <a:gd name="T115" fmla="*/ 0 h 895"/>
              <a:gd name="T116" fmla="*/ 2147483646 w 892"/>
              <a:gd name="T117" fmla="*/ 0 h 895"/>
              <a:gd name="T118" fmla="*/ 2147483646 w 892"/>
              <a:gd name="T119" fmla="*/ 0 h 895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892" h="895">
                <a:moveTo>
                  <a:pt x="490" y="0"/>
                </a:moveTo>
                <a:lnTo>
                  <a:pt x="487" y="0"/>
                </a:lnTo>
                <a:lnTo>
                  <a:pt x="483" y="0"/>
                </a:lnTo>
                <a:lnTo>
                  <a:pt x="479" y="0"/>
                </a:lnTo>
                <a:lnTo>
                  <a:pt x="476" y="0"/>
                </a:lnTo>
                <a:lnTo>
                  <a:pt x="472" y="0"/>
                </a:lnTo>
                <a:lnTo>
                  <a:pt x="470" y="0"/>
                </a:lnTo>
                <a:lnTo>
                  <a:pt x="466" y="0"/>
                </a:lnTo>
                <a:lnTo>
                  <a:pt x="463" y="0"/>
                </a:lnTo>
                <a:lnTo>
                  <a:pt x="460" y="0"/>
                </a:lnTo>
                <a:lnTo>
                  <a:pt x="457" y="0"/>
                </a:lnTo>
                <a:lnTo>
                  <a:pt x="453" y="0"/>
                </a:lnTo>
                <a:lnTo>
                  <a:pt x="449" y="0"/>
                </a:lnTo>
                <a:lnTo>
                  <a:pt x="447" y="0"/>
                </a:lnTo>
                <a:lnTo>
                  <a:pt x="443" y="0"/>
                </a:lnTo>
                <a:lnTo>
                  <a:pt x="439" y="0"/>
                </a:lnTo>
                <a:lnTo>
                  <a:pt x="435" y="0"/>
                </a:lnTo>
                <a:lnTo>
                  <a:pt x="430" y="0"/>
                </a:lnTo>
                <a:lnTo>
                  <a:pt x="427" y="0"/>
                </a:lnTo>
                <a:lnTo>
                  <a:pt x="421" y="0"/>
                </a:lnTo>
                <a:lnTo>
                  <a:pt x="416" y="0"/>
                </a:lnTo>
                <a:lnTo>
                  <a:pt x="410" y="0"/>
                </a:lnTo>
                <a:lnTo>
                  <a:pt x="404" y="0"/>
                </a:lnTo>
                <a:lnTo>
                  <a:pt x="398" y="0"/>
                </a:lnTo>
                <a:lnTo>
                  <a:pt x="391" y="0"/>
                </a:lnTo>
                <a:lnTo>
                  <a:pt x="382" y="0"/>
                </a:lnTo>
                <a:lnTo>
                  <a:pt x="375" y="0"/>
                </a:lnTo>
                <a:lnTo>
                  <a:pt x="365" y="0"/>
                </a:lnTo>
                <a:lnTo>
                  <a:pt x="357" y="0"/>
                </a:lnTo>
                <a:lnTo>
                  <a:pt x="346" y="0"/>
                </a:lnTo>
                <a:lnTo>
                  <a:pt x="335" y="0"/>
                </a:lnTo>
                <a:lnTo>
                  <a:pt x="325" y="0"/>
                </a:lnTo>
                <a:lnTo>
                  <a:pt x="313" y="0"/>
                </a:lnTo>
                <a:lnTo>
                  <a:pt x="301" y="0"/>
                </a:lnTo>
                <a:lnTo>
                  <a:pt x="289" y="0"/>
                </a:lnTo>
                <a:lnTo>
                  <a:pt x="278" y="0"/>
                </a:lnTo>
                <a:lnTo>
                  <a:pt x="268" y="0"/>
                </a:lnTo>
                <a:lnTo>
                  <a:pt x="259" y="0"/>
                </a:lnTo>
                <a:lnTo>
                  <a:pt x="250" y="0"/>
                </a:lnTo>
                <a:lnTo>
                  <a:pt x="242" y="0"/>
                </a:lnTo>
                <a:lnTo>
                  <a:pt x="235" y="0"/>
                </a:lnTo>
                <a:lnTo>
                  <a:pt x="228" y="0"/>
                </a:lnTo>
                <a:lnTo>
                  <a:pt x="220" y="0"/>
                </a:lnTo>
                <a:lnTo>
                  <a:pt x="214" y="0"/>
                </a:lnTo>
                <a:lnTo>
                  <a:pt x="208" y="0"/>
                </a:lnTo>
                <a:lnTo>
                  <a:pt x="204" y="0"/>
                </a:lnTo>
                <a:lnTo>
                  <a:pt x="199" y="0"/>
                </a:lnTo>
                <a:lnTo>
                  <a:pt x="194" y="0"/>
                </a:lnTo>
                <a:lnTo>
                  <a:pt x="189" y="0"/>
                </a:lnTo>
                <a:lnTo>
                  <a:pt x="186" y="0"/>
                </a:lnTo>
                <a:lnTo>
                  <a:pt x="182" y="0"/>
                </a:lnTo>
                <a:lnTo>
                  <a:pt x="178" y="0"/>
                </a:lnTo>
                <a:lnTo>
                  <a:pt x="175" y="0"/>
                </a:lnTo>
                <a:lnTo>
                  <a:pt x="171" y="0"/>
                </a:lnTo>
                <a:lnTo>
                  <a:pt x="168" y="0"/>
                </a:lnTo>
                <a:lnTo>
                  <a:pt x="165" y="0"/>
                </a:lnTo>
                <a:lnTo>
                  <a:pt x="162" y="0"/>
                </a:lnTo>
                <a:lnTo>
                  <a:pt x="159" y="0"/>
                </a:lnTo>
                <a:lnTo>
                  <a:pt x="156" y="0"/>
                </a:lnTo>
                <a:lnTo>
                  <a:pt x="152" y="0"/>
                </a:lnTo>
                <a:lnTo>
                  <a:pt x="148" y="0"/>
                </a:lnTo>
                <a:lnTo>
                  <a:pt x="145" y="0"/>
                </a:lnTo>
                <a:lnTo>
                  <a:pt x="141" y="0"/>
                </a:lnTo>
                <a:lnTo>
                  <a:pt x="138" y="0"/>
                </a:lnTo>
                <a:lnTo>
                  <a:pt x="134" y="0"/>
                </a:lnTo>
                <a:lnTo>
                  <a:pt x="130" y="0"/>
                </a:lnTo>
                <a:lnTo>
                  <a:pt x="126" y="0"/>
                </a:lnTo>
                <a:lnTo>
                  <a:pt x="122" y="0"/>
                </a:lnTo>
                <a:lnTo>
                  <a:pt x="120" y="2"/>
                </a:lnTo>
                <a:lnTo>
                  <a:pt x="116" y="2"/>
                </a:lnTo>
                <a:lnTo>
                  <a:pt x="112" y="2"/>
                </a:lnTo>
                <a:lnTo>
                  <a:pt x="110" y="2"/>
                </a:lnTo>
                <a:lnTo>
                  <a:pt x="108" y="2"/>
                </a:lnTo>
                <a:lnTo>
                  <a:pt x="105" y="2"/>
                </a:lnTo>
                <a:lnTo>
                  <a:pt x="103" y="3"/>
                </a:lnTo>
                <a:lnTo>
                  <a:pt x="100" y="3"/>
                </a:lnTo>
                <a:lnTo>
                  <a:pt x="98" y="3"/>
                </a:lnTo>
                <a:lnTo>
                  <a:pt x="96" y="4"/>
                </a:lnTo>
                <a:lnTo>
                  <a:pt x="93" y="5"/>
                </a:lnTo>
                <a:lnTo>
                  <a:pt x="91" y="5"/>
                </a:lnTo>
                <a:lnTo>
                  <a:pt x="90" y="6"/>
                </a:lnTo>
                <a:lnTo>
                  <a:pt x="87" y="8"/>
                </a:lnTo>
                <a:lnTo>
                  <a:pt x="85" y="9"/>
                </a:lnTo>
                <a:lnTo>
                  <a:pt x="82" y="10"/>
                </a:lnTo>
                <a:lnTo>
                  <a:pt x="81" y="12"/>
                </a:lnTo>
                <a:lnTo>
                  <a:pt x="79" y="14"/>
                </a:lnTo>
                <a:lnTo>
                  <a:pt x="76" y="16"/>
                </a:lnTo>
                <a:lnTo>
                  <a:pt x="74" y="17"/>
                </a:lnTo>
                <a:lnTo>
                  <a:pt x="72" y="20"/>
                </a:lnTo>
                <a:lnTo>
                  <a:pt x="68" y="22"/>
                </a:lnTo>
                <a:lnTo>
                  <a:pt x="66" y="24"/>
                </a:lnTo>
                <a:lnTo>
                  <a:pt x="62" y="28"/>
                </a:lnTo>
                <a:lnTo>
                  <a:pt x="60" y="30"/>
                </a:lnTo>
                <a:lnTo>
                  <a:pt x="56" y="34"/>
                </a:lnTo>
                <a:lnTo>
                  <a:pt x="52" y="38"/>
                </a:lnTo>
                <a:lnTo>
                  <a:pt x="49" y="41"/>
                </a:lnTo>
                <a:lnTo>
                  <a:pt x="44" y="46"/>
                </a:lnTo>
                <a:lnTo>
                  <a:pt x="40" y="50"/>
                </a:lnTo>
                <a:lnTo>
                  <a:pt x="37" y="53"/>
                </a:lnTo>
                <a:lnTo>
                  <a:pt x="33" y="57"/>
                </a:lnTo>
                <a:lnTo>
                  <a:pt x="30" y="60"/>
                </a:lnTo>
                <a:lnTo>
                  <a:pt x="27" y="64"/>
                </a:lnTo>
                <a:lnTo>
                  <a:pt x="24" y="66"/>
                </a:lnTo>
                <a:lnTo>
                  <a:pt x="21" y="69"/>
                </a:lnTo>
                <a:lnTo>
                  <a:pt x="19" y="72"/>
                </a:lnTo>
                <a:lnTo>
                  <a:pt x="16" y="75"/>
                </a:lnTo>
                <a:lnTo>
                  <a:pt x="14" y="77"/>
                </a:lnTo>
                <a:lnTo>
                  <a:pt x="13" y="80"/>
                </a:lnTo>
                <a:lnTo>
                  <a:pt x="10" y="82"/>
                </a:lnTo>
                <a:lnTo>
                  <a:pt x="9" y="84"/>
                </a:lnTo>
                <a:lnTo>
                  <a:pt x="8" y="86"/>
                </a:lnTo>
                <a:lnTo>
                  <a:pt x="7" y="88"/>
                </a:lnTo>
                <a:lnTo>
                  <a:pt x="6" y="90"/>
                </a:lnTo>
                <a:lnTo>
                  <a:pt x="4" y="93"/>
                </a:lnTo>
                <a:lnTo>
                  <a:pt x="3" y="94"/>
                </a:lnTo>
                <a:lnTo>
                  <a:pt x="3" y="96"/>
                </a:lnTo>
                <a:lnTo>
                  <a:pt x="2" y="99"/>
                </a:lnTo>
                <a:lnTo>
                  <a:pt x="2" y="101"/>
                </a:lnTo>
                <a:lnTo>
                  <a:pt x="1" y="104"/>
                </a:lnTo>
                <a:lnTo>
                  <a:pt x="1" y="106"/>
                </a:lnTo>
                <a:lnTo>
                  <a:pt x="1" y="108"/>
                </a:lnTo>
                <a:lnTo>
                  <a:pt x="1" y="111"/>
                </a:lnTo>
                <a:lnTo>
                  <a:pt x="1" y="114"/>
                </a:lnTo>
                <a:lnTo>
                  <a:pt x="0" y="117"/>
                </a:lnTo>
                <a:lnTo>
                  <a:pt x="0" y="120"/>
                </a:lnTo>
                <a:lnTo>
                  <a:pt x="0" y="123"/>
                </a:lnTo>
                <a:lnTo>
                  <a:pt x="0" y="126"/>
                </a:lnTo>
                <a:lnTo>
                  <a:pt x="0" y="131"/>
                </a:lnTo>
                <a:lnTo>
                  <a:pt x="0" y="135"/>
                </a:lnTo>
                <a:lnTo>
                  <a:pt x="0" y="138"/>
                </a:lnTo>
                <a:lnTo>
                  <a:pt x="0" y="143"/>
                </a:lnTo>
                <a:lnTo>
                  <a:pt x="0" y="147"/>
                </a:lnTo>
                <a:lnTo>
                  <a:pt x="0" y="150"/>
                </a:lnTo>
                <a:lnTo>
                  <a:pt x="0" y="154"/>
                </a:lnTo>
                <a:lnTo>
                  <a:pt x="0" y="158"/>
                </a:lnTo>
                <a:lnTo>
                  <a:pt x="0" y="160"/>
                </a:lnTo>
                <a:lnTo>
                  <a:pt x="0" y="164"/>
                </a:lnTo>
                <a:lnTo>
                  <a:pt x="0" y="168"/>
                </a:lnTo>
                <a:lnTo>
                  <a:pt x="0" y="172"/>
                </a:lnTo>
                <a:lnTo>
                  <a:pt x="0" y="176"/>
                </a:lnTo>
                <a:lnTo>
                  <a:pt x="0" y="181"/>
                </a:lnTo>
                <a:lnTo>
                  <a:pt x="0" y="185"/>
                </a:lnTo>
                <a:lnTo>
                  <a:pt x="0" y="190"/>
                </a:lnTo>
                <a:lnTo>
                  <a:pt x="0" y="196"/>
                </a:lnTo>
                <a:lnTo>
                  <a:pt x="0" y="202"/>
                </a:lnTo>
                <a:lnTo>
                  <a:pt x="0" y="208"/>
                </a:lnTo>
                <a:lnTo>
                  <a:pt x="0" y="215"/>
                </a:lnTo>
                <a:lnTo>
                  <a:pt x="0" y="224"/>
                </a:lnTo>
                <a:lnTo>
                  <a:pt x="0" y="232"/>
                </a:lnTo>
                <a:lnTo>
                  <a:pt x="0" y="241"/>
                </a:lnTo>
                <a:lnTo>
                  <a:pt x="0" y="251"/>
                </a:lnTo>
                <a:lnTo>
                  <a:pt x="0" y="261"/>
                </a:lnTo>
                <a:lnTo>
                  <a:pt x="0" y="273"/>
                </a:lnTo>
                <a:lnTo>
                  <a:pt x="0" y="286"/>
                </a:lnTo>
                <a:lnTo>
                  <a:pt x="0" y="299"/>
                </a:lnTo>
                <a:lnTo>
                  <a:pt x="0" y="314"/>
                </a:lnTo>
                <a:lnTo>
                  <a:pt x="0" y="329"/>
                </a:lnTo>
                <a:lnTo>
                  <a:pt x="0" y="346"/>
                </a:lnTo>
                <a:lnTo>
                  <a:pt x="0" y="363"/>
                </a:lnTo>
                <a:lnTo>
                  <a:pt x="0" y="382"/>
                </a:lnTo>
                <a:lnTo>
                  <a:pt x="0" y="403"/>
                </a:lnTo>
                <a:lnTo>
                  <a:pt x="0" y="423"/>
                </a:lnTo>
                <a:lnTo>
                  <a:pt x="0" y="442"/>
                </a:lnTo>
                <a:lnTo>
                  <a:pt x="0" y="460"/>
                </a:lnTo>
                <a:lnTo>
                  <a:pt x="0" y="477"/>
                </a:lnTo>
                <a:lnTo>
                  <a:pt x="0" y="493"/>
                </a:lnTo>
                <a:lnTo>
                  <a:pt x="0" y="507"/>
                </a:lnTo>
                <a:lnTo>
                  <a:pt x="0" y="520"/>
                </a:lnTo>
                <a:lnTo>
                  <a:pt x="0" y="532"/>
                </a:lnTo>
                <a:lnTo>
                  <a:pt x="0" y="544"/>
                </a:lnTo>
                <a:lnTo>
                  <a:pt x="0" y="555"/>
                </a:lnTo>
                <a:lnTo>
                  <a:pt x="0" y="565"/>
                </a:lnTo>
                <a:lnTo>
                  <a:pt x="0" y="574"/>
                </a:lnTo>
                <a:lnTo>
                  <a:pt x="0" y="583"/>
                </a:lnTo>
                <a:lnTo>
                  <a:pt x="0" y="590"/>
                </a:lnTo>
                <a:lnTo>
                  <a:pt x="0" y="597"/>
                </a:lnTo>
                <a:lnTo>
                  <a:pt x="0" y="604"/>
                </a:lnTo>
                <a:lnTo>
                  <a:pt x="0" y="610"/>
                </a:lnTo>
                <a:lnTo>
                  <a:pt x="0" y="615"/>
                </a:lnTo>
                <a:lnTo>
                  <a:pt x="0" y="621"/>
                </a:lnTo>
                <a:lnTo>
                  <a:pt x="0" y="626"/>
                </a:lnTo>
                <a:lnTo>
                  <a:pt x="0" y="629"/>
                </a:lnTo>
                <a:lnTo>
                  <a:pt x="0" y="634"/>
                </a:lnTo>
                <a:lnTo>
                  <a:pt x="0" y="638"/>
                </a:lnTo>
                <a:lnTo>
                  <a:pt x="0" y="641"/>
                </a:lnTo>
                <a:lnTo>
                  <a:pt x="0" y="645"/>
                </a:lnTo>
                <a:lnTo>
                  <a:pt x="0" y="649"/>
                </a:lnTo>
                <a:lnTo>
                  <a:pt x="0" y="652"/>
                </a:lnTo>
                <a:lnTo>
                  <a:pt x="0" y="656"/>
                </a:lnTo>
                <a:lnTo>
                  <a:pt x="0" y="659"/>
                </a:lnTo>
                <a:lnTo>
                  <a:pt x="0" y="663"/>
                </a:lnTo>
                <a:lnTo>
                  <a:pt x="0" y="667"/>
                </a:lnTo>
                <a:lnTo>
                  <a:pt x="0" y="671"/>
                </a:lnTo>
                <a:lnTo>
                  <a:pt x="0" y="675"/>
                </a:lnTo>
                <a:lnTo>
                  <a:pt x="0" y="679"/>
                </a:lnTo>
                <a:lnTo>
                  <a:pt x="0" y="682"/>
                </a:lnTo>
                <a:lnTo>
                  <a:pt x="0" y="686"/>
                </a:lnTo>
                <a:lnTo>
                  <a:pt x="0" y="689"/>
                </a:lnTo>
                <a:lnTo>
                  <a:pt x="0" y="692"/>
                </a:lnTo>
                <a:lnTo>
                  <a:pt x="0" y="694"/>
                </a:lnTo>
                <a:lnTo>
                  <a:pt x="0" y="698"/>
                </a:lnTo>
                <a:lnTo>
                  <a:pt x="0" y="700"/>
                </a:lnTo>
                <a:lnTo>
                  <a:pt x="0" y="703"/>
                </a:lnTo>
                <a:lnTo>
                  <a:pt x="0" y="705"/>
                </a:lnTo>
                <a:lnTo>
                  <a:pt x="0" y="707"/>
                </a:lnTo>
                <a:lnTo>
                  <a:pt x="0" y="709"/>
                </a:lnTo>
                <a:lnTo>
                  <a:pt x="0" y="711"/>
                </a:lnTo>
                <a:lnTo>
                  <a:pt x="0" y="713"/>
                </a:lnTo>
                <a:lnTo>
                  <a:pt x="0" y="716"/>
                </a:lnTo>
                <a:lnTo>
                  <a:pt x="0" y="717"/>
                </a:lnTo>
                <a:lnTo>
                  <a:pt x="0" y="719"/>
                </a:lnTo>
                <a:lnTo>
                  <a:pt x="0" y="722"/>
                </a:lnTo>
                <a:lnTo>
                  <a:pt x="0" y="724"/>
                </a:lnTo>
                <a:lnTo>
                  <a:pt x="0" y="727"/>
                </a:lnTo>
                <a:lnTo>
                  <a:pt x="0" y="729"/>
                </a:lnTo>
                <a:lnTo>
                  <a:pt x="0" y="731"/>
                </a:lnTo>
                <a:lnTo>
                  <a:pt x="0" y="734"/>
                </a:lnTo>
                <a:lnTo>
                  <a:pt x="0" y="736"/>
                </a:lnTo>
                <a:lnTo>
                  <a:pt x="0" y="739"/>
                </a:lnTo>
                <a:lnTo>
                  <a:pt x="0" y="742"/>
                </a:lnTo>
                <a:lnTo>
                  <a:pt x="0" y="746"/>
                </a:lnTo>
                <a:lnTo>
                  <a:pt x="0" y="748"/>
                </a:lnTo>
                <a:lnTo>
                  <a:pt x="0" y="752"/>
                </a:lnTo>
                <a:lnTo>
                  <a:pt x="0" y="757"/>
                </a:lnTo>
                <a:lnTo>
                  <a:pt x="0" y="760"/>
                </a:lnTo>
                <a:lnTo>
                  <a:pt x="0" y="764"/>
                </a:lnTo>
                <a:lnTo>
                  <a:pt x="0" y="769"/>
                </a:lnTo>
                <a:lnTo>
                  <a:pt x="0" y="772"/>
                </a:lnTo>
                <a:lnTo>
                  <a:pt x="0" y="775"/>
                </a:lnTo>
                <a:lnTo>
                  <a:pt x="0" y="778"/>
                </a:lnTo>
                <a:lnTo>
                  <a:pt x="1" y="781"/>
                </a:lnTo>
                <a:lnTo>
                  <a:pt x="1" y="784"/>
                </a:lnTo>
                <a:lnTo>
                  <a:pt x="1" y="787"/>
                </a:lnTo>
                <a:lnTo>
                  <a:pt x="1" y="789"/>
                </a:lnTo>
                <a:lnTo>
                  <a:pt x="1" y="791"/>
                </a:lnTo>
                <a:lnTo>
                  <a:pt x="2" y="794"/>
                </a:lnTo>
                <a:lnTo>
                  <a:pt x="2" y="796"/>
                </a:lnTo>
                <a:lnTo>
                  <a:pt x="3" y="799"/>
                </a:lnTo>
                <a:lnTo>
                  <a:pt x="3" y="801"/>
                </a:lnTo>
                <a:lnTo>
                  <a:pt x="4" y="802"/>
                </a:lnTo>
                <a:lnTo>
                  <a:pt x="6" y="805"/>
                </a:lnTo>
                <a:lnTo>
                  <a:pt x="7" y="807"/>
                </a:lnTo>
                <a:lnTo>
                  <a:pt x="8" y="809"/>
                </a:lnTo>
                <a:lnTo>
                  <a:pt x="9" y="811"/>
                </a:lnTo>
                <a:lnTo>
                  <a:pt x="10" y="813"/>
                </a:lnTo>
                <a:lnTo>
                  <a:pt x="13" y="815"/>
                </a:lnTo>
                <a:lnTo>
                  <a:pt x="14" y="818"/>
                </a:lnTo>
                <a:lnTo>
                  <a:pt x="16" y="820"/>
                </a:lnTo>
                <a:lnTo>
                  <a:pt x="19" y="823"/>
                </a:lnTo>
                <a:lnTo>
                  <a:pt x="21" y="825"/>
                </a:lnTo>
                <a:lnTo>
                  <a:pt x="24" y="829"/>
                </a:lnTo>
                <a:lnTo>
                  <a:pt x="27" y="831"/>
                </a:lnTo>
                <a:lnTo>
                  <a:pt x="30" y="835"/>
                </a:lnTo>
                <a:lnTo>
                  <a:pt x="33" y="838"/>
                </a:lnTo>
                <a:lnTo>
                  <a:pt x="37" y="842"/>
                </a:lnTo>
                <a:lnTo>
                  <a:pt x="40" y="845"/>
                </a:lnTo>
                <a:lnTo>
                  <a:pt x="44" y="849"/>
                </a:lnTo>
                <a:lnTo>
                  <a:pt x="49" y="854"/>
                </a:lnTo>
                <a:lnTo>
                  <a:pt x="52" y="857"/>
                </a:lnTo>
                <a:lnTo>
                  <a:pt x="56" y="861"/>
                </a:lnTo>
                <a:lnTo>
                  <a:pt x="60" y="865"/>
                </a:lnTo>
                <a:lnTo>
                  <a:pt x="62" y="867"/>
                </a:lnTo>
                <a:lnTo>
                  <a:pt x="66" y="871"/>
                </a:lnTo>
                <a:lnTo>
                  <a:pt x="68" y="873"/>
                </a:lnTo>
                <a:lnTo>
                  <a:pt x="72" y="875"/>
                </a:lnTo>
                <a:lnTo>
                  <a:pt x="74" y="878"/>
                </a:lnTo>
                <a:lnTo>
                  <a:pt x="76" y="880"/>
                </a:lnTo>
                <a:lnTo>
                  <a:pt x="79" y="881"/>
                </a:lnTo>
                <a:lnTo>
                  <a:pt x="81" y="884"/>
                </a:lnTo>
                <a:lnTo>
                  <a:pt x="82" y="885"/>
                </a:lnTo>
                <a:lnTo>
                  <a:pt x="85" y="886"/>
                </a:lnTo>
                <a:lnTo>
                  <a:pt x="87" y="887"/>
                </a:lnTo>
                <a:lnTo>
                  <a:pt x="90" y="889"/>
                </a:lnTo>
                <a:lnTo>
                  <a:pt x="91" y="890"/>
                </a:lnTo>
                <a:lnTo>
                  <a:pt x="93" y="891"/>
                </a:lnTo>
                <a:lnTo>
                  <a:pt x="96" y="891"/>
                </a:lnTo>
                <a:lnTo>
                  <a:pt x="98" y="892"/>
                </a:lnTo>
                <a:lnTo>
                  <a:pt x="100" y="892"/>
                </a:lnTo>
                <a:lnTo>
                  <a:pt x="103" y="892"/>
                </a:lnTo>
                <a:lnTo>
                  <a:pt x="105" y="893"/>
                </a:lnTo>
                <a:lnTo>
                  <a:pt x="108" y="893"/>
                </a:lnTo>
                <a:lnTo>
                  <a:pt x="110" y="893"/>
                </a:lnTo>
                <a:lnTo>
                  <a:pt x="112" y="893"/>
                </a:lnTo>
                <a:lnTo>
                  <a:pt x="116" y="893"/>
                </a:lnTo>
                <a:lnTo>
                  <a:pt x="120" y="895"/>
                </a:lnTo>
                <a:lnTo>
                  <a:pt x="122" y="895"/>
                </a:lnTo>
                <a:lnTo>
                  <a:pt x="126" y="895"/>
                </a:lnTo>
                <a:lnTo>
                  <a:pt x="130" y="895"/>
                </a:lnTo>
                <a:lnTo>
                  <a:pt x="134" y="895"/>
                </a:lnTo>
                <a:lnTo>
                  <a:pt x="138" y="895"/>
                </a:lnTo>
                <a:lnTo>
                  <a:pt x="141" y="895"/>
                </a:lnTo>
                <a:lnTo>
                  <a:pt x="145" y="895"/>
                </a:lnTo>
                <a:lnTo>
                  <a:pt x="148" y="895"/>
                </a:lnTo>
                <a:lnTo>
                  <a:pt x="152" y="895"/>
                </a:lnTo>
                <a:lnTo>
                  <a:pt x="156" y="895"/>
                </a:lnTo>
                <a:lnTo>
                  <a:pt x="159" y="895"/>
                </a:lnTo>
                <a:lnTo>
                  <a:pt x="162" y="895"/>
                </a:lnTo>
                <a:lnTo>
                  <a:pt x="165" y="895"/>
                </a:lnTo>
                <a:lnTo>
                  <a:pt x="168" y="895"/>
                </a:lnTo>
                <a:lnTo>
                  <a:pt x="171" y="895"/>
                </a:lnTo>
                <a:lnTo>
                  <a:pt x="175" y="895"/>
                </a:lnTo>
                <a:lnTo>
                  <a:pt x="178" y="895"/>
                </a:lnTo>
                <a:lnTo>
                  <a:pt x="182" y="895"/>
                </a:lnTo>
                <a:lnTo>
                  <a:pt x="186" y="895"/>
                </a:lnTo>
                <a:lnTo>
                  <a:pt x="189" y="895"/>
                </a:lnTo>
                <a:lnTo>
                  <a:pt x="194" y="895"/>
                </a:lnTo>
                <a:lnTo>
                  <a:pt x="199" y="895"/>
                </a:lnTo>
                <a:lnTo>
                  <a:pt x="204" y="895"/>
                </a:lnTo>
                <a:lnTo>
                  <a:pt x="208" y="895"/>
                </a:lnTo>
                <a:lnTo>
                  <a:pt x="214" y="895"/>
                </a:lnTo>
                <a:lnTo>
                  <a:pt x="220" y="895"/>
                </a:lnTo>
                <a:lnTo>
                  <a:pt x="228" y="895"/>
                </a:lnTo>
                <a:lnTo>
                  <a:pt x="235" y="895"/>
                </a:lnTo>
                <a:lnTo>
                  <a:pt x="242" y="895"/>
                </a:lnTo>
                <a:lnTo>
                  <a:pt x="250" y="895"/>
                </a:lnTo>
                <a:lnTo>
                  <a:pt x="259" y="895"/>
                </a:lnTo>
                <a:lnTo>
                  <a:pt x="268" y="895"/>
                </a:lnTo>
                <a:lnTo>
                  <a:pt x="278" y="895"/>
                </a:lnTo>
                <a:lnTo>
                  <a:pt x="289" y="895"/>
                </a:lnTo>
                <a:lnTo>
                  <a:pt x="301" y="895"/>
                </a:lnTo>
                <a:lnTo>
                  <a:pt x="313" y="895"/>
                </a:lnTo>
                <a:lnTo>
                  <a:pt x="325" y="895"/>
                </a:lnTo>
                <a:lnTo>
                  <a:pt x="335" y="895"/>
                </a:lnTo>
                <a:lnTo>
                  <a:pt x="346" y="895"/>
                </a:lnTo>
                <a:lnTo>
                  <a:pt x="357" y="895"/>
                </a:lnTo>
                <a:lnTo>
                  <a:pt x="367" y="895"/>
                </a:lnTo>
                <a:lnTo>
                  <a:pt x="375" y="895"/>
                </a:lnTo>
                <a:lnTo>
                  <a:pt x="383" y="895"/>
                </a:lnTo>
                <a:lnTo>
                  <a:pt x="392" y="895"/>
                </a:lnTo>
                <a:lnTo>
                  <a:pt x="399" y="895"/>
                </a:lnTo>
                <a:lnTo>
                  <a:pt x="406" y="895"/>
                </a:lnTo>
                <a:lnTo>
                  <a:pt x="413" y="895"/>
                </a:lnTo>
                <a:lnTo>
                  <a:pt x="421" y="895"/>
                </a:lnTo>
                <a:lnTo>
                  <a:pt x="427" y="895"/>
                </a:lnTo>
                <a:lnTo>
                  <a:pt x="434" y="895"/>
                </a:lnTo>
                <a:lnTo>
                  <a:pt x="440" y="895"/>
                </a:lnTo>
                <a:lnTo>
                  <a:pt x="446" y="895"/>
                </a:lnTo>
                <a:lnTo>
                  <a:pt x="453" y="895"/>
                </a:lnTo>
                <a:lnTo>
                  <a:pt x="459" y="895"/>
                </a:lnTo>
                <a:lnTo>
                  <a:pt x="465" y="895"/>
                </a:lnTo>
                <a:lnTo>
                  <a:pt x="472" y="895"/>
                </a:lnTo>
                <a:lnTo>
                  <a:pt x="478" y="895"/>
                </a:lnTo>
                <a:lnTo>
                  <a:pt x="485" y="895"/>
                </a:lnTo>
                <a:lnTo>
                  <a:pt x="493" y="895"/>
                </a:lnTo>
                <a:lnTo>
                  <a:pt x="501" y="895"/>
                </a:lnTo>
                <a:lnTo>
                  <a:pt x="508" y="895"/>
                </a:lnTo>
                <a:lnTo>
                  <a:pt x="517" y="895"/>
                </a:lnTo>
                <a:lnTo>
                  <a:pt x="526" y="895"/>
                </a:lnTo>
                <a:lnTo>
                  <a:pt x="536" y="895"/>
                </a:lnTo>
                <a:lnTo>
                  <a:pt x="545" y="895"/>
                </a:lnTo>
                <a:lnTo>
                  <a:pt x="556" y="895"/>
                </a:lnTo>
                <a:lnTo>
                  <a:pt x="568" y="895"/>
                </a:lnTo>
                <a:lnTo>
                  <a:pt x="580" y="895"/>
                </a:lnTo>
                <a:lnTo>
                  <a:pt x="592" y="895"/>
                </a:lnTo>
                <a:lnTo>
                  <a:pt x="604" y="895"/>
                </a:lnTo>
                <a:lnTo>
                  <a:pt x="614" y="895"/>
                </a:lnTo>
                <a:lnTo>
                  <a:pt x="625" y="895"/>
                </a:lnTo>
                <a:lnTo>
                  <a:pt x="634" y="895"/>
                </a:lnTo>
                <a:lnTo>
                  <a:pt x="643" y="895"/>
                </a:lnTo>
                <a:lnTo>
                  <a:pt x="651" y="895"/>
                </a:lnTo>
                <a:lnTo>
                  <a:pt x="658" y="895"/>
                </a:lnTo>
                <a:lnTo>
                  <a:pt x="665" y="895"/>
                </a:lnTo>
                <a:lnTo>
                  <a:pt x="671" y="895"/>
                </a:lnTo>
                <a:lnTo>
                  <a:pt x="677" y="895"/>
                </a:lnTo>
                <a:lnTo>
                  <a:pt x="683" y="895"/>
                </a:lnTo>
                <a:lnTo>
                  <a:pt x="689" y="895"/>
                </a:lnTo>
                <a:lnTo>
                  <a:pt x="694" y="895"/>
                </a:lnTo>
                <a:lnTo>
                  <a:pt x="699" y="895"/>
                </a:lnTo>
                <a:lnTo>
                  <a:pt x="703" y="895"/>
                </a:lnTo>
                <a:lnTo>
                  <a:pt x="707" y="895"/>
                </a:lnTo>
                <a:lnTo>
                  <a:pt x="711" y="895"/>
                </a:lnTo>
                <a:lnTo>
                  <a:pt x="715" y="895"/>
                </a:lnTo>
                <a:lnTo>
                  <a:pt x="718" y="895"/>
                </a:lnTo>
                <a:lnTo>
                  <a:pt x="721" y="895"/>
                </a:lnTo>
                <a:lnTo>
                  <a:pt x="724" y="895"/>
                </a:lnTo>
                <a:lnTo>
                  <a:pt x="728" y="895"/>
                </a:lnTo>
                <a:lnTo>
                  <a:pt x="730" y="895"/>
                </a:lnTo>
                <a:lnTo>
                  <a:pt x="734" y="895"/>
                </a:lnTo>
                <a:lnTo>
                  <a:pt x="737" y="895"/>
                </a:lnTo>
                <a:lnTo>
                  <a:pt x="740" y="895"/>
                </a:lnTo>
                <a:lnTo>
                  <a:pt x="743" y="895"/>
                </a:lnTo>
                <a:lnTo>
                  <a:pt x="747" y="895"/>
                </a:lnTo>
                <a:lnTo>
                  <a:pt x="751" y="895"/>
                </a:lnTo>
                <a:lnTo>
                  <a:pt x="754" y="895"/>
                </a:lnTo>
                <a:lnTo>
                  <a:pt x="759" y="895"/>
                </a:lnTo>
                <a:lnTo>
                  <a:pt x="763" y="895"/>
                </a:lnTo>
                <a:lnTo>
                  <a:pt x="766" y="895"/>
                </a:lnTo>
                <a:lnTo>
                  <a:pt x="770" y="895"/>
                </a:lnTo>
                <a:lnTo>
                  <a:pt x="773" y="895"/>
                </a:lnTo>
                <a:lnTo>
                  <a:pt x="777" y="893"/>
                </a:lnTo>
                <a:lnTo>
                  <a:pt x="779" y="893"/>
                </a:lnTo>
                <a:lnTo>
                  <a:pt x="783" y="893"/>
                </a:lnTo>
                <a:lnTo>
                  <a:pt x="785" y="893"/>
                </a:lnTo>
                <a:lnTo>
                  <a:pt x="788" y="893"/>
                </a:lnTo>
                <a:lnTo>
                  <a:pt x="790" y="892"/>
                </a:lnTo>
                <a:lnTo>
                  <a:pt x="793" y="892"/>
                </a:lnTo>
                <a:lnTo>
                  <a:pt x="795" y="892"/>
                </a:lnTo>
                <a:lnTo>
                  <a:pt x="797" y="891"/>
                </a:lnTo>
                <a:lnTo>
                  <a:pt x="799" y="891"/>
                </a:lnTo>
                <a:lnTo>
                  <a:pt x="801" y="890"/>
                </a:lnTo>
                <a:lnTo>
                  <a:pt x="803" y="889"/>
                </a:lnTo>
                <a:lnTo>
                  <a:pt x="806" y="887"/>
                </a:lnTo>
                <a:lnTo>
                  <a:pt x="807" y="886"/>
                </a:lnTo>
                <a:lnTo>
                  <a:pt x="809" y="885"/>
                </a:lnTo>
                <a:lnTo>
                  <a:pt x="812" y="884"/>
                </a:lnTo>
                <a:lnTo>
                  <a:pt x="814" y="881"/>
                </a:lnTo>
                <a:lnTo>
                  <a:pt x="817" y="880"/>
                </a:lnTo>
                <a:lnTo>
                  <a:pt x="819" y="878"/>
                </a:lnTo>
                <a:lnTo>
                  <a:pt x="821" y="875"/>
                </a:lnTo>
                <a:lnTo>
                  <a:pt x="824" y="873"/>
                </a:lnTo>
                <a:lnTo>
                  <a:pt x="827" y="871"/>
                </a:lnTo>
                <a:lnTo>
                  <a:pt x="830" y="867"/>
                </a:lnTo>
                <a:lnTo>
                  <a:pt x="833" y="865"/>
                </a:lnTo>
                <a:lnTo>
                  <a:pt x="837" y="861"/>
                </a:lnTo>
                <a:lnTo>
                  <a:pt x="841" y="857"/>
                </a:lnTo>
                <a:lnTo>
                  <a:pt x="844" y="854"/>
                </a:lnTo>
                <a:lnTo>
                  <a:pt x="848" y="849"/>
                </a:lnTo>
                <a:lnTo>
                  <a:pt x="851" y="845"/>
                </a:lnTo>
                <a:lnTo>
                  <a:pt x="856" y="842"/>
                </a:lnTo>
                <a:lnTo>
                  <a:pt x="860" y="838"/>
                </a:lnTo>
                <a:lnTo>
                  <a:pt x="862" y="835"/>
                </a:lnTo>
                <a:lnTo>
                  <a:pt x="866" y="831"/>
                </a:lnTo>
                <a:lnTo>
                  <a:pt x="868" y="829"/>
                </a:lnTo>
                <a:lnTo>
                  <a:pt x="872" y="825"/>
                </a:lnTo>
                <a:lnTo>
                  <a:pt x="874" y="823"/>
                </a:lnTo>
                <a:lnTo>
                  <a:pt x="875" y="820"/>
                </a:lnTo>
                <a:lnTo>
                  <a:pt x="878" y="818"/>
                </a:lnTo>
                <a:lnTo>
                  <a:pt x="880" y="815"/>
                </a:lnTo>
                <a:lnTo>
                  <a:pt x="881" y="813"/>
                </a:lnTo>
                <a:lnTo>
                  <a:pt x="884" y="811"/>
                </a:lnTo>
                <a:lnTo>
                  <a:pt x="885" y="809"/>
                </a:lnTo>
                <a:lnTo>
                  <a:pt x="886" y="807"/>
                </a:lnTo>
                <a:lnTo>
                  <a:pt x="887" y="805"/>
                </a:lnTo>
                <a:lnTo>
                  <a:pt x="887" y="802"/>
                </a:lnTo>
                <a:lnTo>
                  <a:pt x="889" y="801"/>
                </a:lnTo>
                <a:lnTo>
                  <a:pt x="890" y="799"/>
                </a:lnTo>
                <a:lnTo>
                  <a:pt x="890" y="796"/>
                </a:lnTo>
                <a:lnTo>
                  <a:pt x="891" y="794"/>
                </a:lnTo>
                <a:lnTo>
                  <a:pt x="891" y="791"/>
                </a:lnTo>
                <a:lnTo>
                  <a:pt x="891" y="789"/>
                </a:lnTo>
                <a:lnTo>
                  <a:pt x="892" y="787"/>
                </a:lnTo>
                <a:lnTo>
                  <a:pt x="892" y="784"/>
                </a:lnTo>
                <a:lnTo>
                  <a:pt x="892" y="781"/>
                </a:lnTo>
                <a:lnTo>
                  <a:pt x="892" y="778"/>
                </a:lnTo>
                <a:lnTo>
                  <a:pt x="892" y="775"/>
                </a:lnTo>
                <a:lnTo>
                  <a:pt x="892" y="772"/>
                </a:lnTo>
                <a:lnTo>
                  <a:pt x="892" y="769"/>
                </a:lnTo>
                <a:lnTo>
                  <a:pt x="892" y="764"/>
                </a:lnTo>
                <a:lnTo>
                  <a:pt x="892" y="760"/>
                </a:lnTo>
                <a:lnTo>
                  <a:pt x="892" y="757"/>
                </a:lnTo>
                <a:lnTo>
                  <a:pt x="892" y="752"/>
                </a:lnTo>
                <a:lnTo>
                  <a:pt x="892" y="748"/>
                </a:lnTo>
                <a:lnTo>
                  <a:pt x="892" y="746"/>
                </a:lnTo>
                <a:lnTo>
                  <a:pt x="892" y="742"/>
                </a:lnTo>
                <a:lnTo>
                  <a:pt x="892" y="739"/>
                </a:lnTo>
                <a:lnTo>
                  <a:pt x="892" y="736"/>
                </a:lnTo>
                <a:lnTo>
                  <a:pt x="892" y="734"/>
                </a:lnTo>
                <a:lnTo>
                  <a:pt x="892" y="731"/>
                </a:lnTo>
                <a:lnTo>
                  <a:pt x="892" y="729"/>
                </a:lnTo>
                <a:lnTo>
                  <a:pt x="892" y="727"/>
                </a:lnTo>
                <a:lnTo>
                  <a:pt x="892" y="724"/>
                </a:lnTo>
                <a:lnTo>
                  <a:pt x="892" y="722"/>
                </a:lnTo>
                <a:lnTo>
                  <a:pt x="892" y="719"/>
                </a:lnTo>
                <a:lnTo>
                  <a:pt x="892" y="717"/>
                </a:lnTo>
                <a:lnTo>
                  <a:pt x="892" y="716"/>
                </a:lnTo>
                <a:lnTo>
                  <a:pt x="892" y="713"/>
                </a:lnTo>
                <a:lnTo>
                  <a:pt x="892" y="711"/>
                </a:lnTo>
                <a:lnTo>
                  <a:pt x="892" y="709"/>
                </a:lnTo>
                <a:lnTo>
                  <a:pt x="892" y="707"/>
                </a:lnTo>
                <a:lnTo>
                  <a:pt x="892" y="705"/>
                </a:lnTo>
                <a:lnTo>
                  <a:pt x="892" y="703"/>
                </a:lnTo>
                <a:lnTo>
                  <a:pt x="892" y="700"/>
                </a:lnTo>
                <a:lnTo>
                  <a:pt x="892" y="698"/>
                </a:lnTo>
                <a:lnTo>
                  <a:pt x="892" y="694"/>
                </a:lnTo>
                <a:lnTo>
                  <a:pt x="892" y="692"/>
                </a:lnTo>
                <a:lnTo>
                  <a:pt x="892" y="689"/>
                </a:lnTo>
                <a:lnTo>
                  <a:pt x="892" y="686"/>
                </a:lnTo>
                <a:lnTo>
                  <a:pt x="892" y="682"/>
                </a:lnTo>
                <a:lnTo>
                  <a:pt x="892" y="679"/>
                </a:lnTo>
                <a:lnTo>
                  <a:pt x="892" y="675"/>
                </a:lnTo>
                <a:lnTo>
                  <a:pt x="892" y="671"/>
                </a:lnTo>
                <a:lnTo>
                  <a:pt x="892" y="667"/>
                </a:lnTo>
                <a:lnTo>
                  <a:pt x="892" y="663"/>
                </a:lnTo>
                <a:lnTo>
                  <a:pt x="892" y="659"/>
                </a:lnTo>
                <a:lnTo>
                  <a:pt x="892" y="656"/>
                </a:lnTo>
                <a:lnTo>
                  <a:pt x="892" y="652"/>
                </a:lnTo>
                <a:lnTo>
                  <a:pt x="892" y="649"/>
                </a:lnTo>
                <a:lnTo>
                  <a:pt x="892" y="646"/>
                </a:lnTo>
                <a:lnTo>
                  <a:pt x="892" y="643"/>
                </a:lnTo>
                <a:lnTo>
                  <a:pt x="892" y="639"/>
                </a:lnTo>
                <a:lnTo>
                  <a:pt x="892" y="635"/>
                </a:lnTo>
                <a:lnTo>
                  <a:pt x="892" y="632"/>
                </a:lnTo>
                <a:lnTo>
                  <a:pt x="892" y="628"/>
                </a:lnTo>
                <a:lnTo>
                  <a:pt x="892" y="623"/>
                </a:lnTo>
                <a:lnTo>
                  <a:pt x="892" y="619"/>
                </a:lnTo>
                <a:lnTo>
                  <a:pt x="892" y="615"/>
                </a:lnTo>
                <a:lnTo>
                  <a:pt x="892" y="609"/>
                </a:lnTo>
                <a:lnTo>
                  <a:pt x="892" y="604"/>
                </a:lnTo>
                <a:lnTo>
                  <a:pt x="892" y="598"/>
                </a:lnTo>
                <a:lnTo>
                  <a:pt x="892" y="592"/>
                </a:lnTo>
                <a:lnTo>
                  <a:pt x="892" y="585"/>
                </a:lnTo>
                <a:lnTo>
                  <a:pt x="892" y="578"/>
                </a:lnTo>
                <a:lnTo>
                  <a:pt x="892" y="569"/>
                </a:lnTo>
                <a:lnTo>
                  <a:pt x="892" y="561"/>
                </a:lnTo>
                <a:lnTo>
                  <a:pt x="892" y="551"/>
                </a:lnTo>
                <a:lnTo>
                  <a:pt x="892" y="542"/>
                </a:lnTo>
                <a:lnTo>
                  <a:pt x="892" y="531"/>
                </a:lnTo>
                <a:lnTo>
                  <a:pt x="892" y="519"/>
                </a:lnTo>
                <a:lnTo>
                  <a:pt x="892" y="507"/>
                </a:lnTo>
                <a:lnTo>
                  <a:pt x="892" y="494"/>
                </a:lnTo>
                <a:lnTo>
                  <a:pt x="892" y="479"/>
                </a:lnTo>
                <a:lnTo>
                  <a:pt x="892" y="464"/>
                </a:lnTo>
                <a:lnTo>
                  <a:pt x="892" y="447"/>
                </a:lnTo>
                <a:lnTo>
                  <a:pt x="892" y="431"/>
                </a:lnTo>
                <a:lnTo>
                  <a:pt x="892" y="416"/>
                </a:lnTo>
                <a:lnTo>
                  <a:pt x="892" y="401"/>
                </a:lnTo>
                <a:lnTo>
                  <a:pt x="892" y="388"/>
                </a:lnTo>
                <a:lnTo>
                  <a:pt x="892" y="376"/>
                </a:lnTo>
                <a:lnTo>
                  <a:pt x="892" y="364"/>
                </a:lnTo>
                <a:lnTo>
                  <a:pt x="892" y="353"/>
                </a:lnTo>
                <a:lnTo>
                  <a:pt x="892" y="344"/>
                </a:lnTo>
                <a:lnTo>
                  <a:pt x="892" y="334"/>
                </a:lnTo>
                <a:lnTo>
                  <a:pt x="892" y="326"/>
                </a:lnTo>
                <a:lnTo>
                  <a:pt x="892" y="317"/>
                </a:lnTo>
                <a:lnTo>
                  <a:pt x="892" y="310"/>
                </a:lnTo>
                <a:lnTo>
                  <a:pt x="892" y="303"/>
                </a:lnTo>
                <a:lnTo>
                  <a:pt x="892" y="297"/>
                </a:lnTo>
                <a:lnTo>
                  <a:pt x="892" y="291"/>
                </a:lnTo>
                <a:lnTo>
                  <a:pt x="892" y="286"/>
                </a:lnTo>
                <a:lnTo>
                  <a:pt x="892" y="280"/>
                </a:lnTo>
                <a:lnTo>
                  <a:pt x="892" y="275"/>
                </a:lnTo>
                <a:lnTo>
                  <a:pt x="892" y="272"/>
                </a:lnTo>
                <a:lnTo>
                  <a:pt x="892" y="267"/>
                </a:lnTo>
                <a:lnTo>
                  <a:pt x="892" y="263"/>
                </a:lnTo>
                <a:lnTo>
                  <a:pt x="892" y="260"/>
                </a:lnTo>
                <a:lnTo>
                  <a:pt x="892" y="256"/>
                </a:lnTo>
                <a:lnTo>
                  <a:pt x="892" y="253"/>
                </a:lnTo>
                <a:lnTo>
                  <a:pt x="892" y="249"/>
                </a:lnTo>
                <a:lnTo>
                  <a:pt x="892" y="247"/>
                </a:lnTo>
                <a:lnTo>
                  <a:pt x="892" y="243"/>
                </a:lnTo>
                <a:lnTo>
                  <a:pt x="892" y="239"/>
                </a:lnTo>
                <a:lnTo>
                  <a:pt x="892" y="236"/>
                </a:lnTo>
                <a:lnTo>
                  <a:pt x="892" y="232"/>
                </a:lnTo>
                <a:lnTo>
                  <a:pt x="892" y="229"/>
                </a:lnTo>
                <a:lnTo>
                  <a:pt x="892" y="224"/>
                </a:lnTo>
                <a:lnTo>
                  <a:pt x="892" y="220"/>
                </a:lnTo>
                <a:lnTo>
                  <a:pt x="892" y="217"/>
                </a:lnTo>
                <a:lnTo>
                  <a:pt x="892" y="213"/>
                </a:lnTo>
                <a:lnTo>
                  <a:pt x="892" y="209"/>
                </a:lnTo>
                <a:lnTo>
                  <a:pt x="892" y="206"/>
                </a:lnTo>
                <a:lnTo>
                  <a:pt x="892" y="203"/>
                </a:lnTo>
                <a:lnTo>
                  <a:pt x="892" y="201"/>
                </a:lnTo>
                <a:lnTo>
                  <a:pt x="892" y="197"/>
                </a:lnTo>
                <a:lnTo>
                  <a:pt x="892" y="195"/>
                </a:lnTo>
                <a:lnTo>
                  <a:pt x="892" y="193"/>
                </a:lnTo>
                <a:lnTo>
                  <a:pt x="892" y="190"/>
                </a:lnTo>
                <a:lnTo>
                  <a:pt x="892" y="188"/>
                </a:lnTo>
                <a:lnTo>
                  <a:pt x="892" y="187"/>
                </a:lnTo>
                <a:lnTo>
                  <a:pt x="892" y="184"/>
                </a:lnTo>
                <a:lnTo>
                  <a:pt x="892" y="182"/>
                </a:lnTo>
                <a:lnTo>
                  <a:pt x="892" y="179"/>
                </a:lnTo>
                <a:lnTo>
                  <a:pt x="892" y="177"/>
                </a:lnTo>
                <a:lnTo>
                  <a:pt x="892" y="176"/>
                </a:lnTo>
                <a:lnTo>
                  <a:pt x="892" y="173"/>
                </a:lnTo>
                <a:lnTo>
                  <a:pt x="892" y="171"/>
                </a:lnTo>
                <a:lnTo>
                  <a:pt x="892" y="168"/>
                </a:lnTo>
                <a:lnTo>
                  <a:pt x="892" y="166"/>
                </a:lnTo>
                <a:lnTo>
                  <a:pt x="892" y="164"/>
                </a:lnTo>
                <a:lnTo>
                  <a:pt x="892" y="161"/>
                </a:lnTo>
                <a:lnTo>
                  <a:pt x="892" y="159"/>
                </a:lnTo>
                <a:lnTo>
                  <a:pt x="892" y="156"/>
                </a:lnTo>
                <a:lnTo>
                  <a:pt x="892" y="153"/>
                </a:lnTo>
                <a:lnTo>
                  <a:pt x="892" y="149"/>
                </a:lnTo>
                <a:lnTo>
                  <a:pt x="892" y="147"/>
                </a:lnTo>
                <a:lnTo>
                  <a:pt x="892" y="143"/>
                </a:lnTo>
                <a:lnTo>
                  <a:pt x="892" y="138"/>
                </a:lnTo>
                <a:lnTo>
                  <a:pt x="892" y="135"/>
                </a:lnTo>
                <a:lnTo>
                  <a:pt x="892" y="131"/>
                </a:lnTo>
                <a:lnTo>
                  <a:pt x="892" y="126"/>
                </a:lnTo>
                <a:lnTo>
                  <a:pt x="892" y="123"/>
                </a:lnTo>
                <a:lnTo>
                  <a:pt x="892" y="120"/>
                </a:lnTo>
                <a:lnTo>
                  <a:pt x="892" y="117"/>
                </a:lnTo>
                <a:lnTo>
                  <a:pt x="892" y="114"/>
                </a:lnTo>
                <a:lnTo>
                  <a:pt x="892" y="111"/>
                </a:lnTo>
                <a:lnTo>
                  <a:pt x="892" y="108"/>
                </a:lnTo>
                <a:lnTo>
                  <a:pt x="891" y="106"/>
                </a:lnTo>
                <a:lnTo>
                  <a:pt x="891" y="104"/>
                </a:lnTo>
                <a:lnTo>
                  <a:pt x="891" y="101"/>
                </a:lnTo>
                <a:lnTo>
                  <a:pt x="890" y="99"/>
                </a:lnTo>
                <a:lnTo>
                  <a:pt x="890" y="96"/>
                </a:lnTo>
                <a:lnTo>
                  <a:pt x="889" y="94"/>
                </a:lnTo>
                <a:lnTo>
                  <a:pt x="887" y="93"/>
                </a:lnTo>
                <a:lnTo>
                  <a:pt x="887" y="90"/>
                </a:lnTo>
                <a:lnTo>
                  <a:pt x="886" y="88"/>
                </a:lnTo>
                <a:lnTo>
                  <a:pt x="885" y="86"/>
                </a:lnTo>
                <a:lnTo>
                  <a:pt x="884" y="84"/>
                </a:lnTo>
                <a:lnTo>
                  <a:pt x="881" y="82"/>
                </a:lnTo>
                <a:lnTo>
                  <a:pt x="880" y="80"/>
                </a:lnTo>
                <a:lnTo>
                  <a:pt x="878" y="77"/>
                </a:lnTo>
                <a:lnTo>
                  <a:pt x="875" y="75"/>
                </a:lnTo>
                <a:lnTo>
                  <a:pt x="874" y="72"/>
                </a:lnTo>
                <a:lnTo>
                  <a:pt x="872" y="69"/>
                </a:lnTo>
                <a:lnTo>
                  <a:pt x="868" y="66"/>
                </a:lnTo>
                <a:lnTo>
                  <a:pt x="866" y="64"/>
                </a:lnTo>
                <a:lnTo>
                  <a:pt x="862" y="60"/>
                </a:lnTo>
                <a:lnTo>
                  <a:pt x="860" y="57"/>
                </a:lnTo>
                <a:lnTo>
                  <a:pt x="856" y="53"/>
                </a:lnTo>
                <a:lnTo>
                  <a:pt x="851" y="50"/>
                </a:lnTo>
                <a:lnTo>
                  <a:pt x="848" y="46"/>
                </a:lnTo>
                <a:lnTo>
                  <a:pt x="844" y="41"/>
                </a:lnTo>
                <a:lnTo>
                  <a:pt x="841" y="38"/>
                </a:lnTo>
                <a:lnTo>
                  <a:pt x="837" y="34"/>
                </a:lnTo>
                <a:lnTo>
                  <a:pt x="833" y="30"/>
                </a:lnTo>
                <a:lnTo>
                  <a:pt x="830" y="28"/>
                </a:lnTo>
                <a:lnTo>
                  <a:pt x="827" y="24"/>
                </a:lnTo>
                <a:lnTo>
                  <a:pt x="824" y="22"/>
                </a:lnTo>
                <a:lnTo>
                  <a:pt x="821" y="20"/>
                </a:lnTo>
                <a:lnTo>
                  <a:pt x="819" y="17"/>
                </a:lnTo>
                <a:lnTo>
                  <a:pt x="817" y="16"/>
                </a:lnTo>
                <a:lnTo>
                  <a:pt x="814" y="14"/>
                </a:lnTo>
                <a:lnTo>
                  <a:pt x="812" y="12"/>
                </a:lnTo>
                <a:lnTo>
                  <a:pt x="809" y="10"/>
                </a:lnTo>
                <a:lnTo>
                  <a:pt x="807" y="9"/>
                </a:lnTo>
                <a:lnTo>
                  <a:pt x="806" y="8"/>
                </a:lnTo>
                <a:lnTo>
                  <a:pt x="803" y="6"/>
                </a:lnTo>
                <a:lnTo>
                  <a:pt x="801" y="5"/>
                </a:lnTo>
                <a:lnTo>
                  <a:pt x="799" y="5"/>
                </a:lnTo>
                <a:lnTo>
                  <a:pt x="797" y="4"/>
                </a:lnTo>
                <a:lnTo>
                  <a:pt x="795" y="3"/>
                </a:lnTo>
                <a:lnTo>
                  <a:pt x="793" y="3"/>
                </a:lnTo>
                <a:lnTo>
                  <a:pt x="790" y="3"/>
                </a:lnTo>
                <a:lnTo>
                  <a:pt x="788" y="2"/>
                </a:lnTo>
                <a:lnTo>
                  <a:pt x="785" y="2"/>
                </a:lnTo>
                <a:lnTo>
                  <a:pt x="783" y="2"/>
                </a:lnTo>
                <a:lnTo>
                  <a:pt x="779" y="2"/>
                </a:lnTo>
                <a:lnTo>
                  <a:pt x="777" y="2"/>
                </a:lnTo>
                <a:lnTo>
                  <a:pt x="773" y="2"/>
                </a:lnTo>
                <a:lnTo>
                  <a:pt x="770" y="0"/>
                </a:lnTo>
                <a:lnTo>
                  <a:pt x="766" y="0"/>
                </a:lnTo>
                <a:lnTo>
                  <a:pt x="763" y="0"/>
                </a:lnTo>
                <a:lnTo>
                  <a:pt x="759" y="0"/>
                </a:lnTo>
                <a:lnTo>
                  <a:pt x="754" y="0"/>
                </a:lnTo>
                <a:lnTo>
                  <a:pt x="751" y="0"/>
                </a:lnTo>
                <a:lnTo>
                  <a:pt x="747" y="0"/>
                </a:lnTo>
                <a:lnTo>
                  <a:pt x="743" y="0"/>
                </a:lnTo>
                <a:lnTo>
                  <a:pt x="741" y="0"/>
                </a:lnTo>
                <a:lnTo>
                  <a:pt x="737" y="0"/>
                </a:lnTo>
                <a:lnTo>
                  <a:pt x="734" y="0"/>
                </a:lnTo>
                <a:lnTo>
                  <a:pt x="731" y="0"/>
                </a:lnTo>
                <a:lnTo>
                  <a:pt x="729" y="0"/>
                </a:lnTo>
                <a:lnTo>
                  <a:pt x="725" y="0"/>
                </a:lnTo>
                <a:lnTo>
                  <a:pt x="723" y="0"/>
                </a:lnTo>
                <a:lnTo>
                  <a:pt x="721" y="0"/>
                </a:lnTo>
                <a:lnTo>
                  <a:pt x="717" y="0"/>
                </a:lnTo>
                <a:lnTo>
                  <a:pt x="715" y="0"/>
                </a:lnTo>
                <a:lnTo>
                  <a:pt x="711" y="0"/>
                </a:lnTo>
                <a:lnTo>
                  <a:pt x="709" y="0"/>
                </a:lnTo>
                <a:lnTo>
                  <a:pt x="705" y="0"/>
                </a:lnTo>
                <a:lnTo>
                  <a:pt x="701" y="0"/>
                </a:lnTo>
                <a:lnTo>
                  <a:pt x="698" y="0"/>
                </a:lnTo>
                <a:lnTo>
                  <a:pt x="694" y="0"/>
                </a:lnTo>
                <a:lnTo>
                  <a:pt x="691" y="0"/>
                </a:lnTo>
                <a:lnTo>
                  <a:pt x="686" y="0"/>
                </a:lnTo>
                <a:lnTo>
                  <a:pt x="682" y="0"/>
                </a:lnTo>
                <a:lnTo>
                  <a:pt x="677" y="0"/>
                </a:lnTo>
                <a:lnTo>
                  <a:pt x="671" y="0"/>
                </a:lnTo>
                <a:lnTo>
                  <a:pt x="667" y="0"/>
                </a:lnTo>
                <a:lnTo>
                  <a:pt x="661" y="0"/>
                </a:lnTo>
                <a:lnTo>
                  <a:pt x="655" y="0"/>
                </a:lnTo>
                <a:lnTo>
                  <a:pt x="647" y="0"/>
                </a:lnTo>
                <a:lnTo>
                  <a:pt x="640" y="0"/>
                </a:lnTo>
                <a:lnTo>
                  <a:pt x="633" y="0"/>
                </a:lnTo>
                <a:lnTo>
                  <a:pt x="625" y="0"/>
                </a:lnTo>
                <a:lnTo>
                  <a:pt x="616" y="0"/>
                </a:lnTo>
                <a:lnTo>
                  <a:pt x="609" y="0"/>
                </a:lnTo>
                <a:lnTo>
                  <a:pt x="602" y="0"/>
                </a:lnTo>
                <a:lnTo>
                  <a:pt x="595" y="0"/>
                </a:lnTo>
                <a:lnTo>
                  <a:pt x="589" y="0"/>
                </a:lnTo>
                <a:lnTo>
                  <a:pt x="583" y="0"/>
                </a:lnTo>
                <a:lnTo>
                  <a:pt x="578" y="0"/>
                </a:lnTo>
                <a:lnTo>
                  <a:pt x="572" y="0"/>
                </a:lnTo>
                <a:lnTo>
                  <a:pt x="567" y="0"/>
                </a:lnTo>
                <a:lnTo>
                  <a:pt x="563" y="0"/>
                </a:lnTo>
                <a:lnTo>
                  <a:pt x="559" y="0"/>
                </a:lnTo>
                <a:lnTo>
                  <a:pt x="555" y="0"/>
                </a:lnTo>
                <a:lnTo>
                  <a:pt x="551" y="0"/>
                </a:lnTo>
                <a:lnTo>
                  <a:pt x="548" y="0"/>
                </a:lnTo>
                <a:lnTo>
                  <a:pt x="544" y="0"/>
                </a:lnTo>
                <a:lnTo>
                  <a:pt x="541" y="0"/>
                </a:lnTo>
                <a:lnTo>
                  <a:pt x="538" y="0"/>
                </a:lnTo>
                <a:lnTo>
                  <a:pt x="535" y="0"/>
                </a:lnTo>
                <a:lnTo>
                  <a:pt x="532" y="0"/>
                </a:lnTo>
                <a:lnTo>
                  <a:pt x="530" y="0"/>
                </a:lnTo>
                <a:lnTo>
                  <a:pt x="526" y="0"/>
                </a:lnTo>
                <a:lnTo>
                  <a:pt x="524" y="0"/>
                </a:lnTo>
                <a:lnTo>
                  <a:pt x="521" y="0"/>
                </a:lnTo>
                <a:lnTo>
                  <a:pt x="518" y="0"/>
                </a:lnTo>
                <a:lnTo>
                  <a:pt x="515" y="0"/>
                </a:lnTo>
                <a:lnTo>
                  <a:pt x="512" y="0"/>
                </a:lnTo>
                <a:lnTo>
                  <a:pt x="509" y="0"/>
                </a:lnTo>
                <a:lnTo>
                  <a:pt x="506" y="0"/>
                </a:lnTo>
                <a:lnTo>
                  <a:pt x="502" y="0"/>
                </a:lnTo>
                <a:lnTo>
                  <a:pt x="499" y="0"/>
                </a:lnTo>
                <a:lnTo>
                  <a:pt x="495" y="0"/>
                </a:lnTo>
                <a:lnTo>
                  <a:pt x="490" y="0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28" name="Rectangle 84">
            <a:extLst>
              <a:ext uri="{FF2B5EF4-FFF2-40B4-BE49-F238E27FC236}">
                <a16:creationId xmlns:a16="http://schemas.microsoft.com/office/drawing/2014/main" id="{72DF7127-132D-4871-BAC3-F0B7C32C08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9688" y="55356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29" name="Freeform 85">
            <a:extLst>
              <a:ext uri="{FF2B5EF4-FFF2-40B4-BE49-F238E27FC236}">
                <a16:creationId xmlns:a16="http://schemas.microsoft.com/office/drawing/2014/main" id="{D0CC4B2D-1742-4CB8-8CC3-3A5349365980}"/>
              </a:ext>
            </a:extLst>
          </p:cNvPr>
          <p:cNvSpPr>
            <a:spLocks/>
          </p:cNvSpPr>
          <p:nvPr/>
        </p:nvSpPr>
        <p:spPr bwMode="auto">
          <a:xfrm>
            <a:off x="4803775" y="4816475"/>
            <a:ext cx="157163" cy="568325"/>
          </a:xfrm>
          <a:custGeom>
            <a:avLst/>
            <a:gdLst>
              <a:gd name="T0" fmla="*/ 0 w 240"/>
              <a:gd name="T1" fmla="*/ 2147483646 h 864"/>
              <a:gd name="T2" fmla="*/ 2147483646 w 240"/>
              <a:gd name="T3" fmla="*/ 2147483646 h 864"/>
              <a:gd name="T4" fmla="*/ 2147483646 w 240"/>
              <a:gd name="T5" fmla="*/ 2147483646 h 864"/>
              <a:gd name="T6" fmla="*/ 2147483646 w 240"/>
              <a:gd name="T7" fmla="*/ 2147483646 h 864"/>
              <a:gd name="T8" fmla="*/ 2147483646 w 240"/>
              <a:gd name="T9" fmla="*/ 2147483646 h 864"/>
              <a:gd name="T10" fmla="*/ 2147483646 w 240"/>
              <a:gd name="T11" fmla="*/ 2147483646 h 864"/>
              <a:gd name="T12" fmla="*/ 2147483646 w 240"/>
              <a:gd name="T13" fmla="*/ 2147483646 h 864"/>
              <a:gd name="T14" fmla="*/ 2147483646 w 240"/>
              <a:gd name="T15" fmla="*/ 2147483646 h 864"/>
              <a:gd name="T16" fmla="*/ 2147483646 w 240"/>
              <a:gd name="T17" fmla="*/ 2147483646 h 864"/>
              <a:gd name="T18" fmla="*/ 2147483646 w 240"/>
              <a:gd name="T19" fmla="*/ 2147483646 h 864"/>
              <a:gd name="T20" fmla="*/ 2147483646 w 240"/>
              <a:gd name="T21" fmla="*/ 0 h 864"/>
              <a:gd name="T22" fmla="*/ 2147483646 w 240"/>
              <a:gd name="T23" fmla="*/ 0 h 864"/>
              <a:gd name="T24" fmla="*/ 2147483646 w 240"/>
              <a:gd name="T25" fmla="*/ 2147483646 h 864"/>
              <a:gd name="T26" fmla="*/ 2147483646 w 240"/>
              <a:gd name="T27" fmla="*/ 2147483646 h 864"/>
              <a:gd name="T28" fmla="*/ 2147483646 w 240"/>
              <a:gd name="T29" fmla="*/ 2147483646 h 864"/>
              <a:gd name="T30" fmla="*/ 2147483646 w 240"/>
              <a:gd name="T31" fmla="*/ 2147483646 h 864"/>
              <a:gd name="T32" fmla="*/ 2147483646 w 240"/>
              <a:gd name="T33" fmla="*/ 2147483646 h 864"/>
              <a:gd name="T34" fmla="*/ 2147483646 w 240"/>
              <a:gd name="T35" fmla="*/ 2147483646 h 864"/>
              <a:gd name="T36" fmla="*/ 2147483646 w 240"/>
              <a:gd name="T37" fmla="*/ 2147483646 h 864"/>
              <a:gd name="T38" fmla="*/ 2147483646 w 240"/>
              <a:gd name="T39" fmla="*/ 2147483646 h 864"/>
              <a:gd name="T40" fmla="*/ 2147483646 w 240"/>
              <a:gd name="T41" fmla="*/ 2147483646 h 864"/>
              <a:gd name="T42" fmla="*/ 2147483646 w 240"/>
              <a:gd name="T43" fmla="*/ 2147483646 h 864"/>
              <a:gd name="T44" fmla="*/ 2147483646 w 240"/>
              <a:gd name="T45" fmla="*/ 2147483646 h 864"/>
              <a:gd name="T46" fmla="*/ 2147483646 w 240"/>
              <a:gd name="T47" fmla="*/ 2147483646 h 864"/>
              <a:gd name="T48" fmla="*/ 2147483646 w 240"/>
              <a:gd name="T49" fmla="*/ 2147483646 h 864"/>
              <a:gd name="T50" fmla="*/ 2147483646 w 240"/>
              <a:gd name="T51" fmla="*/ 2147483646 h 864"/>
              <a:gd name="T52" fmla="*/ 2147483646 w 240"/>
              <a:gd name="T53" fmla="*/ 2147483646 h 864"/>
              <a:gd name="T54" fmla="*/ 2147483646 w 240"/>
              <a:gd name="T55" fmla="*/ 2147483646 h 864"/>
              <a:gd name="T56" fmla="*/ 2147483646 w 240"/>
              <a:gd name="T57" fmla="*/ 2147483646 h 864"/>
              <a:gd name="T58" fmla="*/ 2147483646 w 240"/>
              <a:gd name="T59" fmla="*/ 2147483646 h 864"/>
              <a:gd name="T60" fmla="*/ 2147483646 w 240"/>
              <a:gd name="T61" fmla="*/ 2147483646 h 864"/>
              <a:gd name="T62" fmla="*/ 2147483646 w 240"/>
              <a:gd name="T63" fmla="*/ 2147483646 h 864"/>
              <a:gd name="T64" fmla="*/ 2147483646 w 240"/>
              <a:gd name="T65" fmla="*/ 2147483646 h 864"/>
              <a:gd name="T66" fmla="*/ 2147483646 w 240"/>
              <a:gd name="T67" fmla="*/ 2147483646 h 864"/>
              <a:gd name="T68" fmla="*/ 2147483646 w 240"/>
              <a:gd name="T69" fmla="*/ 2147483646 h 864"/>
              <a:gd name="T70" fmla="*/ 2147483646 w 240"/>
              <a:gd name="T71" fmla="*/ 2147483646 h 864"/>
              <a:gd name="T72" fmla="*/ 2147483646 w 240"/>
              <a:gd name="T73" fmla="*/ 2147483646 h 864"/>
              <a:gd name="T74" fmla="*/ 2147483646 w 240"/>
              <a:gd name="T75" fmla="*/ 2147483646 h 864"/>
              <a:gd name="T76" fmla="*/ 2147483646 w 240"/>
              <a:gd name="T77" fmla="*/ 2147483646 h 864"/>
              <a:gd name="T78" fmla="*/ 2147483646 w 240"/>
              <a:gd name="T79" fmla="*/ 2147483646 h 864"/>
              <a:gd name="T80" fmla="*/ 2147483646 w 240"/>
              <a:gd name="T81" fmla="*/ 2147483646 h 864"/>
              <a:gd name="T82" fmla="*/ 2147483646 w 240"/>
              <a:gd name="T83" fmla="*/ 2147483646 h 864"/>
              <a:gd name="T84" fmla="*/ 2147483646 w 240"/>
              <a:gd name="T85" fmla="*/ 2147483646 h 864"/>
              <a:gd name="T86" fmla="*/ 2147483646 w 240"/>
              <a:gd name="T87" fmla="*/ 2147483646 h 864"/>
              <a:gd name="T88" fmla="*/ 0 w 240"/>
              <a:gd name="T89" fmla="*/ 2147483646 h 86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40" h="864">
                <a:moveTo>
                  <a:pt x="0" y="736"/>
                </a:moveTo>
                <a:lnTo>
                  <a:pt x="0" y="127"/>
                </a:lnTo>
                <a:lnTo>
                  <a:pt x="0" y="121"/>
                </a:lnTo>
                <a:lnTo>
                  <a:pt x="1" y="114"/>
                </a:lnTo>
                <a:lnTo>
                  <a:pt x="1" y="108"/>
                </a:lnTo>
                <a:lnTo>
                  <a:pt x="2" y="102"/>
                </a:lnTo>
                <a:lnTo>
                  <a:pt x="3" y="96"/>
                </a:lnTo>
                <a:lnTo>
                  <a:pt x="6" y="90"/>
                </a:lnTo>
                <a:lnTo>
                  <a:pt x="8" y="84"/>
                </a:lnTo>
                <a:lnTo>
                  <a:pt x="9" y="78"/>
                </a:lnTo>
                <a:lnTo>
                  <a:pt x="13" y="72"/>
                </a:lnTo>
                <a:lnTo>
                  <a:pt x="15" y="67"/>
                </a:lnTo>
                <a:lnTo>
                  <a:pt x="18" y="61"/>
                </a:lnTo>
                <a:lnTo>
                  <a:pt x="21" y="56"/>
                </a:lnTo>
                <a:lnTo>
                  <a:pt x="25" y="52"/>
                </a:lnTo>
                <a:lnTo>
                  <a:pt x="29" y="47"/>
                </a:lnTo>
                <a:lnTo>
                  <a:pt x="33" y="42"/>
                </a:lnTo>
                <a:lnTo>
                  <a:pt x="37" y="37"/>
                </a:lnTo>
                <a:lnTo>
                  <a:pt x="42" y="32"/>
                </a:lnTo>
                <a:lnTo>
                  <a:pt x="47" y="29"/>
                </a:lnTo>
                <a:lnTo>
                  <a:pt x="51" y="25"/>
                </a:lnTo>
                <a:lnTo>
                  <a:pt x="56" y="22"/>
                </a:lnTo>
                <a:lnTo>
                  <a:pt x="61" y="18"/>
                </a:lnTo>
                <a:lnTo>
                  <a:pt x="67" y="16"/>
                </a:lnTo>
                <a:lnTo>
                  <a:pt x="72" y="12"/>
                </a:lnTo>
                <a:lnTo>
                  <a:pt x="78" y="10"/>
                </a:lnTo>
                <a:lnTo>
                  <a:pt x="84" y="7"/>
                </a:lnTo>
                <a:lnTo>
                  <a:pt x="90" y="6"/>
                </a:lnTo>
                <a:lnTo>
                  <a:pt x="96" y="4"/>
                </a:lnTo>
                <a:lnTo>
                  <a:pt x="102" y="2"/>
                </a:lnTo>
                <a:lnTo>
                  <a:pt x="108" y="1"/>
                </a:lnTo>
                <a:lnTo>
                  <a:pt x="115" y="0"/>
                </a:lnTo>
                <a:lnTo>
                  <a:pt x="121" y="0"/>
                </a:lnTo>
                <a:lnTo>
                  <a:pt x="127" y="0"/>
                </a:lnTo>
                <a:lnTo>
                  <a:pt x="113" y="0"/>
                </a:lnTo>
                <a:lnTo>
                  <a:pt x="119" y="0"/>
                </a:lnTo>
                <a:lnTo>
                  <a:pt x="126" y="0"/>
                </a:lnTo>
                <a:lnTo>
                  <a:pt x="132" y="1"/>
                </a:lnTo>
                <a:lnTo>
                  <a:pt x="138" y="2"/>
                </a:lnTo>
                <a:lnTo>
                  <a:pt x="144" y="4"/>
                </a:lnTo>
                <a:lnTo>
                  <a:pt x="150" y="6"/>
                </a:lnTo>
                <a:lnTo>
                  <a:pt x="156" y="7"/>
                </a:lnTo>
                <a:lnTo>
                  <a:pt x="162" y="10"/>
                </a:lnTo>
                <a:lnTo>
                  <a:pt x="168" y="12"/>
                </a:lnTo>
                <a:lnTo>
                  <a:pt x="173" y="16"/>
                </a:lnTo>
                <a:lnTo>
                  <a:pt x="179" y="18"/>
                </a:lnTo>
                <a:lnTo>
                  <a:pt x="183" y="22"/>
                </a:lnTo>
                <a:lnTo>
                  <a:pt x="188" y="25"/>
                </a:lnTo>
                <a:lnTo>
                  <a:pt x="193" y="29"/>
                </a:lnTo>
                <a:lnTo>
                  <a:pt x="198" y="32"/>
                </a:lnTo>
                <a:lnTo>
                  <a:pt x="203" y="37"/>
                </a:lnTo>
                <a:lnTo>
                  <a:pt x="206" y="42"/>
                </a:lnTo>
                <a:lnTo>
                  <a:pt x="211" y="47"/>
                </a:lnTo>
                <a:lnTo>
                  <a:pt x="215" y="52"/>
                </a:lnTo>
                <a:lnTo>
                  <a:pt x="218" y="56"/>
                </a:lnTo>
                <a:lnTo>
                  <a:pt x="222" y="61"/>
                </a:lnTo>
                <a:lnTo>
                  <a:pt x="224" y="67"/>
                </a:lnTo>
                <a:lnTo>
                  <a:pt x="228" y="72"/>
                </a:lnTo>
                <a:lnTo>
                  <a:pt x="230" y="78"/>
                </a:lnTo>
                <a:lnTo>
                  <a:pt x="233" y="84"/>
                </a:lnTo>
                <a:lnTo>
                  <a:pt x="234" y="90"/>
                </a:lnTo>
                <a:lnTo>
                  <a:pt x="236" y="96"/>
                </a:lnTo>
                <a:lnTo>
                  <a:pt x="237" y="102"/>
                </a:lnTo>
                <a:lnTo>
                  <a:pt x="239" y="108"/>
                </a:lnTo>
                <a:lnTo>
                  <a:pt x="240" y="114"/>
                </a:lnTo>
                <a:lnTo>
                  <a:pt x="240" y="121"/>
                </a:lnTo>
                <a:lnTo>
                  <a:pt x="240" y="127"/>
                </a:lnTo>
                <a:lnTo>
                  <a:pt x="240" y="736"/>
                </a:lnTo>
                <a:lnTo>
                  <a:pt x="240" y="743"/>
                </a:lnTo>
                <a:lnTo>
                  <a:pt x="240" y="749"/>
                </a:lnTo>
                <a:lnTo>
                  <a:pt x="239" y="756"/>
                </a:lnTo>
                <a:lnTo>
                  <a:pt x="237" y="762"/>
                </a:lnTo>
                <a:lnTo>
                  <a:pt x="236" y="768"/>
                </a:lnTo>
                <a:lnTo>
                  <a:pt x="234" y="774"/>
                </a:lnTo>
                <a:lnTo>
                  <a:pt x="233" y="780"/>
                </a:lnTo>
                <a:lnTo>
                  <a:pt x="230" y="786"/>
                </a:lnTo>
                <a:lnTo>
                  <a:pt x="228" y="792"/>
                </a:lnTo>
                <a:lnTo>
                  <a:pt x="224" y="797"/>
                </a:lnTo>
                <a:lnTo>
                  <a:pt x="222" y="803"/>
                </a:lnTo>
                <a:lnTo>
                  <a:pt x="218" y="808"/>
                </a:lnTo>
                <a:lnTo>
                  <a:pt x="215" y="813"/>
                </a:lnTo>
                <a:lnTo>
                  <a:pt x="211" y="817"/>
                </a:lnTo>
                <a:lnTo>
                  <a:pt x="206" y="822"/>
                </a:lnTo>
                <a:lnTo>
                  <a:pt x="203" y="827"/>
                </a:lnTo>
                <a:lnTo>
                  <a:pt x="198" y="831"/>
                </a:lnTo>
                <a:lnTo>
                  <a:pt x="193" y="835"/>
                </a:lnTo>
                <a:lnTo>
                  <a:pt x="188" y="839"/>
                </a:lnTo>
                <a:lnTo>
                  <a:pt x="183" y="843"/>
                </a:lnTo>
                <a:lnTo>
                  <a:pt x="179" y="845"/>
                </a:lnTo>
                <a:lnTo>
                  <a:pt x="173" y="849"/>
                </a:lnTo>
                <a:lnTo>
                  <a:pt x="168" y="851"/>
                </a:lnTo>
                <a:lnTo>
                  <a:pt x="162" y="853"/>
                </a:lnTo>
                <a:lnTo>
                  <a:pt x="156" y="856"/>
                </a:lnTo>
                <a:lnTo>
                  <a:pt x="150" y="858"/>
                </a:lnTo>
                <a:lnTo>
                  <a:pt x="144" y="859"/>
                </a:lnTo>
                <a:lnTo>
                  <a:pt x="138" y="862"/>
                </a:lnTo>
                <a:lnTo>
                  <a:pt x="132" y="863"/>
                </a:lnTo>
                <a:lnTo>
                  <a:pt x="126" y="863"/>
                </a:lnTo>
                <a:lnTo>
                  <a:pt x="119" y="864"/>
                </a:lnTo>
                <a:lnTo>
                  <a:pt x="113" y="864"/>
                </a:lnTo>
                <a:lnTo>
                  <a:pt x="127" y="864"/>
                </a:lnTo>
                <a:lnTo>
                  <a:pt x="121" y="864"/>
                </a:lnTo>
                <a:lnTo>
                  <a:pt x="115" y="863"/>
                </a:lnTo>
                <a:lnTo>
                  <a:pt x="108" y="863"/>
                </a:lnTo>
                <a:lnTo>
                  <a:pt x="102" y="862"/>
                </a:lnTo>
                <a:lnTo>
                  <a:pt x="96" y="859"/>
                </a:lnTo>
                <a:lnTo>
                  <a:pt x="90" y="858"/>
                </a:lnTo>
                <a:lnTo>
                  <a:pt x="84" y="856"/>
                </a:lnTo>
                <a:lnTo>
                  <a:pt x="78" y="853"/>
                </a:lnTo>
                <a:lnTo>
                  <a:pt x="72" y="851"/>
                </a:lnTo>
                <a:lnTo>
                  <a:pt x="67" y="849"/>
                </a:lnTo>
                <a:lnTo>
                  <a:pt x="61" y="845"/>
                </a:lnTo>
                <a:lnTo>
                  <a:pt x="56" y="843"/>
                </a:lnTo>
                <a:lnTo>
                  <a:pt x="51" y="839"/>
                </a:lnTo>
                <a:lnTo>
                  <a:pt x="47" y="835"/>
                </a:lnTo>
                <a:lnTo>
                  <a:pt x="42" y="831"/>
                </a:lnTo>
                <a:lnTo>
                  <a:pt x="37" y="827"/>
                </a:lnTo>
                <a:lnTo>
                  <a:pt x="33" y="822"/>
                </a:lnTo>
                <a:lnTo>
                  <a:pt x="29" y="817"/>
                </a:lnTo>
                <a:lnTo>
                  <a:pt x="25" y="813"/>
                </a:lnTo>
                <a:lnTo>
                  <a:pt x="21" y="808"/>
                </a:lnTo>
                <a:lnTo>
                  <a:pt x="18" y="803"/>
                </a:lnTo>
                <a:lnTo>
                  <a:pt x="15" y="797"/>
                </a:lnTo>
                <a:lnTo>
                  <a:pt x="13" y="792"/>
                </a:lnTo>
                <a:lnTo>
                  <a:pt x="9" y="786"/>
                </a:lnTo>
                <a:lnTo>
                  <a:pt x="8" y="780"/>
                </a:lnTo>
                <a:lnTo>
                  <a:pt x="6" y="774"/>
                </a:lnTo>
                <a:lnTo>
                  <a:pt x="3" y="768"/>
                </a:lnTo>
                <a:lnTo>
                  <a:pt x="2" y="762"/>
                </a:lnTo>
                <a:lnTo>
                  <a:pt x="1" y="756"/>
                </a:lnTo>
                <a:lnTo>
                  <a:pt x="1" y="749"/>
                </a:lnTo>
                <a:lnTo>
                  <a:pt x="0" y="743"/>
                </a:lnTo>
                <a:lnTo>
                  <a:pt x="0" y="736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0" name="Rectangle 86">
            <a:extLst>
              <a:ext uri="{FF2B5EF4-FFF2-40B4-BE49-F238E27FC236}">
                <a16:creationId xmlns:a16="http://schemas.microsoft.com/office/drawing/2014/main" id="{A6036CE2-3D42-4AFD-8730-6BAF70166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6438" y="48641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1" name="Rectangle 87">
            <a:extLst>
              <a:ext uri="{FF2B5EF4-FFF2-40B4-BE49-F238E27FC236}">
                <a16:creationId xmlns:a16="http://schemas.microsoft.com/office/drawing/2014/main" id="{520D73D5-13CB-4683-92F5-376216071C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9888" y="48641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2" name="Freeform 88">
            <a:extLst>
              <a:ext uri="{FF2B5EF4-FFF2-40B4-BE49-F238E27FC236}">
                <a16:creationId xmlns:a16="http://schemas.microsoft.com/office/drawing/2014/main" id="{45D96874-2153-4769-9B0F-632672B39DFF}"/>
              </a:ext>
            </a:extLst>
          </p:cNvPr>
          <p:cNvSpPr>
            <a:spLocks/>
          </p:cNvSpPr>
          <p:nvPr/>
        </p:nvSpPr>
        <p:spPr bwMode="auto">
          <a:xfrm>
            <a:off x="4438650" y="5494338"/>
            <a:ext cx="222250" cy="222250"/>
          </a:xfrm>
          <a:custGeom>
            <a:avLst/>
            <a:gdLst>
              <a:gd name="T0" fmla="*/ 0 w 336"/>
              <a:gd name="T1" fmla="*/ 2147483646 h 336"/>
              <a:gd name="T2" fmla="*/ 2147483646 w 336"/>
              <a:gd name="T3" fmla="*/ 2147483646 h 336"/>
              <a:gd name="T4" fmla="*/ 2147483646 w 336"/>
              <a:gd name="T5" fmla="*/ 2147483646 h 336"/>
              <a:gd name="T6" fmla="*/ 2147483646 w 336"/>
              <a:gd name="T7" fmla="*/ 2147483646 h 336"/>
              <a:gd name="T8" fmla="*/ 2147483646 w 336"/>
              <a:gd name="T9" fmla="*/ 2147483646 h 336"/>
              <a:gd name="T10" fmla="*/ 2147483646 w 336"/>
              <a:gd name="T11" fmla="*/ 2147483646 h 336"/>
              <a:gd name="T12" fmla="*/ 2147483646 w 336"/>
              <a:gd name="T13" fmla="*/ 2147483646 h 336"/>
              <a:gd name="T14" fmla="*/ 2147483646 w 336"/>
              <a:gd name="T15" fmla="*/ 2147483646 h 336"/>
              <a:gd name="T16" fmla="*/ 2147483646 w 336"/>
              <a:gd name="T17" fmla="*/ 2147483646 h 336"/>
              <a:gd name="T18" fmla="*/ 2147483646 w 336"/>
              <a:gd name="T19" fmla="*/ 2147483646 h 336"/>
              <a:gd name="T20" fmla="*/ 2147483646 w 336"/>
              <a:gd name="T21" fmla="*/ 0 h 336"/>
              <a:gd name="T22" fmla="*/ 2147483646 w 336"/>
              <a:gd name="T23" fmla="*/ 0 h 336"/>
              <a:gd name="T24" fmla="*/ 2147483646 w 336"/>
              <a:gd name="T25" fmla="*/ 2147483646 h 336"/>
              <a:gd name="T26" fmla="*/ 2147483646 w 336"/>
              <a:gd name="T27" fmla="*/ 2147483646 h 336"/>
              <a:gd name="T28" fmla="*/ 2147483646 w 336"/>
              <a:gd name="T29" fmla="*/ 2147483646 h 336"/>
              <a:gd name="T30" fmla="*/ 2147483646 w 336"/>
              <a:gd name="T31" fmla="*/ 2147483646 h 336"/>
              <a:gd name="T32" fmla="*/ 2147483646 w 336"/>
              <a:gd name="T33" fmla="*/ 2147483646 h 336"/>
              <a:gd name="T34" fmla="*/ 2147483646 w 336"/>
              <a:gd name="T35" fmla="*/ 2147483646 h 336"/>
              <a:gd name="T36" fmla="*/ 2147483646 w 336"/>
              <a:gd name="T37" fmla="*/ 2147483646 h 336"/>
              <a:gd name="T38" fmla="*/ 2147483646 w 336"/>
              <a:gd name="T39" fmla="*/ 2147483646 h 336"/>
              <a:gd name="T40" fmla="*/ 2147483646 w 336"/>
              <a:gd name="T41" fmla="*/ 2147483646 h 336"/>
              <a:gd name="T42" fmla="*/ 2147483646 w 336"/>
              <a:gd name="T43" fmla="*/ 2147483646 h 336"/>
              <a:gd name="T44" fmla="*/ 2147483646 w 336"/>
              <a:gd name="T45" fmla="*/ 2147483646 h 336"/>
              <a:gd name="T46" fmla="*/ 2147483646 w 336"/>
              <a:gd name="T47" fmla="*/ 2147483646 h 336"/>
              <a:gd name="T48" fmla="*/ 2147483646 w 336"/>
              <a:gd name="T49" fmla="*/ 2147483646 h 336"/>
              <a:gd name="T50" fmla="*/ 2147483646 w 336"/>
              <a:gd name="T51" fmla="*/ 2147483646 h 336"/>
              <a:gd name="T52" fmla="*/ 2147483646 w 336"/>
              <a:gd name="T53" fmla="*/ 2147483646 h 336"/>
              <a:gd name="T54" fmla="*/ 2147483646 w 336"/>
              <a:gd name="T55" fmla="*/ 2147483646 h 336"/>
              <a:gd name="T56" fmla="*/ 2147483646 w 336"/>
              <a:gd name="T57" fmla="*/ 2147483646 h 336"/>
              <a:gd name="T58" fmla="*/ 2147483646 w 336"/>
              <a:gd name="T59" fmla="*/ 2147483646 h 336"/>
              <a:gd name="T60" fmla="*/ 2147483646 w 336"/>
              <a:gd name="T61" fmla="*/ 2147483646 h 336"/>
              <a:gd name="T62" fmla="*/ 2147483646 w 336"/>
              <a:gd name="T63" fmla="*/ 2147483646 h 336"/>
              <a:gd name="T64" fmla="*/ 2147483646 w 336"/>
              <a:gd name="T65" fmla="*/ 2147483646 h 336"/>
              <a:gd name="T66" fmla="*/ 2147483646 w 336"/>
              <a:gd name="T67" fmla="*/ 2147483646 h 336"/>
              <a:gd name="T68" fmla="*/ 2147483646 w 336"/>
              <a:gd name="T69" fmla="*/ 2147483646 h 336"/>
              <a:gd name="T70" fmla="*/ 2147483646 w 336"/>
              <a:gd name="T71" fmla="*/ 2147483646 h 336"/>
              <a:gd name="T72" fmla="*/ 2147483646 w 336"/>
              <a:gd name="T73" fmla="*/ 2147483646 h 336"/>
              <a:gd name="T74" fmla="*/ 2147483646 w 336"/>
              <a:gd name="T75" fmla="*/ 2147483646 h 336"/>
              <a:gd name="T76" fmla="*/ 2147483646 w 336"/>
              <a:gd name="T77" fmla="*/ 2147483646 h 336"/>
              <a:gd name="T78" fmla="*/ 2147483646 w 336"/>
              <a:gd name="T79" fmla="*/ 2147483646 h 336"/>
              <a:gd name="T80" fmla="*/ 2147483646 w 336"/>
              <a:gd name="T81" fmla="*/ 2147483646 h 336"/>
              <a:gd name="T82" fmla="*/ 2147483646 w 336"/>
              <a:gd name="T83" fmla="*/ 2147483646 h 336"/>
              <a:gd name="T84" fmla="*/ 2147483646 w 336"/>
              <a:gd name="T85" fmla="*/ 2147483646 h 336"/>
              <a:gd name="T86" fmla="*/ 2147483646 w 336"/>
              <a:gd name="T87" fmla="*/ 2147483646 h 336"/>
              <a:gd name="T88" fmla="*/ 2147483646 w 336"/>
              <a:gd name="T89" fmla="*/ 2147483646 h 336"/>
              <a:gd name="T90" fmla="*/ 2147483646 w 336"/>
              <a:gd name="T91" fmla="*/ 2147483646 h 336"/>
              <a:gd name="T92" fmla="*/ 2147483646 w 336"/>
              <a:gd name="T93" fmla="*/ 2147483646 h 336"/>
              <a:gd name="T94" fmla="*/ 2147483646 w 336"/>
              <a:gd name="T95" fmla="*/ 2147483646 h 336"/>
              <a:gd name="T96" fmla="*/ 2147483646 w 336"/>
              <a:gd name="T97" fmla="*/ 2147483646 h 336"/>
              <a:gd name="T98" fmla="*/ 2147483646 w 336"/>
              <a:gd name="T99" fmla="*/ 2147483646 h 336"/>
              <a:gd name="T100" fmla="*/ 2147483646 w 336"/>
              <a:gd name="T101" fmla="*/ 2147483646 h 336"/>
              <a:gd name="T102" fmla="*/ 2147483646 w 336"/>
              <a:gd name="T103" fmla="*/ 2147483646 h 336"/>
              <a:gd name="T104" fmla="*/ 2147483646 w 336"/>
              <a:gd name="T105" fmla="*/ 2147483646 h 336"/>
              <a:gd name="T106" fmla="*/ 2147483646 w 336"/>
              <a:gd name="T107" fmla="*/ 2147483646 h 336"/>
              <a:gd name="T108" fmla="*/ 2147483646 w 336"/>
              <a:gd name="T109" fmla="*/ 2147483646 h 336"/>
              <a:gd name="T110" fmla="*/ 0 w 336"/>
              <a:gd name="T111" fmla="*/ 2147483646 h 3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336" h="336">
                <a:moveTo>
                  <a:pt x="0" y="166"/>
                </a:moveTo>
                <a:lnTo>
                  <a:pt x="0" y="171"/>
                </a:lnTo>
                <a:lnTo>
                  <a:pt x="0" y="161"/>
                </a:lnTo>
                <a:lnTo>
                  <a:pt x="1" y="153"/>
                </a:lnTo>
                <a:lnTo>
                  <a:pt x="2" y="144"/>
                </a:lnTo>
                <a:lnTo>
                  <a:pt x="3" y="136"/>
                </a:lnTo>
                <a:lnTo>
                  <a:pt x="6" y="127"/>
                </a:lnTo>
                <a:lnTo>
                  <a:pt x="7" y="119"/>
                </a:lnTo>
                <a:lnTo>
                  <a:pt x="11" y="112"/>
                </a:lnTo>
                <a:lnTo>
                  <a:pt x="13" y="103"/>
                </a:lnTo>
                <a:lnTo>
                  <a:pt x="17" y="96"/>
                </a:lnTo>
                <a:lnTo>
                  <a:pt x="20" y="89"/>
                </a:lnTo>
                <a:lnTo>
                  <a:pt x="25" y="82"/>
                </a:lnTo>
                <a:lnTo>
                  <a:pt x="29" y="75"/>
                </a:lnTo>
                <a:lnTo>
                  <a:pt x="33" y="69"/>
                </a:lnTo>
                <a:lnTo>
                  <a:pt x="38" y="61"/>
                </a:lnTo>
                <a:lnTo>
                  <a:pt x="44" y="55"/>
                </a:lnTo>
                <a:lnTo>
                  <a:pt x="50" y="49"/>
                </a:lnTo>
                <a:lnTo>
                  <a:pt x="56" y="45"/>
                </a:lnTo>
                <a:lnTo>
                  <a:pt x="62" y="39"/>
                </a:lnTo>
                <a:lnTo>
                  <a:pt x="68" y="34"/>
                </a:lnTo>
                <a:lnTo>
                  <a:pt x="75" y="29"/>
                </a:lnTo>
                <a:lnTo>
                  <a:pt x="81" y="24"/>
                </a:lnTo>
                <a:lnTo>
                  <a:pt x="89" y="21"/>
                </a:lnTo>
                <a:lnTo>
                  <a:pt x="96" y="17"/>
                </a:lnTo>
                <a:lnTo>
                  <a:pt x="104" y="13"/>
                </a:lnTo>
                <a:lnTo>
                  <a:pt x="111" y="10"/>
                </a:lnTo>
                <a:lnTo>
                  <a:pt x="120" y="7"/>
                </a:lnTo>
                <a:lnTo>
                  <a:pt x="127" y="5"/>
                </a:lnTo>
                <a:lnTo>
                  <a:pt x="135" y="4"/>
                </a:lnTo>
                <a:lnTo>
                  <a:pt x="144" y="1"/>
                </a:lnTo>
                <a:lnTo>
                  <a:pt x="152" y="1"/>
                </a:lnTo>
                <a:lnTo>
                  <a:pt x="162" y="0"/>
                </a:lnTo>
                <a:lnTo>
                  <a:pt x="170" y="0"/>
                </a:lnTo>
                <a:lnTo>
                  <a:pt x="165" y="0"/>
                </a:lnTo>
                <a:lnTo>
                  <a:pt x="175" y="0"/>
                </a:lnTo>
                <a:lnTo>
                  <a:pt x="183" y="1"/>
                </a:lnTo>
                <a:lnTo>
                  <a:pt x="192" y="1"/>
                </a:lnTo>
                <a:lnTo>
                  <a:pt x="200" y="4"/>
                </a:lnTo>
                <a:lnTo>
                  <a:pt x="209" y="5"/>
                </a:lnTo>
                <a:lnTo>
                  <a:pt x="216" y="7"/>
                </a:lnTo>
                <a:lnTo>
                  <a:pt x="224" y="10"/>
                </a:lnTo>
                <a:lnTo>
                  <a:pt x="231" y="13"/>
                </a:lnTo>
                <a:lnTo>
                  <a:pt x="240" y="17"/>
                </a:lnTo>
                <a:lnTo>
                  <a:pt x="247" y="21"/>
                </a:lnTo>
                <a:lnTo>
                  <a:pt x="254" y="24"/>
                </a:lnTo>
                <a:lnTo>
                  <a:pt x="261" y="29"/>
                </a:lnTo>
                <a:lnTo>
                  <a:pt x="267" y="34"/>
                </a:lnTo>
                <a:lnTo>
                  <a:pt x="273" y="39"/>
                </a:lnTo>
                <a:lnTo>
                  <a:pt x="281" y="45"/>
                </a:lnTo>
                <a:lnTo>
                  <a:pt x="287" y="49"/>
                </a:lnTo>
                <a:lnTo>
                  <a:pt x="291" y="55"/>
                </a:lnTo>
                <a:lnTo>
                  <a:pt x="297" y="61"/>
                </a:lnTo>
                <a:lnTo>
                  <a:pt x="302" y="69"/>
                </a:lnTo>
                <a:lnTo>
                  <a:pt x="307" y="75"/>
                </a:lnTo>
                <a:lnTo>
                  <a:pt x="312" y="82"/>
                </a:lnTo>
                <a:lnTo>
                  <a:pt x="315" y="89"/>
                </a:lnTo>
                <a:lnTo>
                  <a:pt x="319" y="96"/>
                </a:lnTo>
                <a:lnTo>
                  <a:pt x="323" y="103"/>
                </a:lnTo>
                <a:lnTo>
                  <a:pt x="325" y="112"/>
                </a:lnTo>
                <a:lnTo>
                  <a:pt x="329" y="119"/>
                </a:lnTo>
                <a:lnTo>
                  <a:pt x="331" y="127"/>
                </a:lnTo>
                <a:lnTo>
                  <a:pt x="332" y="136"/>
                </a:lnTo>
                <a:lnTo>
                  <a:pt x="333" y="144"/>
                </a:lnTo>
                <a:lnTo>
                  <a:pt x="335" y="153"/>
                </a:lnTo>
                <a:lnTo>
                  <a:pt x="336" y="161"/>
                </a:lnTo>
                <a:lnTo>
                  <a:pt x="336" y="171"/>
                </a:lnTo>
                <a:lnTo>
                  <a:pt x="336" y="166"/>
                </a:lnTo>
                <a:lnTo>
                  <a:pt x="336" y="174"/>
                </a:lnTo>
                <a:lnTo>
                  <a:pt x="335" y="184"/>
                </a:lnTo>
                <a:lnTo>
                  <a:pt x="333" y="192"/>
                </a:lnTo>
                <a:lnTo>
                  <a:pt x="332" y="201"/>
                </a:lnTo>
                <a:lnTo>
                  <a:pt x="331" y="208"/>
                </a:lnTo>
                <a:lnTo>
                  <a:pt x="329" y="216"/>
                </a:lnTo>
                <a:lnTo>
                  <a:pt x="325" y="225"/>
                </a:lnTo>
                <a:lnTo>
                  <a:pt x="323" y="232"/>
                </a:lnTo>
                <a:lnTo>
                  <a:pt x="319" y="240"/>
                </a:lnTo>
                <a:lnTo>
                  <a:pt x="315" y="247"/>
                </a:lnTo>
                <a:lnTo>
                  <a:pt x="312" y="255"/>
                </a:lnTo>
                <a:lnTo>
                  <a:pt x="307" y="261"/>
                </a:lnTo>
                <a:lnTo>
                  <a:pt x="302" y="268"/>
                </a:lnTo>
                <a:lnTo>
                  <a:pt x="297" y="274"/>
                </a:lnTo>
                <a:lnTo>
                  <a:pt x="291" y="280"/>
                </a:lnTo>
                <a:lnTo>
                  <a:pt x="287" y="286"/>
                </a:lnTo>
                <a:lnTo>
                  <a:pt x="281" y="292"/>
                </a:lnTo>
                <a:lnTo>
                  <a:pt x="273" y="297"/>
                </a:lnTo>
                <a:lnTo>
                  <a:pt x="267" y="303"/>
                </a:lnTo>
                <a:lnTo>
                  <a:pt x="261" y="307"/>
                </a:lnTo>
                <a:lnTo>
                  <a:pt x="254" y="311"/>
                </a:lnTo>
                <a:lnTo>
                  <a:pt x="247" y="316"/>
                </a:lnTo>
                <a:lnTo>
                  <a:pt x="240" y="319"/>
                </a:lnTo>
                <a:lnTo>
                  <a:pt x="231" y="323"/>
                </a:lnTo>
                <a:lnTo>
                  <a:pt x="224" y="325"/>
                </a:lnTo>
                <a:lnTo>
                  <a:pt x="216" y="328"/>
                </a:lnTo>
                <a:lnTo>
                  <a:pt x="209" y="330"/>
                </a:lnTo>
                <a:lnTo>
                  <a:pt x="200" y="333"/>
                </a:lnTo>
                <a:lnTo>
                  <a:pt x="192" y="334"/>
                </a:lnTo>
                <a:lnTo>
                  <a:pt x="183" y="335"/>
                </a:lnTo>
                <a:lnTo>
                  <a:pt x="175" y="336"/>
                </a:lnTo>
                <a:lnTo>
                  <a:pt x="165" y="336"/>
                </a:lnTo>
                <a:lnTo>
                  <a:pt x="170" y="336"/>
                </a:lnTo>
                <a:lnTo>
                  <a:pt x="162" y="336"/>
                </a:lnTo>
                <a:lnTo>
                  <a:pt x="152" y="335"/>
                </a:lnTo>
                <a:lnTo>
                  <a:pt x="144" y="334"/>
                </a:lnTo>
                <a:lnTo>
                  <a:pt x="135" y="333"/>
                </a:lnTo>
                <a:lnTo>
                  <a:pt x="127" y="330"/>
                </a:lnTo>
                <a:lnTo>
                  <a:pt x="120" y="328"/>
                </a:lnTo>
                <a:lnTo>
                  <a:pt x="111" y="325"/>
                </a:lnTo>
                <a:lnTo>
                  <a:pt x="104" y="323"/>
                </a:lnTo>
                <a:lnTo>
                  <a:pt x="96" y="319"/>
                </a:lnTo>
                <a:lnTo>
                  <a:pt x="89" y="316"/>
                </a:lnTo>
                <a:lnTo>
                  <a:pt x="81" y="311"/>
                </a:lnTo>
                <a:lnTo>
                  <a:pt x="75" y="307"/>
                </a:lnTo>
                <a:lnTo>
                  <a:pt x="68" y="303"/>
                </a:lnTo>
                <a:lnTo>
                  <a:pt x="62" y="297"/>
                </a:lnTo>
                <a:lnTo>
                  <a:pt x="56" y="292"/>
                </a:lnTo>
                <a:lnTo>
                  <a:pt x="50" y="286"/>
                </a:lnTo>
                <a:lnTo>
                  <a:pt x="44" y="280"/>
                </a:lnTo>
                <a:lnTo>
                  <a:pt x="38" y="274"/>
                </a:lnTo>
                <a:lnTo>
                  <a:pt x="33" y="268"/>
                </a:lnTo>
                <a:lnTo>
                  <a:pt x="29" y="261"/>
                </a:lnTo>
                <a:lnTo>
                  <a:pt x="25" y="255"/>
                </a:lnTo>
                <a:lnTo>
                  <a:pt x="20" y="247"/>
                </a:lnTo>
                <a:lnTo>
                  <a:pt x="17" y="240"/>
                </a:lnTo>
                <a:lnTo>
                  <a:pt x="13" y="232"/>
                </a:lnTo>
                <a:lnTo>
                  <a:pt x="11" y="225"/>
                </a:lnTo>
                <a:lnTo>
                  <a:pt x="7" y="216"/>
                </a:lnTo>
                <a:lnTo>
                  <a:pt x="6" y="208"/>
                </a:lnTo>
                <a:lnTo>
                  <a:pt x="3" y="201"/>
                </a:lnTo>
                <a:lnTo>
                  <a:pt x="2" y="192"/>
                </a:lnTo>
                <a:lnTo>
                  <a:pt x="1" y="184"/>
                </a:lnTo>
                <a:lnTo>
                  <a:pt x="0" y="174"/>
                </a:lnTo>
                <a:lnTo>
                  <a:pt x="0" y="166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3" name="Rectangle 89">
            <a:extLst>
              <a:ext uri="{FF2B5EF4-FFF2-40B4-BE49-F238E27FC236}">
                <a16:creationId xmlns:a16="http://schemas.microsoft.com/office/drawing/2014/main" id="{5E6E1DCB-CD45-49DB-8864-CB1F2B0E3B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7438" y="1585913"/>
            <a:ext cx="681037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4" name="Line 90">
            <a:extLst>
              <a:ext uri="{FF2B5EF4-FFF2-40B4-BE49-F238E27FC236}">
                <a16:creationId xmlns:a16="http://schemas.microsoft.com/office/drawing/2014/main" id="{830FB14E-4E2D-4EEA-8373-41BBD0C6D0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37438" y="1917700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5" name="Line 91">
            <a:extLst>
              <a:ext uri="{FF2B5EF4-FFF2-40B4-BE49-F238E27FC236}">
                <a16:creationId xmlns:a16="http://schemas.microsoft.com/office/drawing/2014/main" id="{86DCF2CF-7151-4000-880A-4672ADCA05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85100" y="1585913"/>
            <a:ext cx="1588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6" name="Line 92">
            <a:extLst>
              <a:ext uri="{FF2B5EF4-FFF2-40B4-BE49-F238E27FC236}">
                <a16:creationId xmlns:a16="http://schemas.microsoft.com/office/drawing/2014/main" id="{D8DCDA0E-53CA-40FA-B1FF-F60D2343324F}"/>
              </a:ext>
            </a:extLst>
          </p:cNvPr>
          <p:cNvSpPr>
            <a:spLocks noChangeShapeType="1"/>
          </p:cNvSpPr>
          <p:nvPr/>
        </p:nvSpPr>
        <p:spPr bwMode="auto">
          <a:xfrm>
            <a:off x="7104063" y="1238250"/>
            <a:ext cx="333375" cy="34766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7" name="Rectangle 93">
            <a:extLst>
              <a:ext uri="{FF2B5EF4-FFF2-40B4-BE49-F238E27FC236}">
                <a16:creationId xmlns:a16="http://schemas.microsoft.com/office/drawing/2014/main" id="{17F0BDE3-6DD7-48FC-A73C-ADB7A78E6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52988" y="51990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8" name="Rectangle 94">
            <a:extLst>
              <a:ext uri="{FF2B5EF4-FFF2-40B4-BE49-F238E27FC236}">
                <a16:creationId xmlns:a16="http://schemas.microsoft.com/office/drawing/2014/main" id="{89716385-BF33-4550-A97C-40ACEE4EE7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5188" y="1154113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39" name="Rectangle 95">
            <a:extLst>
              <a:ext uri="{FF2B5EF4-FFF2-40B4-BE49-F238E27FC236}">
                <a16:creationId xmlns:a16="http://schemas.microsoft.com/office/drawing/2014/main" id="{BA09DDDB-31E2-4931-9DC6-45950AC35A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5038" y="12319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0" name="Rectangle 96">
            <a:extLst>
              <a:ext uri="{FF2B5EF4-FFF2-40B4-BE49-F238E27FC236}">
                <a16:creationId xmlns:a16="http://schemas.microsoft.com/office/drawing/2014/main" id="{9C093D07-4BBD-43A5-BCB4-14435DCA2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9650" y="1154113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1" name="Rectangle 97">
            <a:extLst>
              <a:ext uri="{FF2B5EF4-FFF2-40B4-BE49-F238E27FC236}">
                <a16:creationId xmlns:a16="http://schemas.microsoft.com/office/drawing/2014/main" id="{B9F7B476-FE26-4E7A-B156-CEB1B9010B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9500" y="12319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2" name="Rectangle 98">
            <a:extLst>
              <a:ext uri="{FF2B5EF4-FFF2-40B4-BE49-F238E27FC236}">
                <a16:creationId xmlns:a16="http://schemas.microsoft.com/office/drawing/2014/main" id="{9E0E8527-F697-46BC-B129-297801AC3A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0863" y="1292225"/>
            <a:ext cx="10636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3" name="Rectangle 99">
            <a:extLst>
              <a:ext uri="{FF2B5EF4-FFF2-40B4-BE49-F238E27FC236}">
                <a16:creationId xmlns:a16="http://schemas.microsoft.com/office/drawing/2014/main" id="{5EFA5831-3610-4EE2-9727-42B534B888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9125" y="1366838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4" name="Rectangle 100">
            <a:extLst>
              <a:ext uri="{FF2B5EF4-FFF2-40B4-BE49-F238E27FC236}">
                <a16:creationId xmlns:a16="http://schemas.microsoft.com/office/drawing/2014/main" id="{D0BEFD17-3710-448B-9800-837C334396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325" y="1292225"/>
            <a:ext cx="10636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5" name="Rectangle 101">
            <a:extLst>
              <a:ext uri="{FF2B5EF4-FFF2-40B4-BE49-F238E27FC236}">
                <a16:creationId xmlns:a16="http://schemas.microsoft.com/office/drawing/2014/main" id="{316FE833-0626-413B-A4E1-3472268F79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8475" y="1585913"/>
            <a:ext cx="665163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6" name="Line 102">
            <a:extLst>
              <a:ext uri="{FF2B5EF4-FFF2-40B4-BE49-F238E27FC236}">
                <a16:creationId xmlns:a16="http://schemas.microsoft.com/office/drawing/2014/main" id="{75CDA538-EAA3-4148-BF90-20478844D9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18475" y="1917700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7" name="Line 103">
            <a:extLst>
              <a:ext uri="{FF2B5EF4-FFF2-40B4-BE49-F238E27FC236}">
                <a16:creationId xmlns:a16="http://schemas.microsoft.com/office/drawing/2014/main" id="{A5DFD5A0-E23A-4E72-9C78-158D5EBC5ED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50263" y="1585913"/>
            <a:ext cx="1587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8" name="Rectangle 104">
            <a:extLst>
              <a:ext uri="{FF2B5EF4-FFF2-40B4-BE49-F238E27FC236}">
                <a16:creationId xmlns:a16="http://schemas.microsoft.com/office/drawing/2014/main" id="{A63F275D-2FF2-49AF-9621-5DC9213C1A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5175" y="1366838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49" name="Rectangle 105">
            <a:extLst>
              <a:ext uri="{FF2B5EF4-FFF2-40B4-BE49-F238E27FC236}">
                <a16:creationId xmlns:a16="http://schemas.microsoft.com/office/drawing/2014/main" id="{BFE1CBF9-7923-4452-812F-E3662BD05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9038" y="1393825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0" name="Rectangle 106">
            <a:extLst>
              <a:ext uri="{FF2B5EF4-FFF2-40B4-BE49-F238E27FC236}">
                <a16:creationId xmlns:a16="http://schemas.microsoft.com/office/drawing/2014/main" id="{32FA1977-8A91-4E47-A9FC-06AC4E30D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0" y="1393825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1" name="Rectangle 107">
            <a:extLst>
              <a:ext uri="{FF2B5EF4-FFF2-40B4-BE49-F238E27FC236}">
                <a16:creationId xmlns:a16="http://schemas.microsoft.com/office/drawing/2014/main" id="{E9D4D93B-EEED-4EF4-A406-668ACDAA55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3725" y="1393825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2" name="Rectangle 108">
            <a:extLst>
              <a:ext uri="{FF2B5EF4-FFF2-40B4-BE49-F238E27FC236}">
                <a16:creationId xmlns:a16="http://schemas.microsoft.com/office/drawing/2014/main" id="{0828A07B-C5E1-4816-A2E5-7662108B1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48688" y="1393825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3" name="Rectangle 109">
            <a:extLst>
              <a:ext uri="{FF2B5EF4-FFF2-40B4-BE49-F238E27FC236}">
                <a16:creationId xmlns:a16="http://schemas.microsoft.com/office/drawing/2014/main" id="{D8227336-FA37-4049-8E5A-CDD0C1E66C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20177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4" name="Rectangle 110">
            <a:extLst>
              <a:ext uri="{FF2B5EF4-FFF2-40B4-BE49-F238E27FC236}">
                <a16:creationId xmlns:a16="http://schemas.microsoft.com/office/drawing/2014/main" id="{D919A632-1BBA-4A18-A3EF-4A31E7968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7438" y="2249488"/>
            <a:ext cx="681037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5" name="Line 111">
            <a:extLst>
              <a:ext uri="{FF2B5EF4-FFF2-40B4-BE49-F238E27FC236}">
                <a16:creationId xmlns:a16="http://schemas.microsoft.com/office/drawing/2014/main" id="{02CB2147-C862-4164-BCA5-6F9B85BA0A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37438" y="2597150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6" name="Line 112">
            <a:extLst>
              <a:ext uri="{FF2B5EF4-FFF2-40B4-BE49-F238E27FC236}">
                <a16:creationId xmlns:a16="http://schemas.microsoft.com/office/drawing/2014/main" id="{B338D42A-0F9B-4E58-983B-BA432F7AF51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85100" y="2249488"/>
            <a:ext cx="1588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7" name="Rectangle 113">
            <a:extLst>
              <a:ext uri="{FF2B5EF4-FFF2-40B4-BE49-F238E27FC236}">
                <a16:creationId xmlns:a16="http://schemas.microsoft.com/office/drawing/2014/main" id="{6E23BA2C-10C6-45EE-98E9-C2DA270532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5200" y="20177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8" name="Rectangle 114">
            <a:extLst>
              <a:ext uri="{FF2B5EF4-FFF2-40B4-BE49-F238E27FC236}">
                <a16:creationId xmlns:a16="http://schemas.microsoft.com/office/drawing/2014/main" id="{241507B6-56DA-4039-BA00-37F1606562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8475" y="2249488"/>
            <a:ext cx="665163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59" name="Line 115">
            <a:extLst>
              <a:ext uri="{FF2B5EF4-FFF2-40B4-BE49-F238E27FC236}">
                <a16:creationId xmlns:a16="http://schemas.microsoft.com/office/drawing/2014/main" id="{98768078-AB87-460D-9337-4054C401CB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18475" y="2597150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0" name="Line 116">
            <a:extLst>
              <a:ext uri="{FF2B5EF4-FFF2-40B4-BE49-F238E27FC236}">
                <a16:creationId xmlns:a16="http://schemas.microsoft.com/office/drawing/2014/main" id="{A7FC3CAC-EE9B-457D-820C-79B03EC8A0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50263" y="2249488"/>
            <a:ext cx="1587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1" name="Rectangle 117">
            <a:extLst>
              <a:ext uri="{FF2B5EF4-FFF2-40B4-BE49-F238E27FC236}">
                <a16:creationId xmlns:a16="http://schemas.microsoft.com/office/drawing/2014/main" id="{C795E097-00A3-4E92-AED9-4FA0ADB98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23510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2" name="Rectangle 118">
            <a:extLst>
              <a:ext uri="{FF2B5EF4-FFF2-40B4-BE49-F238E27FC236}">
                <a16:creationId xmlns:a16="http://schemas.microsoft.com/office/drawing/2014/main" id="{14276E76-0586-4A66-B38F-8B0B5A8AC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0513" y="26876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3" name="Rectangle 119">
            <a:extLst>
              <a:ext uri="{FF2B5EF4-FFF2-40B4-BE49-F238E27FC236}">
                <a16:creationId xmlns:a16="http://schemas.microsoft.com/office/drawing/2014/main" id="{910E664C-A471-4C8F-AF99-ADAE780DFD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3763" y="168116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4" name="Rectangle 120">
            <a:extLst>
              <a:ext uri="{FF2B5EF4-FFF2-40B4-BE49-F238E27FC236}">
                <a16:creationId xmlns:a16="http://schemas.microsoft.com/office/drawing/2014/main" id="{EED605CD-D09D-4793-9F0B-FF70567433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3763" y="2017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5" name="Rectangle 121">
            <a:extLst>
              <a:ext uri="{FF2B5EF4-FFF2-40B4-BE49-F238E27FC236}">
                <a16:creationId xmlns:a16="http://schemas.microsoft.com/office/drawing/2014/main" id="{C814C8CB-09C6-40D6-8C74-004055C7C7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3763" y="235108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6" name="Freeform 122">
            <a:extLst>
              <a:ext uri="{FF2B5EF4-FFF2-40B4-BE49-F238E27FC236}">
                <a16:creationId xmlns:a16="http://schemas.microsoft.com/office/drawing/2014/main" id="{0755719A-2F58-4AC5-9029-D7EB199E861E}"/>
              </a:ext>
            </a:extLst>
          </p:cNvPr>
          <p:cNvSpPr>
            <a:spLocks/>
          </p:cNvSpPr>
          <p:nvPr/>
        </p:nvSpPr>
        <p:spPr bwMode="auto">
          <a:xfrm>
            <a:off x="8202613" y="2003425"/>
            <a:ext cx="506412" cy="503238"/>
          </a:xfrm>
          <a:custGeom>
            <a:avLst/>
            <a:gdLst>
              <a:gd name="T0" fmla="*/ 2147483646 w 768"/>
              <a:gd name="T1" fmla="*/ 0 h 768"/>
              <a:gd name="T2" fmla="*/ 2147483646 w 768"/>
              <a:gd name="T3" fmla="*/ 0 h 768"/>
              <a:gd name="T4" fmla="*/ 2147483646 w 768"/>
              <a:gd name="T5" fmla="*/ 0 h 768"/>
              <a:gd name="T6" fmla="*/ 2147483646 w 768"/>
              <a:gd name="T7" fmla="*/ 0 h 768"/>
              <a:gd name="T8" fmla="*/ 2147483646 w 768"/>
              <a:gd name="T9" fmla="*/ 0 h 768"/>
              <a:gd name="T10" fmla="*/ 2147483646 w 768"/>
              <a:gd name="T11" fmla="*/ 0 h 768"/>
              <a:gd name="T12" fmla="*/ 2147483646 w 768"/>
              <a:gd name="T13" fmla="*/ 2147483646 h 768"/>
              <a:gd name="T14" fmla="*/ 2147483646 w 768"/>
              <a:gd name="T15" fmla="*/ 2147483646 h 768"/>
              <a:gd name="T16" fmla="*/ 2147483646 w 768"/>
              <a:gd name="T17" fmla="*/ 2147483646 h 768"/>
              <a:gd name="T18" fmla="*/ 2147483646 w 768"/>
              <a:gd name="T19" fmla="*/ 2147483646 h 768"/>
              <a:gd name="T20" fmla="*/ 0 w 768"/>
              <a:gd name="T21" fmla="*/ 2147483646 h 768"/>
              <a:gd name="T22" fmla="*/ 0 w 768"/>
              <a:gd name="T23" fmla="*/ 2147483646 h 768"/>
              <a:gd name="T24" fmla="*/ 0 w 768"/>
              <a:gd name="T25" fmla="*/ 2147483646 h 768"/>
              <a:gd name="T26" fmla="*/ 0 w 768"/>
              <a:gd name="T27" fmla="*/ 2147483646 h 768"/>
              <a:gd name="T28" fmla="*/ 0 w 768"/>
              <a:gd name="T29" fmla="*/ 2147483646 h 768"/>
              <a:gd name="T30" fmla="*/ 0 w 768"/>
              <a:gd name="T31" fmla="*/ 2147483646 h 768"/>
              <a:gd name="T32" fmla="*/ 0 w 768"/>
              <a:gd name="T33" fmla="*/ 2147483646 h 768"/>
              <a:gd name="T34" fmla="*/ 0 w 768"/>
              <a:gd name="T35" fmla="*/ 2147483646 h 768"/>
              <a:gd name="T36" fmla="*/ 0 w 768"/>
              <a:gd name="T37" fmla="*/ 2147483646 h 768"/>
              <a:gd name="T38" fmla="*/ 2147483646 w 768"/>
              <a:gd name="T39" fmla="*/ 2147483646 h 768"/>
              <a:gd name="T40" fmla="*/ 2147483646 w 768"/>
              <a:gd name="T41" fmla="*/ 2147483646 h 768"/>
              <a:gd name="T42" fmla="*/ 2147483646 w 768"/>
              <a:gd name="T43" fmla="*/ 2147483646 h 768"/>
              <a:gd name="T44" fmla="*/ 2147483646 w 768"/>
              <a:gd name="T45" fmla="*/ 2147483646 h 768"/>
              <a:gd name="T46" fmla="*/ 2147483646 w 768"/>
              <a:gd name="T47" fmla="*/ 2147483646 h 768"/>
              <a:gd name="T48" fmla="*/ 2147483646 w 768"/>
              <a:gd name="T49" fmla="*/ 2147483646 h 768"/>
              <a:gd name="T50" fmla="*/ 2147483646 w 768"/>
              <a:gd name="T51" fmla="*/ 2147483646 h 768"/>
              <a:gd name="T52" fmla="*/ 2147483646 w 768"/>
              <a:gd name="T53" fmla="*/ 2147483646 h 768"/>
              <a:gd name="T54" fmla="*/ 2147483646 w 768"/>
              <a:gd name="T55" fmla="*/ 2147483646 h 768"/>
              <a:gd name="T56" fmla="*/ 2147483646 w 768"/>
              <a:gd name="T57" fmla="*/ 2147483646 h 768"/>
              <a:gd name="T58" fmla="*/ 2147483646 w 768"/>
              <a:gd name="T59" fmla="*/ 2147483646 h 768"/>
              <a:gd name="T60" fmla="*/ 2147483646 w 768"/>
              <a:gd name="T61" fmla="*/ 2147483646 h 768"/>
              <a:gd name="T62" fmla="*/ 2147483646 w 768"/>
              <a:gd name="T63" fmla="*/ 2147483646 h 768"/>
              <a:gd name="T64" fmla="*/ 2147483646 w 768"/>
              <a:gd name="T65" fmla="*/ 2147483646 h 768"/>
              <a:gd name="T66" fmla="*/ 2147483646 w 768"/>
              <a:gd name="T67" fmla="*/ 2147483646 h 768"/>
              <a:gd name="T68" fmla="*/ 2147483646 w 768"/>
              <a:gd name="T69" fmla="*/ 2147483646 h 768"/>
              <a:gd name="T70" fmla="*/ 2147483646 w 768"/>
              <a:gd name="T71" fmla="*/ 2147483646 h 768"/>
              <a:gd name="T72" fmla="*/ 2147483646 w 768"/>
              <a:gd name="T73" fmla="*/ 2147483646 h 768"/>
              <a:gd name="T74" fmla="*/ 2147483646 w 768"/>
              <a:gd name="T75" fmla="*/ 2147483646 h 768"/>
              <a:gd name="T76" fmla="*/ 2147483646 w 768"/>
              <a:gd name="T77" fmla="*/ 2147483646 h 768"/>
              <a:gd name="T78" fmla="*/ 2147483646 w 768"/>
              <a:gd name="T79" fmla="*/ 2147483646 h 768"/>
              <a:gd name="T80" fmla="*/ 2147483646 w 768"/>
              <a:gd name="T81" fmla="*/ 2147483646 h 768"/>
              <a:gd name="T82" fmla="*/ 2147483646 w 768"/>
              <a:gd name="T83" fmla="*/ 2147483646 h 768"/>
              <a:gd name="T84" fmla="*/ 2147483646 w 768"/>
              <a:gd name="T85" fmla="*/ 2147483646 h 768"/>
              <a:gd name="T86" fmla="*/ 2147483646 w 768"/>
              <a:gd name="T87" fmla="*/ 2147483646 h 768"/>
              <a:gd name="T88" fmla="*/ 2147483646 w 768"/>
              <a:gd name="T89" fmla="*/ 2147483646 h 768"/>
              <a:gd name="T90" fmla="*/ 2147483646 w 768"/>
              <a:gd name="T91" fmla="*/ 2147483646 h 768"/>
              <a:gd name="T92" fmla="*/ 2147483646 w 768"/>
              <a:gd name="T93" fmla="*/ 2147483646 h 768"/>
              <a:gd name="T94" fmla="*/ 2147483646 w 768"/>
              <a:gd name="T95" fmla="*/ 2147483646 h 768"/>
              <a:gd name="T96" fmla="*/ 2147483646 w 768"/>
              <a:gd name="T97" fmla="*/ 2147483646 h 768"/>
              <a:gd name="T98" fmla="*/ 2147483646 w 768"/>
              <a:gd name="T99" fmla="*/ 2147483646 h 768"/>
              <a:gd name="T100" fmla="*/ 2147483646 w 768"/>
              <a:gd name="T101" fmla="*/ 2147483646 h 768"/>
              <a:gd name="T102" fmla="*/ 2147483646 w 768"/>
              <a:gd name="T103" fmla="*/ 2147483646 h 768"/>
              <a:gd name="T104" fmla="*/ 2147483646 w 768"/>
              <a:gd name="T105" fmla="*/ 2147483646 h 768"/>
              <a:gd name="T106" fmla="*/ 2147483646 w 768"/>
              <a:gd name="T107" fmla="*/ 2147483646 h 768"/>
              <a:gd name="T108" fmla="*/ 2147483646 w 768"/>
              <a:gd name="T109" fmla="*/ 0 h 768"/>
              <a:gd name="T110" fmla="*/ 2147483646 w 768"/>
              <a:gd name="T111" fmla="*/ 0 h 768"/>
              <a:gd name="T112" fmla="*/ 2147483646 w 768"/>
              <a:gd name="T113" fmla="*/ 0 h 768"/>
              <a:gd name="T114" fmla="*/ 2147483646 w 768"/>
              <a:gd name="T115" fmla="*/ 0 h 768"/>
              <a:gd name="T116" fmla="*/ 2147483646 w 768"/>
              <a:gd name="T117" fmla="*/ 0 h 768"/>
              <a:gd name="T118" fmla="*/ 2147483646 w 768"/>
              <a:gd name="T119" fmla="*/ 0 h 76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768" h="768">
                <a:moveTo>
                  <a:pt x="423" y="0"/>
                </a:moveTo>
                <a:lnTo>
                  <a:pt x="419" y="0"/>
                </a:lnTo>
                <a:lnTo>
                  <a:pt x="417" y="0"/>
                </a:lnTo>
                <a:lnTo>
                  <a:pt x="413" y="0"/>
                </a:lnTo>
                <a:lnTo>
                  <a:pt x="411" y="0"/>
                </a:lnTo>
                <a:lnTo>
                  <a:pt x="407" y="0"/>
                </a:lnTo>
                <a:lnTo>
                  <a:pt x="405" y="0"/>
                </a:lnTo>
                <a:lnTo>
                  <a:pt x="402" y="0"/>
                </a:lnTo>
                <a:lnTo>
                  <a:pt x="399" y="0"/>
                </a:lnTo>
                <a:lnTo>
                  <a:pt x="396" y="0"/>
                </a:lnTo>
                <a:lnTo>
                  <a:pt x="394" y="0"/>
                </a:lnTo>
                <a:lnTo>
                  <a:pt x="390" y="0"/>
                </a:lnTo>
                <a:lnTo>
                  <a:pt x="388" y="0"/>
                </a:lnTo>
                <a:lnTo>
                  <a:pt x="385" y="0"/>
                </a:lnTo>
                <a:lnTo>
                  <a:pt x="382" y="0"/>
                </a:lnTo>
                <a:lnTo>
                  <a:pt x="378" y="0"/>
                </a:lnTo>
                <a:lnTo>
                  <a:pt x="375" y="0"/>
                </a:lnTo>
                <a:lnTo>
                  <a:pt x="371" y="0"/>
                </a:lnTo>
                <a:lnTo>
                  <a:pt x="367" y="0"/>
                </a:lnTo>
                <a:lnTo>
                  <a:pt x="363" y="0"/>
                </a:lnTo>
                <a:lnTo>
                  <a:pt x="359" y="0"/>
                </a:lnTo>
                <a:lnTo>
                  <a:pt x="353" y="0"/>
                </a:lnTo>
                <a:lnTo>
                  <a:pt x="348" y="0"/>
                </a:lnTo>
                <a:lnTo>
                  <a:pt x="342" y="0"/>
                </a:lnTo>
                <a:lnTo>
                  <a:pt x="336" y="0"/>
                </a:lnTo>
                <a:lnTo>
                  <a:pt x="330" y="0"/>
                </a:lnTo>
                <a:lnTo>
                  <a:pt x="323" y="0"/>
                </a:lnTo>
                <a:lnTo>
                  <a:pt x="316" y="0"/>
                </a:lnTo>
                <a:lnTo>
                  <a:pt x="307" y="0"/>
                </a:lnTo>
                <a:lnTo>
                  <a:pt x="299" y="0"/>
                </a:lnTo>
                <a:lnTo>
                  <a:pt x="289" y="0"/>
                </a:lnTo>
                <a:lnTo>
                  <a:pt x="280" y="0"/>
                </a:lnTo>
                <a:lnTo>
                  <a:pt x="269" y="0"/>
                </a:lnTo>
                <a:lnTo>
                  <a:pt x="259" y="0"/>
                </a:lnTo>
                <a:lnTo>
                  <a:pt x="249" y="0"/>
                </a:lnTo>
                <a:lnTo>
                  <a:pt x="240" y="0"/>
                </a:lnTo>
                <a:lnTo>
                  <a:pt x="232" y="0"/>
                </a:lnTo>
                <a:lnTo>
                  <a:pt x="223" y="0"/>
                </a:lnTo>
                <a:lnTo>
                  <a:pt x="216" y="0"/>
                </a:lnTo>
                <a:lnTo>
                  <a:pt x="209" y="0"/>
                </a:lnTo>
                <a:lnTo>
                  <a:pt x="202" y="0"/>
                </a:lnTo>
                <a:lnTo>
                  <a:pt x="196" y="0"/>
                </a:lnTo>
                <a:lnTo>
                  <a:pt x="191" y="0"/>
                </a:lnTo>
                <a:lnTo>
                  <a:pt x="185" y="0"/>
                </a:lnTo>
                <a:lnTo>
                  <a:pt x="180" y="0"/>
                </a:lnTo>
                <a:lnTo>
                  <a:pt x="175" y="0"/>
                </a:lnTo>
                <a:lnTo>
                  <a:pt x="172" y="0"/>
                </a:lnTo>
                <a:lnTo>
                  <a:pt x="167" y="0"/>
                </a:lnTo>
                <a:lnTo>
                  <a:pt x="163" y="0"/>
                </a:lnTo>
                <a:lnTo>
                  <a:pt x="160" y="0"/>
                </a:lnTo>
                <a:lnTo>
                  <a:pt x="157" y="0"/>
                </a:lnTo>
                <a:lnTo>
                  <a:pt x="154" y="0"/>
                </a:lnTo>
                <a:lnTo>
                  <a:pt x="151" y="0"/>
                </a:lnTo>
                <a:lnTo>
                  <a:pt x="148" y="0"/>
                </a:lnTo>
                <a:lnTo>
                  <a:pt x="145" y="0"/>
                </a:lnTo>
                <a:lnTo>
                  <a:pt x="143" y="0"/>
                </a:lnTo>
                <a:lnTo>
                  <a:pt x="139" y="0"/>
                </a:lnTo>
                <a:lnTo>
                  <a:pt x="137" y="0"/>
                </a:lnTo>
                <a:lnTo>
                  <a:pt x="135" y="0"/>
                </a:lnTo>
                <a:lnTo>
                  <a:pt x="132" y="0"/>
                </a:lnTo>
                <a:lnTo>
                  <a:pt x="129" y="0"/>
                </a:lnTo>
                <a:lnTo>
                  <a:pt x="126" y="0"/>
                </a:lnTo>
                <a:lnTo>
                  <a:pt x="123" y="0"/>
                </a:lnTo>
                <a:lnTo>
                  <a:pt x="119" y="0"/>
                </a:lnTo>
                <a:lnTo>
                  <a:pt x="115" y="0"/>
                </a:lnTo>
                <a:lnTo>
                  <a:pt x="113" y="0"/>
                </a:lnTo>
                <a:lnTo>
                  <a:pt x="109" y="0"/>
                </a:lnTo>
                <a:lnTo>
                  <a:pt x="106" y="0"/>
                </a:lnTo>
                <a:lnTo>
                  <a:pt x="103" y="0"/>
                </a:lnTo>
                <a:lnTo>
                  <a:pt x="101" y="0"/>
                </a:lnTo>
                <a:lnTo>
                  <a:pt x="97" y="0"/>
                </a:lnTo>
                <a:lnTo>
                  <a:pt x="95" y="0"/>
                </a:lnTo>
                <a:lnTo>
                  <a:pt x="93" y="1"/>
                </a:lnTo>
                <a:lnTo>
                  <a:pt x="91" y="1"/>
                </a:lnTo>
                <a:lnTo>
                  <a:pt x="89" y="1"/>
                </a:lnTo>
                <a:lnTo>
                  <a:pt x="87" y="1"/>
                </a:lnTo>
                <a:lnTo>
                  <a:pt x="85" y="3"/>
                </a:lnTo>
                <a:lnTo>
                  <a:pt x="83" y="3"/>
                </a:lnTo>
                <a:lnTo>
                  <a:pt x="81" y="4"/>
                </a:lnTo>
                <a:lnTo>
                  <a:pt x="79" y="4"/>
                </a:lnTo>
                <a:lnTo>
                  <a:pt x="77" y="5"/>
                </a:lnTo>
                <a:lnTo>
                  <a:pt x="76" y="6"/>
                </a:lnTo>
                <a:lnTo>
                  <a:pt x="73" y="7"/>
                </a:lnTo>
                <a:lnTo>
                  <a:pt x="72" y="9"/>
                </a:lnTo>
                <a:lnTo>
                  <a:pt x="70" y="10"/>
                </a:lnTo>
                <a:lnTo>
                  <a:pt x="69" y="11"/>
                </a:lnTo>
                <a:lnTo>
                  <a:pt x="66" y="12"/>
                </a:lnTo>
                <a:lnTo>
                  <a:pt x="64" y="15"/>
                </a:lnTo>
                <a:lnTo>
                  <a:pt x="61" y="17"/>
                </a:lnTo>
                <a:lnTo>
                  <a:pt x="60" y="18"/>
                </a:lnTo>
                <a:lnTo>
                  <a:pt x="58" y="21"/>
                </a:lnTo>
                <a:lnTo>
                  <a:pt x="54" y="23"/>
                </a:lnTo>
                <a:lnTo>
                  <a:pt x="52" y="25"/>
                </a:lnTo>
                <a:lnTo>
                  <a:pt x="49" y="29"/>
                </a:lnTo>
                <a:lnTo>
                  <a:pt x="46" y="31"/>
                </a:lnTo>
                <a:lnTo>
                  <a:pt x="42" y="35"/>
                </a:lnTo>
                <a:lnTo>
                  <a:pt x="39" y="39"/>
                </a:lnTo>
                <a:lnTo>
                  <a:pt x="36" y="42"/>
                </a:lnTo>
                <a:lnTo>
                  <a:pt x="33" y="46"/>
                </a:lnTo>
                <a:lnTo>
                  <a:pt x="29" y="48"/>
                </a:lnTo>
                <a:lnTo>
                  <a:pt x="27" y="52"/>
                </a:lnTo>
                <a:lnTo>
                  <a:pt x="24" y="54"/>
                </a:lnTo>
                <a:lnTo>
                  <a:pt x="22" y="57"/>
                </a:lnTo>
                <a:lnTo>
                  <a:pt x="19" y="59"/>
                </a:lnTo>
                <a:lnTo>
                  <a:pt x="17" y="61"/>
                </a:lnTo>
                <a:lnTo>
                  <a:pt x="15" y="64"/>
                </a:lnTo>
                <a:lnTo>
                  <a:pt x="13" y="66"/>
                </a:lnTo>
                <a:lnTo>
                  <a:pt x="11" y="67"/>
                </a:lnTo>
                <a:lnTo>
                  <a:pt x="10" y="70"/>
                </a:lnTo>
                <a:lnTo>
                  <a:pt x="9" y="71"/>
                </a:lnTo>
                <a:lnTo>
                  <a:pt x="7" y="73"/>
                </a:lnTo>
                <a:lnTo>
                  <a:pt x="6" y="76"/>
                </a:lnTo>
                <a:lnTo>
                  <a:pt x="5" y="77"/>
                </a:lnTo>
                <a:lnTo>
                  <a:pt x="5" y="79"/>
                </a:lnTo>
                <a:lnTo>
                  <a:pt x="4" y="81"/>
                </a:lnTo>
                <a:lnTo>
                  <a:pt x="3" y="83"/>
                </a:lnTo>
                <a:lnTo>
                  <a:pt x="3" y="84"/>
                </a:lnTo>
                <a:lnTo>
                  <a:pt x="3" y="87"/>
                </a:lnTo>
                <a:lnTo>
                  <a:pt x="1" y="88"/>
                </a:lnTo>
                <a:lnTo>
                  <a:pt x="1" y="90"/>
                </a:lnTo>
                <a:lnTo>
                  <a:pt x="1" y="93"/>
                </a:lnTo>
                <a:lnTo>
                  <a:pt x="1" y="95"/>
                </a:lnTo>
                <a:lnTo>
                  <a:pt x="0" y="97"/>
                </a:lnTo>
                <a:lnTo>
                  <a:pt x="0" y="100"/>
                </a:lnTo>
                <a:lnTo>
                  <a:pt x="0" y="102"/>
                </a:lnTo>
                <a:lnTo>
                  <a:pt x="0" y="106"/>
                </a:lnTo>
                <a:lnTo>
                  <a:pt x="0" y="108"/>
                </a:lnTo>
                <a:lnTo>
                  <a:pt x="0" y="112"/>
                </a:lnTo>
                <a:lnTo>
                  <a:pt x="0" y="115"/>
                </a:lnTo>
                <a:lnTo>
                  <a:pt x="0" y="119"/>
                </a:lnTo>
                <a:lnTo>
                  <a:pt x="0" y="123"/>
                </a:lnTo>
                <a:lnTo>
                  <a:pt x="0" y="125"/>
                </a:lnTo>
                <a:lnTo>
                  <a:pt x="0" y="129"/>
                </a:lnTo>
                <a:lnTo>
                  <a:pt x="0" y="131"/>
                </a:lnTo>
                <a:lnTo>
                  <a:pt x="0" y="135"/>
                </a:lnTo>
                <a:lnTo>
                  <a:pt x="0" y="137"/>
                </a:lnTo>
                <a:lnTo>
                  <a:pt x="0" y="141"/>
                </a:lnTo>
                <a:lnTo>
                  <a:pt x="0" y="144"/>
                </a:lnTo>
                <a:lnTo>
                  <a:pt x="0" y="148"/>
                </a:lnTo>
                <a:lnTo>
                  <a:pt x="0" y="150"/>
                </a:lnTo>
                <a:lnTo>
                  <a:pt x="0" y="155"/>
                </a:lnTo>
                <a:lnTo>
                  <a:pt x="0" y="159"/>
                </a:lnTo>
                <a:lnTo>
                  <a:pt x="0" y="163"/>
                </a:lnTo>
                <a:lnTo>
                  <a:pt x="0" y="168"/>
                </a:lnTo>
                <a:lnTo>
                  <a:pt x="0" y="173"/>
                </a:lnTo>
                <a:lnTo>
                  <a:pt x="0" y="179"/>
                </a:lnTo>
                <a:lnTo>
                  <a:pt x="0" y="185"/>
                </a:lnTo>
                <a:lnTo>
                  <a:pt x="0" y="191"/>
                </a:lnTo>
                <a:lnTo>
                  <a:pt x="0" y="198"/>
                </a:lnTo>
                <a:lnTo>
                  <a:pt x="0" y="207"/>
                </a:lnTo>
                <a:lnTo>
                  <a:pt x="0" y="215"/>
                </a:lnTo>
                <a:lnTo>
                  <a:pt x="0" y="225"/>
                </a:lnTo>
                <a:lnTo>
                  <a:pt x="0" y="234"/>
                </a:lnTo>
                <a:lnTo>
                  <a:pt x="0" y="245"/>
                </a:lnTo>
                <a:lnTo>
                  <a:pt x="0" y="257"/>
                </a:lnTo>
                <a:lnTo>
                  <a:pt x="0" y="269"/>
                </a:lnTo>
                <a:lnTo>
                  <a:pt x="0" y="282"/>
                </a:lnTo>
                <a:lnTo>
                  <a:pt x="0" y="297"/>
                </a:lnTo>
                <a:lnTo>
                  <a:pt x="0" y="312"/>
                </a:lnTo>
                <a:lnTo>
                  <a:pt x="0" y="329"/>
                </a:lnTo>
                <a:lnTo>
                  <a:pt x="0" y="346"/>
                </a:lnTo>
                <a:lnTo>
                  <a:pt x="0" y="364"/>
                </a:lnTo>
                <a:lnTo>
                  <a:pt x="0" y="379"/>
                </a:lnTo>
                <a:lnTo>
                  <a:pt x="0" y="395"/>
                </a:lnTo>
                <a:lnTo>
                  <a:pt x="0" y="409"/>
                </a:lnTo>
                <a:lnTo>
                  <a:pt x="0" y="423"/>
                </a:lnTo>
                <a:lnTo>
                  <a:pt x="0" y="435"/>
                </a:lnTo>
                <a:lnTo>
                  <a:pt x="0" y="447"/>
                </a:lnTo>
                <a:lnTo>
                  <a:pt x="0" y="457"/>
                </a:lnTo>
                <a:lnTo>
                  <a:pt x="0" y="467"/>
                </a:lnTo>
                <a:lnTo>
                  <a:pt x="0" y="477"/>
                </a:lnTo>
                <a:lnTo>
                  <a:pt x="0" y="485"/>
                </a:lnTo>
                <a:lnTo>
                  <a:pt x="0" y="493"/>
                </a:lnTo>
                <a:lnTo>
                  <a:pt x="0" y="501"/>
                </a:lnTo>
                <a:lnTo>
                  <a:pt x="0" y="507"/>
                </a:lnTo>
                <a:lnTo>
                  <a:pt x="0" y="513"/>
                </a:lnTo>
                <a:lnTo>
                  <a:pt x="0" y="519"/>
                </a:lnTo>
                <a:lnTo>
                  <a:pt x="0" y="523"/>
                </a:lnTo>
                <a:lnTo>
                  <a:pt x="0" y="528"/>
                </a:lnTo>
                <a:lnTo>
                  <a:pt x="0" y="533"/>
                </a:lnTo>
                <a:lnTo>
                  <a:pt x="0" y="537"/>
                </a:lnTo>
                <a:lnTo>
                  <a:pt x="0" y="541"/>
                </a:lnTo>
                <a:lnTo>
                  <a:pt x="0" y="544"/>
                </a:lnTo>
                <a:lnTo>
                  <a:pt x="0" y="547"/>
                </a:lnTo>
                <a:lnTo>
                  <a:pt x="0" y="551"/>
                </a:lnTo>
                <a:lnTo>
                  <a:pt x="0" y="555"/>
                </a:lnTo>
                <a:lnTo>
                  <a:pt x="0" y="557"/>
                </a:lnTo>
                <a:lnTo>
                  <a:pt x="0" y="561"/>
                </a:lnTo>
                <a:lnTo>
                  <a:pt x="0" y="563"/>
                </a:lnTo>
                <a:lnTo>
                  <a:pt x="0" y="567"/>
                </a:lnTo>
                <a:lnTo>
                  <a:pt x="0" y="569"/>
                </a:lnTo>
                <a:lnTo>
                  <a:pt x="0" y="573"/>
                </a:lnTo>
                <a:lnTo>
                  <a:pt x="0" y="576"/>
                </a:lnTo>
                <a:lnTo>
                  <a:pt x="0" y="580"/>
                </a:lnTo>
                <a:lnTo>
                  <a:pt x="0" y="582"/>
                </a:lnTo>
                <a:lnTo>
                  <a:pt x="0" y="586"/>
                </a:lnTo>
                <a:lnTo>
                  <a:pt x="0" y="588"/>
                </a:lnTo>
                <a:lnTo>
                  <a:pt x="0" y="592"/>
                </a:lnTo>
                <a:lnTo>
                  <a:pt x="0" y="594"/>
                </a:lnTo>
                <a:lnTo>
                  <a:pt x="0" y="597"/>
                </a:lnTo>
                <a:lnTo>
                  <a:pt x="0" y="599"/>
                </a:lnTo>
                <a:lnTo>
                  <a:pt x="0" y="601"/>
                </a:lnTo>
                <a:lnTo>
                  <a:pt x="0" y="603"/>
                </a:lnTo>
                <a:lnTo>
                  <a:pt x="0" y="605"/>
                </a:lnTo>
                <a:lnTo>
                  <a:pt x="0" y="607"/>
                </a:lnTo>
                <a:lnTo>
                  <a:pt x="0" y="609"/>
                </a:lnTo>
                <a:lnTo>
                  <a:pt x="0" y="611"/>
                </a:lnTo>
                <a:lnTo>
                  <a:pt x="0" y="612"/>
                </a:lnTo>
                <a:lnTo>
                  <a:pt x="0" y="615"/>
                </a:lnTo>
                <a:lnTo>
                  <a:pt x="0" y="616"/>
                </a:lnTo>
                <a:lnTo>
                  <a:pt x="0" y="618"/>
                </a:lnTo>
                <a:lnTo>
                  <a:pt x="0" y="619"/>
                </a:lnTo>
                <a:lnTo>
                  <a:pt x="0" y="622"/>
                </a:lnTo>
                <a:lnTo>
                  <a:pt x="0" y="624"/>
                </a:lnTo>
                <a:lnTo>
                  <a:pt x="0" y="625"/>
                </a:lnTo>
                <a:lnTo>
                  <a:pt x="0" y="628"/>
                </a:lnTo>
                <a:lnTo>
                  <a:pt x="0" y="630"/>
                </a:lnTo>
                <a:lnTo>
                  <a:pt x="0" y="633"/>
                </a:lnTo>
                <a:lnTo>
                  <a:pt x="0" y="635"/>
                </a:lnTo>
                <a:lnTo>
                  <a:pt x="0" y="637"/>
                </a:lnTo>
                <a:lnTo>
                  <a:pt x="0" y="640"/>
                </a:lnTo>
                <a:lnTo>
                  <a:pt x="0" y="643"/>
                </a:lnTo>
                <a:lnTo>
                  <a:pt x="0" y="646"/>
                </a:lnTo>
                <a:lnTo>
                  <a:pt x="0" y="649"/>
                </a:lnTo>
                <a:lnTo>
                  <a:pt x="0" y="653"/>
                </a:lnTo>
                <a:lnTo>
                  <a:pt x="0" y="657"/>
                </a:lnTo>
                <a:lnTo>
                  <a:pt x="0" y="659"/>
                </a:lnTo>
                <a:lnTo>
                  <a:pt x="0" y="663"/>
                </a:lnTo>
                <a:lnTo>
                  <a:pt x="0" y="665"/>
                </a:lnTo>
                <a:lnTo>
                  <a:pt x="0" y="669"/>
                </a:lnTo>
                <a:lnTo>
                  <a:pt x="0" y="671"/>
                </a:lnTo>
                <a:lnTo>
                  <a:pt x="1" y="673"/>
                </a:lnTo>
                <a:lnTo>
                  <a:pt x="1" y="676"/>
                </a:lnTo>
                <a:lnTo>
                  <a:pt x="1" y="678"/>
                </a:lnTo>
                <a:lnTo>
                  <a:pt x="1" y="679"/>
                </a:lnTo>
                <a:lnTo>
                  <a:pt x="3" y="682"/>
                </a:lnTo>
                <a:lnTo>
                  <a:pt x="3" y="684"/>
                </a:lnTo>
                <a:lnTo>
                  <a:pt x="3" y="685"/>
                </a:lnTo>
                <a:lnTo>
                  <a:pt x="4" y="688"/>
                </a:lnTo>
                <a:lnTo>
                  <a:pt x="5" y="689"/>
                </a:lnTo>
                <a:lnTo>
                  <a:pt x="5" y="691"/>
                </a:lnTo>
                <a:lnTo>
                  <a:pt x="6" y="693"/>
                </a:lnTo>
                <a:lnTo>
                  <a:pt x="7" y="695"/>
                </a:lnTo>
                <a:lnTo>
                  <a:pt x="9" y="696"/>
                </a:lnTo>
                <a:lnTo>
                  <a:pt x="10" y="699"/>
                </a:lnTo>
                <a:lnTo>
                  <a:pt x="11" y="701"/>
                </a:lnTo>
                <a:lnTo>
                  <a:pt x="13" y="702"/>
                </a:lnTo>
                <a:lnTo>
                  <a:pt x="15" y="705"/>
                </a:lnTo>
                <a:lnTo>
                  <a:pt x="17" y="707"/>
                </a:lnTo>
                <a:lnTo>
                  <a:pt x="19" y="709"/>
                </a:lnTo>
                <a:lnTo>
                  <a:pt x="22" y="712"/>
                </a:lnTo>
                <a:lnTo>
                  <a:pt x="24" y="714"/>
                </a:lnTo>
                <a:lnTo>
                  <a:pt x="27" y="717"/>
                </a:lnTo>
                <a:lnTo>
                  <a:pt x="29" y="720"/>
                </a:lnTo>
                <a:lnTo>
                  <a:pt x="33" y="723"/>
                </a:lnTo>
                <a:lnTo>
                  <a:pt x="36" y="726"/>
                </a:lnTo>
                <a:lnTo>
                  <a:pt x="39" y="730"/>
                </a:lnTo>
                <a:lnTo>
                  <a:pt x="42" y="733"/>
                </a:lnTo>
                <a:lnTo>
                  <a:pt x="46" y="736"/>
                </a:lnTo>
                <a:lnTo>
                  <a:pt x="49" y="739"/>
                </a:lnTo>
                <a:lnTo>
                  <a:pt x="52" y="742"/>
                </a:lnTo>
                <a:lnTo>
                  <a:pt x="54" y="745"/>
                </a:lnTo>
                <a:lnTo>
                  <a:pt x="58" y="748"/>
                </a:lnTo>
                <a:lnTo>
                  <a:pt x="60" y="750"/>
                </a:lnTo>
                <a:lnTo>
                  <a:pt x="61" y="751"/>
                </a:lnTo>
                <a:lnTo>
                  <a:pt x="64" y="754"/>
                </a:lnTo>
                <a:lnTo>
                  <a:pt x="66" y="755"/>
                </a:lnTo>
                <a:lnTo>
                  <a:pt x="69" y="757"/>
                </a:lnTo>
                <a:lnTo>
                  <a:pt x="70" y="759"/>
                </a:lnTo>
                <a:lnTo>
                  <a:pt x="72" y="760"/>
                </a:lnTo>
                <a:lnTo>
                  <a:pt x="73" y="761"/>
                </a:lnTo>
                <a:lnTo>
                  <a:pt x="76" y="762"/>
                </a:lnTo>
                <a:lnTo>
                  <a:pt x="77" y="763"/>
                </a:lnTo>
                <a:lnTo>
                  <a:pt x="79" y="765"/>
                </a:lnTo>
                <a:lnTo>
                  <a:pt x="81" y="765"/>
                </a:lnTo>
                <a:lnTo>
                  <a:pt x="83" y="766"/>
                </a:lnTo>
                <a:lnTo>
                  <a:pt x="85" y="766"/>
                </a:lnTo>
                <a:lnTo>
                  <a:pt x="87" y="767"/>
                </a:lnTo>
                <a:lnTo>
                  <a:pt x="89" y="767"/>
                </a:lnTo>
                <a:lnTo>
                  <a:pt x="91" y="767"/>
                </a:lnTo>
                <a:lnTo>
                  <a:pt x="93" y="767"/>
                </a:lnTo>
                <a:lnTo>
                  <a:pt x="95" y="768"/>
                </a:lnTo>
                <a:lnTo>
                  <a:pt x="97" y="768"/>
                </a:lnTo>
                <a:lnTo>
                  <a:pt x="101" y="768"/>
                </a:lnTo>
                <a:lnTo>
                  <a:pt x="103" y="768"/>
                </a:lnTo>
                <a:lnTo>
                  <a:pt x="106" y="768"/>
                </a:lnTo>
                <a:lnTo>
                  <a:pt x="109" y="768"/>
                </a:lnTo>
                <a:lnTo>
                  <a:pt x="113" y="768"/>
                </a:lnTo>
                <a:lnTo>
                  <a:pt x="115" y="768"/>
                </a:lnTo>
                <a:lnTo>
                  <a:pt x="119" y="768"/>
                </a:lnTo>
                <a:lnTo>
                  <a:pt x="123" y="768"/>
                </a:lnTo>
                <a:lnTo>
                  <a:pt x="126" y="768"/>
                </a:lnTo>
                <a:lnTo>
                  <a:pt x="129" y="768"/>
                </a:lnTo>
                <a:lnTo>
                  <a:pt x="132" y="768"/>
                </a:lnTo>
                <a:lnTo>
                  <a:pt x="135" y="768"/>
                </a:lnTo>
                <a:lnTo>
                  <a:pt x="137" y="768"/>
                </a:lnTo>
                <a:lnTo>
                  <a:pt x="139" y="768"/>
                </a:lnTo>
                <a:lnTo>
                  <a:pt x="143" y="768"/>
                </a:lnTo>
                <a:lnTo>
                  <a:pt x="145" y="768"/>
                </a:lnTo>
                <a:lnTo>
                  <a:pt x="148" y="768"/>
                </a:lnTo>
                <a:lnTo>
                  <a:pt x="151" y="768"/>
                </a:lnTo>
                <a:lnTo>
                  <a:pt x="154" y="768"/>
                </a:lnTo>
                <a:lnTo>
                  <a:pt x="157" y="768"/>
                </a:lnTo>
                <a:lnTo>
                  <a:pt x="160" y="768"/>
                </a:lnTo>
                <a:lnTo>
                  <a:pt x="163" y="768"/>
                </a:lnTo>
                <a:lnTo>
                  <a:pt x="167" y="768"/>
                </a:lnTo>
                <a:lnTo>
                  <a:pt x="172" y="768"/>
                </a:lnTo>
                <a:lnTo>
                  <a:pt x="175" y="768"/>
                </a:lnTo>
                <a:lnTo>
                  <a:pt x="180" y="768"/>
                </a:lnTo>
                <a:lnTo>
                  <a:pt x="185" y="768"/>
                </a:lnTo>
                <a:lnTo>
                  <a:pt x="191" y="768"/>
                </a:lnTo>
                <a:lnTo>
                  <a:pt x="196" y="768"/>
                </a:lnTo>
                <a:lnTo>
                  <a:pt x="202" y="768"/>
                </a:lnTo>
                <a:lnTo>
                  <a:pt x="209" y="768"/>
                </a:lnTo>
                <a:lnTo>
                  <a:pt x="216" y="768"/>
                </a:lnTo>
                <a:lnTo>
                  <a:pt x="223" y="768"/>
                </a:lnTo>
                <a:lnTo>
                  <a:pt x="232" y="768"/>
                </a:lnTo>
                <a:lnTo>
                  <a:pt x="240" y="768"/>
                </a:lnTo>
                <a:lnTo>
                  <a:pt x="249" y="768"/>
                </a:lnTo>
                <a:lnTo>
                  <a:pt x="259" y="768"/>
                </a:lnTo>
                <a:lnTo>
                  <a:pt x="269" y="768"/>
                </a:lnTo>
                <a:lnTo>
                  <a:pt x="280" y="768"/>
                </a:lnTo>
                <a:lnTo>
                  <a:pt x="289" y="768"/>
                </a:lnTo>
                <a:lnTo>
                  <a:pt x="299" y="768"/>
                </a:lnTo>
                <a:lnTo>
                  <a:pt x="307" y="768"/>
                </a:lnTo>
                <a:lnTo>
                  <a:pt x="316" y="768"/>
                </a:lnTo>
                <a:lnTo>
                  <a:pt x="323" y="768"/>
                </a:lnTo>
                <a:lnTo>
                  <a:pt x="331" y="768"/>
                </a:lnTo>
                <a:lnTo>
                  <a:pt x="337" y="768"/>
                </a:lnTo>
                <a:lnTo>
                  <a:pt x="345" y="768"/>
                </a:lnTo>
                <a:lnTo>
                  <a:pt x="351" y="768"/>
                </a:lnTo>
                <a:lnTo>
                  <a:pt x="357" y="768"/>
                </a:lnTo>
                <a:lnTo>
                  <a:pt x="363" y="768"/>
                </a:lnTo>
                <a:lnTo>
                  <a:pt x="369" y="768"/>
                </a:lnTo>
                <a:lnTo>
                  <a:pt x="373" y="768"/>
                </a:lnTo>
                <a:lnTo>
                  <a:pt x="379" y="768"/>
                </a:lnTo>
                <a:lnTo>
                  <a:pt x="384" y="768"/>
                </a:lnTo>
                <a:lnTo>
                  <a:pt x="390" y="768"/>
                </a:lnTo>
                <a:lnTo>
                  <a:pt x="395" y="768"/>
                </a:lnTo>
                <a:lnTo>
                  <a:pt x="401" y="768"/>
                </a:lnTo>
                <a:lnTo>
                  <a:pt x="407" y="768"/>
                </a:lnTo>
                <a:lnTo>
                  <a:pt x="413" y="768"/>
                </a:lnTo>
                <a:lnTo>
                  <a:pt x="419" y="768"/>
                </a:lnTo>
                <a:lnTo>
                  <a:pt x="425" y="768"/>
                </a:lnTo>
                <a:lnTo>
                  <a:pt x="431" y="768"/>
                </a:lnTo>
                <a:lnTo>
                  <a:pt x="438" y="768"/>
                </a:lnTo>
                <a:lnTo>
                  <a:pt x="445" y="768"/>
                </a:lnTo>
                <a:lnTo>
                  <a:pt x="454" y="768"/>
                </a:lnTo>
                <a:lnTo>
                  <a:pt x="461" y="768"/>
                </a:lnTo>
                <a:lnTo>
                  <a:pt x="471" y="768"/>
                </a:lnTo>
                <a:lnTo>
                  <a:pt x="479" y="768"/>
                </a:lnTo>
                <a:lnTo>
                  <a:pt x="490" y="768"/>
                </a:lnTo>
                <a:lnTo>
                  <a:pt x="499" y="768"/>
                </a:lnTo>
                <a:lnTo>
                  <a:pt x="510" y="768"/>
                </a:lnTo>
                <a:lnTo>
                  <a:pt x="520" y="768"/>
                </a:lnTo>
                <a:lnTo>
                  <a:pt x="529" y="768"/>
                </a:lnTo>
                <a:lnTo>
                  <a:pt x="538" y="768"/>
                </a:lnTo>
                <a:lnTo>
                  <a:pt x="546" y="768"/>
                </a:lnTo>
                <a:lnTo>
                  <a:pt x="553" y="768"/>
                </a:lnTo>
                <a:lnTo>
                  <a:pt x="561" y="768"/>
                </a:lnTo>
                <a:lnTo>
                  <a:pt x="567" y="768"/>
                </a:lnTo>
                <a:lnTo>
                  <a:pt x="573" y="768"/>
                </a:lnTo>
                <a:lnTo>
                  <a:pt x="579" y="768"/>
                </a:lnTo>
                <a:lnTo>
                  <a:pt x="583" y="768"/>
                </a:lnTo>
                <a:lnTo>
                  <a:pt x="589" y="768"/>
                </a:lnTo>
                <a:lnTo>
                  <a:pt x="593" y="768"/>
                </a:lnTo>
                <a:lnTo>
                  <a:pt x="598" y="768"/>
                </a:lnTo>
                <a:lnTo>
                  <a:pt x="601" y="768"/>
                </a:lnTo>
                <a:lnTo>
                  <a:pt x="605" y="768"/>
                </a:lnTo>
                <a:lnTo>
                  <a:pt x="609" y="768"/>
                </a:lnTo>
                <a:lnTo>
                  <a:pt x="612" y="768"/>
                </a:lnTo>
                <a:lnTo>
                  <a:pt x="616" y="768"/>
                </a:lnTo>
                <a:lnTo>
                  <a:pt x="618" y="768"/>
                </a:lnTo>
                <a:lnTo>
                  <a:pt x="621" y="768"/>
                </a:lnTo>
                <a:lnTo>
                  <a:pt x="624" y="768"/>
                </a:lnTo>
                <a:lnTo>
                  <a:pt x="627" y="768"/>
                </a:lnTo>
                <a:lnTo>
                  <a:pt x="629" y="768"/>
                </a:lnTo>
                <a:lnTo>
                  <a:pt x="633" y="768"/>
                </a:lnTo>
                <a:lnTo>
                  <a:pt x="635" y="768"/>
                </a:lnTo>
                <a:lnTo>
                  <a:pt x="637" y="768"/>
                </a:lnTo>
                <a:lnTo>
                  <a:pt x="641" y="768"/>
                </a:lnTo>
                <a:lnTo>
                  <a:pt x="643" y="768"/>
                </a:lnTo>
                <a:lnTo>
                  <a:pt x="647" y="768"/>
                </a:lnTo>
                <a:lnTo>
                  <a:pt x="649" y="768"/>
                </a:lnTo>
                <a:lnTo>
                  <a:pt x="653" y="768"/>
                </a:lnTo>
                <a:lnTo>
                  <a:pt x="657" y="768"/>
                </a:lnTo>
                <a:lnTo>
                  <a:pt x="660" y="768"/>
                </a:lnTo>
                <a:lnTo>
                  <a:pt x="663" y="768"/>
                </a:lnTo>
                <a:lnTo>
                  <a:pt x="666" y="768"/>
                </a:lnTo>
                <a:lnTo>
                  <a:pt x="669" y="768"/>
                </a:lnTo>
                <a:lnTo>
                  <a:pt x="671" y="768"/>
                </a:lnTo>
                <a:lnTo>
                  <a:pt x="673" y="768"/>
                </a:lnTo>
                <a:lnTo>
                  <a:pt x="676" y="767"/>
                </a:lnTo>
                <a:lnTo>
                  <a:pt x="678" y="767"/>
                </a:lnTo>
                <a:lnTo>
                  <a:pt x="681" y="767"/>
                </a:lnTo>
                <a:lnTo>
                  <a:pt x="683" y="767"/>
                </a:lnTo>
                <a:lnTo>
                  <a:pt x="684" y="766"/>
                </a:lnTo>
                <a:lnTo>
                  <a:pt x="687" y="766"/>
                </a:lnTo>
                <a:lnTo>
                  <a:pt x="688" y="765"/>
                </a:lnTo>
                <a:lnTo>
                  <a:pt x="690" y="765"/>
                </a:lnTo>
                <a:lnTo>
                  <a:pt x="691" y="763"/>
                </a:lnTo>
                <a:lnTo>
                  <a:pt x="694" y="762"/>
                </a:lnTo>
                <a:lnTo>
                  <a:pt x="695" y="761"/>
                </a:lnTo>
                <a:lnTo>
                  <a:pt x="697" y="760"/>
                </a:lnTo>
                <a:lnTo>
                  <a:pt x="699" y="759"/>
                </a:lnTo>
                <a:lnTo>
                  <a:pt x="701" y="757"/>
                </a:lnTo>
                <a:lnTo>
                  <a:pt x="703" y="755"/>
                </a:lnTo>
                <a:lnTo>
                  <a:pt x="705" y="754"/>
                </a:lnTo>
                <a:lnTo>
                  <a:pt x="707" y="751"/>
                </a:lnTo>
                <a:lnTo>
                  <a:pt x="709" y="750"/>
                </a:lnTo>
                <a:lnTo>
                  <a:pt x="712" y="748"/>
                </a:lnTo>
                <a:lnTo>
                  <a:pt x="714" y="745"/>
                </a:lnTo>
                <a:lnTo>
                  <a:pt x="718" y="742"/>
                </a:lnTo>
                <a:lnTo>
                  <a:pt x="720" y="739"/>
                </a:lnTo>
                <a:lnTo>
                  <a:pt x="724" y="736"/>
                </a:lnTo>
                <a:lnTo>
                  <a:pt x="726" y="733"/>
                </a:lnTo>
                <a:lnTo>
                  <a:pt x="730" y="730"/>
                </a:lnTo>
                <a:lnTo>
                  <a:pt x="733" y="726"/>
                </a:lnTo>
                <a:lnTo>
                  <a:pt x="737" y="723"/>
                </a:lnTo>
                <a:lnTo>
                  <a:pt x="739" y="720"/>
                </a:lnTo>
                <a:lnTo>
                  <a:pt x="743" y="717"/>
                </a:lnTo>
                <a:lnTo>
                  <a:pt x="745" y="714"/>
                </a:lnTo>
                <a:lnTo>
                  <a:pt x="748" y="712"/>
                </a:lnTo>
                <a:lnTo>
                  <a:pt x="750" y="709"/>
                </a:lnTo>
                <a:lnTo>
                  <a:pt x="753" y="707"/>
                </a:lnTo>
                <a:lnTo>
                  <a:pt x="754" y="705"/>
                </a:lnTo>
                <a:lnTo>
                  <a:pt x="756" y="702"/>
                </a:lnTo>
                <a:lnTo>
                  <a:pt x="757" y="701"/>
                </a:lnTo>
                <a:lnTo>
                  <a:pt x="759" y="699"/>
                </a:lnTo>
                <a:lnTo>
                  <a:pt x="761" y="696"/>
                </a:lnTo>
                <a:lnTo>
                  <a:pt x="762" y="695"/>
                </a:lnTo>
                <a:lnTo>
                  <a:pt x="762" y="693"/>
                </a:lnTo>
                <a:lnTo>
                  <a:pt x="763" y="691"/>
                </a:lnTo>
                <a:lnTo>
                  <a:pt x="765" y="689"/>
                </a:lnTo>
                <a:lnTo>
                  <a:pt x="766" y="688"/>
                </a:lnTo>
                <a:lnTo>
                  <a:pt x="766" y="685"/>
                </a:lnTo>
                <a:lnTo>
                  <a:pt x="767" y="684"/>
                </a:lnTo>
                <a:lnTo>
                  <a:pt x="767" y="682"/>
                </a:lnTo>
                <a:lnTo>
                  <a:pt x="767" y="679"/>
                </a:lnTo>
                <a:lnTo>
                  <a:pt x="768" y="678"/>
                </a:lnTo>
                <a:lnTo>
                  <a:pt x="768" y="676"/>
                </a:lnTo>
                <a:lnTo>
                  <a:pt x="768" y="673"/>
                </a:lnTo>
                <a:lnTo>
                  <a:pt x="768" y="671"/>
                </a:lnTo>
                <a:lnTo>
                  <a:pt x="768" y="669"/>
                </a:lnTo>
                <a:lnTo>
                  <a:pt x="768" y="665"/>
                </a:lnTo>
                <a:lnTo>
                  <a:pt x="768" y="663"/>
                </a:lnTo>
                <a:lnTo>
                  <a:pt x="768" y="659"/>
                </a:lnTo>
                <a:lnTo>
                  <a:pt x="768" y="657"/>
                </a:lnTo>
                <a:lnTo>
                  <a:pt x="768" y="653"/>
                </a:lnTo>
                <a:lnTo>
                  <a:pt x="768" y="649"/>
                </a:lnTo>
                <a:lnTo>
                  <a:pt x="768" y="646"/>
                </a:lnTo>
                <a:lnTo>
                  <a:pt x="768" y="643"/>
                </a:lnTo>
                <a:lnTo>
                  <a:pt x="768" y="640"/>
                </a:lnTo>
                <a:lnTo>
                  <a:pt x="768" y="637"/>
                </a:lnTo>
                <a:lnTo>
                  <a:pt x="768" y="635"/>
                </a:lnTo>
                <a:lnTo>
                  <a:pt x="768" y="633"/>
                </a:lnTo>
                <a:lnTo>
                  <a:pt x="768" y="630"/>
                </a:lnTo>
                <a:lnTo>
                  <a:pt x="768" y="628"/>
                </a:lnTo>
                <a:lnTo>
                  <a:pt x="768" y="625"/>
                </a:lnTo>
                <a:lnTo>
                  <a:pt x="768" y="624"/>
                </a:lnTo>
                <a:lnTo>
                  <a:pt x="768" y="622"/>
                </a:lnTo>
                <a:lnTo>
                  <a:pt x="768" y="619"/>
                </a:lnTo>
                <a:lnTo>
                  <a:pt x="768" y="618"/>
                </a:lnTo>
                <a:lnTo>
                  <a:pt x="768" y="616"/>
                </a:lnTo>
                <a:lnTo>
                  <a:pt x="768" y="615"/>
                </a:lnTo>
                <a:lnTo>
                  <a:pt x="768" y="612"/>
                </a:lnTo>
                <a:lnTo>
                  <a:pt x="768" y="611"/>
                </a:lnTo>
                <a:lnTo>
                  <a:pt x="768" y="609"/>
                </a:lnTo>
                <a:lnTo>
                  <a:pt x="768" y="607"/>
                </a:lnTo>
                <a:lnTo>
                  <a:pt x="768" y="605"/>
                </a:lnTo>
                <a:lnTo>
                  <a:pt x="768" y="603"/>
                </a:lnTo>
                <a:lnTo>
                  <a:pt x="768" y="601"/>
                </a:lnTo>
                <a:lnTo>
                  <a:pt x="768" y="599"/>
                </a:lnTo>
                <a:lnTo>
                  <a:pt x="768" y="597"/>
                </a:lnTo>
                <a:lnTo>
                  <a:pt x="768" y="594"/>
                </a:lnTo>
                <a:lnTo>
                  <a:pt x="768" y="592"/>
                </a:lnTo>
                <a:lnTo>
                  <a:pt x="768" y="588"/>
                </a:lnTo>
                <a:lnTo>
                  <a:pt x="768" y="586"/>
                </a:lnTo>
                <a:lnTo>
                  <a:pt x="768" y="582"/>
                </a:lnTo>
                <a:lnTo>
                  <a:pt x="768" y="580"/>
                </a:lnTo>
                <a:lnTo>
                  <a:pt x="768" y="576"/>
                </a:lnTo>
                <a:lnTo>
                  <a:pt x="768" y="573"/>
                </a:lnTo>
                <a:lnTo>
                  <a:pt x="768" y="569"/>
                </a:lnTo>
                <a:lnTo>
                  <a:pt x="768" y="567"/>
                </a:lnTo>
                <a:lnTo>
                  <a:pt x="768" y="563"/>
                </a:lnTo>
                <a:lnTo>
                  <a:pt x="768" y="561"/>
                </a:lnTo>
                <a:lnTo>
                  <a:pt x="768" y="557"/>
                </a:lnTo>
                <a:lnTo>
                  <a:pt x="768" y="555"/>
                </a:lnTo>
                <a:lnTo>
                  <a:pt x="768" y="551"/>
                </a:lnTo>
                <a:lnTo>
                  <a:pt x="768" y="549"/>
                </a:lnTo>
                <a:lnTo>
                  <a:pt x="768" y="545"/>
                </a:lnTo>
                <a:lnTo>
                  <a:pt x="768" y="543"/>
                </a:lnTo>
                <a:lnTo>
                  <a:pt x="768" y="539"/>
                </a:lnTo>
                <a:lnTo>
                  <a:pt x="768" y="535"/>
                </a:lnTo>
                <a:lnTo>
                  <a:pt x="768" y="532"/>
                </a:lnTo>
                <a:lnTo>
                  <a:pt x="768" y="528"/>
                </a:lnTo>
                <a:lnTo>
                  <a:pt x="768" y="523"/>
                </a:lnTo>
                <a:lnTo>
                  <a:pt x="768" y="519"/>
                </a:lnTo>
                <a:lnTo>
                  <a:pt x="768" y="514"/>
                </a:lnTo>
                <a:lnTo>
                  <a:pt x="768" y="508"/>
                </a:lnTo>
                <a:lnTo>
                  <a:pt x="768" y="502"/>
                </a:lnTo>
                <a:lnTo>
                  <a:pt x="768" y="496"/>
                </a:lnTo>
                <a:lnTo>
                  <a:pt x="768" y="489"/>
                </a:lnTo>
                <a:lnTo>
                  <a:pt x="768" y="481"/>
                </a:lnTo>
                <a:lnTo>
                  <a:pt x="768" y="473"/>
                </a:lnTo>
                <a:lnTo>
                  <a:pt x="768" y="465"/>
                </a:lnTo>
                <a:lnTo>
                  <a:pt x="768" y="455"/>
                </a:lnTo>
                <a:lnTo>
                  <a:pt x="768" y="445"/>
                </a:lnTo>
                <a:lnTo>
                  <a:pt x="768" y="435"/>
                </a:lnTo>
                <a:lnTo>
                  <a:pt x="768" y="424"/>
                </a:lnTo>
                <a:lnTo>
                  <a:pt x="768" y="411"/>
                </a:lnTo>
                <a:lnTo>
                  <a:pt x="768" y="397"/>
                </a:lnTo>
                <a:lnTo>
                  <a:pt x="768" y="384"/>
                </a:lnTo>
                <a:lnTo>
                  <a:pt x="768" y="370"/>
                </a:lnTo>
                <a:lnTo>
                  <a:pt x="768" y="357"/>
                </a:lnTo>
                <a:lnTo>
                  <a:pt x="768" y="345"/>
                </a:lnTo>
                <a:lnTo>
                  <a:pt x="768" y="334"/>
                </a:lnTo>
                <a:lnTo>
                  <a:pt x="768" y="323"/>
                </a:lnTo>
                <a:lnTo>
                  <a:pt x="768" y="312"/>
                </a:lnTo>
                <a:lnTo>
                  <a:pt x="768" y="304"/>
                </a:lnTo>
                <a:lnTo>
                  <a:pt x="768" y="294"/>
                </a:lnTo>
                <a:lnTo>
                  <a:pt x="768" y="287"/>
                </a:lnTo>
                <a:lnTo>
                  <a:pt x="768" y="280"/>
                </a:lnTo>
                <a:lnTo>
                  <a:pt x="768" y="273"/>
                </a:lnTo>
                <a:lnTo>
                  <a:pt x="768" y="267"/>
                </a:lnTo>
                <a:lnTo>
                  <a:pt x="768" y="261"/>
                </a:lnTo>
                <a:lnTo>
                  <a:pt x="768" y="255"/>
                </a:lnTo>
                <a:lnTo>
                  <a:pt x="768" y="250"/>
                </a:lnTo>
                <a:lnTo>
                  <a:pt x="768" y="245"/>
                </a:lnTo>
                <a:lnTo>
                  <a:pt x="768" y="240"/>
                </a:lnTo>
                <a:lnTo>
                  <a:pt x="768" y="237"/>
                </a:lnTo>
                <a:lnTo>
                  <a:pt x="768" y="233"/>
                </a:lnTo>
                <a:lnTo>
                  <a:pt x="768" y="229"/>
                </a:lnTo>
                <a:lnTo>
                  <a:pt x="768" y="226"/>
                </a:lnTo>
                <a:lnTo>
                  <a:pt x="768" y="223"/>
                </a:lnTo>
                <a:lnTo>
                  <a:pt x="768" y="220"/>
                </a:lnTo>
                <a:lnTo>
                  <a:pt x="768" y="217"/>
                </a:lnTo>
                <a:lnTo>
                  <a:pt x="768" y="214"/>
                </a:lnTo>
                <a:lnTo>
                  <a:pt x="768" y="211"/>
                </a:lnTo>
                <a:lnTo>
                  <a:pt x="768" y="208"/>
                </a:lnTo>
                <a:lnTo>
                  <a:pt x="768" y="205"/>
                </a:lnTo>
                <a:lnTo>
                  <a:pt x="768" y="202"/>
                </a:lnTo>
                <a:lnTo>
                  <a:pt x="768" y="199"/>
                </a:lnTo>
                <a:lnTo>
                  <a:pt x="768" y="196"/>
                </a:lnTo>
                <a:lnTo>
                  <a:pt x="768" y="192"/>
                </a:lnTo>
                <a:lnTo>
                  <a:pt x="768" y="189"/>
                </a:lnTo>
                <a:lnTo>
                  <a:pt x="768" y="185"/>
                </a:lnTo>
                <a:lnTo>
                  <a:pt x="768" y="183"/>
                </a:lnTo>
                <a:lnTo>
                  <a:pt x="768" y="179"/>
                </a:lnTo>
                <a:lnTo>
                  <a:pt x="768" y="177"/>
                </a:lnTo>
                <a:lnTo>
                  <a:pt x="768" y="174"/>
                </a:lnTo>
                <a:lnTo>
                  <a:pt x="768" y="172"/>
                </a:lnTo>
                <a:lnTo>
                  <a:pt x="768" y="169"/>
                </a:lnTo>
                <a:lnTo>
                  <a:pt x="768" y="167"/>
                </a:lnTo>
                <a:lnTo>
                  <a:pt x="768" y="165"/>
                </a:lnTo>
                <a:lnTo>
                  <a:pt x="768" y="163"/>
                </a:lnTo>
                <a:lnTo>
                  <a:pt x="768" y="161"/>
                </a:lnTo>
                <a:lnTo>
                  <a:pt x="768" y="160"/>
                </a:lnTo>
                <a:lnTo>
                  <a:pt x="768" y="157"/>
                </a:lnTo>
                <a:lnTo>
                  <a:pt x="768" y="156"/>
                </a:lnTo>
                <a:lnTo>
                  <a:pt x="768" y="154"/>
                </a:lnTo>
                <a:lnTo>
                  <a:pt x="768" y="153"/>
                </a:lnTo>
                <a:lnTo>
                  <a:pt x="768" y="150"/>
                </a:lnTo>
                <a:lnTo>
                  <a:pt x="768" y="148"/>
                </a:lnTo>
                <a:lnTo>
                  <a:pt x="768" y="147"/>
                </a:lnTo>
                <a:lnTo>
                  <a:pt x="768" y="144"/>
                </a:lnTo>
                <a:lnTo>
                  <a:pt x="768" y="143"/>
                </a:lnTo>
                <a:lnTo>
                  <a:pt x="768" y="141"/>
                </a:lnTo>
                <a:lnTo>
                  <a:pt x="768" y="138"/>
                </a:lnTo>
                <a:lnTo>
                  <a:pt x="768" y="136"/>
                </a:lnTo>
                <a:lnTo>
                  <a:pt x="768" y="133"/>
                </a:lnTo>
                <a:lnTo>
                  <a:pt x="768" y="131"/>
                </a:lnTo>
                <a:lnTo>
                  <a:pt x="768" y="129"/>
                </a:lnTo>
                <a:lnTo>
                  <a:pt x="768" y="125"/>
                </a:lnTo>
                <a:lnTo>
                  <a:pt x="768" y="123"/>
                </a:lnTo>
                <a:lnTo>
                  <a:pt x="768" y="119"/>
                </a:lnTo>
                <a:lnTo>
                  <a:pt x="768" y="115"/>
                </a:lnTo>
                <a:lnTo>
                  <a:pt x="768" y="112"/>
                </a:lnTo>
                <a:lnTo>
                  <a:pt x="768" y="108"/>
                </a:lnTo>
                <a:lnTo>
                  <a:pt x="768" y="106"/>
                </a:lnTo>
                <a:lnTo>
                  <a:pt x="768" y="102"/>
                </a:lnTo>
                <a:lnTo>
                  <a:pt x="768" y="100"/>
                </a:lnTo>
                <a:lnTo>
                  <a:pt x="768" y="97"/>
                </a:lnTo>
                <a:lnTo>
                  <a:pt x="768" y="95"/>
                </a:lnTo>
                <a:lnTo>
                  <a:pt x="768" y="93"/>
                </a:lnTo>
                <a:lnTo>
                  <a:pt x="768" y="90"/>
                </a:lnTo>
                <a:lnTo>
                  <a:pt x="767" y="88"/>
                </a:lnTo>
                <a:lnTo>
                  <a:pt x="767" y="87"/>
                </a:lnTo>
                <a:lnTo>
                  <a:pt x="767" y="84"/>
                </a:lnTo>
                <a:lnTo>
                  <a:pt x="766" y="83"/>
                </a:lnTo>
                <a:lnTo>
                  <a:pt x="766" y="81"/>
                </a:lnTo>
                <a:lnTo>
                  <a:pt x="765" y="79"/>
                </a:lnTo>
                <a:lnTo>
                  <a:pt x="763" y="77"/>
                </a:lnTo>
                <a:lnTo>
                  <a:pt x="762" y="76"/>
                </a:lnTo>
                <a:lnTo>
                  <a:pt x="762" y="73"/>
                </a:lnTo>
                <a:lnTo>
                  <a:pt x="761" y="71"/>
                </a:lnTo>
                <a:lnTo>
                  <a:pt x="759" y="70"/>
                </a:lnTo>
                <a:lnTo>
                  <a:pt x="757" y="67"/>
                </a:lnTo>
                <a:lnTo>
                  <a:pt x="756" y="66"/>
                </a:lnTo>
                <a:lnTo>
                  <a:pt x="754" y="64"/>
                </a:lnTo>
                <a:lnTo>
                  <a:pt x="753" y="61"/>
                </a:lnTo>
                <a:lnTo>
                  <a:pt x="750" y="59"/>
                </a:lnTo>
                <a:lnTo>
                  <a:pt x="748" y="57"/>
                </a:lnTo>
                <a:lnTo>
                  <a:pt x="745" y="54"/>
                </a:lnTo>
                <a:lnTo>
                  <a:pt x="743" y="52"/>
                </a:lnTo>
                <a:lnTo>
                  <a:pt x="739" y="48"/>
                </a:lnTo>
                <a:lnTo>
                  <a:pt x="737" y="46"/>
                </a:lnTo>
                <a:lnTo>
                  <a:pt x="733" y="42"/>
                </a:lnTo>
                <a:lnTo>
                  <a:pt x="730" y="39"/>
                </a:lnTo>
                <a:lnTo>
                  <a:pt x="726" y="35"/>
                </a:lnTo>
                <a:lnTo>
                  <a:pt x="724" y="31"/>
                </a:lnTo>
                <a:lnTo>
                  <a:pt x="720" y="29"/>
                </a:lnTo>
                <a:lnTo>
                  <a:pt x="718" y="25"/>
                </a:lnTo>
                <a:lnTo>
                  <a:pt x="714" y="23"/>
                </a:lnTo>
                <a:lnTo>
                  <a:pt x="712" y="21"/>
                </a:lnTo>
                <a:lnTo>
                  <a:pt x="709" y="18"/>
                </a:lnTo>
                <a:lnTo>
                  <a:pt x="707" y="17"/>
                </a:lnTo>
                <a:lnTo>
                  <a:pt x="705" y="15"/>
                </a:lnTo>
                <a:lnTo>
                  <a:pt x="703" y="12"/>
                </a:lnTo>
                <a:lnTo>
                  <a:pt x="701" y="11"/>
                </a:lnTo>
                <a:lnTo>
                  <a:pt x="699" y="10"/>
                </a:lnTo>
                <a:lnTo>
                  <a:pt x="697" y="9"/>
                </a:lnTo>
                <a:lnTo>
                  <a:pt x="695" y="7"/>
                </a:lnTo>
                <a:lnTo>
                  <a:pt x="694" y="6"/>
                </a:lnTo>
                <a:lnTo>
                  <a:pt x="691" y="5"/>
                </a:lnTo>
                <a:lnTo>
                  <a:pt x="690" y="4"/>
                </a:lnTo>
                <a:lnTo>
                  <a:pt x="688" y="4"/>
                </a:lnTo>
                <a:lnTo>
                  <a:pt x="687" y="3"/>
                </a:lnTo>
                <a:lnTo>
                  <a:pt x="684" y="3"/>
                </a:lnTo>
                <a:lnTo>
                  <a:pt x="683" y="1"/>
                </a:lnTo>
                <a:lnTo>
                  <a:pt x="681" y="1"/>
                </a:lnTo>
                <a:lnTo>
                  <a:pt x="678" y="1"/>
                </a:lnTo>
                <a:lnTo>
                  <a:pt x="676" y="1"/>
                </a:lnTo>
                <a:lnTo>
                  <a:pt x="673" y="0"/>
                </a:lnTo>
                <a:lnTo>
                  <a:pt x="671" y="0"/>
                </a:lnTo>
                <a:lnTo>
                  <a:pt x="669" y="0"/>
                </a:lnTo>
                <a:lnTo>
                  <a:pt x="666" y="0"/>
                </a:lnTo>
                <a:lnTo>
                  <a:pt x="663" y="0"/>
                </a:lnTo>
                <a:lnTo>
                  <a:pt x="660" y="0"/>
                </a:lnTo>
                <a:lnTo>
                  <a:pt x="657" y="0"/>
                </a:lnTo>
                <a:lnTo>
                  <a:pt x="653" y="0"/>
                </a:lnTo>
                <a:lnTo>
                  <a:pt x="649" y="0"/>
                </a:lnTo>
                <a:lnTo>
                  <a:pt x="647" y="0"/>
                </a:lnTo>
                <a:lnTo>
                  <a:pt x="643" y="0"/>
                </a:lnTo>
                <a:lnTo>
                  <a:pt x="641" y="0"/>
                </a:lnTo>
                <a:lnTo>
                  <a:pt x="637" y="0"/>
                </a:lnTo>
                <a:lnTo>
                  <a:pt x="635" y="0"/>
                </a:lnTo>
                <a:lnTo>
                  <a:pt x="633" y="0"/>
                </a:lnTo>
                <a:lnTo>
                  <a:pt x="630" y="0"/>
                </a:lnTo>
                <a:lnTo>
                  <a:pt x="628" y="0"/>
                </a:lnTo>
                <a:lnTo>
                  <a:pt x="625" y="0"/>
                </a:lnTo>
                <a:lnTo>
                  <a:pt x="623" y="0"/>
                </a:lnTo>
                <a:lnTo>
                  <a:pt x="621" y="0"/>
                </a:lnTo>
                <a:lnTo>
                  <a:pt x="618" y="0"/>
                </a:lnTo>
                <a:lnTo>
                  <a:pt x="616" y="0"/>
                </a:lnTo>
                <a:lnTo>
                  <a:pt x="612" y="0"/>
                </a:lnTo>
                <a:lnTo>
                  <a:pt x="610" y="0"/>
                </a:lnTo>
                <a:lnTo>
                  <a:pt x="607" y="0"/>
                </a:lnTo>
                <a:lnTo>
                  <a:pt x="605" y="0"/>
                </a:lnTo>
                <a:lnTo>
                  <a:pt x="601" y="0"/>
                </a:lnTo>
                <a:lnTo>
                  <a:pt x="598" y="0"/>
                </a:lnTo>
                <a:lnTo>
                  <a:pt x="594" y="0"/>
                </a:lnTo>
                <a:lnTo>
                  <a:pt x="591" y="0"/>
                </a:lnTo>
                <a:lnTo>
                  <a:pt x="587" y="0"/>
                </a:lnTo>
                <a:lnTo>
                  <a:pt x="583" y="0"/>
                </a:lnTo>
                <a:lnTo>
                  <a:pt x="579" y="0"/>
                </a:lnTo>
                <a:lnTo>
                  <a:pt x="574" y="0"/>
                </a:lnTo>
                <a:lnTo>
                  <a:pt x="569" y="0"/>
                </a:lnTo>
                <a:lnTo>
                  <a:pt x="563" y="0"/>
                </a:lnTo>
                <a:lnTo>
                  <a:pt x="558" y="0"/>
                </a:lnTo>
                <a:lnTo>
                  <a:pt x="552" y="0"/>
                </a:lnTo>
                <a:lnTo>
                  <a:pt x="545" y="0"/>
                </a:lnTo>
                <a:lnTo>
                  <a:pt x="538" y="0"/>
                </a:lnTo>
                <a:lnTo>
                  <a:pt x="531" y="0"/>
                </a:lnTo>
                <a:lnTo>
                  <a:pt x="525" y="0"/>
                </a:lnTo>
                <a:lnTo>
                  <a:pt x="519" y="0"/>
                </a:lnTo>
                <a:lnTo>
                  <a:pt x="513" y="0"/>
                </a:lnTo>
                <a:lnTo>
                  <a:pt x="508" y="0"/>
                </a:lnTo>
                <a:lnTo>
                  <a:pt x="502" y="0"/>
                </a:lnTo>
                <a:lnTo>
                  <a:pt x="497" y="0"/>
                </a:lnTo>
                <a:lnTo>
                  <a:pt x="493" y="0"/>
                </a:lnTo>
                <a:lnTo>
                  <a:pt x="489" y="0"/>
                </a:lnTo>
                <a:lnTo>
                  <a:pt x="485" y="0"/>
                </a:lnTo>
                <a:lnTo>
                  <a:pt x="481" y="0"/>
                </a:lnTo>
                <a:lnTo>
                  <a:pt x="478" y="0"/>
                </a:lnTo>
                <a:lnTo>
                  <a:pt x="475" y="0"/>
                </a:lnTo>
                <a:lnTo>
                  <a:pt x="472" y="0"/>
                </a:lnTo>
                <a:lnTo>
                  <a:pt x="469" y="0"/>
                </a:lnTo>
                <a:lnTo>
                  <a:pt x="466" y="0"/>
                </a:lnTo>
                <a:lnTo>
                  <a:pt x="463" y="0"/>
                </a:lnTo>
                <a:lnTo>
                  <a:pt x="461" y="0"/>
                </a:lnTo>
                <a:lnTo>
                  <a:pt x="459" y="0"/>
                </a:lnTo>
                <a:lnTo>
                  <a:pt x="456" y="0"/>
                </a:lnTo>
                <a:lnTo>
                  <a:pt x="454" y="0"/>
                </a:lnTo>
                <a:lnTo>
                  <a:pt x="451" y="0"/>
                </a:lnTo>
                <a:lnTo>
                  <a:pt x="449" y="0"/>
                </a:lnTo>
                <a:lnTo>
                  <a:pt x="447" y="0"/>
                </a:lnTo>
                <a:lnTo>
                  <a:pt x="444" y="0"/>
                </a:lnTo>
                <a:lnTo>
                  <a:pt x="442" y="0"/>
                </a:lnTo>
                <a:lnTo>
                  <a:pt x="438" y="0"/>
                </a:lnTo>
                <a:lnTo>
                  <a:pt x="436" y="0"/>
                </a:lnTo>
                <a:lnTo>
                  <a:pt x="433" y="0"/>
                </a:lnTo>
                <a:lnTo>
                  <a:pt x="430" y="0"/>
                </a:lnTo>
                <a:lnTo>
                  <a:pt x="426" y="0"/>
                </a:lnTo>
                <a:lnTo>
                  <a:pt x="423" y="0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7" name="Rectangle 123">
            <a:extLst>
              <a:ext uri="{FF2B5EF4-FFF2-40B4-BE49-F238E27FC236}">
                <a16:creationId xmlns:a16="http://schemas.microsoft.com/office/drawing/2014/main" id="{DA76B458-D243-451C-8CAB-B223EE265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3763" y="26876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8" name="Rectangle 124">
            <a:extLst>
              <a:ext uri="{FF2B5EF4-FFF2-40B4-BE49-F238E27FC236}">
                <a16:creationId xmlns:a16="http://schemas.microsoft.com/office/drawing/2014/main" id="{C09A9919-83E0-44BB-98E9-565E7BDFD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20177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69" name="Rectangle 125">
            <a:extLst>
              <a:ext uri="{FF2B5EF4-FFF2-40B4-BE49-F238E27FC236}">
                <a16:creationId xmlns:a16="http://schemas.microsoft.com/office/drawing/2014/main" id="{B0D2E7EC-0BBE-48CD-9FF6-C0179F8D73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23510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0" name="Freeform 126">
            <a:extLst>
              <a:ext uri="{FF2B5EF4-FFF2-40B4-BE49-F238E27FC236}">
                <a16:creationId xmlns:a16="http://schemas.microsoft.com/office/drawing/2014/main" id="{E54CC70E-20C1-4EB1-99B7-703C484EE3AE}"/>
              </a:ext>
            </a:extLst>
          </p:cNvPr>
          <p:cNvSpPr>
            <a:spLocks/>
          </p:cNvSpPr>
          <p:nvPr/>
        </p:nvSpPr>
        <p:spPr bwMode="auto">
          <a:xfrm>
            <a:off x="8507413" y="1974850"/>
            <a:ext cx="336550" cy="558800"/>
          </a:xfrm>
          <a:custGeom>
            <a:avLst/>
            <a:gdLst>
              <a:gd name="T0" fmla="*/ 2147483646 w 510"/>
              <a:gd name="T1" fmla="*/ 0 h 850"/>
              <a:gd name="T2" fmla="*/ 2147483646 w 510"/>
              <a:gd name="T3" fmla="*/ 0 h 850"/>
              <a:gd name="T4" fmla="*/ 2147483646 w 510"/>
              <a:gd name="T5" fmla="*/ 0 h 850"/>
              <a:gd name="T6" fmla="*/ 2147483646 w 510"/>
              <a:gd name="T7" fmla="*/ 0 h 850"/>
              <a:gd name="T8" fmla="*/ 2147483646 w 510"/>
              <a:gd name="T9" fmla="*/ 0 h 850"/>
              <a:gd name="T10" fmla="*/ 2147483646 w 510"/>
              <a:gd name="T11" fmla="*/ 0 h 850"/>
              <a:gd name="T12" fmla="*/ 2147483646 w 510"/>
              <a:gd name="T13" fmla="*/ 0 h 850"/>
              <a:gd name="T14" fmla="*/ 2147483646 w 510"/>
              <a:gd name="T15" fmla="*/ 2147483646 h 850"/>
              <a:gd name="T16" fmla="*/ 2147483646 w 510"/>
              <a:gd name="T17" fmla="*/ 2147483646 h 850"/>
              <a:gd name="T18" fmla="*/ 2147483646 w 510"/>
              <a:gd name="T19" fmla="*/ 2147483646 h 850"/>
              <a:gd name="T20" fmla="*/ 2147483646 w 510"/>
              <a:gd name="T21" fmla="*/ 2147483646 h 850"/>
              <a:gd name="T22" fmla="*/ 2147483646 w 510"/>
              <a:gd name="T23" fmla="*/ 2147483646 h 850"/>
              <a:gd name="T24" fmla="*/ 2147483646 w 510"/>
              <a:gd name="T25" fmla="*/ 2147483646 h 850"/>
              <a:gd name="T26" fmla="*/ 2147483646 w 510"/>
              <a:gd name="T27" fmla="*/ 2147483646 h 850"/>
              <a:gd name="T28" fmla="*/ 2147483646 w 510"/>
              <a:gd name="T29" fmla="*/ 2147483646 h 850"/>
              <a:gd name="T30" fmla="*/ 0 w 510"/>
              <a:gd name="T31" fmla="*/ 2147483646 h 850"/>
              <a:gd name="T32" fmla="*/ 0 w 510"/>
              <a:gd name="T33" fmla="*/ 2147483646 h 850"/>
              <a:gd name="T34" fmla="*/ 0 w 510"/>
              <a:gd name="T35" fmla="*/ 2147483646 h 850"/>
              <a:gd name="T36" fmla="*/ 0 w 510"/>
              <a:gd name="T37" fmla="*/ 2147483646 h 850"/>
              <a:gd name="T38" fmla="*/ 0 w 510"/>
              <a:gd name="T39" fmla="*/ 2147483646 h 850"/>
              <a:gd name="T40" fmla="*/ 0 w 510"/>
              <a:gd name="T41" fmla="*/ 2147483646 h 850"/>
              <a:gd name="T42" fmla="*/ 0 w 510"/>
              <a:gd name="T43" fmla="*/ 2147483646 h 850"/>
              <a:gd name="T44" fmla="*/ 0 w 510"/>
              <a:gd name="T45" fmla="*/ 2147483646 h 850"/>
              <a:gd name="T46" fmla="*/ 0 w 510"/>
              <a:gd name="T47" fmla="*/ 2147483646 h 850"/>
              <a:gd name="T48" fmla="*/ 0 w 510"/>
              <a:gd name="T49" fmla="*/ 2147483646 h 850"/>
              <a:gd name="T50" fmla="*/ 0 w 510"/>
              <a:gd name="T51" fmla="*/ 2147483646 h 850"/>
              <a:gd name="T52" fmla="*/ 0 w 510"/>
              <a:gd name="T53" fmla="*/ 2147483646 h 850"/>
              <a:gd name="T54" fmla="*/ 0 w 510"/>
              <a:gd name="T55" fmla="*/ 2147483646 h 850"/>
              <a:gd name="T56" fmla="*/ 0 w 510"/>
              <a:gd name="T57" fmla="*/ 2147483646 h 850"/>
              <a:gd name="T58" fmla="*/ 0 w 510"/>
              <a:gd name="T59" fmla="*/ 2147483646 h 850"/>
              <a:gd name="T60" fmla="*/ 0 w 510"/>
              <a:gd name="T61" fmla="*/ 2147483646 h 850"/>
              <a:gd name="T62" fmla="*/ 0 w 510"/>
              <a:gd name="T63" fmla="*/ 2147483646 h 850"/>
              <a:gd name="T64" fmla="*/ 0 w 510"/>
              <a:gd name="T65" fmla="*/ 2147483646 h 850"/>
              <a:gd name="T66" fmla="*/ 0 w 510"/>
              <a:gd name="T67" fmla="*/ 2147483646 h 850"/>
              <a:gd name="T68" fmla="*/ 0 w 510"/>
              <a:gd name="T69" fmla="*/ 2147483646 h 850"/>
              <a:gd name="T70" fmla="*/ 0 w 510"/>
              <a:gd name="T71" fmla="*/ 2147483646 h 850"/>
              <a:gd name="T72" fmla="*/ 0 w 510"/>
              <a:gd name="T73" fmla="*/ 2147483646 h 850"/>
              <a:gd name="T74" fmla="*/ 0 w 510"/>
              <a:gd name="T75" fmla="*/ 2147483646 h 850"/>
              <a:gd name="T76" fmla="*/ 0 w 510"/>
              <a:gd name="T77" fmla="*/ 2147483646 h 850"/>
              <a:gd name="T78" fmla="*/ 2147483646 w 510"/>
              <a:gd name="T79" fmla="*/ 2147483646 h 850"/>
              <a:gd name="T80" fmla="*/ 2147483646 w 510"/>
              <a:gd name="T81" fmla="*/ 2147483646 h 850"/>
              <a:gd name="T82" fmla="*/ 2147483646 w 510"/>
              <a:gd name="T83" fmla="*/ 2147483646 h 850"/>
              <a:gd name="T84" fmla="*/ 2147483646 w 510"/>
              <a:gd name="T85" fmla="*/ 2147483646 h 850"/>
              <a:gd name="T86" fmla="*/ 2147483646 w 510"/>
              <a:gd name="T87" fmla="*/ 2147483646 h 850"/>
              <a:gd name="T88" fmla="*/ 2147483646 w 510"/>
              <a:gd name="T89" fmla="*/ 2147483646 h 850"/>
              <a:gd name="T90" fmla="*/ 2147483646 w 510"/>
              <a:gd name="T91" fmla="*/ 2147483646 h 850"/>
              <a:gd name="T92" fmla="*/ 2147483646 w 510"/>
              <a:gd name="T93" fmla="*/ 2147483646 h 850"/>
              <a:gd name="T94" fmla="*/ 2147483646 w 510"/>
              <a:gd name="T95" fmla="*/ 2147483646 h 850"/>
              <a:gd name="T96" fmla="*/ 2147483646 w 510"/>
              <a:gd name="T97" fmla="*/ 2147483646 h 850"/>
              <a:gd name="T98" fmla="*/ 2147483646 w 510"/>
              <a:gd name="T99" fmla="*/ 2147483646 h 850"/>
              <a:gd name="T100" fmla="*/ 2147483646 w 510"/>
              <a:gd name="T101" fmla="*/ 2147483646 h 850"/>
              <a:gd name="T102" fmla="*/ 2147483646 w 510"/>
              <a:gd name="T103" fmla="*/ 2147483646 h 850"/>
              <a:gd name="T104" fmla="*/ 2147483646 w 510"/>
              <a:gd name="T105" fmla="*/ 2147483646 h 850"/>
              <a:gd name="T106" fmla="*/ 2147483646 w 510"/>
              <a:gd name="T107" fmla="*/ 2147483646 h 850"/>
              <a:gd name="T108" fmla="*/ 2147483646 w 510"/>
              <a:gd name="T109" fmla="*/ 2147483646 h 85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10" h="850">
                <a:moveTo>
                  <a:pt x="510" y="0"/>
                </a:moveTo>
                <a:lnTo>
                  <a:pt x="480" y="0"/>
                </a:lnTo>
                <a:lnTo>
                  <a:pt x="450" y="0"/>
                </a:lnTo>
                <a:lnTo>
                  <a:pt x="424" y="0"/>
                </a:lnTo>
                <a:lnTo>
                  <a:pt x="398" y="0"/>
                </a:lnTo>
                <a:lnTo>
                  <a:pt x="374" y="0"/>
                </a:lnTo>
                <a:lnTo>
                  <a:pt x="353" y="0"/>
                </a:lnTo>
                <a:lnTo>
                  <a:pt x="332" y="0"/>
                </a:lnTo>
                <a:lnTo>
                  <a:pt x="313" y="0"/>
                </a:lnTo>
                <a:lnTo>
                  <a:pt x="295" y="0"/>
                </a:lnTo>
                <a:lnTo>
                  <a:pt x="280" y="0"/>
                </a:lnTo>
                <a:lnTo>
                  <a:pt x="265" y="0"/>
                </a:lnTo>
                <a:lnTo>
                  <a:pt x="251" y="0"/>
                </a:lnTo>
                <a:lnTo>
                  <a:pt x="239" y="0"/>
                </a:lnTo>
                <a:lnTo>
                  <a:pt x="227" y="0"/>
                </a:lnTo>
                <a:lnTo>
                  <a:pt x="217" y="0"/>
                </a:lnTo>
                <a:lnTo>
                  <a:pt x="208" y="0"/>
                </a:lnTo>
                <a:lnTo>
                  <a:pt x="199" y="0"/>
                </a:lnTo>
                <a:lnTo>
                  <a:pt x="191" y="0"/>
                </a:lnTo>
                <a:lnTo>
                  <a:pt x="184" y="0"/>
                </a:lnTo>
                <a:lnTo>
                  <a:pt x="178" y="0"/>
                </a:lnTo>
                <a:lnTo>
                  <a:pt x="172" y="0"/>
                </a:lnTo>
                <a:lnTo>
                  <a:pt x="167" y="0"/>
                </a:lnTo>
                <a:lnTo>
                  <a:pt x="162" y="0"/>
                </a:lnTo>
                <a:lnTo>
                  <a:pt x="157" y="0"/>
                </a:lnTo>
                <a:lnTo>
                  <a:pt x="154" y="0"/>
                </a:lnTo>
                <a:lnTo>
                  <a:pt x="150" y="0"/>
                </a:lnTo>
                <a:lnTo>
                  <a:pt x="146" y="0"/>
                </a:lnTo>
                <a:lnTo>
                  <a:pt x="143" y="0"/>
                </a:lnTo>
                <a:lnTo>
                  <a:pt x="139" y="0"/>
                </a:lnTo>
                <a:lnTo>
                  <a:pt x="136" y="0"/>
                </a:lnTo>
                <a:lnTo>
                  <a:pt x="132" y="0"/>
                </a:lnTo>
                <a:lnTo>
                  <a:pt x="127" y="0"/>
                </a:lnTo>
                <a:lnTo>
                  <a:pt x="124" y="0"/>
                </a:lnTo>
                <a:lnTo>
                  <a:pt x="120" y="0"/>
                </a:lnTo>
                <a:lnTo>
                  <a:pt x="116" y="0"/>
                </a:lnTo>
                <a:lnTo>
                  <a:pt x="114" y="0"/>
                </a:lnTo>
                <a:lnTo>
                  <a:pt x="110" y="0"/>
                </a:lnTo>
                <a:lnTo>
                  <a:pt x="108" y="0"/>
                </a:lnTo>
                <a:lnTo>
                  <a:pt x="106" y="0"/>
                </a:lnTo>
                <a:lnTo>
                  <a:pt x="102" y="0"/>
                </a:lnTo>
                <a:lnTo>
                  <a:pt x="100" y="0"/>
                </a:lnTo>
                <a:lnTo>
                  <a:pt x="98" y="1"/>
                </a:lnTo>
                <a:lnTo>
                  <a:pt x="96" y="1"/>
                </a:lnTo>
                <a:lnTo>
                  <a:pt x="94" y="2"/>
                </a:lnTo>
                <a:lnTo>
                  <a:pt x="91" y="2"/>
                </a:lnTo>
                <a:lnTo>
                  <a:pt x="89" y="4"/>
                </a:lnTo>
                <a:lnTo>
                  <a:pt x="88" y="4"/>
                </a:lnTo>
                <a:lnTo>
                  <a:pt x="85" y="5"/>
                </a:lnTo>
                <a:lnTo>
                  <a:pt x="83" y="6"/>
                </a:lnTo>
                <a:lnTo>
                  <a:pt x="82" y="7"/>
                </a:lnTo>
                <a:lnTo>
                  <a:pt x="79" y="8"/>
                </a:lnTo>
                <a:lnTo>
                  <a:pt x="77" y="10"/>
                </a:lnTo>
                <a:lnTo>
                  <a:pt x="74" y="12"/>
                </a:lnTo>
                <a:lnTo>
                  <a:pt x="73" y="13"/>
                </a:lnTo>
                <a:lnTo>
                  <a:pt x="71" y="16"/>
                </a:lnTo>
                <a:lnTo>
                  <a:pt x="68" y="18"/>
                </a:lnTo>
                <a:lnTo>
                  <a:pt x="65" y="20"/>
                </a:lnTo>
                <a:lnTo>
                  <a:pt x="62" y="23"/>
                </a:lnTo>
                <a:lnTo>
                  <a:pt x="60" y="25"/>
                </a:lnTo>
                <a:lnTo>
                  <a:pt x="56" y="28"/>
                </a:lnTo>
                <a:lnTo>
                  <a:pt x="54" y="31"/>
                </a:lnTo>
                <a:lnTo>
                  <a:pt x="50" y="35"/>
                </a:lnTo>
                <a:lnTo>
                  <a:pt x="47" y="38"/>
                </a:lnTo>
                <a:lnTo>
                  <a:pt x="42" y="42"/>
                </a:lnTo>
                <a:lnTo>
                  <a:pt x="38" y="46"/>
                </a:lnTo>
                <a:lnTo>
                  <a:pt x="35" y="49"/>
                </a:lnTo>
                <a:lnTo>
                  <a:pt x="31" y="53"/>
                </a:lnTo>
                <a:lnTo>
                  <a:pt x="29" y="56"/>
                </a:lnTo>
                <a:lnTo>
                  <a:pt x="25" y="59"/>
                </a:lnTo>
                <a:lnTo>
                  <a:pt x="23" y="62"/>
                </a:lnTo>
                <a:lnTo>
                  <a:pt x="20" y="65"/>
                </a:lnTo>
                <a:lnTo>
                  <a:pt x="18" y="67"/>
                </a:lnTo>
                <a:lnTo>
                  <a:pt x="16" y="70"/>
                </a:lnTo>
                <a:lnTo>
                  <a:pt x="14" y="72"/>
                </a:lnTo>
                <a:lnTo>
                  <a:pt x="12" y="74"/>
                </a:lnTo>
                <a:lnTo>
                  <a:pt x="11" y="77"/>
                </a:lnTo>
                <a:lnTo>
                  <a:pt x="8" y="78"/>
                </a:lnTo>
                <a:lnTo>
                  <a:pt x="7" y="80"/>
                </a:lnTo>
                <a:lnTo>
                  <a:pt x="6" y="83"/>
                </a:lnTo>
                <a:lnTo>
                  <a:pt x="6" y="84"/>
                </a:lnTo>
                <a:lnTo>
                  <a:pt x="5" y="86"/>
                </a:lnTo>
                <a:lnTo>
                  <a:pt x="4" y="89"/>
                </a:lnTo>
                <a:lnTo>
                  <a:pt x="2" y="90"/>
                </a:lnTo>
                <a:lnTo>
                  <a:pt x="2" y="92"/>
                </a:lnTo>
                <a:lnTo>
                  <a:pt x="2" y="95"/>
                </a:lnTo>
                <a:lnTo>
                  <a:pt x="1" y="97"/>
                </a:lnTo>
                <a:lnTo>
                  <a:pt x="1" y="100"/>
                </a:lnTo>
                <a:lnTo>
                  <a:pt x="1" y="102"/>
                </a:lnTo>
                <a:lnTo>
                  <a:pt x="0" y="104"/>
                </a:lnTo>
                <a:lnTo>
                  <a:pt x="0" y="107"/>
                </a:lnTo>
                <a:lnTo>
                  <a:pt x="0" y="110"/>
                </a:lnTo>
                <a:lnTo>
                  <a:pt x="0" y="113"/>
                </a:lnTo>
                <a:lnTo>
                  <a:pt x="0" y="116"/>
                </a:lnTo>
                <a:lnTo>
                  <a:pt x="0" y="120"/>
                </a:lnTo>
                <a:lnTo>
                  <a:pt x="0" y="124"/>
                </a:lnTo>
                <a:lnTo>
                  <a:pt x="0" y="127"/>
                </a:lnTo>
                <a:lnTo>
                  <a:pt x="0" y="131"/>
                </a:lnTo>
                <a:lnTo>
                  <a:pt x="0" y="134"/>
                </a:lnTo>
                <a:lnTo>
                  <a:pt x="0" y="138"/>
                </a:lnTo>
                <a:lnTo>
                  <a:pt x="0" y="142"/>
                </a:lnTo>
                <a:lnTo>
                  <a:pt x="0" y="144"/>
                </a:lnTo>
                <a:lnTo>
                  <a:pt x="0" y="148"/>
                </a:lnTo>
                <a:lnTo>
                  <a:pt x="0" y="150"/>
                </a:lnTo>
                <a:lnTo>
                  <a:pt x="0" y="154"/>
                </a:lnTo>
                <a:lnTo>
                  <a:pt x="0" y="156"/>
                </a:lnTo>
                <a:lnTo>
                  <a:pt x="0" y="160"/>
                </a:lnTo>
                <a:lnTo>
                  <a:pt x="0" y="163"/>
                </a:lnTo>
                <a:lnTo>
                  <a:pt x="0" y="166"/>
                </a:lnTo>
                <a:lnTo>
                  <a:pt x="0" y="169"/>
                </a:lnTo>
                <a:lnTo>
                  <a:pt x="0" y="173"/>
                </a:lnTo>
                <a:lnTo>
                  <a:pt x="0" y="176"/>
                </a:lnTo>
                <a:lnTo>
                  <a:pt x="0" y="180"/>
                </a:lnTo>
                <a:lnTo>
                  <a:pt x="0" y="185"/>
                </a:lnTo>
                <a:lnTo>
                  <a:pt x="0" y="188"/>
                </a:lnTo>
                <a:lnTo>
                  <a:pt x="0" y="193"/>
                </a:lnTo>
                <a:lnTo>
                  <a:pt x="0" y="198"/>
                </a:lnTo>
                <a:lnTo>
                  <a:pt x="0" y="204"/>
                </a:lnTo>
                <a:lnTo>
                  <a:pt x="0" y="210"/>
                </a:lnTo>
                <a:lnTo>
                  <a:pt x="0" y="216"/>
                </a:lnTo>
                <a:lnTo>
                  <a:pt x="0" y="223"/>
                </a:lnTo>
                <a:lnTo>
                  <a:pt x="0" y="230"/>
                </a:lnTo>
                <a:lnTo>
                  <a:pt x="0" y="238"/>
                </a:lnTo>
                <a:lnTo>
                  <a:pt x="0" y="246"/>
                </a:lnTo>
                <a:lnTo>
                  <a:pt x="0" y="254"/>
                </a:lnTo>
                <a:lnTo>
                  <a:pt x="0" y="264"/>
                </a:lnTo>
                <a:lnTo>
                  <a:pt x="0" y="275"/>
                </a:lnTo>
                <a:lnTo>
                  <a:pt x="0" y="286"/>
                </a:lnTo>
                <a:lnTo>
                  <a:pt x="0" y="298"/>
                </a:lnTo>
                <a:lnTo>
                  <a:pt x="0" y="308"/>
                </a:lnTo>
                <a:lnTo>
                  <a:pt x="0" y="319"/>
                </a:lnTo>
                <a:lnTo>
                  <a:pt x="0" y="330"/>
                </a:lnTo>
                <a:lnTo>
                  <a:pt x="0" y="340"/>
                </a:lnTo>
                <a:lnTo>
                  <a:pt x="0" y="348"/>
                </a:lnTo>
                <a:lnTo>
                  <a:pt x="0" y="356"/>
                </a:lnTo>
                <a:lnTo>
                  <a:pt x="0" y="365"/>
                </a:lnTo>
                <a:lnTo>
                  <a:pt x="0" y="372"/>
                </a:lnTo>
                <a:lnTo>
                  <a:pt x="0" y="378"/>
                </a:lnTo>
                <a:lnTo>
                  <a:pt x="0" y="384"/>
                </a:lnTo>
                <a:lnTo>
                  <a:pt x="0" y="390"/>
                </a:lnTo>
                <a:lnTo>
                  <a:pt x="0" y="396"/>
                </a:lnTo>
                <a:lnTo>
                  <a:pt x="0" y="401"/>
                </a:lnTo>
                <a:lnTo>
                  <a:pt x="0" y="406"/>
                </a:lnTo>
                <a:lnTo>
                  <a:pt x="0" y="410"/>
                </a:lnTo>
                <a:lnTo>
                  <a:pt x="0" y="414"/>
                </a:lnTo>
                <a:lnTo>
                  <a:pt x="0" y="418"/>
                </a:lnTo>
                <a:lnTo>
                  <a:pt x="0" y="421"/>
                </a:lnTo>
                <a:lnTo>
                  <a:pt x="0" y="425"/>
                </a:lnTo>
                <a:lnTo>
                  <a:pt x="0" y="428"/>
                </a:lnTo>
                <a:lnTo>
                  <a:pt x="0" y="432"/>
                </a:lnTo>
                <a:lnTo>
                  <a:pt x="0" y="434"/>
                </a:lnTo>
                <a:lnTo>
                  <a:pt x="0" y="438"/>
                </a:lnTo>
                <a:lnTo>
                  <a:pt x="0" y="440"/>
                </a:lnTo>
                <a:lnTo>
                  <a:pt x="0" y="444"/>
                </a:lnTo>
                <a:lnTo>
                  <a:pt x="0" y="446"/>
                </a:lnTo>
                <a:lnTo>
                  <a:pt x="0" y="450"/>
                </a:lnTo>
                <a:lnTo>
                  <a:pt x="0" y="452"/>
                </a:lnTo>
                <a:lnTo>
                  <a:pt x="0" y="456"/>
                </a:lnTo>
                <a:lnTo>
                  <a:pt x="0" y="460"/>
                </a:lnTo>
                <a:lnTo>
                  <a:pt x="0" y="463"/>
                </a:lnTo>
                <a:lnTo>
                  <a:pt x="0" y="467"/>
                </a:lnTo>
                <a:lnTo>
                  <a:pt x="0" y="470"/>
                </a:lnTo>
                <a:lnTo>
                  <a:pt x="0" y="474"/>
                </a:lnTo>
                <a:lnTo>
                  <a:pt x="0" y="478"/>
                </a:lnTo>
                <a:lnTo>
                  <a:pt x="0" y="481"/>
                </a:lnTo>
                <a:lnTo>
                  <a:pt x="0" y="485"/>
                </a:lnTo>
                <a:lnTo>
                  <a:pt x="0" y="487"/>
                </a:lnTo>
                <a:lnTo>
                  <a:pt x="0" y="491"/>
                </a:lnTo>
                <a:lnTo>
                  <a:pt x="0" y="493"/>
                </a:lnTo>
                <a:lnTo>
                  <a:pt x="0" y="496"/>
                </a:lnTo>
                <a:lnTo>
                  <a:pt x="0" y="498"/>
                </a:lnTo>
                <a:lnTo>
                  <a:pt x="0" y="502"/>
                </a:lnTo>
                <a:lnTo>
                  <a:pt x="0" y="504"/>
                </a:lnTo>
                <a:lnTo>
                  <a:pt x="0" y="506"/>
                </a:lnTo>
                <a:lnTo>
                  <a:pt x="0" y="509"/>
                </a:lnTo>
                <a:lnTo>
                  <a:pt x="0" y="512"/>
                </a:lnTo>
                <a:lnTo>
                  <a:pt x="0" y="515"/>
                </a:lnTo>
                <a:lnTo>
                  <a:pt x="0" y="518"/>
                </a:lnTo>
                <a:lnTo>
                  <a:pt x="0" y="521"/>
                </a:lnTo>
                <a:lnTo>
                  <a:pt x="0" y="524"/>
                </a:lnTo>
                <a:lnTo>
                  <a:pt x="0" y="528"/>
                </a:lnTo>
                <a:lnTo>
                  <a:pt x="0" y="532"/>
                </a:lnTo>
                <a:lnTo>
                  <a:pt x="0" y="536"/>
                </a:lnTo>
                <a:lnTo>
                  <a:pt x="0" y="540"/>
                </a:lnTo>
                <a:lnTo>
                  <a:pt x="0" y="545"/>
                </a:lnTo>
                <a:lnTo>
                  <a:pt x="0" y="550"/>
                </a:lnTo>
                <a:lnTo>
                  <a:pt x="0" y="554"/>
                </a:lnTo>
                <a:lnTo>
                  <a:pt x="0" y="560"/>
                </a:lnTo>
                <a:lnTo>
                  <a:pt x="0" y="566"/>
                </a:lnTo>
                <a:lnTo>
                  <a:pt x="0" y="572"/>
                </a:lnTo>
                <a:lnTo>
                  <a:pt x="0" y="580"/>
                </a:lnTo>
                <a:lnTo>
                  <a:pt x="0" y="587"/>
                </a:lnTo>
                <a:lnTo>
                  <a:pt x="0" y="595"/>
                </a:lnTo>
                <a:lnTo>
                  <a:pt x="0" y="602"/>
                </a:lnTo>
                <a:lnTo>
                  <a:pt x="0" y="610"/>
                </a:lnTo>
                <a:lnTo>
                  <a:pt x="0" y="617"/>
                </a:lnTo>
                <a:lnTo>
                  <a:pt x="0" y="623"/>
                </a:lnTo>
                <a:lnTo>
                  <a:pt x="0" y="629"/>
                </a:lnTo>
                <a:lnTo>
                  <a:pt x="0" y="635"/>
                </a:lnTo>
                <a:lnTo>
                  <a:pt x="0" y="640"/>
                </a:lnTo>
                <a:lnTo>
                  <a:pt x="0" y="644"/>
                </a:lnTo>
                <a:lnTo>
                  <a:pt x="0" y="649"/>
                </a:lnTo>
                <a:lnTo>
                  <a:pt x="0" y="654"/>
                </a:lnTo>
                <a:lnTo>
                  <a:pt x="0" y="658"/>
                </a:lnTo>
                <a:lnTo>
                  <a:pt x="0" y="661"/>
                </a:lnTo>
                <a:lnTo>
                  <a:pt x="0" y="665"/>
                </a:lnTo>
                <a:lnTo>
                  <a:pt x="0" y="668"/>
                </a:lnTo>
                <a:lnTo>
                  <a:pt x="0" y="671"/>
                </a:lnTo>
                <a:lnTo>
                  <a:pt x="0" y="674"/>
                </a:lnTo>
                <a:lnTo>
                  <a:pt x="0" y="677"/>
                </a:lnTo>
                <a:lnTo>
                  <a:pt x="0" y="680"/>
                </a:lnTo>
                <a:lnTo>
                  <a:pt x="0" y="683"/>
                </a:lnTo>
                <a:lnTo>
                  <a:pt x="0" y="685"/>
                </a:lnTo>
                <a:lnTo>
                  <a:pt x="0" y="689"/>
                </a:lnTo>
                <a:lnTo>
                  <a:pt x="0" y="691"/>
                </a:lnTo>
                <a:lnTo>
                  <a:pt x="0" y="694"/>
                </a:lnTo>
                <a:lnTo>
                  <a:pt x="0" y="696"/>
                </a:lnTo>
                <a:lnTo>
                  <a:pt x="0" y="700"/>
                </a:lnTo>
                <a:lnTo>
                  <a:pt x="0" y="702"/>
                </a:lnTo>
                <a:lnTo>
                  <a:pt x="0" y="704"/>
                </a:lnTo>
                <a:lnTo>
                  <a:pt x="0" y="708"/>
                </a:lnTo>
                <a:lnTo>
                  <a:pt x="0" y="712"/>
                </a:lnTo>
                <a:lnTo>
                  <a:pt x="0" y="715"/>
                </a:lnTo>
                <a:lnTo>
                  <a:pt x="0" y="719"/>
                </a:lnTo>
                <a:lnTo>
                  <a:pt x="0" y="722"/>
                </a:lnTo>
                <a:lnTo>
                  <a:pt x="0" y="726"/>
                </a:lnTo>
                <a:lnTo>
                  <a:pt x="0" y="730"/>
                </a:lnTo>
                <a:lnTo>
                  <a:pt x="0" y="733"/>
                </a:lnTo>
                <a:lnTo>
                  <a:pt x="0" y="737"/>
                </a:lnTo>
                <a:lnTo>
                  <a:pt x="0" y="739"/>
                </a:lnTo>
                <a:lnTo>
                  <a:pt x="0" y="742"/>
                </a:lnTo>
                <a:lnTo>
                  <a:pt x="0" y="745"/>
                </a:lnTo>
                <a:lnTo>
                  <a:pt x="1" y="748"/>
                </a:lnTo>
                <a:lnTo>
                  <a:pt x="1" y="750"/>
                </a:lnTo>
                <a:lnTo>
                  <a:pt x="1" y="752"/>
                </a:lnTo>
                <a:lnTo>
                  <a:pt x="2" y="755"/>
                </a:lnTo>
                <a:lnTo>
                  <a:pt x="2" y="756"/>
                </a:lnTo>
                <a:lnTo>
                  <a:pt x="2" y="758"/>
                </a:lnTo>
                <a:lnTo>
                  <a:pt x="4" y="761"/>
                </a:lnTo>
                <a:lnTo>
                  <a:pt x="5" y="763"/>
                </a:lnTo>
                <a:lnTo>
                  <a:pt x="6" y="764"/>
                </a:lnTo>
                <a:lnTo>
                  <a:pt x="6" y="767"/>
                </a:lnTo>
                <a:lnTo>
                  <a:pt x="7" y="769"/>
                </a:lnTo>
                <a:lnTo>
                  <a:pt x="8" y="770"/>
                </a:lnTo>
                <a:lnTo>
                  <a:pt x="11" y="773"/>
                </a:lnTo>
                <a:lnTo>
                  <a:pt x="12" y="775"/>
                </a:lnTo>
                <a:lnTo>
                  <a:pt x="14" y="778"/>
                </a:lnTo>
                <a:lnTo>
                  <a:pt x="16" y="780"/>
                </a:lnTo>
                <a:lnTo>
                  <a:pt x="18" y="782"/>
                </a:lnTo>
                <a:lnTo>
                  <a:pt x="20" y="785"/>
                </a:lnTo>
                <a:lnTo>
                  <a:pt x="23" y="787"/>
                </a:lnTo>
                <a:lnTo>
                  <a:pt x="25" y="790"/>
                </a:lnTo>
                <a:lnTo>
                  <a:pt x="29" y="793"/>
                </a:lnTo>
                <a:lnTo>
                  <a:pt x="31" y="797"/>
                </a:lnTo>
                <a:lnTo>
                  <a:pt x="35" y="800"/>
                </a:lnTo>
                <a:lnTo>
                  <a:pt x="38" y="804"/>
                </a:lnTo>
                <a:lnTo>
                  <a:pt x="42" y="808"/>
                </a:lnTo>
                <a:lnTo>
                  <a:pt x="47" y="811"/>
                </a:lnTo>
                <a:lnTo>
                  <a:pt x="50" y="815"/>
                </a:lnTo>
                <a:lnTo>
                  <a:pt x="54" y="818"/>
                </a:lnTo>
                <a:lnTo>
                  <a:pt x="56" y="822"/>
                </a:lnTo>
                <a:lnTo>
                  <a:pt x="60" y="824"/>
                </a:lnTo>
                <a:lnTo>
                  <a:pt x="62" y="827"/>
                </a:lnTo>
                <a:lnTo>
                  <a:pt x="65" y="829"/>
                </a:lnTo>
                <a:lnTo>
                  <a:pt x="68" y="832"/>
                </a:lnTo>
                <a:lnTo>
                  <a:pt x="71" y="834"/>
                </a:lnTo>
                <a:lnTo>
                  <a:pt x="73" y="836"/>
                </a:lnTo>
                <a:lnTo>
                  <a:pt x="74" y="838"/>
                </a:lnTo>
                <a:lnTo>
                  <a:pt x="77" y="840"/>
                </a:lnTo>
                <a:lnTo>
                  <a:pt x="79" y="841"/>
                </a:lnTo>
                <a:lnTo>
                  <a:pt x="82" y="842"/>
                </a:lnTo>
                <a:lnTo>
                  <a:pt x="83" y="844"/>
                </a:lnTo>
                <a:lnTo>
                  <a:pt x="85" y="845"/>
                </a:lnTo>
                <a:lnTo>
                  <a:pt x="88" y="846"/>
                </a:lnTo>
                <a:lnTo>
                  <a:pt x="89" y="846"/>
                </a:lnTo>
                <a:lnTo>
                  <a:pt x="91" y="847"/>
                </a:lnTo>
                <a:lnTo>
                  <a:pt x="94" y="847"/>
                </a:lnTo>
                <a:lnTo>
                  <a:pt x="96" y="848"/>
                </a:lnTo>
                <a:lnTo>
                  <a:pt x="98" y="848"/>
                </a:lnTo>
                <a:lnTo>
                  <a:pt x="100" y="848"/>
                </a:lnTo>
                <a:lnTo>
                  <a:pt x="102" y="850"/>
                </a:lnTo>
                <a:lnTo>
                  <a:pt x="106" y="850"/>
                </a:lnTo>
                <a:lnTo>
                  <a:pt x="108" y="850"/>
                </a:lnTo>
                <a:lnTo>
                  <a:pt x="110" y="850"/>
                </a:lnTo>
                <a:lnTo>
                  <a:pt x="114" y="850"/>
                </a:lnTo>
                <a:lnTo>
                  <a:pt x="116" y="850"/>
                </a:lnTo>
                <a:lnTo>
                  <a:pt x="120" y="850"/>
                </a:lnTo>
                <a:lnTo>
                  <a:pt x="124" y="850"/>
                </a:lnTo>
                <a:lnTo>
                  <a:pt x="127" y="850"/>
                </a:lnTo>
                <a:lnTo>
                  <a:pt x="132" y="850"/>
                </a:lnTo>
                <a:lnTo>
                  <a:pt x="136" y="850"/>
                </a:lnTo>
                <a:lnTo>
                  <a:pt x="139" y="850"/>
                </a:lnTo>
                <a:lnTo>
                  <a:pt x="143" y="850"/>
                </a:lnTo>
                <a:lnTo>
                  <a:pt x="146" y="850"/>
                </a:lnTo>
                <a:lnTo>
                  <a:pt x="150" y="850"/>
                </a:lnTo>
                <a:lnTo>
                  <a:pt x="154" y="850"/>
                </a:lnTo>
                <a:lnTo>
                  <a:pt x="157" y="850"/>
                </a:lnTo>
                <a:lnTo>
                  <a:pt x="162" y="850"/>
                </a:lnTo>
                <a:lnTo>
                  <a:pt x="167" y="850"/>
                </a:lnTo>
                <a:lnTo>
                  <a:pt x="172" y="850"/>
                </a:lnTo>
                <a:lnTo>
                  <a:pt x="178" y="850"/>
                </a:lnTo>
                <a:lnTo>
                  <a:pt x="184" y="850"/>
                </a:lnTo>
                <a:lnTo>
                  <a:pt x="191" y="850"/>
                </a:lnTo>
                <a:lnTo>
                  <a:pt x="199" y="850"/>
                </a:lnTo>
                <a:lnTo>
                  <a:pt x="208" y="850"/>
                </a:lnTo>
                <a:lnTo>
                  <a:pt x="217" y="850"/>
                </a:lnTo>
                <a:lnTo>
                  <a:pt x="227" y="850"/>
                </a:lnTo>
                <a:lnTo>
                  <a:pt x="239" y="850"/>
                </a:lnTo>
                <a:lnTo>
                  <a:pt x="251" y="850"/>
                </a:lnTo>
                <a:lnTo>
                  <a:pt x="265" y="850"/>
                </a:lnTo>
                <a:lnTo>
                  <a:pt x="280" y="850"/>
                </a:lnTo>
                <a:lnTo>
                  <a:pt x="295" y="850"/>
                </a:lnTo>
                <a:lnTo>
                  <a:pt x="313" y="850"/>
                </a:lnTo>
                <a:lnTo>
                  <a:pt x="332" y="850"/>
                </a:lnTo>
                <a:lnTo>
                  <a:pt x="353" y="850"/>
                </a:lnTo>
                <a:lnTo>
                  <a:pt x="374" y="850"/>
                </a:lnTo>
                <a:lnTo>
                  <a:pt x="398" y="850"/>
                </a:lnTo>
                <a:lnTo>
                  <a:pt x="424" y="850"/>
                </a:lnTo>
                <a:lnTo>
                  <a:pt x="450" y="850"/>
                </a:lnTo>
                <a:lnTo>
                  <a:pt x="480" y="850"/>
                </a:lnTo>
                <a:lnTo>
                  <a:pt x="510" y="850"/>
                </a:lnTo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1" name="Freeform 127">
            <a:extLst>
              <a:ext uri="{FF2B5EF4-FFF2-40B4-BE49-F238E27FC236}">
                <a16:creationId xmlns:a16="http://schemas.microsoft.com/office/drawing/2014/main" id="{71A5EBC8-D755-42B0-BA3F-78AC3DE6C582}"/>
              </a:ext>
            </a:extLst>
          </p:cNvPr>
          <p:cNvSpPr>
            <a:spLocks/>
          </p:cNvSpPr>
          <p:nvPr/>
        </p:nvSpPr>
        <p:spPr bwMode="auto">
          <a:xfrm>
            <a:off x="7385050" y="1974850"/>
            <a:ext cx="336550" cy="558800"/>
          </a:xfrm>
          <a:custGeom>
            <a:avLst/>
            <a:gdLst>
              <a:gd name="T0" fmla="*/ 2147483646 w 510"/>
              <a:gd name="T1" fmla="*/ 0 h 850"/>
              <a:gd name="T2" fmla="*/ 2147483646 w 510"/>
              <a:gd name="T3" fmla="*/ 0 h 850"/>
              <a:gd name="T4" fmla="*/ 2147483646 w 510"/>
              <a:gd name="T5" fmla="*/ 0 h 850"/>
              <a:gd name="T6" fmla="*/ 2147483646 w 510"/>
              <a:gd name="T7" fmla="*/ 0 h 850"/>
              <a:gd name="T8" fmla="*/ 2147483646 w 510"/>
              <a:gd name="T9" fmla="*/ 0 h 850"/>
              <a:gd name="T10" fmla="*/ 2147483646 w 510"/>
              <a:gd name="T11" fmla="*/ 0 h 850"/>
              <a:gd name="T12" fmla="*/ 2147483646 w 510"/>
              <a:gd name="T13" fmla="*/ 0 h 850"/>
              <a:gd name="T14" fmla="*/ 2147483646 w 510"/>
              <a:gd name="T15" fmla="*/ 2147483646 h 850"/>
              <a:gd name="T16" fmla="*/ 2147483646 w 510"/>
              <a:gd name="T17" fmla="*/ 2147483646 h 850"/>
              <a:gd name="T18" fmla="*/ 2147483646 w 510"/>
              <a:gd name="T19" fmla="*/ 2147483646 h 850"/>
              <a:gd name="T20" fmla="*/ 2147483646 w 510"/>
              <a:gd name="T21" fmla="*/ 2147483646 h 850"/>
              <a:gd name="T22" fmla="*/ 2147483646 w 510"/>
              <a:gd name="T23" fmla="*/ 2147483646 h 850"/>
              <a:gd name="T24" fmla="*/ 2147483646 w 510"/>
              <a:gd name="T25" fmla="*/ 2147483646 h 850"/>
              <a:gd name="T26" fmla="*/ 2147483646 w 510"/>
              <a:gd name="T27" fmla="*/ 2147483646 h 850"/>
              <a:gd name="T28" fmla="*/ 2147483646 w 510"/>
              <a:gd name="T29" fmla="*/ 2147483646 h 850"/>
              <a:gd name="T30" fmla="*/ 2147483646 w 510"/>
              <a:gd name="T31" fmla="*/ 2147483646 h 850"/>
              <a:gd name="T32" fmla="*/ 2147483646 w 510"/>
              <a:gd name="T33" fmla="*/ 2147483646 h 850"/>
              <a:gd name="T34" fmla="*/ 2147483646 w 510"/>
              <a:gd name="T35" fmla="*/ 2147483646 h 850"/>
              <a:gd name="T36" fmla="*/ 2147483646 w 510"/>
              <a:gd name="T37" fmla="*/ 2147483646 h 850"/>
              <a:gd name="T38" fmla="*/ 2147483646 w 510"/>
              <a:gd name="T39" fmla="*/ 2147483646 h 850"/>
              <a:gd name="T40" fmla="*/ 2147483646 w 510"/>
              <a:gd name="T41" fmla="*/ 2147483646 h 850"/>
              <a:gd name="T42" fmla="*/ 2147483646 w 510"/>
              <a:gd name="T43" fmla="*/ 2147483646 h 850"/>
              <a:gd name="T44" fmla="*/ 2147483646 w 510"/>
              <a:gd name="T45" fmla="*/ 2147483646 h 850"/>
              <a:gd name="T46" fmla="*/ 2147483646 w 510"/>
              <a:gd name="T47" fmla="*/ 2147483646 h 850"/>
              <a:gd name="T48" fmla="*/ 2147483646 w 510"/>
              <a:gd name="T49" fmla="*/ 2147483646 h 850"/>
              <a:gd name="T50" fmla="*/ 2147483646 w 510"/>
              <a:gd name="T51" fmla="*/ 2147483646 h 850"/>
              <a:gd name="T52" fmla="*/ 2147483646 w 510"/>
              <a:gd name="T53" fmla="*/ 2147483646 h 850"/>
              <a:gd name="T54" fmla="*/ 2147483646 w 510"/>
              <a:gd name="T55" fmla="*/ 2147483646 h 850"/>
              <a:gd name="T56" fmla="*/ 2147483646 w 510"/>
              <a:gd name="T57" fmla="*/ 2147483646 h 850"/>
              <a:gd name="T58" fmla="*/ 2147483646 w 510"/>
              <a:gd name="T59" fmla="*/ 2147483646 h 850"/>
              <a:gd name="T60" fmla="*/ 2147483646 w 510"/>
              <a:gd name="T61" fmla="*/ 2147483646 h 850"/>
              <a:gd name="T62" fmla="*/ 2147483646 w 510"/>
              <a:gd name="T63" fmla="*/ 2147483646 h 850"/>
              <a:gd name="T64" fmla="*/ 2147483646 w 510"/>
              <a:gd name="T65" fmla="*/ 2147483646 h 850"/>
              <a:gd name="T66" fmla="*/ 2147483646 w 510"/>
              <a:gd name="T67" fmla="*/ 2147483646 h 850"/>
              <a:gd name="T68" fmla="*/ 2147483646 w 510"/>
              <a:gd name="T69" fmla="*/ 2147483646 h 850"/>
              <a:gd name="T70" fmla="*/ 2147483646 w 510"/>
              <a:gd name="T71" fmla="*/ 2147483646 h 850"/>
              <a:gd name="T72" fmla="*/ 2147483646 w 510"/>
              <a:gd name="T73" fmla="*/ 2147483646 h 850"/>
              <a:gd name="T74" fmla="*/ 2147483646 w 510"/>
              <a:gd name="T75" fmla="*/ 2147483646 h 850"/>
              <a:gd name="T76" fmla="*/ 2147483646 w 510"/>
              <a:gd name="T77" fmla="*/ 2147483646 h 850"/>
              <a:gd name="T78" fmla="*/ 2147483646 w 510"/>
              <a:gd name="T79" fmla="*/ 2147483646 h 850"/>
              <a:gd name="T80" fmla="*/ 2147483646 w 510"/>
              <a:gd name="T81" fmla="*/ 2147483646 h 850"/>
              <a:gd name="T82" fmla="*/ 2147483646 w 510"/>
              <a:gd name="T83" fmla="*/ 2147483646 h 850"/>
              <a:gd name="T84" fmla="*/ 2147483646 w 510"/>
              <a:gd name="T85" fmla="*/ 2147483646 h 850"/>
              <a:gd name="T86" fmla="*/ 2147483646 w 510"/>
              <a:gd name="T87" fmla="*/ 2147483646 h 850"/>
              <a:gd name="T88" fmla="*/ 2147483646 w 510"/>
              <a:gd name="T89" fmla="*/ 2147483646 h 850"/>
              <a:gd name="T90" fmla="*/ 2147483646 w 510"/>
              <a:gd name="T91" fmla="*/ 2147483646 h 850"/>
              <a:gd name="T92" fmla="*/ 2147483646 w 510"/>
              <a:gd name="T93" fmla="*/ 2147483646 h 850"/>
              <a:gd name="T94" fmla="*/ 2147483646 w 510"/>
              <a:gd name="T95" fmla="*/ 2147483646 h 850"/>
              <a:gd name="T96" fmla="*/ 2147483646 w 510"/>
              <a:gd name="T97" fmla="*/ 2147483646 h 850"/>
              <a:gd name="T98" fmla="*/ 2147483646 w 510"/>
              <a:gd name="T99" fmla="*/ 2147483646 h 850"/>
              <a:gd name="T100" fmla="*/ 2147483646 w 510"/>
              <a:gd name="T101" fmla="*/ 2147483646 h 850"/>
              <a:gd name="T102" fmla="*/ 2147483646 w 510"/>
              <a:gd name="T103" fmla="*/ 2147483646 h 850"/>
              <a:gd name="T104" fmla="*/ 2147483646 w 510"/>
              <a:gd name="T105" fmla="*/ 2147483646 h 850"/>
              <a:gd name="T106" fmla="*/ 2147483646 w 510"/>
              <a:gd name="T107" fmla="*/ 2147483646 h 850"/>
              <a:gd name="T108" fmla="*/ 0 w 510"/>
              <a:gd name="T109" fmla="*/ 2147483646 h 85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10" h="850">
                <a:moveTo>
                  <a:pt x="0" y="0"/>
                </a:moveTo>
                <a:lnTo>
                  <a:pt x="31" y="0"/>
                </a:lnTo>
                <a:lnTo>
                  <a:pt x="60" y="0"/>
                </a:lnTo>
                <a:lnTo>
                  <a:pt x="86" y="0"/>
                </a:lnTo>
                <a:lnTo>
                  <a:pt x="111" y="0"/>
                </a:lnTo>
                <a:lnTo>
                  <a:pt x="135" y="0"/>
                </a:lnTo>
                <a:lnTo>
                  <a:pt x="158" y="0"/>
                </a:lnTo>
                <a:lnTo>
                  <a:pt x="179" y="0"/>
                </a:lnTo>
                <a:lnTo>
                  <a:pt x="197" y="0"/>
                </a:lnTo>
                <a:lnTo>
                  <a:pt x="215" y="0"/>
                </a:lnTo>
                <a:lnTo>
                  <a:pt x="230" y="0"/>
                </a:lnTo>
                <a:lnTo>
                  <a:pt x="246" y="0"/>
                </a:lnTo>
                <a:lnTo>
                  <a:pt x="259" y="0"/>
                </a:lnTo>
                <a:lnTo>
                  <a:pt x="271" y="0"/>
                </a:lnTo>
                <a:lnTo>
                  <a:pt x="283" y="0"/>
                </a:lnTo>
                <a:lnTo>
                  <a:pt x="293" y="0"/>
                </a:lnTo>
                <a:lnTo>
                  <a:pt x="302" y="0"/>
                </a:lnTo>
                <a:lnTo>
                  <a:pt x="311" y="0"/>
                </a:lnTo>
                <a:lnTo>
                  <a:pt x="319" y="0"/>
                </a:lnTo>
                <a:lnTo>
                  <a:pt x="326" y="0"/>
                </a:lnTo>
                <a:lnTo>
                  <a:pt x="332" y="0"/>
                </a:lnTo>
                <a:lnTo>
                  <a:pt x="338" y="0"/>
                </a:lnTo>
                <a:lnTo>
                  <a:pt x="343" y="0"/>
                </a:lnTo>
                <a:lnTo>
                  <a:pt x="348" y="0"/>
                </a:lnTo>
                <a:lnTo>
                  <a:pt x="353" y="0"/>
                </a:lnTo>
                <a:lnTo>
                  <a:pt x="356" y="0"/>
                </a:lnTo>
                <a:lnTo>
                  <a:pt x="360" y="0"/>
                </a:lnTo>
                <a:lnTo>
                  <a:pt x="363" y="0"/>
                </a:lnTo>
                <a:lnTo>
                  <a:pt x="367" y="0"/>
                </a:lnTo>
                <a:lnTo>
                  <a:pt x="371" y="0"/>
                </a:lnTo>
                <a:lnTo>
                  <a:pt x="374" y="0"/>
                </a:lnTo>
                <a:lnTo>
                  <a:pt x="378" y="0"/>
                </a:lnTo>
                <a:lnTo>
                  <a:pt x="383" y="0"/>
                </a:lnTo>
                <a:lnTo>
                  <a:pt x="386" y="0"/>
                </a:lnTo>
                <a:lnTo>
                  <a:pt x="390" y="0"/>
                </a:lnTo>
                <a:lnTo>
                  <a:pt x="393" y="0"/>
                </a:lnTo>
                <a:lnTo>
                  <a:pt x="396" y="0"/>
                </a:lnTo>
                <a:lnTo>
                  <a:pt x="399" y="0"/>
                </a:lnTo>
                <a:lnTo>
                  <a:pt x="402" y="0"/>
                </a:lnTo>
                <a:lnTo>
                  <a:pt x="405" y="0"/>
                </a:lnTo>
                <a:lnTo>
                  <a:pt x="408" y="0"/>
                </a:lnTo>
                <a:lnTo>
                  <a:pt x="410" y="0"/>
                </a:lnTo>
                <a:lnTo>
                  <a:pt x="413" y="1"/>
                </a:lnTo>
                <a:lnTo>
                  <a:pt x="415" y="1"/>
                </a:lnTo>
                <a:lnTo>
                  <a:pt x="416" y="2"/>
                </a:lnTo>
                <a:lnTo>
                  <a:pt x="419" y="2"/>
                </a:lnTo>
                <a:lnTo>
                  <a:pt x="421" y="4"/>
                </a:lnTo>
                <a:lnTo>
                  <a:pt x="422" y="4"/>
                </a:lnTo>
                <a:lnTo>
                  <a:pt x="425" y="5"/>
                </a:lnTo>
                <a:lnTo>
                  <a:pt x="427" y="6"/>
                </a:lnTo>
                <a:lnTo>
                  <a:pt x="428" y="7"/>
                </a:lnTo>
                <a:lnTo>
                  <a:pt x="431" y="8"/>
                </a:lnTo>
                <a:lnTo>
                  <a:pt x="433" y="10"/>
                </a:lnTo>
                <a:lnTo>
                  <a:pt x="435" y="12"/>
                </a:lnTo>
                <a:lnTo>
                  <a:pt x="438" y="13"/>
                </a:lnTo>
                <a:lnTo>
                  <a:pt x="439" y="16"/>
                </a:lnTo>
                <a:lnTo>
                  <a:pt x="441" y="18"/>
                </a:lnTo>
                <a:lnTo>
                  <a:pt x="445" y="20"/>
                </a:lnTo>
                <a:lnTo>
                  <a:pt x="447" y="23"/>
                </a:lnTo>
                <a:lnTo>
                  <a:pt x="450" y="25"/>
                </a:lnTo>
                <a:lnTo>
                  <a:pt x="453" y="28"/>
                </a:lnTo>
                <a:lnTo>
                  <a:pt x="456" y="31"/>
                </a:lnTo>
                <a:lnTo>
                  <a:pt x="459" y="35"/>
                </a:lnTo>
                <a:lnTo>
                  <a:pt x="463" y="38"/>
                </a:lnTo>
                <a:lnTo>
                  <a:pt x="467" y="42"/>
                </a:lnTo>
                <a:lnTo>
                  <a:pt x="471" y="46"/>
                </a:lnTo>
                <a:lnTo>
                  <a:pt x="475" y="49"/>
                </a:lnTo>
                <a:lnTo>
                  <a:pt x="479" y="53"/>
                </a:lnTo>
                <a:lnTo>
                  <a:pt x="481" y="56"/>
                </a:lnTo>
                <a:lnTo>
                  <a:pt x="485" y="59"/>
                </a:lnTo>
                <a:lnTo>
                  <a:pt x="487" y="62"/>
                </a:lnTo>
                <a:lnTo>
                  <a:pt x="489" y="65"/>
                </a:lnTo>
                <a:lnTo>
                  <a:pt x="492" y="67"/>
                </a:lnTo>
                <a:lnTo>
                  <a:pt x="494" y="70"/>
                </a:lnTo>
                <a:lnTo>
                  <a:pt x="497" y="72"/>
                </a:lnTo>
                <a:lnTo>
                  <a:pt x="498" y="74"/>
                </a:lnTo>
                <a:lnTo>
                  <a:pt x="499" y="77"/>
                </a:lnTo>
                <a:lnTo>
                  <a:pt x="501" y="78"/>
                </a:lnTo>
                <a:lnTo>
                  <a:pt x="503" y="80"/>
                </a:lnTo>
                <a:lnTo>
                  <a:pt x="504" y="83"/>
                </a:lnTo>
                <a:lnTo>
                  <a:pt x="505" y="84"/>
                </a:lnTo>
                <a:lnTo>
                  <a:pt x="505" y="86"/>
                </a:lnTo>
                <a:lnTo>
                  <a:pt x="506" y="89"/>
                </a:lnTo>
                <a:lnTo>
                  <a:pt x="507" y="90"/>
                </a:lnTo>
                <a:lnTo>
                  <a:pt x="507" y="92"/>
                </a:lnTo>
                <a:lnTo>
                  <a:pt x="509" y="95"/>
                </a:lnTo>
                <a:lnTo>
                  <a:pt x="509" y="97"/>
                </a:lnTo>
                <a:lnTo>
                  <a:pt x="509" y="100"/>
                </a:lnTo>
                <a:lnTo>
                  <a:pt x="510" y="102"/>
                </a:lnTo>
                <a:lnTo>
                  <a:pt x="510" y="104"/>
                </a:lnTo>
                <a:lnTo>
                  <a:pt x="510" y="107"/>
                </a:lnTo>
                <a:lnTo>
                  <a:pt x="510" y="110"/>
                </a:lnTo>
                <a:lnTo>
                  <a:pt x="510" y="113"/>
                </a:lnTo>
                <a:lnTo>
                  <a:pt x="510" y="116"/>
                </a:lnTo>
                <a:lnTo>
                  <a:pt x="510" y="120"/>
                </a:lnTo>
                <a:lnTo>
                  <a:pt x="510" y="124"/>
                </a:lnTo>
                <a:lnTo>
                  <a:pt x="510" y="127"/>
                </a:lnTo>
                <a:lnTo>
                  <a:pt x="510" y="131"/>
                </a:lnTo>
                <a:lnTo>
                  <a:pt x="510" y="134"/>
                </a:lnTo>
                <a:lnTo>
                  <a:pt x="510" y="138"/>
                </a:lnTo>
                <a:lnTo>
                  <a:pt x="510" y="142"/>
                </a:lnTo>
                <a:lnTo>
                  <a:pt x="510" y="144"/>
                </a:lnTo>
                <a:lnTo>
                  <a:pt x="510" y="148"/>
                </a:lnTo>
                <a:lnTo>
                  <a:pt x="510" y="150"/>
                </a:lnTo>
                <a:lnTo>
                  <a:pt x="510" y="154"/>
                </a:lnTo>
                <a:lnTo>
                  <a:pt x="510" y="156"/>
                </a:lnTo>
                <a:lnTo>
                  <a:pt x="510" y="160"/>
                </a:lnTo>
                <a:lnTo>
                  <a:pt x="510" y="163"/>
                </a:lnTo>
                <a:lnTo>
                  <a:pt x="510" y="166"/>
                </a:lnTo>
                <a:lnTo>
                  <a:pt x="510" y="169"/>
                </a:lnTo>
                <a:lnTo>
                  <a:pt x="510" y="173"/>
                </a:lnTo>
                <a:lnTo>
                  <a:pt x="510" y="176"/>
                </a:lnTo>
                <a:lnTo>
                  <a:pt x="510" y="180"/>
                </a:lnTo>
                <a:lnTo>
                  <a:pt x="510" y="185"/>
                </a:lnTo>
                <a:lnTo>
                  <a:pt x="510" y="188"/>
                </a:lnTo>
                <a:lnTo>
                  <a:pt x="510" y="193"/>
                </a:lnTo>
                <a:lnTo>
                  <a:pt x="510" y="198"/>
                </a:lnTo>
                <a:lnTo>
                  <a:pt x="510" y="204"/>
                </a:lnTo>
                <a:lnTo>
                  <a:pt x="510" y="210"/>
                </a:lnTo>
                <a:lnTo>
                  <a:pt x="510" y="216"/>
                </a:lnTo>
                <a:lnTo>
                  <a:pt x="510" y="223"/>
                </a:lnTo>
                <a:lnTo>
                  <a:pt x="510" y="230"/>
                </a:lnTo>
                <a:lnTo>
                  <a:pt x="510" y="238"/>
                </a:lnTo>
                <a:lnTo>
                  <a:pt x="510" y="246"/>
                </a:lnTo>
                <a:lnTo>
                  <a:pt x="510" y="254"/>
                </a:lnTo>
                <a:lnTo>
                  <a:pt x="510" y="264"/>
                </a:lnTo>
                <a:lnTo>
                  <a:pt x="510" y="275"/>
                </a:lnTo>
                <a:lnTo>
                  <a:pt x="510" y="286"/>
                </a:lnTo>
                <a:lnTo>
                  <a:pt x="510" y="298"/>
                </a:lnTo>
                <a:lnTo>
                  <a:pt x="510" y="308"/>
                </a:lnTo>
                <a:lnTo>
                  <a:pt x="510" y="319"/>
                </a:lnTo>
                <a:lnTo>
                  <a:pt x="510" y="330"/>
                </a:lnTo>
                <a:lnTo>
                  <a:pt x="510" y="340"/>
                </a:lnTo>
                <a:lnTo>
                  <a:pt x="510" y="348"/>
                </a:lnTo>
                <a:lnTo>
                  <a:pt x="510" y="356"/>
                </a:lnTo>
                <a:lnTo>
                  <a:pt x="510" y="365"/>
                </a:lnTo>
                <a:lnTo>
                  <a:pt x="510" y="372"/>
                </a:lnTo>
                <a:lnTo>
                  <a:pt x="510" y="378"/>
                </a:lnTo>
                <a:lnTo>
                  <a:pt x="510" y="384"/>
                </a:lnTo>
                <a:lnTo>
                  <a:pt x="510" y="390"/>
                </a:lnTo>
                <a:lnTo>
                  <a:pt x="510" y="396"/>
                </a:lnTo>
                <a:lnTo>
                  <a:pt x="510" y="401"/>
                </a:lnTo>
                <a:lnTo>
                  <a:pt x="510" y="406"/>
                </a:lnTo>
                <a:lnTo>
                  <a:pt x="510" y="410"/>
                </a:lnTo>
                <a:lnTo>
                  <a:pt x="510" y="414"/>
                </a:lnTo>
                <a:lnTo>
                  <a:pt x="510" y="418"/>
                </a:lnTo>
                <a:lnTo>
                  <a:pt x="510" y="421"/>
                </a:lnTo>
                <a:lnTo>
                  <a:pt x="510" y="425"/>
                </a:lnTo>
                <a:lnTo>
                  <a:pt x="510" y="428"/>
                </a:lnTo>
                <a:lnTo>
                  <a:pt x="510" y="432"/>
                </a:lnTo>
                <a:lnTo>
                  <a:pt x="510" y="434"/>
                </a:lnTo>
                <a:lnTo>
                  <a:pt x="510" y="438"/>
                </a:lnTo>
                <a:lnTo>
                  <a:pt x="510" y="440"/>
                </a:lnTo>
                <a:lnTo>
                  <a:pt x="510" y="444"/>
                </a:lnTo>
                <a:lnTo>
                  <a:pt x="510" y="446"/>
                </a:lnTo>
                <a:lnTo>
                  <a:pt x="510" y="450"/>
                </a:lnTo>
                <a:lnTo>
                  <a:pt x="510" y="452"/>
                </a:lnTo>
                <a:lnTo>
                  <a:pt x="510" y="456"/>
                </a:lnTo>
                <a:lnTo>
                  <a:pt x="510" y="460"/>
                </a:lnTo>
                <a:lnTo>
                  <a:pt x="510" y="463"/>
                </a:lnTo>
                <a:lnTo>
                  <a:pt x="510" y="467"/>
                </a:lnTo>
                <a:lnTo>
                  <a:pt x="510" y="470"/>
                </a:lnTo>
                <a:lnTo>
                  <a:pt x="510" y="474"/>
                </a:lnTo>
                <a:lnTo>
                  <a:pt x="510" y="478"/>
                </a:lnTo>
                <a:lnTo>
                  <a:pt x="510" y="481"/>
                </a:lnTo>
                <a:lnTo>
                  <a:pt x="510" y="485"/>
                </a:lnTo>
                <a:lnTo>
                  <a:pt x="510" y="487"/>
                </a:lnTo>
                <a:lnTo>
                  <a:pt x="510" y="491"/>
                </a:lnTo>
                <a:lnTo>
                  <a:pt x="510" y="493"/>
                </a:lnTo>
                <a:lnTo>
                  <a:pt x="510" y="496"/>
                </a:lnTo>
                <a:lnTo>
                  <a:pt x="510" y="498"/>
                </a:lnTo>
                <a:lnTo>
                  <a:pt x="510" y="502"/>
                </a:lnTo>
                <a:lnTo>
                  <a:pt x="510" y="504"/>
                </a:lnTo>
                <a:lnTo>
                  <a:pt x="510" y="506"/>
                </a:lnTo>
                <a:lnTo>
                  <a:pt x="510" y="509"/>
                </a:lnTo>
                <a:lnTo>
                  <a:pt x="510" y="512"/>
                </a:lnTo>
                <a:lnTo>
                  <a:pt x="510" y="515"/>
                </a:lnTo>
                <a:lnTo>
                  <a:pt x="510" y="518"/>
                </a:lnTo>
                <a:lnTo>
                  <a:pt x="510" y="521"/>
                </a:lnTo>
                <a:lnTo>
                  <a:pt x="510" y="524"/>
                </a:lnTo>
                <a:lnTo>
                  <a:pt x="510" y="528"/>
                </a:lnTo>
                <a:lnTo>
                  <a:pt x="510" y="532"/>
                </a:lnTo>
                <a:lnTo>
                  <a:pt x="510" y="536"/>
                </a:lnTo>
                <a:lnTo>
                  <a:pt x="510" y="540"/>
                </a:lnTo>
                <a:lnTo>
                  <a:pt x="510" y="545"/>
                </a:lnTo>
                <a:lnTo>
                  <a:pt x="510" y="550"/>
                </a:lnTo>
                <a:lnTo>
                  <a:pt x="510" y="554"/>
                </a:lnTo>
                <a:lnTo>
                  <a:pt x="510" y="560"/>
                </a:lnTo>
                <a:lnTo>
                  <a:pt x="510" y="566"/>
                </a:lnTo>
                <a:lnTo>
                  <a:pt x="510" y="572"/>
                </a:lnTo>
                <a:lnTo>
                  <a:pt x="510" y="580"/>
                </a:lnTo>
                <a:lnTo>
                  <a:pt x="510" y="587"/>
                </a:lnTo>
                <a:lnTo>
                  <a:pt x="510" y="595"/>
                </a:lnTo>
                <a:lnTo>
                  <a:pt x="510" y="602"/>
                </a:lnTo>
                <a:lnTo>
                  <a:pt x="510" y="610"/>
                </a:lnTo>
                <a:lnTo>
                  <a:pt x="510" y="617"/>
                </a:lnTo>
                <a:lnTo>
                  <a:pt x="510" y="623"/>
                </a:lnTo>
                <a:lnTo>
                  <a:pt x="510" y="629"/>
                </a:lnTo>
                <a:lnTo>
                  <a:pt x="510" y="635"/>
                </a:lnTo>
                <a:lnTo>
                  <a:pt x="510" y="640"/>
                </a:lnTo>
                <a:lnTo>
                  <a:pt x="510" y="644"/>
                </a:lnTo>
                <a:lnTo>
                  <a:pt x="510" y="649"/>
                </a:lnTo>
                <a:lnTo>
                  <a:pt x="510" y="654"/>
                </a:lnTo>
                <a:lnTo>
                  <a:pt x="510" y="658"/>
                </a:lnTo>
                <a:lnTo>
                  <a:pt x="510" y="661"/>
                </a:lnTo>
                <a:lnTo>
                  <a:pt x="510" y="665"/>
                </a:lnTo>
                <a:lnTo>
                  <a:pt x="510" y="668"/>
                </a:lnTo>
                <a:lnTo>
                  <a:pt x="510" y="671"/>
                </a:lnTo>
                <a:lnTo>
                  <a:pt x="510" y="674"/>
                </a:lnTo>
                <a:lnTo>
                  <a:pt x="510" y="677"/>
                </a:lnTo>
                <a:lnTo>
                  <a:pt x="510" y="680"/>
                </a:lnTo>
                <a:lnTo>
                  <a:pt x="510" y="683"/>
                </a:lnTo>
                <a:lnTo>
                  <a:pt x="510" y="685"/>
                </a:lnTo>
                <a:lnTo>
                  <a:pt x="510" y="689"/>
                </a:lnTo>
                <a:lnTo>
                  <a:pt x="510" y="691"/>
                </a:lnTo>
                <a:lnTo>
                  <a:pt x="510" y="694"/>
                </a:lnTo>
                <a:lnTo>
                  <a:pt x="510" y="696"/>
                </a:lnTo>
                <a:lnTo>
                  <a:pt x="510" y="700"/>
                </a:lnTo>
                <a:lnTo>
                  <a:pt x="510" y="702"/>
                </a:lnTo>
                <a:lnTo>
                  <a:pt x="510" y="704"/>
                </a:lnTo>
                <a:lnTo>
                  <a:pt x="510" y="708"/>
                </a:lnTo>
                <a:lnTo>
                  <a:pt x="510" y="712"/>
                </a:lnTo>
                <a:lnTo>
                  <a:pt x="510" y="715"/>
                </a:lnTo>
                <a:lnTo>
                  <a:pt x="510" y="719"/>
                </a:lnTo>
                <a:lnTo>
                  <a:pt x="510" y="722"/>
                </a:lnTo>
                <a:lnTo>
                  <a:pt x="510" y="726"/>
                </a:lnTo>
                <a:lnTo>
                  <a:pt x="510" y="730"/>
                </a:lnTo>
                <a:lnTo>
                  <a:pt x="510" y="733"/>
                </a:lnTo>
                <a:lnTo>
                  <a:pt x="510" y="737"/>
                </a:lnTo>
                <a:lnTo>
                  <a:pt x="510" y="739"/>
                </a:lnTo>
                <a:lnTo>
                  <a:pt x="510" y="742"/>
                </a:lnTo>
                <a:lnTo>
                  <a:pt x="510" y="745"/>
                </a:lnTo>
                <a:lnTo>
                  <a:pt x="510" y="748"/>
                </a:lnTo>
                <a:lnTo>
                  <a:pt x="509" y="750"/>
                </a:lnTo>
                <a:lnTo>
                  <a:pt x="509" y="752"/>
                </a:lnTo>
                <a:lnTo>
                  <a:pt x="509" y="755"/>
                </a:lnTo>
                <a:lnTo>
                  <a:pt x="507" y="756"/>
                </a:lnTo>
                <a:lnTo>
                  <a:pt x="507" y="758"/>
                </a:lnTo>
                <a:lnTo>
                  <a:pt x="506" y="761"/>
                </a:lnTo>
                <a:lnTo>
                  <a:pt x="505" y="763"/>
                </a:lnTo>
                <a:lnTo>
                  <a:pt x="505" y="764"/>
                </a:lnTo>
                <a:lnTo>
                  <a:pt x="504" y="767"/>
                </a:lnTo>
                <a:lnTo>
                  <a:pt x="503" y="769"/>
                </a:lnTo>
                <a:lnTo>
                  <a:pt x="501" y="770"/>
                </a:lnTo>
                <a:lnTo>
                  <a:pt x="499" y="773"/>
                </a:lnTo>
                <a:lnTo>
                  <a:pt x="498" y="775"/>
                </a:lnTo>
                <a:lnTo>
                  <a:pt x="497" y="778"/>
                </a:lnTo>
                <a:lnTo>
                  <a:pt x="494" y="780"/>
                </a:lnTo>
                <a:lnTo>
                  <a:pt x="492" y="782"/>
                </a:lnTo>
                <a:lnTo>
                  <a:pt x="489" y="785"/>
                </a:lnTo>
                <a:lnTo>
                  <a:pt x="487" y="787"/>
                </a:lnTo>
                <a:lnTo>
                  <a:pt x="485" y="790"/>
                </a:lnTo>
                <a:lnTo>
                  <a:pt x="481" y="793"/>
                </a:lnTo>
                <a:lnTo>
                  <a:pt x="479" y="797"/>
                </a:lnTo>
                <a:lnTo>
                  <a:pt x="475" y="800"/>
                </a:lnTo>
                <a:lnTo>
                  <a:pt x="471" y="804"/>
                </a:lnTo>
                <a:lnTo>
                  <a:pt x="467" y="808"/>
                </a:lnTo>
                <a:lnTo>
                  <a:pt x="463" y="811"/>
                </a:lnTo>
                <a:lnTo>
                  <a:pt x="459" y="815"/>
                </a:lnTo>
                <a:lnTo>
                  <a:pt x="456" y="818"/>
                </a:lnTo>
                <a:lnTo>
                  <a:pt x="453" y="822"/>
                </a:lnTo>
                <a:lnTo>
                  <a:pt x="450" y="824"/>
                </a:lnTo>
                <a:lnTo>
                  <a:pt x="447" y="827"/>
                </a:lnTo>
                <a:lnTo>
                  <a:pt x="445" y="829"/>
                </a:lnTo>
                <a:lnTo>
                  <a:pt x="441" y="832"/>
                </a:lnTo>
                <a:lnTo>
                  <a:pt x="439" y="834"/>
                </a:lnTo>
                <a:lnTo>
                  <a:pt x="438" y="836"/>
                </a:lnTo>
                <a:lnTo>
                  <a:pt x="435" y="838"/>
                </a:lnTo>
                <a:lnTo>
                  <a:pt x="433" y="840"/>
                </a:lnTo>
                <a:lnTo>
                  <a:pt x="431" y="841"/>
                </a:lnTo>
                <a:lnTo>
                  <a:pt x="428" y="842"/>
                </a:lnTo>
                <a:lnTo>
                  <a:pt x="427" y="844"/>
                </a:lnTo>
                <a:lnTo>
                  <a:pt x="425" y="845"/>
                </a:lnTo>
                <a:lnTo>
                  <a:pt x="422" y="846"/>
                </a:lnTo>
                <a:lnTo>
                  <a:pt x="421" y="846"/>
                </a:lnTo>
                <a:lnTo>
                  <a:pt x="419" y="847"/>
                </a:lnTo>
                <a:lnTo>
                  <a:pt x="416" y="847"/>
                </a:lnTo>
                <a:lnTo>
                  <a:pt x="415" y="848"/>
                </a:lnTo>
                <a:lnTo>
                  <a:pt x="413" y="848"/>
                </a:lnTo>
                <a:lnTo>
                  <a:pt x="410" y="848"/>
                </a:lnTo>
                <a:lnTo>
                  <a:pt x="408" y="850"/>
                </a:lnTo>
                <a:lnTo>
                  <a:pt x="405" y="850"/>
                </a:lnTo>
                <a:lnTo>
                  <a:pt x="402" y="850"/>
                </a:lnTo>
                <a:lnTo>
                  <a:pt x="399" y="850"/>
                </a:lnTo>
                <a:lnTo>
                  <a:pt x="396" y="850"/>
                </a:lnTo>
                <a:lnTo>
                  <a:pt x="393" y="850"/>
                </a:lnTo>
                <a:lnTo>
                  <a:pt x="390" y="850"/>
                </a:lnTo>
                <a:lnTo>
                  <a:pt x="386" y="850"/>
                </a:lnTo>
                <a:lnTo>
                  <a:pt x="383" y="850"/>
                </a:lnTo>
                <a:lnTo>
                  <a:pt x="378" y="850"/>
                </a:lnTo>
                <a:lnTo>
                  <a:pt x="374" y="850"/>
                </a:lnTo>
                <a:lnTo>
                  <a:pt x="371" y="850"/>
                </a:lnTo>
                <a:lnTo>
                  <a:pt x="367" y="850"/>
                </a:lnTo>
                <a:lnTo>
                  <a:pt x="363" y="850"/>
                </a:lnTo>
                <a:lnTo>
                  <a:pt x="360" y="850"/>
                </a:lnTo>
                <a:lnTo>
                  <a:pt x="356" y="850"/>
                </a:lnTo>
                <a:lnTo>
                  <a:pt x="353" y="850"/>
                </a:lnTo>
                <a:lnTo>
                  <a:pt x="348" y="850"/>
                </a:lnTo>
                <a:lnTo>
                  <a:pt x="343" y="850"/>
                </a:lnTo>
                <a:lnTo>
                  <a:pt x="338" y="850"/>
                </a:lnTo>
                <a:lnTo>
                  <a:pt x="332" y="850"/>
                </a:lnTo>
                <a:lnTo>
                  <a:pt x="326" y="850"/>
                </a:lnTo>
                <a:lnTo>
                  <a:pt x="319" y="850"/>
                </a:lnTo>
                <a:lnTo>
                  <a:pt x="311" y="850"/>
                </a:lnTo>
                <a:lnTo>
                  <a:pt x="302" y="850"/>
                </a:lnTo>
                <a:lnTo>
                  <a:pt x="293" y="850"/>
                </a:lnTo>
                <a:lnTo>
                  <a:pt x="283" y="850"/>
                </a:lnTo>
                <a:lnTo>
                  <a:pt x="271" y="850"/>
                </a:lnTo>
                <a:lnTo>
                  <a:pt x="259" y="850"/>
                </a:lnTo>
                <a:lnTo>
                  <a:pt x="246" y="850"/>
                </a:lnTo>
                <a:lnTo>
                  <a:pt x="230" y="850"/>
                </a:lnTo>
                <a:lnTo>
                  <a:pt x="215" y="850"/>
                </a:lnTo>
                <a:lnTo>
                  <a:pt x="197" y="850"/>
                </a:lnTo>
                <a:lnTo>
                  <a:pt x="179" y="850"/>
                </a:lnTo>
                <a:lnTo>
                  <a:pt x="158" y="850"/>
                </a:lnTo>
                <a:lnTo>
                  <a:pt x="135" y="850"/>
                </a:lnTo>
                <a:lnTo>
                  <a:pt x="111" y="850"/>
                </a:lnTo>
                <a:lnTo>
                  <a:pt x="86" y="850"/>
                </a:lnTo>
                <a:lnTo>
                  <a:pt x="60" y="850"/>
                </a:lnTo>
                <a:lnTo>
                  <a:pt x="31" y="850"/>
                </a:lnTo>
                <a:lnTo>
                  <a:pt x="0" y="850"/>
                </a:lnTo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2" name="Freeform 128">
            <a:extLst>
              <a:ext uri="{FF2B5EF4-FFF2-40B4-BE49-F238E27FC236}">
                <a16:creationId xmlns:a16="http://schemas.microsoft.com/office/drawing/2014/main" id="{9D61199A-249D-42D7-90B0-F3B5EAF51265}"/>
              </a:ext>
            </a:extLst>
          </p:cNvPr>
          <p:cNvSpPr>
            <a:spLocks/>
          </p:cNvSpPr>
          <p:nvPr/>
        </p:nvSpPr>
        <p:spPr bwMode="auto">
          <a:xfrm>
            <a:off x="7832725" y="2644775"/>
            <a:ext cx="222250" cy="220663"/>
          </a:xfrm>
          <a:custGeom>
            <a:avLst/>
            <a:gdLst>
              <a:gd name="T0" fmla="*/ 0 w 336"/>
              <a:gd name="T1" fmla="*/ 2147483646 h 336"/>
              <a:gd name="T2" fmla="*/ 2147483646 w 336"/>
              <a:gd name="T3" fmla="*/ 2147483646 h 336"/>
              <a:gd name="T4" fmla="*/ 2147483646 w 336"/>
              <a:gd name="T5" fmla="*/ 2147483646 h 336"/>
              <a:gd name="T6" fmla="*/ 2147483646 w 336"/>
              <a:gd name="T7" fmla="*/ 2147483646 h 336"/>
              <a:gd name="T8" fmla="*/ 2147483646 w 336"/>
              <a:gd name="T9" fmla="*/ 2147483646 h 336"/>
              <a:gd name="T10" fmla="*/ 2147483646 w 336"/>
              <a:gd name="T11" fmla="*/ 2147483646 h 336"/>
              <a:gd name="T12" fmla="*/ 2147483646 w 336"/>
              <a:gd name="T13" fmla="*/ 2147483646 h 336"/>
              <a:gd name="T14" fmla="*/ 2147483646 w 336"/>
              <a:gd name="T15" fmla="*/ 2147483646 h 336"/>
              <a:gd name="T16" fmla="*/ 2147483646 w 336"/>
              <a:gd name="T17" fmla="*/ 2147483646 h 336"/>
              <a:gd name="T18" fmla="*/ 2147483646 w 336"/>
              <a:gd name="T19" fmla="*/ 2147483646 h 336"/>
              <a:gd name="T20" fmla="*/ 2147483646 w 336"/>
              <a:gd name="T21" fmla="*/ 0 h 336"/>
              <a:gd name="T22" fmla="*/ 2147483646 w 336"/>
              <a:gd name="T23" fmla="*/ 0 h 336"/>
              <a:gd name="T24" fmla="*/ 2147483646 w 336"/>
              <a:gd name="T25" fmla="*/ 2147483646 h 336"/>
              <a:gd name="T26" fmla="*/ 2147483646 w 336"/>
              <a:gd name="T27" fmla="*/ 2147483646 h 336"/>
              <a:gd name="T28" fmla="*/ 2147483646 w 336"/>
              <a:gd name="T29" fmla="*/ 2147483646 h 336"/>
              <a:gd name="T30" fmla="*/ 2147483646 w 336"/>
              <a:gd name="T31" fmla="*/ 2147483646 h 336"/>
              <a:gd name="T32" fmla="*/ 2147483646 w 336"/>
              <a:gd name="T33" fmla="*/ 2147483646 h 336"/>
              <a:gd name="T34" fmla="*/ 2147483646 w 336"/>
              <a:gd name="T35" fmla="*/ 2147483646 h 336"/>
              <a:gd name="T36" fmla="*/ 2147483646 w 336"/>
              <a:gd name="T37" fmla="*/ 2147483646 h 336"/>
              <a:gd name="T38" fmla="*/ 2147483646 w 336"/>
              <a:gd name="T39" fmla="*/ 2147483646 h 336"/>
              <a:gd name="T40" fmla="*/ 2147483646 w 336"/>
              <a:gd name="T41" fmla="*/ 2147483646 h 336"/>
              <a:gd name="T42" fmla="*/ 2147483646 w 336"/>
              <a:gd name="T43" fmla="*/ 2147483646 h 336"/>
              <a:gd name="T44" fmla="*/ 2147483646 w 336"/>
              <a:gd name="T45" fmla="*/ 2147483646 h 336"/>
              <a:gd name="T46" fmla="*/ 2147483646 w 336"/>
              <a:gd name="T47" fmla="*/ 2147483646 h 336"/>
              <a:gd name="T48" fmla="*/ 2147483646 w 336"/>
              <a:gd name="T49" fmla="*/ 2147483646 h 336"/>
              <a:gd name="T50" fmla="*/ 2147483646 w 336"/>
              <a:gd name="T51" fmla="*/ 2147483646 h 336"/>
              <a:gd name="T52" fmla="*/ 2147483646 w 336"/>
              <a:gd name="T53" fmla="*/ 2147483646 h 336"/>
              <a:gd name="T54" fmla="*/ 2147483646 w 336"/>
              <a:gd name="T55" fmla="*/ 2147483646 h 336"/>
              <a:gd name="T56" fmla="*/ 2147483646 w 336"/>
              <a:gd name="T57" fmla="*/ 2147483646 h 336"/>
              <a:gd name="T58" fmla="*/ 2147483646 w 336"/>
              <a:gd name="T59" fmla="*/ 2147483646 h 336"/>
              <a:gd name="T60" fmla="*/ 2147483646 w 336"/>
              <a:gd name="T61" fmla="*/ 2147483646 h 336"/>
              <a:gd name="T62" fmla="*/ 2147483646 w 336"/>
              <a:gd name="T63" fmla="*/ 2147483646 h 336"/>
              <a:gd name="T64" fmla="*/ 2147483646 w 336"/>
              <a:gd name="T65" fmla="*/ 2147483646 h 336"/>
              <a:gd name="T66" fmla="*/ 2147483646 w 336"/>
              <a:gd name="T67" fmla="*/ 2147483646 h 336"/>
              <a:gd name="T68" fmla="*/ 2147483646 w 336"/>
              <a:gd name="T69" fmla="*/ 2147483646 h 336"/>
              <a:gd name="T70" fmla="*/ 2147483646 w 336"/>
              <a:gd name="T71" fmla="*/ 2147483646 h 336"/>
              <a:gd name="T72" fmla="*/ 2147483646 w 336"/>
              <a:gd name="T73" fmla="*/ 2147483646 h 336"/>
              <a:gd name="T74" fmla="*/ 2147483646 w 336"/>
              <a:gd name="T75" fmla="*/ 2147483646 h 336"/>
              <a:gd name="T76" fmla="*/ 2147483646 w 336"/>
              <a:gd name="T77" fmla="*/ 2147483646 h 336"/>
              <a:gd name="T78" fmla="*/ 2147483646 w 336"/>
              <a:gd name="T79" fmla="*/ 2147483646 h 336"/>
              <a:gd name="T80" fmla="*/ 2147483646 w 336"/>
              <a:gd name="T81" fmla="*/ 2147483646 h 336"/>
              <a:gd name="T82" fmla="*/ 2147483646 w 336"/>
              <a:gd name="T83" fmla="*/ 2147483646 h 336"/>
              <a:gd name="T84" fmla="*/ 2147483646 w 336"/>
              <a:gd name="T85" fmla="*/ 2147483646 h 336"/>
              <a:gd name="T86" fmla="*/ 2147483646 w 336"/>
              <a:gd name="T87" fmla="*/ 2147483646 h 336"/>
              <a:gd name="T88" fmla="*/ 2147483646 w 336"/>
              <a:gd name="T89" fmla="*/ 2147483646 h 336"/>
              <a:gd name="T90" fmla="*/ 2147483646 w 336"/>
              <a:gd name="T91" fmla="*/ 2147483646 h 336"/>
              <a:gd name="T92" fmla="*/ 2147483646 w 336"/>
              <a:gd name="T93" fmla="*/ 2147483646 h 336"/>
              <a:gd name="T94" fmla="*/ 2147483646 w 336"/>
              <a:gd name="T95" fmla="*/ 2147483646 h 336"/>
              <a:gd name="T96" fmla="*/ 2147483646 w 336"/>
              <a:gd name="T97" fmla="*/ 2147483646 h 336"/>
              <a:gd name="T98" fmla="*/ 2147483646 w 336"/>
              <a:gd name="T99" fmla="*/ 2147483646 h 336"/>
              <a:gd name="T100" fmla="*/ 2147483646 w 336"/>
              <a:gd name="T101" fmla="*/ 2147483646 h 336"/>
              <a:gd name="T102" fmla="*/ 2147483646 w 336"/>
              <a:gd name="T103" fmla="*/ 2147483646 h 336"/>
              <a:gd name="T104" fmla="*/ 2147483646 w 336"/>
              <a:gd name="T105" fmla="*/ 2147483646 h 336"/>
              <a:gd name="T106" fmla="*/ 2147483646 w 336"/>
              <a:gd name="T107" fmla="*/ 2147483646 h 336"/>
              <a:gd name="T108" fmla="*/ 2147483646 w 336"/>
              <a:gd name="T109" fmla="*/ 2147483646 h 336"/>
              <a:gd name="T110" fmla="*/ 0 w 336"/>
              <a:gd name="T111" fmla="*/ 2147483646 h 3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336" h="336">
                <a:moveTo>
                  <a:pt x="0" y="165"/>
                </a:moveTo>
                <a:lnTo>
                  <a:pt x="0" y="170"/>
                </a:lnTo>
                <a:lnTo>
                  <a:pt x="0" y="161"/>
                </a:lnTo>
                <a:lnTo>
                  <a:pt x="1" y="152"/>
                </a:lnTo>
                <a:lnTo>
                  <a:pt x="2" y="144"/>
                </a:lnTo>
                <a:lnTo>
                  <a:pt x="3" y="135"/>
                </a:lnTo>
                <a:lnTo>
                  <a:pt x="6" y="127"/>
                </a:lnTo>
                <a:lnTo>
                  <a:pt x="7" y="119"/>
                </a:lnTo>
                <a:lnTo>
                  <a:pt x="10" y="111"/>
                </a:lnTo>
                <a:lnTo>
                  <a:pt x="13" y="103"/>
                </a:lnTo>
                <a:lnTo>
                  <a:pt x="16" y="96"/>
                </a:lnTo>
                <a:lnTo>
                  <a:pt x="20" y="89"/>
                </a:lnTo>
                <a:lnTo>
                  <a:pt x="25" y="81"/>
                </a:lnTo>
                <a:lnTo>
                  <a:pt x="28" y="74"/>
                </a:lnTo>
                <a:lnTo>
                  <a:pt x="33" y="68"/>
                </a:lnTo>
                <a:lnTo>
                  <a:pt x="38" y="61"/>
                </a:lnTo>
                <a:lnTo>
                  <a:pt x="44" y="55"/>
                </a:lnTo>
                <a:lnTo>
                  <a:pt x="50" y="49"/>
                </a:lnTo>
                <a:lnTo>
                  <a:pt x="56" y="44"/>
                </a:lnTo>
                <a:lnTo>
                  <a:pt x="62" y="38"/>
                </a:lnTo>
                <a:lnTo>
                  <a:pt x="68" y="33"/>
                </a:lnTo>
                <a:lnTo>
                  <a:pt x="75" y="29"/>
                </a:lnTo>
                <a:lnTo>
                  <a:pt x="81" y="24"/>
                </a:lnTo>
                <a:lnTo>
                  <a:pt x="88" y="20"/>
                </a:lnTo>
                <a:lnTo>
                  <a:pt x="96" y="17"/>
                </a:lnTo>
                <a:lnTo>
                  <a:pt x="104" y="13"/>
                </a:lnTo>
                <a:lnTo>
                  <a:pt x="111" y="9"/>
                </a:lnTo>
                <a:lnTo>
                  <a:pt x="120" y="7"/>
                </a:lnTo>
                <a:lnTo>
                  <a:pt x="127" y="5"/>
                </a:lnTo>
                <a:lnTo>
                  <a:pt x="135" y="3"/>
                </a:lnTo>
                <a:lnTo>
                  <a:pt x="144" y="1"/>
                </a:lnTo>
                <a:lnTo>
                  <a:pt x="152" y="1"/>
                </a:lnTo>
                <a:lnTo>
                  <a:pt x="162" y="0"/>
                </a:lnTo>
                <a:lnTo>
                  <a:pt x="170" y="0"/>
                </a:lnTo>
                <a:lnTo>
                  <a:pt x="165" y="0"/>
                </a:lnTo>
                <a:lnTo>
                  <a:pt x="175" y="0"/>
                </a:lnTo>
                <a:lnTo>
                  <a:pt x="183" y="1"/>
                </a:lnTo>
                <a:lnTo>
                  <a:pt x="192" y="1"/>
                </a:lnTo>
                <a:lnTo>
                  <a:pt x="200" y="3"/>
                </a:lnTo>
                <a:lnTo>
                  <a:pt x="208" y="5"/>
                </a:lnTo>
                <a:lnTo>
                  <a:pt x="216" y="7"/>
                </a:lnTo>
                <a:lnTo>
                  <a:pt x="224" y="9"/>
                </a:lnTo>
                <a:lnTo>
                  <a:pt x="231" y="13"/>
                </a:lnTo>
                <a:lnTo>
                  <a:pt x="240" y="17"/>
                </a:lnTo>
                <a:lnTo>
                  <a:pt x="247" y="20"/>
                </a:lnTo>
                <a:lnTo>
                  <a:pt x="254" y="24"/>
                </a:lnTo>
                <a:lnTo>
                  <a:pt x="261" y="29"/>
                </a:lnTo>
                <a:lnTo>
                  <a:pt x="267" y="33"/>
                </a:lnTo>
                <a:lnTo>
                  <a:pt x="273" y="38"/>
                </a:lnTo>
                <a:lnTo>
                  <a:pt x="280" y="44"/>
                </a:lnTo>
                <a:lnTo>
                  <a:pt x="286" y="49"/>
                </a:lnTo>
                <a:lnTo>
                  <a:pt x="291" y="55"/>
                </a:lnTo>
                <a:lnTo>
                  <a:pt x="297" y="61"/>
                </a:lnTo>
                <a:lnTo>
                  <a:pt x="302" y="68"/>
                </a:lnTo>
                <a:lnTo>
                  <a:pt x="307" y="74"/>
                </a:lnTo>
                <a:lnTo>
                  <a:pt x="312" y="81"/>
                </a:lnTo>
                <a:lnTo>
                  <a:pt x="315" y="89"/>
                </a:lnTo>
                <a:lnTo>
                  <a:pt x="319" y="96"/>
                </a:lnTo>
                <a:lnTo>
                  <a:pt x="322" y="103"/>
                </a:lnTo>
                <a:lnTo>
                  <a:pt x="325" y="111"/>
                </a:lnTo>
                <a:lnTo>
                  <a:pt x="328" y="119"/>
                </a:lnTo>
                <a:lnTo>
                  <a:pt x="331" y="127"/>
                </a:lnTo>
                <a:lnTo>
                  <a:pt x="332" y="135"/>
                </a:lnTo>
                <a:lnTo>
                  <a:pt x="333" y="144"/>
                </a:lnTo>
                <a:lnTo>
                  <a:pt x="334" y="152"/>
                </a:lnTo>
                <a:lnTo>
                  <a:pt x="336" y="161"/>
                </a:lnTo>
                <a:lnTo>
                  <a:pt x="336" y="170"/>
                </a:lnTo>
                <a:lnTo>
                  <a:pt x="336" y="165"/>
                </a:lnTo>
                <a:lnTo>
                  <a:pt x="336" y="174"/>
                </a:lnTo>
                <a:lnTo>
                  <a:pt x="334" y="183"/>
                </a:lnTo>
                <a:lnTo>
                  <a:pt x="333" y="192"/>
                </a:lnTo>
                <a:lnTo>
                  <a:pt x="332" y="200"/>
                </a:lnTo>
                <a:lnTo>
                  <a:pt x="331" y="207"/>
                </a:lnTo>
                <a:lnTo>
                  <a:pt x="328" y="216"/>
                </a:lnTo>
                <a:lnTo>
                  <a:pt x="325" y="224"/>
                </a:lnTo>
                <a:lnTo>
                  <a:pt x="322" y="231"/>
                </a:lnTo>
                <a:lnTo>
                  <a:pt x="319" y="240"/>
                </a:lnTo>
                <a:lnTo>
                  <a:pt x="315" y="247"/>
                </a:lnTo>
                <a:lnTo>
                  <a:pt x="312" y="254"/>
                </a:lnTo>
                <a:lnTo>
                  <a:pt x="307" y="260"/>
                </a:lnTo>
                <a:lnTo>
                  <a:pt x="302" y="267"/>
                </a:lnTo>
                <a:lnTo>
                  <a:pt x="297" y="273"/>
                </a:lnTo>
                <a:lnTo>
                  <a:pt x="291" y="279"/>
                </a:lnTo>
                <a:lnTo>
                  <a:pt x="286" y="285"/>
                </a:lnTo>
                <a:lnTo>
                  <a:pt x="280" y="291"/>
                </a:lnTo>
                <a:lnTo>
                  <a:pt x="273" y="296"/>
                </a:lnTo>
                <a:lnTo>
                  <a:pt x="267" y="302"/>
                </a:lnTo>
                <a:lnTo>
                  <a:pt x="261" y="307"/>
                </a:lnTo>
                <a:lnTo>
                  <a:pt x="254" y="311"/>
                </a:lnTo>
                <a:lnTo>
                  <a:pt x="247" y="315"/>
                </a:lnTo>
                <a:lnTo>
                  <a:pt x="240" y="319"/>
                </a:lnTo>
                <a:lnTo>
                  <a:pt x="231" y="323"/>
                </a:lnTo>
                <a:lnTo>
                  <a:pt x="224" y="325"/>
                </a:lnTo>
                <a:lnTo>
                  <a:pt x="216" y="327"/>
                </a:lnTo>
                <a:lnTo>
                  <a:pt x="208" y="330"/>
                </a:lnTo>
                <a:lnTo>
                  <a:pt x="200" y="332"/>
                </a:lnTo>
                <a:lnTo>
                  <a:pt x="192" y="333"/>
                </a:lnTo>
                <a:lnTo>
                  <a:pt x="183" y="335"/>
                </a:lnTo>
                <a:lnTo>
                  <a:pt x="175" y="336"/>
                </a:lnTo>
                <a:lnTo>
                  <a:pt x="165" y="336"/>
                </a:lnTo>
                <a:lnTo>
                  <a:pt x="170" y="336"/>
                </a:lnTo>
                <a:lnTo>
                  <a:pt x="162" y="336"/>
                </a:lnTo>
                <a:lnTo>
                  <a:pt x="152" y="335"/>
                </a:lnTo>
                <a:lnTo>
                  <a:pt x="144" y="333"/>
                </a:lnTo>
                <a:lnTo>
                  <a:pt x="135" y="332"/>
                </a:lnTo>
                <a:lnTo>
                  <a:pt x="127" y="330"/>
                </a:lnTo>
                <a:lnTo>
                  <a:pt x="120" y="327"/>
                </a:lnTo>
                <a:lnTo>
                  <a:pt x="111" y="325"/>
                </a:lnTo>
                <a:lnTo>
                  <a:pt x="104" y="323"/>
                </a:lnTo>
                <a:lnTo>
                  <a:pt x="96" y="319"/>
                </a:lnTo>
                <a:lnTo>
                  <a:pt x="88" y="315"/>
                </a:lnTo>
                <a:lnTo>
                  <a:pt x="81" y="311"/>
                </a:lnTo>
                <a:lnTo>
                  <a:pt x="75" y="307"/>
                </a:lnTo>
                <a:lnTo>
                  <a:pt x="68" y="302"/>
                </a:lnTo>
                <a:lnTo>
                  <a:pt x="62" y="296"/>
                </a:lnTo>
                <a:lnTo>
                  <a:pt x="56" y="291"/>
                </a:lnTo>
                <a:lnTo>
                  <a:pt x="50" y="285"/>
                </a:lnTo>
                <a:lnTo>
                  <a:pt x="44" y="279"/>
                </a:lnTo>
                <a:lnTo>
                  <a:pt x="38" y="273"/>
                </a:lnTo>
                <a:lnTo>
                  <a:pt x="33" y="267"/>
                </a:lnTo>
                <a:lnTo>
                  <a:pt x="28" y="260"/>
                </a:lnTo>
                <a:lnTo>
                  <a:pt x="25" y="254"/>
                </a:lnTo>
                <a:lnTo>
                  <a:pt x="20" y="247"/>
                </a:lnTo>
                <a:lnTo>
                  <a:pt x="16" y="240"/>
                </a:lnTo>
                <a:lnTo>
                  <a:pt x="13" y="231"/>
                </a:lnTo>
                <a:lnTo>
                  <a:pt x="10" y="224"/>
                </a:lnTo>
                <a:lnTo>
                  <a:pt x="7" y="216"/>
                </a:lnTo>
                <a:lnTo>
                  <a:pt x="6" y="207"/>
                </a:lnTo>
                <a:lnTo>
                  <a:pt x="3" y="200"/>
                </a:lnTo>
                <a:lnTo>
                  <a:pt x="2" y="192"/>
                </a:lnTo>
                <a:lnTo>
                  <a:pt x="1" y="183"/>
                </a:lnTo>
                <a:lnTo>
                  <a:pt x="0" y="174"/>
                </a:lnTo>
                <a:lnTo>
                  <a:pt x="0" y="165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3" name="Rectangle 129">
            <a:extLst>
              <a:ext uri="{FF2B5EF4-FFF2-40B4-BE49-F238E27FC236}">
                <a16:creationId xmlns:a16="http://schemas.microsoft.com/office/drawing/2014/main" id="{A8747D82-44DB-42ED-A04A-1721058A02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7438" y="4421188"/>
            <a:ext cx="681037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4" name="Line 130">
            <a:extLst>
              <a:ext uri="{FF2B5EF4-FFF2-40B4-BE49-F238E27FC236}">
                <a16:creationId xmlns:a16="http://schemas.microsoft.com/office/drawing/2014/main" id="{4EE27067-5B05-4EAE-A982-6B4E99FC229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37438" y="4768850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5" name="Line 131">
            <a:extLst>
              <a:ext uri="{FF2B5EF4-FFF2-40B4-BE49-F238E27FC236}">
                <a16:creationId xmlns:a16="http://schemas.microsoft.com/office/drawing/2014/main" id="{9D7455FB-3228-45C2-91C0-6BC9D338224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85100" y="4421188"/>
            <a:ext cx="1588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6" name="Line 132">
            <a:extLst>
              <a:ext uri="{FF2B5EF4-FFF2-40B4-BE49-F238E27FC236}">
                <a16:creationId xmlns:a16="http://schemas.microsoft.com/office/drawing/2014/main" id="{5729C6B8-912A-4DDB-978F-C643C0532624}"/>
              </a:ext>
            </a:extLst>
          </p:cNvPr>
          <p:cNvSpPr>
            <a:spLocks noChangeShapeType="1"/>
          </p:cNvSpPr>
          <p:nvPr/>
        </p:nvSpPr>
        <p:spPr bwMode="auto">
          <a:xfrm>
            <a:off x="7104063" y="4090988"/>
            <a:ext cx="333375" cy="3302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7" name="Rectangle 133">
            <a:extLst>
              <a:ext uri="{FF2B5EF4-FFF2-40B4-BE49-F238E27FC236}">
                <a16:creationId xmlns:a16="http://schemas.microsoft.com/office/drawing/2014/main" id="{98882AB3-9825-49CA-8264-22BA75D57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5200" y="23510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8" name="Rectangle 134">
            <a:extLst>
              <a:ext uri="{FF2B5EF4-FFF2-40B4-BE49-F238E27FC236}">
                <a16:creationId xmlns:a16="http://schemas.microsoft.com/office/drawing/2014/main" id="{A947E012-F0A9-4FDE-9466-B2AD5F4959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5188" y="4000500"/>
            <a:ext cx="10636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79" name="Rectangle 135">
            <a:extLst>
              <a:ext uri="{FF2B5EF4-FFF2-40B4-BE49-F238E27FC236}">
                <a16:creationId xmlns:a16="http://schemas.microsoft.com/office/drawing/2014/main" id="{049AD933-B7AB-4EBC-9854-FB111D1FA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5038" y="40767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80" name="Rectangle 136">
            <a:extLst>
              <a:ext uri="{FF2B5EF4-FFF2-40B4-BE49-F238E27FC236}">
                <a16:creationId xmlns:a16="http://schemas.microsoft.com/office/drawing/2014/main" id="{6D824A71-AFCA-4FD8-8EB1-C3E4A5D95E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9650" y="4000500"/>
            <a:ext cx="10636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81" name="Rectangle 137">
            <a:extLst>
              <a:ext uri="{FF2B5EF4-FFF2-40B4-BE49-F238E27FC236}">
                <a16:creationId xmlns:a16="http://schemas.microsoft.com/office/drawing/2014/main" id="{884E6AA9-F87A-467A-AF09-F7F5A7BBA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9500" y="40767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82" name="Rectangle 138">
            <a:extLst>
              <a:ext uri="{FF2B5EF4-FFF2-40B4-BE49-F238E27FC236}">
                <a16:creationId xmlns:a16="http://schemas.microsoft.com/office/drawing/2014/main" id="{CBF8A883-BFCD-4D5F-B25D-7E9E6294B7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0863" y="4138613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83" name="Rectangle 139">
            <a:extLst>
              <a:ext uri="{FF2B5EF4-FFF2-40B4-BE49-F238E27FC236}">
                <a16:creationId xmlns:a16="http://schemas.microsoft.com/office/drawing/2014/main" id="{84E3310C-1AAF-481E-BCAC-49E66F5C02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9125" y="4214813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84" name="Rectangle 140">
            <a:extLst>
              <a:ext uri="{FF2B5EF4-FFF2-40B4-BE49-F238E27FC236}">
                <a16:creationId xmlns:a16="http://schemas.microsoft.com/office/drawing/2014/main" id="{2527D3C4-6D63-4D06-8C9B-B777855EB7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325" y="4138613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85" name="Rectangle 141">
            <a:extLst>
              <a:ext uri="{FF2B5EF4-FFF2-40B4-BE49-F238E27FC236}">
                <a16:creationId xmlns:a16="http://schemas.microsoft.com/office/drawing/2014/main" id="{5596D306-3C99-4B41-B7E8-B4A8B0190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8475" y="4421188"/>
            <a:ext cx="665163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86" name="Line 142">
            <a:extLst>
              <a:ext uri="{FF2B5EF4-FFF2-40B4-BE49-F238E27FC236}">
                <a16:creationId xmlns:a16="http://schemas.microsoft.com/office/drawing/2014/main" id="{BF8365A4-61B0-42BF-ADEE-52892721CF5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18475" y="4768850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87" name="Line 143">
            <a:extLst>
              <a:ext uri="{FF2B5EF4-FFF2-40B4-BE49-F238E27FC236}">
                <a16:creationId xmlns:a16="http://schemas.microsoft.com/office/drawing/2014/main" id="{08CE74F3-4C88-40B6-AED4-0C2A3E19B8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50263" y="4421188"/>
            <a:ext cx="1587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88" name="Rectangle 144">
            <a:extLst>
              <a:ext uri="{FF2B5EF4-FFF2-40B4-BE49-F238E27FC236}">
                <a16:creationId xmlns:a16="http://schemas.microsoft.com/office/drawing/2014/main" id="{47E28449-46E0-4452-90D1-84E7EA240F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5175" y="4214813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89" name="Rectangle 145">
            <a:extLst>
              <a:ext uri="{FF2B5EF4-FFF2-40B4-BE49-F238E27FC236}">
                <a16:creationId xmlns:a16="http://schemas.microsoft.com/office/drawing/2014/main" id="{2578494A-48A0-41DF-BE45-EC45BA99B9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9038" y="42402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90" name="Rectangle 146">
            <a:extLst>
              <a:ext uri="{FF2B5EF4-FFF2-40B4-BE49-F238E27FC236}">
                <a16:creationId xmlns:a16="http://schemas.microsoft.com/office/drawing/2014/main" id="{0BC921E0-9701-44BA-B5E3-1AADFA48A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0" y="42402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91" name="Rectangle 147">
            <a:extLst>
              <a:ext uri="{FF2B5EF4-FFF2-40B4-BE49-F238E27FC236}">
                <a16:creationId xmlns:a16="http://schemas.microsoft.com/office/drawing/2014/main" id="{6491EA91-8426-4FED-8BB3-D154197A09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3725" y="42402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92" name="Rectangle 148">
            <a:extLst>
              <a:ext uri="{FF2B5EF4-FFF2-40B4-BE49-F238E27FC236}">
                <a16:creationId xmlns:a16="http://schemas.microsoft.com/office/drawing/2014/main" id="{7DD45B92-5E4C-4735-8C2C-A11B156D9E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48688" y="42402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93" name="Rectangle 149">
            <a:extLst>
              <a:ext uri="{FF2B5EF4-FFF2-40B4-BE49-F238E27FC236}">
                <a16:creationId xmlns:a16="http://schemas.microsoft.com/office/drawing/2014/main" id="{5126C237-96E6-4CCF-966F-BE6552B18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48641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94" name="Rectangle 150">
            <a:extLst>
              <a:ext uri="{FF2B5EF4-FFF2-40B4-BE49-F238E27FC236}">
                <a16:creationId xmlns:a16="http://schemas.microsoft.com/office/drawing/2014/main" id="{B675E1C4-9F76-489A-BC30-8E7E809435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7438" y="5100638"/>
            <a:ext cx="681037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95" name="Line 151">
            <a:extLst>
              <a:ext uri="{FF2B5EF4-FFF2-40B4-BE49-F238E27FC236}">
                <a16:creationId xmlns:a16="http://schemas.microsoft.com/office/drawing/2014/main" id="{4AD29408-7BBB-45B6-AF4E-1308F05E62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37438" y="5430838"/>
            <a:ext cx="681037" cy="31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96" name="Line 152">
            <a:extLst>
              <a:ext uri="{FF2B5EF4-FFF2-40B4-BE49-F238E27FC236}">
                <a16:creationId xmlns:a16="http://schemas.microsoft.com/office/drawing/2014/main" id="{138A2B2F-CD0F-4EAA-890D-9F10BB83E94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85100" y="5100638"/>
            <a:ext cx="1588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97" name="Rectangle 153">
            <a:extLst>
              <a:ext uri="{FF2B5EF4-FFF2-40B4-BE49-F238E27FC236}">
                <a16:creationId xmlns:a16="http://schemas.microsoft.com/office/drawing/2014/main" id="{774D18F1-459D-4E87-85C2-35DF55188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5200" y="48641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98" name="Rectangle 154">
            <a:extLst>
              <a:ext uri="{FF2B5EF4-FFF2-40B4-BE49-F238E27FC236}">
                <a16:creationId xmlns:a16="http://schemas.microsoft.com/office/drawing/2014/main" id="{D37847F5-8B08-4A15-A20C-E0AD2C6C50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8475" y="5100638"/>
            <a:ext cx="665163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699" name="Line 155">
            <a:extLst>
              <a:ext uri="{FF2B5EF4-FFF2-40B4-BE49-F238E27FC236}">
                <a16:creationId xmlns:a16="http://schemas.microsoft.com/office/drawing/2014/main" id="{5FFE6767-0D4D-4E55-B4A8-2AF41FF3F41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18475" y="5430838"/>
            <a:ext cx="665163" cy="31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00" name="Line 156">
            <a:extLst>
              <a:ext uri="{FF2B5EF4-FFF2-40B4-BE49-F238E27FC236}">
                <a16:creationId xmlns:a16="http://schemas.microsoft.com/office/drawing/2014/main" id="{973DD015-0843-4117-A274-3300566A979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50263" y="5100638"/>
            <a:ext cx="1587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01" name="Rectangle 157">
            <a:extLst>
              <a:ext uri="{FF2B5EF4-FFF2-40B4-BE49-F238E27FC236}">
                <a16:creationId xmlns:a16="http://schemas.microsoft.com/office/drawing/2014/main" id="{0EF491FE-5A53-40FE-8047-3C6D996FD5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51990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02" name="Rectangle 158">
            <a:extLst>
              <a:ext uri="{FF2B5EF4-FFF2-40B4-BE49-F238E27FC236}">
                <a16:creationId xmlns:a16="http://schemas.microsoft.com/office/drawing/2014/main" id="{BFC94AEA-49F7-4E23-8D1F-D098E5BFC1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0513" y="55356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03" name="Rectangle 159">
            <a:extLst>
              <a:ext uri="{FF2B5EF4-FFF2-40B4-BE49-F238E27FC236}">
                <a16:creationId xmlns:a16="http://schemas.microsoft.com/office/drawing/2014/main" id="{F3C9A446-6D7B-4FE8-9DD5-B961C8036D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3763" y="45291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04" name="Rectangle 160">
            <a:extLst>
              <a:ext uri="{FF2B5EF4-FFF2-40B4-BE49-F238E27FC236}">
                <a16:creationId xmlns:a16="http://schemas.microsoft.com/office/drawing/2014/main" id="{371B9565-F767-4094-9F4E-4AC0A566E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3763" y="4864100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05" name="Rectangle 161">
            <a:extLst>
              <a:ext uri="{FF2B5EF4-FFF2-40B4-BE49-F238E27FC236}">
                <a16:creationId xmlns:a16="http://schemas.microsoft.com/office/drawing/2014/main" id="{E1575F5E-BD1E-4CFF-82F8-EC499F2964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3763" y="519906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06" name="Rectangle 162">
            <a:extLst>
              <a:ext uri="{FF2B5EF4-FFF2-40B4-BE49-F238E27FC236}">
                <a16:creationId xmlns:a16="http://schemas.microsoft.com/office/drawing/2014/main" id="{CA455CE2-FDBE-4A6B-800C-491FFB9F3B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3763" y="55356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07" name="Rectangle 163">
            <a:extLst>
              <a:ext uri="{FF2B5EF4-FFF2-40B4-BE49-F238E27FC236}">
                <a16:creationId xmlns:a16="http://schemas.microsoft.com/office/drawing/2014/main" id="{9275E6A6-1392-4067-B7BD-01964B172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48641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08" name="Rectangle 164">
            <a:extLst>
              <a:ext uri="{FF2B5EF4-FFF2-40B4-BE49-F238E27FC236}">
                <a16:creationId xmlns:a16="http://schemas.microsoft.com/office/drawing/2014/main" id="{0BB6287B-7A6C-4E91-A82B-166529F64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51990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09" name="Freeform 165">
            <a:extLst>
              <a:ext uri="{FF2B5EF4-FFF2-40B4-BE49-F238E27FC236}">
                <a16:creationId xmlns:a16="http://schemas.microsoft.com/office/drawing/2014/main" id="{2FB1F3E5-559F-4EA5-BB5D-1149EE1BCF17}"/>
              </a:ext>
            </a:extLst>
          </p:cNvPr>
          <p:cNvSpPr>
            <a:spLocks/>
          </p:cNvSpPr>
          <p:nvPr/>
        </p:nvSpPr>
        <p:spPr bwMode="auto">
          <a:xfrm>
            <a:off x="8507413" y="4819650"/>
            <a:ext cx="336550" cy="560388"/>
          </a:xfrm>
          <a:custGeom>
            <a:avLst/>
            <a:gdLst>
              <a:gd name="T0" fmla="*/ 2147483646 w 510"/>
              <a:gd name="T1" fmla="*/ 0 h 851"/>
              <a:gd name="T2" fmla="*/ 2147483646 w 510"/>
              <a:gd name="T3" fmla="*/ 0 h 851"/>
              <a:gd name="T4" fmla="*/ 2147483646 w 510"/>
              <a:gd name="T5" fmla="*/ 0 h 851"/>
              <a:gd name="T6" fmla="*/ 2147483646 w 510"/>
              <a:gd name="T7" fmla="*/ 0 h 851"/>
              <a:gd name="T8" fmla="*/ 2147483646 w 510"/>
              <a:gd name="T9" fmla="*/ 0 h 851"/>
              <a:gd name="T10" fmla="*/ 2147483646 w 510"/>
              <a:gd name="T11" fmla="*/ 0 h 851"/>
              <a:gd name="T12" fmla="*/ 2147483646 w 510"/>
              <a:gd name="T13" fmla="*/ 2147483646 h 851"/>
              <a:gd name="T14" fmla="*/ 2147483646 w 510"/>
              <a:gd name="T15" fmla="*/ 2147483646 h 851"/>
              <a:gd name="T16" fmla="*/ 2147483646 w 510"/>
              <a:gd name="T17" fmla="*/ 2147483646 h 851"/>
              <a:gd name="T18" fmla="*/ 2147483646 w 510"/>
              <a:gd name="T19" fmla="*/ 2147483646 h 851"/>
              <a:gd name="T20" fmla="*/ 2147483646 w 510"/>
              <a:gd name="T21" fmla="*/ 2147483646 h 851"/>
              <a:gd name="T22" fmla="*/ 2147483646 w 510"/>
              <a:gd name="T23" fmla="*/ 2147483646 h 851"/>
              <a:gd name="T24" fmla="*/ 2147483646 w 510"/>
              <a:gd name="T25" fmla="*/ 2147483646 h 851"/>
              <a:gd name="T26" fmla="*/ 2147483646 w 510"/>
              <a:gd name="T27" fmla="*/ 2147483646 h 851"/>
              <a:gd name="T28" fmla="*/ 2147483646 w 510"/>
              <a:gd name="T29" fmla="*/ 2147483646 h 851"/>
              <a:gd name="T30" fmla="*/ 0 w 510"/>
              <a:gd name="T31" fmla="*/ 2147483646 h 851"/>
              <a:gd name="T32" fmla="*/ 0 w 510"/>
              <a:gd name="T33" fmla="*/ 2147483646 h 851"/>
              <a:gd name="T34" fmla="*/ 0 w 510"/>
              <a:gd name="T35" fmla="*/ 2147483646 h 851"/>
              <a:gd name="T36" fmla="*/ 0 w 510"/>
              <a:gd name="T37" fmla="*/ 2147483646 h 851"/>
              <a:gd name="T38" fmla="*/ 0 w 510"/>
              <a:gd name="T39" fmla="*/ 2147483646 h 851"/>
              <a:gd name="T40" fmla="*/ 0 w 510"/>
              <a:gd name="T41" fmla="*/ 2147483646 h 851"/>
              <a:gd name="T42" fmla="*/ 0 w 510"/>
              <a:gd name="T43" fmla="*/ 2147483646 h 851"/>
              <a:gd name="T44" fmla="*/ 0 w 510"/>
              <a:gd name="T45" fmla="*/ 2147483646 h 851"/>
              <a:gd name="T46" fmla="*/ 0 w 510"/>
              <a:gd name="T47" fmla="*/ 2147483646 h 851"/>
              <a:gd name="T48" fmla="*/ 0 w 510"/>
              <a:gd name="T49" fmla="*/ 2147483646 h 851"/>
              <a:gd name="T50" fmla="*/ 0 w 510"/>
              <a:gd name="T51" fmla="*/ 2147483646 h 851"/>
              <a:gd name="T52" fmla="*/ 0 w 510"/>
              <a:gd name="T53" fmla="*/ 2147483646 h 851"/>
              <a:gd name="T54" fmla="*/ 0 w 510"/>
              <a:gd name="T55" fmla="*/ 2147483646 h 851"/>
              <a:gd name="T56" fmla="*/ 0 w 510"/>
              <a:gd name="T57" fmla="*/ 2147483646 h 851"/>
              <a:gd name="T58" fmla="*/ 0 w 510"/>
              <a:gd name="T59" fmla="*/ 2147483646 h 851"/>
              <a:gd name="T60" fmla="*/ 0 w 510"/>
              <a:gd name="T61" fmla="*/ 2147483646 h 851"/>
              <a:gd name="T62" fmla="*/ 0 w 510"/>
              <a:gd name="T63" fmla="*/ 2147483646 h 851"/>
              <a:gd name="T64" fmla="*/ 0 w 510"/>
              <a:gd name="T65" fmla="*/ 2147483646 h 851"/>
              <a:gd name="T66" fmla="*/ 0 w 510"/>
              <a:gd name="T67" fmla="*/ 2147483646 h 851"/>
              <a:gd name="T68" fmla="*/ 0 w 510"/>
              <a:gd name="T69" fmla="*/ 2147483646 h 851"/>
              <a:gd name="T70" fmla="*/ 0 w 510"/>
              <a:gd name="T71" fmla="*/ 2147483646 h 851"/>
              <a:gd name="T72" fmla="*/ 0 w 510"/>
              <a:gd name="T73" fmla="*/ 2147483646 h 851"/>
              <a:gd name="T74" fmla="*/ 0 w 510"/>
              <a:gd name="T75" fmla="*/ 2147483646 h 851"/>
              <a:gd name="T76" fmla="*/ 0 w 510"/>
              <a:gd name="T77" fmla="*/ 2147483646 h 851"/>
              <a:gd name="T78" fmla="*/ 2147483646 w 510"/>
              <a:gd name="T79" fmla="*/ 2147483646 h 851"/>
              <a:gd name="T80" fmla="*/ 2147483646 w 510"/>
              <a:gd name="T81" fmla="*/ 2147483646 h 851"/>
              <a:gd name="T82" fmla="*/ 2147483646 w 510"/>
              <a:gd name="T83" fmla="*/ 2147483646 h 851"/>
              <a:gd name="T84" fmla="*/ 2147483646 w 510"/>
              <a:gd name="T85" fmla="*/ 2147483646 h 851"/>
              <a:gd name="T86" fmla="*/ 2147483646 w 510"/>
              <a:gd name="T87" fmla="*/ 2147483646 h 851"/>
              <a:gd name="T88" fmla="*/ 2147483646 w 510"/>
              <a:gd name="T89" fmla="*/ 2147483646 h 851"/>
              <a:gd name="T90" fmla="*/ 2147483646 w 510"/>
              <a:gd name="T91" fmla="*/ 2147483646 h 851"/>
              <a:gd name="T92" fmla="*/ 2147483646 w 510"/>
              <a:gd name="T93" fmla="*/ 2147483646 h 851"/>
              <a:gd name="T94" fmla="*/ 2147483646 w 510"/>
              <a:gd name="T95" fmla="*/ 2147483646 h 851"/>
              <a:gd name="T96" fmla="*/ 2147483646 w 510"/>
              <a:gd name="T97" fmla="*/ 2147483646 h 851"/>
              <a:gd name="T98" fmla="*/ 2147483646 w 510"/>
              <a:gd name="T99" fmla="*/ 2147483646 h 851"/>
              <a:gd name="T100" fmla="*/ 2147483646 w 510"/>
              <a:gd name="T101" fmla="*/ 2147483646 h 851"/>
              <a:gd name="T102" fmla="*/ 2147483646 w 510"/>
              <a:gd name="T103" fmla="*/ 2147483646 h 851"/>
              <a:gd name="T104" fmla="*/ 2147483646 w 510"/>
              <a:gd name="T105" fmla="*/ 2147483646 h 851"/>
              <a:gd name="T106" fmla="*/ 2147483646 w 510"/>
              <a:gd name="T107" fmla="*/ 2147483646 h 851"/>
              <a:gd name="T108" fmla="*/ 2147483646 w 510"/>
              <a:gd name="T109" fmla="*/ 2147483646 h 851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10" h="851">
                <a:moveTo>
                  <a:pt x="510" y="0"/>
                </a:moveTo>
                <a:lnTo>
                  <a:pt x="480" y="0"/>
                </a:lnTo>
                <a:lnTo>
                  <a:pt x="450" y="0"/>
                </a:lnTo>
                <a:lnTo>
                  <a:pt x="424" y="0"/>
                </a:lnTo>
                <a:lnTo>
                  <a:pt x="398" y="0"/>
                </a:lnTo>
                <a:lnTo>
                  <a:pt x="374" y="0"/>
                </a:lnTo>
                <a:lnTo>
                  <a:pt x="353" y="0"/>
                </a:lnTo>
                <a:lnTo>
                  <a:pt x="332" y="0"/>
                </a:lnTo>
                <a:lnTo>
                  <a:pt x="313" y="0"/>
                </a:lnTo>
                <a:lnTo>
                  <a:pt x="295" y="0"/>
                </a:lnTo>
                <a:lnTo>
                  <a:pt x="280" y="0"/>
                </a:lnTo>
                <a:lnTo>
                  <a:pt x="265" y="0"/>
                </a:lnTo>
                <a:lnTo>
                  <a:pt x="251" y="0"/>
                </a:lnTo>
                <a:lnTo>
                  <a:pt x="239" y="0"/>
                </a:lnTo>
                <a:lnTo>
                  <a:pt x="227" y="0"/>
                </a:lnTo>
                <a:lnTo>
                  <a:pt x="217" y="0"/>
                </a:lnTo>
                <a:lnTo>
                  <a:pt x="208" y="0"/>
                </a:lnTo>
                <a:lnTo>
                  <a:pt x="199" y="0"/>
                </a:lnTo>
                <a:lnTo>
                  <a:pt x="191" y="0"/>
                </a:lnTo>
                <a:lnTo>
                  <a:pt x="184" y="0"/>
                </a:lnTo>
                <a:lnTo>
                  <a:pt x="178" y="0"/>
                </a:lnTo>
                <a:lnTo>
                  <a:pt x="172" y="0"/>
                </a:lnTo>
                <a:lnTo>
                  <a:pt x="167" y="0"/>
                </a:lnTo>
                <a:lnTo>
                  <a:pt x="162" y="0"/>
                </a:lnTo>
                <a:lnTo>
                  <a:pt x="157" y="0"/>
                </a:lnTo>
                <a:lnTo>
                  <a:pt x="154" y="0"/>
                </a:lnTo>
                <a:lnTo>
                  <a:pt x="150" y="0"/>
                </a:lnTo>
                <a:lnTo>
                  <a:pt x="146" y="0"/>
                </a:lnTo>
                <a:lnTo>
                  <a:pt x="143" y="0"/>
                </a:lnTo>
                <a:lnTo>
                  <a:pt x="139" y="0"/>
                </a:lnTo>
                <a:lnTo>
                  <a:pt x="136" y="0"/>
                </a:lnTo>
                <a:lnTo>
                  <a:pt x="132" y="0"/>
                </a:lnTo>
                <a:lnTo>
                  <a:pt x="127" y="0"/>
                </a:lnTo>
                <a:lnTo>
                  <a:pt x="124" y="0"/>
                </a:lnTo>
                <a:lnTo>
                  <a:pt x="120" y="0"/>
                </a:lnTo>
                <a:lnTo>
                  <a:pt x="116" y="0"/>
                </a:lnTo>
                <a:lnTo>
                  <a:pt x="114" y="0"/>
                </a:lnTo>
                <a:lnTo>
                  <a:pt x="110" y="0"/>
                </a:lnTo>
                <a:lnTo>
                  <a:pt x="108" y="0"/>
                </a:lnTo>
                <a:lnTo>
                  <a:pt x="106" y="1"/>
                </a:lnTo>
                <a:lnTo>
                  <a:pt x="102" y="1"/>
                </a:lnTo>
                <a:lnTo>
                  <a:pt x="100" y="1"/>
                </a:lnTo>
                <a:lnTo>
                  <a:pt x="98" y="1"/>
                </a:lnTo>
                <a:lnTo>
                  <a:pt x="96" y="2"/>
                </a:lnTo>
                <a:lnTo>
                  <a:pt x="94" y="2"/>
                </a:lnTo>
                <a:lnTo>
                  <a:pt x="91" y="4"/>
                </a:lnTo>
                <a:lnTo>
                  <a:pt x="89" y="4"/>
                </a:lnTo>
                <a:lnTo>
                  <a:pt x="88" y="5"/>
                </a:lnTo>
                <a:lnTo>
                  <a:pt x="85" y="6"/>
                </a:lnTo>
                <a:lnTo>
                  <a:pt x="83" y="7"/>
                </a:lnTo>
                <a:lnTo>
                  <a:pt x="82" y="8"/>
                </a:lnTo>
                <a:lnTo>
                  <a:pt x="79" y="10"/>
                </a:lnTo>
                <a:lnTo>
                  <a:pt x="77" y="11"/>
                </a:lnTo>
                <a:lnTo>
                  <a:pt x="74" y="12"/>
                </a:lnTo>
                <a:lnTo>
                  <a:pt x="73" y="14"/>
                </a:lnTo>
                <a:lnTo>
                  <a:pt x="71" y="16"/>
                </a:lnTo>
                <a:lnTo>
                  <a:pt x="68" y="18"/>
                </a:lnTo>
                <a:lnTo>
                  <a:pt x="65" y="20"/>
                </a:lnTo>
                <a:lnTo>
                  <a:pt x="62" y="23"/>
                </a:lnTo>
                <a:lnTo>
                  <a:pt x="60" y="25"/>
                </a:lnTo>
                <a:lnTo>
                  <a:pt x="56" y="29"/>
                </a:lnTo>
                <a:lnTo>
                  <a:pt x="54" y="32"/>
                </a:lnTo>
                <a:lnTo>
                  <a:pt x="50" y="35"/>
                </a:lnTo>
                <a:lnTo>
                  <a:pt x="47" y="38"/>
                </a:lnTo>
                <a:lnTo>
                  <a:pt x="42" y="43"/>
                </a:lnTo>
                <a:lnTo>
                  <a:pt x="38" y="47"/>
                </a:lnTo>
                <a:lnTo>
                  <a:pt x="35" y="50"/>
                </a:lnTo>
                <a:lnTo>
                  <a:pt x="31" y="54"/>
                </a:lnTo>
                <a:lnTo>
                  <a:pt x="29" y="56"/>
                </a:lnTo>
                <a:lnTo>
                  <a:pt x="25" y="60"/>
                </a:lnTo>
                <a:lnTo>
                  <a:pt x="23" y="62"/>
                </a:lnTo>
                <a:lnTo>
                  <a:pt x="20" y="66"/>
                </a:lnTo>
                <a:lnTo>
                  <a:pt x="18" y="68"/>
                </a:lnTo>
                <a:lnTo>
                  <a:pt x="16" y="71"/>
                </a:lnTo>
                <a:lnTo>
                  <a:pt x="14" y="73"/>
                </a:lnTo>
                <a:lnTo>
                  <a:pt x="12" y="74"/>
                </a:lnTo>
                <a:lnTo>
                  <a:pt x="11" y="77"/>
                </a:lnTo>
                <a:lnTo>
                  <a:pt x="8" y="79"/>
                </a:lnTo>
                <a:lnTo>
                  <a:pt x="7" y="82"/>
                </a:lnTo>
                <a:lnTo>
                  <a:pt x="6" y="83"/>
                </a:lnTo>
                <a:lnTo>
                  <a:pt x="6" y="85"/>
                </a:lnTo>
                <a:lnTo>
                  <a:pt x="5" y="88"/>
                </a:lnTo>
                <a:lnTo>
                  <a:pt x="4" y="89"/>
                </a:lnTo>
                <a:lnTo>
                  <a:pt x="2" y="91"/>
                </a:lnTo>
                <a:lnTo>
                  <a:pt x="2" y="94"/>
                </a:lnTo>
                <a:lnTo>
                  <a:pt x="2" y="96"/>
                </a:lnTo>
                <a:lnTo>
                  <a:pt x="1" y="97"/>
                </a:lnTo>
                <a:lnTo>
                  <a:pt x="1" y="100"/>
                </a:lnTo>
                <a:lnTo>
                  <a:pt x="1" y="102"/>
                </a:lnTo>
                <a:lnTo>
                  <a:pt x="0" y="106"/>
                </a:lnTo>
                <a:lnTo>
                  <a:pt x="0" y="108"/>
                </a:lnTo>
                <a:lnTo>
                  <a:pt x="0" y="110"/>
                </a:lnTo>
                <a:lnTo>
                  <a:pt x="0" y="114"/>
                </a:lnTo>
                <a:lnTo>
                  <a:pt x="0" y="116"/>
                </a:lnTo>
                <a:lnTo>
                  <a:pt x="0" y="120"/>
                </a:lnTo>
                <a:lnTo>
                  <a:pt x="0" y="124"/>
                </a:lnTo>
                <a:lnTo>
                  <a:pt x="0" y="127"/>
                </a:lnTo>
                <a:lnTo>
                  <a:pt x="0" y="132"/>
                </a:lnTo>
                <a:lnTo>
                  <a:pt x="0" y="136"/>
                </a:lnTo>
                <a:lnTo>
                  <a:pt x="0" y="139"/>
                </a:lnTo>
                <a:lnTo>
                  <a:pt x="0" y="142"/>
                </a:lnTo>
                <a:lnTo>
                  <a:pt x="0" y="145"/>
                </a:lnTo>
                <a:lnTo>
                  <a:pt x="0" y="149"/>
                </a:lnTo>
                <a:lnTo>
                  <a:pt x="0" y="151"/>
                </a:lnTo>
                <a:lnTo>
                  <a:pt x="0" y="155"/>
                </a:lnTo>
                <a:lnTo>
                  <a:pt x="0" y="157"/>
                </a:lnTo>
                <a:lnTo>
                  <a:pt x="0" y="161"/>
                </a:lnTo>
                <a:lnTo>
                  <a:pt x="0" y="163"/>
                </a:lnTo>
                <a:lnTo>
                  <a:pt x="0" y="167"/>
                </a:lnTo>
                <a:lnTo>
                  <a:pt x="0" y="171"/>
                </a:lnTo>
                <a:lnTo>
                  <a:pt x="0" y="173"/>
                </a:lnTo>
                <a:lnTo>
                  <a:pt x="0" y="177"/>
                </a:lnTo>
                <a:lnTo>
                  <a:pt x="0" y="181"/>
                </a:lnTo>
                <a:lnTo>
                  <a:pt x="0" y="185"/>
                </a:lnTo>
                <a:lnTo>
                  <a:pt x="0" y="190"/>
                </a:lnTo>
                <a:lnTo>
                  <a:pt x="0" y="195"/>
                </a:lnTo>
                <a:lnTo>
                  <a:pt x="0" y="199"/>
                </a:lnTo>
                <a:lnTo>
                  <a:pt x="0" y="204"/>
                </a:lnTo>
                <a:lnTo>
                  <a:pt x="0" y="210"/>
                </a:lnTo>
                <a:lnTo>
                  <a:pt x="0" y="217"/>
                </a:lnTo>
                <a:lnTo>
                  <a:pt x="0" y="223"/>
                </a:lnTo>
                <a:lnTo>
                  <a:pt x="0" y="231"/>
                </a:lnTo>
                <a:lnTo>
                  <a:pt x="0" y="239"/>
                </a:lnTo>
                <a:lnTo>
                  <a:pt x="0" y="247"/>
                </a:lnTo>
                <a:lnTo>
                  <a:pt x="0" y="256"/>
                </a:lnTo>
                <a:lnTo>
                  <a:pt x="0" y="265"/>
                </a:lnTo>
                <a:lnTo>
                  <a:pt x="0" y="275"/>
                </a:lnTo>
                <a:lnTo>
                  <a:pt x="0" y="287"/>
                </a:lnTo>
                <a:lnTo>
                  <a:pt x="0" y="298"/>
                </a:lnTo>
                <a:lnTo>
                  <a:pt x="0" y="310"/>
                </a:lnTo>
                <a:lnTo>
                  <a:pt x="0" y="321"/>
                </a:lnTo>
                <a:lnTo>
                  <a:pt x="0" y="330"/>
                </a:lnTo>
                <a:lnTo>
                  <a:pt x="0" y="340"/>
                </a:lnTo>
                <a:lnTo>
                  <a:pt x="0" y="349"/>
                </a:lnTo>
                <a:lnTo>
                  <a:pt x="0" y="358"/>
                </a:lnTo>
                <a:lnTo>
                  <a:pt x="0" y="365"/>
                </a:lnTo>
                <a:lnTo>
                  <a:pt x="0" y="372"/>
                </a:lnTo>
                <a:lnTo>
                  <a:pt x="0" y="379"/>
                </a:lnTo>
                <a:lnTo>
                  <a:pt x="0" y="385"/>
                </a:lnTo>
                <a:lnTo>
                  <a:pt x="0" y="391"/>
                </a:lnTo>
                <a:lnTo>
                  <a:pt x="0" y="396"/>
                </a:lnTo>
                <a:lnTo>
                  <a:pt x="0" y="402"/>
                </a:lnTo>
                <a:lnTo>
                  <a:pt x="0" y="407"/>
                </a:lnTo>
                <a:lnTo>
                  <a:pt x="0" y="411"/>
                </a:lnTo>
                <a:lnTo>
                  <a:pt x="0" y="415"/>
                </a:lnTo>
                <a:lnTo>
                  <a:pt x="0" y="419"/>
                </a:lnTo>
                <a:lnTo>
                  <a:pt x="0" y="423"/>
                </a:lnTo>
                <a:lnTo>
                  <a:pt x="0" y="426"/>
                </a:lnTo>
                <a:lnTo>
                  <a:pt x="0" y="430"/>
                </a:lnTo>
                <a:lnTo>
                  <a:pt x="0" y="432"/>
                </a:lnTo>
                <a:lnTo>
                  <a:pt x="0" y="436"/>
                </a:lnTo>
                <a:lnTo>
                  <a:pt x="0" y="438"/>
                </a:lnTo>
                <a:lnTo>
                  <a:pt x="0" y="442"/>
                </a:lnTo>
                <a:lnTo>
                  <a:pt x="0" y="444"/>
                </a:lnTo>
                <a:lnTo>
                  <a:pt x="0" y="448"/>
                </a:lnTo>
                <a:lnTo>
                  <a:pt x="0" y="450"/>
                </a:lnTo>
                <a:lnTo>
                  <a:pt x="0" y="454"/>
                </a:lnTo>
                <a:lnTo>
                  <a:pt x="0" y="457"/>
                </a:lnTo>
                <a:lnTo>
                  <a:pt x="0" y="461"/>
                </a:lnTo>
                <a:lnTo>
                  <a:pt x="0" y="465"/>
                </a:lnTo>
                <a:lnTo>
                  <a:pt x="0" y="468"/>
                </a:lnTo>
                <a:lnTo>
                  <a:pt x="0" y="472"/>
                </a:lnTo>
                <a:lnTo>
                  <a:pt x="0" y="475"/>
                </a:lnTo>
                <a:lnTo>
                  <a:pt x="0" y="479"/>
                </a:lnTo>
                <a:lnTo>
                  <a:pt x="0" y="483"/>
                </a:lnTo>
                <a:lnTo>
                  <a:pt x="0" y="485"/>
                </a:lnTo>
                <a:lnTo>
                  <a:pt x="0" y="489"/>
                </a:lnTo>
                <a:lnTo>
                  <a:pt x="0" y="491"/>
                </a:lnTo>
                <a:lnTo>
                  <a:pt x="0" y="495"/>
                </a:lnTo>
                <a:lnTo>
                  <a:pt x="0" y="497"/>
                </a:lnTo>
                <a:lnTo>
                  <a:pt x="0" y="499"/>
                </a:lnTo>
                <a:lnTo>
                  <a:pt x="0" y="502"/>
                </a:lnTo>
                <a:lnTo>
                  <a:pt x="0" y="505"/>
                </a:lnTo>
                <a:lnTo>
                  <a:pt x="0" y="508"/>
                </a:lnTo>
                <a:lnTo>
                  <a:pt x="0" y="510"/>
                </a:lnTo>
                <a:lnTo>
                  <a:pt x="0" y="513"/>
                </a:lnTo>
                <a:lnTo>
                  <a:pt x="0" y="516"/>
                </a:lnTo>
                <a:lnTo>
                  <a:pt x="0" y="519"/>
                </a:lnTo>
                <a:lnTo>
                  <a:pt x="0" y="522"/>
                </a:lnTo>
                <a:lnTo>
                  <a:pt x="0" y="526"/>
                </a:lnTo>
                <a:lnTo>
                  <a:pt x="0" y="529"/>
                </a:lnTo>
                <a:lnTo>
                  <a:pt x="0" y="533"/>
                </a:lnTo>
                <a:lnTo>
                  <a:pt x="0" y="537"/>
                </a:lnTo>
                <a:lnTo>
                  <a:pt x="0" y="541"/>
                </a:lnTo>
                <a:lnTo>
                  <a:pt x="0" y="546"/>
                </a:lnTo>
                <a:lnTo>
                  <a:pt x="0" y="551"/>
                </a:lnTo>
                <a:lnTo>
                  <a:pt x="0" y="556"/>
                </a:lnTo>
                <a:lnTo>
                  <a:pt x="0" y="562"/>
                </a:lnTo>
                <a:lnTo>
                  <a:pt x="0" y="568"/>
                </a:lnTo>
                <a:lnTo>
                  <a:pt x="0" y="574"/>
                </a:lnTo>
                <a:lnTo>
                  <a:pt x="0" y="581"/>
                </a:lnTo>
                <a:lnTo>
                  <a:pt x="0" y="588"/>
                </a:lnTo>
                <a:lnTo>
                  <a:pt x="0" y="595"/>
                </a:lnTo>
                <a:lnTo>
                  <a:pt x="0" y="604"/>
                </a:lnTo>
                <a:lnTo>
                  <a:pt x="0" y="611"/>
                </a:lnTo>
                <a:lnTo>
                  <a:pt x="0" y="617"/>
                </a:lnTo>
                <a:lnTo>
                  <a:pt x="0" y="624"/>
                </a:lnTo>
                <a:lnTo>
                  <a:pt x="0" y="630"/>
                </a:lnTo>
                <a:lnTo>
                  <a:pt x="0" y="635"/>
                </a:lnTo>
                <a:lnTo>
                  <a:pt x="0" y="641"/>
                </a:lnTo>
                <a:lnTo>
                  <a:pt x="0" y="646"/>
                </a:lnTo>
                <a:lnTo>
                  <a:pt x="0" y="651"/>
                </a:lnTo>
                <a:lnTo>
                  <a:pt x="0" y="654"/>
                </a:lnTo>
                <a:lnTo>
                  <a:pt x="0" y="658"/>
                </a:lnTo>
                <a:lnTo>
                  <a:pt x="0" y="663"/>
                </a:lnTo>
                <a:lnTo>
                  <a:pt x="0" y="666"/>
                </a:lnTo>
                <a:lnTo>
                  <a:pt x="0" y="669"/>
                </a:lnTo>
                <a:lnTo>
                  <a:pt x="0" y="672"/>
                </a:lnTo>
                <a:lnTo>
                  <a:pt x="0" y="676"/>
                </a:lnTo>
                <a:lnTo>
                  <a:pt x="0" y="678"/>
                </a:lnTo>
                <a:lnTo>
                  <a:pt x="0" y="681"/>
                </a:lnTo>
                <a:lnTo>
                  <a:pt x="0" y="684"/>
                </a:lnTo>
                <a:lnTo>
                  <a:pt x="0" y="687"/>
                </a:lnTo>
                <a:lnTo>
                  <a:pt x="0" y="689"/>
                </a:lnTo>
                <a:lnTo>
                  <a:pt x="0" y="691"/>
                </a:lnTo>
                <a:lnTo>
                  <a:pt x="0" y="695"/>
                </a:lnTo>
                <a:lnTo>
                  <a:pt x="0" y="697"/>
                </a:lnTo>
                <a:lnTo>
                  <a:pt x="0" y="700"/>
                </a:lnTo>
                <a:lnTo>
                  <a:pt x="0" y="703"/>
                </a:lnTo>
                <a:lnTo>
                  <a:pt x="0" y="706"/>
                </a:lnTo>
                <a:lnTo>
                  <a:pt x="0" y="709"/>
                </a:lnTo>
                <a:lnTo>
                  <a:pt x="0" y="712"/>
                </a:lnTo>
                <a:lnTo>
                  <a:pt x="0" y="715"/>
                </a:lnTo>
                <a:lnTo>
                  <a:pt x="0" y="719"/>
                </a:lnTo>
                <a:lnTo>
                  <a:pt x="0" y="724"/>
                </a:lnTo>
                <a:lnTo>
                  <a:pt x="0" y="727"/>
                </a:lnTo>
                <a:lnTo>
                  <a:pt x="0" y="731"/>
                </a:lnTo>
                <a:lnTo>
                  <a:pt x="0" y="735"/>
                </a:lnTo>
                <a:lnTo>
                  <a:pt x="0" y="737"/>
                </a:lnTo>
                <a:lnTo>
                  <a:pt x="0" y="741"/>
                </a:lnTo>
                <a:lnTo>
                  <a:pt x="0" y="743"/>
                </a:lnTo>
                <a:lnTo>
                  <a:pt x="0" y="747"/>
                </a:lnTo>
                <a:lnTo>
                  <a:pt x="1" y="749"/>
                </a:lnTo>
                <a:lnTo>
                  <a:pt x="1" y="751"/>
                </a:lnTo>
                <a:lnTo>
                  <a:pt x="1" y="754"/>
                </a:lnTo>
                <a:lnTo>
                  <a:pt x="2" y="755"/>
                </a:lnTo>
                <a:lnTo>
                  <a:pt x="2" y="757"/>
                </a:lnTo>
                <a:lnTo>
                  <a:pt x="2" y="760"/>
                </a:lnTo>
                <a:lnTo>
                  <a:pt x="4" y="762"/>
                </a:lnTo>
                <a:lnTo>
                  <a:pt x="5" y="763"/>
                </a:lnTo>
                <a:lnTo>
                  <a:pt x="6" y="766"/>
                </a:lnTo>
                <a:lnTo>
                  <a:pt x="6" y="768"/>
                </a:lnTo>
                <a:lnTo>
                  <a:pt x="7" y="769"/>
                </a:lnTo>
                <a:lnTo>
                  <a:pt x="8" y="772"/>
                </a:lnTo>
                <a:lnTo>
                  <a:pt x="11" y="774"/>
                </a:lnTo>
                <a:lnTo>
                  <a:pt x="12" y="777"/>
                </a:lnTo>
                <a:lnTo>
                  <a:pt x="14" y="778"/>
                </a:lnTo>
                <a:lnTo>
                  <a:pt x="16" y="780"/>
                </a:lnTo>
                <a:lnTo>
                  <a:pt x="18" y="783"/>
                </a:lnTo>
                <a:lnTo>
                  <a:pt x="20" y="786"/>
                </a:lnTo>
                <a:lnTo>
                  <a:pt x="23" y="789"/>
                </a:lnTo>
                <a:lnTo>
                  <a:pt x="25" y="791"/>
                </a:lnTo>
                <a:lnTo>
                  <a:pt x="29" y="795"/>
                </a:lnTo>
                <a:lnTo>
                  <a:pt x="31" y="797"/>
                </a:lnTo>
                <a:lnTo>
                  <a:pt x="35" y="801"/>
                </a:lnTo>
                <a:lnTo>
                  <a:pt x="38" y="804"/>
                </a:lnTo>
                <a:lnTo>
                  <a:pt x="42" y="808"/>
                </a:lnTo>
                <a:lnTo>
                  <a:pt x="47" y="813"/>
                </a:lnTo>
                <a:lnTo>
                  <a:pt x="50" y="816"/>
                </a:lnTo>
                <a:lnTo>
                  <a:pt x="54" y="819"/>
                </a:lnTo>
                <a:lnTo>
                  <a:pt x="56" y="822"/>
                </a:lnTo>
                <a:lnTo>
                  <a:pt x="60" y="826"/>
                </a:lnTo>
                <a:lnTo>
                  <a:pt x="62" y="828"/>
                </a:lnTo>
                <a:lnTo>
                  <a:pt x="65" y="831"/>
                </a:lnTo>
                <a:lnTo>
                  <a:pt x="68" y="833"/>
                </a:lnTo>
                <a:lnTo>
                  <a:pt x="71" y="835"/>
                </a:lnTo>
                <a:lnTo>
                  <a:pt x="73" y="837"/>
                </a:lnTo>
                <a:lnTo>
                  <a:pt x="74" y="839"/>
                </a:lnTo>
                <a:lnTo>
                  <a:pt x="77" y="840"/>
                </a:lnTo>
                <a:lnTo>
                  <a:pt x="79" y="841"/>
                </a:lnTo>
                <a:lnTo>
                  <a:pt x="82" y="844"/>
                </a:lnTo>
                <a:lnTo>
                  <a:pt x="83" y="845"/>
                </a:lnTo>
                <a:lnTo>
                  <a:pt x="85" y="845"/>
                </a:lnTo>
                <a:lnTo>
                  <a:pt x="88" y="846"/>
                </a:lnTo>
                <a:lnTo>
                  <a:pt x="89" y="847"/>
                </a:lnTo>
                <a:lnTo>
                  <a:pt x="91" y="847"/>
                </a:lnTo>
                <a:lnTo>
                  <a:pt x="94" y="849"/>
                </a:lnTo>
                <a:lnTo>
                  <a:pt x="96" y="849"/>
                </a:lnTo>
                <a:lnTo>
                  <a:pt x="98" y="850"/>
                </a:lnTo>
                <a:lnTo>
                  <a:pt x="100" y="850"/>
                </a:lnTo>
                <a:lnTo>
                  <a:pt x="102" y="850"/>
                </a:lnTo>
                <a:lnTo>
                  <a:pt x="106" y="850"/>
                </a:lnTo>
                <a:lnTo>
                  <a:pt x="108" y="851"/>
                </a:lnTo>
                <a:lnTo>
                  <a:pt x="110" y="851"/>
                </a:lnTo>
                <a:lnTo>
                  <a:pt x="114" y="851"/>
                </a:lnTo>
                <a:lnTo>
                  <a:pt x="116" y="851"/>
                </a:lnTo>
                <a:lnTo>
                  <a:pt x="120" y="851"/>
                </a:lnTo>
                <a:lnTo>
                  <a:pt x="124" y="851"/>
                </a:lnTo>
                <a:lnTo>
                  <a:pt x="127" y="851"/>
                </a:lnTo>
                <a:lnTo>
                  <a:pt x="132" y="851"/>
                </a:lnTo>
                <a:lnTo>
                  <a:pt x="136" y="851"/>
                </a:lnTo>
                <a:lnTo>
                  <a:pt x="139" y="851"/>
                </a:lnTo>
                <a:lnTo>
                  <a:pt x="143" y="851"/>
                </a:lnTo>
                <a:lnTo>
                  <a:pt x="146" y="851"/>
                </a:lnTo>
                <a:lnTo>
                  <a:pt x="150" y="851"/>
                </a:lnTo>
                <a:lnTo>
                  <a:pt x="154" y="851"/>
                </a:lnTo>
                <a:lnTo>
                  <a:pt x="157" y="851"/>
                </a:lnTo>
                <a:lnTo>
                  <a:pt x="162" y="851"/>
                </a:lnTo>
                <a:lnTo>
                  <a:pt x="167" y="851"/>
                </a:lnTo>
                <a:lnTo>
                  <a:pt x="172" y="851"/>
                </a:lnTo>
                <a:lnTo>
                  <a:pt x="178" y="851"/>
                </a:lnTo>
                <a:lnTo>
                  <a:pt x="184" y="851"/>
                </a:lnTo>
                <a:lnTo>
                  <a:pt x="191" y="851"/>
                </a:lnTo>
                <a:lnTo>
                  <a:pt x="199" y="851"/>
                </a:lnTo>
                <a:lnTo>
                  <a:pt x="208" y="851"/>
                </a:lnTo>
                <a:lnTo>
                  <a:pt x="217" y="851"/>
                </a:lnTo>
                <a:lnTo>
                  <a:pt x="227" y="851"/>
                </a:lnTo>
                <a:lnTo>
                  <a:pt x="239" y="851"/>
                </a:lnTo>
                <a:lnTo>
                  <a:pt x="251" y="851"/>
                </a:lnTo>
                <a:lnTo>
                  <a:pt x="265" y="851"/>
                </a:lnTo>
                <a:lnTo>
                  <a:pt x="280" y="851"/>
                </a:lnTo>
                <a:lnTo>
                  <a:pt x="295" y="851"/>
                </a:lnTo>
                <a:lnTo>
                  <a:pt x="313" y="851"/>
                </a:lnTo>
                <a:lnTo>
                  <a:pt x="332" y="851"/>
                </a:lnTo>
                <a:lnTo>
                  <a:pt x="353" y="851"/>
                </a:lnTo>
                <a:lnTo>
                  <a:pt x="374" y="851"/>
                </a:lnTo>
                <a:lnTo>
                  <a:pt x="398" y="851"/>
                </a:lnTo>
                <a:lnTo>
                  <a:pt x="424" y="851"/>
                </a:lnTo>
                <a:lnTo>
                  <a:pt x="450" y="851"/>
                </a:lnTo>
                <a:lnTo>
                  <a:pt x="480" y="851"/>
                </a:lnTo>
                <a:lnTo>
                  <a:pt x="510" y="851"/>
                </a:lnTo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10" name="Freeform 166">
            <a:extLst>
              <a:ext uri="{FF2B5EF4-FFF2-40B4-BE49-F238E27FC236}">
                <a16:creationId xmlns:a16="http://schemas.microsoft.com/office/drawing/2014/main" id="{AF0A8C9C-2D78-4A19-96DA-89C8EB2D466B}"/>
              </a:ext>
            </a:extLst>
          </p:cNvPr>
          <p:cNvSpPr>
            <a:spLocks/>
          </p:cNvSpPr>
          <p:nvPr/>
        </p:nvSpPr>
        <p:spPr bwMode="auto">
          <a:xfrm>
            <a:off x="7385050" y="4819650"/>
            <a:ext cx="336550" cy="560388"/>
          </a:xfrm>
          <a:custGeom>
            <a:avLst/>
            <a:gdLst>
              <a:gd name="T0" fmla="*/ 2147483646 w 510"/>
              <a:gd name="T1" fmla="*/ 0 h 851"/>
              <a:gd name="T2" fmla="*/ 2147483646 w 510"/>
              <a:gd name="T3" fmla="*/ 0 h 851"/>
              <a:gd name="T4" fmla="*/ 2147483646 w 510"/>
              <a:gd name="T5" fmla="*/ 0 h 851"/>
              <a:gd name="T6" fmla="*/ 2147483646 w 510"/>
              <a:gd name="T7" fmla="*/ 0 h 851"/>
              <a:gd name="T8" fmla="*/ 2147483646 w 510"/>
              <a:gd name="T9" fmla="*/ 0 h 851"/>
              <a:gd name="T10" fmla="*/ 2147483646 w 510"/>
              <a:gd name="T11" fmla="*/ 0 h 851"/>
              <a:gd name="T12" fmla="*/ 2147483646 w 510"/>
              <a:gd name="T13" fmla="*/ 2147483646 h 851"/>
              <a:gd name="T14" fmla="*/ 2147483646 w 510"/>
              <a:gd name="T15" fmla="*/ 2147483646 h 851"/>
              <a:gd name="T16" fmla="*/ 2147483646 w 510"/>
              <a:gd name="T17" fmla="*/ 2147483646 h 851"/>
              <a:gd name="T18" fmla="*/ 2147483646 w 510"/>
              <a:gd name="T19" fmla="*/ 2147483646 h 851"/>
              <a:gd name="T20" fmla="*/ 2147483646 w 510"/>
              <a:gd name="T21" fmla="*/ 2147483646 h 851"/>
              <a:gd name="T22" fmla="*/ 2147483646 w 510"/>
              <a:gd name="T23" fmla="*/ 2147483646 h 851"/>
              <a:gd name="T24" fmla="*/ 2147483646 w 510"/>
              <a:gd name="T25" fmla="*/ 2147483646 h 851"/>
              <a:gd name="T26" fmla="*/ 2147483646 w 510"/>
              <a:gd name="T27" fmla="*/ 2147483646 h 851"/>
              <a:gd name="T28" fmla="*/ 2147483646 w 510"/>
              <a:gd name="T29" fmla="*/ 2147483646 h 851"/>
              <a:gd name="T30" fmla="*/ 2147483646 w 510"/>
              <a:gd name="T31" fmla="*/ 2147483646 h 851"/>
              <a:gd name="T32" fmla="*/ 2147483646 w 510"/>
              <a:gd name="T33" fmla="*/ 2147483646 h 851"/>
              <a:gd name="T34" fmla="*/ 2147483646 w 510"/>
              <a:gd name="T35" fmla="*/ 2147483646 h 851"/>
              <a:gd name="T36" fmla="*/ 2147483646 w 510"/>
              <a:gd name="T37" fmla="*/ 2147483646 h 851"/>
              <a:gd name="T38" fmla="*/ 2147483646 w 510"/>
              <a:gd name="T39" fmla="*/ 2147483646 h 851"/>
              <a:gd name="T40" fmla="*/ 2147483646 w 510"/>
              <a:gd name="T41" fmla="*/ 2147483646 h 851"/>
              <a:gd name="T42" fmla="*/ 2147483646 w 510"/>
              <a:gd name="T43" fmla="*/ 2147483646 h 851"/>
              <a:gd name="T44" fmla="*/ 2147483646 w 510"/>
              <a:gd name="T45" fmla="*/ 2147483646 h 851"/>
              <a:gd name="T46" fmla="*/ 2147483646 w 510"/>
              <a:gd name="T47" fmla="*/ 2147483646 h 851"/>
              <a:gd name="T48" fmla="*/ 2147483646 w 510"/>
              <a:gd name="T49" fmla="*/ 2147483646 h 851"/>
              <a:gd name="T50" fmla="*/ 2147483646 w 510"/>
              <a:gd name="T51" fmla="*/ 2147483646 h 851"/>
              <a:gd name="T52" fmla="*/ 2147483646 w 510"/>
              <a:gd name="T53" fmla="*/ 2147483646 h 851"/>
              <a:gd name="T54" fmla="*/ 2147483646 w 510"/>
              <a:gd name="T55" fmla="*/ 2147483646 h 851"/>
              <a:gd name="T56" fmla="*/ 2147483646 w 510"/>
              <a:gd name="T57" fmla="*/ 2147483646 h 851"/>
              <a:gd name="T58" fmla="*/ 2147483646 w 510"/>
              <a:gd name="T59" fmla="*/ 2147483646 h 851"/>
              <a:gd name="T60" fmla="*/ 2147483646 w 510"/>
              <a:gd name="T61" fmla="*/ 2147483646 h 851"/>
              <a:gd name="T62" fmla="*/ 2147483646 w 510"/>
              <a:gd name="T63" fmla="*/ 2147483646 h 851"/>
              <a:gd name="T64" fmla="*/ 2147483646 w 510"/>
              <a:gd name="T65" fmla="*/ 2147483646 h 851"/>
              <a:gd name="T66" fmla="*/ 2147483646 w 510"/>
              <a:gd name="T67" fmla="*/ 2147483646 h 851"/>
              <a:gd name="T68" fmla="*/ 2147483646 w 510"/>
              <a:gd name="T69" fmla="*/ 2147483646 h 851"/>
              <a:gd name="T70" fmla="*/ 2147483646 w 510"/>
              <a:gd name="T71" fmla="*/ 2147483646 h 851"/>
              <a:gd name="T72" fmla="*/ 2147483646 w 510"/>
              <a:gd name="T73" fmla="*/ 2147483646 h 851"/>
              <a:gd name="T74" fmla="*/ 2147483646 w 510"/>
              <a:gd name="T75" fmla="*/ 2147483646 h 851"/>
              <a:gd name="T76" fmla="*/ 2147483646 w 510"/>
              <a:gd name="T77" fmla="*/ 2147483646 h 851"/>
              <a:gd name="T78" fmla="*/ 2147483646 w 510"/>
              <a:gd name="T79" fmla="*/ 2147483646 h 851"/>
              <a:gd name="T80" fmla="*/ 2147483646 w 510"/>
              <a:gd name="T81" fmla="*/ 2147483646 h 851"/>
              <a:gd name="T82" fmla="*/ 2147483646 w 510"/>
              <a:gd name="T83" fmla="*/ 2147483646 h 851"/>
              <a:gd name="T84" fmla="*/ 2147483646 w 510"/>
              <a:gd name="T85" fmla="*/ 2147483646 h 851"/>
              <a:gd name="T86" fmla="*/ 2147483646 w 510"/>
              <a:gd name="T87" fmla="*/ 2147483646 h 851"/>
              <a:gd name="T88" fmla="*/ 2147483646 w 510"/>
              <a:gd name="T89" fmla="*/ 2147483646 h 851"/>
              <a:gd name="T90" fmla="*/ 2147483646 w 510"/>
              <a:gd name="T91" fmla="*/ 2147483646 h 851"/>
              <a:gd name="T92" fmla="*/ 2147483646 w 510"/>
              <a:gd name="T93" fmla="*/ 2147483646 h 851"/>
              <a:gd name="T94" fmla="*/ 2147483646 w 510"/>
              <a:gd name="T95" fmla="*/ 2147483646 h 851"/>
              <a:gd name="T96" fmla="*/ 2147483646 w 510"/>
              <a:gd name="T97" fmla="*/ 2147483646 h 851"/>
              <a:gd name="T98" fmla="*/ 2147483646 w 510"/>
              <a:gd name="T99" fmla="*/ 2147483646 h 851"/>
              <a:gd name="T100" fmla="*/ 2147483646 w 510"/>
              <a:gd name="T101" fmla="*/ 2147483646 h 851"/>
              <a:gd name="T102" fmla="*/ 2147483646 w 510"/>
              <a:gd name="T103" fmla="*/ 2147483646 h 851"/>
              <a:gd name="T104" fmla="*/ 2147483646 w 510"/>
              <a:gd name="T105" fmla="*/ 2147483646 h 851"/>
              <a:gd name="T106" fmla="*/ 2147483646 w 510"/>
              <a:gd name="T107" fmla="*/ 2147483646 h 851"/>
              <a:gd name="T108" fmla="*/ 0 w 510"/>
              <a:gd name="T109" fmla="*/ 2147483646 h 851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10" h="851">
                <a:moveTo>
                  <a:pt x="0" y="0"/>
                </a:moveTo>
                <a:lnTo>
                  <a:pt x="31" y="0"/>
                </a:lnTo>
                <a:lnTo>
                  <a:pt x="60" y="0"/>
                </a:lnTo>
                <a:lnTo>
                  <a:pt x="86" y="0"/>
                </a:lnTo>
                <a:lnTo>
                  <a:pt x="111" y="0"/>
                </a:lnTo>
                <a:lnTo>
                  <a:pt x="135" y="0"/>
                </a:lnTo>
                <a:lnTo>
                  <a:pt x="158" y="0"/>
                </a:lnTo>
                <a:lnTo>
                  <a:pt x="179" y="0"/>
                </a:lnTo>
                <a:lnTo>
                  <a:pt x="197" y="0"/>
                </a:lnTo>
                <a:lnTo>
                  <a:pt x="215" y="0"/>
                </a:lnTo>
                <a:lnTo>
                  <a:pt x="230" y="0"/>
                </a:lnTo>
                <a:lnTo>
                  <a:pt x="246" y="0"/>
                </a:lnTo>
                <a:lnTo>
                  <a:pt x="259" y="0"/>
                </a:lnTo>
                <a:lnTo>
                  <a:pt x="271" y="0"/>
                </a:lnTo>
                <a:lnTo>
                  <a:pt x="283" y="0"/>
                </a:lnTo>
                <a:lnTo>
                  <a:pt x="293" y="0"/>
                </a:lnTo>
                <a:lnTo>
                  <a:pt x="302" y="0"/>
                </a:lnTo>
                <a:lnTo>
                  <a:pt x="311" y="0"/>
                </a:lnTo>
                <a:lnTo>
                  <a:pt x="319" y="0"/>
                </a:lnTo>
                <a:lnTo>
                  <a:pt x="326" y="0"/>
                </a:lnTo>
                <a:lnTo>
                  <a:pt x="332" y="0"/>
                </a:lnTo>
                <a:lnTo>
                  <a:pt x="338" y="0"/>
                </a:lnTo>
                <a:lnTo>
                  <a:pt x="343" y="0"/>
                </a:lnTo>
                <a:lnTo>
                  <a:pt x="348" y="0"/>
                </a:lnTo>
                <a:lnTo>
                  <a:pt x="353" y="0"/>
                </a:lnTo>
                <a:lnTo>
                  <a:pt x="356" y="0"/>
                </a:lnTo>
                <a:lnTo>
                  <a:pt x="360" y="0"/>
                </a:lnTo>
                <a:lnTo>
                  <a:pt x="363" y="0"/>
                </a:lnTo>
                <a:lnTo>
                  <a:pt x="367" y="0"/>
                </a:lnTo>
                <a:lnTo>
                  <a:pt x="371" y="0"/>
                </a:lnTo>
                <a:lnTo>
                  <a:pt x="374" y="0"/>
                </a:lnTo>
                <a:lnTo>
                  <a:pt x="378" y="0"/>
                </a:lnTo>
                <a:lnTo>
                  <a:pt x="383" y="0"/>
                </a:lnTo>
                <a:lnTo>
                  <a:pt x="386" y="0"/>
                </a:lnTo>
                <a:lnTo>
                  <a:pt x="390" y="0"/>
                </a:lnTo>
                <a:lnTo>
                  <a:pt x="393" y="0"/>
                </a:lnTo>
                <a:lnTo>
                  <a:pt x="396" y="0"/>
                </a:lnTo>
                <a:lnTo>
                  <a:pt x="399" y="0"/>
                </a:lnTo>
                <a:lnTo>
                  <a:pt x="402" y="0"/>
                </a:lnTo>
                <a:lnTo>
                  <a:pt x="405" y="1"/>
                </a:lnTo>
                <a:lnTo>
                  <a:pt x="408" y="1"/>
                </a:lnTo>
                <a:lnTo>
                  <a:pt x="410" y="1"/>
                </a:lnTo>
                <a:lnTo>
                  <a:pt x="413" y="1"/>
                </a:lnTo>
                <a:lnTo>
                  <a:pt x="415" y="2"/>
                </a:lnTo>
                <a:lnTo>
                  <a:pt x="416" y="2"/>
                </a:lnTo>
                <a:lnTo>
                  <a:pt x="419" y="4"/>
                </a:lnTo>
                <a:lnTo>
                  <a:pt x="421" y="4"/>
                </a:lnTo>
                <a:lnTo>
                  <a:pt x="422" y="5"/>
                </a:lnTo>
                <a:lnTo>
                  <a:pt x="425" y="6"/>
                </a:lnTo>
                <a:lnTo>
                  <a:pt x="427" y="7"/>
                </a:lnTo>
                <a:lnTo>
                  <a:pt x="428" y="8"/>
                </a:lnTo>
                <a:lnTo>
                  <a:pt x="431" y="10"/>
                </a:lnTo>
                <a:lnTo>
                  <a:pt x="433" y="11"/>
                </a:lnTo>
                <a:lnTo>
                  <a:pt x="435" y="12"/>
                </a:lnTo>
                <a:lnTo>
                  <a:pt x="438" y="14"/>
                </a:lnTo>
                <a:lnTo>
                  <a:pt x="439" y="16"/>
                </a:lnTo>
                <a:lnTo>
                  <a:pt x="441" y="18"/>
                </a:lnTo>
                <a:lnTo>
                  <a:pt x="445" y="20"/>
                </a:lnTo>
                <a:lnTo>
                  <a:pt x="447" y="23"/>
                </a:lnTo>
                <a:lnTo>
                  <a:pt x="450" y="25"/>
                </a:lnTo>
                <a:lnTo>
                  <a:pt x="453" y="29"/>
                </a:lnTo>
                <a:lnTo>
                  <a:pt x="456" y="32"/>
                </a:lnTo>
                <a:lnTo>
                  <a:pt x="459" y="35"/>
                </a:lnTo>
                <a:lnTo>
                  <a:pt x="463" y="38"/>
                </a:lnTo>
                <a:lnTo>
                  <a:pt x="467" y="43"/>
                </a:lnTo>
                <a:lnTo>
                  <a:pt x="471" y="47"/>
                </a:lnTo>
                <a:lnTo>
                  <a:pt x="475" y="50"/>
                </a:lnTo>
                <a:lnTo>
                  <a:pt x="479" y="54"/>
                </a:lnTo>
                <a:lnTo>
                  <a:pt x="481" y="56"/>
                </a:lnTo>
                <a:lnTo>
                  <a:pt x="485" y="60"/>
                </a:lnTo>
                <a:lnTo>
                  <a:pt x="487" y="62"/>
                </a:lnTo>
                <a:lnTo>
                  <a:pt x="489" y="66"/>
                </a:lnTo>
                <a:lnTo>
                  <a:pt x="492" y="68"/>
                </a:lnTo>
                <a:lnTo>
                  <a:pt x="494" y="71"/>
                </a:lnTo>
                <a:lnTo>
                  <a:pt x="497" y="73"/>
                </a:lnTo>
                <a:lnTo>
                  <a:pt x="498" y="74"/>
                </a:lnTo>
                <a:lnTo>
                  <a:pt x="499" y="77"/>
                </a:lnTo>
                <a:lnTo>
                  <a:pt x="501" y="79"/>
                </a:lnTo>
                <a:lnTo>
                  <a:pt x="503" y="82"/>
                </a:lnTo>
                <a:lnTo>
                  <a:pt x="504" y="83"/>
                </a:lnTo>
                <a:lnTo>
                  <a:pt x="505" y="85"/>
                </a:lnTo>
                <a:lnTo>
                  <a:pt x="505" y="88"/>
                </a:lnTo>
                <a:lnTo>
                  <a:pt x="506" y="89"/>
                </a:lnTo>
                <a:lnTo>
                  <a:pt x="507" y="91"/>
                </a:lnTo>
                <a:lnTo>
                  <a:pt x="507" y="94"/>
                </a:lnTo>
                <a:lnTo>
                  <a:pt x="509" y="96"/>
                </a:lnTo>
                <a:lnTo>
                  <a:pt x="509" y="97"/>
                </a:lnTo>
                <a:lnTo>
                  <a:pt x="509" y="100"/>
                </a:lnTo>
                <a:lnTo>
                  <a:pt x="510" y="102"/>
                </a:lnTo>
                <a:lnTo>
                  <a:pt x="510" y="106"/>
                </a:lnTo>
                <a:lnTo>
                  <a:pt x="510" y="108"/>
                </a:lnTo>
                <a:lnTo>
                  <a:pt x="510" y="110"/>
                </a:lnTo>
                <a:lnTo>
                  <a:pt x="510" y="114"/>
                </a:lnTo>
                <a:lnTo>
                  <a:pt x="510" y="116"/>
                </a:lnTo>
                <a:lnTo>
                  <a:pt x="510" y="120"/>
                </a:lnTo>
                <a:lnTo>
                  <a:pt x="510" y="124"/>
                </a:lnTo>
                <a:lnTo>
                  <a:pt x="510" y="127"/>
                </a:lnTo>
                <a:lnTo>
                  <a:pt x="510" y="132"/>
                </a:lnTo>
                <a:lnTo>
                  <a:pt x="510" y="136"/>
                </a:lnTo>
                <a:lnTo>
                  <a:pt x="510" y="139"/>
                </a:lnTo>
                <a:lnTo>
                  <a:pt x="510" y="142"/>
                </a:lnTo>
                <a:lnTo>
                  <a:pt x="510" y="145"/>
                </a:lnTo>
                <a:lnTo>
                  <a:pt x="510" y="149"/>
                </a:lnTo>
                <a:lnTo>
                  <a:pt x="510" y="151"/>
                </a:lnTo>
                <a:lnTo>
                  <a:pt x="510" y="155"/>
                </a:lnTo>
                <a:lnTo>
                  <a:pt x="510" y="157"/>
                </a:lnTo>
                <a:lnTo>
                  <a:pt x="510" y="161"/>
                </a:lnTo>
                <a:lnTo>
                  <a:pt x="510" y="163"/>
                </a:lnTo>
                <a:lnTo>
                  <a:pt x="510" y="167"/>
                </a:lnTo>
                <a:lnTo>
                  <a:pt x="510" y="171"/>
                </a:lnTo>
                <a:lnTo>
                  <a:pt x="510" y="173"/>
                </a:lnTo>
                <a:lnTo>
                  <a:pt x="510" y="177"/>
                </a:lnTo>
                <a:lnTo>
                  <a:pt x="510" y="181"/>
                </a:lnTo>
                <a:lnTo>
                  <a:pt x="510" y="185"/>
                </a:lnTo>
                <a:lnTo>
                  <a:pt x="510" y="190"/>
                </a:lnTo>
                <a:lnTo>
                  <a:pt x="510" y="195"/>
                </a:lnTo>
                <a:lnTo>
                  <a:pt x="510" y="199"/>
                </a:lnTo>
                <a:lnTo>
                  <a:pt x="510" y="204"/>
                </a:lnTo>
                <a:lnTo>
                  <a:pt x="510" y="210"/>
                </a:lnTo>
                <a:lnTo>
                  <a:pt x="510" y="217"/>
                </a:lnTo>
                <a:lnTo>
                  <a:pt x="510" y="223"/>
                </a:lnTo>
                <a:lnTo>
                  <a:pt x="510" y="231"/>
                </a:lnTo>
                <a:lnTo>
                  <a:pt x="510" y="239"/>
                </a:lnTo>
                <a:lnTo>
                  <a:pt x="510" y="247"/>
                </a:lnTo>
                <a:lnTo>
                  <a:pt x="510" y="256"/>
                </a:lnTo>
                <a:lnTo>
                  <a:pt x="510" y="265"/>
                </a:lnTo>
                <a:lnTo>
                  <a:pt x="510" y="275"/>
                </a:lnTo>
                <a:lnTo>
                  <a:pt x="510" y="287"/>
                </a:lnTo>
                <a:lnTo>
                  <a:pt x="510" y="298"/>
                </a:lnTo>
                <a:lnTo>
                  <a:pt x="510" y="310"/>
                </a:lnTo>
                <a:lnTo>
                  <a:pt x="510" y="321"/>
                </a:lnTo>
                <a:lnTo>
                  <a:pt x="510" y="330"/>
                </a:lnTo>
                <a:lnTo>
                  <a:pt x="510" y="340"/>
                </a:lnTo>
                <a:lnTo>
                  <a:pt x="510" y="349"/>
                </a:lnTo>
                <a:lnTo>
                  <a:pt x="510" y="358"/>
                </a:lnTo>
                <a:lnTo>
                  <a:pt x="510" y="365"/>
                </a:lnTo>
                <a:lnTo>
                  <a:pt x="510" y="372"/>
                </a:lnTo>
                <a:lnTo>
                  <a:pt x="510" y="379"/>
                </a:lnTo>
                <a:lnTo>
                  <a:pt x="510" y="385"/>
                </a:lnTo>
                <a:lnTo>
                  <a:pt x="510" y="391"/>
                </a:lnTo>
                <a:lnTo>
                  <a:pt x="510" y="396"/>
                </a:lnTo>
                <a:lnTo>
                  <a:pt x="510" y="402"/>
                </a:lnTo>
                <a:lnTo>
                  <a:pt x="510" y="407"/>
                </a:lnTo>
                <a:lnTo>
                  <a:pt x="510" y="411"/>
                </a:lnTo>
                <a:lnTo>
                  <a:pt x="510" y="415"/>
                </a:lnTo>
                <a:lnTo>
                  <a:pt x="510" y="419"/>
                </a:lnTo>
                <a:lnTo>
                  <a:pt x="510" y="423"/>
                </a:lnTo>
                <a:lnTo>
                  <a:pt x="510" y="426"/>
                </a:lnTo>
                <a:lnTo>
                  <a:pt x="510" y="430"/>
                </a:lnTo>
                <a:lnTo>
                  <a:pt x="510" y="432"/>
                </a:lnTo>
                <a:lnTo>
                  <a:pt x="510" y="436"/>
                </a:lnTo>
                <a:lnTo>
                  <a:pt x="510" y="438"/>
                </a:lnTo>
                <a:lnTo>
                  <a:pt x="510" y="442"/>
                </a:lnTo>
                <a:lnTo>
                  <a:pt x="510" y="444"/>
                </a:lnTo>
                <a:lnTo>
                  <a:pt x="510" y="448"/>
                </a:lnTo>
                <a:lnTo>
                  <a:pt x="510" y="450"/>
                </a:lnTo>
                <a:lnTo>
                  <a:pt x="510" y="454"/>
                </a:lnTo>
                <a:lnTo>
                  <a:pt x="510" y="457"/>
                </a:lnTo>
                <a:lnTo>
                  <a:pt x="510" y="461"/>
                </a:lnTo>
                <a:lnTo>
                  <a:pt x="510" y="465"/>
                </a:lnTo>
                <a:lnTo>
                  <a:pt x="510" y="468"/>
                </a:lnTo>
                <a:lnTo>
                  <a:pt x="510" y="472"/>
                </a:lnTo>
                <a:lnTo>
                  <a:pt x="510" y="475"/>
                </a:lnTo>
                <a:lnTo>
                  <a:pt x="510" y="479"/>
                </a:lnTo>
                <a:lnTo>
                  <a:pt x="510" y="483"/>
                </a:lnTo>
                <a:lnTo>
                  <a:pt x="510" y="485"/>
                </a:lnTo>
                <a:lnTo>
                  <a:pt x="510" y="489"/>
                </a:lnTo>
                <a:lnTo>
                  <a:pt x="510" y="491"/>
                </a:lnTo>
                <a:lnTo>
                  <a:pt x="510" y="495"/>
                </a:lnTo>
                <a:lnTo>
                  <a:pt x="510" y="497"/>
                </a:lnTo>
                <a:lnTo>
                  <a:pt x="510" y="499"/>
                </a:lnTo>
                <a:lnTo>
                  <a:pt x="510" y="502"/>
                </a:lnTo>
                <a:lnTo>
                  <a:pt x="510" y="505"/>
                </a:lnTo>
                <a:lnTo>
                  <a:pt x="510" y="508"/>
                </a:lnTo>
                <a:lnTo>
                  <a:pt x="510" y="510"/>
                </a:lnTo>
                <a:lnTo>
                  <a:pt x="510" y="513"/>
                </a:lnTo>
                <a:lnTo>
                  <a:pt x="510" y="516"/>
                </a:lnTo>
                <a:lnTo>
                  <a:pt x="510" y="519"/>
                </a:lnTo>
                <a:lnTo>
                  <a:pt x="510" y="522"/>
                </a:lnTo>
                <a:lnTo>
                  <a:pt x="510" y="526"/>
                </a:lnTo>
                <a:lnTo>
                  <a:pt x="510" y="529"/>
                </a:lnTo>
                <a:lnTo>
                  <a:pt x="510" y="533"/>
                </a:lnTo>
                <a:lnTo>
                  <a:pt x="510" y="537"/>
                </a:lnTo>
                <a:lnTo>
                  <a:pt x="510" y="541"/>
                </a:lnTo>
                <a:lnTo>
                  <a:pt x="510" y="546"/>
                </a:lnTo>
                <a:lnTo>
                  <a:pt x="510" y="551"/>
                </a:lnTo>
                <a:lnTo>
                  <a:pt x="510" y="556"/>
                </a:lnTo>
                <a:lnTo>
                  <a:pt x="510" y="562"/>
                </a:lnTo>
                <a:lnTo>
                  <a:pt x="510" y="568"/>
                </a:lnTo>
                <a:lnTo>
                  <a:pt x="510" y="574"/>
                </a:lnTo>
                <a:lnTo>
                  <a:pt x="510" y="581"/>
                </a:lnTo>
                <a:lnTo>
                  <a:pt x="510" y="588"/>
                </a:lnTo>
                <a:lnTo>
                  <a:pt x="510" y="595"/>
                </a:lnTo>
                <a:lnTo>
                  <a:pt x="510" y="604"/>
                </a:lnTo>
                <a:lnTo>
                  <a:pt x="510" y="611"/>
                </a:lnTo>
                <a:lnTo>
                  <a:pt x="510" y="617"/>
                </a:lnTo>
                <a:lnTo>
                  <a:pt x="510" y="624"/>
                </a:lnTo>
                <a:lnTo>
                  <a:pt x="510" y="630"/>
                </a:lnTo>
                <a:lnTo>
                  <a:pt x="510" y="635"/>
                </a:lnTo>
                <a:lnTo>
                  <a:pt x="510" y="641"/>
                </a:lnTo>
                <a:lnTo>
                  <a:pt x="510" y="646"/>
                </a:lnTo>
                <a:lnTo>
                  <a:pt x="510" y="651"/>
                </a:lnTo>
                <a:lnTo>
                  <a:pt x="510" y="654"/>
                </a:lnTo>
                <a:lnTo>
                  <a:pt x="510" y="658"/>
                </a:lnTo>
                <a:lnTo>
                  <a:pt x="510" y="663"/>
                </a:lnTo>
                <a:lnTo>
                  <a:pt x="510" y="666"/>
                </a:lnTo>
                <a:lnTo>
                  <a:pt x="510" y="669"/>
                </a:lnTo>
                <a:lnTo>
                  <a:pt x="510" y="672"/>
                </a:lnTo>
                <a:lnTo>
                  <a:pt x="510" y="676"/>
                </a:lnTo>
                <a:lnTo>
                  <a:pt x="510" y="678"/>
                </a:lnTo>
                <a:lnTo>
                  <a:pt x="510" y="681"/>
                </a:lnTo>
                <a:lnTo>
                  <a:pt x="510" y="684"/>
                </a:lnTo>
                <a:lnTo>
                  <a:pt x="510" y="687"/>
                </a:lnTo>
                <a:lnTo>
                  <a:pt x="510" y="689"/>
                </a:lnTo>
                <a:lnTo>
                  <a:pt x="510" y="691"/>
                </a:lnTo>
                <a:lnTo>
                  <a:pt x="510" y="695"/>
                </a:lnTo>
                <a:lnTo>
                  <a:pt x="510" y="697"/>
                </a:lnTo>
                <a:lnTo>
                  <a:pt x="510" y="700"/>
                </a:lnTo>
                <a:lnTo>
                  <a:pt x="510" y="703"/>
                </a:lnTo>
                <a:lnTo>
                  <a:pt x="510" y="706"/>
                </a:lnTo>
                <a:lnTo>
                  <a:pt x="510" y="709"/>
                </a:lnTo>
                <a:lnTo>
                  <a:pt x="510" y="712"/>
                </a:lnTo>
                <a:lnTo>
                  <a:pt x="510" y="715"/>
                </a:lnTo>
                <a:lnTo>
                  <a:pt x="510" y="719"/>
                </a:lnTo>
                <a:lnTo>
                  <a:pt x="510" y="724"/>
                </a:lnTo>
                <a:lnTo>
                  <a:pt x="510" y="727"/>
                </a:lnTo>
                <a:lnTo>
                  <a:pt x="510" y="731"/>
                </a:lnTo>
                <a:lnTo>
                  <a:pt x="510" y="735"/>
                </a:lnTo>
                <a:lnTo>
                  <a:pt x="510" y="737"/>
                </a:lnTo>
                <a:lnTo>
                  <a:pt x="510" y="741"/>
                </a:lnTo>
                <a:lnTo>
                  <a:pt x="510" y="743"/>
                </a:lnTo>
                <a:lnTo>
                  <a:pt x="510" y="747"/>
                </a:lnTo>
                <a:lnTo>
                  <a:pt x="510" y="749"/>
                </a:lnTo>
                <a:lnTo>
                  <a:pt x="509" y="751"/>
                </a:lnTo>
                <a:lnTo>
                  <a:pt x="509" y="754"/>
                </a:lnTo>
                <a:lnTo>
                  <a:pt x="509" y="755"/>
                </a:lnTo>
                <a:lnTo>
                  <a:pt x="507" y="757"/>
                </a:lnTo>
                <a:lnTo>
                  <a:pt x="507" y="760"/>
                </a:lnTo>
                <a:lnTo>
                  <a:pt x="506" y="762"/>
                </a:lnTo>
                <a:lnTo>
                  <a:pt x="505" y="763"/>
                </a:lnTo>
                <a:lnTo>
                  <a:pt x="505" y="766"/>
                </a:lnTo>
                <a:lnTo>
                  <a:pt x="504" y="768"/>
                </a:lnTo>
                <a:lnTo>
                  <a:pt x="503" y="769"/>
                </a:lnTo>
                <a:lnTo>
                  <a:pt x="501" y="772"/>
                </a:lnTo>
                <a:lnTo>
                  <a:pt x="499" y="774"/>
                </a:lnTo>
                <a:lnTo>
                  <a:pt x="498" y="777"/>
                </a:lnTo>
                <a:lnTo>
                  <a:pt x="497" y="778"/>
                </a:lnTo>
                <a:lnTo>
                  <a:pt x="494" y="780"/>
                </a:lnTo>
                <a:lnTo>
                  <a:pt x="492" y="783"/>
                </a:lnTo>
                <a:lnTo>
                  <a:pt x="489" y="786"/>
                </a:lnTo>
                <a:lnTo>
                  <a:pt x="487" y="789"/>
                </a:lnTo>
                <a:lnTo>
                  <a:pt x="485" y="791"/>
                </a:lnTo>
                <a:lnTo>
                  <a:pt x="481" y="795"/>
                </a:lnTo>
                <a:lnTo>
                  <a:pt x="479" y="797"/>
                </a:lnTo>
                <a:lnTo>
                  <a:pt x="475" y="801"/>
                </a:lnTo>
                <a:lnTo>
                  <a:pt x="471" y="804"/>
                </a:lnTo>
                <a:lnTo>
                  <a:pt x="467" y="808"/>
                </a:lnTo>
                <a:lnTo>
                  <a:pt x="463" y="813"/>
                </a:lnTo>
                <a:lnTo>
                  <a:pt x="459" y="816"/>
                </a:lnTo>
                <a:lnTo>
                  <a:pt x="456" y="819"/>
                </a:lnTo>
                <a:lnTo>
                  <a:pt x="453" y="822"/>
                </a:lnTo>
                <a:lnTo>
                  <a:pt x="450" y="826"/>
                </a:lnTo>
                <a:lnTo>
                  <a:pt x="447" y="828"/>
                </a:lnTo>
                <a:lnTo>
                  <a:pt x="445" y="831"/>
                </a:lnTo>
                <a:lnTo>
                  <a:pt x="441" y="833"/>
                </a:lnTo>
                <a:lnTo>
                  <a:pt x="439" y="835"/>
                </a:lnTo>
                <a:lnTo>
                  <a:pt x="438" y="837"/>
                </a:lnTo>
                <a:lnTo>
                  <a:pt x="435" y="839"/>
                </a:lnTo>
                <a:lnTo>
                  <a:pt x="433" y="840"/>
                </a:lnTo>
                <a:lnTo>
                  <a:pt x="431" y="841"/>
                </a:lnTo>
                <a:lnTo>
                  <a:pt x="428" y="844"/>
                </a:lnTo>
                <a:lnTo>
                  <a:pt x="427" y="845"/>
                </a:lnTo>
                <a:lnTo>
                  <a:pt x="425" y="845"/>
                </a:lnTo>
                <a:lnTo>
                  <a:pt x="422" y="846"/>
                </a:lnTo>
                <a:lnTo>
                  <a:pt x="421" y="847"/>
                </a:lnTo>
                <a:lnTo>
                  <a:pt x="419" y="847"/>
                </a:lnTo>
                <a:lnTo>
                  <a:pt x="416" y="849"/>
                </a:lnTo>
                <a:lnTo>
                  <a:pt x="415" y="849"/>
                </a:lnTo>
                <a:lnTo>
                  <a:pt x="413" y="850"/>
                </a:lnTo>
                <a:lnTo>
                  <a:pt x="410" y="850"/>
                </a:lnTo>
                <a:lnTo>
                  <a:pt x="408" y="850"/>
                </a:lnTo>
                <a:lnTo>
                  <a:pt x="405" y="850"/>
                </a:lnTo>
                <a:lnTo>
                  <a:pt x="402" y="851"/>
                </a:lnTo>
                <a:lnTo>
                  <a:pt x="399" y="851"/>
                </a:lnTo>
                <a:lnTo>
                  <a:pt x="396" y="851"/>
                </a:lnTo>
                <a:lnTo>
                  <a:pt x="393" y="851"/>
                </a:lnTo>
                <a:lnTo>
                  <a:pt x="390" y="851"/>
                </a:lnTo>
                <a:lnTo>
                  <a:pt x="386" y="851"/>
                </a:lnTo>
                <a:lnTo>
                  <a:pt x="383" y="851"/>
                </a:lnTo>
                <a:lnTo>
                  <a:pt x="378" y="851"/>
                </a:lnTo>
                <a:lnTo>
                  <a:pt x="374" y="851"/>
                </a:lnTo>
                <a:lnTo>
                  <a:pt x="371" y="851"/>
                </a:lnTo>
                <a:lnTo>
                  <a:pt x="367" y="851"/>
                </a:lnTo>
                <a:lnTo>
                  <a:pt x="363" y="851"/>
                </a:lnTo>
                <a:lnTo>
                  <a:pt x="360" y="851"/>
                </a:lnTo>
                <a:lnTo>
                  <a:pt x="356" y="851"/>
                </a:lnTo>
                <a:lnTo>
                  <a:pt x="353" y="851"/>
                </a:lnTo>
                <a:lnTo>
                  <a:pt x="348" y="851"/>
                </a:lnTo>
                <a:lnTo>
                  <a:pt x="343" y="851"/>
                </a:lnTo>
                <a:lnTo>
                  <a:pt x="338" y="851"/>
                </a:lnTo>
                <a:lnTo>
                  <a:pt x="332" y="851"/>
                </a:lnTo>
                <a:lnTo>
                  <a:pt x="326" y="851"/>
                </a:lnTo>
                <a:lnTo>
                  <a:pt x="319" y="851"/>
                </a:lnTo>
                <a:lnTo>
                  <a:pt x="311" y="851"/>
                </a:lnTo>
                <a:lnTo>
                  <a:pt x="302" y="851"/>
                </a:lnTo>
                <a:lnTo>
                  <a:pt x="293" y="851"/>
                </a:lnTo>
                <a:lnTo>
                  <a:pt x="283" y="851"/>
                </a:lnTo>
                <a:lnTo>
                  <a:pt x="271" y="851"/>
                </a:lnTo>
                <a:lnTo>
                  <a:pt x="259" y="851"/>
                </a:lnTo>
                <a:lnTo>
                  <a:pt x="246" y="851"/>
                </a:lnTo>
                <a:lnTo>
                  <a:pt x="230" y="851"/>
                </a:lnTo>
                <a:lnTo>
                  <a:pt x="215" y="851"/>
                </a:lnTo>
                <a:lnTo>
                  <a:pt x="197" y="851"/>
                </a:lnTo>
                <a:lnTo>
                  <a:pt x="179" y="851"/>
                </a:lnTo>
                <a:lnTo>
                  <a:pt x="158" y="851"/>
                </a:lnTo>
                <a:lnTo>
                  <a:pt x="135" y="851"/>
                </a:lnTo>
                <a:lnTo>
                  <a:pt x="111" y="851"/>
                </a:lnTo>
                <a:lnTo>
                  <a:pt x="86" y="851"/>
                </a:lnTo>
                <a:lnTo>
                  <a:pt x="60" y="851"/>
                </a:lnTo>
                <a:lnTo>
                  <a:pt x="31" y="851"/>
                </a:lnTo>
                <a:lnTo>
                  <a:pt x="0" y="851"/>
                </a:lnTo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11" name="Freeform 167">
            <a:extLst>
              <a:ext uri="{FF2B5EF4-FFF2-40B4-BE49-F238E27FC236}">
                <a16:creationId xmlns:a16="http://schemas.microsoft.com/office/drawing/2014/main" id="{55B9CBC1-6133-4ADC-9BCE-64A6F7FA92AA}"/>
              </a:ext>
            </a:extLst>
          </p:cNvPr>
          <p:cNvSpPr>
            <a:spLocks/>
          </p:cNvSpPr>
          <p:nvPr/>
        </p:nvSpPr>
        <p:spPr bwMode="auto">
          <a:xfrm>
            <a:off x="7832725" y="5494338"/>
            <a:ext cx="222250" cy="222250"/>
          </a:xfrm>
          <a:custGeom>
            <a:avLst/>
            <a:gdLst>
              <a:gd name="T0" fmla="*/ 0 w 336"/>
              <a:gd name="T1" fmla="*/ 2147483646 h 336"/>
              <a:gd name="T2" fmla="*/ 2147483646 w 336"/>
              <a:gd name="T3" fmla="*/ 2147483646 h 336"/>
              <a:gd name="T4" fmla="*/ 2147483646 w 336"/>
              <a:gd name="T5" fmla="*/ 2147483646 h 336"/>
              <a:gd name="T6" fmla="*/ 2147483646 w 336"/>
              <a:gd name="T7" fmla="*/ 2147483646 h 336"/>
              <a:gd name="T8" fmla="*/ 2147483646 w 336"/>
              <a:gd name="T9" fmla="*/ 2147483646 h 336"/>
              <a:gd name="T10" fmla="*/ 2147483646 w 336"/>
              <a:gd name="T11" fmla="*/ 2147483646 h 336"/>
              <a:gd name="T12" fmla="*/ 2147483646 w 336"/>
              <a:gd name="T13" fmla="*/ 2147483646 h 336"/>
              <a:gd name="T14" fmla="*/ 2147483646 w 336"/>
              <a:gd name="T15" fmla="*/ 2147483646 h 336"/>
              <a:gd name="T16" fmla="*/ 2147483646 w 336"/>
              <a:gd name="T17" fmla="*/ 2147483646 h 336"/>
              <a:gd name="T18" fmla="*/ 2147483646 w 336"/>
              <a:gd name="T19" fmla="*/ 2147483646 h 336"/>
              <a:gd name="T20" fmla="*/ 2147483646 w 336"/>
              <a:gd name="T21" fmla="*/ 0 h 336"/>
              <a:gd name="T22" fmla="*/ 2147483646 w 336"/>
              <a:gd name="T23" fmla="*/ 0 h 336"/>
              <a:gd name="T24" fmla="*/ 2147483646 w 336"/>
              <a:gd name="T25" fmla="*/ 2147483646 h 336"/>
              <a:gd name="T26" fmla="*/ 2147483646 w 336"/>
              <a:gd name="T27" fmla="*/ 2147483646 h 336"/>
              <a:gd name="T28" fmla="*/ 2147483646 w 336"/>
              <a:gd name="T29" fmla="*/ 2147483646 h 336"/>
              <a:gd name="T30" fmla="*/ 2147483646 w 336"/>
              <a:gd name="T31" fmla="*/ 2147483646 h 336"/>
              <a:gd name="T32" fmla="*/ 2147483646 w 336"/>
              <a:gd name="T33" fmla="*/ 2147483646 h 336"/>
              <a:gd name="T34" fmla="*/ 2147483646 w 336"/>
              <a:gd name="T35" fmla="*/ 2147483646 h 336"/>
              <a:gd name="T36" fmla="*/ 2147483646 w 336"/>
              <a:gd name="T37" fmla="*/ 2147483646 h 336"/>
              <a:gd name="T38" fmla="*/ 2147483646 w 336"/>
              <a:gd name="T39" fmla="*/ 2147483646 h 336"/>
              <a:gd name="T40" fmla="*/ 2147483646 w 336"/>
              <a:gd name="T41" fmla="*/ 2147483646 h 336"/>
              <a:gd name="T42" fmla="*/ 2147483646 w 336"/>
              <a:gd name="T43" fmla="*/ 2147483646 h 336"/>
              <a:gd name="T44" fmla="*/ 2147483646 w 336"/>
              <a:gd name="T45" fmla="*/ 2147483646 h 336"/>
              <a:gd name="T46" fmla="*/ 2147483646 w 336"/>
              <a:gd name="T47" fmla="*/ 2147483646 h 336"/>
              <a:gd name="T48" fmla="*/ 2147483646 w 336"/>
              <a:gd name="T49" fmla="*/ 2147483646 h 336"/>
              <a:gd name="T50" fmla="*/ 2147483646 w 336"/>
              <a:gd name="T51" fmla="*/ 2147483646 h 336"/>
              <a:gd name="T52" fmla="*/ 2147483646 w 336"/>
              <a:gd name="T53" fmla="*/ 2147483646 h 336"/>
              <a:gd name="T54" fmla="*/ 2147483646 w 336"/>
              <a:gd name="T55" fmla="*/ 2147483646 h 336"/>
              <a:gd name="T56" fmla="*/ 2147483646 w 336"/>
              <a:gd name="T57" fmla="*/ 2147483646 h 336"/>
              <a:gd name="T58" fmla="*/ 2147483646 w 336"/>
              <a:gd name="T59" fmla="*/ 2147483646 h 336"/>
              <a:gd name="T60" fmla="*/ 2147483646 w 336"/>
              <a:gd name="T61" fmla="*/ 2147483646 h 336"/>
              <a:gd name="T62" fmla="*/ 2147483646 w 336"/>
              <a:gd name="T63" fmla="*/ 2147483646 h 336"/>
              <a:gd name="T64" fmla="*/ 2147483646 w 336"/>
              <a:gd name="T65" fmla="*/ 2147483646 h 336"/>
              <a:gd name="T66" fmla="*/ 2147483646 w 336"/>
              <a:gd name="T67" fmla="*/ 2147483646 h 336"/>
              <a:gd name="T68" fmla="*/ 2147483646 w 336"/>
              <a:gd name="T69" fmla="*/ 2147483646 h 336"/>
              <a:gd name="T70" fmla="*/ 2147483646 w 336"/>
              <a:gd name="T71" fmla="*/ 2147483646 h 336"/>
              <a:gd name="T72" fmla="*/ 2147483646 w 336"/>
              <a:gd name="T73" fmla="*/ 2147483646 h 336"/>
              <a:gd name="T74" fmla="*/ 2147483646 w 336"/>
              <a:gd name="T75" fmla="*/ 2147483646 h 336"/>
              <a:gd name="T76" fmla="*/ 2147483646 w 336"/>
              <a:gd name="T77" fmla="*/ 2147483646 h 336"/>
              <a:gd name="T78" fmla="*/ 2147483646 w 336"/>
              <a:gd name="T79" fmla="*/ 2147483646 h 336"/>
              <a:gd name="T80" fmla="*/ 2147483646 w 336"/>
              <a:gd name="T81" fmla="*/ 2147483646 h 336"/>
              <a:gd name="T82" fmla="*/ 2147483646 w 336"/>
              <a:gd name="T83" fmla="*/ 2147483646 h 336"/>
              <a:gd name="T84" fmla="*/ 2147483646 w 336"/>
              <a:gd name="T85" fmla="*/ 2147483646 h 336"/>
              <a:gd name="T86" fmla="*/ 2147483646 w 336"/>
              <a:gd name="T87" fmla="*/ 2147483646 h 336"/>
              <a:gd name="T88" fmla="*/ 2147483646 w 336"/>
              <a:gd name="T89" fmla="*/ 2147483646 h 336"/>
              <a:gd name="T90" fmla="*/ 2147483646 w 336"/>
              <a:gd name="T91" fmla="*/ 2147483646 h 336"/>
              <a:gd name="T92" fmla="*/ 2147483646 w 336"/>
              <a:gd name="T93" fmla="*/ 2147483646 h 336"/>
              <a:gd name="T94" fmla="*/ 2147483646 w 336"/>
              <a:gd name="T95" fmla="*/ 2147483646 h 336"/>
              <a:gd name="T96" fmla="*/ 2147483646 w 336"/>
              <a:gd name="T97" fmla="*/ 2147483646 h 336"/>
              <a:gd name="T98" fmla="*/ 2147483646 w 336"/>
              <a:gd name="T99" fmla="*/ 2147483646 h 336"/>
              <a:gd name="T100" fmla="*/ 2147483646 w 336"/>
              <a:gd name="T101" fmla="*/ 2147483646 h 336"/>
              <a:gd name="T102" fmla="*/ 2147483646 w 336"/>
              <a:gd name="T103" fmla="*/ 2147483646 h 336"/>
              <a:gd name="T104" fmla="*/ 2147483646 w 336"/>
              <a:gd name="T105" fmla="*/ 2147483646 h 336"/>
              <a:gd name="T106" fmla="*/ 2147483646 w 336"/>
              <a:gd name="T107" fmla="*/ 2147483646 h 336"/>
              <a:gd name="T108" fmla="*/ 2147483646 w 336"/>
              <a:gd name="T109" fmla="*/ 2147483646 h 336"/>
              <a:gd name="T110" fmla="*/ 0 w 336"/>
              <a:gd name="T111" fmla="*/ 2147483646 h 3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336" h="336">
                <a:moveTo>
                  <a:pt x="0" y="166"/>
                </a:moveTo>
                <a:lnTo>
                  <a:pt x="0" y="171"/>
                </a:lnTo>
                <a:lnTo>
                  <a:pt x="0" y="161"/>
                </a:lnTo>
                <a:lnTo>
                  <a:pt x="1" y="153"/>
                </a:lnTo>
                <a:lnTo>
                  <a:pt x="2" y="144"/>
                </a:lnTo>
                <a:lnTo>
                  <a:pt x="3" y="136"/>
                </a:lnTo>
                <a:lnTo>
                  <a:pt x="6" y="127"/>
                </a:lnTo>
                <a:lnTo>
                  <a:pt x="7" y="119"/>
                </a:lnTo>
                <a:lnTo>
                  <a:pt x="10" y="112"/>
                </a:lnTo>
                <a:lnTo>
                  <a:pt x="13" y="103"/>
                </a:lnTo>
                <a:lnTo>
                  <a:pt x="16" y="96"/>
                </a:lnTo>
                <a:lnTo>
                  <a:pt x="20" y="89"/>
                </a:lnTo>
                <a:lnTo>
                  <a:pt x="25" y="82"/>
                </a:lnTo>
                <a:lnTo>
                  <a:pt x="28" y="75"/>
                </a:lnTo>
                <a:lnTo>
                  <a:pt x="33" y="69"/>
                </a:lnTo>
                <a:lnTo>
                  <a:pt x="38" y="61"/>
                </a:lnTo>
                <a:lnTo>
                  <a:pt x="44" y="55"/>
                </a:lnTo>
                <a:lnTo>
                  <a:pt x="50" y="49"/>
                </a:lnTo>
                <a:lnTo>
                  <a:pt x="56" y="45"/>
                </a:lnTo>
                <a:lnTo>
                  <a:pt x="62" y="39"/>
                </a:lnTo>
                <a:lnTo>
                  <a:pt x="68" y="34"/>
                </a:lnTo>
                <a:lnTo>
                  <a:pt x="75" y="29"/>
                </a:lnTo>
                <a:lnTo>
                  <a:pt x="81" y="24"/>
                </a:lnTo>
                <a:lnTo>
                  <a:pt x="88" y="21"/>
                </a:lnTo>
                <a:lnTo>
                  <a:pt x="96" y="17"/>
                </a:lnTo>
                <a:lnTo>
                  <a:pt x="104" y="13"/>
                </a:lnTo>
                <a:lnTo>
                  <a:pt x="111" y="10"/>
                </a:lnTo>
                <a:lnTo>
                  <a:pt x="120" y="7"/>
                </a:lnTo>
                <a:lnTo>
                  <a:pt x="127" y="5"/>
                </a:lnTo>
                <a:lnTo>
                  <a:pt x="135" y="4"/>
                </a:lnTo>
                <a:lnTo>
                  <a:pt x="144" y="1"/>
                </a:lnTo>
                <a:lnTo>
                  <a:pt x="152" y="1"/>
                </a:lnTo>
                <a:lnTo>
                  <a:pt x="162" y="0"/>
                </a:lnTo>
                <a:lnTo>
                  <a:pt x="170" y="0"/>
                </a:lnTo>
                <a:lnTo>
                  <a:pt x="165" y="0"/>
                </a:lnTo>
                <a:lnTo>
                  <a:pt x="175" y="0"/>
                </a:lnTo>
                <a:lnTo>
                  <a:pt x="183" y="1"/>
                </a:lnTo>
                <a:lnTo>
                  <a:pt x="192" y="1"/>
                </a:lnTo>
                <a:lnTo>
                  <a:pt x="200" y="4"/>
                </a:lnTo>
                <a:lnTo>
                  <a:pt x="208" y="5"/>
                </a:lnTo>
                <a:lnTo>
                  <a:pt x="216" y="7"/>
                </a:lnTo>
                <a:lnTo>
                  <a:pt x="224" y="10"/>
                </a:lnTo>
                <a:lnTo>
                  <a:pt x="231" y="13"/>
                </a:lnTo>
                <a:lnTo>
                  <a:pt x="240" y="17"/>
                </a:lnTo>
                <a:lnTo>
                  <a:pt x="247" y="21"/>
                </a:lnTo>
                <a:lnTo>
                  <a:pt x="254" y="24"/>
                </a:lnTo>
                <a:lnTo>
                  <a:pt x="261" y="29"/>
                </a:lnTo>
                <a:lnTo>
                  <a:pt x="267" y="34"/>
                </a:lnTo>
                <a:lnTo>
                  <a:pt x="273" y="39"/>
                </a:lnTo>
                <a:lnTo>
                  <a:pt x="280" y="45"/>
                </a:lnTo>
                <a:lnTo>
                  <a:pt x="286" y="49"/>
                </a:lnTo>
                <a:lnTo>
                  <a:pt x="291" y="55"/>
                </a:lnTo>
                <a:lnTo>
                  <a:pt x="297" y="61"/>
                </a:lnTo>
                <a:lnTo>
                  <a:pt x="302" y="69"/>
                </a:lnTo>
                <a:lnTo>
                  <a:pt x="307" y="75"/>
                </a:lnTo>
                <a:lnTo>
                  <a:pt x="312" y="82"/>
                </a:lnTo>
                <a:lnTo>
                  <a:pt x="315" y="89"/>
                </a:lnTo>
                <a:lnTo>
                  <a:pt x="319" y="96"/>
                </a:lnTo>
                <a:lnTo>
                  <a:pt x="322" y="103"/>
                </a:lnTo>
                <a:lnTo>
                  <a:pt x="325" y="112"/>
                </a:lnTo>
                <a:lnTo>
                  <a:pt x="328" y="119"/>
                </a:lnTo>
                <a:lnTo>
                  <a:pt x="331" y="127"/>
                </a:lnTo>
                <a:lnTo>
                  <a:pt x="332" y="136"/>
                </a:lnTo>
                <a:lnTo>
                  <a:pt x="333" y="144"/>
                </a:lnTo>
                <a:lnTo>
                  <a:pt x="334" y="153"/>
                </a:lnTo>
                <a:lnTo>
                  <a:pt x="336" y="161"/>
                </a:lnTo>
                <a:lnTo>
                  <a:pt x="336" y="171"/>
                </a:lnTo>
                <a:lnTo>
                  <a:pt x="336" y="166"/>
                </a:lnTo>
                <a:lnTo>
                  <a:pt x="336" y="174"/>
                </a:lnTo>
                <a:lnTo>
                  <a:pt x="334" y="184"/>
                </a:lnTo>
                <a:lnTo>
                  <a:pt x="333" y="192"/>
                </a:lnTo>
                <a:lnTo>
                  <a:pt x="332" y="201"/>
                </a:lnTo>
                <a:lnTo>
                  <a:pt x="331" y="208"/>
                </a:lnTo>
                <a:lnTo>
                  <a:pt x="328" y="216"/>
                </a:lnTo>
                <a:lnTo>
                  <a:pt x="325" y="225"/>
                </a:lnTo>
                <a:lnTo>
                  <a:pt x="322" y="232"/>
                </a:lnTo>
                <a:lnTo>
                  <a:pt x="319" y="240"/>
                </a:lnTo>
                <a:lnTo>
                  <a:pt x="315" y="247"/>
                </a:lnTo>
                <a:lnTo>
                  <a:pt x="312" y="255"/>
                </a:lnTo>
                <a:lnTo>
                  <a:pt x="307" y="261"/>
                </a:lnTo>
                <a:lnTo>
                  <a:pt x="302" y="268"/>
                </a:lnTo>
                <a:lnTo>
                  <a:pt x="297" y="274"/>
                </a:lnTo>
                <a:lnTo>
                  <a:pt x="291" y="280"/>
                </a:lnTo>
                <a:lnTo>
                  <a:pt x="286" y="286"/>
                </a:lnTo>
                <a:lnTo>
                  <a:pt x="280" y="292"/>
                </a:lnTo>
                <a:lnTo>
                  <a:pt x="273" y="297"/>
                </a:lnTo>
                <a:lnTo>
                  <a:pt x="267" y="303"/>
                </a:lnTo>
                <a:lnTo>
                  <a:pt x="261" y="307"/>
                </a:lnTo>
                <a:lnTo>
                  <a:pt x="254" y="311"/>
                </a:lnTo>
                <a:lnTo>
                  <a:pt x="247" y="316"/>
                </a:lnTo>
                <a:lnTo>
                  <a:pt x="240" y="319"/>
                </a:lnTo>
                <a:lnTo>
                  <a:pt x="231" y="323"/>
                </a:lnTo>
                <a:lnTo>
                  <a:pt x="224" y="325"/>
                </a:lnTo>
                <a:lnTo>
                  <a:pt x="216" y="328"/>
                </a:lnTo>
                <a:lnTo>
                  <a:pt x="208" y="330"/>
                </a:lnTo>
                <a:lnTo>
                  <a:pt x="200" y="333"/>
                </a:lnTo>
                <a:lnTo>
                  <a:pt x="192" y="334"/>
                </a:lnTo>
                <a:lnTo>
                  <a:pt x="183" y="335"/>
                </a:lnTo>
                <a:lnTo>
                  <a:pt x="175" y="336"/>
                </a:lnTo>
                <a:lnTo>
                  <a:pt x="165" y="336"/>
                </a:lnTo>
                <a:lnTo>
                  <a:pt x="170" y="336"/>
                </a:lnTo>
                <a:lnTo>
                  <a:pt x="162" y="336"/>
                </a:lnTo>
                <a:lnTo>
                  <a:pt x="152" y="335"/>
                </a:lnTo>
                <a:lnTo>
                  <a:pt x="144" y="334"/>
                </a:lnTo>
                <a:lnTo>
                  <a:pt x="135" y="333"/>
                </a:lnTo>
                <a:lnTo>
                  <a:pt x="127" y="330"/>
                </a:lnTo>
                <a:lnTo>
                  <a:pt x="120" y="328"/>
                </a:lnTo>
                <a:lnTo>
                  <a:pt x="111" y="325"/>
                </a:lnTo>
                <a:lnTo>
                  <a:pt x="104" y="323"/>
                </a:lnTo>
                <a:lnTo>
                  <a:pt x="96" y="319"/>
                </a:lnTo>
                <a:lnTo>
                  <a:pt x="88" y="316"/>
                </a:lnTo>
                <a:lnTo>
                  <a:pt x="81" y="311"/>
                </a:lnTo>
                <a:lnTo>
                  <a:pt x="75" y="307"/>
                </a:lnTo>
                <a:lnTo>
                  <a:pt x="68" y="303"/>
                </a:lnTo>
                <a:lnTo>
                  <a:pt x="62" y="297"/>
                </a:lnTo>
                <a:lnTo>
                  <a:pt x="56" y="292"/>
                </a:lnTo>
                <a:lnTo>
                  <a:pt x="50" y="286"/>
                </a:lnTo>
                <a:lnTo>
                  <a:pt x="44" y="280"/>
                </a:lnTo>
                <a:lnTo>
                  <a:pt x="38" y="274"/>
                </a:lnTo>
                <a:lnTo>
                  <a:pt x="33" y="268"/>
                </a:lnTo>
                <a:lnTo>
                  <a:pt x="28" y="261"/>
                </a:lnTo>
                <a:lnTo>
                  <a:pt x="25" y="255"/>
                </a:lnTo>
                <a:lnTo>
                  <a:pt x="20" y="247"/>
                </a:lnTo>
                <a:lnTo>
                  <a:pt x="16" y="240"/>
                </a:lnTo>
                <a:lnTo>
                  <a:pt x="13" y="232"/>
                </a:lnTo>
                <a:lnTo>
                  <a:pt x="10" y="225"/>
                </a:lnTo>
                <a:lnTo>
                  <a:pt x="7" y="216"/>
                </a:lnTo>
                <a:lnTo>
                  <a:pt x="6" y="208"/>
                </a:lnTo>
                <a:lnTo>
                  <a:pt x="3" y="201"/>
                </a:lnTo>
                <a:lnTo>
                  <a:pt x="2" y="192"/>
                </a:lnTo>
                <a:lnTo>
                  <a:pt x="1" y="184"/>
                </a:lnTo>
                <a:lnTo>
                  <a:pt x="0" y="174"/>
                </a:lnTo>
                <a:lnTo>
                  <a:pt x="0" y="166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12" name="Freeform 168">
            <a:extLst>
              <a:ext uri="{FF2B5EF4-FFF2-40B4-BE49-F238E27FC236}">
                <a16:creationId xmlns:a16="http://schemas.microsoft.com/office/drawing/2014/main" id="{6A2A1D42-795C-432D-B22A-E8267ED73777}"/>
              </a:ext>
            </a:extLst>
          </p:cNvPr>
          <p:cNvSpPr>
            <a:spLocks/>
          </p:cNvSpPr>
          <p:nvPr/>
        </p:nvSpPr>
        <p:spPr bwMode="auto">
          <a:xfrm>
            <a:off x="8196263" y="4816475"/>
            <a:ext cx="174625" cy="568325"/>
          </a:xfrm>
          <a:custGeom>
            <a:avLst/>
            <a:gdLst>
              <a:gd name="T0" fmla="*/ 0 w 264"/>
              <a:gd name="T1" fmla="*/ 2147483646 h 864"/>
              <a:gd name="T2" fmla="*/ 2147483646 w 264"/>
              <a:gd name="T3" fmla="*/ 2147483646 h 864"/>
              <a:gd name="T4" fmla="*/ 2147483646 w 264"/>
              <a:gd name="T5" fmla="*/ 2147483646 h 864"/>
              <a:gd name="T6" fmla="*/ 2147483646 w 264"/>
              <a:gd name="T7" fmla="*/ 2147483646 h 864"/>
              <a:gd name="T8" fmla="*/ 2147483646 w 264"/>
              <a:gd name="T9" fmla="*/ 2147483646 h 864"/>
              <a:gd name="T10" fmla="*/ 2147483646 w 264"/>
              <a:gd name="T11" fmla="*/ 2147483646 h 864"/>
              <a:gd name="T12" fmla="*/ 2147483646 w 264"/>
              <a:gd name="T13" fmla="*/ 2147483646 h 864"/>
              <a:gd name="T14" fmla="*/ 2147483646 w 264"/>
              <a:gd name="T15" fmla="*/ 2147483646 h 864"/>
              <a:gd name="T16" fmla="*/ 2147483646 w 264"/>
              <a:gd name="T17" fmla="*/ 2147483646 h 864"/>
              <a:gd name="T18" fmla="*/ 2147483646 w 264"/>
              <a:gd name="T19" fmla="*/ 2147483646 h 864"/>
              <a:gd name="T20" fmla="*/ 2147483646 w 264"/>
              <a:gd name="T21" fmla="*/ 0 h 864"/>
              <a:gd name="T22" fmla="*/ 2147483646 w 264"/>
              <a:gd name="T23" fmla="*/ 0 h 864"/>
              <a:gd name="T24" fmla="*/ 2147483646 w 264"/>
              <a:gd name="T25" fmla="*/ 2147483646 h 864"/>
              <a:gd name="T26" fmla="*/ 2147483646 w 264"/>
              <a:gd name="T27" fmla="*/ 2147483646 h 864"/>
              <a:gd name="T28" fmla="*/ 2147483646 w 264"/>
              <a:gd name="T29" fmla="*/ 2147483646 h 864"/>
              <a:gd name="T30" fmla="*/ 2147483646 w 264"/>
              <a:gd name="T31" fmla="*/ 2147483646 h 864"/>
              <a:gd name="T32" fmla="*/ 2147483646 w 264"/>
              <a:gd name="T33" fmla="*/ 2147483646 h 864"/>
              <a:gd name="T34" fmla="*/ 2147483646 w 264"/>
              <a:gd name="T35" fmla="*/ 2147483646 h 864"/>
              <a:gd name="T36" fmla="*/ 2147483646 w 264"/>
              <a:gd name="T37" fmla="*/ 2147483646 h 864"/>
              <a:gd name="T38" fmla="*/ 2147483646 w 264"/>
              <a:gd name="T39" fmla="*/ 2147483646 h 864"/>
              <a:gd name="T40" fmla="*/ 2147483646 w 264"/>
              <a:gd name="T41" fmla="*/ 2147483646 h 864"/>
              <a:gd name="T42" fmla="*/ 2147483646 w 264"/>
              <a:gd name="T43" fmla="*/ 2147483646 h 864"/>
              <a:gd name="T44" fmla="*/ 2147483646 w 264"/>
              <a:gd name="T45" fmla="*/ 2147483646 h 864"/>
              <a:gd name="T46" fmla="*/ 2147483646 w 264"/>
              <a:gd name="T47" fmla="*/ 2147483646 h 864"/>
              <a:gd name="T48" fmla="*/ 2147483646 w 264"/>
              <a:gd name="T49" fmla="*/ 2147483646 h 864"/>
              <a:gd name="T50" fmla="*/ 2147483646 w 264"/>
              <a:gd name="T51" fmla="*/ 2147483646 h 864"/>
              <a:gd name="T52" fmla="*/ 2147483646 w 264"/>
              <a:gd name="T53" fmla="*/ 2147483646 h 864"/>
              <a:gd name="T54" fmla="*/ 2147483646 w 264"/>
              <a:gd name="T55" fmla="*/ 2147483646 h 864"/>
              <a:gd name="T56" fmla="*/ 2147483646 w 264"/>
              <a:gd name="T57" fmla="*/ 2147483646 h 864"/>
              <a:gd name="T58" fmla="*/ 2147483646 w 264"/>
              <a:gd name="T59" fmla="*/ 2147483646 h 864"/>
              <a:gd name="T60" fmla="*/ 2147483646 w 264"/>
              <a:gd name="T61" fmla="*/ 2147483646 h 864"/>
              <a:gd name="T62" fmla="*/ 2147483646 w 264"/>
              <a:gd name="T63" fmla="*/ 2147483646 h 864"/>
              <a:gd name="T64" fmla="*/ 2147483646 w 264"/>
              <a:gd name="T65" fmla="*/ 2147483646 h 864"/>
              <a:gd name="T66" fmla="*/ 2147483646 w 264"/>
              <a:gd name="T67" fmla="*/ 2147483646 h 864"/>
              <a:gd name="T68" fmla="*/ 2147483646 w 264"/>
              <a:gd name="T69" fmla="*/ 2147483646 h 864"/>
              <a:gd name="T70" fmla="*/ 2147483646 w 264"/>
              <a:gd name="T71" fmla="*/ 2147483646 h 864"/>
              <a:gd name="T72" fmla="*/ 2147483646 w 264"/>
              <a:gd name="T73" fmla="*/ 2147483646 h 864"/>
              <a:gd name="T74" fmla="*/ 2147483646 w 264"/>
              <a:gd name="T75" fmla="*/ 2147483646 h 864"/>
              <a:gd name="T76" fmla="*/ 2147483646 w 264"/>
              <a:gd name="T77" fmla="*/ 2147483646 h 864"/>
              <a:gd name="T78" fmla="*/ 2147483646 w 264"/>
              <a:gd name="T79" fmla="*/ 2147483646 h 864"/>
              <a:gd name="T80" fmla="*/ 2147483646 w 264"/>
              <a:gd name="T81" fmla="*/ 2147483646 h 864"/>
              <a:gd name="T82" fmla="*/ 2147483646 w 264"/>
              <a:gd name="T83" fmla="*/ 2147483646 h 864"/>
              <a:gd name="T84" fmla="*/ 2147483646 w 264"/>
              <a:gd name="T85" fmla="*/ 2147483646 h 864"/>
              <a:gd name="T86" fmla="*/ 2147483646 w 264"/>
              <a:gd name="T87" fmla="*/ 2147483646 h 864"/>
              <a:gd name="T88" fmla="*/ 0 w 264"/>
              <a:gd name="T89" fmla="*/ 2147483646 h 86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64" h="864">
                <a:moveTo>
                  <a:pt x="0" y="736"/>
                </a:moveTo>
                <a:lnTo>
                  <a:pt x="0" y="127"/>
                </a:lnTo>
                <a:lnTo>
                  <a:pt x="0" y="121"/>
                </a:lnTo>
                <a:lnTo>
                  <a:pt x="2" y="114"/>
                </a:lnTo>
                <a:lnTo>
                  <a:pt x="2" y="108"/>
                </a:lnTo>
                <a:lnTo>
                  <a:pt x="3" y="102"/>
                </a:lnTo>
                <a:lnTo>
                  <a:pt x="4" y="96"/>
                </a:lnTo>
                <a:lnTo>
                  <a:pt x="6" y="90"/>
                </a:lnTo>
                <a:lnTo>
                  <a:pt x="9" y="84"/>
                </a:lnTo>
                <a:lnTo>
                  <a:pt x="10" y="78"/>
                </a:lnTo>
                <a:lnTo>
                  <a:pt x="14" y="72"/>
                </a:lnTo>
                <a:lnTo>
                  <a:pt x="16" y="67"/>
                </a:lnTo>
                <a:lnTo>
                  <a:pt x="18" y="61"/>
                </a:lnTo>
                <a:lnTo>
                  <a:pt x="22" y="56"/>
                </a:lnTo>
                <a:lnTo>
                  <a:pt x="26" y="52"/>
                </a:lnTo>
                <a:lnTo>
                  <a:pt x="29" y="47"/>
                </a:lnTo>
                <a:lnTo>
                  <a:pt x="34" y="42"/>
                </a:lnTo>
                <a:lnTo>
                  <a:pt x="38" y="37"/>
                </a:lnTo>
                <a:lnTo>
                  <a:pt x="42" y="32"/>
                </a:lnTo>
                <a:lnTo>
                  <a:pt x="47" y="29"/>
                </a:lnTo>
                <a:lnTo>
                  <a:pt x="52" y="25"/>
                </a:lnTo>
                <a:lnTo>
                  <a:pt x="57" y="22"/>
                </a:lnTo>
                <a:lnTo>
                  <a:pt x="62" y="18"/>
                </a:lnTo>
                <a:lnTo>
                  <a:pt x="68" y="16"/>
                </a:lnTo>
                <a:lnTo>
                  <a:pt x="72" y="12"/>
                </a:lnTo>
                <a:lnTo>
                  <a:pt x="78" y="10"/>
                </a:lnTo>
                <a:lnTo>
                  <a:pt x="84" y="7"/>
                </a:lnTo>
                <a:lnTo>
                  <a:pt x="90" y="6"/>
                </a:lnTo>
                <a:lnTo>
                  <a:pt x="96" y="4"/>
                </a:lnTo>
                <a:lnTo>
                  <a:pt x="102" y="2"/>
                </a:lnTo>
                <a:lnTo>
                  <a:pt x="108" y="1"/>
                </a:lnTo>
                <a:lnTo>
                  <a:pt x="116" y="0"/>
                </a:lnTo>
                <a:lnTo>
                  <a:pt x="122" y="0"/>
                </a:lnTo>
                <a:lnTo>
                  <a:pt x="128" y="0"/>
                </a:lnTo>
                <a:lnTo>
                  <a:pt x="137" y="0"/>
                </a:lnTo>
                <a:lnTo>
                  <a:pt x="143" y="0"/>
                </a:lnTo>
                <a:lnTo>
                  <a:pt x="150" y="0"/>
                </a:lnTo>
                <a:lnTo>
                  <a:pt x="156" y="1"/>
                </a:lnTo>
                <a:lnTo>
                  <a:pt x="162" y="2"/>
                </a:lnTo>
                <a:lnTo>
                  <a:pt x="168" y="4"/>
                </a:lnTo>
                <a:lnTo>
                  <a:pt x="174" y="6"/>
                </a:lnTo>
                <a:lnTo>
                  <a:pt x="180" y="7"/>
                </a:lnTo>
                <a:lnTo>
                  <a:pt x="186" y="10"/>
                </a:lnTo>
                <a:lnTo>
                  <a:pt x="192" y="12"/>
                </a:lnTo>
                <a:lnTo>
                  <a:pt x="197" y="16"/>
                </a:lnTo>
                <a:lnTo>
                  <a:pt x="203" y="18"/>
                </a:lnTo>
                <a:lnTo>
                  <a:pt x="208" y="22"/>
                </a:lnTo>
                <a:lnTo>
                  <a:pt x="213" y="25"/>
                </a:lnTo>
                <a:lnTo>
                  <a:pt x="218" y="29"/>
                </a:lnTo>
                <a:lnTo>
                  <a:pt x="222" y="32"/>
                </a:lnTo>
                <a:lnTo>
                  <a:pt x="227" y="37"/>
                </a:lnTo>
                <a:lnTo>
                  <a:pt x="231" y="42"/>
                </a:lnTo>
                <a:lnTo>
                  <a:pt x="236" y="47"/>
                </a:lnTo>
                <a:lnTo>
                  <a:pt x="239" y="52"/>
                </a:lnTo>
                <a:lnTo>
                  <a:pt x="243" y="56"/>
                </a:lnTo>
                <a:lnTo>
                  <a:pt x="246" y="61"/>
                </a:lnTo>
                <a:lnTo>
                  <a:pt x="249" y="67"/>
                </a:lnTo>
                <a:lnTo>
                  <a:pt x="252" y="72"/>
                </a:lnTo>
                <a:lnTo>
                  <a:pt x="255" y="78"/>
                </a:lnTo>
                <a:lnTo>
                  <a:pt x="257" y="84"/>
                </a:lnTo>
                <a:lnTo>
                  <a:pt x="258" y="90"/>
                </a:lnTo>
                <a:lnTo>
                  <a:pt x="261" y="96"/>
                </a:lnTo>
                <a:lnTo>
                  <a:pt x="262" y="102"/>
                </a:lnTo>
                <a:lnTo>
                  <a:pt x="263" y="108"/>
                </a:lnTo>
                <a:lnTo>
                  <a:pt x="264" y="114"/>
                </a:lnTo>
                <a:lnTo>
                  <a:pt x="264" y="121"/>
                </a:lnTo>
                <a:lnTo>
                  <a:pt x="264" y="127"/>
                </a:lnTo>
                <a:lnTo>
                  <a:pt x="264" y="736"/>
                </a:lnTo>
                <a:lnTo>
                  <a:pt x="264" y="743"/>
                </a:lnTo>
                <a:lnTo>
                  <a:pt x="264" y="749"/>
                </a:lnTo>
                <a:lnTo>
                  <a:pt x="263" y="756"/>
                </a:lnTo>
                <a:lnTo>
                  <a:pt x="262" y="762"/>
                </a:lnTo>
                <a:lnTo>
                  <a:pt x="261" y="768"/>
                </a:lnTo>
                <a:lnTo>
                  <a:pt x="258" y="774"/>
                </a:lnTo>
                <a:lnTo>
                  <a:pt x="257" y="780"/>
                </a:lnTo>
                <a:lnTo>
                  <a:pt x="255" y="786"/>
                </a:lnTo>
                <a:lnTo>
                  <a:pt x="252" y="792"/>
                </a:lnTo>
                <a:lnTo>
                  <a:pt x="249" y="797"/>
                </a:lnTo>
                <a:lnTo>
                  <a:pt x="246" y="803"/>
                </a:lnTo>
                <a:lnTo>
                  <a:pt x="243" y="808"/>
                </a:lnTo>
                <a:lnTo>
                  <a:pt x="239" y="813"/>
                </a:lnTo>
                <a:lnTo>
                  <a:pt x="236" y="817"/>
                </a:lnTo>
                <a:lnTo>
                  <a:pt x="231" y="822"/>
                </a:lnTo>
                <a:lnTo>
                  <a:pt x="227" y="827"/>
                </a:lnTo>
                <a:lnTo>
                  <a:pt x="222" y="831"/>
                </a:lnTo>
                <a:lnTo>
                  <a:pt x="218" y="835"/>
                </a:lnTo>
                <a:lnTo>
                  <a:pt x="213" y="839"/>
                </a:lnTo>
                <a:lnTo>
                  <a:pt x="208" y="843"/>
                </a:lnTo>
                <a:lnTo>
                  <a:pt x="203" y="845"/>
                </a:lnTo>
                <a:lnTo>
                  <a:pt x="197" y="849"/>
                </a:lnTo>
                <a:lnTo>
                  <a:pt x="192" y="851"/>
                </a:lnTo>
                <a:lnTo>
                  <a:pt x="186" y="853"/>
                </a:lnTo>
                <a:lnTo>
                  <a:pt x="180" y="856"/>
                </a:lnTo>
                <a:lnTo>
                  <a:pt x="174" y="858"/>
                </a:lnTo>
                <a:lnTo>
                  <a:pt x="168" y="859"/>
                </a:lnTo>
                <a:lnTo>
                  <a:pt x="162" y="862"/>
                </a:lnTo>
                <a:lnTo>
                  <a:pt x="156" y="863"/>
                </a:lnTo>
                <a:lnTo>
                  <a:pt x="150" y="863"/>
                </a:lnTo>
                <a:lnTo>
                  <a:pt x="143" y="864"/>
                </a:lnTo>
                <a:lnTo>
                  <a:pt x="137" y="864"/>
                </a:lnTo>
                <a:lnTo>
                  <a:pt x="128" y="864"/>
                </a:lnTo>
                <a:lnTo>
                  <a:pt x="122" y="864"/>
                </a:lnTo>
                <a:lnTo>
                  <a:pt x="116" y="863"/>
                </a:lnTo>
                <a:lnTo>
                  <a:pt x="108" y="863"/>
                </a:lnTo>
                <a:lnTo>
                  <a:pt x="102" y="862"/>
                </a:lnTo>
                <a:lnTo>
                  <a:pt x="96" y="859"/>
                </a:lnTo>
                <a:lnTo>
                  <a:pt x="90" y="858"/>
                </a:lnTo>
                <a:lnTo>
                  <a:pt x="84" y="856"/>
                </a:lnTo>
                <a:lnTo>
                  <a:pt x="78" y="853"/>
                </a:lnTo>
                <a:lnTo>
                  <a:pt x="72" y="851"/>
                </a:lnTo>
                <a:lnTo>
                  <a:pt x="68" y="849"/>
                </a:lnTo>
                <a:lnTo>
                  <a:pt x="62" y="845"/>
                </a:lnTo>
                <a:lnTo>
                  <a:pt x="57" y="843"/>
                </a:lnTo>
                <a:lnTo>
                  <a:pt x="52" y="839"/>
                </a:lnTo>
                <a:lnTo>
                  <a:pt x="47" y="835"/>
                </a:lnTo>
                <a:lnTo>
                  <a:pt x="42" y="831"/>
                </a:lnTo>
                <a:lnTo>
                  <a:pt x="38" y="827"/>
                </a:lnTo>
                <a:lnTo>
                  <a:pt x="34" y="822"/>
                </a:lnTo>
                <a:lnTo>
                  <a:pt x="29" y="817"/>
                </a:lnTo>
                <a:lnTo>
                  <a:pt x="26" y="813"/>
                </a:lnTo>
                <a:lnTo>
                  <a:pt x="22" y="808"/>
                </a:lnTo>
                <a:lnTo>
                  <a:pt x="18" y="803"/>
                </a:lnTo>
                <a:lnTo>
                  <a:pt x="16" y="797"/>
                </a:lnTo>
                <a:lnTo>
                  <a:pt x="14" y="792"/>
                </a:lnTo>
                <a:lnTo>
                  <a:pt x="10" y="786"/>
                </a:lnTo>
                <a:lnTo>
                  <a:pt x="9" y="780"/>
                </a:lnTo>
                <a:lnTo>
                  <a:pt x="6" y="774"/>
                </a:lnTo>
                <a:lnTo>
                  <a:pt x="4" y="768"/>
                </a:lnTo>
                <a:lnTo>
                  <a:pt x="3" y="762"/>
                </a:lnTo>
                <a:lnTo>
                  <a:pt x="2" y="756"/>
                </a:lnTo>
                <a:lnTo>
                  <a:pt x="2" y="749"/>
                </a:lnTo>
                <a:lnTo>
                  <a:pt x="0" y="743"/>
                </a:lnTo>
                <a:lnTo>
                  <a:pt x="0" y="736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13" name="Rectangle 169">
            <a:extLst>
              <a:ext uri="{FF2B5EF4-FFF2-40B4-BE49-F238E27FC236}">
                <a16:creationId xmlns:a16="http://schemas.microsoft.com/office/drawing/2014/main" id="{967186B6-2A68-449A-861F-ECBAB4565C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5200" y="51990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14" name="Rectangle 170">
            <a:extLst>
              <a:ext uri="{FF2B5EF4-FFF2-40B4-BE49-F238E27FC236}">
                <a16:creationId xmlns:a16="http://schemas.microsoft.com/office/drawing/2014/main" id="{8BAB0B87-9E7B-4186-814E-558C60E69B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3225" y="5888038"/>
            <a:ext cx="29527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and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15" name="Rectangle 171">
            <a:extLst>
              <a:ext uri="{FF2B5EF4-FFF2-40B4-BE49-F238E27FC236}">
                <a16:creationId xmlns:a16="http://schemas.microsoft.com/office/drawing/2014/main" id="{A15F2D4B-3436-44A6-9C45-732A99FDB1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1225" y="5888038"/>
            <a:ext cx="55721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together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16" name="Rectangle 172">
            <a:extLst>
              <a:ext uri="{FF2B5EF4-FFF2-40B4-BE49-F238E27FC236}">
                <a16:creationId xmlns:a16="http://schemas.microsoft.com/office/drawing/2014/main" id="{DCB3AC40-B8C7-408F-ACE6-3DAD94D517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5888038"/>
            <a:ext cx="809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717" name="Rectangle 173">
            <a:extLst>
              <a:ext uri="{FF2B5EF4-FFF2-40B4-BE49-F238E27FC236}">
                <a16:creationId xmlns:a16="http://schemas.microsoft.com/office/drawing/2014/main" id="{39C48801-05A0-4786-A61B-658365CAFD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3275" y="5959475"/>
            <a:ext cx="85725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56244460"/>
      </p:ext>
    </p:extLst>
  </p:cSld>
  <p:clrMapOvr>
    <a:masterClrMapping/>
  </p:clrMapOvr>
  <p:transition/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Title 1">
            <a:extLst>
              <a:ext uri="{FF2B5EF4-FFF2-40B4-BE49-F238E27FC236}">
                <a16:creationId xmlns:a16="http://schemas.microsoft.com/office/drawing/2014/main" id="{F17C76FE-301E-4384-BA8C-9644D413528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12700"/>
            <a:ext cx="9144000" cy="685800"/>
          </a:xfrm>
        </p:spPr>
        <p:txBody>
          <a:bodyPr/>
          <a:lstStyle/>
          <a:p>
            <a:r>
              <a:rPr lang="en-US" altLang="en-US"/>
              <a:t>Individual vs Joint Optimization</a:t>
            </a:r>
          </a:p>
        </p:txBody>
      </p:sp>
      <p:sp>
        <p:nvSpPr>
          <p:cNvPr id="109570" name="TextBox 125">
            <a:extLst>
              <a:ext uri="{FF2B5EF4-FFF2-40B4-BE49-F238E27FC236}">
                <a16:creationId xmlns:a16="http://schemas.microsoft.com/office/drawing/2014/main" id="{95FB91C9-8ABB-4457-927D-F2F86743F8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75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2.65 from the textbook ]</a:t>
            </a:r>
          </a:p>
        </p:txBody>
      </p:sp>
      <p:sp>
        <p:nvSpPr>
          <p:cNvPr id="109571" name="Rectangle 46">
            <a:extLst>
              <a:ext uri="{FF2B5EF4-FFF2-40B4-BE49-F238E27FC236}">
                <a16:creationId xmlns:a16="http://schemas.microsoft.com/office/drawing/2014/main" id="{4CDFA389-1BDE-4903-A559-A5B478808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2649538"/>
            <a:ext cx="164782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(c) Optimal realization of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72" name="Rectangle 47">
            <a:extLst>
              <a:ext uri="{FF2B5EF4-FFF2-40B4-BE49-F238E27FC236}">
                <a16:creationId xmlns:a16="http://schemas.microsoft.com/office/drawing/2014/main" id="{475907B2-F3BA-4C8C-824B-DB4567FDF2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2388" y="2649538"/>
            <a:ext cx="809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73" name="Rectangle 48">
            <a:extLst>
              <a:ext uri="{FF2B5EF4-FFF2-40B4-BE49-F238E27FC236}">
                <a16:creationId xmlns:a16="http://schemas.microsoft.com/office/drawing/2014/main" id="{5404DA3E-D125-40CE-A8F3-5F62F7AC77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9063" y="2720975"/>
            <a:ext cx="85725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74" name="Rectangle 50">
            <a:extLst>
              <a:ext uri="{FF2B5EF4-FFF2-40B4-BE49-F238E27FC236}">
                <a16:creationId xmlns:a16="http://schemas.microsoft.com/office/drawing/2014/main" id="{09F0F027-969E-41C8-9D21-ADEE36D30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5563" y="1182688"/>
            <a:ext cx="681037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75" name="Line 51">
            <a:extLst>
              <a:ext uri="{FF2B5EF4-FFF2-40B4-BE49-F238E27FC236}">
                <a16:creationId xmlns:a16="http://schemas.microsoft.com/office/drawing/2014/main" id="{A211D09B-4FE8-404F-B195-CF21609705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95563" y="1530350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76" name="Line 52">
            <a:extLst>
              <a:ext uri="{FF2B5EF4-FFF2-40B4-BE49-F238E27FC236}">
                <a16:creationId xmlns:a16="http://schemas.microsoft.com/office/drawing/2014/main" id="{9C80465E-659D-44F3-8F2D-1F94DE63303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43225" y="1182688"/>
            <a:ext cx="1588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77" name="Line 53">
            <a:extLst>
              <a:ext uri="{FF2B5EF4-FFF2-40B4-BE49-F238E27FC236}">
                <a16:creationId xmlns:a16="http://schemas.microsoft.com/office/drawing/2014/main" id="{14BD4D1A-31E4-48B4-8551-ADBE978EDF7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63775" y="852488"/>
            <a:ext cx="331788" cy="3302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78" name="Rectangle 55">
            <a:extLst>
              <a:ext uri="{FF2B5EF4-FFF2-40B4-BE49-F238E27FC236}">
                <a16:creationId xmlns:a16="http://schemas.microsoft.com/office/drawing/2014/main" id="{C1C38E00-BAF2-424B-9F53-2938952E34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1725" y="762000"/>
            <a:ext cx="10636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79" name="Rectangle 56">
            <a:extLst>
              <a:ext uri="{FF2B5EF4-FFF2-40B4-BE49-F238E27FC236}">
                <a16:creationId xmlns:a16="http://schemas.microsoft.com/office/drawing/2014/main" id="{3DB8E3A2-3122-4189-A341-2F942DFF5B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1575" y="8382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80" name="Rectangle 57">
            <a:extLst>
              <a:ext uri="{FF2B5EF4-FFF2-40B4-BE49-F238E27FC236}">
                <a16:creationId xmlns:a16="http://schemas.microsoft.com/office/drawing/2014/main" id="{E0CB52AD-B27C-4A02-859B-152E2F4694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6188" y="762000"/>
            <a:ext cx="10636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81" name="Rectangle 58">
            <a:extLst>
              <a:ext uri="{FF2B5EF4-FFF2-40B4-BE49-F238E27FC236}">
                <a16:creationId xmlns:a16="http://schemas.microsoft.com/office/drawing/2014/main" id="{6DF09A0F-F9A3-43F2-85E6-C708C184F9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6038" y="8382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82" name="Rectangle 59">
            <a:extLst>
              <a:ext uri="{FF2B5EF4-FFF2-40B4-BE49-F238E27FC236}">
                <a16:creationId xmlns:a16="http://schemas.microsoft.com/office/drawing/2014/main" id="{03136A7A-BA50-409C-8E53-C39D51490D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900113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83" name="Rectangle 60">
            <a:extLst>
              <a:ext uri="{FF2B5EF4-FFF2-40B4-BE49-F238E27FC236}">
                <a16:creationId xmlns:a16="http://schemas.microsoft.com/office/drawing/2014/main" id="{6E0B5EDE-5E08-4501-AD33-519480B751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7250" y="976313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84" name="Rectangle 61">
            <a:extLst>
              <a:ext uri="{FF2B5EF4-FFF2-40B4-BE49-F238E27FC236}">
                <a16:creationId xmlns:a16="http://schemas.microsoft.com/office/drawing/2014/main" id="{C3DC367A-59E4-4B30-BEB8-1D9A7A13A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1863" y="900113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85" name="Rectangle 62">
            <a:extLst>
              <a:ext uri="{FF2B5EF4-FFF2-40B4-BE49-F238E27FC236}">
                <a16:creationId xmlns:a16="http://schemas.microsoft.com/office/drawing/2014/main" id="{6EC7CC5F-C552-4E18-9DE0-D48BE0B3BE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1182688"/>
            <a:ext cx="665163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86" name="Line 63">
            <a:extLst>
              <a:ext uri="{FF2B5EF4-FFF2-40B4-BE49-F238E27FC236}">
                <a16:creationId xmlns:a16="http://schemas.microsoft.com/office/drawing/2014/main" id="{C9A90D6E-B870-4F23-A9D6-2D22EF99995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76600" y="1530350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87" name="Line 64">
            <a:extLst>
              <a:ext uri="{FF2B5EF4-FFF2-40B4-BE49-F238E27FC236}">
                <a16:creationId xmlns:a16="http://schemas.microsoft.com/office/drawing/2014/main" id="{DBA058B5-6972-40EC-831F-FDA41B5F752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08388" y="1182688"/>
            <a:ext cx="3175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88" name="Rectangle 65">
            <a:extLst>
              <a:ext uri="{FF2B5EF4-FFF2-40B4-BE49-F238E27FC236}">
                <a16:creationId xmlns:a16="http://schemas.microsoft.com/office/drawing/2014/main" id="{40D4EC02-CFCE-4300-BAE5-EA4DAF6EB7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0125" y="976313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89" name="Rectangle 66">
            <a:extLst>
              <a:ext uri="{FF2B5EF4-FFF2-40B4-BE49-F238E27FC236}">
                <a16:creationId xmlns:a16="http://schemas.microsoft.com/office/drawing/2014/main" id="{55A83E1C-ABAC-4308-A23E-9A2FE7CAC8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7163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90" name="Rectangle 67">
            <a:extLst>
              <a:ext uri="{FF2B5EF4-FFF2-40B4-BE49-F238E27FC236}">
                <a16:creationId xmlns:a16="http://schemas.microsoft.com/office/drawing/2014/main" id="{DB044117-B66E-4976-B95F-B05FC8F247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2125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91" name="Rectangle 68">
            <a:extLst>
              <a:ext uri="{FF2B5EF4-FFF2-40B4-BE49-F238E27FC236}">
                <a16:creationId xmlns:a16="http://schemas.microsoft.com/office/drawing/2014/main" id="{27128BA6-DA6D-4859-879B-18392B541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8675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92" name="Rectangle 69">
            <a:extLst>
              <a:ext uri="{FF2B5EF4-FFF2-40B4-BE49-F238E27FC236}">
                <a16:creationId xmlns:a16="http://schemas.microsoft.com/office/drawing/2014/main" id="{3E27FED3-B981-4C17-BA2E-ECEBD051F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5225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93" name="Rectangle 70">
            <a:extLst>
              <a:ext uri="{FF2B5EF4-FFF2-40B4-BE49-F238E27FC236}">
                <a16:creationId xmlns:a16="http://schemas.microsoft.com/office/drawing/2014/main" id="{EDD17A60-9C03-4229-B06E-87E2482A33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5563" y="1862138"/>
            <a:ext cx="681037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94" name="Line 71">
            <a:extLst>
              <a:ext uri="{FF2B5EF4-FFF2-40B4-BE49-F238E27FC236}">
                <a16:creationId xmlns:a16="http://schemas.microsoft.com/office/drawing/2014/main" id="{D199F4C9-2E71-4DA6-BFA9-0BC3B7CAF66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95563" y="2192338"/>
            <a:ext cx="681037" cy="31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95" name="Line 72">
            <a:extLst>
              <a:ext uri="{FF2B5EF4-FFF2-40B4-BE49-F238E27FC236}">
                <a16:creationId xmlns:a16="http://schemas.microsoft.com/office/drawing/2014/main" id="{DA86FEFB-EF60-4452-A8ED-A272DF3F0C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43225" y="1862138"/>
            <a:ext cx="1588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96" name="Rectangle 73">
            <a:extLst>
              <a:ext uri="{FF2B5EF4-FFF2-40B4-BE49-F238E27FC236}">
                <a16:creationId xmlns:a16="http://schemas.microsoft.com/office/drawing/2014/main" id="{CEBB1675-5A68-4262-9644-3A5E3DDB0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5188" y="16256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97" name="Rectangle 74">
            <a:extLst>
              <a:ext uri="{FF2B5EF4-FFF2-40B4-BE49-F238E27FC236}">
                <a16:creationId xmlns:a16="http://schemas.microsoft.com/office/drawing/2014/main" id="{E4991B0C-B51C-4653-8C26-FB1ECFF027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1862138"/>
            <a:ext cx="665163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98" name="Line 75">
            <a:extLst>
              <a:ext uri="{FF2B5EF4-FFF2-40B4-BE49-F238E27FC236}">
                <a16:creationId xmlns:a16="http://schemas.microsoft.com/office/drawing/2014/main" id="{33C9EBA3-94CE-4BD0-B168-42AFF4C9EF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76600" y="2192338"/>
            <a:ext cx="665163" cy="31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599" name="Line 76">
            <a:extLst>
              <a:ext uri="{FF2B5EF4-FFF2-40B4-BE49-F238E27FC236}">
                <a16:creationId xmlns:a16="http://schemas.microsoft.com/office/drawing/2014/main" id="{446C9C07-EC6B-4DFE-9D35-55C2776F47A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08388" y="1862138"/>
            <a:ext cx="3175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00" name="Rectangle 77">
            <a:extLst>
              <a:ext uri="{FF2B5EF4-FFF2-40B4-BE49-F238E27FC236}">
                <a16:creationId xmlns:a16="http://schemas.microsoft.com/office/drawing/2014/main" id="{5535DD1C-DC01-4142-8990-2F526FFCA0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2088" y="19605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01" name="Rectangle 78">
            <a:extLst>
              <a:ext uri="{FF2B5EF4-FFF2-40B4-BE49-F238E27FC236}">
                <a16:creationId xmlns:a16="http://schemas.microsoft.com/office/drawing/2014/main" id="{4B77C9E7-BE74-4767-BB64-BBBD771DD6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8638" y="19605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02" name="Rectangle 79">
            <a:extLst>
              <a:ext uri="{FF2B5EF4-FFF2-40B4-BE49-F238E27FC236}">
                <a16:creationId xmlns:a16="http://schemas.microsoft.com/office/drawing/2014/main" id="{1D668CC2-C7C8-469A-B64D-6F1938B74F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8638" y="22971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03" name="Rectangle 80">
            <a:extLst>
              <a:ext uri="{FF2B5EF4-FFF2-40B4-BE49-F238E27FC236}">
                <a16:creationId xmlns:a16="http://schemas.microsoft.com/office/drawing/2014/main" id="{94064041-CB5D-4CCF-B254-2120EB61D5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12906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04" name="Rectangle 81">
            <a:extLst>
              <a:ext uri="{FF2B5EF4-FFF2-40B4-BE49-F238E27FC236}">
                <a16:creationId xmlns:a16="http://schemas.microsoft.com/office/drawing/2014/main" id="{B60C6748-3062-406F-BA75-8DBF76971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1625600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05" name="Rectangle 82">
            <a:extLst>
              <a:ext uri="{FF2B5EF4-FFF2-40B4-BE49-F238E27FC236}">
                <a16:creationId xmlns:a16="http://schemas.microsoft.com/office/drawing/2014/main" id="{691CCEEB-D95E-46E3-ACC6-D581D1AAC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196056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06" name="Freeform 83">
            <a:extLst>
              <a:ext uri="{FF2B5EF4-FFF2-40B4-BE49-F238E27FC236}">
                <a16:creationId xmlns:a16="http://schemas.microsoft.com/office/drawing/2014/main" id="{5DF13AC6-FC0B-4E6E-B134-2048C34EEB95}"/>
              </a:ext>
            </a:extLst>
          </p:cNvPr>
          <p:cNvSpPr>
            <a:spLocks/>
          </p:cNvSpPr>
          <p:nvPr/>
        </p:nvSpPr>
        <p:spPr bwMode="auto">
          <a:xfrm>
            <a:off x="2641600" y="1568450"/>
            <a:ext cx="588963" cy="587375"/>
          </a:xfrm>
          <a:custGeom>
            <a:avLst/>
            <a:gdLst>
              <a:gd name="T0" fmla="*/ 2147483646 w 892"/>
              <a:gd name="T1" fmla="*/ 0 h 895"/>
              <a:gd name="T2" fmla="*/ 2147483646 w 892"/>
              <a:gd name="T3" fmla="*/ 0 h 895"/>
              <a:gd name="T4" fmla="*/ 2147483646 w 892"/>
              <a:gd name="T5" fmla="*/ 0 h 895"/>
              <a:gd name="T6" fmla="*/ 2147483646 w 892"/>
              <a:gd name="T7" fmla="*/ 0 h 895"/>
              <a:gd name="T8" fmla="*/ 2147483646 w 892"/>
              <a:gd name="T9" fmla="*/ 0 h 895"/>
              <a:gd name="T10" fmla="*/ 2147483646 w 892"/>
              <a:gd name="T11" fmla="*/ 2147483646 h 895"/>
              <a:gd name="T12" fmla="*/ 2147483646 w 892"/>
              <a:gd name="T13" fmla="*/ 2147483646 h 895"/>
              <a:gd name="T14" fmla="*/ 2147483646 w 892"/>
              <a:gd name="T15" fmla="*/ 2147483646 h 895"/>
              <a:gd name="T16" fmla="*/ 2147483646 w 892"/>
              <a:gd name="T17" fmla="*/ 2147483646 h 895"/>
              <a:gd name="T18" fmla="*/ 2147483646 w 892"/>
              <a:gd name="T19" fmla="*/ 2147483646 h 895"/>
              <a:gd name="T20" fmla="*/ 0 w 892"/>
              <a:gd name="T21" fmla="*/ 2147483646 h 895"/>
              <a:gd name="T22" fmla="*/ 0 w 892"/>
              <a:gd name="T23" fmla="*/ 2147483646 h 895"/>
              <a:gd name="T24" fmla="*/ 0 w 892"/>
              <a:gd name="T25" fmla="*/ 2147483646 h 895"/>
              <a:gd name="T26" fmla="*/ 0 w 892"/>
              <a:gd name="T27" fmla="*/ 2147483646 h 895"/>
              <a:gd name="T28" fmla="*/ 0 w 892"/>
              <a:gd name="T29" fmla="*/ 2147483646 h 895"/>
              <a:gd name="T30" fmla="*/ 0 w 892"/>
              <a:gd name="T31" fmla="*/ 2147483646 h 895"/>
              <a:gd name="T32" fmla="*/ 0 w 892"/>
              <a:gd name="T33" fmla="*/ 2147483646 h 895"/>
              <a:gd name="T34" fmla="*/ 0 w 892"/>
              <a:gd name="T35" fmla="*/ 2147483646 h 895"/>
              <a:gd name="T36" fmla="*/ 0 w 892"/>
              <a:gd name="T37" fmla="*/ 2147483646 h 895"/>
              <a:gd name="T38" fmla="*/ 2147483646 w 892"/>
              <a:gd name="T39" fmla="*/ 2147483646 h 895"/>
              <a:gd name="T40" fmla="*/ 2147483646 w 892"/>
              <a:gd name="T41" fmla="*/ 2147483646 h 895"/>
              <a:gd name="T42" fmla="*/ 2147483646 w 892"/>
              <a:gd name="T43" fmla="*/ 2147483646 h 895"/>
              <a:gd name="T44" fmla="*/ 2147483646 w 892"/>
              <a:gd name="T45" fmla="*/ 2147483646 h 895"/>
              <a:gd name="T46" fmla="*/ 2147483646 w 892"/>
              <a:gd name="T47" fmla="*/ 2147483646 h 895"/>
              <a:gd name="T48" fmla="*/ 2147483646 w 892"/>
              <a:gd name="T49" fmla="*/ 2147483646 h 895"/>
              <a:gd name="T50" fmla="*/ 2147483646 w 892"/>
              <a:gd name="T51" fmla="*/ 2147483646 h 895"/>
              <a:gd name="T52" fmla="*/ 2147483646 w 892"/>
              <a:gd name="T53" fmla="*/ 2147483646 h 895"/>
              <a:gd name="T54" fmla="*/ 2147483646 w 892"/>
              <a:gd name="T55" fmla="*/ 2147483646 h 895"/>
              <a:gd name="T56" fmla="*/ 2147483646 w 892"/>
              <a:gd name="T57" fmla="*/ 2147483646 h 895"/>
              <a:gd name="T58" fmla="*/ 2147483646 w 892"/>
              <a:gd name="T59" fmla="*/ 2147483646 h 895"/>
              <a:gd name="T60" fmla="*/ 2147483646 w 892"/>
              <a:gd name="T61" fmla="*/ 2147483646 h 895"/>
              <a:gd name="T62" fmla="*/ 2147483646 w 892"/>
              <a:gd name="T63" fmla="*/ 2147483646 h 895"/>
              <a:gd name="T64" fmla="*/ 2147483646 w 892"/>
              <a:gd name="T65" fmla="*/ 2147483646 h 895"/>
              <a:gd name="T66" fmla="*/ 2147483646 w 892"/>
              <a:gd name="T67" fmla="*/ 2147483646 h 895"/>
              <a:gd name="T68" fmla="*/ 2147483646 w 892"/>
              <a:gd name="T69" fmla="*/ 2147483646 h 895"/>
              <a:gd name="T70" fmla="*/ 2147483646 w 892"/>
              <a:gd name="T71" fmla="*/ 2147483646 h 895"/>
              <a:gd name="T72" fmla="*/ 2147483646 w 892"/>
              <a:gd name="T73" fmla="*/ 2147483646 h 895"/>
              <a:gd name="T74" fmla="*/ 2147483646 w 892"/>
              <a:gd name="T75" fmla="*/ 2147483646 h 895"/>
              <a:gd name="T76" fmla="*/ 2147483646 w 892"/>
              <a:gd name="T77" fmla="*/ 2147483646 h 895"/>
              <a:gd name="T78" fmla="*/ 2147483646 w 892"/>
              <a:gd name="T79" fmla="*/ 2147483646 h 895"/>
              <a:gd name="T80" fmla="*/ 2147483646 w 892"/>
              <a:gd name="T81" fmla="*/ 2147483646 h 895"/>
              <a:gd name="T82" fmla="*/ 2147483646 w 892"/>
              <a:gd name="T83" fmla="*/ 2147483646 h 895"/>
              <a:gd name="T84" fmla="*/ 2147483646 w 892"/>
              <a:gd name="T85" fmla="*/ 2147483646 h 895"/>
              <a:gd name="T86" fmla="*/ 2147483646 w 892"/>
              <a:gd name="T87" fmla="*/ 2147483646 h 895"/>
              <a:gd name="T88" fmla="*/ 2147483646 w 892"/>
              <a:gd name="T89" fmla="*/ 2147483646 h 895"/>
              <a:gd name="T90" fmla="*/ 2147483646 w 892"/>
              <a:gd name="T91" fmla="*/ 2147483646 h 895"/>
              <a:gd name="T92" fmla="*/ 2147483646 w 892"/>
              <a:gd name="T93" fmla="*/ 2147483646 h 895"/>
              <a:gd name="T94" fmla="*/ 2147483646 w 892"/>
              <a:gd name="T95" fmla="*/ 2147483646 h 895"/>
              <a:gd name="T96" fmla="*/ 2147483646 w 892"/>
              <a:gd name="T97" fmla="*/ 2147483646 h 895"/>
              <a:gd name="T98" fmla="*/ 2147483646 w 892"/>
              <a:gd name="T99" fmla="*/ 2147483646 h 895"/>
              <a:gd name="T100" fmla="*/ 2147483646 w 892"/>
              <a:gd name="T101" fmla="*/ 2147483646 h 895"/>
              <a:gd name="T102" fmla="*/ 2147483646 w 892"/>
              <a:gd name="T103" fmla="*/ 2147483646 h 895"/>
              <a:gd name="T104" fmla="*/ 2147483646 w 892"/>
              <a:gd name="T105" fmla="*/ 2147483646 h 895"/>
              <a:gd name="T106" fmla="*/ 2147483646 w 892"/>
              <a:gd name="T107" fmla="*/ 2147483646 h 895"/>
              <a:gd name="T108" fmla="*/ 2147483646 w 892"/>
              <a:gd name="T109" fmla="*/ 0 h 895"/>
              <a:gd name="T110" fmla="*/ 2147483646 w 892"/>
              <a:gd name="T111" fmla="*/ 0 h 895"/>
              <a:gd name="T112" fmla="*/ 2147483646 w 892"/>
              <a:gd name="T113" fmla="*/ 0 h 895"/>
              <a:gd name="T114" fmla="*/ 2147483646 w 892"/>
              <a:gd name="T115" fmla="*/ 0 h 895"/>
              <a:gd name="T116" fmla="*/ 2147483646 w 892"/>
              <a:gd name="T117" fmla="*/ 0 h 895"/>
              <a:gd name="T118" fmla="*/ 2147483646 w 892"/>
              <a:gd name="T119" fmla="*/ 0 h 895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892" h="895">
                <a:moveTo>
                  <a:pt x="490" y="0"/>
                </a:moveTo>
                <a:lnTo>
                  <a:pt x="487" y="0"/>
                </a:lnTo>
                <a:lnTo>
                  <a:pt x="483" y="0"/>
                </a:lnTo>
                <a:lnTo>
                  <a:pt x="479" y="0"/>
                </a:lnTo>
                <a:lnTo>
                  <a:pt x="476" y="0"/>
                </a:lnTo>
                <a:lnTo>
                  <a:pt x="472" y="0"/>
                </a:lnTo>
                <a:lnTo>
                  <a:pt x="470" y="0"/>
                </a:lnTo>
                <a:lnTo>
                  <a:pt x="466" y="0"/>
                </a:lnTo>
                <a:lnTo>
                  <a:pt x="463" y="0"/>
                </a:lnTo>
                <a:lnTo>
                  <a:pt x="460" y="0"/>
                </a:lnTo>
                <a:lnTo>
                  <a:pt x="457" y="0"/>
                </a:lnTo>
                <a:lnTo>
                  <a:pt x="453" y="0"/>
                </a:lnTo>
                <a:lnTo>
                  <a:pt x="449" y="0"/>
                </a:lnTo>
                <a:lnTo>
                  <a:pt x="447" y="0"/>
                </a:lnTo>
                <a:lnTo>
                  <a:pt x="443" y="0"/>
                </a:lnTo>
                <a:lnTo>
                  <a:pt x="439" y="0"/>
                </a:lnTo>
                <a:lnTo>
                  <a:pt x="435" y="0"/>
                </a:lnTo>
                <a:lnTo>
                  <a:pt x="430" y="0"/>
                </a:lnTo>
                <a:lnTo>
                  <a:pt x="427" y="0"/>
                </a:lnTo>
                <a:lnTo>
                  <a:pt x="421" y="0"/>
                </a:lnTo>
                <a:lnTo>
                  <a:pt x="416" y="0"/>
                </a:lnTo>
                <a:lnTo>
                  <a:pt x="410" y="0"/>
                </a:lnTo>
                <a:lnTo>
                  <a:pt x="404" y="0"/>
                </a:lnTo>
                <a:lnTo>
                  <a:pt x="398" y="0"/>
                </a:lnTo>
                <a:lnTo>
                  <a:pt x="391" y="0"/>
                </a:lnTo>
                <a:lnTo>
                  <a:pt x="382" y="0"/>
                </a:lnTo>
                <a:lnTo>
                  <a:pt x="375" y="0"/>
                </a:lnTo>
                <a:lnTo>
                  <a:pt x="365" y="0"/>
                </a:lnTo>
                <a:lnTo>
                  <a:pt x="357" y="0"/>
                </a:lnTo>
                <a:lnTo>
                  <a:pt x="346" y="0"/>
                </a:lnTo>
                <a:lnTo>
                  <a:pt x="335" y="0"/>
                </a:lnTo>
                <a:lnTo>
                  <a:pt x="325" y="0"/>
                </a:lnTo>
                <a:lnTo>
                  <a:pt x="313" y="0"/>
                </a:lnTo>
                <a:lnTo>
                  <a:pt x="301" y="0"/>
                </a:lnTo>
                <a:lnTo>
                  <a:pt x="289" y="0"/>
                </a:lnTo>
                <a:lnTo>
                  <a:pt x="278" y="0"/>
                </a:lnTo>
                <a:lnTo>
                  <a:pt x="268" y="0"/>
                </a:lnTo>
                <a:lnTo>
                  <a:pt x="259" y="0"/>
                </a:lnTo>
                <a:lnTo>
                  <a:pt x="250" y="0"/>
                </a:lnTo>
                <a:lnTo>
                  <a:pt x="242" y="0"/>
                </a:lnTo>
                <a:lnTo>
                  <a:pt x="235" y="0"/>
                </a:lnTo>
                <a:lnTo>
                  <a:pt x="228" y="0"/>
                </a:lnTo>
                <a:lnTo>
                  <a:pt x="220" y="0"/>
                </a:lnTo>
                <a:lnTo>
                  <a:pt x="214" y="0"/>
                </a:lnTo>
                <a:lnTo>
                  <a:pt x="208" y="0"/>
                </a:lnTo>
                <a:lnTo>
                  <a:pt x="204" y="0"/>
                </a:lnTo>
                <a:lnTo>
                  <a:pt x="199" y="0"/>
                </a:lnTo>
                <a:lnTo>
                  <a:pt x="194" y="0"/>
                </a:lnTo>
                <a:lnTo>
                  <a:pt x="189" y="0"/>
                </a:lnTo>
                <a:lnTo>
                  <a:pt x="186" y="0"/>
                </a:lnTo>
                <a:lnTo>
                  <a:pt x="182" y="0"/>
                </a:lnTo>
                <a:lnTo>
                  <a:pt x="178" y="0"/>
                </a:lnTo>
                <a:lnTo>
                  <a:pt x="175" y="0"/>
                </a:lnTo>
                <a:lnTo>
                  <a:pt x="171" y="0"/>
                </a:lnTo>
                <a:lnTo>
                  <a:pt x="168" y="0"/>
                </a:lnTo>
                <a:lnTo>
                  <a:pt x="165" y="0"/>
                </a:lnTo>
                <a:lnTo>
                  <a:pt x="162" y="0"/>
                </a:lnTo>
                <a:lnTo>
                  <a:pt x="159" y="0"/>
                </a:lnTo>
                <a:lnTo>
                  <a:pt x="156" y="0"/>
                </a:lnTo>
                <a:lnTo>
                  <a:pt x="152" y="0"/>
                </a:lnTo>
                <a:lnTo>
                  <a:pt x="148" y="0"/>
                </a:lnTo>
                <a:lnTo>
                  <a:pt x="145" y="0"/>
                </a:lnTo>
                <a:lnTo>
                  <a:pt x="141" y="0"/>
                </a:lnTo>
                <a:lnTo>
                  <a:pt x="138" y="0"/>
                </a:lnTo>
                <a:lnTo>
                  <a:pt x="134" y="0"/>
                </a:lnTo>
                <a:lnTo>
                  <a:pt x="130" y="0"/>
                </a:lnTo>
                <a:lnTo>
                  <a:pt x="126" y="0"/>
                </a:lnTo>
                <a:lnTo>
                  <a:pt x="122" y="0"/>
                </a:lnTo>
                <a:lnTo>
                  <a:pt x="120" y="2"/>
                </a:lnTo>
                <a:lnTo>
                  <a:pt x="116" y="2"/>
                </a:lnTo>
                <a:lnTo>
                  <a:pt x="112" y="2"/>
                </a:lnTo>
                <a:lnTo>
                  <a:pt x="110" y="2"/>
                </a:lnTo>
                <a:lnTo>
                  <a:pt x="108" y="2"/>
                </a:lnTo>
                <a:lnTo>
                  <a:pt x="105" y="2"/>
                </a:lnTo>
                <a:lnTo>
                  <a:pt x="103" y="3"/>
                </a:lnTo>
                <a:lnTo>
                  <a:pt x="100" y="3"/>
                </a:lnTo>
                <a:lnTo>
                  <a:pt x="98" y="3"/>
                </a:lnTo>
                <a:lnTo>
                  <a:pt x="96" y="4"/>
                </a:lnTo>
                <a:lnTo>
                  <a:pt x="93" y="5"/>
                </a:lnTo>
                <a:lnTo>
                  <a:pt x="91" y="5"/>
                </a:lnTo>
                <a:lnTo>
                  <a:pt x="90" y="6"/>
                </a:lnTo>
                <a:lnTo>
                  <a:pt x="87" y="8"/>
                </a:lnTo>
                <a:lnTo>
                  <a:pt x="85" y="9"/>
                </a:lnTo>
                <a:lnTo>
                  <a:pt x="82" y="10"/>
                </a:lnTo>
                <a:lnTo>
                  <a:pt x="81" y="12"/>
                </a:lnTo>
                <a:lnTo>
                  <a:pt x="79" y="14"/>
                </a:lnTo>
                <a:lnTo>
                  <a:pt x="76" y="16"/>
                </a:lnTo>
                <a:lnTo>
                  <a:pt x="74" y="17"/>
                </a:lnTo>
                <a:lnTo>
                  <a:pt x="72" y="20"/>
                </a:lnTo>
                <a:lnTo>
                  <a:pt x="68" y="22"/>
                </a:lnTo>
                <a:lnTo>
                  <a:pt x="66" y="24"/>
                </a:lnTo>
                <a:lnTo>
                  <a:pt x="62" y="28"/>
                </a:lnTo>
                <a:lnTo>
                  <a:pt x="60" y="30"/>
                </a:lnTo>
                <a:lnTo>
                  <a:pt x="56" y="34"/>
                </a:lnTo>
                <a:lnTo>
                  <a:pt x="52" y="38"/>
                </a:lnTo>
                <a:lnTo>
                  <a:pt x="49" y="41"/>
                </a:lnTo>
                <a:lnTo>
                  <a:pt x="44" y="46"/>
                </a:lnTo>
                <a:lnTo>
                  <a:pt x="40" y="50"/>
                </a:lnTo>
                <a:lnTo>
                  <a:pt x="37" y="53"/>
                </a:lnTo>
                <a:lnTo>
                  <a:pt x="33" y="57"/>
                </a:lnTo>
                <a:lnTo>
                  <a:pt x="30" y="60"/>
                </a:lnTo>
                <a:lnTo>
                  <a:pt x="27" y="64"/>
                </a:lnTo>
                <a:lnTo>
                  <a:pt x="24" y="66"/>
                </a:lnTo>
                <a:lnTo>
                  <a:pt x="21" y="69"/>
                </a:lnTo>
                <a:lnTo>
                  <a:pt x="19" y="72"/>
                </a:lnTo>
                <a:lnTo>
                  <a:pt x="16" y="75"/>
                </a:lnTo>
                <a:lnTo>
                  <a:pt x="14" y="77"/>
                </a:lnTo>
                <a:lnTo>
                  <a:pt x="13" y="80"/>
                </a:lnTo>
                <a:lnTo>
                  <a:pt x="10" y="82"/>
                </a:lnTo>
                <a:lnTo>
                  <a:pt x="9" y="84"/>
                </a:lnTo>
                <a:lnTo>
                  <a:pt x="8" y="86"/>
                </a:lnTo>
                <a:lnTo>
                  <a:pt x="7" y="88"/>
                </a:lnTo>
                <a:lnTo>
                  <a:pt x="6" y="90"/>
                </a:lnTo>
                <a:lnTo>
                  <a:pt x="4" y="93"/>
                </a:lnTo>
                <a:lnTo>
                  <a:pt x="3" y="94"/>
                </a:lnTo>
                <a:lnTo>
                  <a:pt x="3" y="96"/>
                </a:lnTo>
                <a:lnTo>
                  <a:pt x="2" y="99"/>
                </a:lnTo>
                <a:lnTo>
                  <a:pt x="2" y="101"/>
                </a:lnTo>
                <a:lnTo>
                  <a:pt x="1" y="104"/>
                </a:lnTo>
                <a:lnTo>
                  <a:pt x="1" y="106"/>
                </a:lnTo>
                <a:lnTo>
                  <a:pt x="1" y="108"/>
                </a:lnTo>
                <a:lnTo>
                  <a:pt x="1" y="111"/>
                </a:lnTo>
                <a:lnTo>
                  <a:pt x="1" y="114"/>
                </a:lnTo>
                <a:lnTo>
                  <a:pt x="0" y="117"/>
                </a:lnTo>
                <a:lnTo>
                  <a:pt x="0" y="120"/>
                </a:lnTo>
                <a:lnTo>
                  <a:pt x="0" y="123"/>
                </a:lnTo>
                <a:lnTo>
                  <a:pt x="0" y="126"/>
                </a:lnTo>
                <a:lnTo>
                  <a:pt x="0" y="131"/>
                </a:lnTo>
                <a:lnTo>
                  <a:pt x="0" y="135"/>
                </a:lnTo>
                <a:lnTo>
                  <a:pt x="0" y="138"/>
                </a:lnTo>
                <a:lnTo>
                  <a:pt x="0" y="143"/>
                </a:lnTo>
                <a:lnTo>
                  <a:pt x="0" y="147"/>
                </a:lnTo>
                <a:lnTo>
                  <a:pt x="0" y="150"/>
                </a:lnTo>
                <a:lnTo>
                  <a:pt x="0" y="154"/>
                </a:lnTo>
                <a:lnTo>
                  <a:pt x="0" y="158"/>
                </a:lnTo>
                <a:lnTo>
                  <a:pt x="0" y="160"/>
                </a:lnTo>
                <a:lnTo>
                  <a:pt x="0" y="164"/>
                </a:lnTo>
                <a:lnTo>
                  <a:pt x="0" y="168"/>
                </a:lnTo>
                <a:lnTo>
                  <a:pt x="0" y="172"/>
                </a:lnTo>
                <a:lnTo>
                  <a:pt x="0" y="176"/>
                </a:lnTo>
                <a:lnTo>
                  <a:pt x="0" y="181"/>
                </a:lnTo>
                <a:lnTo>
                  <a:pt x="0" y="185"/>
                </a:lnTo>
                <a:lnTo>
                  <a:pt x="0" y="190"/>
                </a:lnTo>
                <a:lnTo>
                  <a:pt x="0" y="196"/>
                </a:lnTo>
                <a:lnTo>
                  <a:pt x="0" y="202"/>
                </a:lnTo>
                <a:lnTo>
                  <a:pt x="0" y="208"/>
                </a:lnTo>
                <a:lnTo>
                  <a:pt x="0" y="215"/>
                </a:lnTo>
                <a:lnTo>
                  <a:pt x="0" y="224"/>
                </a:lnTo>
                <a:lnTo>
                  <a:pt x="0" y="232"/>
                </a:lnTo>
                <a:lnTo>
                  <a:pt x="0" y="241"/>
                </a:lnTo>
                <a:lnTo>
                  <a:pt x="0" y="251"/>
                </a:lnTo>
                <a:lnTo>
                  <a:pt x="0" y="261"/>
                </a:lnTo>
                <a:lnTo>
                  <a:pt x="0" y="273"/>
                </a:lnTo>
                <a:lnTo>
                  <a:pt x="0" y="286"/>
                </a:lnTo>
                <a:lnTo>
                  <a:pt x="0" y="299"/>
                </a:lnTo>
                <a:lnTo>
                  <a:pt x="0" y="314"/>
                </a:lnTo>
                <a:lnTo>
                  <a:pt x="0" y="329"/>
                </a:lnTo>
                <a:lnTo>
                  <a:pt x="0" y="346"/>
                </a:lnTo>
                <a:lnTo>
                  <a:pt x="0" y="363"/>
                </a:lnTo>
                <a:lnTo>
                  <a:pt x="0" y="382"/>
                </a:lnTo>
                <a:lnTo>
                  <a:pt x="0" y="403"/>
                </a:lnTo>
                <a:lnTo>
                  <a:pt x="0" y="423"/>
                </a:lnTo>
                <a:lnTo>
                  <a:pt x="0" y="442"/>
                </a:lnTo>
                <a:lnTo>
                  <a:pt x="0" y="460"/>
                </a:lnTo>
                <a:lnTo>
                  <a:pt x="0" y="477"/>
                </a:lnTo>
                <a:lnTo>
                  <a:pt x="0" y="493"/>
                </a:lnTo>
                <a:lnTo>
                  <a:pt x="0" y="507"/>
                </a:lnTo>
                <a:lnTo>
                  <a:pt x="0" y="520"/>
                </a:lnTo>
                <a:lnTo>
                  <a:pt x="0" y="532"/>
                </a:lnTo>
                <a:lnTo>
                  <a:pt x="0" y="544"/>
                </a:lnTo>
                <a:lnTo>
                  <a:pt x="0" y="555"/>
                </a:lnTo>
                <a:lnTo>
                  <a:pt x="0" y="565"/>
                </a:lnTo>
                <a:lnTo>
                  <a:pt x="0" y="574"/>
                </a:lnTo>
                <a:lnTo>
                  <a:pt x="0" y="583"/>
                </a:lnTo>
                <a:lnTo>
                  <a:pt x="0" y="590"/>
                </a:lnTo>
                <a:lnTo>
                  <a:pt x="0" y="597"/>
                </a:lnTo>
                <a:lnTo>
                  <a:pt x="0" y="604"/>
                </a:lnTo>
                <a:lnTo>
                  <a:pt x="0" y="610"/>
                </a:lnTo>
                <a:lnTo>
                  <a:pt x="0" y="615"/>
                </a:lnTo>
                <a:lnTo>
                  <a:pt x="0" y="621"/>
                </a:lnTo>
                <a:lnTo>
                  <a:pt x="0" y="626"/>
                </a:lnTo>
                <a:lnTo>
                  <a:pt x="0" y="629"/>
                </a:lnTo>
                <a:lnTo>
                  <a:pt x="0" y="634"/>
                </a:lnTo>
                <a:lnTo>
                  <a:pt x="0" y="638"/>
                </a:lnTo>
                <a:lnTo>
                  <a:pt x="0" y="641"/>
                </a:lnTo>
                <a:lnTo>
                  <a:pt x="0" y="645"/>
                </a:lnTo>
                <a:lnTo>
                  <a:pt x="0" y="649"/>
                </a:lnTo>
                <a:lnTo>
                  <a:pt x="0" y="652"/>
                </a:lnTo>
                <a:lnTo>
                  <a:pt x="0" y="656"/>
                </a:lnTo>
                <a:lnTo>
                  <a:pt x="0" y="659"/>
                </a:lnTo>
                <a:lnTo>
                  <a:pt x="0" y="663"/>
                </a:lnTo>
                <a:lnTo>
                  <a:pt x="0" y="667"/>
                </a:lnTo>
                <a:lnTo>
                  <a:pt x="0" y="671"/>
                </a:lnTo>
                <a:lnTo>
                  <a:pt x="0" y="675"/>
                </a:lnTo>
                <a:lnTo>
                  <a:pt x="0" y="679"/>
                </a:lnTo>
                <a:lnTo>
                  <a:pt x="0" y="682"/>
                </a:lnTo>
                <a:lnTo>
                  <a:pt x="0" y="686"/>
                </a:lnTo>
                <a:lnTo>
                  <a:pt x="0" y="689"/>
                </a:lnTo>
                <a:lnTo>
                  <a:pt x="0" y="692"/>
                </a:lnTo>
                <a:lnTo>
                  <a:pt x="0" y="694"/>
                </a:lnTo>
                <a:lnTo>
                  <a:pt x="0" y="698"/>
                </a:lnTo>
                <a:lnTo>
                  <a:pt x="0" y="700"/>
                </a:lnTo>
                <a:lnTo>
                  <a:pt x="0" y="703"/>
                </a:lnTo>
                <a:lnTo>
                  <a:pt x="0" y="705"/>
                </a:lnTo>
                <a:lnTo>
                  <a:pt x="0" y="707"/>
                </a:lnTo>
                <a:lnTo>
                  <a:pt x="0" y="709"/>
                </a:lnTo>
                <a:lnTo>
                  <a:pt x="0" y="711"/>
                </a:lnTo>
                <a:lnTo>
                  <a:pt x="0" y="713"/>
                </a:lnTo>
                <a:lnTo>
                  <a:pt x="0" y="716"/>
                </a:lnTo>
                <a:lnTo>
                  <a:pt x="0" y="717"/>
                </a:lnTo>
                <a:lnTo>
                  <a:pt x="0" y="719"/>
                </a:lnTo>
                <a:lnTo>
                  <a:pt x="0" y="722"/>
                </a:lnTo>
                <a:lnTo>
                  <a:pt x="0" y="724"/>
                </a:lnTo>
                <a:lnTo>
                  <a:pt x="0" y="727"/>
                </a:lnTo>
                <a:lnTo>
                  <a:pt x="0" y="729"/>
                </a:lnTo>
                <a:lnTo>
                  <a:pt x="0" y="731"/>
                </a:lnTo>
                <a:lnTo>
                  <a:pt x="0" y="734"/>
                </a:lnTo>
                <a:lnTo>
                  <a:pt x="0" y="736"/>
                </a:lnTo>
                <a:lnTo>
                  <a:pt x="0" y="739"/>
                </a:lnTo>
                <a:lnTo>
                  <a:pt x="0" y="742"/>
                </a:lnTo>
                <a:lnTo>
                  <a:pt x="0" y="746"/>
                </a:lnTo>
                <a:lnTo>
                  <a:pt x="0" y="748"/>
                </a:lnTo>
                <a:lnTo>
                  <a:pt x="0" y="752"/>
                </a:lnTo>
                <a:lnTo>
                  <a:pt x="0" y="757"/>
                </a:lnTo>
                <a:lnTo>
                  <a:pt x="0" y="760"/>
                </a:lnTo>
                <a:lnTo>
                  <a:pt x="0" y="764"/>
                </a:lnTo>
                <a:lnTo>
                  <a:pt x="0" y="769"/>
                </a:lnTo>
                <a:lnTo>
                  <a:pt x="0" y="772"/>
                </a:lnTo>
                <a:lnTo>
                  <a:pt x="0" y="775"/>
                </a:lnTo>
                <a:lnTo>
                  <a:pt x="0" y="778"/>
                </a:lnTo>
                <a:lnTo>
                  <a:pt x="1" y="781"/>
                </a:lnTo>
                <a:lnTo>
                  <a:pt x="1" y="784"/>
                </a:lnTo>
                <a:lnTo>
                  <a:pt x="1" y="787"/>
                </a:lnTo>
                <a:lnTo>
                  <a:pt x="1" y="789"/>
                </a:lnTo>
                <a:lnTo>
                  <a:pt x="1" y="791"/>
                </a:lnTo>
                <a:lnTo>
                  <a:pt x="2" y="794"/>
                </a:lnTo>
                <a:lnTo>
                  <a:pt x="2" y="796"/>
                </a:lnTo>
                <a:lnTo>
                  <a:pt x="3" y="799"/>
                </a:lnTo>
                <a:lnTo>
                  <a:pt x="3" y="801"/>
                </a:lnTo>
                <a:lnTo>
                  <a:pt x="4" y="802"/>
                </a:lnTo>
                <a:lnTo>
                  <a:pt x="6" y="805"/>
                </a:lnTo>
                <a:lnTo>
                  <a:pt x="7" y="807"/>
                </a:lnTo>
                <a:lnTo>
                  <a:pt x="8" y="809"/>
                </a:lnTo>
                <a:lnTo>
                  <a:pt x="9" y="811"/>
                </a:lnTo>
                <a:lnTo>
                  <a:pt x="10" y="813"/>
                </a:lnTo>
                <a:lnTo>
                  <a:pt x="13" y="815"/>
                </a:lnTo>
                <a:lnTo>
                  <a:pt x="14" y="818"/>
                </a:lnTo>
                <a:lnTo>
                  <a:pt x="16" y="820"/>
                </a:lnTo>
                <a:lnTo>
                  <a:pt x="19" y="823"/>
                </a:lnTo>
                <a:lnTo>
                  <a:pt x="21" y="825"/>
                </a:lnTo>
                <a:lnTo>
                  <a:pt x="24" y="829"/>
                </a:lnTo>
                <a:lnTo>
                  <a:pt x="27" y="831"/>
                </a:lnTo>
                <a:lnTo>
                  <a:pt x="30" y="835"/>
                </a:lnTo>
                <a:lnTo>
                  <a:pt x="33" y="838"/>
                </a:lnTo>
                <a:lnTo>
                  <a:pt x="37" y="842"/>
                </a:lnTo>
                <a:lnTo>
                  <a:pt x="40" y="845"/>
                </a:lnTo>
                <a:lnTo>
                  <a:pt x="44" y="849"/>
                </a:lnTo>
                <a:lnTo>
                  <a:pt x="49" y="854"/>
                </a:lnTo>
                <a:lnTo>
                  <a:pt x="52" y="857"/>
                </a:lnTo>
                <a:lnTo>
                  <a:pt x="56" y="861"/>
                </a:lnTo>
                <a:lnTo>
                  <a:pt x="60" y="865"/>
                </a:lnTo>
                <a:lnTo>
                  <a:pt x="62" y="867"/>
                </a:lnTo>
                <a:lnTo>
                  <a:pt x="66" y="871"/>
                </a:lnTo>
                <a:lnTo>
                  <a:pt x="68" y="873"/>
                </a:lnTo>
                <a:lnTo>
                  <a:pt x="72" y="875"/>
                </a:lnTo>
                <a:lnTo>
                  <a:pt x="74" y="878"/>
                </a:lnTo>
                <a:lnTo>
                  <a:pt x="76" y="880"/>
                </a:lnTo>
                <a:lnTo>
                  <a:pt x="79" y="881"/>
                </a:lnTo>
                <a:lnTo>
                  <a:pt x="81" y="884"/>
                </a:lnTo>
                <a:lnTo>
                  <a:pt x="82" y="885"/>
                </a:lnTo>
                <a:lnTo>
                  <a:pt x="85" y="886"/>
                </a:lnTo>
                <a:lnTo>
                  <a:pt x="87" y="887"/>
                </a:lnTo>
                <a:lnTo>
                  <a:pt x="90" y="889"/>
                </a:lnTo>
                <a:lnTo>
                  <a:pt x="91" y="890"/>
                </a:lnTo>
                <a:lnTo>
                  <a:pt x="93" y="891"/>
                </a:lnTo>
                <a:lnTo>
                  <a:pt x="96" y="891"/>
                </a:lnTo>
                <a:lnTo>
                  <a:pt x="98" y="892"/>
                </a:lnTo>
                <a:lnTo>
                  <a:pt x="100" y="892"/>
                </a:lnTo>
                <a:lnTo>
                  <a:pt x="103" y="892"/>
                </a:lnTo>
                <a:lnTo>
                  <a:pt x="105" y="893"/>
                </a:lnTo>
                <a:lnTo>
                  <a:pt x="108" y="893"/>
                </a:lnTo>
                <a:lnTo>
                  <a:pt x="110" y="893"/>
                </a:lnTo>
                <a:lnTo>
                  <a:pt x="112" y="893"/>
                </a:lnTo>
                <a:lnTo>
                  <a:pt x="116" y="893"/>
                </a:lnTo>
                <a:lnTo>
                  <a:pt x="120" y="895"/>
                </a:lnTo>
                <a:lnTo>
                  <a:pt x="122" y="895"/>
                </a:lnTo>
                <a:lnTo>
                  <a:pt x="126" y="895"/>
                </a:lnTo>
                <a:lnTo>
                  <a:pt x="130" y="895"/>
                </a:lnTo>
                <a:lnTo>
                  <a:pt x="134" y="895"/>
                </a:lnTo>
                <a:lnTo>
                  <a:pt x="138" y="895"/>
                </a:lnTo>
                <a:lnTo>
                  <a:pt x="141" y="895"/>
                </a:lnTo>
                <a:lnTo>
                  <a:pt x="145" y="895"/>
                </a:lnTo>
                <a:lnTo>
                  <a:pt x="148" y="895"/>
                </a:lnTo>
                <a:lnTo>
                  <a:pt x="152" y="895"/>
                </a:lnTo>
                <a:lnTo>
                  <a:pt x="156" y="895"/>
                </a:lnTo>
                <a:lnTo>
                  <a:pt x="159" y="895"/>
                </a:lnTo>
                <a:lnTo>
                  <a:pt x="162" y="895"/>
                </a:lnTo>
                <a:lnTo>
                  <a:pt x="165" y="895"/>
                </a:lnTo>
                <a:lnTo>
                  <a:pt x="168" y="895"/>
                </a:lnTo>
                <a:lnTo>
                  <a:pt x="171" y="895"/>
                </a:lnTo>
                <a:lnTo>
                  <a:pt x="175" y="895"/>
                </a:lnTo>
                <a:lnTo>
                  <a:pt x="178" y="895"/>
                </a:lnTo>
                <a:lnTo>
                  <a:pt x="182" y="895"/>
                </a:lnTo>
                <a:lnTo>
                  <a:pt x="186" y="895"/>
                </a:lnTo>
                <a:lnTo>
                  <a:pt x="189" y="895"/>
                </a:lnTo>
                <a:lnTo>
                  <a:pt x="194" y="895"/>
                </a:lnTo>
                <a:lnTo>
                  <a:pt x="199" y="895"/>
                </a:lnTo>
                <a:lnTo>
                  <a:pt x="204" y="895"/>
                </a:lnTo>
                <a:lnTo>
                  <a:pt x="208" y="895"/>
                </a:lnTo>
                <a:lnTo>
                  <a:pt x="214" y="895"/>
                </a:lnTo>
                <a:lnTo>
                  <a:pt x="220" y="895"/>
                </a:lnTo>
                <a:lnTo>
                  <a:pt x="228" y="895"/>
                </a:lnTo>
                <a:lnTo>
                  <a:pt x="235" y="895"/>
                </a:lnTo>
                <a:lnTo>
                  <a:pt x="242" y="895"/>
                </a:lnTo>
                <a:lnTo>
                  <a:pt x="250" y="895"/>
                </a:lnTo>
                <a:lnTo>
                  <a:pt x="259" y="895"/>
                </a:lnTo>
                <a:lnTo>
                  <a:pt x="268" y="895"/>
                </a:lnTo>
                <a:lnTo>
                  <a:pt x="278" y="895"/>
                </a:lnTo>
                <a:lnTo>
                  <a:pt x="289" y="895"/>
                </a:lnTo>
                <a:lnTo>
                  <a:pt x="301" y="895"/>
                </a:lnTo>
                <a:lnTo>
                  <a:pt x="313" y="895"/>
                </a:lnTo>
                <a:lnTo>
                  <a:pt x="325" y="895"/>
                </a:lnTo>
                <a:lnTo>
                  <a:pt x="335" y="895"/>
                </a:lnTo>
                <a:lnTo>
                  <a:pt x="346" y="895"/>
                </a:lnTo>
                <a:lnTo>
                  <a:pt x="357" y="895"/>
                </a:lnTo>
                <a:lnTo>
                  <a:pt x="367" y="895"/>
                </a:lnTo>
                <a:lnTo>
                  <a:pt x="375" y="895"/>
                </a:lnTo>
                <a:lnTo>
                  <a:pt x="383" y="895"/>
                </a:lnTo>
                <a:lnTo>
                  <a:pt x="392" y="895"/>
                </a:lnTo>
                <a:lnTo>
                  <a:pt x="399" y="895"/>
                </a:lnTo>
                <a:lnTo>
                  <a:pt x="406" y="895"/>
                </a:lnTo>
                <a:lnTo>
                  <a:pt x="413" y="895"/>
                </a:lnTo>
                <a:lnTo>
                  <a:pt x="421" y="895"/>
                </a:lnTo>
                <a:lnTo>
                  <a:pt x="427" y="895"/>
                </a:lnTo>
                <a:lnTo>
                  <a:pt x="434" y="895"/>
                </a:lnTo>
                <a:lnTo>
                  <a:pt x="440" y="895"/>
                </a:lnTo>
                <a:lnTo>
                  <a:pt x="446" y="895"/>
                </a:lnTo>
                <a:lnTo>
                  <a:pt x="453" y="895"/>
                </a:lnTo>
                <a:lnTo>
                  <a:pt x="459" y="895"/>
                </a:lnTo>
                <a:lnTo>
                  <a:pt x="465" y="895"/>
                </a:lnTo>
                <a:lnTo>
                  <a:pt x="472" y="895"/>
                </a:lnTo>
                <a:lnTo>
                  <a:pt x="478" y="895"/>
                </a:lnTo>
                <a:lnTo>
                  <a:pt x="485" y="895"/>
                </a:lnTo>
                <a:lnTo>
                  <a:pt x="493" y="895"/>
                </a:lnTo>
                <a:lnTo>
                  <a:pt x="501" y="895"/>
                </a:lnTo>
                <a:lnTo>
                  <a:pt x="508" y="895"/>
                </a:lnTo>
                <a:lnTo>
                  <a:pt x="517" y="895"/>
                </a:lnTo>
                <a:lnTo>
                  <a:pt x="526" y="895"/>
                </a:lnTo>
                <a:lnTo>
                  <a:pt x="536" y="895"/>
                </a:lnTo>
                <a:lnTo>
                  <a:pt x="545" y="895"/>
                </a:lnTo>
                <a:lnTo>
                  <a:pt x="556" y="895"/>
                </a:lnTo>
                <a:lnTo>
                  <a:pt x="568" y="895"/>
                </a:lnTo>
                <a:lnTo>
                  <a:pt x="580" y="895"/>
                </a:lnTo>
                <a:lnTo>
                  <a:pt x="592" y="895"/>
                </a:lnTo>
                <a:lnTo>
                  <a:pt x="604" y="895"/>
                </a:lnTo>
                <a:lnTo>
                  <a:pt x="614" y="895"/>
                </a:lnTo>
                <a:lnTo>
                  <a:pt x="625" y="895"/>
                </a:lnTo>
                <a:lnTo>
                  <a:pt x="634" y="895"/>
                </a:lnTo>
                <a:lnTo>
                  <a:pt x="643" y="895"/>
                </a:lnTo>
                <a:lnTo>
                  <a:pt x="651" y="895"/>
                </a:lnTo>
                <a:lnTo>
                  <a:pt x="658" y="895"/>
                </a:lnTo>
                <a:lnTo>
                  <a:pt x="665" y="895"/>
                </a:lnTo>
                <a:lnTo>
                  <a:pt x="671" y="895"/>
                </a:lnTo>
                <a:lnTo>
                  <a:pt x="677" y="895"/>
                </a:lnTo>
                <a:lnTo>
                  <a:pt x="683" y="895"/>
                </a:lnTo>
                <a:lnTo>
                  <a:pt x="689" y="895"/>
                </a:lnTo>
                <a:lnTo>
                  <a:pt x="694" y="895"/>
                </a:lnTo>
                <a:lnTo>
                  <a:pt x="699" y="895"/>
                </a:lnTo>
                <a:lnTo>
                  <a:pt x="703" y="895"/>
                </a:lnTo>
                <a:lnTo>
                  <a:pt x="707" y="895"/>
                </a:lnTo>
                <a:lnTo>
                  <a:pt x="711" y="895"/>
                </a:lnTo>
                <a:lnTo>
                  <a:pt x="715" y="895"/>
                </a:lnTo>
                <a:lnTo>
                  <a:pt x="718" y="895"/>
                </a:lnTo>
                <a:lnTo>
                  <a:pt x="721" y="895"/>
                </a:lnTo>
                <a:lnTo>
                  <a:pt x="724" y="895"/>
                </a:lnTo>
                <a:lnTo>
                  <a:pt x="728" y="895"/>
                </a:lnTo>
                <a:lnTo>
                  <a:pt x="730" y="895"/>
                </a:lnTo>
                <a:lnTo>
                  <a:pt x="734" y="895"/>
                </a:lnTo>
                <a:lnTo>
                  <a:pt x="737" y="895"/>
                </a:lnTo>
                <a:lnTo>
                  <a:pt x="740" y="895"/>
                </a:lnTo>
                <a:lnTo>
                  <a:pt x="743" y="895"/>
                </a:lnTo>
                <a:lnTo>
                  <a:pt x="747" y="895"/>
                </a:lnTo>
                <a:lnTo>
                  <a:pt x="751" y="895"/>
                </a:lnTo>
                <a:lnTo>
                  <a:pt x="754" y="895"/>
                </a:lnTo>
                <a:lnTo>
                  <a:pt x="759" y="895"/>
                </a:lnTo>
                <a:lnTo>
                  <a:pt x="763" y="895"/>
                </a:lnTo>
                <a:lnTo>
                  <a:pt x="766" y="895"/>
                </a:lnTo>
                <a:lnTo>
                  <a:pt x="770" y="895"/>
                </a:lnTo>
                <a:lnTo>
                  <a:pt x="773" y="895"/>
                </a:lnTo>
                <a:lnTo>
                  <a:pt x="777" y="893"/>
                </a:lnTo>
                <a:lnTo>
                  <a:pt x="779" y="893"/>
                </a:lnTo>
                <a:lnTo>
                  <a:pt x="783" y="893"/>
                </a:lnTo>
                <a:lnTo>
                  <a:pt x="785" y="893"/>
                </a:lnTo>
                <a:lnTo>
                  <a:pt x="788" y="893"/>
                </a:lnTo>
                <a:lnTo>
                  <a:pt x="790" y="892"/>
                </a:lnTo>
                <a:lnTo>
                  <a:pt x="793" y="892"/>
                </a:lnTo>
                <a:lnTo>
                  <a:pt x="795" y="892"/>
                </a:lnTo>
                <a:lnTo>
                  <a:pt x="797" y="891"/>
                </a:lnTo>
                <a:lnTo>
                  <a:pt x="799" y="891"/>
                </a:lnTo>
                <a:lnTo>
                  <a:pt x="801" y="890"/>
                </a:lnTo>
                <a:lnTo>
                  <a:pt x="803" y="889"/>
                </a:lnTo>
                <a:lnTo>
                  <a:pt x="806" y="887"/>
                </a:lnTo>
                <a:lnTo>
                  <a:pt x="807" y="886"/>
                </a:lnTo>
                <a:lnTo>
                  <a:pt x="809" y="885"/>
                </a:lnTo>
                <a:lnTo>
                  <a:pt x="812" y="884"/>
                </a:lnTo>
                <a:lnTo>
                  <a:pt x="814" y="881"/>
                </a:lnTo>
                <a:lnTo>
                  <a:pt x="817" y="880"/>
                </a:lnTo>
                <a:lnTo>
                  <a:pt x="819" y="878"/>
                </a:lnTo>
                <a:lnTo>
                  <a:pt x="821" y="875"/>
                </a:lnTo>
                <a:lnTo>
                  <a:pt x="824" y="873"/>
                </a:lnTo>
                <a:lnTo>
                  <a:pt x="827" y="871"/>
                </a:lnTo>
                <a:lnTo>
                  <a:pt x="830" y="867"/>
                </a:lnTo>
                <a:lnTo>
                  <a:pt x="833" y="865"/>
                </a:lnTo>
                <a:lnTo>
                  <a:pt x="837" y="861"/>
                </a:lnTo>
                <a:lnTo>
                  <a:pt x="841" y="857"/>
                </a:lnTo>
                <a:lnTo>
                  <a:pt x="844" y="854"/>
                </a:lnTo>
                <a:lnTo>
                  <a:pt x="848" y="849"/>
                </a:lnTo>
                <a:lnTo>
                  <a:pt x="851" y="845"/>
                </a:lnTo>
                <a:lnTo>
                  <a:pt x="856" y="842"/>
                </a:lnTo>
                <a:lnTo>
                  <a:pt x="860" y="838"/>
                </a:lnTo>
                <a:lnTo>
                  <a:pt x="862" y="835"/>
                </a:lnTo>
                <a:lnTo>
                  <a:pt x="866" y="831"/>
                </a:lnTo>
                <a:lnTo>
                  <a:pt x="868" y="829"/>
                </a:lnTo>
                <a:lnTo>
                  <a:pt x="872" y="825"/>
                </a:lnTo>
                <a:lnTo>
                  <a:pt x="874" y="823"/>
                </a:lnTo>
                <a:lnTo>
                  <a:pt x="875" y="820"/>
                </a:lnTo>
                <a:lnTo>
                  <a:pt x="878" y="818"/>
                </a:lnTo>
                <a:lnTo>
                  <a:pt x="880" y="815"/>
                </a:lnTo>
                <a:lnTo>
                  <a:pt x="881" y="813"/>
                </a:lnTo>
                <a:lnTo>
                  <a:pt x="884" y="811"/>
                </a:lnTo>
                <a:lnTo>
                  <a:pt x="885" y="809"/>
                </a:lnTo>
                <a:lnTo>
                  <a:pt x="886" y="807"/>
                </a:lnTo>
                <a:lnTo>
                  <a:pt x="887" y="805"/>
                </a:lnTo>
                <a:lnTo>
                  <a:pt x="887" y="802"/>
                </a:lnTo>
                <a:lnTo>
                  <a:pt x="889" y="801"/>
                </a:lnTo>
                <a:lnTo>
                  <a:pt x="890" y="799"/>
                </a:lnTo>
                <a:lnTo>
                  <a:pt x="890" y="796"/>
                </a:lnTo>
                <a:lnTo>
                  <a:pt x="891" y="794"/>
                </a:lnTo>
                <a:lnTo>
                  <a:pt x="891" y="791"/>
                </a:lnTo>
                <a:lnTo>
                  <a:pt x="891" y="789"/>
                </a:lnTo>
                <a:lnTo>
                  <a:pt x="892" y="787"/>
                </a:lnTo>
                <a:lnTo>
                  <a:pt x="892" y="784"/>
                </a:lnTo>
                <a:lnTo>
                  <a:pt x="892" y="781"/>
                </a:lnTo>
                <a:lnTo>
                  <a:pt x="892" y="778"/>
                </a:lnTo>
                <a:lnTo>
                  <a:pt x="892" y="775"/>
                </a:lnTo>
                <a:lnTo>
                  <a:pt x="892" y="772"/>
                </a:lnTo>
                <a:lnTo>
                  <a:pt x="892" y="769"/>
                </a:lnTo>
                <a:lnTo>
                  <a:pt x="892" y="764"/>
                </a:lnTo>
                <a:lnTo>
                  <a:pt x="892" y="760"/>
                </a:lnTo>
                <a:lnTo>
                  <a:pt x="892" y="757"/>
                </a:lnTo>
                <a:lnTo>
                  <a:pt x="892" y="752"/>
                </a:lnTo>
                <a:lnTo>
                  <a:pt x="892" y="748"/>
                </a:lnTo>
                <a:lnTo>
                  <a:pt x="892" y="746"/>
                </a:lnTo>
                <a:lnTo>
                  <a:pt x="892" y="742"/>
                </a:lnTo>
                <a:lnTo>
                  <a:pt x="892" y="739"/>
                </a:lnTo>
                <a:lnTo>
                  <a:pt x="892" y="736"/>
                </a:lnTo>
                <a:lnTo>
                  <a:pt x="892" y="734"/>
                </a:lnTo>
                <a:lnTo>
                  <a:pt x="892" y="731"/>
                </a:lnTo>
                <a:lnTo>
                  <a:pt x="892" y="729"/>
                </a:lnTo>
                <a:lnTo>
                  <a:pt x="892" y="727"/>
                </a:lnTo>
                <a:lnTo>
                  <a:pt x="892" y="724"/>
                </a:lnTo>
                <a:lnTo>
                  <a:pt x="892" y="722"/>
                </a:lnTo>
                <a:lnTo>
                  <a:pt x="892" y="719"/>
                </a:lnTo>
                <a:lnTo>
                  <a:pt x="892" y="717"/>
                </a:lnTo>
                <a:lnTo>
                  <a:pt x="892" y="716"/>
                </a:lnTo>
                <a:lnTo>
                  <a:pt x="892" y="713"/>
                </a:lnTo>
                <a:lnTo>
                  <a:pt x="892" y="711"/>
                </a:lnTo>
                <a:lnTo>
                  <a:pt x="892" y="709"/>
                </a:lnTo>
                <a:lnTo>
                  <a:pt x="892" y="707"/>
                </a:lnTo>
                <a:lnTo>
                  <a:pt x="892" y="705"/>
                </a:lnTo>
                <a:lnTo>
                  <a:pt x="892" y="703"/>
                </a:lnTo>
                <a:lnTo>
                  <a:pt x="892" y="700"/>
                </a:lnTo>
                <a:lnTo>
                  <a:pt x="892" y="698"/>
                </a:lnTo>
                <a:lnTo>
                  <a:pt x="892" y="694"/>
                </a:lnTo>
                <a:lnTo>
                  <a:pt x="892" y="692"/>
                </a:lnTo>
                <a:lnTo>
                  <a:pt x="892" y="689"/>
                </a:lnTo>
                <a:lnTo>
                  <a:pt x="892" y="686"/>
                </a:lnTo>
                <a:lnTo>
                  <a:pt x="892" y="682"/>
                </a:lnTo>
                <a:lnTo>
                  <a:pt x="892" y="679"/>
                </a:lnTo>
                <a:lnTo>
                  <a:pt x="892" y="675"/>
                </a:lnTo>
                <a:lnTo>
                  <a:pt x="892" y="671"/>
                </a:lnTo>
                <a:lnTo>
                  <a:pt x="892" y="667"/>
                </a:lnTo>
                <a:lnTo>
                  <a:pt x="892" y="663"/>
                </a:lnTo>
                <a:lnTo>
                  <a:pt x="892" y="659"/>
                </a:lnTo>
                <a:lnTo>
                  <a:pt x="892" y="656"/>
                </a:lnTo>
                <a:lnTo>
                  <a:pt x="892" y="652"/>
                </a:lnTo>
                <a:lnTo>
                  <a:pt x="892" y="649"/>
                </a:lnTo>
                <a:lnTo>
                  <a:pt x="892" y="646"/>
                </a:lnTo>
                <a:lnTo>
                  <a:pt x="892" y="643"/>
                </a:lnTo>
                <a:lnTo>
                  <a:pt x="892" y="639"/>
                </a:lnTo>
                <a:lnTo>
                  <a:pt x="892" y="635"/>
                </a:lnTo>
                <a:lnTo>
                  <a:pt x="892" y="632"/>
                </a:lnTo>
                <a:lnTo>
                  <a:pt x="892" y="628"/>
                </a:lnTo>
                <a:lnTo>
                  <a:pt x="892" y="623"/>
                </a:lnTo>
                <a:lnTo>
                  <a:pt x="892" y="619"/>
                </a:lnTo>
                <a:lnTo>
                  <a:pt x="892" y="615"/>
                </a:lnTo>
                <a:lnTo>
                  <a:pt x="892" y="609"/>
                </a:lnTo>
                <a:lnTo>
                  <a:pt x="892" y="604"/>
                </a:lnTo>
                <a:lnTo>
                  <a:pt x="892" y="598"/>
                </a:lnTo>
                <a:lnTo>
                  <a:pt x="892" y="592"/>
                </a:lnTo>
                <a:lnTo>
                  <a:pt x="892" y="585"/>
                </a:lnTo>
                <a:lnTo>
                  <a:pt x="892" y="578"/>
                </a:lnTo>
                <a:lnTo>
                  <a:pt x="892" y="569"/>
                </a:lnTo>
                <a:lnTo>
                  <a:pt x="892" y="561"/>
                </a:lnTo>
                <a:lnTo>
                  <a:pt x="892" y="551"/>
                </a:lnTo>
                <a:lnTo>
                  <a:pt x="892" y="542"/>
                </a:lnTo>
                <a:lnTo>
                  <a:pt x="892" y="531"/>
                </a:lnTo>
                <a:lnTo>
                  <a:pt x="892" y="519"/>
                </a:lnTo>
                <a:lnTo>
                  <a:pt x="892" y="507"/>
                </a:lnTo>
                <a:lnTo>
                  <a:pt x="892" y="494"/>
                </a:lnTo>
                <a:lnTo>
                  <a:pt x="892" y="479"/>
                </a:lnTo>
                <a:lnTo>
                  <a:pt x="892" y="464"/>
                </a:lnTo>
                <a:lnTo>
                  <a:pt x="892" y="447"/>
                </a:lnTo>
                <a:lnTo>
                  <a:pt x="892" y="431"/>
                </a:lnTo>
                <a:lnTo>
                  <a:pt x="892" y="416"/>
                </a:lnTo>
                <a:lnTo>
                  <a:pt x="892" y="401"/>
                </a:lnTo>
                <a:lnTo>
                  <a:pt x="892" y="388"/>
                </a:lnTo>
                <a:lnTo>
                  <a:pt x="892" y="376"/>
                </a:lnTo>
                <a:lnTo>
                  <a:pt x="892" y="364"/>
                </a:lnTo>
                <a:lnTo>
                  <a:pt x="892" y="353"/>
                </a:lnTo>
                <a:lnTo>
                  <a:pt x="892" y="344"/>
                </a:lnTo>
                <a:lnTo>
                  <a:pt x="892" y="334"/>
                </a:lnTo>
                <a:lnTo>
                  <a:pt x="892" y="326"/>
                </a:lnTo>
                <a:lnTo>
                  <a:pt x="892" y="317"/>
                </a:lnTo>
                <a:lnTo>
                  <a:pt x="892" y="310"/>
                </a:lnTo>
                <a:lnTo>
                  <a:pt x="892" y="303"/>
                </a:lnTo>
                <a:lnTo>
                  <a:pt x="892" y="297"/>
                </a:lnTo>
                <a:lnTo>
                  <a:pt x="892" y="291"/>
                </a:lnTo>
                <a:lnTo>
                  <a:pt x="892" y="286"/>
                </a:lnTo>
                <a:lnTo>
                  <a:pt x="892" y="280"/>
                </a:lnTo>
                <a:lnTo>
                  <a:pt x="892" y="275"/>
                </a:lnTo>
                <a:lnTo>
                  <a:pt x="892" y="272"/>
                </a:lnTo>
                <a:lnTo>
                  <a:pt x="892" y="267"/>
                </a:lnTo>
                <a:lnTo>
                  <a:pt x="892" y="263"/>
                </a:lnTo>
                <a:lnTo>
                  <a:pt x="892" y="260"/>
                </a:lnTo>
                <a:lnTo>
                  <a:pt x="892" y="256"/>
                </a:lnTo>
                <a:lnTo>
                  <a:pt x="892" y="253"/>
                </a:lnTo>
                <a:lnTo>
                  <a:pt x="892" y="249"/>
                </a:lnTo>
                <a:lnTo>
                  <a:pt x="892" y="247"/>
                </a:lnTo>
                <a:lnTo>
                  <a:pt x="892" y="243"/>
                </a:lnTo>
                <a:lnTo>
                  <a:pt x="892" y="239"/>
                </a:lnTo>
                <a:lnTo>
                  <a:pt x="892" y="236"/>
                </a:lnTo>
                <a:lnTo>
                  <a:pt x="892" y="232"/>
                </a:lnTo>
                <a:lnTo>
                  <a:pt x="892" y="229"/>
                </a:lnTo>
                <a:lnTo>
                  <a:pt x="892" y="224"/>
                </a:lnTo>
                <a:lnTo>
                  <a:pt x="892" y="220"/>
                </a:lnTo>
                <a:lnTo>
                  <a:pt x="892" y="217"/>
                </a:lnTo>
                <a:lnTo>
                  <a:pt x="892" y="213"/>
                </a:lnTo>
                <a:lnTo>
                  <a:pt x="892" y="209"/>
                </a:lnTo>
                <a:lnTo>
                  <a:pt x="892" y="206"/>
                </a:lnTo>
                <a:lnTo>
                  <a:pt x="892" y="203"/>
                </a:lnTo>
                <a:lnTo>
                  <a:pt x="892" y="201"/>
                </a:lnTo>
                <a:lnTo>
                  <a:pt x="892" y="197"/>
                </a:lnTo>
                <a:lnTo>
                  <a:pt x="892" y="195"/>
                </a:lnTo>
                <a:lnTo>
                  <a:pt x="892" y="193"/>
                </a:lnTo>
                <a:lnTo>
                  <a:pt x="892" y="190"/>
                </a:lnTo>
                <a:lnTo>
                  <a:pt x="892" y="188"/>
                </a:lnTo>
                <a:lnTo>
                  <a:pt x="892" y="187"/>
                </a:lnTo>
                <a:lnTo>
                  <a:pt x="892" y="184"/>
                </a:lnTo>
                <a:lnTo>
                  <a:pt x="892" y="182"/>
                </a:lnTo>
                <a:lnTo>
                  <a:pt x="892" y="179"/>
                </a:lnTo>
                <a:lnTo>
                  <a:pt x="892" y="177"/>
                </a:lnTo>
                <a:lnTo>
                  <a:pt x="892" y="176"/>
                </a:lnTo>
                <a:lnTo>
                  <a:pt x="892" y="173"/>
                </a:lnTo>
                <a:lnTo>
                  <a:pt x="892" y="171"/>
                </a:lnTo>
                <a:lnTo>
                  <a:pt x="892" y="168"/>
                </a:lnTo>
                <a:lnTo>
                  <a:pt x="892" y="166"/>
                </a:lnTo>
                <a:lnTo>
                  <a:pt x="892" y="164"/>
                </a:lnTo>
                <a:lnTo>
                  <a:pt x="892" y="161"/>
                </a:lnTo>
                <a:lnTo>
                  <a:pt x="892" y="159"/>
                </a:lnTo>
                <a:lnTo>
                  <a:pt x="892" y="156"/>
                </a:lnTo>
                <a:lnTo>
                  <a:pt x="892" y="153"/>
                </a:lnTo>
                <a:lnTo>
                  <a:pt x="892" y="149"/>
                </a:lnTo>
                <a:lnTo>
                  <a:pt x="892" y="147"/>
                </a:lnTo>
                <a:lnTo>
                  <a:pt x="892" y="143"/>
                </a:lnTo>
                <a:lnTo>
                  <a:pt x="892" y="138"/>
                </a:lnTo>
                <a:lnTo>
                  <a:pt x="892" y="135"/>
                </a:lnTo>
                <a:lnTo>
                  <a:pt x="892" y="131"/>
                </a:lnTo>
                <a:lnTo>
                  <a:pt x="892" y="126"/>
                </a:lnTo>
                <a:lnTo>
                  <a:pt x="892" y="123"/>
                </a:lnTo>
                <a:lnTo>
                  <a:pt x="892" y="120"/>
                </a:lnTo>
                <a:lnTo>
                  <a:pt x="892" y="117"/>
                </a:lnTo>
                <a:lnTo>
                  <a:pt x="892" y="114"/>
                </a:lnTo>
                <a:lnTo>
                  <a:pt x="892" y="111"/>
                </a:lnTo>
                <a:lnTo>
                  <a:pt x="892" y="108"/>
                </a:lnTo>
                <a:lnTo>
                  <a:pt x="891" y="106"/>
                </a:lnTo>
                <a:lnTo>
                  <a:pt x="891" y="104"/>
                </a:lnTo>
                <a:lnTo>
                  <a:pt x="891" y="101"/>
                </a:lnTo>
                <a:lnTo>
                  <a:pt x="890" y="99"/>
                </a:lnTo>
                <a:lnTo>
                  <a:pt x="890" y="96"/>
                </a:lnTo>
                <a:lnTo>
                  <a:pt x="889" y="94"/>
                </a:lnTo>
                <a:lnTo>
                  <a:pt x="887" y="93"/>
                </a:lnTo>
                <a:lnTo>
                  <a:pt x="887" y="90"/>
                </a:lnTo>
                <a:lnTo>
                  <a:pt x="886" y="88"/>
                </a:lnTo>
                <a:lnTo>
                  <a:pt x="885" y="86"/>
                </a:lnTo>
                <a:lnTo>
                  <a:pt x="884" y="84"/>
                </a:lnTo>
                <a:lnTo>
                  <a:pt x="881" y="82"/>
                </a:lnTo>
                <a:lnTo>
                  <a:pt x="880" y="80"/>
                </a:lnTo>
                <a:lnTo>
                  <a:pt x="878" y="77"/>
                </a:lnTo>
                <a:lnTo>
                  <a:pt x="875" y="75"/>
                </a:lnTo>
                <a:lnTo>
                  <a:pt x="874" y="72"/>
                </a:lnTo>
                <a:lnTo>
                  <a:pt x="872" y="69"/>
                </a:lnTo>
                <a:lnTo>
                  <a:pt x="868" y="66"/>
                </a:lnTo>
                <a:lnTo>
                  <a:pt x="866" y="64"/>
                </a:lnTo>
                <a:lnTo>
                  <a:pt x="862" y="60"/>
                </a:lnTo>
                <a:lnTo>
                  <a:pt x="860" y="57"/>
                </a:lnTo>
                <a:lnTo>
                  <a:pt x="856" y="53"/>
                </a:lnTo>
                <a:lnTo>
                  <a:pt x="851" y="50"/>
                </a:lnTo>
                <a:lnTo>
                  <a:pt x="848" y="46"/>
                </a:lnTo>
                <a:lnTo>
                  <a:pt x="844" y="41"/>
                </a:lnTo>
                <a:lnTo>
                  <a:pt x="841" y="38"/>
                </a:lnTo>
                <a:lnTo>
                  <a:pt x="837" y="34"/>
                </a:lnTo>
                <a:lnTo>
                  <a:pt x="833" y="30"/>
                </a:lnTo>
                <a:lnTo>
                  <a:pt x="830" y="28"/>
                </a:lnTo>
                <a:lnTo>
                  <a:pt x="827" y="24"/>
                </a:lnTo>
                <a:lnTo>
                  <a:pt x="824" y="22"/>
                </a:lnTo>
                <a:lnTo>
                  <a:pt x="821" y="20"/>
                </a:lnTo>
                <a:lnTo>
                  <a:pt x="819" y="17"/>
                </a:lnTo>
                <a:lnTo>
                  <a:pt x="817" y="16"/>
                </a:lnTo>
                <a:lnTo>
                  <a:pt x="814" y="14"/>
                </a:lnTo>
                <a:lnTo>
                  <a:pt x="812" y="12"/>
                </a:lnTo>
                <a:lnTo>
                  <a:pt x="809" y="10"/>
                </a:lnTo>
                <a:lnTo>
                  <a:pt x="807" y="9"/>
                </a:lnTo>
                <a:lnTo>
                  <a:pt x="806" y="8"/>
                </a:lnTo>
                <a:lnTo>
                  <a:pt x="803" y="6"/>
                </a:lnTo>
                <a:lnTo>
                  <a:pt x="801" y="5"/>
                </a:lnTo>
                <a:lnTo>
                  <a:pt x="799" y="5"/>
                </a:lnTo>
                <a:lnTo>
                  <a:pt x="797" y="4"/>
                </a:lnTo>
                <a:lnTo>
                  <a:pt x="795" y="3"/>
                </a:lnTo>
                <a:lnTo>
                  <a:pt x="793" y="3"/>
                </a:lnTo>
                <a:lnTo>
                  <a:pt x="790" y="3"/>
                </a:lnTo>
                <a:lnTo>
                  <a:pt x="788" y="2"/>
                </a:lnTo>
                <a:lnTo>
                  <a:pt x="785" y="2"/>
                </a:lnTo>
                <a:lnTo>
                  <a:pt x="783" y="2"/>
                </a:lnTo>
                <a:lnTo>
                  <a:pt x="779" y="2"/>
                </a:lnTo>
                <a:lnTo>
                  <a:pt x="777" y="2"/>
                </a:lnTo>
                <a:lnTo>
                  <a:pt x="773" y="2"/>
                </a:lnTo>
                <a:lnTo>
                  <a:pt x="770" y="0"/>
                </a:lnTo>
                <a:lnTo>
                  <a:pt x="766" y="0"/>
                </a:lnTo>
                <a:lnTo>
                  <a:pt x="763" y="0"/>
                </a:lnTo>
                <a:lnTo>
                  <a:pt x="759" y="0"/>
                </a:lnTo>
                <a:lnTo>
                  <a:pt x="754" y="0"/>
                </a:lnTo>
                <a:lnTo>
                  <a:pt x="751" y="0"/>
                </a:lnTo>
                <a:lnTo>
                  <a:pt x="747" y="0"/>
                </a:lnTo>
                <a:lnTo>
                  <a:pt x="743" y="0"/>
                </a:lnTo>
                <a:lnTo>
                  <a:pt x="741" y="0"/>
                </a:lnTo>
                <a:lnTo>
                  <a:pt x="737" y="0"/>
                </a:lnTo>
                <a:lnTo>
                  <a:pt x="734" y="0"/>
                </a:lnTo>
                <a:lnTo>
                  <a:pt x="731" y="0"/>
                </a:lnTo>
                <a:lnTo>
                  <a:pt x="729" y="0"/>
                </a:lnTo>
                <a:lnTo>
                  <a:pt x="725" y="0"/>
                </a:lnTo>
                <a:lnTo>
                  <a:pt x="723" y="0"/>
                </a:lnTo>
                <a:lnTo>
                  <a:pt x="721" y="0"/>
                </a:lnTo>
                <a:lnTo>
                  <a:pt x="717" y="0"/>
                </a:lnTo>
                <a:lnTo>
                  <a:pt x="715" y="0"/>
                </a:lnTo>
                <a:lnTo>
                  <a:pt x="711" y="0"/>
                </a:lnTo>
                <a:lnTo>
                  <a:pt x="709" y="0"/>
                </a:lnTo>
                <a:lnTo>
                  <a:pt x="705" y="0"/>
                </a:lnTo>
                <a:lnTo>
                  <a:pt x="701" y="0"/>
                </a:lnTo>
                <a:lnTo>
                  <a:pt x="698" y="0"/>
                </a:lnTo>
                <a:lnTo>
                  <a:pt x="694" y="0"/>
                </a:lnTo>
                <a:lnTo>
                  <a:pt x="691" y="0"/>
                </a:lnTo>
                <a:lnTo>
                  <a:pt x="686" y="0"/>
                </a:lnTo>
                <a:lnTo>
                  <a:pt x="682" y="0"/>
                </a:lnTo>
                <a:lnTo>
                  <a:pt x="677" y="0"/>
                </a:lnTo>
                <a:lnTo>
                  <a:pt x="671" y="0"/>
                </a:lnTo>
                <a:lnTo>
                  <a:pt x="667" y="0"/>
                </a:lnTo>
                <a:lnTo>
                  <a:pt x="661" y="0"/>
                </a:lnTo>
                <a:lnTo>
                  <a:pt x="655" y="0"/>
                </a:lnTo>
                <a:lnTo>
                  <a:pt x="647" y="0"/>
                </a:lnTo>
                <a:lnTo>
                  <a:pt x="640" y="0"/>
                </a:lnTo>
                <a:lnTo>
                  <a:pt x="633" y="0"/>
                </a:lnTo>
                <a:lnTo>
                  <a:pt x="625" y="0"/>
                </a:lnTo>
                <a:lnTo>
                  <a:pt x="616" y="0"/>
                </a:lnTo>
                <a:lnTo>
                  <a:pt x="609" y="0"/>
                </a:lnTo>
                <a:lnTo>
                  <a:pt x="602" y="0"/>
                </a:lnTo>
                <a:lnTo>
                  <a:pt x="595" y="0"/>
                </a:lnTo>
                <a:lnTo>
                  <a:pt x="589" y="0"/>
                </a:lnTo>
                <a:lnTo>
                  <a:pt x="583" y="0"/>
                </a:lnTo>
                <a:lnTo>
                  <a:pt x="578" y="0"/>
                </a:lnTo>
                <a:lnTo>
                  <a:pt x="572" y="0"/>
                </a:lnTo>
                <a:lnTo>
                  <a:pt x="567" y="0"/>
                </a:lnTo>
                <a:lnTo>
                  <a:pt x="563" y="0"/>
                </a:lnTo>
                <a:lnTo>
                  <a:pt x="559" y="0"/>
                </a:lnTo>
                <a:lnTo>
                  <a:pt x="555" y="0"/>
                </a:lnTo>
                <a:lnTo>
                  <a:pt x="551" y="0"/>
                </a:lnTo>
                <a:lnTo>
                  <a:pt x="548" y="0"/>
                </a:lnTo>
                <a:lnTo>
                  <a:pt x="544" y="0"/>
                </a:lnTo>
                <a:lnTo>
                  <a:pt x="541" y="0"/>
                </a:lnTo>
                <a:lnTo>
                  <a:pt x="538" y="0"/>
                </a:lnTo>
                <a:lnTo>
                  <a:pt x="535" y="0"/>
                </a:lnTo>
                <a:lnTo>
                  <a:pt x="532" y="0"/>
                </a:lnTo>
                <a:lnTo>
                  <a:pt x="530" y="0"/>
                </a:lnTo>
                <a:lnTo>
                  <a:pt x="526" y="0"/>
                </a:lnTo>
                <a:lnTo>
                  <a:pt x="524" y="0"/>
                </a:lnTo>
                <a:lnTo>
                  <a:pt x="521" y="0"/>
                </a:lnTo>
                <a:lnTo>
                  <a:pt x="518" y="0"/>
                </a:lnTo>
                <a:lnTo>
                  <a:pt x="515" y="0"/>
                </a:lnTo>
                <a:lnTo>
                  <a:pt x="512" y="0"/>
                </a:lnTo>
                <a:lnTo>
                  <a:pt x="509" y="0"/>
                </a:lnTo>
                <a:lnTo>
                  <a:pt x="506" y="0"/>
                </a:lnTo>
                <a:lnTo>
                  <a:pt x="502" y="0"/>
                </a:lnTo>
                <a:lnTo>
                  <a:pt x="499" y="0"/>
                </a:lnTo>
                <a:lnTo>
                  <a:pt x="495" y="0"/>
                </a:lnTo>
                <a:lnTo>
                  <a:pt x="490" y="0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07" name="Rectangle 84">
            <a:extLst>
              <a:ext uri="{FF2B5EF4-FFF2-40B4-BE49-F238E27FC236}">
                <a16:creationId xmlns:a16="http://schemas.microsoft.com/office/drawing/2014/main" id="{FC8280FC-0577-4330-AF91-D9CED2720D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22971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08" name="Freeform 85">
            <a:extLst>
              <a:ext uri="{FF2B5EF4-FFF2-40B4-BE49-F238E27FC236}">
                <a16:creationId xmlns:a16="http://schemas.microsoft.com/office/drawing/2014/main" id="{09434934-2A5A-4C2F-9CC7-FB550FCE0D42}"/>
              </a:ext>
            </a:extLst>
          </p:cNvPr>
          <p:cNvSpPr>
            <a:spLocks/>
          </p:cNvSpPr>
          <p:nvPr/>
        </p:nvSpPr>
        <p:spPr bwMode="auto">
          <a:xfrm>
            <a:off x="3355975" y="1577975"/>
            <a:ext cx="157163" cy="568325"/>
          </a:xfrm>
          <a:custGeom>
            <a:avLst/>
            <a:gdLst>
              <a:gd name="T0" fmla="*/ 0 w 240"/>
              <a:gd name="T1" fmla="*/ 2147483646 h 864"/>
              <a:gd name="T2" fmla="*/ 2147483646 w 240"/>
              <a:gd name="T3" fmla="*/ 2147483646 h 864"/>
              <a:gd name="T4" fmla="*/ 2147483646 w 240"/>
              <a:gd name="T5" fmla="*/ 2147483646 h 864"/>
              <a:gd name="T6" fmla="*/ 2147483646 w 240"/>
              <a:gd name="T7" fmla="*/ 2147483646 h 864"/>
              <a:gd name="T8" fmla="*/ 2147483646 w 240"/>
              <a:gd name="T9" fmla="*/ 2147483646 h 864"/>
              <a:gd name="T10" fmla="*/ 2147483646 w 240"/>
              <a:gd name="T11" fmla="*/ 2147483646 h 864"/>
              <a:gd name="T12" fmla="*/ 2147483646 w 240"/>
              <a:gd name="T13" fmla="*/ 2147483646 h 864"/>
              <a:gd name="T14" fmla="*/ 2147483646 w 240"/>
              <a:gd name="T15" fmla="*/ 2147483646 h 864"/>
              <a:gd name="T16" fmla="*/ 2147483646 w 240"/>
              <a:gd name="T17" fmla="*/ 2147483646 h 864"/>
              <a:gd name="T18" fmla="*/ 2147483646 w 240"/>
              <a:gd name="T19" fmla="*/ 2147483646 h 864"/>
              <a:gd name="T20" fmla="*/ 2147483646 w 240"/>
              <a:gd name="T21" fmla="*/ 0 h 864"/>
              <a:gd name="T22" fmla="*/ 2147483646 w 240"/>
              <a:gd name="T23" fmla="*/ 0 h 864"/>
              <a:gd name="T24" fmla="*/ 2147483646 w 240"/>
              <a:gd name="T25" fmla="*/ 2147483646 h 864"/>
              <a:gd name="T26" fmla="*/ 2147483646 w 240"/>
              <a:gd name="T27" fmla="*/ 2147483646 h 864"/>
              <a:gd name="T28" fmla="*/ 2147483646 w 240"/>
              <a:gd name="T29" fmla="*/ 2147483646 h 864"/>
              <a:gd name="T30" fmla="*/ 2147483646 w 240"/>
              <a:gd name="T31" fmla="*/ 2147483646 h 864"/>
              <a:gd name="T32" fmla="*/ 2147483646 w 240"/>
              <a:gd name="T33" fmla="*/ 2147483646 h 864"/>
              <a:gd name="T34" fmla="*/ 2147483646 w 240"/>
              <a:gd name="T35" fmla="*/ 2147483646 h 864"/>
              <a:gd name="T36" fmla="*/ 2147483646 w 240"/>
              <a:gd name="T37" fmla="*/ 2147483646 h 864"/>
              <a:gd name="T38" fmla="*/ 2147483646 w 240"/>
              <a:gd name="T39" fmla="*/ 2147483646 h 864"/>
              <a:gd name="T40" fmla="*/ 2147483646 w 240"/>
              <a:gd name="T41" fmla="*/ 2147483646 h 864"/>
              <a:gd name="T42" fmla="*/ 2147483646 w 240"/>
              <a:gd name="T43" fmla="*/ 2147483646 h 864"/>
              <a:gd name="T44" fmla="*/ 2147483646 w 240"/>
              <a:gd name="T45" fmla="*/ 2147483646 h 864"/>
              <a:gd name="T46" fmla="*/ 2147483646 w 240"/>
              <a:gd name="T47" fmla="*/ 2147483646 h 864"/>
              <a:gd name="T48" fmla="*/ 2147483646 w 240"/>
              <a:gd name="T49" fmla="*/ 2147483646 h 864"/>
              <a:gd name="T50" fmla="*/ 2147483646 w 240"/>
              <a:gd name="T51" fmla="*/ 2147483646 h 864"/>
              <a:gd name="T52" fmla="*/ 2147483646 w 240"/>
              <a:gd name="T53" fmla="*/ 2147483646 h 864"/>
              <a:gd name="T54" fmla="*/ 2147483646 w 240"/>
              <a:gd name="T55" fmla="*/ 2147483646 h 864"/>
              <a:gd name="T56" fmla="*/ 2147483646 w 240"/>
              <a:gd name="T57" fmla="*/ 2147483646 h 864"/>
              <a:gd name="T58" fmla="*/ 2147483646 w 240"/>
              <a:gd name="T59" fmla="*/ 2147483646 h 864"/>
              <a:gd name="T60" fmla="*/ 2147483646 w 240"/>
              <a:gd name="T61" fmla="*/ 2147483646 h 864"/>
              <a:gd name="T62" fmla="*/ 2147483646 w 240"/>
              <a:gd name="T63" fmla="*/ 2147483646 h 864"/>
              <a:gd name="T64" fmla="*/ 2147483646 w 240"/>
              <a:gd name="T65" fmla="*/ 2147483646 h 864"/>
              <a:gd name="T66" fmla="*/ 2147483646 w 240"/>
              <a:gd name="T67" fmla="*/ 2147483646 h 864"/>
              <a:gd name="T68" fmla="*/ 2147483646 w 240"/>
              <a:gd name="T69" fmla="*/ 2147483646 h 864"/>
              <a:gd name="T70" fmla="*/ 2147483646 w 240"/>
              <a:gd name="T71" fmla="*/ 2147483646 h 864"/>
              <a:gd name="T72" fmla="*/ 2147483646 w 240"/>
              <a:gd name="T73" fmla="*/ 2147483646 h 864"/>
              <a:gd name="T74" fmla="*/ 2147483646 w 240"/>
              <a:gd name="T75" fmla="*/ 2147483646 h 864"/>
              <a:gd name="T76" fmla="*/ 2147483646 w 240"/>
              <a:gd name="T77" fmla="*/ 2147483646 h 864"/>
              <a:gd name="T78" fmla="*/ 2147483646 w 240"/>
              <a:gd name="T79" fmla="*/ 2147483646 h 864"/>
              <a:gd name="T80" fmla="*/ 2147483646 w 240"/>
              <a:gd name="T81" fmla="*/ 2147483646 h 864"/>
              <a:gd name="T82" fmla="*/ 2147483646 w 240"/>
              <a:gd name="T83" fmla="*/ 2147483646 h 864"/>
              <a:gd name="T84" fmla="*/ 2147483646 w 240"/>
              <a:gd name="T85" fmla="*/ 2147483646 h 864"/>
              <a:gd name="T86" fmla="*/ 2147483646 w 240"/>
              <a:gd name="T87" fmla="*/ 2147483646 h 864"/>
              <a:gd name="T88" fmla="*/ 0 w 240"/>
              <a:gd name="T89" fmla="*/ 2147483646 h 86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40" h="864">
                <a:moveTo>
                  <a:pt x="0" y="736"/>
                </a:moveTo>
                <a:lnTo>
                  <a:pt x="0" y="127"/>
                </a:lnTo>
                <a:lnTo>
                  <a:pt x="0" y="121"/>
                </a:lnTo>
                <a:lnTo>
                  <a:pt x="1" y="114"/>
                </a:lnTo>
                <a:lnTo>
                  <a:pt x="1" y="108"/>
                </a:lnTo>
                <a:lnTo>
                  <a:pt x="2" y="102"/>
                </a:lnTo>
                <a:lnTo>
                  <a:pt x="3" y="96"/>
                </a:lnTo>
                <a:lnTo>
                  <a:pt x="6" y="90"/>
                </a:lnTo>
                <a:lnTo>
                  <a:pt x="8" y="84"/>
                </a:lnTo>
                <a:lnTo>
                  <a:pt x="9" y="78"/>
                </a:lnTo>
                <a:lnTo>
                  <a:pt x="13" y="72"/>
                </a:lnTo>
                <a:lnTo>
                  <a:pt x="15" y="67"/>
                </a:lnTo>
                <a:lnTo>
                  <a:pt x="18" y="61"/>
                </a:lnTo>
                <a:lnTo>
                  <a:pt x="21" y="56"/>
                </a:lnTo>
                <a:lnTo>
                  <a:pt x="25" y="52"/>
                </a:lnTo>
                <a:lnTo>
                  <a:pt x="29" y="47"/>
                </a:lnTo>
                <a:lnTo>
                  <a:pt x="33" y="42"/>
                </a:lnTo>
                <a:lnTo>
                  <a:pt x="37" y="37"/>
                </a:lnTo>
                <a:lnTo>
                  <a:pt x="42" y="32"/>
                </a:lnTo>
                <a:lnTo>
                  <a:pt x="47" y="29"/>
                </a:lnTo>
                <a:lnTo>
                  <a:pt x="51" y="25"/>
                </a:lnTo>
                <a:lnTo>
                  <a:pt x="56" y="22"/>
                </a:lnTo>
                <a:lnTo>
                  <a:pt x="61" y="18"/>
                </a:lnTo>
                <a:lnTo>
                  <a:pt x="67" y="16"/>
                </a:lnTo>
                <a:lnTo>
                  <a:pt x="72" y="12"/>
                </a:lnTo>
                <a:lnTo>
                  <a:pt x="78" y="10"/>
                </a:lnTo>
                <a:lnTo>
                  <a:pt x="84" y="7"/>
                </a:lnTo>
                <a:lnTo>
                  <a:pt x="90" y="6"/>
                </a:lnTo>
                <a:lnTo>
                  <a:pt x="96" y="4"/>
                </a:lnTo>
                <a:lnTo>
                  <a:pt x="102" y="2"/>
                </a:lnTo>
                <a:lnTo>
                  <a:pt x="108" y="1"/>
                </a:lnTo>
                <a:lnTo>
                  <a:pt x="115" y="0"/>
                </a:lnTo>
                <a:lnTo>
                  <a:pt x="121" y="0"/>
                </a:lnTo>
                <a:lnTo>
                  <a:pt x="127" y="0"/>
                </a:lnTo>
                <a:lnTo>
                  <a:pt x="113" y="0"/>
                </a:lnTo>
                <a:lnTo>
                  <a:pt x="119" y="0"/>
                </a:lnTo>
                <a:lnTo>
                  <a:pt x="126" y="0"/>
                </a:lnTo>
                <a:lnTo>
                  <a:pt x="132" y="1"/>
                </a:lnTo>
                <a:lnTo>
                  <a:pt x="138" y="2"/>
                </a:lnTo>
                <a:lnTo>
                  <a:pt x="144" y="4"/>
                </a:lnTo>
                <a:lnTo>
                  <a:pt x="150" y="6"/>
                </a:lnTo>
                <a:lnTo>
                  <a:pt x="156" y="7"/>
                </a:lnTo>
                <a:lnTo>
                  <a:pt x="162" y="10"/>
                </a:lnTo>
                <a:lnTo>
                  <a:pt x="168" y="12"/>
                </a:lnTo>
                <a:lnTo>
                  <a:pt x="173" y="16"/>
                </a:lnTo>
                <a:lnTo>
                  <a:pt x="179" y="18"/>
                </a:lnTo>
                <a:lnTo>
                  <a:pt x="183" y="22"/>
                </a:lnTo>
                <a:lnTo>
                  <a:pt x="188" y="25"/>
                </a:lnTo>
                <a:lnTo>
                  <a:pt x="193" y="29"/>
                </a:lnTo>
                <a:lnTo>
                  <a:pt x="198" y="32"/>
                </a:lnTo>
                <a:lnTo>
                  <a:pt x="203" y="37"/>
                </a:lnTo>
                <a:lnTo>
                  <a:pt x="206" y="42"/>
                </a:lnTo>
                <a:lnTo>
                  <a:pt x="211" y="47"/>
                </a:lnTo>
                <a:lnTo>
                  <a:pt x="215" y="52"/>
                </a:lnTo>
                <a:lnTo>
                  <a:pt x="218" y="56"/>
                </a:lnTo>
                <a:lnTo>
                  <a:pt x="222" y="61"/>
                </a:lnTo>
                <a:lnTo>
                  <a:pt x="224" y="67"/>
                </a:lnTo>
                <a:lnTo>
                  <a:pt x="228" y="72"/>
                </a:lnTo>
                <a:lnTo>
                  <a:pt x="230" y="78"/>
                </a:lnTo>
                <a:lnTo>
                  <a:pt x="233" y="84"/>
                </a:lnTo>
                <a:lnTo>
                  <a:pt x="234" y="90"/>
                </a:lnTo>
                <a:lnTo>
                  <a:pt x="236" y="96"/>
                </a:lnTo>
                <a:lnTo>
                  <a:pt x="237" y="102"/>
                </a:lnTo>
                <a:lnTo>
                  <a:pt x="239" y="108"/>
                </a:lnTo>
                <a:lnTo>
                  <a:pt x="240" y="114"/>
                </a:lnTo>
                <a:lnTo>
                  <a:pt x="240" y="121"/>
                </a:lnTo>
                <a:lnTo>
                  <a:pt x="240" y="127"/>
                </a:lnTo>
                <a:lnTo>
                  <a:pt x="240" y="736"/>
                </a:lnTo>
                <a:lnTo>
                  <a:pt x="240" y="743"/>
                </a:lnTo>
                <a:lnTo>
                  <a:pt x="240" y="749"/>
                </a:lnTo>
                <a:lnTo>
                  <a:pt x="239" y="756"/>
                </a:lnTo>
                <a:lnTo>
                  <a:pt x="237" y="762"/>
                </a:lnTo>
                <a:lnTo>
                  <a:pt x="236" y="768"/>
                </a:lnTo>
                <a:lnTo>
                  <a:pt x="234" y="774"/>
                </a:lnTo>
                <a:lnTo>
                  <a:pt x="233" y="780"/>
                </a:lnTo>
                <a:lnTo>
                  <a:pt x="230" y="786"/>
                </a:lnTo>
                <a:lnTo>
                  <a:pt x="228" y="792"/>
                </a:lnTo>
                <a:lnTo>
                  <a:pt x="224" y="797"/>
                </a:lnTo>
                <a:lnTo>
                  <a:pt x="222" y="803"/>
                </a:lnTo>
                <a:lnTo>
                  <a:pt x="218" y="808"/>
                </a:lnTo>
                <a:lnTo>
                  <a:pt x="215" y="813"/>
                </a:lnTo>
                <a:lnTo>
                  <a:pt x="211" y="817"/>
                </a:lnTo>
                <a:lnTo>
                  <a:pt x="206" y="822"/>
                </a:lnTo>
                <a:lnTo>
                  <a:pt x="203" y="827"/>
                </a:lnTo>
                <a:lnTo>
                  <a:pt x="198" y="831"/>
                </a:lnTo>
                <a:lnTo>
                  <a:pt x="193" y="835"/>
                </a:lnTo>
                <a:lnTo>
                  <a:pt x="188" y="839"/>
                </a:lnTo>
                <a:lnTo>
                  <a:pt x="183" y="843"/>
                </a:lnTo>
                <a:lnTo>
                  <a:pt x="179" y="845"/>
                </a:lnTo>
                <a:lnTo>
                  <a:pt x="173" y="849"/>
                </a:lnTo>
                <a:lnTo>
                  <a:pt x="168" y="851"/>
                </a:lnTo>
                <a:lnTo>
                  <a:pt x="162" y="853"/>
                </a:lnTo>
                <a:lnTo>
                  <a:pt x="156" y="856"/>
                </a:lnTo>
                <a:lnTo>
                  <a:pt x="150" y="858"/>
                </a:lnTo>
                <a:lnTo>
                  <a:pt x="144" y="859"/>
                </a:lnTo>
                <a:lnTo>
                  <a:pt x="138" y="862"/>
                </a:lnTo>
                <a:lnTo>
                  <a:pt x="132" y="863"/>
                </a:lnTo>
                <a:lnTo>
                  <a:pt x="126" y="863"/>
                </a:lnTo>
                <a:lnTo>
                  <a:pt x="119" y="864"/>
                </a:lnTo>
                <a:lnTo>
                  <a:pt x="113" y="864"/>
                </a:lnTo>
                <a:lnTo>
                  <a:pt x="127" y="864"/>
                </a:lnTo>
                <a:lnTo>
                  <a:pt x="121" y="864"/>
                </a:lnTo>
                <a:lnTo>
                  <a:pt x="115" y="863"/>
                </a:lnTo>
                <a:lnTo>
                  <a:pt x="108" y="863"/>
                </a:lnTo>
                <a:lnTo>
                  <a:pt x="102" y="862"/>
                </a:lnTo>
                <a:lnTo>
                  <a:pt x="96" y="859"/>
                </a:lnTo>
                <a:lnTo>
                  <a:pt x="90" y="858"/>
                </a:lnTo>
                <a:lnTo>
                  <a:pt x="84" y="856"/>
                </a:lnTo>
                <a:lnTo>
                  <a:pt x="78" y="853"/>
                </a:lnTo>
                <a:lnTo>
                  <a:pt x="72" y="851"/>
                </a:lnTo>
                <a:lnTo>
                  <a:pt x="67" y="849"/>
                </a:lnTo>
                <a:lnTo>
                  <a:pt x="61" y="845"/>
                </a:lnTo>
                <a:lnTo>
                  <a:pt x="56" y="843"/>
                </a:lnTo>
                <a:lnTo>
                  <a:pt x="51" y="839"/>
                </a:lnTo>
                <a:lnTo>
                  <a:pt x="47" y="835"/>
                </a:lnTo>
                <a:lnTo>
                  <a:pt x="42" y="831"/>
                </a:lnTo>
                <a:lnTo>
                  <a:pt x="37" y="827"/>
                </a:lnTo>
                <a:lnTo>
                  <a:pt x="33" y="822"/>
                </a:lnTo>
                <a:lnTo>
                  <a:pt x="29" y="817"/>
                </a:lnTo>
                <a:lnTo>
                  <a:pt x="25" y="813"/>
                </a:lnTo>
                <a:lnTo>
                  <a:pt x="21" y="808"/>
                </a:lnTo>
                <a:lnTo>
                  <a:pt x="18" y="803"/>
                </a:lnTo>
                <a:lnTo>
                  <a:pt x="15" y="797"/>
                </a:lnTo>
                <a:lnTo>
                  <a:pt x="13" y="792"/>
                </a:lnTo>
                <a:lnTo>
                  <a:pt x="9" y="786"/>
                </a:lnTo>
                <a:lnTo>
                  <a:pt x="8" y="780"/>
                </a:lnTo>
                <a:lnTo>
                  <a:pt x="6" y="774"/>
                </a:lnTo>
                <a:lnTo>
                  <a:pt x="3" y="768"/>
                </a:lnTo>
                <a:lnTo>
                  <a:pt x="2" y="762"/>
                </a:lnTo>
                <a:lnTo>
                  <a:pt x="1" y="756"/>
                </a:lnTo>
                <a:lnTo>
                  <a:pt x="1" y="749"/>
                </a:lnTo>
                <a:lnTo>
                  <a:pt x="0" y="743"/>
                </a:lnTo>
                <a:lnTo>
                  <a:pt x="0" y="736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09" name="Rectangle 86">
            <a:extLst>
              <a:ext uri="{FF2B5EF4-FFF2-40B4-BE49-F238E27FC236}">
                <a16:creationId xmlns:a16="http://schemas.microsoft.com/office/drawing/2014/main" id="{69BAF621-33FB-42E1-8BD2-C81BF1C90E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8638" y="16256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10" name="Rectangle 87">
            <a:extLst>
              <a:ext uri="{FF2B5EF4-FFF2-40B4-BE49-F238E27FC236}">
                <a16:creationId xmlns:a16="http://schemas.microsoft.com/office/drawing/2014/main" id="{FC7F04E6-3A54-4612-A0DB-0498E57B6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2088" y="16256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11" name="Freeform 88">
            <a:extLst>
              <a:ext uri="{FF2B5EF4-FFF2-40B4-BE49-F238E27FC236}">
                <a16:creationId xmlns:a16="http://schemas.microsoft.com/office/drawing/2014/main" id="{8BBD7908-1F46-45DD-A63B-43621D76C56C}"/>
              </a:ext>
            </a:extLst>
          </p:cNvPr>
          <p:cNvSpPr>
            <a:spLocks/>
          </p:cNvSpPr>
          <p:nvPr/>
        </p:nvSpPr>
        <p:spPr bwMode="auto">
          <a:xfrm>
            <a:off x="2990850" y="2255838"/>
            <a:ext cx="222250" cy="222250"/>
          </a:xfrm>
          <a:custGeom>
            <a:avLst/>
            <a:gdLst>
              <a:gd name="T0" fmla="*/ 0 w 336"/>
              <a:gd name="T1" fmla="*/ 2147483646 h 336"/>
              <a:gd name="T2" fmla="*/ 2147483646 w 336"/>
              <a:gd name="T3" fmla="*/ 2147483646 h 336"/>
              <a:gd name="T4" fmla="*/ 2147483646 w 336"/>
              <a:gd name="T5" fmla="*/ 2147483646 h 336"/>
              <a:gd name="T6" fmla="*/ 2147483646 w 336"/>
              <a:gd name="T7" fmla="*/ 2147483646 h 336"/>
              <a:gd name="T8" fmla="*/ 2147483646 w 336"/>
              <a:gd name="T9" fmla="*/ 2147483646 h 336"/>
              <a:gd name="T10" fmla="*/ 2147483646 w 336"/>
              <a:gd name="T11" fmla="*/ 2147483646 h 336"/>
              <a:gd name="T12" fmla="*/ 2147483646 w 336"/>
              <a:gd name="T13" fmla="*/ 2147483646 h 336"/>
              <a:gd name="T14" fmla="*/ 2147483646 w 336"/>
              <a:gd name="T15" fmla="*/ 2147483646 h 336"/>
              <a:gd name="T16" fmla="*/ 2147483646 w 336"/>
              <a:gd name="T17" fmla="*/ 2147483646 h 336"/>
              <a:gd name="T18" fmla="*/ 2147483646 w 336"/>
              <a:gd name="T19" fmla="*/ 2147483646 h 336"/>
              <a:gd name="T20" fmla="*/ 2147483646 w 336"/>
              <a:gd name="T21" fmla="*/ 0 h 336"/>
              <a:gd name="T22" fmla="*/ 2147483646 w 336"/>
              <a:gd name="T23" fmla="*/ 0 h 336"/>
              <a:gd name="T24" fmla="*/ 2147483646 w 336"/>
              <a:gd name="T25" fmla="*/ 2147483646 h 336"/>
              <a:gd name="T26" fmla="*/ 2147483646 w 336"/>
              <a:gd name="T27" fmla="*/ 2147483646 h 336"/>
              <a:gd name="T28" fmla="*/ 2147483646 w 336"/>
              <a:gd name="T29" fmla="*/ 2147483646 h 336"/>
              <a:gd name="T30" fmla="*/ 2147483646 w 336"/>
              <a:gd name="T31" fmla="*/ 2147483646 h 336"/>
              <a:gd name="T32" fmla="*/ 2147483646 w 336"/>
              <a:gd name="T33" fmla="*/ 2147483646 h 336"/>
              <a:gd name="T34" fmla="*/ 2147483646 w 336"/>
              <a:gd name="T35" fmla="*/ 2147483646 h 336"/>
              <a:gd name="T36" fmla="*/ 2147483646 w 336"/>
              <a:gd name="T37" fmla="*/ 2147483646 h 336"/>
              <a:gd name="T38" fmla="*/ 2147483646 w 336"/>
              <a:gd name="T39" fmla="*/ 2147483646 h 336"/>
              <a:gd name="T40" fmla="*/ 2147483646 w 336"/>
              <a:gd name="T41" fmla="*/ 2147483646 h 336"/>
              <a:gd name="T42" fmla="*/ 2147483646 w 336"/>
              <a:gd name="T43" fmla="*/ 2147483646 h 336"/>
              <a:gd name="T44" fmla="*/ 2147483646 w 336"/>
              <a:gd name="T45" fmla="*/ 2147483646 h 336"/>
              <a:gd name="T46" fmla="*/ 2147483646 w 336"/>
              <a:gd name="T47" fmla="*/ 2147483646 h 336"/>
              <a:gd name="T48" fmla="*/ 2147483646 w 336"/>
              <a:gd name="T49" fmla="*/ 2147483646 h 336"/>
              <a:gd name="T50" fmla="*/ 2147483646 w 336"/>
              <a:gd name="T51" fmla="*/ 2147483646 h 336"/>
              <a:gd name="T52" fmla="*/ 2147483646 w 336"/>
              <a:gd name="T53" fmla="*/ 2147483646 h 336"/>
              <a:gd name="T54" fmla="*/ 2147483646 w 336"/>
              <a:gd name="T55" fmla="*/ 2147483646 h 336"/>
              <a:gd name="T56" fmla="*/ 2147483646 w 336"/>
              <a:gd name="T57" fmla="*/ 2147483646 h 336"/>
              <a:gd name="T58" fmla="*/ 2147483646 w 336"/>
              <a:gd name="T59" fmla="*/ 2147483646 h 336"/>
              <a:gd name="T60" fmla="*/ 2147483646 w 336"/>
              <a:gd name="T61" fmla="*/ 2147483646 h 336"/>
              <a:gd name="T62" fmla="*/ 2147483646 w 336"/>
              <a:gd name="T63" fmla="*/ 2147483646 h 336"/>
              <a:gd name="T64" fmla="*/ 2147483646 w 336"/>
              <a:gd name="T65" fmla="*/ 2147483646 h 336"/>
              <a:gd name="T66" fmla="*/ 2147483646 w 336"/>
              <a:gd name="T67" fmla="*/ 2147483646 h 336"/>
              <a:gd name="T68" fmla="*/ 2147483646 w 336"/>
              <a:gd name="T69" fmla="*/ 2147483646 h 336"/>
              <a:gd name="T70" fmla="*/ 2147483646 w 336"/>
              <a:gd name="T71" fmla="*/ 2147483646 h 336"/>
              <a:gd name="T72" fmla="*/ 2147483646 w 336"/>
              <a:gd name="T73" fmla="*/ 2147483646 h 336"/>
              <a:gd name="T74" fmla="*/ 2147483646 w 336"/>
              <a:gd name="T75" fmla="*/ 2147483646 h 336"/>
              <a:gd name="T76" fmla="*/ 2147483646 w 336"/>
              <a:gd name="T77" fmla="*/ 2147483646 h 336"/>
              <a:gd name="T78" fmla="*/ 2147483646 w 336"/>
              <a:gd name="T79" fmla="*/ 2147483646 h 336"/>
              <a:gd name="T80" fmla="*/ 2147483646 w 336"/>
              <a:gd name="T81" fmla="*/ 2147483646 h 336"/>
              <a:gd name="T82" fmla="*/ 2147483646 w 336"/>
              <a:gd name="T83" fmla="*/ 2147483646 h 336"/>
              <a:gd name="T84" fmla="*/ 2147483646 w 336"/>
              <a:gd name="T85" fmla="*/ 2147483646 h 336"/>
              <a:gd name="T86" fmla="*/ 2147483646 w 336"/>
              <a:gd name="T87" fmla="*/ 2147483646 h 336"/>
              <a:gd name="T88" fmla="*/ 2147483646 w 336"/>
              <a:gd name="T89" fmla="*/ 2147483646 h 336"/>
              <a:gd name="T90" fmla="*/ 2147483646 w 336"/>
              <a:gd name="T91" fmla="*/ 2147483646 h 336"/>
              <a:gd name="T92" fmla="*/ 2147483646 w 336"/>
              <a:gd name="T93" fmla="*/ 2147483646 h 336"/>
              <a:gd name="T94" fmla="*/ 2147483646 w 336"/>
              <a:gd name="T95" fmla="*/ 2147483646 h 336"/>
              <a:gd name="T96" fmla="*/ 2147483646 w 336"/>
              <a:gd name="T97" fmla="*/ 2147483646 h 336"/>
              <a:gd name="T98" fmla="*/ 2147483646 w 336"/>
              <a:gd name="T99" fmla="*/ 2147483646 h 336"/>
              <a:gd name="T100" fmla="*/ 2147483646 w 336"/>
              <a:gd name="T101" fmla="*/ 2147483646 h 336"/>
              <a:gd name="T102" fmla="*/ 2147483646 w 336"/>
              <a:gd name="T103" fmla="*/ 2147483646 h 336"/>
              <a:gd name="T104" fmla="*/ 2147483646 w 336"/>
              <a:gd name="T105" fmla="*/ 2147483646 h 336"/>
              <a:gd name="T106" fmla="*/ 2147483646 w 336"/>
              <a:gd name="T107" fmla="*/ 2147483646 h 336"/>
              <a:gd name="T108" fmla="*/ 2147483646 w 336"/>
              <a:gd name="T109" fmla="*/ 2147483646 h 336"/>
              <a:gd name="T110" fmla="*/ 0 w 336"/>
              <a:gd name="T111" fmla="*/ 2147483646 h 3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336" h="336">
                <a:moveTo>
                  <a:pt x="0" y="166"/>
                </a:moveTo>
                <a:lnTo>
                  <a:pt x="0" y="171"/>
                </a:lnTo>
                <a:lnTo>
                  <a:pt x="0" y="161"/>
                </a:lnTo>
                <a:lnTo>
                  <a:pt x="1" y="153"/>
                </a:lnTo>
                <a:lnTo>
                  <a:pt x="2" y="144"/>
                </a:lnTo>
                <a:lnTo>
                  <a:pt x="3" y="136"/>
                </a:lnTo>
                <a:lnTo>
                  <a:pt x="6" y="127"/>
                </a:lnTo>
                <a:lnTo>
                  <a:pt x="7" y="119"/>
                </a:lnTo>
                <a:lnTo>
                  <a:pt x="11" y="112"/>
                </a:lnTo>
                <a:lnTo>
                  <a:pt x="13" y="103"/>
                </a:lnTo>
                <a:lnTo>
                  <a:pt x="17" y="96"/>
                </a:lnTo>
                <a:lnTo>
                  <a:pt x="20" y="89"/>
                </a:lnTo>
                <a:lnTo>
                  <a:pt x="25" y="82"/>
                </a:lnTo>
                <a:lnTo>
                  <a:pt x="29" y="75"/>
                </a:lnTo>
                <a:lnTo>
                  <a:pt x="33" y="69"/>
                </a:lnTo>
                <a:lnTo>
                  <a:pt x="38" y="61"/>
                </a:lnTo>
                <a:lnTo>
                  <a:pt x="44" y="55"/>
                </a:lnTo>
                <a:lnTo>
                  <a:pt x="50" y="49"/>
                </a:lnTo>
                <a:lnTo>
                  <a:pt x="56" y="45"/>
                </a:lnTo>
                <a:lnTo>
                  <a:pt x="62" y="39"/>
                </a:lnTo>
                <a:lnTo>
                  <a:pt x="68" y="34"/>
                </a:lnTo>
                <a:lnTo>
                  <a:pt x="75" y="29"/>
                </a:lnTo>
                <a:lnTo>
                  <a:pt x="81" y="24"/>
                </a:lnTo>
                <a:lnTo>
                  <a:pt x="89" y="21"/>
                </a:lnTo>
                <a:lnTo>
                  <a:pt x="96" y="17"/>
                </a:lnTo>
                <a:lnTo>
                  <a:pt x="104" y="13"/>
                </a:lnTo>
                <a:lnTo>
                  <a:pt x="111" y="10"/>
                </a:lnTo>
                <a:lnTo>
                  <a:pt x="120" y="7"/>
                </a:lnTo>
                <a:lnTo>
                  <a:pt x="127" y="5"/>
                </a:lnTo>
                <a:lnTo>
                  <a:pt x="135" y="4"/>
                </a:lnTo>
                <a:lnTo>
                  <a:pt x="144" y="1"/>
                </a:lnTo>
                <a:lnTo>
                  <a:pt x="152" y="1"/>
                </a:lnTo>
                <a:lnTo>
                  <a:pt x="162" y="0"/>
                </a:lnTo>
                <a:lnTo>
                  <a:pt x="170" y="0"/>
                </a:lnTo>
                <a:lnTo>
                  <a:pt x="165" y="0"/>
                </a:lnTo>
                <a:lnTo>
                  <a:pt x="175" y="0"/>
                </a:lnTo>
                <a:lnTo>
                  <a:pt x="183" y="1"/>
                </a:lnTo>
                <a:lnTo>
                  <a:pt x="192" y="1"/>
                </a:lnTo>
                <a:lnTo>
                  <a:pt x="200" y="4"/>
                </a:lnTo>
                <a:lnTo>
                  <a:pt x="209" y="5"/>
                </a:lnTo>
                <a:lnTo>
                  <a:pt x="216" y="7"/>
                </a:lnTo>
                <a:lnTo>
                  <a:pt x="224" y="10"/>
                </a:lnTo>
                <a:lnTo>
                  <a:pt x="231" y="13"/>
                </a:lnTo>
                <a:lnTo>
                  <a:pt x="240" y="17"/>
                </a:lnTo>
                <a:lnTo>
                  <a:pt x="247" y="21"/>
                </a:lnTo>
                <a:lnTo>
                  <a:pt x="254" y="24"/>
                </a:lnTo>
                <a:lnTo>
                  <a:pt x="261" y="29"/>
                </a:lnTo>
                <a:lnTo>
                  <a:pt x="267" y="34"/>
                </a:lnTo>
                <a:lnTo>
                  <a:pt x="273" y="39"/>
                </a:lnTo>
                <a:lnTo>
                  <a:pt x="281" y="45"/>
                </a:lnTo>
                <a:lnTo>
                  <a:pt x="287" y="49"/>
                </a:lnTo>
                <a:lnTo>
                  <a:pt x="291" y="55"/>
                </a:lnTo>
                <a:lnTo>
                  <a:pt x="297" y="61"/>
                </a:lnTo>
                <a:lnTo>
                  <a:pt x="302" y="69"/>
                </a:lnTo>
                <a:lnTo>
                  <a:pt x="307" y="75"/>
                </a:lnTo>
                <a:lnTo>
                  <a:pt x="312" y="82"/>
                </a:lnTo>
                <a:lnTo>
                  <a:pt x="315" y="89"/>
                </a:lnTo>
                <a:lnTo>
                  <a:pt x="319" y="96"/>
                </a:lnTo>
                <a:lnTo>
                  <a:pt x="323" y="103"/>
                </a:lnTo>
                <a:lnTo>
                  <a:pt x="325" y="112"/>
                </a:lnTo>
                <a:lnTo>
                  <a:pt x="329" y="119"/>
                </a:lnTo>
                <a:lnTo>
                  <a:pt x="331" y="127"/>
                </a:lnTo>
                <a:lnTo>
                  <a:pt x="332" y="136"/>
                </a:lnTo>
                <a:lnTo>
                  <a:pt x="333" y="144"/>
                </a:lnTo>
                <a:lnTo>
                  <a:pt x="335" y="153"/>
                </a:lnTo>
                <a:lnTo>
                  <a:pt x="336" y="161"/>
                </a:lnTo>
                <a:lnTo>
                  <a:pt x="336" y="171"/>
                </a:lnTo>
                <a:lnTo>
                  <a:pt x="336" y="166"/>
                </a:lnTo>
                <a:lnTo>
                  <a:pt x="336" y="174"/>
                </a:lnTo>
                <a:lnTo>
                  <a:pt x="335" y="184"/>
                </a:lnTo>
                <a:lnTo>
                  <a:pt x="333" y="192"/>
                </a:lnTo>
                <a:lnTo>
                  <a:pt x="332" y="201"/>
                </a:lnTo>
                <a:lnTo>
                  <a:pt x="331" y="208"/>
                </a:lnTo>
                <a:lnTo>
                  <a:pt x="329" y="216"/>
                </a:lnTo>
                <a:lnTo>
                  <a:pt x="325" y="225"/>
                </a:lnTo>
                <a:lnTo>
                  <a:pt x="323" y="232"/>
                </a:lnTo>
                <a:lnTo>
                  <a:pt x="319" y="240"/>
                </a:lnTo>
                <a:lnTo>
                  <a:pt x="315" y="247"/>
                </a:lnTo>
                <a:lnTo>
                  <a:pt x="312" y="255"/>
                </a:lnTo>
                <a:lnTo>
                  <a:pt x="307" y="261"/>
                </a:lnTo>
                <a:lnTo>
                  <a:pt x="302" y="268"/>
                </a:lnTo>
                <a:lnTo>
                  <a:pt x="297" y="274"/>
                </a:lnTo>
                <a:lnTo>
                  <a:pt x="291" y="280"/>
                </a:lnTo>
                <a:lnTo>
                  <a:pt x="287" y="286"/>
                </a:lnTo>
                <a:lnTo>
                  <a:pt x="281" y="292"/>
                </a:lnTo>
                <a:lnTo>
                  <a:pt x="273" y="297"/>
                </a:lnTo>
                <a:lnTo>
                  <a:pt x="267" y="303"/>
                </a:lnTo>
                <a:lnTo>
                  <a:pt x="261" y="307"/>
                </a:lnTo>
                <a:lnTo>
                  <a:pt x="254" y="311"/>
                </a:lnTo>
                <a:lnTo>
                  <a:pt x="247" y="316"/>
                </a:lnTo>
                <a:lnTo>
                  <a:pt x="240" y="319"/>
                </a:lnTo>
                <a:lnTo>
                  <a:pt x="231" y="323"/>
                </a:lnTo>
                <a:lnTo>
                  <a:pt x="224" y="325"/>
                </a:lnTo>
                <a:lnTo>
                  <a:pt x="216" y="328"/>
                </a:lnTo>
                <a:lnTo>
                  <a:pt x="209" y="330"/>
                </a:lnTo>
                <a:lnTo>
                  <a:pt x="200" y="333"/>
                </a:lnTo>
                <a:lnTo>
                  <a:pt x="192" y="334"/>
                </a:lnTo>
                <a:lnTo>
                  <a:pt x="183" y="335"/>
                </a:lnTo>
                <a:lnTo>
                  <a:pt x="175" y="336"/>
                </a:lnTo>
                <a:lnTo>
                  <a:pt x="165" y="336"/>
                </a:lnTo>
                <a:lnTo>
                  <a:pt x="170" y="336"/>
                </a:lnTo>
                <a:lnTo>
                  <a:pt x="162" y="336"/>
                </a:lnTo>
                <a:lnTo>
                  <a:pt x="152" y="335"/>
                </a:lnTo>
                <a:lnTo>
                  <a:pt x="144" y="334"/>
                </a:lnTo>
                <a:lnTo>
                  <a:pt x="135" y="333"/>
                </a:lnTo>
                <a:lnTo>
                  <a:pt x="127" y="330"/>
                </a:lnTo>
                <a:lnTo>
                  <a:pt x="120" y="328"/>
                </a:lnTo>
                <a:lnTo>
                  <a:pt x="111" y="325"/>
                </a:lnTo>
                <a:lnTo>
                  <a:pt x="104" y="323"/>
                </a:lnTo>
                <a:lnTo>
                  <a:pt x="96" y="319"/>
                </a:lnTo>
                <a:lnTo>
                  <a:pt x="89" y="316"/>
                </a:lnTo>
                <a:lnTo>
                  <a:pt x="81" y="311"/>
                </a:lnTo>
                <a:lnTo>
                  <a:pt x="75" y="307"/>
                </a:lnTo>
                <a:lnTo>
                  <a:pt x="68" y="303"/>
                </a:lnTo>
                <a:lnTo>
                  <a:pt x="62" y="297"/>
                </a:lnTo>
                <a:lnTo>
                  <a:pt x="56" y="292"/>
                </a:lnTo>
                <a:lnTo>
                  <a:pt x="50" y="286"/>
                </a:lnTo>
                <a:lnTo>
                  <a:pt x="44" y="280"/>
                </a:lnTo>
                <a:lnTo>
                  <a:pt x="38" y="274"/>
                </a:lnTo>
                <a:lnTo>
                  <a:pt x="33" y="268"/>
                </a:lnTo>
                <a:lnTo>
                  <a:pt x="29" y="261"/>
                </a:lnTo>
                <a:lnTo>
                  <a:pt x="25" y="255"/>
                </a:lnTo>
                <a:lnTo>
                  <a:pt x="20" y="247"/>
                </a:lnTo>
                <a:lnTo>
                  <a:pt x="17" y="240"/>
                </a:lnTo>
                <a:lnTo>
                  <a:pt x="13" y="232"/>
                </a:lnTo>
                <a:lnTo>
                  <a:pt x="11" y="225"/>
                </a:lnTo>
                <a:lnTo>
                  <a:pt x="7" y="216"/>
                </a:lnTo>
                <a:lnTo>
                  <a:pt x="6" y="208"/>
                </a:lnTo>
                <a:lnTo>
                  <a:pt x="3" y="201"/>
                </a:lnTo>
                <a:lnTo>
                  <a:pt x="2" y="192"/>
                </a:lnTo>
                <a:lnTo>
                  <a:pt x="1" y="184"/>
                </a:lnTo>
                <a:lnTo>
                  <a:pt x="0" y="174"/>
                </a:lnTo>
                <a:lnTo>
                  <a:pt x="0" y="166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12" name="Rectangle 93">
            <a:extLst>
              <a:ext uri="{FF2B5EF4-FFF2-40B4-BE49-F238E27FC236}">
                <a16:creationId xmlns:a16="http://schemas.microsoft.com/office/drawing/2014/main" id="{26F483A4-DCC1-4879-8B83-2491950120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5188" y="19605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13" name="Rectangle 129">
            <a:extLst>
              <a:ext uri="{FF2B5EF4-FFF2-40B4-BE49-F238E27FC236}">
                <a16:creationId xmlns:a16="http://schemas.microsoft.com/office/drawing/2014/main" id="{F8C8D6FB-004E-41AF-A727-F9DB8C8BD3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9638" y="1182688"/>
            <a:ext cx="681037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14" name="Line 130">
            <a:extLst>
              <a:ext uri="{FF2B5EF4-FFF2-40B4-BE49-F238E27FC236}">
                <a16:creationId xmlns:a16="http://schemas.microsoft.com/office/drawing/2014/main" id="{5BAF6B4B-97B5-4BC6-9C52-823787B23CA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89638" y="1530350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15" name="Line 131">
            <a:extLst>
              <a:ext uri="{FF2B5EF4-FFF2-40B4-BE49-F238E27FC236}">
                <a16:creationId xmlns:a16="http://schemas.microsoft.com/office/drawing/2014/main" id="{C3F6272A-4726-4F53-B9D8-5A93D9907B1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37300" y="1182688"/>
            <a:ext cx="1588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16" name="Line 132">
            <a:extLst>
              <a:ext uri="{FF2B5EF4-FFF2-40B4-BE49-F238E27FC236}">
                <a16:creationId xmlns:a16="http://schemas.microsoft.com/office/drawing/2014/main" id="{03871F5F-0717-4AD4-A824-7C4014BC16C7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6263" y="852488"/>
            <a:ext cx="333375" cy="3302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17" name="Rectangle 134">
            <a:extLst>
              <a:ext uri="{FF2B5EF4-FFF2-40B4-BE49-F238E27FC236}">
                <a16:creationId xmlns:a16="http://schemas.microsoft.com/office/drawing/2014/main" id="{F26ADDE7-A64C-4F31-A1E9-B61D329F10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7388" y="762000"/>
            <a:ext cx="10636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18" name="Rectangle 135">
            <a:extLst>
              <a:ext uri="{FF2B5EF4-FFF2-40B4-BE49-F238E27FC236}">
                <a16:creationId xmlns:a16="http://schemas.microsoft.com/office/drawing/2014/main" id="{7C4454B4-55EF-4CB9-AD0C-5827BAB96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7238" y="8382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19" name="Rectangle 136">
            <a:extLst>
              <a:ext uri="{FF2B5EF4-FFF2-40B4-BE49-F238E27FC236}">
                <a16:creationId xmlns:a16="http://schemas.microsoft.com/office/drawing/2014/main" id="{5C69A489-CB65-4D1B-BDEE-757ADF60A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1850" y="762000"/>
            <a:ext cx="10636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20" name="Rectangle 137">
            <a:extLst>
              <a:ext uri="{FF2B5EF4-FFF2-40B4-BE49-F238E27FC236}">
                <a16:creationId xmlns:a16="http://schemas.microsoft.com/office/drawing/2014/main" id="{D3596D92-8F72-476F-A0FF-5AE7928526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1700" y="8382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21" name="Rectangle 138">
            <a:extLst>
              <a:ext uri="{FF2B5EF4-FFF2-40B4-BE49-F238E27FC236}">
                <a16:creationId xmlns:a16="http://schemas.microsoft.com/office/drawing/2014/main" id="{181BF2CD-47B0-4C6C-8C33-4F6E2C5E96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3063" y="900113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22" name="Rectangle 139">
            <a:extLst>
              <a:ext uri="{FF2B5EF4-FFF2-40B4-BE49-F238E27FC236}">
                <a16:creationId xmlns:a16="http://schemas.microsoft.com/office/drawing/2014/main" id="{B43F0BF9-FDDE-46EB-B13B-B62B1904C6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1325" y="976313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23" name="Rectangle 140">
            <a:extLst>
              <a:ext uri="{FF2B5EF4-FFF2-40B4-BE49-F238E27FC236}">
                <a16:creationId xmlns:a16="http://schemas.microsoft.com/office/drawing/2014/main" id="{C3145CF9-1903-4D1B-9AED-C75294747E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97525" y="900113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24" name="Rectangle 141">
            <a:extLst>
              <a:ext uri="{FF2B5EF4-FFF2-40B4-BE49-F238E27FC236}">
                <a16:creationId xmlns:a16="http://schemas.microsoft.com/office/drawing/2014/main" id="{D8B16F00-1F43-4CFC-BB39-64465EF13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1182688"/>
            <a:ext cx="665163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25" name="Line 142">
            <a:extLst>
              <a:ext uri="{FF2B5EF4-FFF2-40B4-BE49-F238E27FC236}">
                <a16:creationId xmlns:a16="http://schemas.microsoft.com/office/drawing/2014/main" id="{1A03951B-ACBB-436A-8C27-04CD7DE707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70675" y="1530350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26" name="Line 143">
            <a:extLst>
              <a:ext uri="{FF2B5EF4-FFF2-40B4-BE49-F238E27FC236}">
                <a16:creationId xmlns:a16="http://schemas.microsoft.com/office/drawing/2014/main" id="{AEB4633C-61C3-4048-80D5-E16746ADED8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02463" y="1182688"/>
            <a:ext cx="1587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27" name="Rectangle 144">
            <a:extLst>
              <a:ext uri="{FF2B5EF4-FFF2-40B4-BE49-F238E27FC236}">
                <a16:creationId xmlns:a16="http://schemas.microsoft.com/office/drawing/2014/main" id="{205C7A8D-1B22-4B35-B5DE-8A5B8BA993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976313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28" name="Rectangle 145">
            <a:extLst>
              <a:ext uri="{FF2B5EF4-FFF2-40B4-BE49-F238E27FC236}">
                <a16:creationId xmlns:a16="http://schemas.microsoft.com/office/drawing/2014/main" id="{D2A9288D-5330-45B9-8011-87F806921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1238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29" name="Rectangle 146">
            <a:extLst>
              <a:ext uri="{FF2B5EF4-FFF2-40B4-BE49-F238E27FC236}">
                <a16:creationId xmlns:a16="http://schemas.microsoft.com/office/drawing/2014/main" id="{4DB6389A-EE63-4099-A780-F793580621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6200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30" name="Rectangle 147">
            <a:extLst>
              <a:ext uri="{FF2B5EF4-FFF2-40B4-BE49-F238E27FC236}">
                <a16:creationId xmlns:a16="http://schemas.microsoft.com/office/drawing/2014/main" id="{88EBE559-769C-45DF-B87F-DBD954F6E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31" name="Rectangle 148">
            <a:extLst>
              <a:ext uri="{FF2B5EF4-FFF2-40B4-BE49-F238E27FC236}">
                <a16:creationId xmlns:a16="http://schemas.microsoft.com/office/drawing/2014/main" id="{AAC82712-AF10-455C-BD82-31D7F6B35C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0888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32" name="Rectangle 149">
            <a:extLst>
              <a:ext uri="{FF2B5EF4-FFF2-40B4-BE49-F238E27FC236}">
                <a16:creationId xmlns:a16="http://schemas.microsoft.com/office/drawing/2014/main" id="{48339719-DBCC-4496-BF63-02A20A715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0850" y="16256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33" name="Rectangle 150">
            <a:extLst>
              <a:ext uri="{FF2B5EF4-FFF2-40B4-BE49-F238E27FC236}">
                <a16:creationId xmlns:a16="http://schemas.microsoft.com/office/drawing/2014/main" id="{C66DE442-2D8E-483E-B100-5CF6C0C20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9638" y="1862138"/>
            <a:ext cx="681037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34" name="Line 151">
            <a:extLst>
              <a:ext uri="{FF2B5EF4-FFF2-40B4-BE49-F238E27FC236}">
                <a16:creationId xmlns:a16="http://schemas.microsoft.com/office/drawing/2014/main" id="{FB95B132-F192-403D-8ABB-2D5A94A5CE1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89638" y="2192338"/>
            <a:ext cx="681037" cy="31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35" name="Line 152">
            <a:extLst>
              <a:ext uri="{FF2B5EF4-FFF2-40B4-BE49-F238E27FC236}">
                <a16:creationId xmlns:a16="http://schemas.microsoft.com/office/drawing/2014/main" id="{C49264FD-D8DF-4D55-8015-AE695BCCBE9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37300" y="1862138"/>
            <a:ext cx="1588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36" name="Rectangle 153">
            <a:extLst>
              <a:ext uri="{FF2B5EF4-FFF2-40B4-BE49-F238E27FC236}">
                <a16:creationId xmlns:a16="http://schemas.microsoft.com/office/drawing/2014/main" id="{5FE4587F-33FA-4065-A718-F27A0A4E05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7400" y="16256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37" name="Rectangle 154">
            <a:extLst>
              <a:ext uri="{FF2B5EF4-FFF2-40B4-BE49-F238E27FC236}">
                <a16:creationId xmlns:a16="http://schemas.microsoft.com/office/drawing/2014/main" id="{029D8B81-904D-43A9-85A6-B377377D9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1862138"/>
            <a:ext cx="665163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38" name="Line 155">
            <a:extLst>
              <a:ext uri="{FF2B5EF4-FFF2-40B4-BE49-F238E27FC236}">
                <a16:creationId xmlns:a16="http://schemas.microsoft.com/office/drawing/2014/main" id="{8A486622-4EAD-4798-B0C0-F7F5B23653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70675" y="2192338"/>
            <a:ext cx="665163" cy="31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39" name="Line 156">
            <a:extLst>
              <a:ext uri="{FF2B5EF4-FFF2-40B4-BE49-F238E27FC236}">
                <a16:creationId xmlns:a16="http://schemas.microsoft.com/office/drawing/2014/main" id="{5551C14A-C0CC-4526-9BF1-9DB64320B00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02463" y="1862138"/>
            <a:ext cx="1587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40" name="Rectangle 157">
            <a:extLst>
              <a:ext uri="{FF2B5EF4-FFF2-40B4-BE49-F238E27FC236}">
                <a16:creationId xmlns:a16="http://schemas.microsoft.com/office/drawing/2014/main" id="{5AEAF665-6D12-4960-AE3E-DDCD7F672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605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41" name="Rectangle 158">
            <a:extLst>
              <a:ext uri="{FF2B5EF4-FFF2-40B4-BE49-F238E27FC236}">
                <a16:creationId xmlns:a16="http://schemas.microsoft.com/office/drawing/2014/main" id="{DFB4085C-29B4-4671-AE5C-9D9F8EE6B4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2713" y="22971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42" name="Rectangle 159">
            <a:extLst>
              <a:ext uri="{FF2B5EF4-FFF2-40B4-BE49-F238E27FC236}">
                <a16:creationId xmlns:a16="http://schemas.microsoft.com/office/drawing/2014/main" id="{828A2DEA-BDF5-451F-A85B-4A3D3A2883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5963" y="12906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43" name="Rectangle 160">
            <a:extLst>
              <a:ext uri="{FF2B5EF4-FFF2-40B4-BE49-F238E27FC236}">
                <a16:creationId xmlns:a16="http://schemas.microsoft.com/office/drawing/2014/main" id="{CB6ACC70-9D45-4DE1-8392-D29B3C0F0D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5963" y="1625600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44" name="Rectangle 161">
            <a:extLst>
              <a:ext uri="{FF2B5EF4-FFF2-40B4-BE49-F238E27FC236}">
                <a16:creationId xmlns:a16="http://schemas.microsoft.com/office/drawing/2014/main" id="{7BB0EA71-8FCC-4C6D-B401-E300C0338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5963" y="196056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45" name="Rectangle 162">
            <a:extLst>
              <a:ext uri="{FF2B5EF4-FFF2-40B4-BE49-F238E27FC236}">
                <a16:creationId xmlns:a16="http://schemas.microsoft.com/office/drawing/2014/main" id="{7207663F-493D-45DF-BE7C-738700712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5963" y="22971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46" name="Rectangle 163">
            <a:extLst>
              <a:ext uri="{FF2B5EF4-FFF2-40B4-BE49-F238E27FC236}">
                <a16:creationId xmlns:a16="http://schemas.microsoft.com/office/drawing/2014/main" id="{2ABFF39D-1162-413E-90EA-216ABF72DC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6256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47" name="Rectangle 164">
            <a:extLst>
              <a:ext uri="{FF2B5EF4-FFF2-40B4-BE49-F238E27FC236}">
                <a16:creationId xmlns:a16="http://schemas.microsoft.com/office/drawing/2014/main" id="{FD1E5C5A-CC1C-4FF1-AE57-6A28BD95AE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0850" y="19605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48" name="Freeform 165">
            <a:extLst>
              <a:ext uri="{FF2B5EF4-FFF2-40B4-BE49-F238E27FC236}">
                <a16:creationId xmlns:a16="http://schemas.microsoft.com/office/drawing/2014/main" id="{6158797C-474A-462D-9694-0DE31F8FDF59}"/>
              </a:ext>
            </a:extLst>
          </p:cNvPr>
          <p:cNvSpPr>
            <a:spLocks/>
          </p:cNvSpPr>
          <p:nvPr/>
        </p:nvSpPr>
        <p:spPr bwMode="auto">
          <a:xfrm>
            <a:off x="7059613" y="1581150"/>
            <a:ext cx="336550" cy="560388"/>
          </a:xfrm>
          <a:custGeom>
            <a:avLst/>
            <a:gdLst>
              <a:gd name="T0" fmla="*/ 2147483646 w 510"/>
              <a:gd name="T1" fmla="*/ 0 h 851"/>
              <a:gd name="T2" fmla="*/ 2147483646 w 510"/>
              <a:gd name="T3" fmla="*/ 0 h 851"/>
              <a:gd name="T4" fmla="*/ 2147483646 w 510"/>
              <a:gd name="T5" fmla="*/ 0 h 851"/>
              <a:gd name="T6" fmla="*/ 2147483646 w 510"/>
              <a:gd name="T7" fmla="*/ 0 h 851"/>
              <a:gd name="T8" fmla="*/ 2147483646 w 510"/>
              <a:gd name="T9" fmla="*/ 0 h 851"/>
              <a:gd name="T10" fmla="*/ 2147483646 w 510"/>
              <a:gd name="T11" fmla="*/ 0 h 851"/>
              <a:gd name="T12" fmla="*/ 2147483646 w 510"/>
              <a:gd name="T13" fmla="*/ 2147483646 h 851"/>
              <a:gd name="T14" fmla="*/ 2147483646 w 510"/>
              <a:gd name="T15" fmla="*/ 2147483646 h 851"/>
              <a:gd name="T16" fmla="*/ 2147483646 w 510"/>
              <a:gd name="T17" fmla="*/ 2147483646 h 851"/>
              <a:gd name="T18" fmla="*/ 2147483646 w 510"/>
              <a:gd name="T19" fmla="*/ 2147483646 h 851"/>
              <a:gd name="T20" fmla="*/ 2147483646 w 510"/>
              <a:gd name="T21" fmla="*/ 2147483646 h 851"/>
              <a:gd name="T22" fmla="*/ 2147483646 w 510"/>
              <a:gd name="T23" fmla="*/ 2147483646 h 851"/>
              <a:gd name="T24" fmla="*/ 2147483646 w 510"/>
              <a:gd name="T25" fmla="*/ 2147483646 h 851"/>
              <a:gd name="T26" fmla="*/ 2147483646 w 510"/>
              <a:gd name="T27" fmla="*/ 2147483646 h 851"/>
              <a:gd name="T28" fmla="*/ 2147483646 w 510"/>
              <a:gd name="T29" fmla="*/ 2147483646 h 851"/>
              <a:gd name="T30" fmla="*/ 0 w 510"/>
              <a:gd name="T31" fmla="*/ 2147483646 h 851"/>
              <a:gd name="T32" fmla="*/ 0 w 510"/>
              <a:gd name="T33" fmla="*/ 2147483646 h 851"/>
              <a:gd name="T34" fmla="*/ 0 w 510"/>
              <a:gd name="T35" fmla="*/ 2147483646 h 851"/>
              <a:gd name="T36" fmla="*/ 0 w 510"/>
              <a:gd name="T37" fmla="*/ 2147483646 h 851"/>
              <a:gd name="T38" fmla="*/ 0 w 510"/>
              <a:gd name="T39" fmla="*/ 2147483646 h 851"/>
              <a:gd name="T40" fmla="*/ 0 w 510"/>
              <a:gd name="T41" fmla="*/ 2147483646 h 851"/>
              <a:gd name="T42" fmla="*/ 0 w 510"/>
              <a:gd name="T43" fmla="*/ 2147483646 h 851"/>
              <a:gd name="T44" fmla="*/ 0 w 510"/>
              <a:gd name="T45" fmla="*/ 2147483646 h 851"/>
              <a:gd name="T46" fmla="*/ 0 w 510"/>
              <a:gd name="T47" fmla="*/ 2147483646 h 851"/>
              <a:gd name="T48" fmla="*/ 0 w 510"/>
              <a:gd name="T49" fmla="*/ 2147483646 h 851"/>
              <a:gd name="T50" fmla="*/ 0 w 510"/>
              <a:gd name="T51" fmla="*/ 2147483646 h 851"/>
              <a:gd name="T52" fmla="*/ 0 w 510"/>
              <a:gd name="T53" fmla="*/ 2147483646 h 851"/>
              <a:gd name="T54" fmla="*/ 0 w 510"/>
              <a:gd name="T55" fmla="*/ 2147483646 h 851"/>
              <a:gd name="T56" fmla="*/ 0 w 510"/>
              <a:gd name="T57" fmla="*/ 2147483646 h 851"/>
              <a:gd name="T58" fmla="*/ 0 w 510"/>
              <a:gd name="T59" fmla="*/ 2147483646 h 851"/>
              <a:gd name="T60" fmla="*/ 0 w 510"/>
              <a:gd name="T61" fmla="*/ 2147483646 h 851"/>
              <a:gd name="T62" fmla="*/ 0 w 510"/>
              <a:gd name="T63" fmla="*/ 2147483646 h 851"/>
              <a:gd name="T64" fmla="*/ 0 w 510"/>
              <a:gd name="T65" fmla="*/ 2147483646 h 851"/>
              <a:gd name="T66" fmla="*/ 0 w 510"/>
              <a:gd name="T67" fmla="*/ 2147483646 h 851"/>
              <a:gd name="T68" fmla="*/ 0 w 510"/>
              <a:gd name="T69" fmla="*/ 2147483646 h 851"/>
              <a:gd name="T70" fmla="*/ 0 w 510"/>
              <a:gd name="T71" fmla="*/ 2147483646 h 851"/>
              <a:gd name="T72" fmla="*/ 0 w 510"/>
              <a:gd name="T73" fmla="*/ 2147483646 h 851"/>
              <a:gd name="T74" fmla="*/ 0 w 510"/>
              <a:gd name="T75" fmla="*/ 2147483646 h 851"/>
              <a:gd name="T76" fmla="*/ 0 w 510"/>
              <a:gd name="T77" fmla="*/ 2147483646 h 851"/>
              <a:gd name="T78" fmla="*/ 2147483646 w 510"/>
              <a:gd name="T79" fmla="*/ 2147483646 h 851"/>
              <a:gd name="T80" fmla="*/ 2147483646 w 510"/>
              <a:gd name="T81" fmla="*/ 2147483646 h 851"/>
              <a:gd name="T82" fmla="*/ 2147483646 w 510"/>
              <a:gd name="T83" fmla="*/ 2147483646 h 851"/>
              <a:gd name="T84" fmla="*/ 2147483646 w 510"/>
              <a:gd name="T85" fmla="*/ 2147483646 h 851"/>
              <a:gd name="T86" fmla="*/ 2147483646 w 510"/>
              <a:gd name="T87" fmla="*/ 2147483646 h 851"/>
              <a:gd name="T88" fmla="*/ 2147483646 w 510"/>
              <a:gd name="T89" fmla="*/ 2147483646 h 851"/>
              <a:gd name="T90" fmla="*/ 2147483646 w 510"/>
              <a:gd name="T91" fmla="*/ 2147483646 h 851"/>
              <a:gd name="T92" fmla="*/ 2147483646 w 510"/>
              <a:gd name="T93" fmla="*/ 2147483646 h 851"/>
              <a:gd name="T94" fmla="*/ 2147483646 w 510"/>
              <a:gd name="T95" fmla="*/ 2147483646 h 851"/>
              <a:gd name="T96" fmla="*/ 2147483646 w 510"/>
              <a:gd name="T97" fmla="*/ 2147483646 h 851"/>
              <a:gd name="T98" fmla="*/ 2147483646 w 510"/>
              <a:gd name="T99" fmla="*/ 2147483646 h 851"/>
              <a:gd name="T100" fmla="*/ 2147483646 w 510"/>
              <a:gd name="T101" fmla="*/ 2147483646 h 851"/>
              <a:gd name="T102" fmla="*/ 2147483646 w 510"/>
              <a:gd name="T103" fmla="*/ 2147483646 h 851"/>
              <a:gd name="T104" fmla="*/ 2147483646 w 510"/>
              <a:gd name="T105" fmla="*/ 2147483646 h 851"/>
              <a:gd name="T106" fmla="*/ 2147483646 w 510"/>
              <a:gd name="T107" fmla="*/ 2147483646 h 851"/>
              <a:gd name="T108" fmla="*/ 2147483646 w 510"/>
              <a:gd name="T109" fmla="*/ 2147483646 h 851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10" h="851">
                <a:moveTo>
                  <a:pt x="510" y="0"/>
                </a:moveTo>
                <a:lnTo>
                  <a:pt x="480" y="0"/>
                </a:lnTo>
                <a:lnTo>
                  <a:pt x="450" y="0"/>
                </a:lnTo>
                <a:lnTo>
                  <a:pt x="424" y="0"/>
                </a:lnTo>
                <a:lnTo>
                  <a:pt x="398" y="0"/>
                </a:lnTo>
                <a:lnTo>
                  <a:pt x="374" y="0"/>
                </a:lnTo>
                <a:lnTo>
                  <a:pt x="353" y="0"/>
                </a:lnTo>
                <a:lnTo>
                  <a:pt x="332" y="0"/>
                </a:lnTo>
                <a:lnTo>
                  <a:pt x="313" y="0"/>
                </a:lnTo>
                <a:lnTo>
                  <a:pt x="295" y="0"/>
                </a:lnTo>
                <a:lnTo>
                  <a:pt x="280" y="0"/>
                </a:lnTo>
                <a:lnTo>
                  <a:pt x="265" y="0"/>
                </a:lnTo>
                <a:lnTo>
                  <a:pt x="251" y="0"/>
                </a:lnTo>
                <a:lnTo>
                  <a:pt x="239" y="0"/>
                </a:lnTo>
                <a:lnTo>
                  <a:pt x="227" y="0"/>
                </a:lnTo>
                <a:lnTo>
                  <a:pt x="217" y="0"/>
                </a:lnTo>
                <a:lnTo>
                  <a:pt x="208" y="0"/>
                </a:lnTo>
                <a:lnTo>
                  <a:pt x="199" y="0"/>
                </a:lnTo>
                <a:lnTo>
                  <a:pt x="191" y="0"/>
                </a:lnTo>
                <a:lnTo>
                  <a:pt x="184" y="0"/>
                </a:lnTo>
                <a:lnTo>
                  <a:pt x="178" y="0"/>
                </a:lnTo>
                <a:lnTo>
                  <a:pt x="172" y="0"/>
                </a:lnTo>
                <a:lnTo>
                  <a:pt x="167" y="0"/>
                </a:lnTo>
                <a:lnTo>
                  <a:pt x="162" y="0"/>
                </a:lnTo>
                <a:lnTo>
                  <a:pt x="157" y="0"/>
                </a:lnTo>
                <a:lnTo>
                  <a:pt x="154" y="0"/>
                </a:lnTo>
                <a:lnTo>
                  <a:pt x="150" y="0"/>
                </a:lnTo>
                <a:lnTo>
                  <a:pt x="146" y="0"/>
                </a:lnTo>
                <a:lnTo>
                  <a:pt x="143" y="0"/>
                </a:lnTo>
                <a:lnTo>
                  <a:pt x="139" y="0"/>
                </a:lnTo>
                <a:lnTo>
                  <a:pt x="136" y="0"/>
                </a:lnTo>
                <a:lnTo>
                  <a:pt x="132" y="0"/>
                </a:lnTo>
                <a:lnTo>
                  <a:pt x="127" y="0"/>
                </a:lnTo>
                <a:lnTo>
                  <a:pt x="124" y="0"/>
                </a:lnTo>
                <a:lnTo>
                  <a:pt x="120" y="0"/>
                </a:lnTo>
                <a:lnTo>
                  <a:pt x="116" y="0"/>
                </a:lnTo>
                <a:lnTo>
                  <a:pt x="114" y="0"/>
                </a:lnTo>
                <a:lnTo>
                  <a:pt x="110" y="0"/>
                </a:lnTo>
                <a:lnTo>
                  <a:pt x="108" y="0"/>
                </a:lnTo>
                <a:lnTo>
                  <a:pt x="106" y="1"/>
                </a:lnTo>
                <a:lnTo>
                  <a:pt x="102" y="1"/>
                </a:lnTo>
                <a:lnTo>
                  <a:pt x="100" y="1"/>
                </a:lnTo>
                <a:lnTo>
                  <a:pt x="98" y="1"/>
                </a:lnTo>
                <a:lnTo>
                  <a:pt x="96" y="2"/>
                </a:lnTo>
                <a:lnTo>
                  <a:pt x="94" y="2"/>
                </a:lnTo>
                <a:lnTo>
                  <a:pt x="91" y="4"/>
                </a:lnTo>
                <a:lnTo>
                  <a:pt x="89" y="4"/>
                </a:lnTo>
                <a:lnTo>
                  <a:pt x="88" y="5"/>
                </a:lnTo>
                <a:lnTo>
                  <a:pt x="85" y="6"/>
                </a:lnTo>
                <a:lnTo>
                  <a:pt x="83" y="7"/>
                </a:lnTo>
                <a:lnTo>
                  <a:pt x="82" y="8"/>
                </a:lnTo>
                <a:lnTo>
                  <a:pt x="79" y="10"/>
                </a:lnTo>
                <a:lnTo>
                  <a:pt x="77" y="11"/>
                </a:lnTo>
                <a:lnTo>
                  <a:pt x="74" y="12"/>
                </a:lnTo>
                <a:lnTo>
                  <a:pt x="73" y="14"/>
                </a:lnTo>
                <a:lnTo>
                  <a:pt x="71" y="16"/>
                </a:lnTo>
                <a:lnTo>
                  <a:pt x="68" y="18"/>
                </a:lnTo>
                <a:lnTo>
                  <a:pt x="65" y="20"/>
                </a:lnTo>
                <a:lnTo>
                  <a:pt x="62" y="23"/>
                </a:lnTo>
                <a:lnTo>
                  <a:pt x="60" y="25"/>
                </a:lnTo>
                <a:lnTo>
                  <a:pt x="56" y="29"/>
                </a:lnTo>
                <a:lnTo>
                  <a:pt x="54" y="32"/>
                </a:lnTo>
                <a:lnTo>
                  <a:pt x="50" y="35"/>
                </a:lnTo>
                <a:lnTo>
                  <a:pt x="47" y="38"/>
                </a:lnTo>
                <a:lnTo>
                  <a:pt x="42" y="43"/>
                </a:lnTo>
                <a:lnTo>
                  <a:pt x="38" y="47"/>
                </a:lnTo>
                <a:lnTo>
                  <a:pt x="35" y="50"/>
                </a:lnTo>
                <a:lnTo>
                  <a:pt x="31" y="54"/>
                </a:lnTo>
                <a:lnTo>
                  <a:pt x="29" y="56"/>
                </a:lnTo>
                <a:lnTo>
                  <a:pt x="25" y="60"/>
                </a:lnTo>
                <a:lnTo>
                  <a:pt x="23" y="62"/>
                </a:lnTo>
                <a:lnTo>
                  <a:pt x="20" y="66"/>
                </a:lnTo>
                <a:lnTo>
                  <a:pt x="18" y="68"/>
                </a:lnTo>
                <a:lnTo>
                  <a:pt x="16" y="71"/>
                </a:lnTo>
                <a:lnTo>
                  <a:pt x="14" y="73"/>
                </a:lnTo>
                <a:lnTo>
                  <a:pt x="12" y="74"/>
                </a:lnTo>
                <a:lnTo>
                  <a:pt x="11" y="77"/>
                </a:lnTo>
                <a:lnTo>
                  <a:pt x="8" y="79"/>
                </a:lnTo>
                <a:lnTo>
                  <a:pt x="7" y="82"/>
                </a:lnTo>
                <a:lnTo>
                  <a:pt x="6" y="83"/>
                </a:lnTo>
                <a:lnTo>
                  <a:pt x="6" y="85"/>
                </a:lnTo>
                <a:lnTo>
                  <a:pt x="5" y="88"/>
                </a:lnTo>
                <a:lnTo>
                  <a:pt x="4" y="89"/>
                </a:lnTo>
                <a:lnTo>
                  <a:pt x="2" y="91"/>
                </a:lnTo>
                <a:lnTo>
                  <a:pt x="2" y="94"/>
                </a:lnTo>
                <a:lnTo>
                  <a:pt x="2" y="96"/>
                </a:lnTo>
                <a:lnTo>
                  <a:pt x="1" y="97"/>
                </a:lnTo>
                <a:lnTo>
                  <a:pt x="1" y="100"/>
                </a:lnTo>
                <a:lnTo>
                  <a:pt x="1" y="102"/>
                </a:lnTo>
                <a:lnTo>
                  <a:pt x="0" y="106"/>
                </a:lnTo>
                <a:lnTo>
                  <a:pt x="0" y="108"/>
                </a:lnTo>
                <a:lnTo>
                  <a:pt x="0" y="110"/>
                </a:lnTo>
                <a:lnTo>
                  <a:pt x="0" y="114"/>
                </a:lnTo>
                <a:lnTo>
                  <a:pt x="0" y="116"/>
                </a:lnTo>
                <a:lnTo>
                  <a:pt x="0" y="120"/>
                </a:lnTo>
                <a:lnTo>
                  <a:pt x="0" y="124"/>
                </a:lnTo>
                <a:lnTo>
                  <a:pt x="0" y="127"/>
                </a:lnTo>
                <a:lnTo>
                  <a:pt x="0" y="132"/>
                </a:lnTo>
                <a:lnTo>
                  <a:pt x="0" y="136"/>
                </a:lnTo>
                <a:lnTo>
                  <a:pt x="0" y="139"/>
                </a:lnTo>
                <a:lnTo>
                  <a:pt x="0" y="142"/>
                </a:lnTo>
                <a:lnTo>
                  <a:pt x="0" y="145"/>
                </a:lnTo>
                <a:lnTo>
                  <a:pt x="0" y="149"/>
                </a:lnTo>
                <a:lnTo>
                  <a:pt x="0" y="151"/>
                </a:lnTo>
                <a:lnTo>
                  <a:pt x="0" y="155"/>
                </a:lnTo>
                <a:lnTo>
                  <a:pt x="0" y="157"/>
                </a:lnTo>
                <a:lnTo>
                  <a:pt x="0" y="161"/>
                </a:lnTo>
                <a:lnTo>
                  <a:pt x="0" y="163"/>
                </a:lnTo>
                <a:lnTo>
                  <a:pt x="0" y="167"/>
                </a:lnTo>
                <a:lnTo>
                  <a:pt x="0" y="171"/>
                </a:lnTo>
                <a:lnTo>
                  <a:pt x="0" y="173"/>
                </a:lnTo>
                <a:lnTo>
                  <a:pt x="0" y="177"/>
                </a:lnTo>
                <a:lnTo>
                  <a:pt x="0" y="181"/>
                </a:lnTo>
                <a:lnTo>
                  <a:pt x="0" y="185"/>
                </a:lnTo>
                <a:lnTo>
                  <a:pt x="0" y="190"/>
                </a:lnTo>
                <a:lnTo>
                  <a:pt x="0" y="195"/>
                </a:lnTo>
                <a:lnTo>
                  <a:pt x="0" y="199"/>
                </a:lnTo>
                <a:lnTo>
                  <a:pt x="0" y="204"/>
                </a:lnTo>
                <a:lnTo>
                  <a:pt x="0" y="210"/>
                </a:lnTo>
                <a:lnTo>
                  <a:pt x="0" y="217"/>
                </a:lnTo>
                <a:lnTo>
                  <a:pt x="0" y="223"/>
                </a:lnTo>
                <a:lnTo>
                  <a:pt x="0" y="231"/>
                </a:lnTo>
                <a:lnTo>
                  <a:pt x="0" y="239"/>
                </a:lnTo>
                <a:lnTo>
                  <a:pt x="0" y="247"/>
                </a:lnTo>
                <a:lnTo>
                  <a:pt x="0" y="256"/>
                </a:lnTo>
                <a:lnTo>
                  <a:pt x="0" y="265"/>
                </a:lnTo>
                <a:lnTo>
                  <a:pt x="0" y="275"/>
                </a:lnTo>
                <a:lnTo>
                  <a:pt x="0" y="287"/>
                </a:lnTo>
                <a:lnTo>
                  <a:pt x="0" y="298"/>
                </a:lnTo>
                <a:lnTo>
                  <a:pt x="0" y="310"/>
                </a:lnTo>
                <a:lnTo>
                  <a:pt x="0" y="321"/>
                </a:lnTo>
                <a:lnTo>
                  <a:pt x="0" y="330"/>
                </a:lnTo>
                <a:lnTo>
                  <a:pt x="0" y="340"/>
                </a:lnTo>
                <a:lnTo>
                  <a:pt x="0" y="349"/>
                </a:lnTo>
                <a:lnTo>
                  <a:pt x="0" y="358"/>
                </a:lnTo>
                <a:lnTo>
                  <a:pt x="0" y="365"/>
                </a:lnTo>
                <a:lnTo>
                  <a:pt x="0" y="372"/>
                </a:lnTo>
                <a:lnTo>
                  <a:pt x="0" y="379"/>
                </a:lnTo>
                <a:lnTo>
                  <a:pt x="0" y="385"/>
                </a:lnTo>
                <a:lnTo>
                  <a:pt x="0" y="391"/>
                </a:lnTo>
                <a:lnTo>
                  <a:pt x="0" y="396"/>
                </a:lnTo>
                <a:lnTo>
                  <a:pt x="0" y="402"/>
                </a:lnTo>
                <a:lnTo>
                  <a:pt x="0" y="407"/>
                </a:lnTo>
                <a:lnTo>
                  <a:pt x="0" y="411"/>
                </a:lnTo>
                <a:lnTo>
                  <a:pt x="0" y="415"/>
                </a:lnTo>
                <a:lnTo>
                  <a:pt x="0" y="419"/>
                </a:lnTo>
                <a:lnTo>
                  <a:pt x="0" y="423"/>
                </a:lnTo>
                <a:lnTo>
                  <a:pt x="0" y="426"/>
                </a:lnTo>
                <a:lnTo>
                  <a:pt x="0" y="430"/>
                </a:lnTo>
                <a:lnTo>
                  <a:pt x="0" y="432"/>
                </a:lnTo>
                <a:lnTo>
                  <a:pt x="0" y="436"/>
                </a:lnTo>
                <a:lnTo>
                  <a:pt x="0" y="438"/>
                </a:lnTo>
                <a:lnTo>
                  <a:pt x="0" y="442"/>
                </a:lnTo>
                <a:lnTo>
                  <a:pt x="0" y="444"/>
                </a:lnTo>
                <a:lnTo>
                  <a:pt x="0" y="448"/>
                </a:lnTo>
                <a:lnTo>
                  <a:pt x="0" y="450"/>
                </a:lnTo>
                <a:lnTo>
                  <a:pt x="0" y="454"/>
                </a:lnTo>
                <a:lnTo>
                  <a:pt x="0" y="457"/>
                </a:lnTo>
                <a:lnTo>
                  <a:pt x="0" y="461"/>
                </a:lnTo>
                <a:lnTo>
                  <a:pt x="0" y="465"/>
                </a:lnTo>
                <a:lnTo>
                  <a:pt x="0" y="468"/>
                </a:lnTo>
                <a:lnTo>
                  <a:pt x="0" y="472"/>
                </a:lnTo>
                <a:lnTo>
                  <a:pt x="0" y="475"/>
                </a:lnTo>
                <a:lnTo>
                  <a:pt x="0" y="479"/>
                </a:lnTo>
                <a:lnTo>
                  <a:pt x="0" y="483"/>
                </a:lnTo>
                <a:lnTo>
                  <a:pt x="0" y="485"/>
                </a:lnTo>
                <a:lnTo>
                  <a:pt x="0" y="489"/>
                </a:lnTo>
                <a:lnTo>
                  <a:pt x="0" y="491"/>
                </a:lnTo>
                <a:lnTo>
                  <a:pt x="0" y="495"/>
                </a:lnTo>
                <a:lnTo>
                  <a:pt x="0" y="497"/>
                </a:lnTo>
                <a:lnTo>
                  <a:pt x="0" y="499"/>
                </a:lnTo>
                <a:lnTo>
                  <a:pt x="0" y="502"/>
                </a:lnTo>
                <a:lnTo>
                  <a:pt x="0" y="505"/>
                </a:lnTo>
                <a:lnTo>
                  <a:pt x="0" y="508"/>
                </a:lnTo>
                <a:lnTo>
                  <a:pt x="0" y="510"/>
                </a:lnTo>
                <a:lnTo>
                  <a:pt x="0" y="513"/>
                </a:lnTo>
                <a:lnTo>
                  <a:pt x="0" y="516"/>
                </a:lnTo>
                <a:lnTo>
                  <a:pt x="0" y="519"/>
                </a:lnTo>
                <a:lnTo>
                  <a:pt x="0" y="522"/>
                </a:lnTo>
                <a:lnTo>
                  <a:pt x="0" y="526"/>
                </a:lnTo>
                <a:lnTo>
                  <a:pt x="0" y="529"/>
                </a:lnTo>
                <a:lnTo>
                  <a:pt x="0" y="533"/>
                </a:lnTo>
                <a:lnTo>
                  <a:pt x="0" y="537"/>
                </a:lnTo>
                <a:lnTo>
                  <a:pt x="0" y="541"/>
                </a:lnTo>
                <a:lnTo>
                  <a:pt x="0" y="546"/>
                </a:lnTo>
                <a:lnTo>
                  <a:pt x="0" y="551"/>
                </a:lnTo>
                <a:lnTo>
                  <a:pt x="0" y="556"/>
                </a:lnTo>
                <a:lnTo>
                  <a:pt x="0" y="562"/>
                </a:lnTo>
                <a:lnTo>
                  <a:pt x="0" y="568"/>
                </a:lnTo>
                <a:lnTo>
                  <a:pt x="0" y="574"/>
                </a:lnTo>
                <a:lnTo>
                  <a:pt x="0" y="581"/>
                </a:lnTo>
                <a:lnTo>
                  <a:pt x="0" y="588"/>
                </a:lnTo>
                <a:lnTo>
                  <a:pt x="0" y="595"/>
                </a:lnTo>
                <a:lnTo>
                  <a:pt x="0" y="604"/>
                </a:lnTo>
                <a:lnTo>
                  <a:pt x="0" y="611"/>
                </a:lnTo>
                <a:lnTo>
                  <a:pt x="0" y="617"/>
                </a:lnTo>
                <a:lnTo>
                  <a:pt x="0" y="624"/>
                </a:lnTo>
                <a:lnTo>
                  <a:pt x="0" y="630"/>
                </a:lnTo>
                <a:lnTo>
                  <a:pt x="0" y="635"/>
                </a:lnTo>
                <a:lnTo>
                  <a:pt x="0" y="641"/>
                </a:lnTo>
                <a:lnTo>
                  <a:pt x="0" y="646"/>
                </a:lnTo>
                <a:lnTo>
                  <a:pt x="0" y="651"/>
                </a:lnTo>
                <a:lnTo>
                  <a:pt x="0" y="654"/>
                </a:lnTo>
                <a:lnTo>
                  <a:pt x="0" y="658"/>
                </a:lnTo>
                <a:lnTo>
                  <a:pt x="0" y="663"/>
                </a:lnTo>
                <a:lnTo>
                  <a:pt x="0" y="666"/>
                </a:lnTo>
                <a:lnTo>
                  <a:pt x="0" y="669"/>
                </a:lnTo>
                <a:lnTo>
                  <a:pt x="0" y="672"/>
                </a:lnTo>
                <a:lnTo>
                  <a:pt x="0" y="676"/>
                </a:lnTo>
                <a:lnTo>
                  <a:pt x="0" y="678"/>
                </a:lnTo>
                <a:lnTo>
                  <a:pt x="0" y="681"/>
                </a:lnTo>
                <a:lnTo>
                  <a:pt x="0" y="684"/>
                </a:lnTo>
                <a:lnTo>
                  <a:pt x="0" y="687"/>
                </a:lnTo>
                <a:lnTo>
                  <a:pt x="0" y="689"/>
                </a:lnTo>
                <a:lnTo>
                  <a:pt x="0" y="691"/>
                </a:lnTo>
                <a:lnTo>
                  <a:pt x="0" y="695"/>
                </a:lnTo>
                <a:lnTo>
                  <a:pt x="0" y="697"/>
                </a:lnTo>
                <a:lnTo>
                  <a:pt x="0" y="700"/>
                </a:lnTo>
                <a:lnTo>
                  <a:pt x="0" y="703"/>
                </a:lnTo>
                <a:lnTo>
                  <a:pt x="0" y="706"/>
                </a:lnTo>
                <a:lnTo>
                  <a:pt x="0" y="709"/>
                </a:lnTo>
                <a:lnTo>
                  <a:pt x="0" y="712"/>
                </a:lnTo>
                <a:lnTo>
                  <a:pt x="0" y="715"/>
                </a:lnTo>
                <a:lnTo>
                  <a:pt x="0" y="719"/>
                </a:lnTo>
                <a:lnTo>
                  <a:pt x="0" y="724"/>
                </a:lnTo>
                <a:lnTo>
                  <a:pt x="0" y="727"/>
                </a:lnTo>
                <a:lnTo>
                  <a:pt x="0" y="731"/>
                </a:lnTo>
                <a:lnTo>
                  <a:pt x="0" y="735"/>
                </a:lnTo>
                <a:lnTo>
                  <a:pt x="0" y="737"/>
                </a:lnTo>
                <a:lnTo>
                  <a:pt x="0" y="741"/>
                </a:lnTo>
                <a:lnTo>
                  <a:pt x="0" y="743"/>
                </a:lnTo>
                <a:lnTo>
                  <a:pt x="0" y="747"/>
                </a:lnTo>
                <a:lnTo>
                  <a:pt x="1" y="749"/>
                </a:lnTo>
                <a:lnTo>
                  <a:pt x="1" y="751"/>
                </a:lnTo>
                <a:lnTo>
                  <a:pt x="1" y="754"/>
                </a:lnTo>
                <a:lnTo>
                  <a:pt x="2" y="755"/>
                </a:lnTo>
                <a:lnTo>
                  <a:pt x="2" y="757"/>
                </a:lnTo>
                <a:lnTo>
                  <a:pt x="2" y="760"/>
                </a:lnTo>
                <a:lnTo>
                  <a:pt x="4" y="762"/>
                </a:lnTo>
                <a:lnTo>
                  <a:pt x="5" y="763"/>
                </a:lnTo>
                <a:lnTo>
                  <a:pt x="6" y="766"/>
                </a:lnTo>
                <a:lnTo>
                  <a:pt x="6" y="768"/>
                </a:lnTo>
                <a:lnTo>
                  <a:pt x="7" y="769"/>
                </a:lnTo>
                <a:lnTo>
                  <a:pt x="8" y="772"/>
                </a:lnTo>
                <a:lnTo>
                  <a:pt x="11" y="774"/>
                </a:lnTo>
                <a:lnTo>
                  <a:pt x="12" y="777"/>
                </a:lnTo>
                <a:lnTo>
                  <a:pt x="14" y="778"/>
                </a:lnTo>
                <a:lnTo>
                  <a:pt x="16" y="780"/>
                </a:lnTo>
                <a:lnTo>
                  <a:pt x="18" y="783"/>
                </a:lnTo>
                <a:lnTo>
                  <a:pt x="20" y="786"/>
                </a:lnTo>
                <a:lnTo>
                  <a:pt x="23" y="789"/>
                </a:lnTo>
                <a:lnTo>
                  <a:pt x="25" y="791"/>
                </a:lnTo>
                <a:lnTo>
                  <a:pt x="29" y="795"/>
                </a:lnTo>
                <a:lnTo>
                  <a:pt x="31" y="797"/>
                </a:lnTo>
                <a:lnTo>
                  <a:pt x="35" y="801"/>
                </a:lnTo>
                <a:lnTo>
                  <a:pt x="38" y="804"/>
                </a:lnTo>
                <a:lnTo>
                  <a:pt x="42" y="808"/>
                </a:lnTo>
                <a:lnTo>
                  <a:pt x="47" y="813"/>
                </a:lnTo>
                <a:lnTo>
                  <a:pt x="50" y="816"/>
                </a:lnTo>
                <a:lnTo>
                  <a:pt x="54" y="819"/>
                </a:lnTo>
                <a:lnTo>
                  <a:pt x="56" y="822"/>
                </a:lnTo>
                <a:lnTo>
                  <a:pt x="60" y="826"/>
                </a:lnTo>
                <a:lnTo>
                  <a:pt x="62" y="828"/>
                </a:lnTo>
                <a:lnTo>
                  <a:pt x="65" y="831"/>
                </a:lnTo>
                <a:lnTo>
                  <a:pt x="68" y="833"/>
                </a:lnTo>
                <a:lnTo>
                  <a:pt x="71" y="835"/>
                </a:lnTo>
                <a:lnTo>
                  <a:pt x="73" y="837"/>
                </a:lnTo>
                <a:lnTo>
                  <a:pt x="74" y="839"/>
                </a:lnTo>
                <a:lnTo>
                  <a:pt x="77" y="840"/>
                </a:lnTo>
                <a:lnTo>
                  <a:pt x="79" y="841"/>
                </a:lnTo>
                <a:lnTo>
                  <a:pt x="82" y="844"/>
                </a:lnTo>
                <a:lnTo>
                  <a:pt x="83" y="845"/>
                </a:lnTo>
                <a:lnTo>
                  <a:pt x="85" y="845"/>
                </a:lnTo>
                <a:lnTo>
                  <a:pt x="88" y="846"/>
                </a:lnTo>
                <a:lnTo>
                  <a:pt x="89" y="847"/>
                </a:lnTo>
                <a:lnTo>
                  <a:pt x="91" y="847"/>
                </a:lnTo>
                <a:lnTo>
                  <a:pt x="94" y="849"/>
                </a:lnTo>
                <a:lnTo>
                  <a:pt x="96" y="849"/>
                </a:lnTo>
                <a:lnTo>
                  <a:pt x="98" y="850"/>
                </a:lnTo>
                <a:lnTo>
                  <a:pt x="100" y="850"/>
                </a:lnTo>
                <a:lnTo>
                  <a:pt x="102" y="850"/>
                </a:lnTo>
                <a:lnTo>
                  <a:pt x="106" y="850"/>
                </a:lnTo>
                <a:lnTo>
                  <a:pt x="108" y="851"/>
                </a:lnTo>
                <a:lnTo>
                  <a:pt x="110" y="851"/>
                </a:lnTo>
                <a:lnTo>
                  <a:pt x="114" y="851"/>
                </a:lnTo>
                <a:lnTo>
                  <a:pt x="116" y="851"/>
                </a:lnTo>
                <a:lnTo>
                  <a:pt x="120" y="851"/>
                </a:lnTo>
                <a:lnTo>
                  <a:pt x="124" y="851"/>
                </a:lnTo>
                <a:lnTo>
                  <a:pt x="127" y="851"/>
                </a:lnTo>
                <a:lnTo>
                  <a:pt x="132" y="851"/>
                </a:lnTo>
                <a:lnTo>
                  <a:pt x="136" y="851"/>
                </a:lnTo>
                <a:lnTo>
                  <a:pt x="139" y="851"/>
                </a:lnTo>
                <a:lnTo>
                  <a:pt x="143" y="851"/>
                </a:lnTo>
                <a:lnTo>
                  <a:pt x="146" y="851"/>
                </a:lnTo>
                <a:lnTo>
                  <a:pt x="150" y="851"/>
                </a:lnTo>
                <a:lnTo>
                  <a:pt x="154" y="851"/>
                </a:lnTo>
                <a:lnTo>
                  <a:pt x="157" y="851"/>
                </a:lnTo>
                <a:lnTo>
                  <a:pt x="162" y="851"/>
                </a:lnTo>
                <a:lnTo>
                  <a:pt x="167" y="851"/>
                </a:lnTo>
                <a:lnTo>
                  <a:pt x="172" y="851"/>
                </a:lnTo>
                <a:lnTo>
                  <a:pt x="178" y="851"/>
                </a:lnTo>
                <a:lnTo>
                  <a:pt x="184" y="851"/>
                </a:lnTo>
                <a:lnTo>
                  <a:pt x="191" y="851"/>
                </a:lnTo>
                <a:lnTo>
                  <a:pt x="199" y="851"/>
                </a:lnTo>
                <a:lnTo>
                  <a:pt x="208" y="851"/>
                </a:lnTo>
                <a:lnTo>
                  <a:pt x="217" y="851"/>
                </a:lnTo>
                <a:lnTo>
                  <a:pt x="227" y="851"/>
                </a:lnTo>
                <a:lnTo>
                  <a:pt x="239" y="851"/>
                </a:lnTo>
                <a:lnTo>
                  <a:pt x="251" y="851"/>
                </a:lnTo>
                <a:lnTo>
                  <a:pt x="265" y="851"/>
                </a:lnTo>
                <a:lnTo>
                  <a:pt x="280" y="851"/>
                </a:lnTo>
                <a:lnTo>
                  <a:pt x="295" y="851"/>
                </a:lnTo>
                <a:lnTo>
                  <a:pt x="313" y="851"/>
                </a:lnTo>
                <a:lnTo>
                  <a:pt x="332" y="851"/>
                </a:lnTo>
                <a:lnTo>
                  <a:pt x="353" y="851"/>
                </a:lnTo>
                <a:lnTo>
                  <a:pt x="374" y="851"/>
                </a:lnTo>
                <a:lnTo>
                  <a:pt x="398" y="851"/>
                </a:lnTo>
                <a:lnTo>
                  <a:pt x="424" y="851"/>
                </a:lnTo>
                <a:lnTo>
                  <a:pt x="450" y="851"/>
                </a:lnTo>
                <a:lnTo>
                  <a:pt x="480" y="851"/>
                </a:lnTo>
                <a:lnTo>
                  <a:pt x="510" y="851"/>
                </a:lnTo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49" name="Freeform 166">
            <a:extLst>
              <a:ext uri="{FF2B5EF4-FFF2-40B4-BE49-F238E27FC236}">
                <a16:creationId xmlns:a16="http://schemas.microsoft.com/office/drawing/2014/main" id="{5931E175-A021-42CB-8683-E55838F50BCD}"/>
              </a:ext>
            </a:extLst>
          </p:cNvPr>
          <p:cNvSpPr>
            <a:spLocks/>
          </p:cNvSpPr>
          <p:nvPr/>
        </p:nvSpPr>
        <p:spPr bwMode="auto">
          <a:xfrm>
            <a:off x="5937250" y="1581150"/>
            <a:ext cx="336550" cy="560388"/>
          </a:xfrm>
          <a:custGeom>
            <a:avLst/>
            <a:gdLst>
              <a:gd name="T0" fmla="*/ 2147483646 w 510"/>
              <a:gd name="T1" fmla="*/ 0 h 851"/>
              <a:gd name="T2" fmla="*/ 2147483646 w 510"/>
              <a:gd name="T3" fmla="*/ 0 h 851"/>
              <a:gd name="T4" fmla="*/ 2147483646 w 510"/>
              <a:gd name="T5" fmla="*/ 0 h 851"/>
              <a:gd name="T6" fmla="*/ 2147483646 w 510"/>
              <a:gd name="T7" fmla="*/ 0 h 851"/>
              <a:gd name="T8" fmla="*/ 2147483646 w 510"/>
              <a:gd name="T9" fmla="*/ 0 h 851"/>
              <a:gd name="T10" fmla="*/ 2147483646 w 510"/>
              <a:gd name="T11" fmla="*/ 0 h 851"/>
              <a:gd name="T12" fmla="*/ 2147483646 w 510"/>
              <a:gd name="T13" fmla="*/ 2147483646 h 851"/>
              <a:gd name="T14" fmla="*/ 2147483646 w 510"/>
              <a:gd name="T15" fmla="*/ 2147483646 h 851"/>
              <a:gd name="T16" fmla="*/ 2147483646 w 510"/>
              <a:gd name="T17" fmla="*/ 2147483646 h 851"/>
              <a:gd name="T18" fmla="*/ 2147483646 w 510"/>
              <a:gd name="T19" fmla="*/ 2147483646 h 851"/>
              <a:gd name="T20" fmla="*/ 2147483646 w 510"/>
              <a:gd name="T21" fmla="*/ 2147483646 h 851"/>
              <a:gd name="T22" fmla="*/ 2147483646 w 510"/>
              <a:gd name="T23" fmla="*/ 2147483646 h 851"/>
              <a:gd name="T24" fmla="*/ 2147483646 w 510"/>
              <a:gd name="T25" fmla="*/ 2147483646 h 851"/>
              <a:gd name="T26" fmla="*/ 2147483646 w 510"/>
              <a:gd name="T27" fmla="*/ 2147483646 h 851"/>
              <a:gd name="T28" fmla="*/ 2147483646 w 510"/>
              <a:gd name="T29" fmla="*/ 2147483646 h 851"/>
              <a:gd name="T30" fmla="*/ 2147483646 w 510"/>
              <a:gd name="T31" fmla="*/ 2147483646 h 851"/>
              <a:gd name="T32" fmla="*/ 2147483646 w 510"/>
              <a:gd name="T33" fmla="*/ 2147483646 h 851"/>
              <a:gd name="T34" fmla="*/ 2147483646 w 510"/>
              <a:gd name="T35" fmla="*/ 2147483646 h 851"/>
              <a:gd name="T36" fmla="*/ 2147483646 w 510"/>
              <a:gd name="T37" fmla="*/ 2147483646 h 851"/>
              <a:gd name="T38" fmla="*/ 2147483646 w 510"/>
              <a:gd name="T39" fmla="*/ 2147483646 h 851"/>
              <a:gd name="T40" fmla="*/ 2147483646 w 510"/>
              <a:gd name="T41" fmla="*/ 2147483646 h 851"/>
              <a:gd name="T42" fmla="*/ 2147483646 w 510"/>
              <a:gd name="T43" fmla="*/ 2147483646 h 851"/>
              <a:gd name="T44" fmla="*/ 2147483646 w 510"/>
              <a:gd name="T45" fmla="*/ 2147483646 h 851"/>
              <a:gd name="T46" fmla="*/ 2147483646 w 510"/>
              <a:gd name="T47" fmla="*/ 2147483646 h 851"/>
              <a:gd name="T48" fmla="*/ 2147483646 w 510"/>
              <a:gd name="T49" fmla="*/ 2147483646 h 851"/>
              <a:gd name="T50" fmla="*/ 2147483646 w 510"/>
              <a:gd name="T51" fmla="*/ 2147483646 h 851"/>
              <a:gd name="T52" fmla="*/ 2147483646 w 510"/>
              <a:gd name="T53" fmla="*/ 2147483646 h 851"/>
              <a:gd name="T54" fmla="*/ 2147483646 w 510"/>
              <a:gd name="T55" fmla="*/ 2147483646 h 851"/>
              <a:gd name="T56" fmla="*/ 2147483646 w 510"/>
              <a:gd name="T57" fmla="*/ 2147483646 h 851"/>
              <a:gd name="T58" fmla="*/ 2147483646 w 510"/>
              <a:gd name="T59" fmla="*/ 2147483646 h 851"/>
              <a:gd name="T60" fmla="*/ 2147483646 w 510"/>
              <a:gd name="T61" fmla="*/ 2147483646 h 851"/>
              <a:gd name="T62" fmla="*/ 2147483646 w 510"/>
              <a:gd name="T63" fmla="*/ 2147483646 h 851"/>
              <a:gd name="T64" fmla="*/ 2147483646 w 510"/>
              <a:gd name="T65" fmla="*/ 2147483646 h 851"/>
              <a:gd name="T66" fmla="*/ 2147483646 w 510"/>
              <a:gd name="T67" fmla="*/ 2147483646 h 851"/>
              <a:gd name="T68" fmla="*/ 2147483646 w 510"/>
              <a:gd name="T69" fmla="*/ 2147483646 h 851"/>
              <a:gd name="T70" fmla="*/ 2147483646 w 510"/>
              <a:gd name="T71" fmla="*/ 2147483646 h 851"/>
              <a:gd name="T72" fmla="*/ 2147483646 w 510"/>
              <a:gd name="T73" fmla="*/ 2147483646 h 851"/>
              <a:gd name="T74" fmla="*/ 2147483646 w 510"/>
              <a:gd name="T75" fmla="*/ 2147483646 h 851"/>
              <a:gd name="T76" fmla="*/ 2147483646 w 510"/>
              <a:gd name="T77" fmla="*/ 2147483646 h 851"/>
              <a:gd name="T78" fmla="*/ 2147483646 w 510"/>
              <a:gd name="T79" fmla="*/ 2147483646 h 851"/>
              <a:gd name="T80" fmla="*/ 2147483646 w 510"/>
              <a:gd name="T81" fmla="*/ 2147483646 h 851"/>
              <a:gd name="T82" fmla="*/ 2147483646 w 510"/>
              <a:gd name="T83" fmla="*/ 2147483646 h 851"/>
              <a:gd name="T84" fmla="*/ 2147483646 w 510"/>
              <a:gd name="T85" fmla="*/ 2147483646 h 851"/>
              <a:gd name="T86" fmla="*/ 2147483646 w 510"/>
              <a:gd name="T87" fmla="*/ 2147483646 h 851"/>
              <a:gd name="T88" fmla="*/ 2147483646 w 510"/>
              <a:gd name="T89" fmla="*/ 2147483646 h 851"/>
              <a:gd name="T90" fmla="*/ 2147483646 w 510"/>
              <a:gd name="T91" fmla="*/ 2147483646 h 851"/>
              <a:gd name="T92" fmla="*/ 2147483646 w 510"/>
              <a:gd name="T93" fmla="*/ 2147483646 h 851"/>
              <a:gd name="T94" fmla="*/ 2147483646 w 510"/>
              <a:gd name="T95" fmla="*/ 2147483646 h 851"/>
              <a:gd name="T96" fmla="*/ 2147483646 w 510"/>
              <a:gd name="T97" fmla="*/ 2147483646 h 851"/>
              <a:gd name="T98" fmla="*/ 2147483646 w 510"/>
              <a:gd name="T99" fmla="*/ 2147483646 h 851"/>
              <a:gd name="T100" fmla="*/ 2147483646 w 510"/>
              <a:gd name="T101" fmla="*/ 2147483646 h 851"/>
              <a:gd name="T102" fmla="*/ 2147483646 w 510"/>
              <a:gd name="T103" fmla="*/ 2147483646 h 851"/>
              <a:gd name="T104" fmla="*/ 2147483646 w 510"/>
              <a:gd name="T105" fmla="*/ 2147483646 h 851"/>
              <a:gd name="T106" fmla="*/ 2147483646 w 510"/>
              <a:gd name="T107" fmla="*/ 2147483646 h 851"/>
              <a:gd name="T108" fmla="*/ 0 w 510"/>
              <a:gd name="T109" fmla="*/ 2147483646 h 851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10" h="851">
                <a:moveTo>
                  <a:pt x="0" y="0"/>
                </a:moveTo>
                <a:lnTo>
                  <a:pt x="31" y="0"/>
                </a:lnTo>
                <a:lnTo>
                  <a:pt x="60" y="0"/>
                </a:lnTo>
                <a:lnTo>
                  <a:pt x="86" y="0"/>
                </a:lnTo>
                <a:lnTo>
                  <a:pt x="111" y="0"/>
                </a:lnTo>
                <a:lnTo>
                  <a:pt x="135" y="0"/>
                </a:lnTo>
                <a:lnTo>
                  <a:pt x="158" y="0"/>
                </a:lnTo>
                <a:lnTo>
                  <a:pt x="179" y="0"/>
                </a:lnTo>
                <a:lnTo>
                  <a:pt x="197" y="0"/>
                </a:lnTo>
                <a:lnTo>
                  <a:pt x="215" y="0"/>
                </a:lnTo>
                <a:lnTo>
                  <a:pt x="230" y="0"/>
                </a:lnTo>
                <a:lnTo>
                  <a:pt x="246" y="0"/>
                </a:lnTo>
                <a:lnTo>
                  <a:pt x="259" y="0"/>
                </a:lnTo>
                <a:lnTo>
                  <a:pt x="271" y="0"/>
                </a:lnTo>
                <a:lnTo>
                  <a:pt x="283" y="0"/>
                </a:lnTo>
                <a:lnTo>
                  <a:pt x="293" y="0"/>
                </a:lnTo>
                <a:lnTo>
                  <a:pt x="302" y="0"/>
                </a:lnTo>
                <a:lnTo>
                  <a:pt x="311" y="0"/>
                </a:lnTo>
                <a:lnTo>
                  <a:pt x="319" y="0"/>
                </a:lnTo>
                <a:lnTo>
                  <a:pt x="326" y="0"/>
                </a:lnTo>
                <a:lnTo>
                  <a:pt x="332" y="0"/>
                </a:lnTo>
                <a:lnTo>
                  <a:pt x="338" y="0"/>
                </a:lnTo>
                <a:lnTo>
                  <a:pt x="343" y="0"/>
                </a:lnTo>
                <a:lnTo>
                  <a:pt x="348" y="0"/>
                </a:lnTo>
                <a:lnTo>
                  <a:pt x="353" y="0"/>
                </a:lnTo>
                <a:lnTo>
                  <a:pt x="356" y="0"/>
                </a:lnTo>
                <a:lnTo>
                  <a:pt x="360" y="0"/>
                </a:lnTo>
                <a:lnTo>
                  <a:pt x="363" y="0"/>
                </a:lnTo>
                <a:lnTo>
                  <a:pt x="367" y="0"/>
                </a:lnTo>
                <a:lnTo>
                  <a:pt x="371" y="0"/>
                </a:lnTo>
                <a:lnTo>
                  <a:pt x="374" y="0"/>
                </a:lnTo>
                <a:lnTo>
                  <a:pt x="378" y="0"/>
                </a:lnTo>
                <a:lnTo>
                  <a:pt x="383" y="0"/>
                </a:lnTo>
                <a:lnTo>
                  <a:pt x="386" y="0"/>
                </a:lnTo>
                <a:lnTo>
                  <a:pt x="390" y="0"/>
                </a:lnTo>
                <a:lnTo>
                  <a:pt x="393" y="0"/>
                </a:lnTo>
                <a:lnTo>
                  <a:pt x="396" y="0"/>
                </a:lnTo>
                <a:lnTo>
                  <a:pt x="399" y="0"/>
                </a:lnTo>
                <a:lnTo>
                  <a:pt x="402" y="0"/>
                </a:lnTo>
                <a:lnTo>
                  <a:pt x="405" y="1"/>
                </a:lnTo>
                <a:lnTo>
                  <a:pt x="408" y="1"/>
                </a:lnTo>
                <a:lnTo>
                  <a:pt x="410" y="1"/>
                </a:lnTo>
                <a:lnTo>
                  <a:pt x="413" y="1"/>
                </a:lnTo>
                <a:lnTo>
                  <a:pt x="415" y="2"/>
                </a:lnTo>
                <a:lnTo>
                  <a:pt x="416" y="2"/>
                </a:lnTo>
                <a:lnTo>
                  <a:pt x="419" y="4"/>
                </a:lnTo>
                <a:lnTo>
                  <a:pt x="421" y="4"/>
                </a:lnTo>
                <a:lnTo>
                  <a:pt x="422" y="5"/>
                </a:lnTo>
                <a:lnTo>
                  <a:pt x="425" y="6"/>
                </a:lnTo>
                <a:lnTo>
                  <a:pt x="427" y="7"/>
                </a:lnTo>
                <a:lnTo>
                  <a:pt x="428" y="8"/>
                </a:lnTo>
                <a:lnTo>
                  <a:pt x="431" y="10"/>
                </a:lnTo>
                <a:lnTo>
                  <a:pt x="433" y="11"/>
                </a:lnTo>
                <a:lnTo>
                  <a:pt x="435" y="12"/>
                </a:lnTo>
                <a:lnTo>
                  <a:pt x="438" y="14"/>
                </a:lnTo>
                <a:lnTo>
                  <a:pt x="439" y="16"/>
                </a:lnTo>
                <a:lnTo>
                  <a:pt x="441" y="18"/>
                </a:lnTo>
                <a:lnTo>
                  <a:pt x="445" y="20"/>
                </a:lnTo>
                <a:lnTo>
                  <a:pt x="447" y="23"/>
                </a:lnTo>
                <a:lnTo>
                  <a:pt x="450" y="25"/>
                </a:lnTo>
                <a:lnTo>
                  <a:pt x="453" y="29"/>
                </a:lnTo>
                <a:lnTo>
                  <a:pt x="456" y="32"/>
                </a:lnTo>
                <a:lnTo>
                  <a:pt x="459" y="35"/>
                </a:lnTo>
                <a:lnTo>
                  <a:pt x="463" y="38"/>
                </a:lnTo>
                <a:lnTo>
                  <a:pt x="467" y="43"/>
                </a:lnTo>
                <a:lnTo>
                  <a:pt x="471" y="47"/>
                </a:lnTo>
                <a:lnTo>
                  <a:pt x="475" y="50"/>
                </a:lnTo>
                <a:lnTo>
                  <a:pt x="479" y="54"/>
                </a:lnTo>
                <a:lnTo>
                  <a:pt x="481" y="56"/>
                </a:lnTo>
                <a:lnTo>
                  <a:pt x="485" y="60"/>
                </a:lnTo>
                <a:lnTo>
                  <a:pt x="487" y="62"/>
                </a:lnTo>
                <a:lnTo>
                  <a:pt x="489" y="66"/>
                </a:lnTo>
                <a:lnTo>
                  <a:pt x="492" y="68"/>
                </a:lnTo>
                <a:lnTo>
                  <a:pt x="494" y="71"/>
                </a:lnTo>
                <a:lnTo>
                  <a:pt x="497" y="73"/>
                </a:lnTo>
                <a:lnTo>
                  <a:pt x="498" y="74"/>
                </a:lnTo>
                <a:lnTo>
                  <a:pt x="499" y="77"/>
                </a:lnTo>
                <a:lnTo>
                  <a:pt x="501" y="79"/>
                </a:lnTo>
                <a:lnTo>
                  <a:pt x="503" y="82"/>
                </a:lnTo>
                <a:lnTo>
                  <a:pt x="504" y="83"/>
                </a:lnTo>
                <a:lnTo>
                  <a:pt x="505" y="85"/>
                </a:lnTo>
                <a:lnTo>
                  <a:pt x="505" y="88"/>
                </a:lnTo>
                <a:lnTo>
                  <a:pt x="506" y="89"/>
                </a:lnTo>
                <a:lnTo>
                  <a:pt x="507" y="91"/>
                </a:lnTo>
                <a:lnTo>
                  <a:pt x="507" y="94"/>
                </a:lnTo>
                <a:lnTo>
                  <a:pt x="509" y="96"/>
                </a:lnTo>
                <a:lnTo>
                  <a:pt x="509" y="97"/>
                </a:lnTo>
                <a:lnTo>
                  <a:pt x="509" y="100"/>
                </a:lnTo>
                <a:lnTo>
                  <a:pt x="510" y="102"/>
                </a:lnTo>
                <a:lnTo>
                  <a:pt x="510" y="106"/>
                </a:lnTo>
                <a:lnTo>
                  <a:pt x="510" y="108"/>
                </a:lnTo>
                <a:lnTo>
                  <a:pt x="510" y="110"/>
                </a:lnTo>
                <a:lnTo>
                  <a:pt x="510" y="114"/>
                </a:lnTo>
                <a:lnTo>
                  <a:pt x="510" y="116"/>
                </a:lnTo>
                <a:lnTo>
                  <a:pt x="510" y="120"/>
                </a:lnTo>
                <a:lnTo>
                  <a:pt x="510" y="124"/>
                </a:lnTo>
                <a:lnTo>
                  <a:pt x="510" y="127"/>
                </a:lnTo>
                <a:lnTo>
                  <a:pt x="510" y="132"/>
                </a:lnTo>
                <a:lnTo>
                  <a:pt x="510" y="136"/>
                </a:lnTo>
                <a:lnTo>
                  <a:pt x="510" y="139"/>
                </a:lnTo>
                <a:lnTo>
                  <a:pt x="510" y="142"/>
                </a:lnTo>
                <a:lnTo>
                  <a:pt x="510" y="145"/>
                </a:lnTo>
                <a:lnTo>
                  <a:pt x="510" y="149"/>
                </a:lnTo>
                <a:lnTo>
                  <a:pt x="510" y="151"/>
                </a:lnTo>
                <a:lnTo>
                  <a:pt x="510" y="155"/>
                </a:lnTo>
                <a:lnTo>
                  <a:pt x="510" y="157"/>
                </a:lnTo>
                <a:lnTo>
                  <a:pt x="510" y="161"/>
                </a:lnTo>
                <a:lnTo>
                  <a:pt x="510" y="163"/>
                </a:lnTo>
                <a:lnTo>
                  <a:pt x="510" y="167"/>
                </a:lnTo>
                <a:lnTo>
                  <a:pt x="510" y="171"/>
                </a:lnTo>
                <a:lnTo>
                  <a:pt x="510" y="173"/>
                </a:lnTo>
                <a:lnTo>
                  <a:pt x="510" y="177"/>
                </a:lnTo>
                <a:lnTo>
                  <a:pt x="510" y="181"/>
                </a:lnTo>
                <a:lnTo>
                  <a:pt x="510" y="185"/>
                </a:lnTo>
                <a:lnTo>
                  <a:pt x="510" y="190"/>
                </a:lnTo>
                <a:lnTo>
                  <a:pt x="510" y="195"/>
                </a:lnTo>
                <a:lnTo>
                  <a:pt x="510" y="199"/>
                </a:lnTo>
                <a:lnTo>
                  <a:pt x="510" y="204"/>
                </a:lnTo>
                <a:lnTo>
                  <a:pt x="510" y="210"/>
                </a:lnTo>
                <a:lnTo>
                  <a:pt x="510" y="217"/>
                </a:lnTo>
                <a:lnTo>
                  <a:pt x="510" y="223"/>
                </a:lnTo>
                <a:lnTo>
                  <a:pt x="510" y="231"/>
                </a:lnTo>
                <a:lnTo>
                  <a:pt x="510" y="239"/>
                </a:lnTo>
                <a:lnTo>
                  <a:pt x="510" y="247"/>
                </a:lnTo>
                <a:lnTo>
                  <a:pt x="510" y="256"/>
                </a:lnTo>
                <a:lnTo>
                  <a:pt x="510" y="265"/>
                </a:lnTo>
                <a:lnTo>
                  <a:pt x="510" y="275"/>
                </a:lnTo>
                <a:lnTo>
                  <a:pt x="510" y="287"/>
                </a:lnTo>
                <a:lnTo>
                  <a:pt x="510" y="298"/>
                </a:lnTo>
                <a:lnTo>
                  <a:pt x="510" y="310"/>
                </a:lnTo>
                <a:lnTo>
                  <a:pt x="510" y="321"/>
                </a:lnTo>
                <a:lnTo>
                  <a:pt x="510" y="330"/>
                </a:lnTo>
                <a:lnTo>
                  <a:pt x="510" y="340"/>
                </a:lnTo>
                <a:lnTo>
                  <a:pt x="510" y="349"/>
                </a:lnTo>
                <a:lnTo>
                  <a:pt x="510" y="358"/>
                </a:lnTo>
                <a:lnTo>
                  <a:pt x="510" y="365"/>
                </a:lnTo>
                <a:lnTo>
                  <a:pt x="510" y="372"/>
                </a:lnTo>
                <a:lnTo>
                  <a:pt x="510" y="379"/>
                </a:lnTo>
                <a:lnTo>
                  <a:pt x="510" y="385"/>
                </a:lnTo>
                <a:lnTo>
                  <a:pt x="510" y="391"/>
                </a:lnTo>
                <a:lnTo>
                  <a:pt x="510" y="396"/>
                </a:lnTo>
                <a:lnTo>
                  <a:pt x="510" y="402"/>
                </a:lnTo>
                <a:lnTo>
                  <a:pt x="510" y="407"/>
                </a:lnTo>
                <a:lnTo>
                  <a:pt x="510" y="411"/>
                </a:lnTo>
                <a:lnTo>
                  <a:pt x="510" y="415"/>
                </a:lnTo>
                <a:lnTo>
                  <a:pt x="510" y="419"/>
                </a:lnTo>
                <a:lnTo>
                  <a:pt x="510" y="423"/>
                </a:lnTo>
                <a:lnTo>
                  <a:pt x="510" y="426"/>
                </a:lnTo>
                <a:lnTo>
                  <a:pt x="510" y="430"/>
                </a:lnTo>
                <a:lnTo>
                  <a:pt x="510" y="432"/>
                </a:lnTo>
                <a:lnTo>
                  <a:pt x="510" y="436"/>
                </a:lnTo>
                <a:lnTo>
                  <a:pt x="510" y="438"/>
                </a:lnTo>
                <a:lnTo>
                  <a:pt x="510" y="442"/>
                </a:lnTo>
                <a:lnTo>
                  <a:pt x="510" y="444"/>
                </a:lnTo>
                <a:lnTo>
                  <a:pt x="510" y="448"/>
                </a:lnTo>
                <a:lnTo>
                  <a:pt x="510" y="450"/>
                </a:lnTo>
                <a:lnTo>
                  <a:pt x="510" y="454"/>
                </a:lnTo>
                <a:lnTo>
                  <a:pt x="510" y="457"/>
                </a:lnTo>
                <a:lnTo>
                  <a:pt x="510" y="461"/>
                </a:lnTo>
                <a:lnTo>
                  <a:pt x="510" y="465"/>
                </a:lnTo>
                <a:lnTo>
                  <a:pt x="510" y="468"/>
                </a:lnTo>
                <a:lnTo>
                  <a:pt x="510" y="472"/>
                </a:lnTo>
                <a:lnTo>
                  <a:pt x="510" y="475"/>
                </a:lnTo>
                <a:lnTo>
                  <a:pt x="510" y="479"/>
                </a:lnTo>
                <a:lnTo>
                  <a:pt x="510" y="483"/>
                </a:lnTo>
                <a:lnTo>
                  <a:pt x="510" y="485"/>
                </a:lnTo>
                <a:lnTo>
                  <a:pt x="510" y="489"/>
                </a:lnTo>
                <a:lnTo>
                  <a:pt x="510" y="491"/>
                </a:lnTo>
                <a:lnTo>
                  <a:pt x="510" y="495"/>
                </a:lnTo>
                <a:lnTo>
                  <a:pt x="510" y="497"/>
                </a:lnTo>
                <a:lnTo>
                  <a:pt x="510" y="499"/>
                </a:lnTo>
                <a:lnTo>
                  <a:pt x="510" y="502"/>
                </a:lnTo>
                <a:lnTo>
                  <a:pt x="510" y="505"/>
                </a:lnTo>
                <a:lnTo>
                  <a:pt x="510" y="508"/>
                </a:lnTo>
                <a:lnTo>
                  <a:pt x="510" y="510"/>
                </a:lnTo>
                <a:lnTo>
                  <a:pt x="510" y="513"/>
                </a:lnTo>
                <a:lnTo>
                  <a:pt x="510" y="516"/>
                </a:lnTo>
                <a:lnTo>
                  <a:pt x="510" y="519"/>
                </a:lnTo>
                <a:lnTo>
                  <a:pt x="510" y="522"/>
                </a:lnTo>
                <a:lnTo>
                  <a:pt x="510" y="526"/>
                </a:lnTo>
                <a:lnTo>
                  <a:pt x="510" y="529"/>
                </a:lnTo>
                <a:lnTo>
                  <a:pt x="510" y="533"/>
                </a:lnTo>
                <a:lnTo>
                  <a:pt x="510" y="537"/>
                </a:lnTo>
                <a:lnTo>
                  <a:pt x="510" y="541"/>
                </a:lnTo>
                <a:lnTo>
                  <a:pt x="510" y="546"/>
                </a:lnTo>
                <a:lnTo>
                  <a:pt x="510" y="551"/>
                </a:lnTo>
                <a:lnTo>
                  <a:pt x="510" y="556"/>
                </a:lnTo>
                <a:lnTo>
                  <a:pt x="510" y="562"/>
                </a:lnTo>
                <a:lnTo>
                  <a:pt x="510" y="568"/>
                </a:lnTo>
                <a:lnTo>
                  <a:pt x="510" y="574"/>
                </a:lnTo>
                <a:lnTo>
                  <a:pt x="510" y="581"/>
                </a:lnTo>
                <a:lnTo>
                  <a:pt x="510" y="588"/>
                </a:lnTo>
                <a:lnTo>
                  <a:pt x="510" y="595"/>
                </a:lnTo>
                <a:lnTo>
                  <a:pt x="510" y="604"/>
                </a:lnTo>
                <a:lnTo>
                  <a:pt x="510" y="611"/>
                </a:lnTo>
                <a:lnTo>
                  <a:pt x="510" y="617"/>
                </a:lnTo>
                <a:lnTo>
                  <a:pt x="510" y="624"/>
                </a:lnTo>
                <a:lnTo>
                  <a:pt x="510" y="630"/>
                </a:lnTo>
                <a:lnTo>
                  <a:pt x="510" y="635"/>
                </a:lnTo>
                <a:lnTo>
                  <a:pt x="510" y="641"/>
                </a:lnTo>
                <a:lnTo>
                  <a:pt x="510" y="646"/>
                </a:lnTo>
                <a:lnTo>
                  <a:pt x="510" y="651"/>
                </a:lnTo>
                <a:lnTo>
                  <a:pt x="510" y="654"/>
                </a:lnTo>
                <a:lnTo>
                  <a:pt x="510" y="658"/>
                </a:lnTo>
                <a:lnTo>
                  <a:pt x="510" y="663"/>
                </a:lnTo>
                <a:lnTo>
                  <a:pt x="510" y="666"/>
                </a:lnTo>
                <a:lnTo>
                  <a:pt x="510" y="669"/>
                </a:lnTo>
                <a:lnTo>
                  <a:pt x="510" y="672"/>
                </a:lnTo>
                <a:lnTo>
                  <a:pt x="510" y="676"/>
                </a:lnTo>
                <a:lnTo>
                  <a:pt x="510" y="678"/>
                </a:lnTo>
                <a:lnTo>
                  <a:pt x="510" y="681"/>
                </a:lnTo>
                <a:lnTo>
                  <a:pt x="510" y="684"/>
                </a:lnTo>
                <a:lnTo>
                  <a:pt x="510" y="687"/>
                </a:lnTo>
                <a:lnTo>
                  <a:pt x="510" y="689"/>
                </a:lnTo>
                <a:lnTo>
                  <a:pt x="510" y="691"/>
                </a:lnTo>
                <a:lnTo>
                  <a:pt x="510" y="695"/>
                </a:lnTo>
                <a:lnTo>
                  <a:pt x="510" y="697"/>
                </a:lnTo>
                <a:lnTo>
                  <a:pt x="510" y="700"/>
                </a:lnTo>
                <a:lnTo>
                  <a:pt x="510" y="703"/>
                </a:lnTo>
                <a:lnTo>
                  <a:pt x="510" y="706"/>
                </a:lnTo>
                <a:lnTo>
                  <a:pt x="510" y="709"/>
                </a:lnTo>
                <a:lnTo>
                  <a:pt x="510" y="712"/>
                </a:lnTo>
                <a:lnTo>
                  <a:pt x="510" y="715"/>
                </a:lnTo>
                <a:lnTo>
                  <a:pt x="510" y="719"/>
                </a:lnTo>
                <a:lnTo>
                  <a:pt x="510" y="724"/>
                </a:lnTo>
                <a:lnTo>
                  <a:pt x="510" y="727"/>
                </a:lnTo>
                <a:lnTo>
                  <a:pt x="510" y="731"/>
                </a:lnTo>
                <a:lnTo>
                  <a:pt x="510" y="735"/>
                </a:lnTo>
                <a:lnTo>
                  <a:pt x="510" y="737"/>
                </a:lnTo>
                <a:lnTo>
                  <a:pt x="510" y="741"/>
                </a:lnTo>
                <a:lnTo>
                  <a:pt x="510" y="743"/>
                </a:lnTo>
                <a:lnTo>
                  <a:pt x="510" y="747"/>
                </a:lnTo>
                <a:lnTo>
                  <a:pt x="510" y="749"/>
                </a:lnTo>
                <a:lnTo>
                  <a:pt x="509" y="751"/>
                </a:lnTo>
                <a:lnTo>
                  <a:pt x="509" y="754"/>
                </a:lnTo>
                <a:lnTo>
                  <a:pt x="509" y="755"/>
                </a:lnTo>
                <a:lnTo>
                  <a:pt x="507" y="757"/>
                </a:lnTo>
                <a:lnTo>
                  <a:pt x="507" y="760"/>
                </a:lnTo>
                <a:lnTo>
                  <a:pt x="506" y="762"/>
                </a:lnTo>
                <a:lnTo>
                  <a:pt x="505" y="763"/>
                </a:lnTo>
                <a:lnTo>
                  <a:pt x="505" y="766"/>
                </a:lnTo>
                <a:lnTo>
                  <a:pt x="504" y="768"/>
                </a:lnTo>
                <a:lnTo>
                  <a:pt x="503" y="769"/>
                </a:lnTo>
                <a:lnTo>
                  <a:pt x="501" y="772"/>
                </a:lnTo>
                <a:lnTo>
                  <a:pt x="499" y="774"/>
                </a:lnTo>
                <a:lnTo>
                  <a:pt x="498" y="777"/>
                </a:lnTo>
                <a:lnTo>
                  <a:pt x="497" y="778"/>
                </a:lnTo>
                <a:lnTo>
                  <a:pt x="494" y="780"/>
                </a:lnTo>
                <a:lnTo>
                  <a:pt x="492" y="783"/>
                </a:lnTo>
                <a:lnTo>
                  <a:pt x="489" y="786"/>
                </a:lnTo>
                <a:lnTo>
                  <a:pt x="487" y="789"/>
                </a:lnTo>
                <a:lnTo>
                  <a:pt x="485" y="791"/>
                </a:lnTo>
                <a:lnTo>
                  <a:pt x="481" y="795"/>
                </a:lnTo>
                <a:lnTo>
                  <a:pt x="479" y="797"/>
                </a:lnTo>
                <a:lnTo>
                  <a:pt x="475" y="801"/>
                </a:lnTo>
                <a:lnTo>
                  <a:pt x="471" y="804"/>
                </a:lnTo>
                <a:lnTo>
                  <a:pt x="467" y="808"/>
                </a:lnTo>
                <a:lnTo>
                  <a:pt x="463" y="813"/>
                </a:lnTo>
                <a:lnTo>
                  <a:pt x="459" y="816"/>
                </a:lnTo>
                <a:lnTo>
                  <a:pt x="456" y="819"/>
                </a:lnTo>
                <a:lnTo>
                  <a:pt x="453" y="822"/>
                </a:lnTo>
                <a:lnTo>
                  <a:pt x="450" y="826"/>
                </a:lnTo>
                <a:lnTo>
                  <a:pt x="447" y="828"/>
                </a:lnTo>
                <a:lnTo>
                  <a:pt x="445" y="831"/>
                </a:lnTo>
                <a:lnTo>
                  <a:pt x="441" y="833"/>
                </a:lnTo>
                <a:lnTo>
                  <a:pt x="439" y="835"/>
                </a:lnTo>
                <a:lnTo>
                  <a:pt x="438" y="837"/>
                </a:lnTo>
                <a:lnTo>
                  <a:pt x="435" y="839"/>
                </a:lnTo>
                <a:lnTo>
                  <a:pt x="433" y="840"/>
                </a:lnTo>
                <a:lnTo>
                  <a:pt x="431" y="841"/>
                </a:lnTo>
                <a:lnTo>
                  <a:pt x="428" y="844"/>
                </a:lnTo>
                <a:lnTo>
                  <a:pt x="427" y="845"/>
                </a:lnTo>
                <a:lnTo>
                  <a:pt x="425" y="845"/>
                </a:lnTo>
                <a:lnTo>
                  <a:pt x="422" y="846"/>
                </a:lnTo>
                <a:lnTo>
                  <a:pt x="421" y="847"/>
                </a:lnTo>
                <a:lnTo>
                  <a:pt x="419" y="847"/>
                </a:lnTo>
                <a:lnTo>
                  <a:pt x="416" y="849"/>
                </a:lnTo>
                <a:lnTo>
                  <a:pt x="415" y="849"/>
                </a:lnTo>
                <a:lnTo>
                  <a:pt x="413" y="850"/>
                </a:lnTo>
                <a:lnTo>
                  <a:pt x="410" y="850"/>
                </a:lnTo>
                <a:lnTo>
                  <a:pt x="408" y="850"/>
                </a:lnTo>
                <a:lnTo>
                  <a:pt x="405" y="850"/>
                </a:lnTo>
                <a:lnTo>
                  <a:pt x="402" y="851"/>
                </a:lnTo>
                <a:lnTo>
                  <a:pt x="399" y="851"/>
                </a:lnTo>
                <a:lnTo>
                  <a:pt x="396" y="851"/>
                </a:lnTo>
                <a:lnTo>
                  <a:pt x="393" y="851"/>
                </a:lnTo>
                <a:lnTo>
                  <a:pt x="390" y="851"/>
                </a:lnTo>
                <a:lnTo>
                  <a:pt x="386" y="851"/>
                </a:lnTo>
                <a:lnTo>
                  <a:pt x="383" y="851"/>
                </a:lnTo>
                <a:lnTo>
                  <a:pt x="378" y="851"/>
                </a:lnTo>
                <a:lnTo>
                  <a:pt x="374" y="851"/>
                </a:lnTo>
                <a:lnTo>
                  <a:pt x="371" y="851"/>
                </a:lnTo>
                <a:lnTo>
                  <a:pt x="367" y="851"/>
                </a:lnTo>
                <a:lnTo>
                  <a:pt x="363" y="851"/>
                </a:lnTo>
                <a:lnTo>
                  <a:pt x="360" y="851"/>
                </a:lnTo>
                <a:lnTo>
                  <a:pt x="356" y="851"/>
                </a:lnTo>
                <a:lnTo>
                  <a:pt x="353" y="851"/>
                </a:lnTo>
                <a:lnTo>
                  <a:pt x="348" y="851"/>
                </a:lnTo>
                <a:lnTo>
                  <a:pt x="343" y="851"/>
                </a:lnTo>
                <a:lnTo>
                  <a:pt x="338" y="851"/>
                </a:lnTo>
                <a:lnTo>
                  <a:pt x="332" y="851"/>
                </a:lnTo>
                <a:lnTo>
                  <a:pt x="326" y="851"/>
                </a:lnTo>
                <a:lnTo>
                  <a:pt x="319" y="851"/>
                </a:lnTo>
                <a:lnTo>
                  <a:pt x="311" y="851"/>
                </a:lnTo>
                <a:lnTo>
                  <a:pt x="302" y="851"/>
                </a:lnTo>
                <a:lnTo>
                  <a:pt x="293" y="851"/>
                </a:lnTo>
                <a:lnTo>
                  <a:pt x="283" y="851"/>
                </a:lnTo>
                <a:lnTo>
                  <a:pt x="271" y="851"/>
                </a:lnTo>
                <a:lnTo>
                  <a:pt x="259" y="851"/>
                </a:lnTo>
                <a:lnTo>
                  <a:pt x="246" y="851"/>
                </a:lnTo>
                <a:lnTo>
                  <a:pt x="230" y="851"/>
                </a:lnTo>
                <a:lnTo>
                  <a:pt x="215" y="851"/>
                </a:lnTo>
                <a:lnTo>
                  <a:pt x="197" y="851"/>
                </a:lnTo>
                <a:lnTo>
                  <a:pt x="179" y="851"/>
                </a:lnTo>
                <a:lnTo>
                  <a:pt x="158" y="851"/>
                </a:lnTo>
                <a:lnTo>
                  <a:pt x="135" y="851"/>
                </a:lnTo>
                <a:lnTo>
                  <a:pt x="111" y="851"/>
                </a:lnTo>
                <a:lnTo>
                  <a:pt x="86" y="851"/>
                </a:lnTo>
                <a:lnTo>
                  <a:pt x="60" y="851"/>
                </a:lnTo>
                <a:lnTo>
                  <a:pt x="31" y="851"/>
                </a:lnTo>
                <a:lnTo>
                  <a:pt x="0" y="851"/>
                </a:lnTo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50" name="Freeform 167">
            <a:extLst>
              <a:ext uri="{FF2B5EF4-FFF2-40B4-BE49-F238E27FC236}">
                <a16:creationId xmlns:a16="http://schemas.microsoft.com/office/drawing/2014/main" id="{C5D9DFC2-0DD0-4884-815C-843581A14199}"/>
              </a:ext>
            </a:extLst>
          </p:cNvPr>
          <p:cNvSpPr>
            <a:spLocks/>
          </p:cNvSpPr>
          <p:nvPr/>
        </p:nvSpPr>
        <p:spPr bwMode="auto">
          <a:xfrm>
            <a:off x="6384925" y="2255838"/>
            <a:ext cx="222250" cy="222250"/>
          </a:xfrm>
          <a:custGeom>
            <a:avLst/>
            <a:gdLst>
              <a:gd name="T0" fmla="*/ 0 w 336"/>
              <a:gd name="T1" fmla="*/ 2147483646 h 336"/>
              <a:gd name="T2" fmla="*/ 2147483646 w 336"/>
              <a:gd name="T3" fmla="*/ 2147483646 h 336"/>
              <a:gd name="T4" fmla="*/ 2147483646 w 336"/>
              <a:gd name="T5" fmla="*/ 2147483646 h 336"/>
              <a:gd name="T6" fmla="*/ 2147483646 w 336"/>
              <a:gd name="T7" fmla="*/ 2147483646 h 336"/>
              <a:gd name="T8" fmla="*/ 2147483646 w 336"/>
              <a:gd name="T9" fmla="*/ 2147483646 h 336"/>
              <a:gd name="T10" fmla="*/ 2147483646 w 336"/>
              <a:gd name="T11" fmla="*/ 2147483646 h 336"/>
              <a:gd name="T12" fmla="*/ 2147483646 w 336"/>
              <a:gd name="T13" fmla="*/ 2147483646 h 336"/>
              <a:gd name="T14" fmla="*/ 2147483646 w 336"/>
              <a:gd name="T15" fmla="*/ 2147483646 h 336"/>
              <a:gd name="T16" fmla="*/ 2147483646 w 336"/>
              <a:gd name="T17" fmla="*/ 2147483646 h 336"/>
              <a:gd name="T18" fmla="*/ 2147483646 w 336"/>
              <a:gd name="T19" fmla="*/ 2147483646 h 336"/>
              <a:gd name="T20" fmla="*/ 2147483646 w 336"/>
              <a:gd name="T21" fmla="*/ 0 h 336"/>
              <a:gd name="T22" fmla="*/ 2147483646 w 336"/>
              <a:gd name="T23" fmla="*/ 0 h 336"/>
              <a:gd name="T24" fmla="*/ 2147483646 w 336"/>
              <a:gd name="T25" fmla="*/ 2147483646 h 336"/>
              <a:gd name="T26" fmla="*/ 2147483646 w 336"/>
              <a:gd name="T27" fmla="*/ 2147483646 h 336"/>
              <a:gd name="T28" fmla="*/ 2147483646 w 336"/>
              <a:gd name="T29" fmla="*/ 2147483646 h 336"/>
              <a:gd name="T30" fmla="*/ 2147483646 w 336"/>
              <a:gd name="T31" fmla="*/ 2147483646 h 336"/>
              <a:gd name="T32" fmla="*/ 2147483646 w 336"/>
              <a:gd name="T33" fmla="*/ 2147483646 h 336"/>
              <a:gd name="T34" fmla="*/ 2147483646 w 336"/>
              <a:gd name="T35" fmla="*/ 2147483646 h 336"/>
              <a:gd name="T36" fmla="*/ 2147483646 w 336"/>
              <a:gd name="T37" fmla="*/ 2147483646 h 336"/>
              <a:gd name="T38" fmla="*/ 2147483646 w 336"/>
              <a:gd name="T39" fmla="*/ 2147483646 h 336"/>
              <a:gd name="T40" fmla="*/ 2147483646 w 336"/>
              <a:gd name="T41" fmla="*/ 2147483646 h 336"/>
              <a:gd name="T42" fmla="*/ 2147483646 w 336"/>
              <a:gd name="T43" fmla="*/ 2147483646 h 336"/>
              <a:gd name="T44" fmla="*/ 2147483646 w 336"/>
              <a:gd name="T45" fmla="*/ 2147483646 h 336"/>
              <a:gd name="T46" fmla="*/ 2147483646 w 336"/>
              <a:gd name="T47" fmla="*/ 2147483646 h 336"/>
              <a:gd name="T48" fmla="*/ 2147483646 w 336"/>
              <a:gd name="T49" fmla="*/ 2147483646 h 336"/>
              <a:gd name="T50" fmla="*/ 2147483646 w 336"/>
              <a:gd name="T51" fmla="*/ 2147483646 h 336"/>
              <a:gd name="T52" fmla="*/ 2147483646 w 336"/>
              <a:gd name="T53" fmla="*/ 2147483646 h 336"/>
              <a:gd name="T54" fmla="*/ 2147483646 w 336"/>
              <a:gd name="T55" fmla="*/ 2147483646 h 336"/>
              <a:gd name="T56" fmla="*/ 2147483646 w 336"/>
              <a:gd name="T57" fmla="*/ 2147483646 h 336"/>
              <a:gd name="T58" fmla="*/ 2147483646 w 336"/>
              <a:gd name="T59" fmla="*/ 2147483646 h 336"/>
              <a:gd name="T60" fmla="*/ 2147483646 w 336"/>
              <a:gd name="T61" fmla="*/ 2147483646 h 336"/>
              <a:gd name="T62" fmla="*/ 2147483646 w 336"/>
              <a:gd name="T63" fmla="*/ 2147483646 h 336"/>
              <a:gd name="T64" fmla="*/ 2147483646 w 336"/>
              <a:gd name="T65" fmla="*/ 2147483646 h 336"/>
              <a:gd name="T66" fmla="*/ 2147483646 w 336"/>
              <a:gd name="T67" fmla="*/ 2147483646 h 336"/>
              <a:gd name="T68" fmla="*/ 2147483646 w 336"/>
              <a:gd name="T69" fmla="*/ 2147483646 h 336"/>
              <a:gd name="T70" fmla="*/ 2147483646 w 336"/>
              <a:gd name="T71" fmla="*/ 2147483646 h 336"/>
              <a:gd name="T72" fmla="*/ 2147483646 w 336"/>
              <a:gd name="T73" fmla="*/ 2147483646 h 336"/>
              <a:gd name="T74" fmla="*/ 2147483646 w 336"/>
              <a:gd name="T75" fmla="*/ 2147483646 h 336"/>
              <a:gd name="T76" fmla="*/ 2147483646 w 336"/>
              <a:gd name="T77" fmla="*/ 2147483646 h 336"/>
              <a:gd name="T78" fmla="*/ 2147483646 w 336"/>
              <a:gd name="T79" fmla="*/ 2147483646 h 336"/>
              <a:gd name="T80" fmla="*/ 2147483646 w 336"/>
              <a:gd name="T81" fmla="*/ 2147483646 h 336"/>
              <a:gd name="T82" fmla="*/ 2147483646 w 336"/>
              <a:gd name="T83" fmla="*/ 2147483646 h 336"/>
              <a:gd name="T84" fmla="*/ 2147483646 w 336"/>
              <a:gd name="T85" fmla="*/ 2147483646 h 336"/>
              <a:gd name="T86" fmla="*/ 2147483646 w 336"/>
              <a:gd name="T87" fmla="*/ 2147483646 h 336"/>
              <a:gd name="T88" fmla="*/ 2147483646 w 336"/>
              <a:gd name="T89" fmla="*/ 2147483646 h 336"/>
              <a:gd name="T90" fmla="*/ 2147483646 w 336"/>
              <a:gd name="T91" fmla="*/ 2147483646 h 336"/>
              <a:gd name="T92" fmla="*/ 2147483646 w 336"/>
              <a:gd name="T93" fmla="*/ 2147483646 h 336"/>
              <a:gd name="T94" fmla="*/ 2147483646 w 336"/>
              <a:gd name="T95" fmla="*/ 2147483646 h 336"/>
              <a:gd name="T96" fmla="*/ 2147483646 w 336"/>
              <a:gd name="T97" fmla="*/ 2147483646 h 336"/>
              <a:gd name="T98" fmla="*/ 2147483646 w 336"/>
              <a:gd name="T99" fmla="*/ 2147483646 h 336"/>
              <a:gd name="T100" fmla="*/ 2147483646 w 336"/>
              <a:gd name="T101" fmla="*/ 2147483646 h 336"/>
              <a:gd name="T102" fmla="*/ 2147483646 w 336"/>
              <a:gd name="T103" fmla="*/ 2147483646 h 336"/>
              <a:gd name="T104" fmla="*/ 2147483646 w 336"/>
              <a:gd name="T105" fmla="*/ 2147483646 h 336"/>
              <a:gd name="T106" fmla="*/ 2147483646 w 336"/>
              <a:gd name="T107" fmla="*/ 2147483646 h 336"/>
              <a:gd name="T108" fmla="*/ 2147483646 w 336"/>
              <a:gd name="T109" fmla="*/ 2147483646 h 336"/>
              <a:gd name="T110" fmla="*/ 0 w 336"/>
              <a:gd name="T111" fmla="*/ 2147483646 h 3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336" h="336">
                <a:moveTo>
                  <a:pt x="0" y="166"/>
                </a:moveTo>
                <a:lnTo>
                  <a:pt x="0" y="171"/>
                </a:lnTo>
                <a:lnTo>
                  <a:pt x="0" y="161"/>
                </a:lnTo>
                <a:lnTo>
                  <a:pt x="1" y="153"/>
                </a:lnTo>
                <a:lnTo>
                  <a:pt x="2" y="144"/>
                </a:lnTo>
                <a:lnTo>
                  <a:pt x="3" y="136"/>
                </a:lnTo>
                <a:lnTo>
                  <a:pt x="6" y="127"/>
                </a:lnTo>
                <a:lnTo>
                  <a:pt x="7" y="119"/>
                </a:lnTo>
                <a:lnTo>
                  <a:pt x="10" y="112"/>
                </a:lnTo>
                <a:lnTo>
                  <a:pt x="13" y="103"/>
                </a:lnTo>
                <a:lnTo>
                  <a:pt x="16" y="96"/>
                </a:lnTo>
                <a:lnTo>
                  <a:pt x="20" y="89"/>
                </a:lnTo>
                <a:lnTo>
                  <a:pt x="25" y="82"/>
                </a:lnTo>
                <a:lnTo>
                  <a:pt x="28" y="75"/>
                </a:lnTo>
                <a:lnTo>
                  <a:pt x="33" y="69"/>
                </a:lnTo>
                <a:lnTo>
                  <a:pt x="38" y="61"/>
                </a:lnTo>
                <a:lnTo>
                  <a:pt x="44" y="55"/>
                </a:lnTo>
                <a:lnTo>
                  <a:pt x="50" y="49"/>
                </a:lnTo>
                <a:lnTo>
                  <a:pt x="56" y="45"/>
                </a:lnTo>
                <a:lnTo>
                  <a:pt x="62" y="39"/>
                </a:lnTo>
                <a:lnTo>
                  <a:pt x="68" y="34"/>
                </a:lnTo>
                <a:lnTo>
                  <a:pt x="75" y="29"/>
                </a:lnTo>
                <a:lnTo>
                  <a:pt x="81" y="24"/>
                </a:lnTo>
                <a:lnTo>
                  <a:pt x="88" y="21"/>
                </a:lnTo>
                <a:lnTo>
                  <a:pt x="96" y="17"/>
                </a:lnTo>
                <a:lnTo>
                  <a:pt x="104" y="13"/>
                </a:lnTo>
                <a:lnTo>
                  <a:pt x="111" y="10"/>
                </a:lnTo>
                <a:lnTo>
                  <a:pt x="120" y="7"/>
                </a:lnTo>
                <a:lnTo>
                  <a:pt x="127" y="5"/>
                </a:lnTo>
                <a:lnTo>
                  <a:pt x="135" y="4"/>
                </a:lnTo>
                <a:lnTo>
                  <a:pt x="144" y="1"/>
                </a:lnTo>
                <a:lnTo>
                  <a:pt x="152" y="1"/>
                </a:lnTo>
                <a:lnTo>
                  <a:pt x="162" y="0"/>
                </a:lnTo>
                <a:lnTo>
                  <a:pt x="170" y="0"/>
                </a:lnTo>
                <a:lnTo>
                  <a:pt x="165" y="0"/>
                </a:lnTo>
                <a:lnTo>
                  <a:pt x="175" y="0"/>
                </a:lnTo>
                <a:lnTo>
                  <a:pt x="183" y="1"/>
                </a:lnTo>
                <a:lnTo>
                  <a:pt x="192" y="1"/>
                </a:lnTo>
                <a:lnTo>
                  <a:pt x="200" y="4"/>
                </a:lnTo>
                <a:lnTo>
                  <a:pt x="208" y="5"/>
                </a:lnTo>
                <a:lnTo>
                  <a:pt x="216" y="7"/>
                </a:lnTo>
                <a:lnTo>
                  <a:pt x="224" y="10"/>
                </a:lnTo>
                <a:lnTo>
                  <a:pt x="231" y="13"/>
                </a:lnTo>
                <a:lnTo>
                  <a:pt x="240" y="17"/>
                </a:lnTo>
                <a:lnTo>
                  <a:pt x="247" y="21"/>
                </a:lnTo>
                <a:lnTo>
                  <a:pt x="254" y="24"/>
                </a:lnTo>
                <a:lnTo>
                  <a:pt x="261" y="29"/>
                </a:lnTo>
                <a:lnTo>
                  <a:pt x="267" y="34"/>
                </a:lnTo>
                <a:lnTo>
                  <a:pt x="273" y="39"/>
                </a:lnTo>
                <a:lnTo>
                  <a:pt x="280" y="45"/>
                </a:lnTo>
                <a:lnTo>
                  <a:pt x="286" y="49"/>
                </a:lnTo>
                <a:lnTo>
                  <a:pt x="291" y="55"/>
                </a:lnTo>
                <a:lnTo>
                  <a:pt x="297" y="61"/>
                </a:lnTo>
                <a:lnTo>
                  <a:pt x="302" y="69"/>
                </a:lnTo>
                <a:lnTo>
                  <a:pt x="307" y="75"/>
                </a:lnTo>
                <a:lnTo>
                  <a:pt x="312" y="82"/>
                </a:lnTo>
                <a:lnTo>
                  <a:pt x="315" y="89"/>
                </a:lnTo>
                <a:lnTo>
                  <a:pt x="319" y="96"/>
                </a:lnTo>
                <a:lnTo>
                  <a:pt x="322" y="103"/>
                </a:lnTo>
                <a:lnTo>
                  <a:pt x="325" y="112"/>
                </a:lnTo>
                <a:lnTo>
                  <a:pt x="328" y="119"/>
                </a:lnTo>
                <a:lnTo>
                  <a:pt x="331" y="127"/>
                </a:lnTo>
                <a:lnTo>
                  <a:pt x="332" y="136"/>
                </a:lnTo>
                <a:lnTo>
                  <a:pt x="333" y="144"/>
                </a:lnTo>
                <a:lnTo>
                  <a:pt x="334" y="153"/>
                </a:lnTo>
                <a:lnTo>
                  <a:pt x="336" y="161"/>
                </a:lnTo>
                <a:lnTo>
                  <a:pt x="336" y="171"/>
                </a:lnTo>
                <a:lnTo>
                  <a:pt x="336" y="166"/>
                </a:lnTo>
                <a:lnTo>
                  <a:pt x="336" y="174"/>
                </a:lnTo>
                <a:lnTo>
                  <a:pt x="334" y="184"/>
                </a:lnTo>
                <a:lnTo>
                  <a:pt x="333" y="192"/>
                </a:lnTo>
                <a:lnTo>
                  <a:pt x="332" y="201"/>
                </a:lnTo>
                <a:lnTo>
                  <a:pt x="331" y="208"/>
                </a:lnTo>
                <a:lnTo>
                  <a:pt x="328" y="216"/>
                </a:lnTo>
                <a:lnTo>
                  <a:pt x="325" y="225"/>
                </a:lnTo>
                <a:lnTo>
                  <a:pt x="322" y="232"/>
                </a:lnTo>
                <a:lnTo>
                  <a:pt x="319" y="240"/>
                </a:lnTo>
                <a:lnTo>
                  <a:pt x="315" y="247"/>
                </a:lnTo>
                <a:lnTo>
                  <a:pt x="312" y="255"/>
                </a:lnTo>
                <a:lnTo>
                  <a:pt x="307" y="261"/>
                </a:lnTo>
                <a:lnTo>
                  <a:pt x="302" y="268"/>
                </a:lnTo>
                <a:lnTo>
                  <a:pt x="297" y="274"/>
                </a:lnTo>
                <a:lnTo>
                  <a:pt x="291" y="280"/>
                </a:lnTo>
                <a:lnTo>
                  <a:pt x="286" y="286"/>
                </a:lnTo>
                <a:lnTo>
                  <a:pt x="280" y="292"/>
                </a:lnTo>
                <a:lnTo>
                  <a:pt x="273" y="297"/>
                </a:lnTo>
                <a:lnTo>
                  <a:pt x="267" y="303"/>
                </a:lnTo>
                <a:lnTo>
                  <a:pt x="261" y="307"/>
                </a:lnTo>
                <a:lnTo>
                  <a:pt x="254" y="311"/>
                </a:lnTo>
                <a:lnTo>
                  <a:pt x="247" y="316"/>
                </a:lnTo>
                <a:lnTo>
                  <a:pt x="240" y="319"/>
                </a:lnTo>
                <a:lnTo>
                  <a:pt x="231" y="323"/>
                </a:lnTo>
                <a:lnTo>
                  <a:pt x="224" y="325"/>
                </a:lnTo>
                <a:lnTo>
                  <a:pt x="216" y="328"/>
                </a:lnTo>
                <a:lnTo>
                  <a:pt x="208" y="330"/>
                </a:lnTo>
                <a:lnTo>
                  <a:pt x="200" y="333"/>
                </a:lnTo>
                <a:lnTo>
                  <a:pt x="192" y="334"/>
                </a:lnTo>
                <a:lnTo>
                  <a:pt x="183" y="335"/>
                </a:lnTo>
                <a:lnTo>
                  <a:pt x="175" y="336"/>
                </a:lnTo>
                <a:lnTo>
                  <a:pt x="165" y="336"/>
                </a:lnTo>
                <a:lnTo>
                  <a:pt x="170" y="336"/>
                </a:lnTo>
                <a:lnTo>
                  <a:pt x="162" y="336"/>
                </a:lnTo>
                <a:lnTo>
                  <a:pt x="152" y="335"/>
                </a:lnTo>
                <a:lnTo>
                  <a:pt x="144" y="334"/>
                </a:lnTo>
                <a:lnTo>
                  <a:pt x="135" y="333"/>
                </a:lnTo>
                <a:lnTo>
                  <a:pt x="127" y="330"/>
                </a:lnTo>
                <a:lnTo>
                  <a:pt x="120" y="328"/>
                </a:lnTo>
                <a:lnTo>
                  <a:pt x="111" y="325"/>
                </a:lnTo>
                <a:lnTo>
                  <a:pt x="104" y="323"/>
                </a:lnTo>
                <a:lnTo>
                  <a:pt x="96" y="319"/>
                </a:lnTo>
                <a:lnTo>
                  <a:pt x="88" y="316"/>
                </a:lnTo>
                <a:lnTo>
                  <a:pt x="81" y="311"/>
                </a:lnTo>
                <a:lnTo>
                  <a:pt x="75" y="307"/>
                </a:lnTo>
                <a:lnTo>
                  <a:pt x="68" y="303"/>
                </a:lnTo>
                <a:lnTo>
                  <a:pt x="62" y="297"/>
                </a:lnTo>
                <a:lnTo>
                  <a:pt x="56" y="292"/>
                </a:lnTo>
                <a:lnTo>
                  <a:pt x="50" y="286"/>
                </a:lnTo>
                <a:lnTo>
                  <a:pt x="44" y="280"/>
                </a:lnTo>
                <a:lnTo>
                  <a:pt x="38" y="274"/>
                </a:lnTo>
                <a:lnTo>
                  <a:pt x="33" y="268"/>
                </a:lnTo>
                <a:lnTo>
                  <a:pt x="28" y="261"/>
                </a:lnTo>
                <a:lnTo>
                  <a:pt x="25" y="255"/>
                </a:lnTo>
                <a:lnTo>
                  <a:pt x="20" y="247"/>
                </a:lnTo>
                <a:lnTo>
                  <a:pt x="16" y="240"/>
                </a:lnTo>
                <a:lnTo>
                  <a:pt x="13" y="232"/>
                </a:lnTo>
                <a:lnTo>
                  <a:pt x="10" y="225"/>
                </a:lnTo>
                <a:lnTo>
                  <a:pt x="7" y="216"/>
                </a:lnTo>
                <a:lnTo>
                  <a:pt x="6" y="208"/>
                </a:lnTo>
                <a:lnTo>
                  <a:pt x="3" y="201"/>
                </a:lnTo>
                <a:lnTo>
                  <a:pt x="2" y="192"/>
                </a:lnTo>
                <a:lnTo>
                  <a:pt x="1" y="184"/>
                </a:lnTo>
                <a:lnTo>
                  <a:pt x="0" y="174"/>
                </a:lnTo>
                <a:lnTo>
                  <a:pt x="0" y="166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51" name="Freeform 168">
            <a:extLst>
              <a:ext uri="{FF2B5EF4-FFF2-40B4-BE49-F238E27FC236}">
                <a16:creationId xmlns:a16="http://schemas.microsoft.com/office/drawing/2014/main" id="{2C5958BF-7E43-4D0E-9DF9-7A08FA75C677}"/>
              </a:ext>
            </a:extLst>
          </p:cNvPr>
          <p:cNvSpPr>
            <a:spLocks/>
          </p:cNvSpPr>
          <p:nvPr/>
        </p:nvSpPr>
        <p:spPr bwMode="auto">
          <a:xfrm>
            <a:off x="6748463" y="1577975"/>
            <a:ext cx="174625" cy="568325"/>
          </a:xfrm>
          <a:custGeom>
            <a:avLst/>
            <a:gdLst>
              <a:gd name="T0" fmla="*/ 0 w 264"/>
              <a:gd name="T1" fmla="*/ 2147483646 h 864"/>
              <a:gd name="T2" fmla="*/ 2147483646 w 264"/>
              <a:gd name="T3" fmla="*/ 2147483646 h 864"/>
              <a:gd name="T4" fmla="*/ 2147483646 w 264"/>
              <a:gd name="T5" fmla="*/ 2147483646 h 864"/>
              <a:gd name="T6" fmla="*/ 2147483646 w 264"/>
              <a:gd name="T7" fmla="*/ 2147483646 h 864"/>
              <a:gd name="T8" fmla="*/ 2147483646 w 264"/>
              <a:gd name="T9" fmla="*/ 2147483646 h 864"/>
              <a:gd name="T10" fmla="*/ 2147483646 w 264"/>
              <a:gd name="T11" fmla="*/ 2147483646 h 864"/>
              <a:gd name="T12" fmla="*/ 2147483646 w 264"/>
              <a:gd name="T13" fmla="*/ 2147483646 h 864"/>
              <a:gd name="T14" fmla="*/ 2147483646 w 264"/>
              <a:gd name="T15" fmla="*/ 2147483646 h 864"/>
              <a:gd name="T16" fmla="*/ 2147483646 w 264"/>
              <a:gd name="T17" fmla="*/ 2147483646 h 864"/>
              <a:gd name="T18" fmla="*/ 2147483646 w 264"/>
              <a:gd name="T19" fmla="*/ 2147483646 h 864"/>
              <a:gd name="T20" fmla="*/ 2147483646 w 264"/>
              <a:gd name="T21" fmla="*/ 0 h 864"/>
              <a:gd name="T22" fmla="*/ 2147483646 w 264"/>
              <a:gd name="T23" fmla="*/ 0 h 864"/>
              <a:gd name="T24" fmla="*/ 2147483646 w 264"/>
              <a:gd name="T25" fmla="*/ 2147483646 h 864"/>
              <a:gd name="T26" fmla="*/ 2147483646 w 264"/>
              <a:gd name="T27" fmla="*/ 2147483646 h 864"/>
              <a:gd name="T28" fmla="*/ 2147483646 w 264"/>
              <a:gd name="T29" fmla="*/ 2147483646 h 864"/>
              <a:gd name="T30" fmla="*/ 2147483646 w 264"/>
              <a:gd name="T31" fmla="*/ 2147483646 h 864"/>
              <a:gd name="T32" fmla="*/ 2147483646 w 264"/>
              <a:gd name="T33" fmla="*/ 2147483646 h 864"/>
              <a:gd name="T34" fmla="*/ 2147483646 w 264"/>
              <a:gd name="T35" fmla="*/ 2147483646 h 864"/>
              <a:gd name="T36" fmla="*/ 2147483646 w 264"/>
              <a:gd name="T37" fmla="*/ 2147483646 h 864"/>
              <a:gd name="T38" fmla="*/ 2147483646 w 264"/>
              <a:gd name="T39" fmla="*/ 2147483646 h 864"/>
              <a:gd name="T40" fmla="*/ 2147483646 w 264"/>
              <a:gd name="T41" fmla="*/ 2147483646 h 864"/>
              <a:gd name="T42" fmla="*/ 2147483646 w 264"/>
              <a:gd name="T43" fmla="*/ 2147483646 h 864"/>
              <a:gd name="T44" fmla="*/ 2147483646 w 264"/>
              <a:gd name="T45" fmla="*/ 2147483646 h 864"/>
              <a:gd name="T46" fmla="*/ 2147483646 w 264"/>
              <a:gd name="T47" fmla="*/ 2147483646 h 864"/>
              <a:gd name="T48" fmla="*/ 2147483646 w 264"/>
              <a:gd name="T49" fmla="*/ 2147483646 h 864"/>
              <a:gd name="T50" fmla="*/ 2147483646 w 264"/>
              <a:gd name="T51" fmla="*/ 2147483646 h 864"/>
              <a:gd name="T52" fmla="*/ 2147483646 w 264"/>
              <a:gd name="T53" fmla="*/ 2147483646 h 864"/>
              <a:gd name="T54" fmla="*/ 2147483646 w 264"/>
              <a:gd name="T55" fmla="*/ 2147483646 h 864"/>
              <a:gd name="T56" fmla="*/ 2147483646 w 264"/>
              <a:gd name="T57" fmla="*/ 2147483646 h 864"/>
              <a:gd name="T58" fmla="*/ 2147483646 w 264"/>
              <a:gd name="T59" fmla="*/ 2147483646 h 864"/>
              <a:gd name="T60" fmla="*/ 2147483646 w 264"/>
              <a:gd name="T61" fmla="*/ 2147483646 h 864"/>
              <a:gd name="T62" fmla="*/ 2147483646 w 264"/>
              <a:gd name="T63" fmla="*/ 2147483646 h 864"/>
              <a:gd name="T64" fmla="*/ 2147483646 w 264"/>
              <a:gd name="T65" fmla="*/ 2147483646 h 864"/>
              <a:gd name="T66" fmla="*/ 2147483646 w 264"/>
              <a:gd name="T67" fmla="*/ 2147483646 h 864"/>
              <a:gd name="T68" fmla="*/ 2147483646 w 264"/>
              <a:gd name="T69" fmla="*/ 2147483646 h 864"/>
              <a:gd name="T70" fmla="*/ 2147483646 w 264"/>
              <a:gd name="T71" fmla="*/ 2147483646 h 864"/>
              <a:gd name="T72" fmla="*/ 2147483646 w 264"/>
              <a:gd name="T73" fmla="*/ 2147483646 h 864"/>
              <a:gd name="T74" fmla="*/ 2147483646 w 264"/>
              <a:gd name="T75" fmla="*/ 2147483646 h 864"/>
              <a:gd name="T76" fmla="*/ 2147483646 w 264"/>
              <a:gd name="T77" fmla="*/ 2147483646 h 864"/>
              <a:gd name="T78" fmla="*/ 2147483646 w 264"/>
              <a:gd name="T79" fmla="*/ 2147483646 h 864"/>
              <a:gd name="T80" fmla="*/ 2147483646 w 264"/>
              <a:gd name="T81" fmla="*/ 2147483646 h 864"/>
              <a:gd name="T82" fmla="*/ 2147483646 w 264"/>
              <a:gd name="T83" fmla="*/ 2147483646 h 864"/>
              <a:gd name="T84" fmla="*/ 2147483646 w 264"/>
              <a:gd name="T85" fmla="*/ 2147483646 h 864"/>
              <a:gd name="T86" fmla="*/ 2147483646 w 264"/>
              <a:gd name="T87" fmla="*/ 2147483646 h 864"/>
              <a:gd name="T88" fmla="*/ 0 w 264"/>
              <a:gd name="T89" fmla="*/ 2147483646 h 86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64" h="864">
                <a:moveTo>
                  <a:pt x="0" y="736"/>
                </a:moveTo>
                <a:lnTo>
                  <a:pt x="0" y="127"/>
                </a:lnTo>
                <a:lnTo>
                  <a:pt x="0" y="121"/>
                </a:lnTo>
                <a:lnTo>
                  <a:pt x="2" y="114"/>
                </a:lnTo>
                <a:lnTo>
                  <a:pt x="2" y="108"/>
                </a:lnTo>
                <a:lnTo>
                  <a:pt x="3" y="102"/>
                </a:lnTo>
                <a:lnTo>
                  <a:pt x="4" y="96"/>
                </a:lnTo>
                <a:lnTo>
                  <a:pt x="6" y="90"/>
                </a:lnTo>
                <a:lnTo>
                  <a:pt x="9" y="84"/>
                </a:lnTo>
                <a:lnTo>
                  <a:pt x="10" y="78"/>
                </a:lnTo>
                <a:lnTo>
                  <a:pt x="14" y="72"/>
                </a:lnTo>
                <a:lnTo>
                  <a:pt x="16" y="67"/>
                </a:lnTo>
                <a:lnTo>
                  <a:pt x="18" y="61"/>
                </a:lnTo>
                <a:lnTo>
                  <a:pt x="22" y="56"/>
                </a:lnTo>
                <a:lnTo>
                  <a:pt x="26" y="52"/>
                </a:lnTo>
                <a:lnTo>
                  <a:pt x="29" y="47"/>
                </a:lnTo>
                <a:lnTo>
                  <a:pt x="34" y="42"/>
                </a:lnTo>
                <a:lnTo>
                  <a:pt x="38" y="37"/>
                </a:lnTo>
                <a:lnTo>
                  <a:pt x="42" y="32"/>
                </a:lnTo>
                <a:lnTo>
                  <a:pt x="47" y="29"/>
                </a:lnTo>
                <a:lnTo>
                  <a:pt x="52" y="25"/>
                </a:lnTo>
                <a:lnTo>
                  <a:pt x="57" y="22"/>
                </a:lnTo>
                <a:lnTo>
                  <a:pt x="62" y="18"/>
                </a:lnTo>
                <a:lnTo>
                  <a:pt x="68" y="16"/>
                </a:lnTo>
                <a:lnTo>
                  <a:pt x="72" y="12"/>
                </a:lnTo>
                <a:lnTo>
                  <a:pt x="78" y="10"/>
                </a:lnTo>
                <a:lnTo>
                  <a:pt x="84" y="7"/>
                </a:lnTo>
                <a:lnTo>
                  <a:pt x="90" y="6"/>
                </a:lnTo>
                <a:lnTo>
                  <a:pt x="96" y="4"/>
                </a:lnTo>
                <a:lnTo>
                  <a:pt x="102" y="2"/>
                </a:lnTo>
                <a:lnTo>
                  <a:pt x="108" y="1"/>
                </a:lnTo>
                <a:lnTo>
                  <a:pt x="116" y="0"/>
                </a:lnTo>
                <a:lnTo>
                  <a:pt x="122" y="0"/>
                </a:lnTo>
                <a:lnTo>
                  <a:pt x="128" y="0"/>
                </a:lnTo>
                <a:lnTo>
                  <a:pt x="137" y="0"/>
                </a:lnTo>
                <a:lnTo>
                  <a:pt x="143" y="0"/>
                </a:lnTo>
                <a:lnTo>
                  <a:pt x="150" y="0"/>
                </a:lnTo>
                <a:lnTo>
                  <a:pt x="156" y="1"/>
                </a:lnTo>
                <a:lnTo>
                  <a:pt x="162" y="2"/>
                </a:lnTo>
                <a:lnTo>
                  <a:pt x="168" y="4"/>
                </a:lnTo>
                <a:lnTo>
                  <a:pt x="174" y="6"/>
                </a:lnTo>
                <a:lnTo>
                  <a:pt x="180" y="7"/>
                </a:lnTo>
                <a:lnTo>
                  <a:pt x="186" y="10"/>
                </a:lnTo>
                <a:lnTo>
                  <a:pt x="192" y="12"/>
                </a:lnTo>
                <a:lnTo>
                  <a:pt x="197" y="16"/>
                </a:lnTo>
                <a:lnTo>
                  <a:pt x="203" y="18"/>
                </a:lnTo>
                <a:lnTo>
                  <a:pt x="208" y="22"/>
                </a:lnTo>
                <a:lnTo>
                  <a:pt x="213" y="25"/>
                </a:lnTo>
                <a:lnTo>
                  <a:pt x="218" y="29"/>
                </a:lnTo>
                <a:lnTo>
                  <a:pt x="222" y="32"/>
                </a:lnTo>
                <a:lnTo>
                  <a:pt x="227" y="37"/>
                </a:lnTo>
                <a:lnTo>
                  <a:pt x="231" y="42"/>
                </a:lnTo>
                <a:lnTo>
                  <a:pt x="236" y="47"/>
                </a:lnTo>
                <a:lnTo>
                  <a:pt x="239" y="52"/>
                </a:lnTo>
                <a:lnTo>
                  <a:pt x="243" y="56"/>
                </a:lnTo>
                <a:lnTo>
                  <a:pt x="246" y="61"/>
                </a:lnTo>
                <a:lnTo>
                  <a:pt x="249" y="67"/>
                </a:lnTo>
                <a:lnTo>
                  <a:pt x="252" y="72"/>
                </a:lnTo>
                <a:lnTo>
                  <a:pt x="255" y="78"/>
                </a:lnTo>
                <a:lnTo>
                  <a:pt x="257" y="84"/>
                </a:lnTo>
                <a:lnTo>
                  <a:pt x="258" y="90"/>
                </a:lnTo>
                <a:lnTo>
                  <a:pt x="261" y="96"/>
                </a:lnTo>
                <a:lnTo>
                  <a:pt x="262" y="102"/>
                </a:lnTo>
                <a:lnTo>
                  <a:pt x="263" y="108"/>
                </a:lnTo>
                <a:lnTo>
                  <a:pt x="264" y="114"/>
                </a:lnTo>
                <a:lnTo>
                  <a:pt x="264" y="121"/>
                </a:lnTo>
                <a:lnTo>
                  <a:pt x="264" y="127"/>
                </a:lnTo>
                <a:lnTo>
                  <a:pt x="264" y="736"/>
                </a:lnTo>
                <a:lnTo>
                  <a:pt x="264" y="743"/>
                </a:lnTo>
                <a:lnTo>
                  <a:pt x="264" y="749"/>
                </a:lnTo>
                <a:lnTo>
                  <a:pt x="263" y="756"/>
                </a:lnTo>
                <a:lnTo>
                  <a:pt x="262" y="762"/>
                </a:lnTo>
                <a:lnTo>
                  <a:pt x="261" y="768"/>
                </a:lnTo>
                <a:lnTo>
                  <a:pt x="258" y="774"/>
                </a:lnTo>
                <a:lnTo>
                  <a:pt x="257" y="780"/>
                </a:lnTo>
                <a:lnTo>
                  <a:pt x="255" y="786"/>
                </a:lnTo>
                <a:lnTo>
                  <a:pt x="252" y="792"/>
                </a:lnTo>
                <a:lnTo>
                  <a:pt x="249" y="797"/>
                </a:lnTo>
                <a:lnTo>
                  <a:pt x="246" y="803"/>
                </a:lnTo>
                <a:lnTo>
                  <a:pt x="243" y="808"/>
                </a:lnTo>
                <a:lnTo>
                  <a:pt x="239" y="813"/>
                </a:lnTo>
                <a:lnTo>
                  <a:pt x="236" y="817"/>
                </a:lnTo>
                <a:lnTo>
                  <a:pt x="231" y="822"/>
                </a:lnTo>
                <a:lnTo>
                  <a:pt x="227" y="827"/>
                </a:lnTo>
                <a:lnTo>
                  <a:pt x="222" y="831"/>
                </a:lnTo>
                <a:lnTo>
                  <a:pt x="218" y="835"/>
                </a:lnTo>
                <a:lnTo>
                  <a:pt x="213" y="839"/>
                </a:lnTo>
                <a:lnTo>
                  <a:pt x="208" y="843"/>
                </a:lnTo>
                <a:lnTo>
                  <a:pt x="203" y="845"/>
                </a:lnTo>
                <a:lnTo>
                  <a:pt x="197" y="849"/>
                </a:lnTo>
                <a:lnTo>
                  <a:pt x="192" y="851"/>
                </a:lnTo>
                <a:lnTo>
                  <a:pt x="186" y="853"/>
                </a:lnTo>
                <a:lnTo>
                  <a:pt x="180" y="856"/>
                </a:lnTo>
                <a:lnTo>
                  <a:pt x="174" y="858"/>
                </a:lnTo>
                <a:lnTo>
                  <a:pt x="168" y="859"/>
                </a:lnTo>
                <a:lnTo>
                  <a:pt x="162" y="862"/>
                </a:lnTo>
                <a:lnTo>
                  <a:pt x="156" y="863"/>
                </a:lnTo>
                <a:lnTo>
                  <a:pt x="150" y="863"/>
                </a:lnTo>
                <a:lnTo>
                  <a:pt x="143" y="864"/>
                </a:lnTo>
                <a:lnTo>
                  <a:pt x="137" y="864"/>
                </a:lnTo>
                <a:lnTo>
                  <a:pt x="128" y="864"/>
                </a:lnTo>
                <a:lnTo>
                  <a:pt x="122" y="864"/>
                </a:lnTo>
                <a:lnTo>
                  <a:pt x="116" y="863"/>
                </a:lnTo>
                <a:lnTo>
                  <a:pt x="108" y="863"/>
                </a:lnTo>
                <a:lnTo>
                  <a:pt x="102" y="862"/>
                </a:lnTo>
                <a:lnTo>
                  <a:pt x="96" y="859"/>
                </a:lnTo>
                <a:lnTo>
                  <a:pt x="90" y="858"/>
                </a:lnTo>
                <a:lnTo>
                  <a:pt x="84" y="856"/>
                </a:lnTo>
                <a:lnTo>
                  <a:pt x="78" y="853"/>
                </a:lnTo>
                <a:lnTo>
                  <a:pt x="72" y="851"/>
                </a:lnTo>
                <a:lnTo>
                  <a:pt x="68" y="849"/>
                </a:lnTo>
                <a:lnTo>
                  <a:pt x="62" y="845"/>
                </a:lnTo>
                <a:lnTo>
                  <a:pt x="57" y="843"/>
                </a:lnTo>
                <a:lnTo>
                  <a:pt x="52" y="839"/>
                </a:lnTo>
                <a:lnTo>
                  <a:pt x="47" y="835"/>
                </a:lnTo>
                <a:lnTo>
                  <a:pt x="42" y="831"/>
                </a:lnTo>
                <a:lnTo>
                  <a:pt x="38" y="827"/>
                </a:lnTo>
                <a:lnTo>
                  <a:pt x="34" y="822"/>
                </a:lnTo>
                <a:lnTo>
                  <a:pt x="29" y="817"/>
                </a:lnTo>
                <a:lnTo>
                  <a:pt x="26" y="813"/>
                </a:lnTo>
                <a:lnTo>
                  <a:pt x="22" y="808"/>
                </a:lnTo>
                <a:lnTo>
                  <a:pt x="18" y="803"/>
                </a:lnTo>
                <a:lnTo>
                  <a:pt x="16" y="797"/>
                </a:lnTo>
                <a:lnTo>
                  <a:pt x="14" y="792"/>
                </a:lnTo>
                <a:lnTo>
                  <a:pt x="10" y="786"/>
                </a:lnTo>
                <a:lnTo>
                  <a:pt x="9" y="780"/>
                </a:lnTo>
                <a:lnTo>
                  <a:pt x="6" y="774"/>
                </a:lnTo>
                <a:lnTo>
                  <a:pt x="4" y="768"/>
                </a:lnTo>
                <a:lnTo>
                  <a:pt x="3" y="762"/>
                </a:lnTo>
                <a:lnTo>
                  <a:pt x="2" y="756"/>
                </a:lnTo>
                <a:lnTo>
                  <a:pt x="2" y="749"/>
                </a:lnTo>
                <a:lnTo>
                  <a:pt x="0" y="743"/>
                </a:lnTo>
                <a:lnTo>
                  <a:pt x="0" y="736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52" name="Rectangle 169">
            <a:extLst>
              <a:ext uri="{FF2B5EF4-FFF2-40B4-BE49-F238E27FC236}">
                <a16:creationId xmlns:a16="http://schemas.microsoft.com/office/drawing/2014/main" id="{D00E47E8-B2B7-4058-9CFC-1E2D76E805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7400" y="19605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53" name="Rectangle 170">
            <a:extLst>
              <a:ext uri="{FF2B5EF4-FFF2-40B4-BE49-F238E27FC236}">
                <a16:creationId xmlns:a16="http://schemas.microsoft.com/office/drawing/2014/main" id="{D25A8C5D-4A6D-43B3-86A5-656D996551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5425" y="2649538"/>
            <a:ext cx="29527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and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54" name="Rectangle 171">
            <a:extLst>
              <a:ext uri="{FF2B5EF4-FFF2-40B4-BE49-F238E27FC236}">
                <a16:creationId xmlns:a16="http://schemas.microsoft.com/office/drawing/2014/main" id="{2AB6336E-BBF1-432A-9ACA-84D18BCDA3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3425" y="2649538"/>
            <a:ext cx="55721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together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55" name="Rectangle 172">
            <a:extLst>
              <a:ext uri="{FF2B5EF4-FFF2-40B4-BE49-F238E27FC236}">
                <a16:creationId xmlns:a16="http://schemas.microsoft.com/office/drawing/2014/main" id="{C15E8A64-E7B9-4D6E-A850-3D1A3894F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8800" y="2649538"/>
            <a:ext cx="809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656" name="Rectangle 173">
            <a:extLst>
              <a:ext uri="{FF2B5EF4-FFF2-40B4-BE49-F238E27FC236}">
                <a16:creationId xmlns:a16="http://schemas.microsoft.com/office/drawing/2014/main" id="{D94A337F-1016-4733-9720-9B79724474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5475" y="2720975"/>
            <a:ext cx="85725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09657" name="Group 2">
            <a:extLst>
              <a:ext uri="{FF2B5EF4-FFF2-40B4-BE49-F238E27FC236}">
                <a16:creationId xmlns:a16="http://schemas.microsoft.com/office/drawing/2014/main" id="{020F4059-B7BC-4041-BC84-C4BD90585054}"/>
              </a:ext>
            </a:extLst>
          </p:cNvPr>
          <p:cNvGrpSpPr>
            <a:grpSpLocks/>
          </p:cNvGrpSpPr>
          <p:nvPr/>
        </p:nvGrpSpPr>
        <p:grpSpPr bwMode="auto">
          <a:xfrm>
            <a:off x="4567238" y="3098800"/>
            <a:ext cx="3117850" cy="3352800"/>
            <a:chOff x="1905000" y="3352800"/>
            <a:chExt cx="3117850" cy="3352800"/>
          </a:xfrm>
        </p:grpSpPr>
        <p:sp>
          <p:nvSpPr>
            <p:cNvPr id="109658" name="Line 174">
              <a:extLst>
                <a:ext uri="{FF2B5EF4-FFF2-40B4-BE49-F238E27FC236}">
                  <a16:creationId xmlns:a16="http://schemas.microsoft.com/office/drawing/2014/main" id="{608A399E-8A7B-40E2-AFEF-802CF2D48B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7888" y="4286250"/>
              <a:ext cx="401637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59" name="Line 175">
              <a:extLst>
                <a:ext uri="{FF2B5EF4-FFF2-40B4-BE49-F238E27FC236}">
                  <a16:creationId xmlns:a16="http://schemas.microsoft.com/office/drawing/2014/main" id="{755D0C37-7462-4858-BF19-38A319E8DF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63875" y="4286250"/>
              <a:ext cx="3063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60" name="Freeform 176">
              <a:extLst>
                <a:ext uri="{FF2B5EF4-FFF2-40B4-BE49-F238E27FC236}">
                  <a16:creationId xmlns:a16="http://schemas.microsoft.com/office/drawing/2014/main" id="{1F70FF7E-D2BF-4C9B-A8CB-9D69F07D5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4419600"/>
              <a:ext cx="211137" cy="3175"/>
            </a:xfrm>
            <a:custGeom>
              <a:avLst/>
              <a:gdLst>
                <a:gd name="T0" fmla="*/ 2147483646 w 264"/>
                <a:gd name="T1" fmla="*/ 0 h 3175"/>
                <a:gd name="T2" fmla="*/ 0 w 264"/>
                <a:gd name="T3" fmla="*/ 0 h 3175"/>
                <a:gd name="T4" fmla="*/ 2147483646 w 264"/>
                <a:gd name="T5" fmla="*/ 0 h 3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3175">
                  <a:moveTo>
                    <a:pt x="264" y="0"/>
                  </a:moveTo>
                  <a:lnTo>
                    <a:pt x="0" y="0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61" name="Line 177">
              <a:extLst>
                <a:ext uri="{FF2B5EF4-FFF2-40B4-BE49-F238E27FC236}">
                  <a16:creationId xmlns:a16="http://schemas.microsoft.com/office/drawing/2014/main" id="{DE7D2D7F-F730-47A4-A2E3-A75C1CF086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8388" y="4419600"/>
              <a:ext cx="211137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62" name="Freeform 178">
              <a:extLst>
                <a:ext uri="{FF2B5EF4-FFF2-40B4-BE49-F238E27FC236}">
                  <a16:creationId xmlns:a16="http://schemas.microsoft.com/office/drawing/2014/main" id="{C0E13C78-64E5-4B28-998F-68DDA42F2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4152900"/>
              <a:ext cx="211137" cy="1588"/>
            </a:xfrm>
            <a:custGeom>
              <a:avLst/>
              <a:gdLst>
                <a:gd name="T0" fmla="*/ 2147483646 w 264"/>
                <a:gd name="T1" fmla="*/ 0 h 1588"/>
                <a:gd name="T2" fmla="*/ 0 w 264"/>
                <a:gd name="T3" fmla="*/ 0 h 1588"/>
                <a:gd name="T4" fmla="*/ 2147483646 w 264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1588">
                  <a:moveTo>
                    <a:pt x="264" y="0"/>
                  </a:moveTo>
                  <a:lnTo>
                    <a:pt x="0" y="0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63" name="Freeform 179">
              <a:extLst>
                <a:ext uri="{FF2B5EF4-FFF2-40B4-BE49-F238E27FC236}">
                  <a16:creationId xmlns:a16="http://schemas.microsoft.com/office/drawing/2014/main" id="{53E19B8D-FF02-4AB5-B793-AE8E3E19D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4000500"/>
              <a:ext cx="190500" cy="152400"/>
            </a:xfrm>
            <a:custGeom>
              <a:avLst/>
              <a:gdLst>
                <a:gd name="T0" fmla="*/ 0 w 240"/>
                <a:gd name="T1" fmla="*/ 0 h 192"/>
                <a:gd name="T2" fmla="*/ 2147483646 w 240"/>
                <a:gd name="T3" fmla="*/ 0 h 192"/>
                <a:gd name="T4" fmla="*/ 2147483646 w 240"/>
                <a:gd name="T5" fmla="*/ 2147483646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192">
                  <a:moveTo>
                    <a:pt x="0" y="0"/>
                  </a:moveTo>
                  <a:lnTo>
                    <a:pt x="240" y="0"/>
                  </a:lnTo>
                  <a:lnTo>
                    <a:pt x="240" y="192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64" name="Freeform 180">
              <a:extLst>
                <a:ext uri="{FF2B5EF4-FFF2-40B4-BE49-F238E27FC236}">
                  <a16:creationId xmlns:a16="http://schemas.microsoft.com/office/drawing/2014/main" id="{334854A2-2FBE-488A-8DA4-5335ED6C5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4419600"/>
              <a:ext cx="190500" cy="133350"/>
            </a:xfrm>
            <a:custGeom>
              <a:avLst/>
              <a:gdLst>
                <a:gd name="T0" fmla="*/ 0 w 240"/>
                <a:gd name="T1" fmla="*/ 2147483646 h 168"/>
                <a:gd name="T2" fmla="*/ 2147483646 w 240"/>
                <a:gd name="T3" fmla="*/ 2147483646 h 168"/>
                <a:gd name="T4" fmla="*/ 2147483646 w 240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168">
                  <a:moveTo>
                    <a:pt x="0" y="168"/>
                  </a:moveTo>
                  <a:lnTo>
                    <a:pt x="240" y="168"/>
                  </a:lnTo>
                  <a:lnTo>
                    <a:pt x="24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65" name="Freeform 181">
              <a:extLst>
                <a:ext uri="{FF2B5EF4-FFF2-40B4-BE49-F238E27FC236}">
                  <a16:creationId xmlns:a16="http://schemas.microsoft.com/office/drawing/2014/main" id="{292E590A-DA01-4BE4-B430-09EDC3564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5299075"/>
              <a:ext cx="211137" cy="1588"/>
            </a:xfrm>
            <a:custGeom>
              <a:avLst/>
              <a:gdLst>
                <a:gd name="T0" fmla="*/ 2147483646 w 264"/>
                <a:gd name="T1" fmla="*/ 0 h 1588"/>
                <a:gd name="T2" fmla="*/ 0 w 264"/>
                <a:gd name="T3" fmla="*/ 0 h 1588"/>
                <a:gd name="T4" fmla="*/ 2147483646 w 264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1588">
                  <a:moveTo>
                    <a:pt x="264" y="0"/>
                  </a:moveTo>
                  <a:lnTo>
                    <a:pt x="0" y="0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66" name="Line 182">
              <a:extLst>
                <a:ext uri="{FF2B5EF4-FFF2-40B4-BE49-F238E27FC236}">
                  <a16:creationId xmlns:a16="http://schemas.microsoft.com/office/drawing/2014/main" id="{4100BD34-BCC9-44B2-AAAB-94EA1F1CB8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8388" y="5299075"/>
              <a:ext cx="211137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67" name="Freeform 183">
              <a:extLst>
                <a:ext uri="{FF2B5EF4-FFF2-40B4-BE49-F238E27FC236}">
                  <a16:creationId xmlns:a16="http://schemas.microsoft.com/office/drawing/2014/main" id="{C705DADB-FC93-4B77-B96E-1AFEF6843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175" y="5432425"/>
              <a:ext cx="133350" cy="1588"/>
            </a:xfrm>
            <a:custGeom>
              <a:avLst/>
              <a:gdLst>
                <a:gd name="T0" fmla="*/ 2147483646 w 168"/>
                <a:gd name="T1" fmla="*/ 0 h 1588"/>
                <a:gd name="T2" fmla="*/ 0 w 168"/>
                <a:gd name="T3" fmla="*/ 0 h 1588"/>
                <a:gd name="T4" fmla="*/ 2147483646 w 168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588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68" name="Line 184">
              <a:extLst>
                <a:ext uri="{FF2B5EF4-FFF2-40B4-BE49-F238E27FC236}">
                  <a16:creationId xmlns:a16="http://schemas.microsoft.com/office/drawing/2014/main" id="{24931529-D730-461C-822F-B9F923387E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16175" y="5432425"/>
              <a:ext cx="13335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69" name="Freeform 185">
              <a:extLst>
                <a:ext uri="{FF2B5EF4-FFF2-40B4-BE49-F238E27FC236}">
                  <a16:creationId xmlns:a16="http://schemas.microsoft.com/office/drawing/2014/main" id="{9202501B-0992-4AEE-952E-B402CBEE9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175" y="5032375"/>
              <a:ext cx="133350" cy="1588"/>
            </a:xfrm>
            <a:custGeom>
              <a:avLst/>
              <a:gdLst>
                <a:gd name="T0" fmla="*/ 2147483646 w 168"/>
                <a:gd name="T1" fmla="*/ 0 h 1588"/>
                <a:gd name="T2" fmla="*/ 0 w 168"/>
                <a:gd name="T3" fmla="*/ 0 h 1588"/>
                <a:gd name="T4" fmla="*/ 2147483646 w 168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588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70" name="Line 186">
              <a:extLst>
                <a:ext uri="{FF2B5EF4-FFF2-40B4-BE49-F238E27FC236}">
                  <a16:creationId xmlns:a16="http://schemas.microsoft.com/office/drawing/2014/main" id="{2E4FC0C9-572A-44E9-B8F0-2564DA327E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16175" y="5032375"/>
              <a:ext cx="13335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71" name="Freeform 187">
              <a:extLst>
                <a:ext uri="{FF2B5EF4-FFF2-40B4-BE49-F238E27FC236}">
                  <a16:creationId xmlns:a16="http://schemas.microsoft.com/office/drawing/2014/main" id="{55207BC3-8860-42DA-860A-475802093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4822825"/>
              <a:ext cx="268287" cy="209550"/>
            </a:xfrm>
            <a:custGeom>
              <a:avLst/>
              <a:gdLst>
                <a:gd name="T0" fmla="*/ 0 w 336"/>
                <a:gd name="T1" fmla="*/ 0 h 264"/>
                <a:gd name="T2" fmla="*/ 2147483646 w 336"/>
                <a:gd name="T3" fmla="*/ 0 h 264"/>
                <a:gd name="T4" fmla="*/ 2147483646 w 336"/>
                <a:gd name="T5" fmla="*/ 2147483646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264">
                  <a:moveTo>
                    <a:pt x="0" y="0"/>
                  </a:moveTo>
                  <a:lnTo>
                    <a:pt x="336" y="0"/>
                  </a:lnTo>
                  <a:lnTo>
                    <a:pt x="336" y="264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72" name="Freeform 188">
              <a:extLst>
                <a:ext uri="{FF2B5EF4-FFF2-40B4-BE49-F238E27FC236}">
                  <a16:creationId xmlns:a16="http://schemas.microsoft.com/office/drawing/2014/main" id="{DBA7C93F-B7C3-4DF1-ABC9-CD8AF4F85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5432425"/>
              <a:ext cx="268287" cy="190500"/>
            </a:xfrm>
            <a:custGeom>
              <a:avLst/>
              <a:gdLst>
                <a:gd name="T0" fmla="*/ 0 w 336"/>
                <a:gd name="T1" fmla="*/ 2147483646 h 240"/>
                <a:gd name="T2" fmla="*/ 2147483646 w 336"/>
                <a:gd name="T3" fmla="*/ 2147483646 h 240"/>
                <a:gd name="T4" fmla="*/ 2147483646 w 336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240">
                  <a:moveTo>
                    <a:pt x="0" y="240"/>
                  </a:moveTo>
                  <a:lnTo>
                    <a:pt x="336" y="240"/>
                  </a:lnTo>
                  <a:lnTo>
                    <a:pt x="336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73" name="Freeform 189">
              <a:extLst>
                <a:ext uri="{FF2B5EF4-FFF2-40B4-BE49-F238E27FC236}">
                  <a16:creationId xmlns:a16="http://schemas.microsoft.com/office/drawing/2014/main" id="{4A774E41-A6B6-4E26-A419-B7BDFE05B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5299075"/>
              <a:ext cx="190500" cy="57150"/>
            </a:xfrm>
            <a:custGeom>
              <a:avLst/>
              <a:gdLst>
                <a:gd name="T0" fmla="*/ 0 w 240"/>
                <a:gd name="T1" fmla="*/ 2147483646 h 72"/>
                <a:gd name="T2" fmla="*/ 2147483646 w 240"/>
                <a:gd name="T3" fmla="*/ 2147483646 h 72"/>
                <a:gd name="T4" fmla="*/ 2147483646 w 240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72">
                  <a:moveTo>
                    <a:pt x="0" y="72"/>
                  </a:moveTo>
                  <a:lnTo>
                    <a:pt x="240" y="72"/>
                  </a:lnTo>
                  <a:lnTo>
                    <a:pt x="24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74" name="Freeform 190">
              <a:extLst>
                <a:ext uri="{FF2B5EF4-FFF2-40B4-BE49-F238E27FC236}">
                  <a16:creationId xmlns:a16="http://schemas.microsoft.com/office/drawing/2014/main" id="{8AA19CFA-E820-405A-B33B-D45524D2B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5165725"/>
              <a:ext cx="211137" cy="1588"/>
            </a:xfrm>
            <a:custGeom>
              <a:avLst/>
              <a:gdLst>
                <a:gd name="T0" fmla="*/ 2147483646 w 264"/>
                <a:gd name="T1" fmla="*/ 0 h 1588"/>
                <a:gd name="T2" fmla="*/ 0 w 264"/>
                <a:gd name="T3" fmla="*/ 0 h 1588"/>
                <a:gd name="T4" fmla="*/ 2147483646 w 264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1588">
                  <a:moveTo>
                    <a:pt x="264" y="0"/>
                  </a:moveTo>
                  <a:lnTo>
                    <a:pt x="0" y="0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75" name="Line 191">
              <a:extLst>
                <a:ext uri="{FF2B5EF4-FFF2-40B4-BE49-F238E27FC236}">
                  <a16:creationId xmlns:a16="http://schemas.microsoft.com/office/drawing/2014/main" id="{7D20299F-B28E-4366-87D6-4B255FA1E3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8388" y="5165725"/>
              <a:ext cx="211137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76" name="Freeform 192">
              <a:extLst>
                <a:ext uri="{FF2B5EF4-FFF2-40B4-BE49-F238E27FC236}">
                  <a16:creationId xmlns:a16="http://schemas.microsoft.com/office/drawing/2014/main" id="{9EF1564E-B1DE-4109-AA4B-5C075D19E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5089525"/>
              <a:ext cx="190500" cy="76200"/>
            </a:xfrm>
            <a:custGeom>
              <a:avLst/>
              <a:gdLst>
                <a:gd name="T0" fmla="*/ 0 w 240"/>
                <a:gd name="T1" fmla="*/ 0 h 96"/>
                <a:gd name="T2" fmla="*/ 2147483646 w 240"/>
                <a:gd name="T3" fmla="*/ 0 h 96"/>
                <a:gd name="T4" fmla="*/ 2147483646 w 240"/>
                <a:gd name="T5" fmla="*/ 2147483646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96">
                  <a:moveTo>
                    <a:pt x="0" y="0"/>
                  </a:moveTo>
                  <a:lnTo>
                    <a:pt x="240" y="0"/>
                  </a:lnTo>
                  <a:lnTo>
                    <a:pt x="240" y="96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77" name="Freeform 193">
              <a:extLst>
                <a:ext uri="{FF2B5EF4-FFF2-40B4-BE49-F238E27FC236}">
                  <a16:creationId xmlns:a16="http://schemas.microsoft.com/office/drawing/2014/main" id="{954BFDC1-9A66-4AE5-934B-CA75388EA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875" y="6042025"/>
              <a:ext cx="171450" cy="3175"/>
            </a:xfrm>
            <a:custGeom>
              <a:avLst/>
              <a:gdLst>
                <a:gd name="T0" fmla="*/ 2147483646 w 216"/>
                <a:gd name="T1" fmla="*/ 0 h 3175"/>
                <a:gd name="T2" fmla="*/ 0 w 216"/>
                <a:gd name="T3" fmla="*/ 0 h 3175"/>
                <a:gd name="T4" fmla="*/ 2147483646 w 216"/>
                <a:gd name="T5" fmla="*/ 0 h 3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3175">
                  <a:moveTo>
                    <a:pt x="216" y="0"/>
                  </a:moveTo>
                  <a:lnTo>
                    <a:pt x="0" y="0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78" name="Line 194">
              <a:extLst>
                <a:ext uri="{FF2B5EF4-FFF2-40B4-BE49-F238E27FC236}">
                  <a16:creationId xmlns:a16="http://schemas.microsoft.com/office/drawing/2014/main" id="{DF065AFA-9A9B-4993-8D72-F429DD90A2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63875" y="6042025"/>
              <a:ext cx="171450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79" name="Freeform 195">
              <a:extLst>
                <a:ext uri="{FF2B5EF4-FFF2-40B4-BE49-F238E27FC236}">
                  <a16:creationId xmlns:a16="http://schemas.microsoft.com/office/drawing/2014/main" id="{4D63B158-DE65-4E83-8E7C-DA6DC06FD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6175375"/>
              <a:ext cx="401637" cy="3175"/>
            </a:xfrm>
            <a:custGeom>
              <a:avLst/>
              <a:gdLst>
                <a:gd name="T0" fmla="*/ 2147483646 w 504"/>
                <a:gd name="T1" fmla="*/ 0 h 3175"/>
                <a:gd name="T2" fmla="*/ 0 w 504"/>
                <a:gd name="T3" fmla="*/ 0 h 3175"/>
                <a:gd name="T4" fmla="*/ 2147483646 w 504"/>
                <a:gd name="T5" fmla="*/ 0 h 3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3175">
                  <a:moveTo>
                    <a:pt x="504" y="0"/>
                  </a:moveTo>
                  <a:lnTo>
                    <a:pt x="0" y="0"/>
                  </a:lnTo>
                  <a:lnTo>
                    <a:pt x="50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80" name="Line 196">
              <a:extLst>
                <a:ext uri="{FF2B5EF4-FFF2-40B4-BE49-F238E27FC236}">
                  <a16:creationId xmlns:a16="http://schemas.microsoft.com/office/drawing/2014/main" id="{45436D50-520E-4AB9-845F-55756658F0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7888" y="6175375"/>
              <a:ext cx="401637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81" name="Freeform 197">
              <a:extLst>
                <a:ext uri="{FF2B5EF4-FFF2-40B4-BE49-F238E27FC236}">
                  <a16:creationId xmlns:a16="http://schemas.microsoft.com/office/drawing/2014/main" id="{15DC9FF4-D647-4D8E-A50A-0CEEFDB5E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5908675"/>
              <a:ext cx="401637" cy="1588"/>
            </a:xfrm>
            <a:custGeom>
              <a:avLst/>
              <a:gdLst>
                <a:gd name="T0" fmla="*/ 2147483646 w 504"/>
                <a:gd name="T1" fmla="*/ 0 h 1588"/>
                <a:gd name="T2" fmla="*/ 0 w 504"/>
                <a:gd name="T3" fmla="*/ 0 h 1588"/>
                <a:gd name="T4" fmla="*/ 2147483646 w 504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1588">
                  <a:moveTo>
                    <a:pt x="504" y="0"/>
                  </a:moveTo>
                  <a:lnTo>
                    <a:pt x="0" y="0"/>
                  </a:lnTo>
                  <a:lnTo>
                    <a:pt x="50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82" name="Line 198">
              <a:extLst>
                <a:ext uri="{FF2B5EF4-FFF2-40B4-BE49-F238E27FC236}">
                  <a16:creationId xmlns:a16="http://schemas.microsoft.com/office/drawing/2014/main" id="{BF18EA42-191C-4A5F-8BFB-CE8D7FC98B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7888" y="5908675"/>
              <a:ext cx="401637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83" name="Freeform 199">
              <a:extLst>
                <a:ext uri="{FF2B5EF4-FFF2-40B4-BE49-F238E27FC236}">
                  <a16:creationId xmlns:a16="http://schemas.microsoft.com/office/drawing/2014/main" id="{B708C7DF-E89E-4FC6-8F72-79CA3F7DE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875" y="3600450"/>
              <a:ext cx="171450" cy="1588"/>
            </a:xfrm>
            <a:custGeom>
              <a:avLst/>
              <a:gdLst>
                <a:gd name="T0" fmla="*/ 2147483646 w 216"/>
                <a:gd name="T1" fmla="*/ 0 h 1588"/>
                <a:gd name="T2" fmla="*/ 0 w 216"/>
                <a:gd name="T3" fmla="*/ 0 h 1588"/>
                <a:gd name="T4" fmla="*/ 2147483646 w 216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588">
                  <a:moveTo>
                    <a:pt x="216" y="0"/>
                  </a:moveTo>
                  <a:lnTo>
                    <a:pt x="0" y="0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84" name="Line 200">
              <a:extLst>
                <a:ext uri="{FF2B5EF4-FFF2-40B4-BE49-F238E27FC236}">
                  <a16:creationId xmlns:a16="http://schemas.microsoft.com/office/drawing/2014/main" id="{E7F74171-959B-44D2-ABEB-3840AD3621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63875" y="3600450"/>
              <a:ext cx="17145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85" name="Freeform 201">
              <a:extLst>
                <a:ext uri="{FF2B5EF4-FFF2-40B4-BE49-F238E27FC236}">
                  <a16:creationId xmlns:a16="http://schemas.microsoft.com/office/drawing/2014/main" id="{0DBC1943-F9EC-4316-ABA8-F1CF2D05B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3733800"/>
              <a:ext cx="401637" cy="1588"/>
            </a:xfrm>
            <a:custGeom>
              <a:avLst/>
              <a:gdLst>
                <a:gd name="T0" fmla="*/ 2147483646 w 504"/>
                <a:gd name="T1" fmla="*/ 0 h 1588"/>
                <a:gd name="T2" fmla="*/ 0 w 504"/>
                <a:gd name="T3" fmla="*/ 0 h 1588"/>
                <a:gd name="T4" fmla="*/ 2147483646 w 504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1588">
                  <a:moveTo>
                    <a:pt x="504" y="0"/>
                  </a:moveTo>
                  <a:lnTo>
                    <a:pt x="0" y="0"/>
                  </a:lnTo>
                  <a:lnTo>
                    <a:pt x="50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86" name="Line 202">
              <a:extLst>
                <a:ext uri="{FF2B5EF4-FFF2-40B4-BE49-F238E27FC236}">
                  <a16:creationId xmlns:a16="http://schemas.microsoft.com/office/drawing/2014/main" id="{B7A66C25-345C-4635-8515-257A822ABB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7888" y="3733800"/>
              <a:ext cx="401637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87" name="Freeform 203">
              <a:extLst>
                <a:ext uri="{FF2B5EF4-FFF2-40B4-BE49-F238E27FC236}">
                  <a16:creationId xmlns:a16="http://schemas.microsoft.com/office/drawing/2014/main" id="{1D83B61F-04BC-4ECF-B555-5D7EEC12B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3467100"/>
              <a:ext cx="401637" cy="1588"/>
            </a:xfrm>
            <a:custGeom>
              <a:avLst/>
              <a:gdLst>
                <a:gd name="T0" fmla="*/ 2147483646 w 504"/>
                <a:gd name="T1" fmla="*/ 0 h 1588"/>
                <a:gd name="T2" fmla="*/ 0 w 504"/>
                <a:gd name="T3" fmla="*/ 0 h 1588"/>
                <a:gd name="T4" fmla="*/ 2147483646 w 504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1588">
                  <a:moveTo>
                    <a:pt x="504" y="0"/>
                  </a:moveTo>
                  <a:lnTo>
                    <a:pt x="0" y="0"/>
                  </a:lnTo>
                  <a:lnTo>
                    <a:pt x="50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88" name="Line 204">
              <a:extLst>
                <a:ext uri="{FF2B5EF4-FFF2-40B4-BE49-F238E27FC236}">
                  <a16:creationId xmlns:a16="http://schemas.microsoft.com/office/drawing/2014/main" id="{0A359C48-33D6-44D6-A7E0-1BBB700C9A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7888" y="3467100"/>
              <a:ext cx="401637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89" name="Line 205">
              <a:extLst>
                <a:ext uri="{FF2B5EF4-FFF2-40B4-BE49-F238E27FC236}">
                  <a16:creationId xmlns:a16="http://schemas.microsoft.com/office/drawing/2014/main" id="{A3778960-73ED-40AD-9E61-7EAD550F45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6963" y="4000500"/>
              <a:ext cx="30480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90" name="Line 206">
              <a:extLst>
                <a:ext uri="{FF2B5EF4-FFF2-40B4-BE49-F238E27FC236}">
                  <a16:creationId xmlns:a16="http://schemas.microsoft.com/office/drawing/2014/main" id="{35A3F91E-B4E6-489F-852E-2211CD35A1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6963" y="3867150"/>
              <a:ext cx="26670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91" name="Line 207">
              <a:extLst>
                <a:ext uri="{FF2B5EF4-FFF2-40B4-BE49-F238E27FC236}">
                  <a16:creationId xmlns:a16="http://schemas.microsoft.com/office/drawing/2014/main" id="{5F635792-B031-4A85-9A15-4CADEE6A40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8550" y="4152900"/>
              <a:ext cx="265113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92" name="Line 208">
              <a:extLst>
                <a:ext uri="{FF2B5EF4-FFF2-40B4-BE49-F238E27FC236}">
                  <a16:creationId xmlns:a16="http://schemas.microsoft.com/office/drawing/2014/main" id="{5879A92E-7906-440C-B9B8-111EA3AD91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38650" y="4006850"/>
              <a:ext cx="31273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93" name="Freeform 209">
              <a:extLst>
                <a:ext uri="{FF2B5EF4-FFF2-40B4-BE49-F238E27FC236}">
                  <a16:creationId xmlns:a16="http://schemas.microsoft.com/office/drawing/2014/main" id="{4D5E3948-A271-4AE3-9221-CD7AB25E3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850" y="3783013"/>
              <a:ext cx="569913" cy="227012"/>
            </a:xfrm>
            <a:custGeom>
              <a:avLst/>
              <a:gdLst>
                <a:gd name="T0" fmla="*/ 2147483646 w 717"/>
                <a:gd name="T1" fmla="*/ 0 h 284"/>
                <a:gd name="T2" fmla="*/ 2147483646 w 717"/>
                <a:gd name="T3" fmla="*/ 0 h 284"/>
                <a:gd name="T4" fmla="*/ 2147483646 w 717"/>
                <a:gd name="T5" fmla="*/ 0 h 284"/>
                <a:gd name="T6" fmla="*/ 2147483646 w 717"/>
                <a:gd name="T7" fmla="*/ 2147483646 h 284"/>
                <a:gd name="T8" fmla="*/ 2147483646 w 717"/>
                <a:gd name="T9" fmla="*/ 2147483646 h 284"/>
                <a:gd name="T10" fmla="*/ 2147483646 w 717"/>
                <a:gd name="T11" fmla="*/ 2147483646 h 284"/>
                <a:gd name="T12" fmla="*/ 2147483646 w 717"/>
                <a:gd name="T13" fmla="*/ 2147483646 h 284"/>
                <a:gd name="T14" fmla="*/ 2147483646 w 717"/>
                <a:gd name="T15" fmla="*/ 2147483646 h 284"/>
                <a:gd name="T16" fmla="*/ 2147483646 w 717"/>
                <a:gd name="T17" fmla="*/ 2147483646 h 284"/>
                <a:gd name="T18" fmla="*/ 2147483646 w 717"/>
                <a:gd name="T19" fmla="*/ 2147483646 h 284"/>
                <a:gd name="T20" fmla="*/ 2147483646 w 717"/>
                <a:gd name="T21" fmla="*/ 2147483646 h 284"/>
                <a:gd name="T22" fmla="*/ 2147483646 w 717"/>
                <a:gd name="T23" fmla="*/ 2147483646 h 284"/>
                <a:gd name="T24" fmla="*/ 2147483646 w 717"/>
                <a:gd name="T25" fmla="*/ 2147483646 h 284"/>
                <a:gd name="T26" fmla="*/ 2147483646 w 717"/>
                <a:gd name="T27" fmla="*/ 2147483646 h 284"/>
                <a:gd name="T28" fmla="*/ 2147483646 w 717"/>
                <a:gd name="T29" fmla="*/ 2147483646 h 284"/>
                <a:gd name="T30" fmla="*/ 2147483646 w 717"/>
                <a:gd name="T31" fmla="*/ 2147483646 h 284"/>
                <a:gd name="T32" fmla="*/ 2147483646 w 717"/>
                <a:gd name="T33" fmla="*/ 2147483646 h 284"/>
                <a:gd name="T34" fmla="*/ 2147483646 w 717"/>
                <a:gd name="T35" fmla="*/ 2147483646 h 284"/>
                <a:gd name="T36" fmla="*/ 2147483646 w 717"/>
                <a:gd name="T37" fmla="*/ 2147483646 h 284"/>
                <a:gd name="T38" fmla="*/ 2147483646 w 717"/>
                <a:gd name="T39" fmla="*/ 2147483646 h 284"/>
                <a:gd name="T40" fmla="*/ 2147483646 w 717"/>
                <a:gd name="T41" fmla="*/ 2147483646 h 284"/>
                <a:gd name="T42" fmla="*/ 2147483646 w 717"/>
                <a:gd name="T43" fmla="*/ 2147483646 h 284"/>
                <a:gd name="T44" fmla="*/ 2147483646 w 717"/>
                <a:gd name="T45" fmla="*/ 2147483646 h 284"/>
                <a:gd name="T46" fmla="*/ 2147483646 w 717"/>
                <a:gd name="T47" fmla="*/ 2147483646 h 284"/>
                <a:gd name="T48" fmla="*/ 2147483646 w 717"/>
                <a:gd name="T49" fmla="*/ 2147483646 h 284"/>
                <a:gd name="T50" fmla="*/ 2147483646 w 717"/>
                <a:gd name="T51" fmla="*/ 2147483646 h 284"/>
                <a:gd name="T52" fmla="*/ 2147483646 w 717"/>
                <a:gd name="T53" fmla="*/ 2147483646 h 284"/>
                <a:gd name="T54" fmla="*/ 2147483646 w 717"/>
                <a:gd name="T55" fmla="*/ 2147483646 h 284"/>
                <a:gd name="T56" fmla="*/ 2147483646 w 717"/>
                <a:gd name="T57" fmla="*/ 2147483646 h 284"/>
                <a:gd name="T58" fmla="*/ 2147483646 w 717"/>
                <a:gd name="T59" fmla="*/ 2147483646 h 284"/>
                <a:gd name="T60" fmla="*/ 2147483646 w 717"/>
                <a:gd name="T61" fmla="*/ 2147483646 h 284"/>
                <a:gd name="T62" fmla="*/ 2147483646 w 717"/>
                <a:gd name="T63" fmla="*/ 2147483646 h 284"/>
                <a:gd name="T64" fmla="*/ 2147483646 w 717"/>
                <a:gd name="T65" fmla="*/ 2147483646 h 284"/>
                <a:gd name="T66" fmla="*/ 2147483646 w 717"/>
                <a:gd name="T67" fmla="*/ 2147483646 h 284"/>
                <a:gd name="T68" fmla="*/ 2147483646 w 717"/>
                <a:gd name="T69" fmla="*/ 2147483646 h 284"/>
                <a:gd name="T70" fmla="*/ 2147483646 w 717"/>
                <a:gd name="T71" fmla="*/ 2147483646 h 284"/>
                <a:gd name="T72" fmla="*/ 2147483646 w 717"/>
                <a:gd name="T73" fmla="*/ 2147483646 h 284"/>
                <a:gd name="T74" fmla="*/ 2147483646 w 717"/>
                <a:gd name="T75" fmla="*/ 2147483646 h 284"/>
                <a:gd name="T76" fmla="*/ 2147483646 w 717"/>
                <a:gd name="T77" fmla="*/ 2147483646 h 284"/>
                <a:gd name="T78" fmla="*/ 2147483646 w 717"/>
                <a:gd name="T79" fmla="*/ 2147483646 h 284"/>
                <a:gd name="T80" fmla="*/ 2147483646 w 717"/>
                <a:gd name="T81" fmla="*/ 2147483646 h 284"/>
                <a:gd name="T82" fmla="*/ 2147483646 w 717"/>
                <a:gd name="T83" fmla="*/ 2147483646 h 284"/>
                <a:gd name="T84" fmla="*/ 2147483646 w 717"/>
                <a:gd name="T85" fmla="*/ 2147483646 h 284"/>
                <a:gd name="T86" fmla="*/ 2147483646 w 717"/>
                <a:gd name="T87" fmla="*/ 2147483646 h 284"/>
                <a:gd name="T88" fmla="*/ 2147483646 w 717"/>
                <a:gd name="T89" fmla="*/ 2147483646 h 284"/>
                <a:gd name="T90" fmla="*/ 2147483646 w 717"/>
                <a:gd name="T91" fmla="*/ 2147483646 h 284"/>
                <a:gd name="T92" fmla="*/ 2147483646 w 717"/>
                <a:gd name="T93" fmla="*/ 2147483646 h 284"/>
                <a:gd name="T94" fmla="*/ 2147483646 w 717"/>
                <a:gd name="T95" fmla="*/ 2147483646 h 284"/>
                <a:gd name="T96" fmla="*/ 2147483646 w 717"/>
                <a:gd name="T97" fmla="*/ 2147483646 h 284"/>
                <a:gd name="T98" fmla="*/ 2147483646 w 717"/>
                <a:gd name="T99" fmla="*/ 2147483646 h 284"/>
                <a:gd name="T100" fmla="*/ 2147483646 w 717"/>
                <a:gd name="T101" fmla="*/ 2147483646 h 284"/>
                <a:gd name="T102" fmla="*/ 2147483646 w 717"/>
                <a:gd name="T103" fmla="*/ 2147483646 h 284"/>
                <a:gd name="T104" fmla="*/ 2147483646 w 717"/>
                <a:gd name="T105" fmla="*/ 2147483646 h 284"/>
                <a:gd name="T106" fmla="*/ 2147483646 w 717"/>
                <a:gd name="T107" fmla="*/ 2147483646 h 284"/>
                <a:gd name="T108" fmla="*/ 2147483646 w 717"/>
                <a:gd name="T109" fmla="*/ 2147483646 h 284"/>
                <a:gd name="T110" fmla="*/ 2147483646 w 717"/>
                <a:gd name="T111" fmla="*/ 2147483646 h 284"/>
                <a:gd name="T112" fmla="*/ 2147483646 w 717"/>
                <a:gd name="T113" fmla="*/ 2147483646 h 284"/>
                <a:gd name="T114" fmla="*/ 2147483646 w 717"/>
                <a:gd name="T115" fmla="*/ 2147483646 h 284"/>
                <a:gd name="T116" fmla="*/ 2147483646 w 717"/>
                <a:gd name="T117" fmla="*/ 2147483646 h 284"/>
                <a:gd name="T118" fmla="*/ 2147483646 w 717"/>
                <a:gd name="T119" fmla="*/ 2147483646 h 284"/>
                <a:gd name="T120" fmla="*/ 2147483646 w 717"/>
                <a:gd name="T121" fmla="*/ 2147483646 h 2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4">
                  <a:moveTo>
                    <a:pt x="0" y="0"/>
                  </a:moveTo>
                  <a:lnTo>
                    <a:pt x="27" y="0"/>
                  </a:lnTo>
                  <a:lnTo>
                    <a:pt x="54" y="0"/>
                  </a:lnTo>
                  <a:lnTo>
                    <a:pt x="78" y="0"/>
                  </a:lnTo>
                  <a:lnTo>
                    <a:pt x="99" y="0"/>
                  </a:lnTo>
                  <a:lnTo>
                    <a:pt x="121" y="0"/>
                  </a:lnTo>
                  <a:lnTo>
                    <a:pt x="140" y="0"/>
                  </a:lnTo>
                  <a:lnTo>
                    <a:pt x="158" y="0"/>
                  </a:lnTo>
                  <a:lnTo>
                    <a:pt x="175" y="0"/>
                  </a:lnTo>
                  <a:lnTo>
                    <a:pt x="191" y="0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0" y="0"/>
                  </a:lnTo>
                  <a:lnTo>
                    <a:pt x="249" y="0"/>
                  </a:lnTo>
                  <a:lnTo>
                    <a:pt x="259" y="0"/>
                  </a:lnTo>
                  <a:lnTo>
                    <a:pt x="266" y="0"/>
                  </a:lnTo>
                  <a:lnTo>
                    <a:pt x="273" y="0"/>
                  </a:lnTo>
                  <a:lnTo>
                    <a:pt x="281" y="0"/>
                  </a:lnTo>
                  <a:lnTo>
                    <a:pt x="285" y="0"/>
                  </a:lnTo>
                  <a:lnTo>
                    <a:pt x="291" y="0"/>
                  </a:lnTo>
                  <a:lnTo>
                    <a:pt x="295" y="0"/>
                  </a:lnTo>
                  <a:lnTo>
                    <a:pt x="300" y="0"/>
                  </a:lnTo>
                  <a:lnTo>
                    <a:pt x="303" y="0"/>
                  </a:lnTo>
                  <a:lnTo>
                    <a:pt x="306" y="0"/>
                  </a:lnTo>
                  <a:lnTo>
                    <a:pt x="308" y="0"/>
                  </a:lnTo>
                  <a:lnTo>
                    <a:pt x="311" y="0"/>
                  </a:lnTo>
                  <a:lnTo>
                    <a:pt x="313" y="1"/>
                  </a:lnTo>
                  <a:lnTo>
                    <a:pt x="315" y="1"/>
                  </a:lnTo>
                  <a:lnTo>
                    <a:pt x="318" y="1"/>
                  </a:lnTo>
                  <a:lnTo>
                    <a:pt x="319" y="1"/>
                  </a:lnTo>
                  <a:lnTo>
                    <a:pt x="321" y="1"/>
                  </a:lnTo>
                  <a:lnTo>
                    <a:pt x="323" y="1"/>
                  </a:lnTo>
                  <a:lnTo>
                    <a:pt x="325" y="1"/>
                  </a:lnTo>
                  <a:lnTo>
                    <a:pt x="327" y="1"/>
                  </a:lnTo>
                  <a:lnTo>
                    <a:pt x="329" y="1"/>
                  </a:lnTo>
                  <a:lnTo>
                    <a:pt x="331" y="1"/>
                  </a:lnTo>
                  <a:lnTo>
                    <a:pt x="332" y="2"/>
                  </a:lnTo>
                  <a:lnTo>
                    <a:pt x="333" y="2"/>
                  </a:lnTo>
                  <a:lnTo>
                    <a:pt x="335" y="2"/>
                  </a:lnTo>
                  <a:lnTo>
                    <a:pt x="336" y="2"/>
                  </a:lnTo>
                  <a:lnTo>
                    <a:pt x="337" y="2"/>
                  </a:lnTo>
                  <a:lnTo>
                    <a:pt x="338" y="2"/>
                  </a:lnTo>
                  <a:lnTo>
                    <a:pt x="339" y="2"/>
                  </a:lnTo>
                  <a:lnTo>
                    <a:pt x="341" y="2"/>
                  </a:lnTo>
                  <a:lnTo>
                    <a:pt x="342" y="2"/>
                  </a:lnTo>
                  <a:lnTo>
                    <a:pt x="343" y="2"/>
                  </a:lnTo>
                  <a:lnTo>
                    <a:pt x="344" y="2"/>
                  </a:lnTo>
                  <a:lnTo>
                    <a:pt x="345" y="2"/>
                  </a:lnTo>
                  <a:lnTo>
                    <a:pt x="347" y="3"/>
                  </a:lnTo>
                  <a:lnTo>
                    <a:pt x="348" y="3"/>
                  </a:lnTo>
                  <a:lnTo>
                    <a:pt x="349" y="3"/>
                  </a:lnTo>
                  <a:lnTo>
                    <a:pt x="350" y="3"/>
                  </a:lnTo>
                  <a:lnTo>
                    <a:pt x="351" y="3"/>
                  </a:lnTo>
                  <a:lnTo>
                    <a:pt x="353" y="3"/>
                  </a:lnTo>
                  <a:lnTo>
                    <a:pt x="354" y="3"/>
                  </a:lnTo>
                  <a:lnTo>
                    <a:pt x="355" y="3"/>
                  </a:lnTo>
                  <a:lnTo>
                    <a:pt x="356" y="4"/>
                  </a:lnTo>
                  <a:lnTo>
                    <a:pt x="357" y="4"/>
                  </a:lnTo>
                  <a:lnTo>
                    <a:pt x="359" y="4"/>
                  </a:lnTo>
                  <a:lnTo>
                    <a:pt x="361" y="4"/>
                  </a:lnTo>
                  <a:lnTo>
                    <a:pt x="362" y="4"/>
                  </a:lnTo>
                  <a:lnTo>
                    <a:pt x="365" y="6"/>
                  </a:lnTo>
                  <a:lnTo>
                    <a:pt x="366" y="6"/>
                  </a:lnTo>
                  <a:lnTo>
                    <a:pt x="368" y="6"/>
                  </a:lnTo>
                  <a:lnTo>
                    <a:pt x="369" y="6"/>
                  </a:lnTo>
                  <a:lnTo>
                    <a:pt x="372" y="6"/>
                  </a:lnTo>
                  <a:lnTo>
                    <a:pt x="373" y="7"/>
                  </a:lnTo>
                  <a:lnTo>
                    <a:pt x="374" y="7"/>
                  </a:lnTo>
                  <a:lnTo>
                    <a:pt x="375" y="7"/>
                  </a:lnTo>
                  <a:lnTo>
                    <a:pt x="378" y="7"/>
                  </a:lnTo>
                  <a:lnTo>
                    <a:pt x="379" y="7"/>
                  </a:lnTo>
                  <a:lnTo>
                    <a:pt x="380" y="7"/>
                  </a:lnTo>
                  <a:lnTo>
                    <a:pt x="381" y="8"/>
                  </a:lnTo>
                  <a:lnTo>
                    <a:pt x="383" y="8"/>
                  </a:lnTo>
                  <a:lnTo>
                    <a:pt x="384" y="8"/>
                  </a:lnTo>
                  <a:lnTo>
                    <a:pt x="385" y="8"/>
                  </a:lnTo>
                  <a:lnTo>
                    <a:pt x="386" y="9"/>
                  </a:lnTo>
                  <a:lnTo>
                    <a:pt x="387" y="9"/>
                  </a:lnTo>
                  <a:lnTo>
                    <a:pt x="389" y="9"/>
                  </a:lnTo>
                  <a:lnTo>
                    <a:pt x="390" y="9"/>
                  </a:lnTo>
                  <a:lnTo>
                    <a:pt x="391" y="9"/>
                  </a:lnTo>
                  <a:lnTo>
                    <a:pt x="392" y="10"/>
                  </a:lnTo>
                  <a:lnTo>
                    <a:pt x="393" y="10"/>
                  </a:lnTo>
                  <a:lnTo>
                    <a:pt x="395" y="10"/>
                  </a:lnTo>
                  <a:lnTo>
                    <a:pt x="396" y="12"/>
                  </a:lnTo>
                  <a:lnTo>
                    <a:pt x="397" y="12"/>
                  </a:lnTo>
                  <a:lnTo>
                    <a:pt x="398" y="12"/>
                  </a:lnTo>
                  <a:lnTo>
                    <a:pt x="399" y="13"/>
                  </a:lnTo>
                  <a:lnTo>
                    <a:pt x="402" y="13"/>
                  </a:lnTo>
                  <a:lnTo>
                    <a:pt x="403" y="14"/>
                  </a:lnTo>
                  <a:lnTo>
                    <a:pt x="405" y="14"/>
                  </a:lnTo>
                  <a:lnTo>
                    <a:pt x="407" y="15"/>
                  </a:lnTo>
                  <a:lnTo>
                    <a:pt x="409" y="15"/>
                  </a:lnTo>
                  <a:lnTo>
                    <a:pt x="411" y="16"/>
                  </a:lnTo>
                  <a:lnTo>
                    <a:pt x="414" y="16"/>
                  </a:lnTo>
                  <a:lnTo>
                    <a:pt x="415" y="18"/>
                  </a:lnTo>
                  <a:lnTo>
                    <a:pt x="417" y="18"/>
                  </a:lnTo>
                  <a:lnTo>
                    <a:pt x="419" y="19"/>
                  </a:lnTo>
                  <a:lnTo>
                    <a:pt x="421" y="19"/>
                  </a:lnTo>
                  <a:lnTo>
                    <a:pt x="422" y="20"/>
                  </a:lnTo>
                  <a:lnTo>
                    <a:pt x="423" y="20"/>
                  </a:lnTo>
                  <a:lnTo>
                    <a:pt x="426" y="20"/>
                  </a:lnTo>
                  <a:lnTo>
                    <a:pt x="427" y="21"/>
                  </a:lnTo>
                  <a:lnTo>
                    <a:pt x="428" y="21"/>
                  </a:lnTo>
                  <a:lnTo>
                    <a:pt x="429" y="21"/>
                  </a:lnTo>
                  <a:lnTo>
                    <a:pt x="431" y="22"/>
                  </a:lnTo>
                  <a:lnTo>
                    <a:pt x="432" y="22"/>
                  </a:lnTo>
                  <a:lnTo>
                    <a:pt x="433" y="22"/>
                  </a:lnTo>
                  <a:lnTo>
                    <a:pt x="434" y="24"/>
                  </a:lnTo>
                  <a:lnTo>
                    <a:pt x="435" y="25"/>
                  </a:lnTo>
                  <a:lnTo>
                    <a:pt x="437" y="25"/>
                  </a:lnTo>
                  <a:lnTo>
                    <a:pt x="438" y="25"/>
                  </a:lnTo>
                  <a:lnTo>
                    <a:pt x="439" y="26"/>
                  </a:lnTo>
                  <a:lnTo>
                    <a:pt x="440" y="26"/>
                  </a:lnTo>
                  <a:lnTo>
                    <a:pt x="441" y="27"/>
                  </a:lnTo>
                  <a:lnTo>
                    <a:pt x="443" y="27"/>
                  </a:lnTo>
                  <a:lnTo>
                    <a:pt x="444" y="27"/>
                  </a:lnTo>
                  <a:lnTo>
                    <a:pt x="445" y="28"/>
                  </a:lnTo>
                  <a:lnTo>
                    <a:pt x="446" y="30"/>
                  </a:lnTo>
                  <a:lnTo>
                    <a:pt x="447" y="30"/>
                  </a:lnTo>
                  <a:lnTo>
                    <a:pt x="449" y="31"/>
                  </a:lnTo>
                  <a:lnTo>
                    <a:pt x="451" y="31"/>
                  </a:lnTo>
                  <a:lnTo>
                    <a:pt x="452" y="32"/>
                  </a:lnTo>
                  <a:lnTo>
                    <a:pt x="455" y="33"/>
                  </a:lnTo>
                  <a:lnTo>
                    <a:pt x="456" y="34"/>
                  </a:lnTo>
                  <a:lnTo>
                    <a:pt x="458" y="34"/>
                  </a:lnTo>
                  <a:lnTo>
                    <a:pt x="459" y="36"/>
                  </a:lnTo>
                  <a:lnTo>
                    <a:pt x="462" y="37"/>
                  </a:lnTo>
                  <a:lnTo>
                    <a:pt x="463" y="37"/>
                  </a:lnTo>
                  <a:lnTo>
                    <a:pt x="464" y="38"/>
                  </a:lnTo>
                  <a:lnTo>
                    <a:pt x="465" y="39"/>
                  </a:lnTo>
                  <a:lnTo>
                    <a:pt x="468" y="39"/>
                  </a:lnTo>
                  <a:lnTo>
                    <a:pt x="469" y="40"/>
                  </a:lnTo>
                  <a:lnTo>
                    <a:pt x="470" y="40"/>
                  </a:lnTo>
                  <a:lnTo>
                    <a:pt x="471" y="42"/>
                  </a:lnTo>
                  <a:lnTo>
                    <a:pt x="473" y="43"/>
                  </a:lnTo>
                  <a:lnTo>
                    <a:pt x="474" y="43"/>
                  </a:lnTo>
                  <a:lnTo>
                    <a:pt x="475" y="43"/>
                  </a:lnTo>
                  <a:lnTo>
                    <a:pt x="476" y="44"/>
                  </a:lnTo>
                  <a:lnTo>
                    <a:pt x="477" y="45"/>
                  </a:lnTo>
                  <a:lnTo>
                    <a:pt x="479" y="45"/>
                  </a:lnTo>
                  <a:lnTo>
                    <a:pt x="480" y="45"/>
                  </a:lnTo>
                  <a:lnTo>
                    <a:pt x="481" y="46"/>
                  </a:lnTo>
                  <a:lnTo>
                    <a:pt x="482" y="48"/>
                  </a:lnTo>
                  <a:lnTo>
                    <a:pt x="483" y="48"/>
                  </a:lnTo>
                  <a:lnTo>
                    <a:pt x="485" y="49"/>
                  </a:lnTo>
                  <a:lnTo>
                    <a:pt x="486" y="49"/>
                  </a:lnTo>
                  <a:lnTo>
                    <a:pt x="487" y="50"/>
                  </a:lnTo>
                  <a:lnTo>
                    <a:pt x="488" y="50"/>
                  </a:lnTo>
                  <a:lnTo>
                    <a:pt x="489" y="51"/>
                  </a:lnTo>
                  <a:lnTo>
                    <a:pt x="491" y="52"/>
                  </a:lnTo>
                  <a:lnTo>
                    <a:pt x="493" y="52"/>
                  </a:lnTo>
                  <a:lnTo>
                    <a:pt x="494" y="54"/>
                  </a:lnTo>
                  <a:lnTo>
                    <a:pt x="495" y="55"/>
                  </a:lnTo>
                  <a:lnTo>
                    <a:pt x="498" y="56"/>
                  </a:lnTo>
                  <a:lnTo>
                    <a:pt x="499" y="57"/>
                  </a:lnTo>
                  <a:lnTo>
                    <a:pt x="500" y="57"/>
                  </a:lnTo>
                  <a:lnTo>
                    <a:pt x="501" y="58"/>
                  </a:lnTo>
                  <a:lnTo>
                    <a:pt x="504" y="60"/>
                  </a:lnTo>
                  <a:lnTo>
                    <a:pt x="505" y="60"/>
                  </a:lnTo>
                  <a:lnTo>
                    <a:pt x="506" y="61"/>
                  </a:lnTo>
                  <a:lnTo>
                    <a:pt x="507" y="61"/>
                  </a:lnTo>
                  <a:lnTo>
                    <a:pt x="507" y="62"/>
                  </a:lnTo>
                  <a:lnTo>
                    <a:pt x="509" y="62"/>
                  </a:lnTo>
                  <a:lnTo>
                    <a:pt x="510" y="63"/>
                  </a:lnTo>
                  <a:lnTo>
                    <a:pt x="511" y="63"/>
                  </a:lnTo>
                  <a:lnTo>
                    <a:pt x="511" y="64"/>
                  </a:lnTo>
                  <a:lnTo>
                    <a:pt x="512" y="64"/>
                  </a:lnTo>
                  <a:lnTo>
                    <a:pt x="513" y="64"/>
                  </a:lnTo>
                  <a:lnTo>
                    <a:pt x="515" y="66"/>
                  </a:lnTo>
                  <a:lnTo>
                    <a:pt x="516" y="67"/>
                  </a:lnTo>
                  <a:lnTo>
                    <a:pt x="517" y="67"/>
                  </a:lnTo>
                  <a:lnTo>
                    <a:pt x="518" y="68"/>
                  </a:lnTo>
                  <a:lnTo>
                    <a:pt x="519" y="68"/>
                  </a:lnTo>
                  <a:lnTo>
                    <a:pt x="519" y="69"/>
                  </a:lnTo>
                  <a:lnTo>
                    <a:pt x="521" y="69"/>
                  </a:lnTo>
                  <a:lnTo>
                    <a:pt x="522" y="70"/>
                  </a:lnTo>
                  <a:lnTo>
                    <a:pt x="523" y="70"/>
                  </a:lnTo>
                  <a:lnTo>
                    <a:pt x="523" y="72"/>
                  </a:lnTo>
                  <a:lnTo>
                    <a:pt x="524" y="72"/>
                  </a:lnTo>
                  <a:lnTo>
                    <a:pt x="525" y="73"/>
                  </a:lnTo>
                  <a:lnTo>
                    <a:pt x="527" y="74"/>
                  </a:lnTo>
                  <a:lnTo>
                    <a:pt x="528" y="74"/>
                  </a:lnTo>
                  <a:lnTo>
                    <a:pt x="529" y="75"/>
                  </a:lnTo>
                  <a:lnTo>
                    <a:pt x="531" y="76"/>
                  </a:lnTo>
                  <a:lnTo>
                    <a:pt x="533" y="76"/>
                  </a:lnTo>
                  <a:lnTo>
                    <a:pt x="534" y="78"/>
                  </a:lnTo>
                  <a:lnTo>
                    <a:pt x="535" y="79"/>
                  </a:lnTo>
                  <a:lnTo>
                    <a:pt x="536" y="80"/>
                  </a:lnTo>
                  <a:lnTo>
                    <a:pt x="537" y="80"/>
                  </a:lnTo>
                  <a:lnTo>
                    <a:pt x="539" y="81"/>
                  </a:lnTo>
                  <a:lnTo>
                    <a:pt x="540" y="82"/>
                  </a:lnTo>
                  <a:lnTo>
                    <a:pt x="541" y="82"/>
                  </a:lnTo>
                  <a:lnTo>
                    <a:pt x="542" y="84"/>
                  </a:lnTo>
                  <a:lnTo>
                    <a:pt x="543" y="85"/>
                  </a:lnTo>
                  <a:lnTo>
                    <a:pt x="545" y="85"/>
                  </a:lnTo>
                  <a:lnTo>
                    <a:pt x="545" y="86"/>
                  </a:lnTo>
                  <a:lnTo>
                    <a:pt x="546" y="86"/>
                  </a:lnTo>
                  <a:lnTo>
                    <a:pt x="547" y="87"/>
                  </a:lnTo>
                  <a:lnTo>
                    <a:pt x="548" y="87"/>
                  </a:lnTo>
                  <a:lnTo>
                    <a:pt x="548" y="88"/>
                  </a:lnTo>
                  <a:lnTo>
                    <a:pt x="549" y="88"/>
                  </a:lnTo>
                  <a:lnTo>
                    <a:pt x="551" y="90"/>
                  </a:lnTo>
                  <a:lnTo>
                    <a:pt x="552" y="91"/>
                  </a:lnTo>
                  <a:lnTo>
                    <a:pt x="553" y="92"/>
                  </a:lnTo>
                  <a:lnTo>
                    <a:pt x="554" y="92"/>
                  </a:lnTo>
                  <a:lnTo>
                    <a:pt x="555" y="93"/>
                  </a:lnTo>
                  <a:lnTo>
                    <a:pt x="555" y="94"/>
                  </a:lnTo>
                  <a:lnTo>
                    <a:pt x="557" y="94"/>
                  </a:lnTo>
                  <a:lnTo>
                    <a:pt x="558" y="96"/>
                  </a:lnTo>
                  <a:lnTo>
                    <a:pt x="559" y="96"/>
                  </a:lnTo>
                  <a:lnTo>
                    <a:pt x="559" y="97"/>
                  </a:lnTo>
                  <a:lnTo>
                    <a:pt x="560" y="97"/>
                  </a:lnTo>
                  <a:lnTo>
                    <a:pt x="560" y="98"/>
                  </a:lnTo>
                  <a:lnTo>
                    <a:pt x="561" y="98"/>
                  </a:lnTo>
                  <a:lnTo>
                    <a:pt x="563" y="99"/>
                  </a:lnTo>
                  <a:lnTo>
                    <a:pt x="564" y="100"/>
                  </a:lnTo>
                  <a:lnTo>
                    <a:pt x="565" y="100"/>
                  </a:lnTo>
                  <a:lnTo>
                    <a:pt x="565" y="102"/>
                  </a:lnTo>
                  <a:lnTo>
                    <a:pt x="566" y="102"/>
                  </a:lnTo>
                  <a:lnTo>
                    <a:pt x="567" y="102"/>
                  </a:lnTo>
                  <a:lnTo>
                    <a:pt x="567" y="103"/>
                  </a:lnTo>
                  <a:lnTo>
                    <a:pt x="569" y="103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1" y="105"/>
                  </a:lnTo>
                  <a:lnTo>
                    <a:pt x="572" y="105"/>
                  </a:lnTo>
                  <a:lnTo>
                    <a:pt x="572" y="106"/>
                  </a:lnTo>
                  <a:lnTo>
                    <a:pt x="573" y="106"/>
                  </a:lnTo>
                  <a:lnTo>
                    <a:pt x="575" y="108"/>
                  </a:lnTo>
                  <a:lnTo>
                    <a:pt x="576" y="108"/>
                  </a:lnTo>
                  <a:lnTo>
                    <a:pt x="577" y="109"/>
                  </a:lnTo>
                  <a:lnTo>
                    <a:pt x="577" y="110"/>
                  </a:lnTo>
                  <a:lnTo>
                    <a:pt x="578" y="110"/>
                  </a:lnTo>
                  <a:lnTo>
                    <a:pt x="579" y="111"/>
                  </a:lnTo>
                  <a:lnTo>
                    <a:pt x="581" y="111"/>
                  </a:lnTo>
                  <a:lnTo>
                    <a:pt x="582" y="112"/>
                  </a:lnTo>
                  <a:lnTo>
                    <a:pt x="583" y="112"/>
                  </a:lnTo>
                  <a:lnTo>
                    <a:pt x="583" y="114"/>
                  </a:lnTo>
                  <a:lnTo>
                    <a:pt x="584" y="114"/>
                  </a:lnTo>
                  <a:lnTo>
                    <a:pt x="584" y="115"/>
                  </a:lnTo>
                  <a:lnTo>
                    <a:pt x="585" y="115"/>
                  </a:lnTo>
                  <a:lnTo>
                    <a:pt x="587" y="116"/>
                  </a:lnTo>
                  <a:lnTo>
                    <a:pt x="588" y="117"/>
                  </a:lnTo>
                  <a:lnTo>
                    <a:pt x="589" y="117"/>
                  </a:lnTo>
                  <a:lnTo>
                    <a:pt x="589" y="118"/>
                  </a:lnTo>
                  <a:lnTo>
                    <a:pt x="590" y="118"/>
                  </a:lnTo>
                  <a:lnTo>
                    <a:pt x="590" y="120"/>
                  </a:lnTo>
                  <a:lnTo>
                    <a:pt x="591" y="120"/>
                  </a:lnTo>
                  <a:lnTo>
                    <a:pt x="591" y="121"/>
                  </a:lnTo>
                  <a:lnTo>
                    <a:pt x="593" y="121"/>
                  </a:lnTo>
                  <a:lnTo>
                    <a:pt x="593" y="122"/>
                  </a:lnTo>
                  <a:lnTo>
                    <a:pt x="594" y="122"/>
                  </a:lnTo>
                  <a:lnTo>
                    <a:pt x="594" y="123"/>
                  </a:lnTo>
                  <a:lnTo>
                    <a:pt x="595" y="123"/>
                  </a:lnTo>
                  <a:lnTo>
                    <a:pt x="595" y="124"/>
                  </a:lnTo>
                  <a:lnTo>
                    <a:pt x="596" y="126"/>
                  </a:lnTo>
                  <a:lnTo>
                    <a:pt x="597" y="126"/>
                  </a:lnTo>
                  <a:lnTo>
                    <a:pt x="599" y="127"/>
                  </a:lnTo>
                  <a:lnTo>
                    <a:pt x="599" y="128"/>
                  </a:lnTo>
                  <a:lnTo>
                    <a:pt x="600" y="129"/>
                  </a:lnTo>
                  <a:lnTo>
                    <a:pt x="601" y="130"/>
                  </a:lnTo>
                  <a:lnTo>
                    <a:pt x="602" y="132"/>
                  </a:lnTo>
                  <a:lnTo>
                    <a:pt x="603" y="133"/>
                  </a:lnTo>
                  <a:lnTo>
                    <a:pt x="605" y="134"/>
                  </a:lnTo>
                  <a:lnTo>
                    <a:pt x="606" y="135"/>
                  </a:lnTo>
                  <a:lnTo>
                    <a:pt x="607" y="136"/>
                  </a:lnTo>
                  <a:lnTo>
                    <a:pt x="608" y="138"/>
                  </a:lnTo>
                  <a:lnTo>
                    <a:pt x="609" y="139"/>
                  </a:lnTo>
                  <a:lnTo>
                    <a:pt x="609" y="140"/>
                  </a:lnTo>
                  <a:lnTo>
                    <a:pt x="611" y="140"/>
                  </a:lnTo>
                  <a:lnTo>
                    <a:pt x="612" y="141"/>
                  </a:lnTo>
                  <a:lnTo>
                    <a:pt x="613" y="142"/>
                  </a:lnTo>
                  <a:lnTo>
                    <a:pt x="613" y="144"/>
                  </a:lnTo>
                  <a:lnTo>
                    <a:pt x="614" y="144"/>
                  </a:lnTo>
                  <a:lnTo>
                    <a:pt x="614" y="145"/>
                  </a:lnTo>
                  <a:lnTo>
                    <a:pt x="615" y="146"/>
                  </a:lnTo>
                  <a:lnTo>
                    <a:pt x="617" y="147"/>
                  </a:lnTo>
                  <a:lnTo>
                    <a:pt x="618" y="147"/>
                  </a:lnTo>
                  <a:lnTo>
                    <a:pt x="618" y="148"/>
                  </a:lnTo>
                  <a:lnTo>
                    <a:pt x="619" y="150"/>
                  </a:lnTo>
                  <a:lnTo>
                    <a:pt x="619" y="151"/>
                  </a:lnTo>
                  <a:lnTo>
                    <a:pt x="620" y="151"/>
                  </a:lnTo>
                  <a:lnTo>
                    <a:pt x="621" y="152"/>
                  </a:lnTo>
                  <a:lnTo>
                    <a:pt x="623" y="153"/>
                  </a:lnTo>
                  <a:lnTo>
                    <a:pt x="623" y="154"/>
                  </a:lnTo>
                  <a:lnTo>
                    <a:pt x="624" y="156"/>
                  </a:lnTo>
                  <a:lnTo>
                    <a:pt x="625" y="157"/>
                  </a:lnTo>
                  <a:lnTo>
                    <a:pt x="626" y="158"/>
                  </a:lnTo>
                  <a:lnTo>
                    <a:pt x="627" y="159"/>
                  </a:lnTo>
                  <a:lnTo>
                    <a:pt x="629" y="162"/>
                  </a:lnTo>
                  <a:lnTo>
                    <a:pt x="630" y="163"/>
                  </a:lnTo>
                  <a:lnTo>
                    <a:pt x="631" y="164"/>
                  </a:lnTo>
                  <a:lnTo>
                    <a:pt x="632" y="166"/>
                  </a:lnTo>
                  <a:lnTo>
                    <a:pt x="633" y="168"/>
                  </a:lnTo>
                  <a:lnTo>
                    <a:pt x="635" y="169"/>
                  </a:lnTo>
                  <a:lnTo>
                    <a:pt x="636" y="170"/>
                  </a:lnTo>
                  <a:lnTo>
                    <a:pt x="637" y="171"/>
                  </a:lnTo>
                  <a:lnTo>
                    <a:pt x="638" y="172"/>
                  </a:lnTo>
                  <a:lnTo>
                    <a:pt x="639" y="174"/>
                  </a:lnTo>
                  <a:lnTo>
                    <a:pt x="639" y="175"/>
                  </a:lnTo>
                  <a:lnTo>
                    <a:pt x="641" y="176"/>
                  </a:lnTo>
                  <a:lnTo>
                    <a:pt x="642" y="177"/>
                  </a:lnTo>
                  <a:lnTo>
                    <a:pt x="643" y="178"/>
                  </a:lnTo>
                  <a:lnTo>
                    <a:pt x="644" y="180"/>
                  </a:lnTo>
                  <a:lnTo>
                    <a:pt x="644" y="181"/>
                  </a:lnTo>
                  <a:lnTo>
                    <a:pt x="645" y="181"/>
                  </a:lnTo>
                  <a:lnTo>
                    <a:pt x="645" y="182"/>
                  </a:lnTo>
                  <a:lnTo>
                    <a:pt x="647" y="183"/>
                  </a:lnTo>
                  <a:lnTo>
                    <a:pt x="647" y="184"/>
                  </a:lnTo>
                  <a:lnTo>
                    <a:pt x="648" y="186"/>
                  </a:lnTo>
                  <a:lnTo>
                    <a:pt x="649" y="186"/>
                  </a:lnTo>
                  <a:lnTo>
                    <a:pt x="649" y="187"/>
                  </a:lnTo>
                  <a:lnTo>
                    <a:pt x="650" y="188"/>
                  </a:lnTo>
                  <a:lnTo>
                    <a:pt x="651" y="189"/>
                  </a:lnTo>
                  <a:lnTo>
                    <a:pt x="653" y="190"/>
                  </a:lnTo>
                  <a:lnTo>
                    <a:pt x="653" y="192"/>
                  </a:lnTo>
                  <a:lnTo>
                    <a:pt x="654" y="194"/>
                  </a:lnTo>
                  <a:lnTo>
                    <a:pt x="655" y="195"/>
                  </a:lnTo>
                  <a:lnTo>
                    <a:pt x="656" y="196"/>
                  </a:lnTo>
                  <a:lnTo>
                    <a:pt x="657" y="199"/>
                  </a:lnTo>
                  <a:lnTo>
                    <a:pt x="659" y="200"/>
                  </a:lnTo>
                  <a:lnTo>
                    <a:pt x="660" y="202"/>
                  </a:lnTo>
                  <a:lnTo>
                    <a:pt x="661" y="204"/>
                  </a:lnTo>
                  <a:lnTo>
                    <a:pt x="662" y="206"/>
                  </a:lnTo>
                  <a:lnTo>
                    <a:pt x="663" y="207"/>
                  </a:lnTo>
                  <a:lnTo>
                    <a:pt x="665" y="208"/>
                  </a:lnTo>
                  <a:lnTo>
                    <a:pt x="666" y="211"/>
                  </a:lnTo>
                  <a:lnTo>
                    <a:pt x="667" y="212"/>
                  </a:lnTo>
                  <a:lnTo>
                    <a:pt x="668" y="213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71" y="217"/>
                  </a:lnTo>
                  <a:lnTo>
                    <a:pt x="672" y="218"/>
                  </a:lnTo>
                  <a:lnTo>
                    <a:pt x="672" y="219"/>
                  </a:lnTo>
                  <a:lnTo>
                    <a:pt x="673" y="220"/>
                  </a:lnTo>
                  <a:lnTo>
                    <a:pt x="674" y="220"/>
                  </a:lnTo>
                  <a:lnTo>
                    <a:pt x="674" y="222"/>
                  </a:lnTo>
                  <a:lnTo>
                    <a:pt x="675" y="223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78" y="226"/>
                  </a:lnTo>
                  <a:lnTo>
                    <a:pt x="678" y="228"/>
                  </a:lnTo>
                  <a:lnTo>
                    <a:pt x="679" y="228"/>
                  </a:lnTo>
                  <a:lnTo>
                    <a:pt x="680" y="229"/>
                  </a:lnTo>
                  <a:lnTo>
                    <a:pt x="680" y="230"/>
                  </a:lnTo>
                  <a:lnTo>
                    <a:pt x="681" y="231"/>
                  </a:lnTo>
                  <a:lnTo>
                    <a:pt x="683" y="234"/>
                  </a:lnTo>
                  <a:lnTo>
                    <a:pt x="684" y="235"/>
                  </a:lnTo>
                  <a:lnTo>
                    <a:pt x="685" y="236"/>
                  </a:lnTo>
                  <a:lnTo>
                    <a:pt x="686" y="237"/>
                  </a:lnTo>
                  <a:lnTo>
                    <a:pt x="687" y="240"/>
                  </a:lnTo>
                  <a:lnTo>
                    <a:pt x="689" y="241"/>
                  </a:lnTo>
                  <a:lnTo>
                    <a:pt x="690" y="243"/>
                  </a:lnTo>
                  <a:lnTo>
                    <a:pt x="691" y="244"/>
                  </a:lnTo>
                  <a:lnTo>
                    <a:pt x="692" y="247"/>
                  </a:lnTo>
                  <a:lnTo>
                    <a:pt x="693" y="248"/>
                  </a:lnTo>
                  <a:lnTo>
                    <a:pt x="695" y="250"/>
                  </a:lnTo>
                  <a:lnTo>
                    <a:pt x="696" y="252"/>
                  </a:lnTo>
                  <a:lnTo>
                    <a:pt x="697" y="253"/>
                  </a:lnTo>
                  <a:lnTo>
                    <a:pt x="698" y="255"/>
                  </a:lnTo>
                  <a:lnTo>
                    <a:pt x="699" y="256"/>
                  </a:lnTo>
                  <a:lnTo>
                    <a:pt x="701" y="258"/>
                  </a:lnTo>
                  <a:lnTo>
                    <a:pt x="701" y="259"/>
                  </a:lnTo>
                  <a:lnTo>
                    <a:pt x="702" y="260"/>
                  </a:lnTo>
                  <a:lnTo>
                    <a:pt x="703" y="261"/>
                  </a:lnTo>
                  <a:lnTo>
                    <a:pt x="703" y="262"/>
                  </a:lnTo>
                  <a:lnTo>
                    <a:pt x="704" y="262"/>
                  </a:lnTo>
                  <a:lnTo>
                    <a:pt x="704" y="264"/>
                  </a:lnTo>
                  <a:lnTo>
                    <a:pt x="705" y="265"/>
                  </a:lnTo>
                  <a:lnTo>
                    <a:pt x="705" y="266"/>
                  </a:lnTo>
                  <a:lnTo>
                    <a:pt x="707" y="267"/>
                  </a:lnTo>
                  <a:lnTo>
                    <a:pt x="708" y="268"/>
                  </a:lnTo>
                  <a:lnTo>
                    <a:pt x="708" y="270"/>
                  </a:lnTo>
                  <a:lnTo>
                    <a:pt x="709" y="271"/>
                  </a:lnTo>
                  <a:lnTo>
                    <a:pt x="709" y="272"/>
                  </a:lnTo>
                  <a:lnTo>
                    <a:pt x="710" y="272"/>
                  </a:lnTo>
                  <a:lnTo>
                    <a:pt x="710" y="273"/>
                  </a:lnTo>
                  <a:lnTo>
                    <a:pt x="711" y="274"/>
                  </a:lnTo>
                  <a:lnTo>
                    <a:pt x="713" y="276"/>
                  </a:lnTo>
                  <a:lnTo>
                    <a:pt x="713" y="277"/>
                  </a:lnTo>
                  <a:lnTo>
                    <a:pt x="714" y="278"/>
                  </a:lnTo>
                  <a:lnTo>
                    <a:pt x="714" y="279"/>
                  </a:lnTo>
                  <a:lnTo>
                    <a:pt x="715" y="282"/>
                  </a:lnTo>
                  <a:lnTo>
                    <a:pt x="716" y="283"/>
                  </a:lnTo>
                  <a:lnTo>
                    <a:pt x="717" y="284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94" name="Freeform 210">
              <a:extLst>
                <a:ext uri="{FF2B5EF4-FFF2-40B4-BE49-F238E27FC236}">
                  <a16:creationId xmlns:a16="http://schemas.microsoft.com/office/drawing/2014/main" id="{C3336696-0BED-49CA-AB8D-4221411C7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850" y="4010025"/>
              <a:ext cx="569913" cy="227013"/>
            </a:xfrm>
            <a:custGeom>
              <a:avLst/>
              <a:gdLst>
                <a:gd name="T0" fmla="*/ 2147483646 w 717"/>
                <a:gd name="T1" fmla="*/ 2147483646 h 285"/>
                <a:gd name="T2" fmla="*/ 2147483646 w 717"/>
                <a:gd name="T3" fmla="*/ 2147483646 h 285"/>
                <a:gd name="T4" fmla="*/ 2147483646 w 717"/>
                <a:gd name="T5" fmla="*/ 2147483646 h 285"/>
                <a:gd name="T6" fmla="*/ 2147483646 w 717"/>
                <a:gd name="T7" fmla="*/ 2147483646 h 285"/>
                <a:gd name="T8" fmla="*/ 2147483646 w 717"/>
                <a:gd name="T9" fmla="*/ 2147483646 h 285"/>
                <a:gd name="T10" fmla="*/ 2147483646 w 717"/>
                <a:gd name="T11" fmla="*/ 2147483646 h 285"/>
                <a:gd name="T12" fmla="*/ 2147483646 w 717"/>
                <a:gd name="T13" fmla="*/ 2147483646 h 285"/>
                <a:gd name="T14" fmla="*/ 2147483646 w 717"/>
                <a:gd name="T15" fmla="*/ 2147483646 h 285"/>
                <a:gd name="T16" fmla="*/ 2147483646 w 717"/>
                <a:gd name="T17" fmla="*/ 2147483646 h 285"/>
                <a:gd name="T18" fmla="*/ 2147483646 w 717"/>
                <a:gd name="T19" fmla="*/ 2147483646 h 285"/>
                <a:gd name="T20" fmla="*/ 2147483646 w 717"/>
                <a:gd name="T21" fmla="*/ 2147483646 h 285"/>
                <a:gd name="T22" fmla="*/ 2147483646 w 717"/>
                <a:gd name="T23" fmla="*/ 2147483646 h 285"/>
                <a:gd name="T24" fmla="*/ 2147483646 w 717"/>
                <a:gd name="T25" fmla="*/ 2147483646 h 285"/>
                <a:gd name="T26" fmla="*/ 2147483646 w 717"/>
                <a:gd name="T27" fmla="*/ 2147483646 h 285"/>
                <a:gd name="T28" fmla="*/ 2147483646 w 717"/>
                <a:gd name="T29" fmla="*/ 2147483646 h 285"/>
                <a:gd name="T30" fmla="*/ 2147483646 w 717"/>
                <a:gd name="T31" fmla="*/ 2147483646 h 285"/>
                <a:gd name="T32" fmla="*/ 2147483646 w 717"/>
                <a:gd name="T33" fmla="*/ 2147483646 h 285"/>
                <a:gd name="T34" fmla="*/ 2147483646 w 717"/>
                <a:gd name="T35" fmla="*/ 2147483646 h 285"/>
                <a:gd name="T36" fmla="*/ 2147483646 w 717"/>
                <a:gd name="T37" fmla="*/ 2147483646 h 285"/>
                <a:gd name="T38" fmla="*/ 2147483646 w 717"/>
                <a:gd name="T39" fmla="*/ 2147483646 h 285"/>
                <a:gd name="T40" fmla="*/ 2147483646 w 717"/>
                <a:gd name="T41" fmla="*/ 2147483646 h 285"/>
                <a:gd name="T42" fmla="*/ 2147483646 w 717"/>
                <a:gd name="T43" fmla="*/ 2147483646 h 285"/>
                <a:gd name="T44" fmla="*/ 2147483646 w 717"/>
                <a:gd name="T45" fmla="*/ 2147483646 h 285"/>
                <a:gd name="T46" fmla="*/ 2147483646 w 717"/>
                <a:gd name="T47" fmla="*/ 2147483646 h 285"/>
                <a:gd name="T48" fmla="*/ 2147483646 w 717"/>
                <a:gd name="T49" fmla="*/ 2147483646 h 285"/>
                <a:gd name="T50" fmla="*/ 2147483646 w 717"/>
                <a:gd name="T51" fmla="*/ 2147483646 h 285"/>
                <a:gd name="T52" fmla="*/ 2147483646 w 717"/>
                <a:gd name="T53" fmla="*/ 2147483646 h 285"/>
                <a:gd name="T54" fmla="*/ 2147483646 w 717"/>
                <a:gd name="T55" fmla="*/ 2147483646 h 285"/>
                <a:gd name="T56" fmla="*/ 2147483646 w 717"/>
                <a:gd name="T57" fmla="*/ 2147483646 h 285"/>
                <a:gd name="T58" fmla="*/ 2147483646 w 717"/>
                <a:gd name="T59" fmla="*/ 2147483646 h 285"/>
                <a:gd name="T60" fmla="*/ 2147483646 w 717"/>
                <a:gd name="T61" fmla="*/ 2147483646 h 285"/>
                <a:gd name="T62" fmla="*/ 2147483646 w 717"/>
                <a:gd name="T63" fmla="*/ 2147483646 h 285"/>
                <a:gd name="T64" fmla="*/ 2147483646 w 717"/>
                <a:gd name="T65" fmla="*/ 2147483646 h 285"/>
                <a:gd name="T66" fmla="*/ 2147483646 w 717"/>
                <a:gd name="T67" fmla="*/ 2147483646 h 285"/>
                <a:gd name="T68" fmla="*/ 2147483646 w 717"/>
                <a:gd name="T69" fmla="*/ 2147483646 h 285"/>
                <a:gd name="T70" fmla="*/ 2147483646 w 717"/>
                <a:gd name="T71" fmla="*/ 2147483646 h 285"/>
                <a:gd name="T72" fmla="*/ 2147483646 w 717"/>
                <a:gd name="T73" fmla="*/ 2147483646 h 285"/>
                <a:gd name="T74" fmla="*/ 2147483646 w 717"/>
                <a:gd name="T75" fmla="*/ 2147483646 h 285"/>
                <a:gd name="T76" fmla="*/ 2147483646 w 717"/>
                <a:gd name="T77" fmla="*/ 2147483646 h 285"/>
                <a:gd name="T78" fmla="*/ 2147483646 w 717"/>
                <a:gd name="T79" fmla="*/ 2147483646 h 285"/>
                <a:gd name="T80" fmla="*/ 2147483646 w 717"/>
                <a:gd name="T81" fmla="*/ 2147483646 h 285"/>
                <a:gd name="T82" fmla="*/ 2147483646 w 717"/>
                <a:gd name="T83" fmla="*/ 2147483646 h 285"/>
                <a:gd name="T84" fmla="*/ 2147483646 w 717"/>
                <a:gd name="T85" fmla="*/ 2147483646 h 285"/>
                <a:gd name="T86" fmla="*/ 2147483646 w 717"/>
                <a:gd name="T87" fmla="*/ 2147483646 h 285"/>
                <a:gd name="T88" fmla="*/ 2147483646 w 717"/>
                <a:gd name="T89" fmla="*/ 2147483646 h 285"/>
                <a:gd name="T90" fmla="*/ 2147483646 w 717"/>
                <a:gd name="T91" fmla="*/ 2147483646 h 285"/>
                <a:gd name="T92" fmla="*/ 2147483646 w 717"/>
                <a:gd name="T93" fmla="*/ 2147483646 h 285"/>
                <a:gd name="T94" fmla="*/ 2147483646 w 717"/>
                <a:gd name="T95" fmla="*/ 2147483646 h 285"/>
                <a:gd name="T96" fmla="*/ 2147483646 w 717"/>
                <a:gd name="T97" fmla="*/ 2147483646 h 285"/>
                <a:gd name="T98" fmla="*/ 2147483646 w 717"/>
                <a:gd name="T99" fmla="*/ 2147483646 h 285"/>
                <a:gd name="T100" fmla="*/ 2147483646 w 717"/>
                <a:gd name="T101" fmla="*/ 2147483646 h 285"/>
                <a:gd name="T102" fmla="*/ 2147483646 w 717"/>
                <a:gd name="T103" fmla="*/ 2147483646 h 285"/>
                <a:gd name="T104" fmla="*/ 2147483646 w 717"/>
                <a:gd name="T105" fmla="*/ 2147483646 h 285"/>
                <a:gd name="T106" fmla="*/ 2147483646 w 717"/>
                <a:gd name="T107" fmla="*/ 2147483646 h 285"/>
                <a:gd name="T108" fmla="*/ 2147483646 w 717"/>
                <a:gd name="T109" fmla="*/ 2147483646 h 285"/>
                <a:gd name="T110" fmla="*/ 2147483646 w 717"/>
                <a:gd name="T111" fmla="*/ 2147483646 h 285"/>
                <a:gd name="T112" fmla="*/ 2147483646 w 717"/>
                <a:gd name="T113" fmla="*/ 2147483646 h 285"/>
                <a:gd name="T114" fmla="*/ 2147483646 w 717"/>
                <a:gd name="T115" fmla="*/ 2147483646 h 285"/>
                <a:gd name="T116" fmla="*/ 2147483646 w 717"/>
                <a:gd name="T117" fmla="*/ 2147483646 h 285"/>
                <a:gd name="T118" fmla="*/ 2147483646 w 717"/>
                <a:gd name="T119" fmla="*/ 2147483646 h 285"/>
                <a:gd name="T120" fmla="*/ 2147483646 w 717"/>
                <a:gd name="T121" fmla="*/ 2147483646 h 28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5">
                  <a:moveTo>
                    <a:pt x="0" y="285"/>
                  </a:moveTo>
                  <a:lnTo>
                    <a:pt x="27" y="285"/>
                  </a:lnTo>
                  <a:lnTo>
                    <a:pt x="54" y="285"/>
                  </a:lnTo>
                  <a:lnTo>
                    <a:pt x="78" y="285"/>
                  </a:lnTo>
                  <a:lnTo>
                    <a:pt x="99" y="285"/>
                  </a:lnTo>
                  <a:lnTo>
                    <a:pt x="121" y="285"/>
                  </a:lnTo>
                  <a:lnTo>
                    <a:pt x="140" y="285"/>
                  </a:lnTo>
                  <a:lnTo>
                    <a:pt x="158" y="285"/>
                  </a:lnTo>
                  <a:lnTo>
                    <a:pt x="175" y="285"/>
                  </a:lnTo>
                  <a:lnTo>
                    <a:pt x="191" y="285"/>
                  </a:lnTo>
                  <a:lnTo>
                    <a:pt x="204" y="285"/>
                  </a:lnTo>
                  <a:lnTo>
                    <a:pt x="217" y="285"/>
                  </a:lnTo>
                  <a:lnTo>
                    <a:pt x="229" y="285"/>
                  </a:lnTo>
                  <a:lnTo>
                    <a:pt x="240" y="285"/>
                  </a:lnTo>
                  <a:lnTo>
                    <a:pt x="249" y="285"/>
                  </a:lnTo>
                  <a:lnTo>
                    <a:pt x="259" y="285"/>
                  </a:lnTo>
                  <a:lnTo>
                    <a:pt x="266" y="285"/>
                  </a:lnTo>
                  <a:lnTo>
                    <a:pt x="273" y="285"/>
                  </a:lnTo>
                  <a:lnTo>
                    <a:pt x="281" y="285"/>
                  </a:lnTo>
                  <a:lnTo>
                    <a:pt x="285" y="285"/>
                  </a:lnTo>
                  <a:lnTo>
                    <a:pt x="291" y="285"/>
                  </a:lnTo>
                  <a:lnTo>
                    <a:pt x="295" y="285"/>
                  </a:lnTo>
                  <a:lnTo>
                    <a:pt x="300" y="285"/>
                  </a:lnTo>
                  <a:lnTo>
                    <a:pt x="303" y="285"/>
                  </a:lnTo>
                  <a:lnTo>
                    <a:pt x="306" y="285"/>
                  </a:lnTo>
                  <a:lnTo>
                    <a:pt x="308" y="284"/>
                  </a:lnTo>
                  <a:lnTo>
                    <a:pt x="311" y="284"/>
                  </a:lnTo>
                  <a:lnTo>
                    <a:pt x="313" y="284"/>
                  </a:lnTo>
                  <a:lnTo>
                    <a:pt x="315" y="284"/>
                  </a:lnTo>
                  <a:lnTo>
                    <a:pt x="318" y="284"/>
                  </a:lnTo>
                  <a:lnTo>
                    <a:pt x="319" y="284"/>
                  </a:lnTo>
                  <a:lnTo>
                    <a:pt x="321" y="284"/>
                  </a:lnTo>
                  <a:lnTo>
                    <a:pt x="323" y="284"/>
                  </a:lnTo>
                  <a:lnTo>
                    <a:pt x="325" y="284"/>
                  </a:lnTo>
                  <a:lnTo>
                    <a:pt x="327" y="284"/>
                  </a:lnTo>
                  <a:lnTo>
                    <a:pt x="329" y="284"/>
                  </a:lnTo>
                  <a:lnTo>
                    <a:pt x="331" y="282"/>
                  </a:lnTo>
                  <a:lnTo>
                    <a:pt x="332" y="282"/>
                  </a:lnTo>
                  <a:lnTo>
                    <a:pt x="333" y="282"/>
                  </a:lnTo>
                  <a:lnTo>
                    <a:pt x="335" y="282"/>
                  </a:lnTo>
                  <a:lnTo>
                    <a:pt x="336" y="282"/>
                  </a:lnTo>
                  <a:lnTo>
                    <a:pt x="337" y="282"/>
                  </a:lnTo>
                  <a:lnTo>
                    <a:pt x="338" y="282"/>
                  </a:lnTo>
                  <a:lnTo>
                    <a:pt x="339" y="282"/>
                  </a:lnTo>
                  <a:lnTo>
                    <a:pt x="341" y="282"/>
                  </a:lnTo>
                  <a:lnTo>
                    <a:pt x="342" y="282"/>
                  </a:lnTo>
                  <a:lnTo>
                    <a:pt x="343" y="282"/>
                  </a:lnTo>
                  <a:lnTo>
                    <a:pt x="344" y="282"/>
                  </a:lnTo>
                  <a:lnTo>
                    <a:pt x="345" y="281"/>
                  </a:lnTo>
                  <a:lnTo>
                    <a:pt x="347" y="281"/>
                  </a:lnTo>
                  <a:lnTo>
                    <a:pt x="348" y="281"/>
                  </a:lnTo>
                  <a:lnTo>
                    <a:pt x="349" y="281"/>
                  </a:lnTo>
                  <a:lnTo>
                    <a:pt x="350" y="281"/>
                  </a:lnTo>
                  <a:lnTo>
                    <a:pt x="351" y="281"/>
                  </a:lnTo>
                  <a:lnTo>
                    <a:pt x="353" y="281"/>
                  </a:lnTo>
                  <a:lnTo>
                    <a:pt x="354" y="281"/>
                  </a:lnTo>
                  <a:lnTo>
                    <a:pt x="355" y="280"/>
                  </a:lnTo>
                  <a:lnTo>
                    <a:pt x="356" y="280"/>
                  </a:lnTo>
                  <a:lnTo>
                    <a:pt x="357" y="280"/>
                  </a:lnTo>
                  <a:lnTo>
                    <a:pt x="359" y="280"/>
                  </a:lnTo>
                  <a:lnTo>
                    <a:pt x="361" y="280"/>
                  </a:lnTo>
                  <a:lnTo>
                    <a:pt x="362" y="279"/>
                  </a:lnTo>
                  <a:lnTo>
                    <a:pt x="365" y="279"/>
                  </a:lnTo>
                  <a:lnTo>
                    <a:pt x="366" y="279"/>
                  </a:lnTo>
                  <a:lnTo>
                    <a:pt x="368" y="279"/>
                  </a:lnTo>
                  <a:lnTo>
                    <a:pt x="369" y="279"/>
                  </a:lnTo>
                  <a:lnTo>
                    <a:pt x="372" y="278"/>
                  </a:lnTo>
                  <a:lnTo>
                    <a:pt x="373" y="278"/>
                  </a:lnTo>
                  <a:lnTo>
                    <a:pt x="374" y="278"/>
                  </a:lnTo>
                  <a:lnTo>
                    <a:pt x="375" y="278"/>
                  </a:lnTo>
                  <a:lnTo>
                    <a:pt x="378" y="278"/>
                  </a:lnTo>
                  <a:lnTo>
                    <a:pt x="379" y="278"/>
                  </a:lnTo>
                  <a:lnTo>
                    <a:pt x="380" y="276"/>
                  </a:lnTo>
                  <a:lnTo>
                    <a:pt x="381" y="276"/>
                  </a:lnTo>
                  <a:lnTo>
                    <a:pt x="383" y="276"/>
                  </a:lnTo>
                  <a:lnTo>
                    <a:pt x="384" y="276"/>
                  </a:lnTo>
                  <a:lnTo>
                    <a:pt x="385" y="276"/>
                  </a:lnTo>
                  <a:lnTo>
                    <a:pt x="386" y="275"/>
                  </a:lnTo>
                  <a:lnTo>
                    <a:pt x="387" y="275"/>
                  </a:lnTo>
                  <a:lnTo>
                    <a:pt x="389" y="275"/>
                  </a:lnTo>
                  <a:lnTo>
                    <a:pt x="390" y="275"/>
                  </a:lnTo>
                  <a:lnTo>
                    <a:pt x="391" y="274"/>
                  </a:lnTo>
                  <a:lnTo>
                    <a:pt x="392" y="274"/>
                  </a:lnTo>
                  <a:lnTo>
                    <a:pt x="393" y="274"/>
                  </a:lnTo>
                  <a:lnTo>
                    <a:pt x="395" y="274"/>
                  </a:lnTo>
                  <a:lnTo>
                    <a:pt x="396" y="273"/>
                  </a:lnTo>
                  <a:lnTo>
                    <a:pt x="397" y="273"/>
                  </a:lnTo>
                  <a:lnTo>
                    <a:pt x="398" y="273"/>
                  </a:lnTo>
                  <a:lnTo>
                    <a:pt x="399" y="272"/>
                  </a:lnTo>
                  <a:lnTo>
                    <a:pt x="402" y="272"/>
                  </a:lnTo>
                  <a:lnTo>
                    <a:pt x="403" y="270"/>
                  </a:lnTo>
                  <a:lnTo>
                    <a:pt x="405" y="270"/>
                  </a:lnTo>
                  <a:lnTo>
                    <a:pt x="407" y="269"/>
                  </a:lnTo>
                  <a:lnTo>
                    <a:pt x="409" y="269"/>
                  </a:lnTo>
                  <a:lnTo>
                    <a:pt x="411" y="268"/>
                  </a:lnTo>
                  <a:lnTo>
                    <a:pt x="414" y="268"/>
                  </a:lnTo>
                  <a:lnTo>
                    <a:pt x="415" y="267"/>
                  </a:lnTo>
                  <a:lnTo>
                    <a:pt x="417" y="267"/>
                  </a:lnTo>
                  <a:lnTo>
                    <a:pt x="419" y="266"/>
                  </a:lnTo>
                  <a:lnTo>
                    <a:pt x="421" y="266"/>
                  </a:lnTo>
                  <a:lnTo>
                    <a:pt x="422" y="264"/>
                  </a:lnTo>
                  <a:lnTo>
                    <a:pt x="423" y="264"/>
                  </a:lnTo>
                  <a:lnTo>
                    <a:pt x="426" y="264"/>
                  </a:lnTo>
                  <a:lnTo>
                    <a:pt x="427" y="263"/>
                  </a:lnTo>
                  <a:lnTo>
                    <a:pt x="428" y="263"/>
                  </a:lnTo>
                  <a:lnTo>
                    <a:pt x="429" y="262"/>
                  </a:lnTo>
                  <a:lnTo>
                    <a:pt x="431" y="262"/>
                  </a:lnTo>
                  <a:lnTo>
                    <a:pt x="432" y="262"/>
                  </a:lnTo>
                  <a:lnTo>
                    <a:pt x="433" y="261"/>
                  </a:lnTo>
                  <a:lnTo>
                    <a:pt x="434" y="261"/>
                  </a:lnTo>
                  <a:lnTo>
                    <a:pt x="435" y="260"/>
                  </a:lnTo>
                  <a:lnTo>
                    <a:pt x="437" y="260"/>
                  </a:lnTo>
                  <a:lnTo>
                    <a:pt x="438" y="260"/>
                  </a:lnTo>
                  <a:lnTo>
                    <a:pt x="439" y="258"/>
                  </a:lnTo>
                  <a:lnTo>
                    <a:pt x="440" y="258"/>
                  </a:lnTo>
                  <a:lnTo>
                    <a:pt x="441" y="257"/>
                  </a:lnTo>
                  <a:lnTo>
                    <a:pt x="443" y="257"/>
                  </a:lnTo>
                  <a:lnTo>
                    <a:pt x="444" y="256"/>
                  </a:lnTo>
                  <a:lnTo>
                    <a:pt x="445" y="256"/>
                  </a:lnTo>
                  <a:lnTo>
                    <a:pt x="446" y="255"/>
                  </a:lnTo>
                  <a:lnTo>
                    <a:pt x="447" y="255"/>
                  </a:lnTo>
                  <a:lnTo>
                    <a:pt x="449" y="254"/>
                  </a:lnTo>
                  <a:lnTo>
                    <a:pt x="451" y="252"/>
                  </a:lnTo>
                  <a:lnTo>
                    <a:pt x="452" y="252"/>
                  </a:lnTo>
                  <a:lnTo>
                    <a:pt x="455" y="251"/>
                  </a:lnTo>
                  <a:lnTo>
                    <a:pt x="456" y="250"/>
                  </a:lnTo>
                  <a:lnTo>
                    <a:pt x="458" y="249"/>
                  </a:lnTo>
                  <a:lnTo>
                    <a:pt x="459" y="249"/>
                  </a:lnTo>
                  <a:lnTo>
                    <a:pt x="462" y="248"/>
                  </a:lnTo>
                  <a:lnTo>
                    <a:pt x="463" y="246"/>
                  </a:lnTo>
                  <a:lnTo>
                    <a:pt x="464" y="246"/>
                  </a:lnTo>
                  <a:lnTo>
                    <a:pt x="465" y="245"/>
                  </a:lnTo>
                  <a:lnTo>
                    <a:pt x="468" y="245"/>
                  </a:lnTo>
                  <a:lnTo>
                    <a:pt x="469" y="244"/>
                  </a:lnTo>
                  <a:lnTo>
                    <a:pt x="470" y="244"/>
                  </a:lnTo>
                  <a:lnTo>
                    <a:pt x="471" y="243"/>
                  </a:lnTo>
                  <a:lnTo>
                    <a:pt x="473" y="242"/>
                  </a:lnTo>
                  <a:lnTo>
                    <a:pt x="474" y="242"/>
                  </a:lnTo>
                  <a:lnTo>
                    <a:pt x="475" y="240"/>
                  </a:lnTo>
                  <a:lnTo>
                    <a:pt x="476" y="240"/>
                  </a:lnTo>
                  <a:lnTo>
                    <a:pt x="477" y="239"/>
                  </a:lnTo>
                  <a:lnTo>
                    <a:pt x="479" y="239"/>
                  </a:lnTo>
                  <a:lnTo>
                    <a:pt x="480" y="238"/>
                  </a:lnTo>
                  <a:lnTo>
                    <a:pt x="481" y="238"/>
                  </a:lnTo>
                  <a:lnTo>
                    <a:pt x="481" y="237"/>
                  </a:lnTo>
                  <a:lnTo>
                    <a:pt x="482" y="237"/>
                  </a:lnTo>
                  <a:lnTo>
                    <a:pt x="483" y="237"/>
                  </a:lnTo>
                  <a:lnTo>
                    <a:pt x="485" y="236"/>
                  </a:lnTo>
                  <a:lnTo>
                    <a:pt x="486" y="236"/>
                  </a:lnTo>
                  <a:lnTo>
                    <a:pt x="487" y="234"/>
                  </a:lnTo>
                  <a:lnTo>
                    <a:pt x="488" y="233"/>
                  </a:lnTo>
                  <a:lnTo>
                    <a:pt x="489" y="233"/>
                  </a:lnTo>
                  <a:lnTo>
                    <a:pt x="491" y="232"/>
                  </a:lnTo>
                  <a:lnTo>
                    <a:pt x="493" y="231"/>
                  </a:lnTo>
                  <a:lnTo>
                    <a:pt x="494" y="231"/>
                  </a:lnTo>
                  <a:lnTo>
                    <a:pt x="495" y="230"/>
                  </a:lnTo>
                  <a:lnTo>
                    <a:pt x="498" y="228"/>
                  </a:lnTo>
                  <a:lnTo>
                    <a:pt x="499" y="227"/>
                  </a:lnTo>
                  <a:lnTo>
                    <a:pt x="500" y="227"/>
                  </a:lnTo>
                  <a:lnTo>
                    <a:pt x="501" y="226"/>
                  </a:lnTo>
                  <a:lnTo>
                    <a:pt x="504" y="225"/>
                  </a:lnTo>
                  <a:lnTo>
                    <a:pt x="505" y="225"/>
                  </a:lnTo>
                  <a:lnTo>
                    <a:pt x="506" y="224"/>
                  </a:lnTo>
                  <a:lnTo>
                    <a:pt x="507" y="224"/>
                  </a:lnTo>
                  <a:lnTo>
                    <a:pt x="507" y="222"/>
                  </a:lnTo>
                  <a:lnTo>
                    <a:pt x="509" y="222"/>
                  </a:lnTo>
                  <a:lnTo>
                    <a:pt x="510" y="221"/>
                  </a:lnTo>
                  <a:lnTo>
                    <a:pt x="511" y="221"/>
                  </a:lnTo>
                  <a:lnTo>
                    <a:pt x="511" y="220"/>
                  </a:lnTo>
                  <a:lnTo>
                    <a:pt x="512" y="220"/>
                  </a:lnTo>
                  <a:lnTo>
                    <a:pt x="513" y="220"/>
                  </a:lnTo>
                  <a:lnTo>
                    <a:pt x="515" y="219"/>
                  </a:lnTo>
                  <a:lnTo>
                    <a:pt x="516" y="218"/>
                  </a:lnTo>
                  <a:lnTo>
                    <a:pt x="517" y="218"/>
                  </a:lnTo>
                  <a:lnTo>
                    <a:pt x="518" y="216"/>
                  </a:lnTo>
                  <a:lnTo>
                    <a:pt x="519" y="216"/>
                  </a:lnTo>
                  <a:lnTo>
                    <a:pt x="519" y="215"/>
                  </a:lnTo>
                  <a:lnTo>
                    <a:pt x="521" y="215"/>
                  </a:lnTo>
                  <a:lnTo>
                    <a:pt x="522" y="214"/>
                  </a:lnTo>
                  <a:lnTo>
                    <a:pt x="523" y="214"/>
                  </a:lnTo>
                  <a:lnTo>
                    <a:pt x="523" y="213"/>
                  </a:lnTo>
                  <a:lnTo>
                    <a:pt x="524" y="213"/>
                  </a:lnTo>
                  <a:lnTo>
                    <a:pt x="525" y="212"/>
                  </a:lnTo>
                  <a:lnTo>
                    <a:pt x="527" y="210"/>
                  </a:lnTo>
                  <a:lnTo>
                    <a:pt x="528" y="210"/>
                  </a:lnTo>
                  <a:lnTo>
                    <a:pt x="529" y="209"/>
                  </a:lnTo>
                  <a:lnTo>
                    <a:pt x="531" y="208"/>
                  </a:lnTo>
                  <a:lnTo>
                    <a:pt x="533" y="208"/>
                  </a:lnTo>
                  <a:lnTo>
                    <a:pt x="534" y="207"/>
                  </a:lnTo>
                  <a:lnTo>
                    <a:pt x="535" y="206"/>
                  </a:lnTo>
                  <a:lnTo>
                    <a:pt x="536" y="204"/>
                  </a:lnTo>
                  <a:lnTo>
                    <a:pt x="537" y="204"/>
                  </a:lnTo>
                  <a:lnTo>
                    <a:pt x="539" y="203"/>
                  </a:lnTo>
                  <a:lnTo>
                    <a:pt x="540" y="202"/>
                  </a:lnTo>
                  <a:lnTo>
                    <a:pt x="541" y="202"/>
                  </a:lnTo>
                  <a:lnTo>
                    <a:pt x="541" y="201"/>
                  </a:lnTo>
                  <a:lnTo>
                    <a:pt x="542" y="201"/>
                  </a:lnTo>
                  <a:lnTo>
                    <a:pt x="543" y="200"/>
                  </a:lnTo>
                  <a:lnTo>
                    <a:pt x="545" y="200"/>
                  </a:lnTo>
                  <a:lnTo>
                    <a:pt x="545" y="198"/>
                  </a:lnTo>
                  <a:lnTo>
                    <a:pt x="546" y="198"/>
                  </a:lnTo>
                  <a:lnTo>
                    <a:pt x="547" y="197"/>
                  </a:lnTo>
                  <a:lnTo>
                    <a:pt x="548" y="196"/>
                  </a:lnTo>
                  <a:lnTo>
                    <a:pt x="549" y="196"/>
                  </a:lnTo>
                  <a:lnTo>
                    <a:pt x="551" y="195"/>
                  </a:lnTo>
                  <a:lnTo>
                    <a:pt x="552" y="194"/>
                  </a:lnTo>
                  <a:lnTo>
                    <a:pt x="553" y="192"/>
                  </a:lnTo>
                  <a:lnTo>
                    <a:pt x="554" y="192"/>
                  </a:lnTo>
                  <a:lnTo>
                    <a:pt x="555" y="191"/>
                  </a:lnTo>
                  <a:lnTo>
                    <a:pt x="555" y="190"/>
                  </a:lnTo>
                  <a:lnTo>
                    <a:pt x="557" y="190"/>
                  </a:lnTo>
                  <a:lnTo>
                    <a:pt x="558" y="189"/>
                  </a:lnTo>
                  <a:lnTo>
                    <a:pt x="559" y="189"/>
                  </a:lnTo>
                  <a:lnTo>
                    <a:pt x="559" y="188"/>
                  </a:lnTo>
                  <a:lnTo>
                    <a:pt x="560" y="188"/>
                  </a:lnTo>
                  <a:lnTo>
                    <a:pt x="560" y="186"/>
                  </a:lnTo>
                  <a:lnTo>
                    <a:pt x="561" y="186"/>
                  </a:lnTo>
                  <a:lnTo>
                    <a:pt x="561" y="185"/>
                  </a:lnTo>
                  <a:lnTo>
                    <a:pt x="563" y="185"/>
                  </a:lnTo>
                  <a:lnTo>
                    <a:pt x="564" y="184"/>
                  </a:lnTo>
                  <a:lnTo>
                    <a:pt x="565" y="184"/>
                  </a:lnTo>
                  <a:lnTo>
                    <a:pt x="565" y="183"/>
                  </a:lnTo>
                  <a:lnTo>
                    <a:pt x="566" y="183"/>
                  </a:lnTo>
                  <a:lnTo>
                    <a:pt x="567" y="182"/>
                  </a:lnTo>
                  <a:lnTo>
                    <a:pt x="569" y="180"/>
                  </a:lnTo>
                  <a:lnTo>
                    <a:pt x="570" y="180"/>
                  </a:lnTo>
                  <a:lnTo>
                    <a:pt x="571" y="179"/>
                  </a:lnTo>
                  <a:lnTo>
                    <a:pt x="572" y="178"/>
                  </a:lnTo>
                  <a:lnTo>
                    <a:pt x="573" y="177"/>
                  </a:lnTo>
                  <a:lnTo>
                    <a:pt x="575" y="177"/>
                  </a:lnTo>
                  <a:lnTo>
                    <a:pt x="576" y="176"/>
                  </a:lnTo>
                  <a:lnTo>
                    <a:pt x="577" y="176"/>
                  </a:lnTo>
                  <a:lnTo>
                    <a:pt x="577" y="174"/>
                  </a:lnTo>
                  <a:lnTo>
                    <a:pt x="578" y="174"/>
                  </a:lnTo>
                  <a:lnTo>
                    <a:pt x="579" y="173"/>
                  </a:lnTo>
                  <a:lnTo>
                    <a:pt x="581" y="172"/>
                  </a:lnTo>
                  <a:lnTo>
                    <a:pt x="582" y="172"/>
                  </a:lnTo>
                  <a:lnTo>
                    <a:pt x="583" y="171"/>
                  </a:lnTo>
                  <a:lnTo>
                    <a:pt x="584" y="170"/>
                  </a:lnTo>
                  <a:lnTo>
                    <a:pt x="585" y="170"/>
                  </a:lnTo>
                  <a:lnTo>
                    <a:pt x="587" y="168"/>
                  </a:lnTo>
                  <a:lnTo>
                    <a:pt x="588" y="167"/>
                  </a:lnTo>
                  <a:lnTo>
                    <a:pt x="589" y="167"/>
                  </a:lnTo>
                  <a:lnTo>
                    <a:pt x="589" y="166"/>
                  </a:lnTo>
                  <a:lnTo>
                    <a:pt x="590" y="166"/>
                  </a:lnTo>
                  <a:lnTo>
                    <a:pt x="590" y="165"/>
                  </a:lnTo>
                  <a:lnTo>
                    <a:pt x="591" y="165"/>
                  </a:lnTo>
                  <a:lnTo>
                    <a:pt x="591" y="164"/>
                  </a:lnTo>
                  <a:lnTo>
                    <a:pt x="593" y="164"/>
                  </a:lnTo>
                  <a:lnTo>
                    <a:pt x="593" y="162"/>
                  </a:lnTo>
                  <a:lnTo>
                    <a:pt x="594" y="162"/>
                  </a:lnTo>
                  <a:lnTo>
                    <a:pt x="594" y="161"/>
                  </a:lnTo>
                  <a:lnTo>
                    <a:pt x="595" y="161"/>
                  </a:lnTo>
                  <a:lnTo>
                    <a:pt x="595" y="160"/>
                  </a:lnTo>
                  <a:lnTo>
                    <a:pt x="596" y="159"/>
                  </a:lnTo>
                  <a:lnTo>
                    <a:pt x="597" y="159"/>
                  </a:lnTo>
                  <a:lnTo>
                    <a:pt x="599" y="158"/>
                  </a:lnTo>
                  <a:lnTo>
                    <a:pt x="599" y="156"/>
                  </a:lnTo>
                  <a:lnTo>
                    <a:pt x="600" y="155"/>
                  </a:lnTo>
                  <a:lnTo>
                    <a:pt x="601" y="154"/>
                  </a:lnTo>
                  <a:lnTo>
                    <a:pt x="602" y="153"/>
                  </a:lnTo>
                  <a:lnTo>
                    <a:pt x="603" y="152"/>
                  </a:lnTo>
                  <a:lnTo>
                    <a:pt x="605" y="150"/>
                  </a:lnTo>
                  <a:lnTo>
                    <a:pt x="606" y="149"/>
                  </a:lnTo>
                  <a:lnTo>
                    <a:pt x="607" y="148"/>
                  </a:lnTo>
                  <a:lnTo>
                    <a:pt x="607" y="147"/>
                  </a:lnTo>
                  <a:lnTo>
                    <a:pt x="608" y="147"/>
                  </a:lnTo>
                  <a:lnTo>
                    <a:pt x="609" y="146"/>
                  </a:lnTo>
                  <a:lnTo>
                    <a:pt x="609" y="144"/>
                  </a:lnTo>
                  <a:lnTo>
                    <a:pt x="611" y="144"/>
                  </a:lnTo>
                  <a:lnTo>
                    <a:pt x="612" y="143"/>
                  </a:lnTo>
                  <a:lnTo>
                    <a:pt x="612" y="142"/>
                  </a:lnTo>
                  <a:lnTo>
                    <a:pt x="613" y="142"/>
                  </a:lnTo>
                  <a:lnTo>
                    <a:pt x="613" y="141"/>
                  </a:lnTo>
                  <a:lnTo>
                    <a:pt x="614" y="141"/>
                  </a:lnTo>
                  <a:lnTo>
                    <a:pt x="614" y="140"/>
                  </a:lnTo>
                  <a:lnTo>
                    <a:pt x="615" y="138"/>
                  </a:lnTo>
                  <a:lnTo>
                    <a:pt x="617" y="137"/>
                  </a:lnTo>
                  <a:lnTo>
                    <a:pt x="618" y="136"/>
                  </a:lnTo>
                  <a:lnTo>
                    <a:pt x="619" y="135"/>
                  </a:lnTo>
                  <a:lnTo>
                    <a:pt x="619" y="134"/>
                  </a:lnTo>
                  <a:lnTo>
                    <a:pt x="620" y="134"/>
                  </a:lnTo>
                  <a:lnTo>
                    <a:pt x="621" y="132"/>
                  </a:lnTo>
                  <a:lnTo>
                    <a:pt x="623" y="131"/>
                  </a:lnTo>
                  <a:lnTo>
                    <a:pt x="623" y="130"/>
                  </a:lnTo>
                  <a:lnTo>
                    <a:pt x="624" y="129"/>
                  </a:lnTo>
                  <a:lnTo>
                    <a:pt x="625" y="128"/>
                  </a:lnTo>
                  <a:lnTo>
                    <a:pt x="626" y="126"/>
                  </a:lnTo>
                  <a:lnTo>
                    <a:pt x="627" y="124"/>
                  </a:lnTo>
                  <a:lnTo>
                    <a:pt x="629" y="123"/>
                  </a:lnTo>
                  <a:lnTo>
                    <a:pt x="630" y="122"/>
                  </a:lnTo>
                  <a:lnTo>
                    <a:pt x="631" y="119"/>
                  </a:lnTo>
                  <a:lnTo>
                    <a:pt x="632" y="118"/>
                  </a:lnTo>
                  <a:lnTo>
                    <a:pt x="633" y="117"/>
                  </a:lnTo>
                  <a:lnTo>
                    <a:pt x="635" y="116"/>
                  </a:lnTo>
                  <a:lnTo>
                    <a:pt x="636" y="114"/>
                  </a:lnTo>
                  <a:lnTo>
                    <a:pt x="637" y="113"/>
                  </a:lnTo>
                  <a:lnTo>
                    <a:pt x="638" y="112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41" y="108"/>
                  </a:lnTo>
                  <a:lnTo>
                    <a:pt x="642" y="107"/>
                  </a:lnTo>
                  <a:lnTo>
                    <a:pt x="643" y="106"/>
                  </a:lnTo>
                  <a:lnTo>
                    <a:pt x="644" y="105"/>
                  </a:lnTo>
                  <a:lnTo>
                    <a:pt x="644" y="104"/>
                  </a:lnTo>
                  <a:lnTo>
                    <a:pt x="645" y="104"/>
                  </a:lnTo>
                  <a:lnTo>
                    <a:pt x="645" y="102"/>
                  </a:lnTo>
                  <a:lnTo>
                    <a:pt x="647" y="101"/>
                  </a:lnTo>
                  <a:lnTo>
                    <a:pt x="647" y="100"/>
                  </a:lnTo>
                  <a:lnTo>
                    <a:pt x="648" y="99"/>
                  </a:lnTo>
                  <a:lnTo>
                    <a:pt x="649" y="98"/>
                  </a:lnTo>
                  <a:lnTo>
                    <a:pt x="650" y="96"/>
                  </a:lnTo>
                  <a:lnTo>
                    <a:pt x="651" y="95"/>
                  </a:lnTo>
                  <a:lnTo>
                    <a:pt x="653" y="94"/>
                  </a:lnTo>
                  <a:lnTo>
                    <a:pt x="653" y="92"/>
                  </a:lnTo>
                  <a:lnTo>
                    <a:pt x="654" y="90"/>
                  </a:lnTo>
                  <a:lnTo>
                    <a:pt x="655" y="89"/>
                  </a:lnTo>
                  <a:lnTo>
                    <a:pt x="656" y="88"/>
                  </a:lnTo>
                  <a:lnTo>
                    <a:pt x="657" y="86"/>
                  </a:lnTo>
                  <a:lnTo>
                    <a:pt x="659" y="84"/>
                  </a:lnTo>
                  <a:lnTo>
                    <a:pt x="660" y="82"/>
                  </a:lnTo>
                  <a:lnTo>
                    <a:pt x="661" y="81"/>
                  </a:lnTo>
                  <a:lnTo>
                    <a:pt x="662" y="78"/>
                  </a:lnTo>
                  <a:lnTo>
                    <a:pt x="663" y="77"/>
                  </a:lnTo>
                  <a:lnTo>
                    <a:pt x="665" y="75"/>
                  </a:lnTo>
                  <a:lnTo>
                    <a:pt x="666" y="74"/>
                  </a:lnTo>
                  <a:lnTo>
                    <a:pt x="667" y="72"/>
                  </a:lnTo>
                  <a:lnTo>
                    <a:pt x="668" y="71"/>
                  </a:lnTo>
                  <a:lnTo>
                    <a:pt x="669" y="70"/>
                  </a:lnTo>
                  <a:lnTo>
                    <a:pt x="669" y="69"/>
                  </a:lnTo>
                  <a:lnTo>
                    <a:pt x="671" y="68"/>
                  </a:lnTo>
                  <a:lnTo>
                    <a:pt x="672" y="66"/>
                  </a:lnTo>
                  <a:lnTo>
                    <a:pt x="672" y="65"/>
                  </a:lnTo>
                  <a:lnTo>
                    <a:pt x="673" y="64"/>
                  </a:lnTo>
                  <a:lnTo>
                    <a:pt x="674" y="63"/>
                  </a:lnTo>
                  <a:lnTo>
                    <a:pt x="675" y="62"/>
                  </a:lnTo>
                  <a:lnTo>
                    <a:pt x="675" y="60"/>
                  </a:lnTo>
                  <a:lnTo>
                    <a:pt x="677" y="59"/>
                  </a:lnTo>
                  <a:lnTo>
                    <a:pt x="678" y="58"/>
                  </a:lnTo>
                  <a:lnTo>
                    <a:pt x="678" y="57"/>
                  </a:lnTo>
                  <a:lnTo>
                    <a:pt x="679" y="56"/>
                  </a:lnTo>
                  <a:lnTo>
                    <a:pt x="680" y="54"/>
                  </a:lnTo>
                  <a:lnTo>
                    <a:pt x="680" y="53"/>
                  </a:lnTo>
                  <a:lnTo>
                    <a:pt x="681" y="52"/>
                  </a:lnTo>
                  <a:lnTo>
                    <a:pt x="683" y="51"/>
                  </a:lnTo>
                  <a:lnTo>
                    <a:pt x="684" y="50"/>
                  </a:lnTo>
                  <a:lnTo>
                    <a:pt x="685" y="48"/>
                  </a:lnTo>
                  <a:lnTo>
                    <a:pt x="686" y="47"/>
                  </a:lnTo>
                  <a:lnTo>
                    <a:pt x="687" y="45"/>
                  </a:lnTo>
                  <a:lnTo>
                    <a:pt x="689" y="44"/>
                  </a:lnTo>
                  <a:lnTo>
                    <a:pt x="690" y="41"/>
                  </a:lnTo>
                  <a:lnTo>
                    <a:pt x="691" y="40"/>
                  </a:lnTo>
                  <a:lnTo>
                    <a:pt x="692" y="38"/>
                  </a:lnTo>
                  <a:lnTo>
                    <a:pt x="693" y="35"/>
                  </a:lnTo>
                  <a:lnTo>
                    <a:pt x="695" y="34"/>
                  </a:lnTo>
                  <a:lnTo>
                    <a:pt x="696" y="33"/>
                  </a:lnTo>
                  <a:lnTo>
                    <a:pt x="697" y="30"/>
                  </a:lnTo>
                  <a:lnTo>
                    <a:pt x="698" y="29"/>
                  </a:lnTo>
                  <a:lnTo>
                    <a:pt x="699" y="28"/>
                  </a:lnTo>
                  <a:lnTo>
                    <a:pt x="701" y="27"/>
                  </a:lnTo>
                  <a:lnTo>
                    <a:pt x="701" y="26"/>
                  </a:lnTo>
                  <a:lnTo>
                    <a:pt x="702" y="24"/>
                  </a:lnTo>
                  <a:lnTo>
                    <a:pt x="703" y="23"/>
                  </a:lnTo>
                  <a:lnTo>
                    <a:pt x="703" y="22"/>
                  </a:lnTo>
                  <a:lnTo>
                    <a:pt x="704" y="21"/>
                  </a:lnTo>
                  <a:lnTo>
                    <a:pt x="705" y="20"/>
                  </a:lnTo>
                  <a:lnTo>
                    <a:pt x="705" y="18"/>
                  </a:lnTo>
                  <a:lnTo>
                    <a:pt x="707" y="17"/>
                  </a:lnTo>
                  <a:lnTo>
                    <a:pt x="707" y="16"/>
                  </a:lnTo>
                  <a:lnTo>
                    <a:pt x="708" y="16"/>
                  </a:lnTo>
                  <a:lnTo>
                    <a:pt x="708" y="15"/>
                  </a:lnTo>
                  <a:lnTo>
                    <a:pt x="709" y="14"/>
                  </a:lnTo>
                  <a:lnTo>
                    <a:pt x="709" y="12"/>
                  </a:lnTo>
                  <a:lnTo>
                    <a:pt x="710" y="11"/>
                  </a:lnTo>
                  <a:lnTo>
                    <a:pt x="711" y="10"/>
                  </a:lnTo>
                  <a:lnTo>
                    <a:pt x="713" y="9"/>
                  </a:lnTo>
                  <a:lnTo>
                    <a:pt x="713" y="8"/>
                  </a:lnTo>
                  <a:lnTo>
                    <a:pt x="714" y="6"/>
                  </a:lnTo>
                  <a:lnTo>
                    <a:pt x="714" y="4"/>
                  </a:lnTo>
                  <a:lnTo>
                    <a:pt x="715" y="3"/>
                  </a:lnTo>
                  <a:lnTo>
                    <a:pt x="716" y="2"/>
                  </a:lnTo>
                  <a:lnTo>
                    <a:pt x="717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95" name="Freeform 211">
              <a:extLst>
                <a:ext uri="{FF2B5EF4-FFF2-40B4-BE49-F238E27FC236}">
                  <a16:creationId xmlns:a16="http://schemas.microsoft.com/office/drawing/2014/main" id="{5365A6A3-9495-40E6-8224-7AE749074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088" y="3783013"/>
              <a:ext cx="66675" cy="227012"/>
            </a:xfrm>
            <a:custGeom>
              <a:avLst/>
              <a:gdLst>
                <a:gd name="T0" fmla="*/ 2147483646 w 85"/>
                <a:gd name="T1" fmla="*/ 2147483646 h 286"/>
                <a:gd name="T2" fmla="*/ 2147483646 w 85"/>
                <a:gd name="T3" fmla="*/ 2147483646 h 286"/>
                <a:gd name="T4" fmla="*/ 2147483646 w 85"/>
                <a:gd name="T5" fmla="*/ 2147483646 h 286"/>
                <a:gd name="T6" fmla="*/ 2147483646 w 85"/>
                <a:gd name="T7" fmla="*/ 2147483646 h 286"/>
                <a:gd name="T8" fmla="*/ 2147483646 w 85"/>
                <a:gd name="T9" fmla="*/ 2147483646 h 286"/>
                <a:gd name="T10" fmla="*/ 2147483646 w 85"/>
                <a:gd name="T11" fmla="*/ 2147483646 h 286"/>
                <a:gd name="T12" fmla="*/ 2147483646 w 85"/>
                <a:gd name="T13" fmla="*/ 2147483646 h 286"/>
                <a:gd name="T14" fmla="*/ 2147483646 w 85"/>
                <a:gd name="T15" fmla="*/ 2147483646 h 286"/>
                <a:gd name="T16" fmla="*/ 2147483646 w 85"/>
                <a:gd name="T17" fmla="*/ 2147483646 h 286"/>
                <a:gd name="T18" fmla="*/ 2147483646 w 85"/>
                <a:gd name="T19" fmla="*/ 2147483646 h 286"/>
                <a:gd name="T20" fmla="*/ 2147483646 w 85"/>
                <a:gd name="T21" fmla="*/ 2147483646 h 286"/>
                <a:gd name="T22" fmla="*/ 2147483646 w 85"/>
                <a:gd name="T23" fmla="*/ 2147483646 h 286"/>
                <a:gd name="T24" fmla="*/ 2147483646 w 85"/>
                <a:gd name="T25" fmla="*/ 2147483646 h 286"/>
                <a:gd name="T26" fmla="*/ 2147483646 w 85"/>
                <a:gd name="T27" fmla="*/ 2147483646 h 286"/>
                <a:gd name="T28" fmla="*/ 2147483646 w 85"/>
                <a:gd name="T29" fmla="*/ 2147483646 h 286"/>
                <a:gd name="T30" fmla="*/ 2147483646 w 85"/>
                <a:gd name="T31" fmla="*/ 2147483646 h 286"/>
                <a:gd name="T32" fmla="*/ 2147483646 w 85"/>
                <a:gd name="T33" fmla="*/ 2147483646 h 286"/>
                <a:gd name="T34" fmla="*/ 2147483646 w 85"/>
                <a:gd name="T35" fmla="*/ 2147483646 h 286"/>
                <a:gd name="T36" fmla="*/ 2147483646 w 85"/>
                <a:gd name="T37" fmla="*/ 2147483646 h 286"/>
                <a:gd name="T38" fmla="*/ 2147483646 w 85"/>
                <a:gd name="T39" fmla="*/ 2147483646 h 286"/>
                <a:gd name="T40" fmla="*/ 2147483646 w 85"/>
                <a:gd name="T41" fmla="*/ 2147483646 h 286"/>
                <a:gd name="T42" fmla="*/ 2147483646 w 85"/>
                <a:gd name="T43" fmla="*/ 2147483646 h 286"/>
                <a:gd name="T44" fmla="*/ 2147483646 w 85"/>
                <a:gd name="T45" fmla="*/ 2147483646 h 286"/>
                <a:gd name="T46" fmla="*/ 2147483646 w 85"/>
                <a:gd name="T47" fmla="*/ 2147483646 h 286"/>
                <a:gd name="T48" fmla="*/ 2147483646 w 85"/>
                <a:gd name="T49" fmla="*/ 2147483646 h 286"/>
                <a:gd name="T50" fmla="*/ 2147483646 w 85"/>
                <a:gd name="T51" fmla="*/ 2147483646 h 286"/>
                <a:gd name="T52" fmla="*/ 2147483646 w 85"/>
                <a:gd name="T53" fmla="*/ 2147483646 h 286"/>
                <a:gd name="T54" fmla="*/ 2147483646 w 85"/>
                <a:gd name="T55" fmla="*/ 2147483646 h 286"/>
                <a:gd name="T56" fmla="*/ 2147483646 w 85"/>
                <a:gd name="T57" fmla="*/ 2147483646 h 286"/>
                <a:gd name="T58" fmla="*/ 2147483646 w 85"/>
                <a:gd name="T59" fmla="*/ 2147483646 h 286"/>
                <a:gd name="T60" fmla="*/ 2147483646 w 85"/>
                <a:gd name="T61" fmla="*/ 2147483646 h 286"/>
                <a:gd name="T62" fmla="*/ 2147483646 w 85"/>
                <a:gd name="T63" fmla="*/ 2147483646 h 286"/>
                <a:gd name="T64" fmla="*/ 2147483646 w 85"/>
                <a:gd name="T65" fmla="*/ 2147483646 h 286"/>
                <a:gd name="T66" fmla="*/ 2147483646 w 85"/>
                <a:gd name="T67" fmla="*/ 2147483646 h 286"/>
                <a:gd name="T68" fmla="*/ 2147483646 w 85"/>
                <a:gd name="T69" fmla="*/ 2147483646 h 286"/>
                <a:gd name="T70" fmla="*/ 2147483646 w 85"/>
                <a:gd name="T71" fmla="*/ 2147483646 h 286"/>
                <a:gd name="T72" fmla="*/ 2147483646 w 85"/>
                <a:gd name="T73" fmla="*/ 2147483646 h 286"/>
                <a:gd name="T74" fmla="*/ 2147483646 w 85"/>
                <a:gd name="T75" fmla="*/ 2147483646 h 286"/>
                <a:gd name="T76" fmla="*/ 2147483646 w 85"/>
                <a:gd name="T77" fmla="*/ 2147483646 h 286"/>
                <a:gd name="T78" fmla="*/ 2147483646 w 85"/>
                <a:gd name="T79" fmla="*/ 2147483646 h 286"/>
                <a:gd name="T80" fmla="*/ 2147483646 w 85"/>
                <a:gd name="T81" fmla="*/ 2147483646 h 286"/>
                <a:gd name="T82" fmla="*/ 2147483646 w 85"/>
                <a:gd name="T83" fmla="*/ 2147483646 h 286"/>
                <a:gd name="T84" fmla="*/ 2147483646 w 85"/>
                <a:gd name="T85" fmla="*/ 2147483646 h 286"/>
                <a:gd name="T86" fmla="*/ 2147483646 w 85"/>
                <a:gd name="T87" fmla="*/ 2147483646 h 286"/>
                <a:gd name="T88" fmla="*/ 2147483646 w 85"/>
                <a:gd name="T89" fmla="*/ 2147483646 h 286"/>
                <a:gd name="T90" fmla="*/ 2147483646 w 85"/>
                <a:gd name="T91" fmla="*/ 2147483646 h 286"/>
                <a:gd name="T92" fmla="*/ 2147483646 w 85"/>
                <a:gd name="T93" fmla="*/ 2147483646 h 286"/>
                <a:gd name="T94" fmla="*/ 2147483646 w 85"/>
                <a:gd name="T95" fmla="*/ 2147483646 h 286"/>
                <a:gd name="T96" fmla="*/ 2147483646 w 85"/>
                <a:gd name="T97" fmla="*/ 2147483646 h 286"/>
                <a:gd name="T98" fmla="*/ 2147483646 w 85"/>
                <a:gd name="T99" fmla="*/ 2147483646 h 286"/>
                <a:gd name="T100" fmla="*/ 2147483646 w 85"/>
                <a:gd name="T101" fmla="*/ 2147483646 h 286"/>
                <a:gd name="T102" fmla="*/ 2147483646 w 85"/>
                <a:gd name="T103" fmla="*/ 2147483646 h 286"/>
                <a:gd name="T104" fmla="*/ 2147483646 w 85"/>
                <a:gd name="T105" fmla="*/ 2147483646 h 286"/>
                <a:gd name="T106" fmla="*/ 2147483646 w 85"/>
                <a:gd name="T107" fmla="*/ 2147483646 h 286"/>
                <a:gd name="T108" fmla="*/ 2147483646 w 85"/>
                <a:gd name="T109" fmla="*/ 2147483646 h 286"/>
                <a:gd name="T110" fmla="*/ 2147483646 w 85"/>
                <a:gd name="T111" fmla="*/ 2147483646 h 286"/>
                <a:gd name="T112" fmla="*/ 2147483646 w 85"/>
                <a:gd name="T113" fmla="*/ 2147483646 h 2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" h="286">
                  <a:moveTo>
                    <a:pt x="0" y="0"/>
                  </a:moveTo>
                  <a:lnTo>
                    <a:pt x="1" y="2"/>
                  </a:lnTo>
                  <a:lnTo>
                    <a:pt x="3" y="6"/>
                  </a:lnTo>
                  <a:lnTo>
                    <a:pt x="4" y="8"/>
                  </a:lnTo>
                  <a:lnTo>
                    <a:pt x="6" y="10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10" y="18"/>
                  </a:lnTo>
                  <a:lnTo>
                    <a:pt x="10" y="20"/>
                  </a:lnTo>
                  <a:lnTo>
                    <a:pt x="12" y="21"/>
                  </a:lnTo>
                  <a:lnTo>
                    <a:pt x="13" y="24"/>
                  </a:lnTo>
                  <a:lnTo>
                    <a:pt x="14" y="25"/>
                  </a:lnTo>
                  <a:lnTo>
                    <a:pt x="15" y="26"/>
                  </a:lnTo>
                  <a:lnTo>
                    <a:pt x="15" y="28"/>
                  </a:lnTo>
                  <a:lnTo>
                    <a:pt x="16" y="30"/>
                  </a:lnTo>
                  <a:lnTo>
                    <a:pt x="16" y="31"/>
                  </a:lnTo>
                  <a:lnTo>
                    <a:pt x="18" y="32"/>
                  </a:lnTo>
                  <a:lnTo>
                    <a:pt x="19" y="33"/>
                  </a:lnTo>
                  <a:lnTo>
                    <a:pt x="19" y="34"/>
                  </a:lnTo>
                  <a:lnTo>
                    <a:pt x="19" y="36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21" y="39"/>
                  </a:lnTo>
                  <a:lnTo>
                    <a:pt x="21" y="40"/>
                  </a:lnTo>
                  <a:lnTo>
                    <a:pt x="22" y="42"/>
                  </a:lnTo>
                  <a:lnTo>
                    <a:pt x="24" y="43"/>
                  </a:lnTo>
                  <a:lnTo>
                    <a:pt x="24" y="45"/>
                  </a:lnTo>
                  <a:lnTo>
                    <a:pt x="24" y="46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6" y="50"/>
                  </a:lnTo>
                  <a:lnTo>
                    <a:pt x="26" y="52"/>
                  </a:lnTo>
                  <a:lnTo>
                    <a:pt x="27" y="54"/>
                  </a:lnTo>
                  <a:lnTo>
                    <a:pt x="28" y="55"/>
                  </a:lnTo>
                  <a:lnTo>
                    <a:pt x="28" y="56"/>
                  </a:lnTo>
                  <a:lnTo>
                    <a:pt x="30" y="58"/>
                  </a:lnTo>
                  <a:lnTo>
                    <a:pt x="30" y="60"/>
                  </a:lnTo>
                  <a:lnTo>
                    <a:pt x="30" y="61"/>
                  </a:lnTo>
                  <a:lnTo>
                    <a:pt x="31" y="62"/>
                  </a:lnTo>
                  <a:lnTo>
                    <a:pt x="31" y="63"/>
                  </a:lnTo>
                  <a:lnTo>
                    <a:pt x="32" y="63"/>
                  </a:lnTo>
                  <a:lnTo>
                    <a:pt x="32" y="64"/>
                  </a:lnTo>
                  <a:lnTo>
                    <a:pt x="32" y="66"/>
                  </a:lnTo>
                  <a:lnTo>
                    <a:pt x="33" y="67"/>
                  </a:lnTo>
                  <a:lnTo>
                    <a:pt x="33" y="68"/>
                  </a:lnTo>
                  <a:lnTo>
                    <a:pt x="33" y="69"/>
                  </a:lnTo>
                  <a:lnTo>
                    <a:pt x="34" y="70"/>
                  </a:lnTo>
                  <a:lnTo>
                    <a:pt x="34" y="72"/>
                  </a:lnTo>
                  <a:lnTo>
                    <a:pt x="34" y="73"/>
                  </a:lnTo>
                  <a:lnTo>
                    <a:pt x="36" y="73"/>
                  </a:lnTo>
                  <a:lnTo>
                    <a:pt x="36" y="74"/>
                  </a:lnTo>
                  <a:lnTo>
                    <a:pt x="36" y="75"/>
                  </a:lnTo>
                  <a:lnTo>
                    <a:pt x="37" y="76"/>
                  </a:lnTo>
                  <a:lnTo>
                    <a:pt x="37" y="78"/>
                  </a:lnTo>
                  <a:lnTo>
                    <a:pt x="37" y="79"/>
                  </a:lnTo>
                  <a:lnTo>
                    <a:pt x="38" y="80"/>
                  </a:lnTo>
                  <a:lnTo>
                    <a:pt x="38" y="81"/>
                  </a:lnTo>
                  <a:lnTo>
                    <a:pt x="39" y="82"/>
                  </a:lnTo>
                  <a:lnTo>
                    <a:pt x="39" y="85"/>
                  </a:lnTo>
                  <a:lnTo>
                    <a:pt x="40" y="86"/>
                  </a:lnTo>
                  <a:lnTo>
                    <a:pt x="40" y="87"/>
                  </a:lnTo>
                  <a:lnTo>
                    <a:pt x="42" y="90"/>
                  </a:lnTo>
                  <a:lnTo>
                    <a:pt x="42" y="92"/>
                  </a:lnTo>
                  <a:lnTo>
                    <a:pt x="43" y="93"/>
                  </a:lnTo>
                  <a:lnTo>
                    <a:pt x="44" y="96"/>
                  </a:lnTo>
                  <a:lnTo>
                    <a:pt x="44" y="97"/>
                  </a:lnTo>
                  <a:lnTo>
                    <a:pt x="45" y="99"/>
                  </a:lnTo>
                  <a:lnTo>
                    <a:pt x="45" y="100"/>
                  </a:lnTo>
                  <a:lnTo>
                    <a:pt x="46" y="102"/>
                  </a:lnTo>
                  <a:lnTo>
                    <a:pt x="46" y="103"/>
                  </a:lnTo>
                  <a:lnTo>
                    <a:pt x="48" y="104"/>
                  </a:lnTo>
                  <a:lnTo>
                    <a:pt x="48" y="105"/>
                  </a:lnTo>
                  <a:lnTo>
                    <a:pt x="48" y="106"/>
                  </a:lnTo>
                  <a:lnTo>
                    <a:pt x="49" y="108"/>
                  </a:lnTo>
                  <a:lnTo>
                    <a:pt x="49" y="109"/>
                  </a:lnTo>
                  <a:lnTo>
                    <a:pt x="49" y="110"/>
                  </a:lnTo>
                  <a:lnTo>
                    <a:pt x="50" y="111"/>
                  </a:lnTo>
                  <a:lnTo>
                    <a:pt x="50" y="112"/>
                  </a:lnTo>
                  <a:lnTo>
                    <a:pt x="50" y="114"/>
                  </a:lnTo>
                  <a:lnTo>
                    <a:pt x="51" y="115"/>
                  </a:lnTo>
                  <a:lnTo>
                    <a:pt x="51" y="116"/>
                  </a:lnTo>
                  <a:lnTo>
                    <a:pt x="51" y="117"/>
                  </a:lnTo>
                  <a:lnTo>
                    <a:pt x="52" y="118"/>
                  </a:lnTo>
                  <a:lnTo>
                    <a:pt x="52" y="120"/>
                  </a:lnTo>
                  <a:lnTo>
                    <a:pt x="52" y="121"/>
                  </a:lnTo>
                  <a:lnTo>
                    <a:pt x="54" y="122"/>
                  </a:lnTo>
                  <a:lnTo>
                    <a:pt x="54" y="123"/>
                  </a:lnTo>
                  <a:lnTo>
                    <a:pt x="54" y="124"/>
                  </a:lnTo>
                  <a:lnTo>
                    <a:pt x="55" y="127"/>
                  </a:lnTo>
                  <a:lnTo>
                    <a:pt x="55" y="128"/>
                  </a:lnTo>
                  <a:lnTo>
                    <a:pt x="56" y="129"/>
                  </a:lnTo>
                  <a:lnTo>
                    <a:pt x="56" y="132"/>
                  </a:lnTo>
                  <a:lnTo>
                    <a:pt x="57" y="133"/>
                  </a:lnTo>
                  <a:lnTo>
                    <a:pt x="57" y="135"/>
                  </a:lnTo>
                  <a:lnTo>
                    <a:pt x="58" y="138"/>
                  </a:lnTo>
                  <a:lnTo>
                    <a:pt x="58" y="139"/>
                  </a:lnTo>
                  <a:lnTo>
                    <a:pt x="60" y="141"/>
                  </a:lnTo>
                  <a:lnTo>
                    <a:pt x="60" y="142"/>
                  </a:lnTo>
                  <a:lnTo>
                    <a:pt x="60" y="144"/>
                  </a:lnTo>
                  <a:lnTo>
                    <a:pt x="61" y="145"/>
                  </a:lnTo>
                  <a:lnTo>
                    <a:pt x="61" y="147"/>
                  </a:lnTo>
                  <a:lnTo>
                    <a:pt x="61" y="148"/>
                  </a:lnTo>
                  <a:lnTo>
                    <a:pt x="62" y="150"/>
                  </a:lnTo>
                  <a:lnTo>
                    <a:pt x="62" y="151"/>
                  </a:lnTo>
                  <a:lnTo>
                    <a:pt x="62" y="152"/>
                  </a:lnTo>
                  <a:lnTo>
                    <a:pt x="63" y="153"/>
                  </a:lnTo>
                  <a:lnTo>
                    <a:pt x="63" y="154"/>
                  </a:lnTo>
                  <a:lnTo>
                    <a:pt x="63" y="156"/>
                  </a:lnTo>
                  <a:lnTo>
                    <a:pt x="64" y="157"/>
                  </a:lnTo>
                  <a:lnTo>
                    <a:pt x="64" y="158"/>
                  </a:lnTo>
                  <a:lnTo>
                    <a:pt x="64" y="159"/>
                  </a:lnTo>
                  <a:lnTo>
                    <a:pt x="64" y="160"/>
                  </a:lnTo>
                  <a:lnTo>
                    <a:pt x="66" y="162"/>
                  </a:lnTo>
                  <a:lnTo>
                    <a:pt x="66" y="163"/>
                  </a:lnTo>
                  <a:lnTo>
                    <a:pt x="67" y="164"/>
                  </a:lnTo>
                  <a:lnTo>
                    <a:pt x="67" y="165"/>
                  </a:lnTo>
                  <a:lnTo>
                    <a:pt x="67" y="168"/>
                  </a:lnTo>
                  <a:lnTo>
                    <a:pt x="68" y="169"/>
                  </a:lnTo>
                  <a:lnTo>
                    <a:pt x="68" y="170"/>
                  </a:lnTo>
                  <a:lnTo>
                    <a:pt x="68" y="171"/>
                  </a:lnTo>
                  <a:lnTo>
                    <a:pt x="69" y="174"/>
                  </a:lnTo>
                  <a:lnTo>
                    <a:pt x="69" y="175"/>
                  </a:lnTo>
                  <a:lnTo>
                    <a:pt x="70" y="177"/>
                  </a:lnTo>
                  <a:lnTo>
                    <a:pt x="70" y="178"/>
                  </a:lnTo>
                  <a:lnTo>
                    <a:pt x="72" y="181"/>
                  </a:lnTo>
                  <a:lnTo>
                    <a:pt x="72" y="182"/>
                  </a:lnTo>
                  <a:lnTo>
                    <a:pt x="73" y="184"/>
                  </a:lnTo>
                  <a:lnTo>
                    <a:pt x="73" y="186"/>
                  </a:lnTo>
                  <a:lnTo>
                    <a:pt x="74" y="187"/>
                  </a:lnTo>
                  <a:lnTo>
                    <a:pt x="74" y="189"/>
                  </a:lnTo>
                  <a:lnTo>
                    <a:pt x="74" y="190"/>
                  </a:lnTo>
                  <a:lnTo>
                    <a:pt x="75" y="192"/>
                  </a:lnTo>
                  <a:lnTo>
                    <a:pt x="75" y="193"/>
                  </a:lnTo>
                  <a:lnTo>
                    <a:pt x="75" y="194"/>
                  </a:lnTo>
                  <a:lnTo>
                    <a:pt x="75" y="195"/>
                  </a:lnTo>
                  <a:lnTo>
                    <a:pt x="76" y="196"/>
                  </a:lnTo>
                  <a:lnTo>
                    <a:pt x="76" y="198"/>
                  </a:lnTo>
                  <a:lnTo>
                    <a:pt x="76" y="199"/>
                  </a:lnTo>
                  <a:lnTo>
                    <a:pt x="76" y="200"/>
                  </a:lnTo>
                  <a:lnTo>
                    <a:pt x="78" y="201"/>
                  </a:lnTo>
                  <a:lnTo>
                    <a:pt x="78" y="202"/>
                  </a:lnTo>
                  <a:lnTo>
                    <a:pt x="78" y="204"/>
                  </a:lnTo>
                  <a:lnTo>
                    <a:pt x="78" y="205"/>
                  </a:lnTo>
                  <a:lnTo>
                    <a:pt x="78" y="206"/>
                  </a:lnTo>
                  <a:lnTo>
                    <a:pt x="78" y="207"/>
                  </a:lnTo>
                  <a:lnTo>
                    <a:pt x="78" y="208"/>
                  </a:lnTo>
                  <a:lnTo>
                    <a:pt x="78" y="210"/>
                  </a:lnTo>
                  <a:lnTo>
                    <a:pt x="79" y="211"/>
                  </a:lnTo>
                  <a:lnTo>
                    <a:pt x="79" y="212"/>
                  </a:lnTo>
                  <a:lnTo>
                    <a:pt x="79" y="213"/>
                  </a:lnTo>
                  <a:lnTo>
                    <a:pt x="79" y="214"/>
                  </a:lnTo>
                  <a:lnTo>
                    <a:pt x="79" y="216"/>
                  </a:lnTo>
                  <a:lnTo>
                    <a:pt x="79" y="218"/>
                  </a:lnTo>
                  <a:lnTo>
                    <a:pt x="79" y="219"/>
                  </a:lnTo>
                  <a:lnTo>
                    <a:pt x="79" y="220"/>
                  </a:lnTo>
                  <a:lnTo>
                    <a:pt x="79" y="223"/>
                  </a:lnTo>
                  <a:lnTo>
                    <a:pt x="80" y="224"/>
                  </a:lnTo>
                  <a:lnTo>
                    <a:pt x="80" y="225"/>
                  </a:lnTo>
                  <a:lnTo>
                    <a:pt x="80" y="226"/>
                  </a:lnTo>
                  <a:lnTo>
                    <a:pt x="80" y="228"/>
                  </a:lnTo>
                  <a:lnTo>
                    <a:pt x="80" y="229"/>
                  </a:lnTo>
                  <a:lnTo>
                    <a:pt x="80" y="230"/>
                  </a:lnTo>
                  <a:lnTo>
                    <a:pt x="80" y="231"/>
                  </a:lnTo>
                  <a:lnTo>
                    <a:pt x="80" y="232"/>
                  </a:lnTo>
                  <a:lnTo>
                    <a:pt x="80" y="234"/>
                  </a:lnTo>
                  <a:lnTo>
                    <a:pt x="80" y="235"/>
                  </a:lnTo>
                  <a:lnTo>
                    <a:pt x="80" y="236"/>
                  </a:lnTo>
                  <a:lnTo>
                    <a:pt x="81" y="237"/>
                  </a:lnTo>
                  <a:lnTo>
                    <a:pt x="81" y="238"/>
                  </a:lnTo>
                  <a:lnTo>
                    <a:pt x="81" y="240"/>
                  </a:lnTo>
                  <a:lnTo>
                    <a:pt x="81" y="241"/>
                  </a:lnTo>
                  <a:lnTo>
                    <a:pt x="81" y="242"/>
                  </a:lnTo>
                  <a:lnTo>
                    <a:pt x="81" y="243"/>
                  </a:lnTo>
                  <a:lnTo>
                    <a:pt x="81" y="244"/>
                  </a:lnTo>
                  <a:lnTo>
                    <a:pt x="82" y="244"/>
                  </a:lnTo>
                  <a:lnTo>
                    <a:pt x="82" y="246"/>
                  </a:lnTo>
                  <a:lnTo>
                    <a:pt x="82" y="247"/>
                  </a:lnTo>
                  <a:lnTo>
                    <a:pt x="82" y="248"/>
                  </a:lnTo>
                  <a:lnTo>
                    <a:pt x="82" y="249"/>
                  </a:lnTo>
                  <a:lnTo>
                    <a:pt x="82" y="250"/>
                  </a:lnTo>
                  <a:lnTo>
                    <a:pt x="84" y="252"/>
                  </a:lnTo>
                  <a:lnTo>
                    <a:pt x="84" y="253"/>
                  </a:lnTo>
                  <a:lnTo>
                    <a:pt x="84" y="254"/>
                  </a:lnTo>
                  <a:lnTo>
                    <a:pt x="84" y="255"/>
                  </a:lnTo>
                  <a:lnTo>
                    <a:pt x="84" y="256"/>
                  </a:lnTo>
                  <a:lnTo>
                    <a:pt x="85" y="256"/>
                  </a:lnTo>
                  <a:lnTo>
                    <a:pt x="85" y="258"/>
                  </a:lnTo>
                  <a:lnTo>
                    <a:pt x="85" y="259"/>
                  </a:lnTo>
                  <a:lnTo>
                    <a:pt x="85" y="260"/>
                  </a:lnTo>
                  <a:lnTo>
                    <a:pt x="85" y="261"/>
                  </a:lnTo>
                  <a:lnTo>
                    <a:pt x="85" y="262"/>
                  </a:lnTo>
                  <a:lnTo>
                    <a:pt x="85" y="264"/>
                  </a:lnTo>
                  <a:lnTo>
                    <a:pt x="85" y="265"/>
                  </a:lnTo>
                  <a:lnTo>
                    <a:pt x="85" y="266"/>
                  </a:lnTo>
                  <a:lnTo>
                    <a:pt x="85" y="267"/>
                  </a:lnTo>
                  <a:lnTo>
                    <a:pt x="85" y="268"/>
                  </a:lnTo>
                  <a:lnTo>
                    <a:pt x="85" y="270"/>
                  </a:lnTo>
                  <a:lnTo>
                    <a:pt x="85" y="271"/>
                  </a:lnTo>
                  <a:lnTo>
                    <a:pt x="85" y="272"/>
                  </a:lnTo>
                  <a:lnTo>
                    <a:pt x="85" y="274"/>
                  </a:lnTo>
                  <a:lnTo>
                    <a:pt x="84" y="276"/>
                  </a:lnTo>
                  <a:lnTo>
                    <a:pt x="84" y="278"/>
                  </a:lnTo>
                  <a:lnTo>
                    <a:pt x="84" y="279"/>
                  </a:lnTo>
                  <a:lnTo>
                    <a:pt x="84" y="282"/>
                  </a:lnTo>
                  <a:lnTo>
                    <a:pt x="84" y="284"/>
                  </a:lnTo>
                  <a:lnTo>
                    <a:pt x="84" y="28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96" name="Freeform 212">
              <a:extLst>
                <a:ext uri="{FF2B5EF4-FFF2-40B4-BE49-F238E27FC236}">
                  <a16:creationId xmlns:a16="http://schemas.microsoft.com/office/drawing/2014/main" id="{F4D169D1-1148-447C-9E2F-30BE46D92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088" y="4010025"/>
              <a:ext cx="66675" cy="227013"/>
            </a:xfrm>
            <a:custGeom>
              <a:avLst/>
              <a:gdLst>
                <a:gd name="T0" fmla="*/ 2147483646 w 85"/>
                <a:gd name="T1" fmla="*/ 2147483646 h 287"/>
                <a:gd name="T2" fmla="*/ 2147483646 w 85"/>
                <a:gd name="T3" fmla="*/ 2147483646 h 287"/>
                <a:gd name="T4" fmla="*/ 2147483646 w 85"/>
                <a:gd name="T5" fmla="*/ 2147483646 h 287"/>
                <a:gd name="T6" fmla="*/ 2147483646 w 85"/>
                <a:gd name="T7" fmla="*/ 2147483646 h 287"/>
                <a:gd name="T8" fmla="*/ 2147483646 w 85"/>
                <a:gd name="T9" fmla="*/ 2147483646 h 287"/>
                <a:gd name="T10" fmla="*/ 2147483646 w 85"/>
                <a:gd name="T11" fmla="*/ 2147483646 h 287"/>
                <a:gd name="T12" fmla="*/ 2147483646 w 85"/>
                <a:gd name="T13" fmla="*/ 2147483646 h 287"/>
                <a:gd name="T14" fmla="*/ 2147483646 w 85"/>
                <a:gd name="T15" fmla="*/ 2147483646 h 287"/>
                <a:gd name="T16" fmla="*/ 2147483646 w 85"/>
                <a:gd name="T17" fmla="*/ 2147483646 h 287"/>
                <a:gd name="T18" fmla="*/ 2147483646 w 85"/>
                <a:gd name="T19" fmla="*/ 2147483646 h 287"/>
                <a:gd name="T20" fmla="*/ 2147483646 w 85"/>
                <a:gd name="T21" fmla="*/ 2147483646 h 287"/>
                <a:gd name="T22" fmla="*/ 2147483646 w 85"/>
                <a:gd name="T23" fmla="*/ 2147483646 h 287"/>
                <a:gd name="T24" fmla="*/ 2147483646 w 85"/>
                <a:gd name="T25" fmla="*/ 2147483646 h 287"/>
                <a:gd name="T26" fmla="*/ 2147483646 w 85"/>
                <a:gd name="T27" fmla="*/ 2147483646 h 287"/>
                <a:gd name="T28" fmla="*/ 2147483646 w 85"/>
                <a:gd name="T29" fmla="*/ 2147483646 h 287"/>
                <a:gd name="T30" fmla="*/ 2147483646 w 85"/>
                <a:gd name="T31" fmla="*/ 2147483646 h 287"/>
                <a:gd name="T32" fmla="*/ 2147483646 w 85"/>
                <a:gd name="T33" fmla="*/ 2147483646 h 287"/>
                <a:gd name="T34" fmla="*/ 2147483646 w 85"/>
                <a:gd name="T35" fmla="*/ 2147483646 h 287"/>
                <a:gd name="T36" fmla="*/ 2147483646 w 85"/>
                <a:gd name="T37" fmla="*/ 2147483646 h 287"/>
                <a:gd name="T38" fmla="*/ 2147483646 w 85"/>
                <a:gd name="T39" fmla="*/ 2147483646 h 287"/>
                <a:gd name="T40" fmla="*/ 2147483646 w 85"/>
                <a:gd name="T41" fmla="*/ 2147483646 h 287"/>
                <a:gd name="T42" fmla="*/ 2147483646 w 85"/>
                <a:gd name="T43" fmla="*/ 2147483646 h 287"/>
                <a:gd name="T44" fmla="*/ 2147483646 w 85"/>
                <a:gd name="T45" fmla="*/ 2147483646 h 287"/>
                <a:gd name="T46" fmla="*/ 2147483646 w 85"/>
                <a:gd name="T47" fmla="*/ 2147483646 h 287"/>
                <a:gd name="T48" fmla="*/ 2147483646 w 85"/>
                <a:gd name="T49" fmla="*/ 2147483646 h 287"/>
                <a:gd name="T50" fmla="*/ 2147483646 w 85"/>
                <a:gd name="T51" fmla="*/ 2147483646 h 287"/>
                <a:gd name="T52" fmla="*/ 2147483646 w 85"/>
                <a:gd name="T53" fmla="*/ 2147483646 h 287"/>
                <a:gd name="T54" fmla="*/ 2147483646 w 85"/>
                <a:gd name="T55" fmla="*/ 2147483646 h 287"/>
                <a:gd name="T56" fmla="*/ 2147483646 w 85"/>
                <a:gd name="T57" fmla="*/ 2147483646 h 287"/>
                <a:gd name="T58" fmla="*/ 2147483646 w 85"/>
                <a:gd name="T59" fmla="*/ 2147483646 h 287"/>
                <a:gd name="T60" fmla="*/ 2147483646 w 85"/>
                <a:gd name="T61" fmla="*/ 2147483646 h 287"/>
                <a:gd name="T62" fmla="*/ 2147483646 w 85"/>
                <a:gd name="T63" fmla="*/ 2147483646 h 287"/>
                <a:gd name="T64" fmla="*/ 2147483646 w 85"/>
                <a:gd name="T65" fmla="*/ 2147483646 h 287"/>
                <a:gd name="T66" fmla="*/ 2147483646 w 85"/>
                <a:gd name="T67" fmla="*/ 2147483646 h 287"/>
                <a:gd name="T68" fmla="*/ 2147483646 w 85"/>
                <a:gd name="T69" fmla="*/ 2147483646 h 287"/>
                <a:gd name="T70" fmla="*/ 2147483646 w 85"/>
                <a:gd name="T71" fmla="*/ 2147483646 h 287"/>
                <a:gd name="T72" fmla="*/ 2147483646 w 85"/>
                <a:gd name="T73" fmla="*/ 2147483646 h 287"/>
                <a:gd name="T74" fmla="*/ 2147483646 w 85"/>
                <a:gd name="T75" fmla="*/ 2147483646 h 287"/>
                <a:gd name="T76" fmla="*/ 2147483646 w 85"/>
                <a:gd name="T77" fmla="*/ 2147483646 h 287"/>
                <a:gd name="T78" fmla="*/ 2147483646 w 85"/>
                <a:gd name="T79" fmla="*/ 2147483646 h 287"/>
                <a:gd name="T80" fmla="*/ 2147483646 w 85"/>
                <a:gd name="T81" fmla="*/ 2147483646 h 287"/>
                <a:gd name="T82" fmla="*/ 2147483646 w 85"/>
                <a:gd name="T83" fmla="*/ 2147483646 h 287"/>
                <a:gd name="T84" fmla="*/ 2147483646 w 85"/>
                <a:gd name="T85" fmla="*/ 2147483646 h 287"/>
                <a:gd name="T86" fmla="*/ 2147483646 w 85"/>
                <a:gd name="T87" fmla="*/ 2147483646 h 287"/>
                <a:gd name="T88" fmla="*/ 2147483646 w 85"/>
                <a:gd name="T89" fmla="*/ 2147483646 h 287"/>
                <a:gd name="T90" fmla="*/ 2147483646 w 85"/>
                <a:gd name="T91" fmla="*/ 2147483646 h 287"/>
                <a:gd name="T92" fmla="*/ 2147483646 w 85"/>
                <a:gd name="T93" fmla="*/ 2147483646 h 287"/>
                <a:gd name="T94" fmla="*/ 2147483646 w 85"/>
                <a:gd name="T95" fmla="*/ 2147483646 h 287"/>
                <a:gd name="T96" fmla="*/ 2147483646 w 85"/>
                <a:gd name="T97" fmla="*/ 2147483646 h 287"/>
                <a:gd name="T98" fmla="*/ 2147483646 w 85"/>
                <a:gd name="T99" fmla="*/ 2147483646 h 287"/>
                <a:gd name="T100" fmla="*/ 2147483646 w 85"/>
                <a:gd name="T101" fmla="*/ 2147483646 h 287"/>
                <a:gd name="T102" fmla="*/ 2147483646 w 85"/>
                <a:gd name="T103" fmla="*/ 2147483646 h 287"/>
                <a:gd name="T104" fmla="*/ 2147483646 w 85"/>
                <a:gd name="T105" fmla="*/ 2147483646 h 287"/>
                <a:gd name="T106" fmla="*/ 2147483646 w 85"/>
                <a:gd name="T107" fmla="*/ 2147483646 h 287"/>
                <a:gd name="T108" fmla="*/ 2147483646 w 85"/>
                <a:gd name="T109" fmla="*/ 2147483646 h 287"/>
                <a:gd name="T110" fmla="*/ 2147483646 w 85"/>
                <a:gd name="T111" fmla="*/ 2147483646 h 287"/>
                <a:gd name="T112" fmla="*/ 2147483646 w 85"/>
                <a:gd name="T113" fmla="*/ 2147483646 h 2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" h="287">
                  <a:moveTo>
                    <a:pt x="0" y="287"/>
                  </a:moveTo>
                  <a:lnTo>
                    <a:pt x="1" y="283"/>
                  </a:lnTo>
                  <a:lnTo>
                    <a:pt x="3" y="281"/>
                  </a:lnTo>
                  <a:lnTo>
                    <a:pt x="4" y="278"/>
                  </a:lnTo>
                  <a:lnTo>
                    <a:pt x="6" y="275"/>
                  </a:lnTo>
                  <a:lnTo>
                    <a:pt x="7" y="272"/>
                  </a:lnTo>
                  <a:lnTo>
                    <a:pt x="9" y="271"/>
                  </a:lnTo>
                  <a:lnTo>
                    <a:pt x="10" y="269"/>
                  </a:lnTo>
                  <a:lnTo>
                    <a:pt x="10" y="266"/>
                  </a:lnTo>
                  <a:lnTo>
                    <a:pt x="12" y="265"/>
                  </a:lnTo>
                  <a:lnTo>
                    <a:pt x="13" y="263"/>
                  </a:lnTo>
                  <a:lnTo>
                    <a:pt x="14" y="262"/>
                  </a:lnTo>
                  <a:lnTo>
                    <a:pt x="15" y="259"/>
                  </a:lnTo>
                  <a:lnTo>
                    <a:pt x="15" y="258"/>
                  </a:lnTo>
                  <a:lnTo>
                    <a:pt x="16" y="257"/>
                  </a:lnTo>
                  <a:lnTo>
                    <a:pt x="16" y="256"/>
                  </a:lnTo>
                  <a:lnTo>
                    <a:pt x="18" y="254"/>
                  </a:lnTo>
                  <a:lnTo>
                    <a:pt x="19" y="253"/>
                  </a:lnTo>
                  <a:lnTo>
                    <a:pt x="19" y="252"/>
                  </a:lnTo>
                  <a:lnTo>
                    <a:pt x="19" y="251"/>
                  </a:lnTo>
                  <a:lnTo>
                    <a:pt x="20" y="250"/>
                  </a:lnTo>
                  <a:lnTo>
                    <a:pt x="20" y="248"/>
                  </a:lnTo>
                  <a:lnTo>
                    <a:pt x="21" y="247"/>
                  </a:lnTo>
                  <a:lnTo>
                    <a:pt x="21" y="246"/>
                  </a:lnTo>
                  <a:lnTo>
                    <a:pt x="22" y="245"/>
                  </a:lnTo>
                  <a:lnTo>
                    <a:pt x="22" y="244"/>
                  </a:lnTo>
                  <a:lnTo>
                    <a:pt x="24" y="242"/>
                  </a:lnTo>
                  <a:lnTo>
                    <a:pt x="24" y="241"/>
                  </a:lnTo>
                  <a:lnTo>
                    <a:pt x="24" y="240"/>
                  </a:lnTo>
                  <a:lnTo>
                    <a:pt x="25" y="239"/>
                  </a:lnTo>
                  <a:lnTo>
                    <a:pt x="25" y="238"/>
                  </a:lnTo>
                  <a:lnTo>
                    <a:pt x="26" y="236"/>
                  </a:lnTo>
                  <a:lnTo>
                    <a:pt x="26" y="234"/>
                  </a:lnTo>
                  <a:lnTo>
                    <a:pt x="27" y="233"/>
                  </a:lnTo>
                  <a:lnTo>
                    <a:pt x="28" y="232"/>
                  </a:lnTo>
                  <a:lnTo>
                    <a:pt x="28" y="229"/>
                  </a:lnTo>
                  <a:lnTo>
                    <a:pt x="30" y="228"/>
                  </a:lnTo>
                  <a:lnTo>
                    <a:pt x="30" y="227"/>
                  </a:lnTo>
                  <a:lnTo>
                    <a:pt x="30" y="226"/>
                  </a:lnTo>
                  <a:lnTo>
                    <a:pt x="31" y="224"/>
                  </a:lnTo>
                  <a:lnTo>
                    <a:pt x="31" y="223"/>
                  </a:lnTo>
                  <a:lnTo>
                    <a:pt x="32" y="222"/>
                  </a:lnTo>
                  <a:lnTo>
                    <a:pt x="32" y="221"/>
                  </a:lnTo>
                  <a:lnTo>
                    <a:pt x="33" y="220"/>
                  </a:lnTo>
                  <a:lnTo>
                    <a:pt x="33" y="218"/>
                  </a:lnTo>
                  <a:lnTo>
                    <a:pt x="33" y="217"/>
                  </a:lnTo>
                  <a:lnTo>
                    <a:pt x="34" y="216"/>
                  </a:lnTo>
                  <a:lnTo>
                    <a:pt x="34" y="215"/>
                  </a:lnTo>
                  <a:lnTo>
                    <a:pt x="34" y="214"/>
                  </a:lnTo>
                  <a:lnTo>
                    <a:pt x="36" y="212"/>
                  </a:lnTo>
                  <a:lnTo>
                    <a:pt x="36" y="211"/>
                  </a:lnTo>
                  <a:lnTo>
                    <a:pt x="37" y="210"/>
                  </a:lnTo>
                  <a:lnTo>
                    <a:pt x="37" y="209"/>
                  </a:lnTo>
                  <a:lnTo>
                    <a:pt x="37" y="208"/>
                  </a:lnTo>
                  <a:lnTo>
                    <a:pt x="38" y="206"/>
                  </a:lnTo>
                  <a:lnTo>
                    <a:pt x="38" y="205"/>
                  </a:lnTo>
                  <a:lnTo>
                    <a:pt x="39" y="203"/>
                  </a:lnTo>
                  <a:lnTo>
                    <a:pt x="39" y="202"/>
                  </a:lnTo>
                  <a:lnTo>
                    <a:pt x="40" y="200"/>
                  </a:lnTo>
                  <a:lnTo>
                    <a:pt x="40" y="198"/>
                  </a:lnTo>
                  <a:lnTo>
                    <a:pt x="42" y="197"/>
                  </a:lnTo>
                  <a:lnTo>
                    <a:pt x="42" y="194"/>
                  </a:lnTo>
                  <a:lnTo>
                    <a:pt x="43" y="193"/>
                  </a:lnTo>
                  <a:lnTo>
                    <a:pt x="44" y="191"/>
                  </a:lnTo>
                  <a:lnTo>
                    <a:pt x="44" y="190"/>
                  </a:lnTo>
                  <a:lnTo>
                    <a:pt x="45" y="187"/>
                  </a:lnTo>
                  <a:lnTo>
                    <a:pt x="45" y="186"/>
                  </a:lnTo>
                  <a:lnTo>
                    <a:pt x="46" y="185"/>
                  </a:lnTo>
                  <a:lnTo>
                    <a:pt x="46" y="184"/>
                  </a:lnTo>
                  <a:lnTo>
                    <a:pt x="48" y="181"/>
                  </a:lnTo>
                  <a:lnTo>
                    <a:pt x="48" y="180"/>
                  </a:lnTo>
                  <a:lnTo>
                    <a:pt x="48" y="179"/>
                  </a:lnTo>
                  <a:lnTo>
                    <a:pt x="49" y="178"/>
                  </a:lnTo>
                  <a:lnTo>
                    <a:pt x="49" y="176"/>
                  </a:lnTo>
                  <a:lnTo>
                    <a:pt x="50" y="175"/>
                  </a:lnTo>
                  <a:lnTo>
                    <a:pt x="50" y="174"/>
                  </a:lnTo>
                  <a:lnTo>
                    <a:pt x="50" y="173"/>
                  </a:lnTo>
                  <a:lnTo>
                    <a:pt x="51" y="172"/>
                  </a:lnTo>
                  <a:lnTo>
                    <a:pt x="51" y="170"/>
                  </a:lnTo>
                  <a:lnTo>
                    <a:pt x="51" y="169"/>
                  </a:lnTo>
                  <a:lnTo>
                    <a:pt x="52" y="168"/>
                  </a:lnTo>
                  <a:lnTo>
                    <a:pt x="52" y="167"/>
                  </a:lnTo>
                  <a:lnTo>
                    <a:pt x="52" y="166"/>
                  </a:lnTo>
                  <a:lnTo>
                    <a:pt x="54" y="164"/>
                  </a:lnTo>
                  <a:lnTo>
                    <a:pt x="54" y="163"/>
                  </a:lnTo>
                  <a:lnTo>
                    <a:pt x="54" y="161"/>
                  </a:lnTo>
                  <a:lnTo>
                    <a:pt x="55" y="160"/>
                  </a:lnTo>
                  <a:lnTo>
                    <a:pt x="55" y="158"/>
                  </a:lnTo>
                  <a:lnTo>
                    <a:pt x="56" y="157"/>
                  </a:lnTo>
                  <a:lnTo>
                    <a:pt x="56" y="155"/>
                  </a:lnTo>
                  <a:lnTo>
                    <a:pt x="57" y="154"/>
                  </a:lnTo>
                  <a:lnTo>
                    <a:pt x="57" y="151"/>
                  </a:lnTo>
                  <a:lnTo>
                    <a:pt x="58" y="149"/>
                  </a:lnTo>
                  <a:lnTo>
                    <a:pt x="58" y="148"/>
                  </a:lnTo>
                  <a:lnTo>
                    <a:pt x="60" y="145"/>
                  </a:lnTo>
                  <a:lnTo>
                    <a:pt x="60" y="144"/>
                  </a:lnTo>
                  <a:lnTo>
                    <a:pt x="60" y="143"/>
                  </a:lnTo>
                  <a:lnTo>
                    <a:pt x="61" y="140"/>
                  </a:lnTo>
                  <a:lnTo>
                    <a:pt x="61" y="139"/>
                  </a:lnTo>
                  <a:lnTo>
                    <a:pt x="61" y="138"/>
                  </a:lnTo>
                  <a:lnTo>
                    <a:pt x="62" y="137"/>
                  </a:lnTo>
                  <a:lnTo>
                    <a:pt x="62" y="136"/>
                  </a:lnTo>
                  <a:lnTo>
                    <a:pt x="62" y="134"/>
                  </a:lnTo>
                  <a:lnTo>
                    <a:pt x="63" y="133"/>
                  </a:lnTo>
                  <a:lnTo>
                    <a:pt x="63" y="132"/>
                  </a:lnTo>
                  <a:lnTo>
                    <a:pt x="63" y="131"/>
                  </a:lnTo>
                  <a:lnTo>
                    <a:pt x="64" y="130"/>
                  </a:lnTo>
                  <a:lnTo>
                    <a:pt x="64" y="128"/>
                  </a:lnTo>
                  <a:lnTo>
                    <a:pt x="64" y="127"/>
                  </a:lnTo>
                  <a:lnTo>
                    <a:pt x="64" y="126"/>
                  </a:lnTo>
                  <a:lnTo>
                    <a:pt x="66" y="125"/>
                  </a:lnTo>
                  <a:lnTo>
                    <a:pt x="66" y="124"/>
                  </a:lnTo>
                  <a:lnTo>
                    <a:pt x="66" y="122"/>
                  </a:lnTo>
                  <a:lnTo>
                    <a:pt x="67" y="121"/>
                  </a:lnTo>
                  <a:lnTo>
                    <a:pt x="67" y="120"/>
                  </a:lnTo>
                  <a:lnTo>
                    <a:pt x="67" y="119"/>
                  </a:lnTo>
                  <a:lnTo>
                    <a:pt x="68" y="118"/>
                  </a:lnTo>
                  <a:lnTo>
                    <a:pt x="68" y="116"/>
                  </a:lnTo>
                  <a:lnTo>
                    <a:pt x="68" y="115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2" y="106"/>
                  </a:lnTo>
                  <a:lnTo>
                    <a:pt x="72" y="103"/>
                  </a:lnTo>
                  <a:lnTo>
                    <a:pt x="73" y="102"/>
                  </a:lnTo>
                  <a:lnTo>
                    <a:pt x="73" y="101"/>
                  </a:lnTo>
                  <a:lnTo>
                    <a:pt x="74" y="98"/>
                  </a:lnTo>
                  <a:lnTo>
                    <a:pt x="74" y="97"/>
                  </a:lnTo>
                  <a:lnTo>
                    <a:pt x="74" y="96"/>
                  </a:lnTo>
                  <a:lnTo>
                    <a:pt x="75" y="95"/>
                  </a:lnTo>
                  <a:lnTo>
                    <a:pt x="75" y="94"/>
                  </a:lnTo>
                  <a:lnTo>
                    <a:pt x="75" y="92"/>
                  </a:lnTo>
                  <a:lnTo>
                    <a:pt x="75" y="91"/>
                  </a:lnTo>
                  <a:lnTo>
                    <a:pt x="76" y="90"/>
                  </a:lnTo>
                  <a:lnTo>
                    <a:pt x="76" y="89"/>
                  </a:lnTo>
                  <a:lnTo>
                    <a:pt x="76" y="88"/>
                  </a:lnTo>
                  <a:lnTo>
                    <a:pt x="76" y="86"/>
                  </a:lnTo>
                  <a:lnTo>
                    <a:pt x="78" y="85"/>
                  </a:lnTo>
                  <a:lnTo>
                    <a:pt x="78" y="84"/>
                  </a:lnTo>
                  <a:lnTo>
                    <a:pt x="78" y="83"/>
                  </a:lnTo>
                  <a:lnTo>
                    <a:pt x="78" y="82"/>
                  </a:lnTo>
                  <a:lnTo>
                    <a:pt x="78" y="80"/>
                  </a:lnTo>
                  <a:lnTo>
                    <a:pt x="78" y="79"/>
                  </a:lnTo>
                  <a:lnTo>
                    <a:pt x="78" y="78"/>
                  </a:lnTo>
                  <a:lnTo>
                    <a:pt x="78" y="77"/>
                  </a:lnTo>
                  <a:lnTo>
                    <a:pt x="79" y="76"/>
                  </a:lnTo>
                  <a:lnTo>
                    <a:pt x="79" y="74"/>
                  </a:lnTo>
                  <a:lnTo>
                    <a:pt x="79" y="73"/>
                  </a:lnTo>
                  <a:lnTo>
                    <a:pt x="79" y="72"/>
                  </a:lnTo>
                  <a:lnTo>
                    <a:pt x="79" y="71"/>
                  </a:lnTo>
                  <a:lnTo>
                    <a:pt x="79" y="68"/>
                  </a:lnTo>
                  <a:lnTo>
                    <a:pt x="79" y="67"/>
                  </a:lnTo>
                  <a:lnTo>
                    <a:pt x="79" y="66"/>
                  </a:lnTo>
                  <a:lnTo>
                    <a:pt x="79" y="64"/>
                  </a:lnTo>
                  <a:lnTo>
                    <a:pt x="80" y="62"/>
                  </a:lnTo>
                  <a:lnTo>
                    <a:pt x="80" y="61"/>
                  </a:lnTo>
                  <a:lnTo>
                    <a:pt x="80" y="60"/>
                  </a:lnTo>
                  <a:lnTo>
                    <a:pt x="80" y="59"/>
                  </a:lnTo>
                  <a:lnTo>
                    <a:pt x="80" y="58"/>
                  </a:lnTo>
                  <a:lnTo>
                    <a:pt x="80" y="56"/>
                  </a:lnTo>
                  <a:lnTo>
                    <a:pt x="80" y="55"/>
                  </a:lnTo>
                  <a:lnTo>
                    <a:pt x="80" y="54"/>
                  </a:lnTo>
                  <a:lnTo>
                    <a:pt x="80" y="53"/>
                  </a:lnTo>
                  <a:lnTo>
                    <a:pt x="80" y="52"/>
                  </a:lnTo>
                  <a:lnTo>
                    <a:pt x="80" y="50"/>
                  </a:lnTo>
                  <a:lnTo>
                    <a:pt x="81" y="49"/>
                  </a:lnTo>
                  <a:lnTo>
                    <a:pt x="81" y="48"/>
                  </a:lnTo>
                  <a:lnTo>
                    <a:pt x="81" y="47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3"/>
                  </a:lnTo>
                  <a:lnTo>
                    <a:pt x="81" y="42"/>
                  </a:lnTo>
                  <a:lnTo>
                    <a:pt x="82" y="42"/>
                  </a:lnTo>
                  <a:lnTo>
                    <a:pt x="82" y="41"/>
                  </a:lnTo>
                  <a:lnTo>
                    <a:pt x="82" y="40"/>
                  </a:lnTo>
                  <a:lnTo>
                    <a:pt x="82" y="38"/>
                  </a:lnTo>
                  <a:lnTo>
                    <a:pt x="82" y="37"/>
                  </a:lnTo>
                  <a:lnTo>
                    <a:pt x="82" y="36"/>
                  </a:lnTo>
                  <a:lnTo>
                    <a:pt x="84" y="35"/>
                  </a:lnTo>
                  <a:lnTo>
                    <a:pt x="84" y="34"/>
                  </a:lnTo>
                  <a:lnTo>
                    <a:pt x="84" y="32"/>
                  </a:lnTo>
                  <a:lnTo>
                    <a:pt x="84" y="31"/>
                  </a:lnTo>
                  <a:lnTo>
                    <a:pt x="84" y="30"/>
                  </a:lnTo>
                  <a:lnTo>
                    <a:pt x="85" y="30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5"/>
                  </a:lnTo>
                  <a:lnTo>
                    <a:pt x="85" y="24"/>
                  </a:lnTo>
                  <a:lnTo>
                    <a:pt x="85" y="23"/>
                  </a:lnTo>
                  <a:lnTo>
                    <a:pt x="85" y="22"/>
                  </a:lnTo>
                  <a:lnTo>
                    <a:pt x="85" y="20"/>
                  </a:lnTo>
                  <a:lnTo>
                    <a:pt x="85" y="19"/>
                  </a:lnTo>
                  <a:lnTo>
                    <a:pt x="85" y="18"/>
                  </a:lnTo>
                  <a:lnTo>
                    <a:pt x="85" y="17"/>
                  </a:lnTo>
                  <a:lnTo>
                    <a:pt x="85" y="16"/>
                  </a:lnTo>
                  <a:lnTo>
                    <a:pt x="85" y="14"/>
                  </a:lnTo>
                  <a:lnTo>
                    <a:pt x="85" y="12"/>
                  </a:lnTo>
                  <a:lnTo>
                    <a:pt x="84" y="11"/>
                  </a:lnTo>
                  <a:lnTo>
                    <a:pt x="84" y="8"/>
                  </a:lnTo>
                  <a:lnTo>
                    <a:pt x="84" y="7"/>
                  </a:lnTo>
                  <a:lnTo>
                    <a:pt x="84" y="5"/>
                  </a:lnTo>
                  <a:lnTo>
                    <a:pt x="84" y="2"/>
                  </a:lnTo>
                  <a:lnTo>
                    <a:pt x="84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97" name="Line 213">
              <a:extLst>
                <a:ext uri="{FF2B5EF4-FFF2-40B4-BE49-F238E27FC236}">
                  <a16:creationId xmlns:a16="http://schemas.microsoft.com/office/drawing/2014/main" id="{ECFDEADB-3103-49CF-BCBC-35B3C69640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6963" y="5622925"/>
              <a:ext cx="30480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98" name="Line 214">
              <a:extLst>
                <a:ext uri="{FF2B5EF4-FFF2-40B4-BE49-F238E27FC236}">
                  <a16:creationId xmlns:a16="http://schemas.microsoft.com/office/drawing/2014/main" id="{C24E233D-0BBF-4AB5-BC91-BF5FBFAA80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6963" y="5489575"/>
              <a:ext cx="26670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699" name="Line 215">
              <a:extLst>
                <a:ext uri="{FF2B5EF4-FFF2-40B4-BE49-F238E27FC236}">
                  <a16:creationId xmlns:a16="http://schemas.microsoft.com/office/drawing/2014/main" id="{786ECE11-1680-4C7C-AC8B-60096F5017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7913" y="5775325"/>
              <a:ext cx="28575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00" name="Freeform 216">
              <a:extLst>
                <a:ext uri="{FF2B5EF4-FFF2-40B4-BE49-F238E27FC236}">
                  <a16:creationId xmlns:a16="http://schemas.microsoft.com/office/drawing/2014/main" id="{7326D61D-E279-4741-B92E-258A92A8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850" y="5403850"/>
              <a:ext cx="569913" cy="225425"/>
            </a:xfrm>
            <a:custGeom>
              <a:avLst/>
              <a:gdLst>
                <a:gd name="T0" fmla="*/ 2147483646 w 717"/>
                <a:gd name="T1" fmla="*/ 0 h 284"/>
                <a:gd name="T2" fmla="*/ 2147483646 w 717"/>
                <a:gd name="T3" fmla="*/ 0 h 284"/>
                <a:gd name="T4" fmla="*/ 2147483646 w 717"/>
                <a:gd name="T5" fmla="*/ 0 h 284"/>
                <a:gd name="T6" fmla="*/ 2147483646 w 717"/>
                <a:gd name="T7" fmla="*/ 0 h 284"/>
                <a:gd name="T8" fmla="*/ 2147483646 w 717"/>
                <a:gd name="T9" fmla="*/ 2147483646 h 284"/>
                <a:gd name="T10" fmla="*/ 2147483646 w 717"/>
                <a:gd name="T11" fmla="*/ 2147483646 h 284"/>
                <a:gd name="T12" fmla="*/ 2147483646 w 717"/>
                <a:gd name="T13" fmla="*/ 2147483646 h 284"/>
                <a:gd name="T14" fmla="*/ 2147483646 w 717"/>
                <a:gd name="T15" fmla="*/ 2147483646 h 284"/>
                <a:gd name="T16" fmla="*/ 2147483646 w 717"/>
                <a:gd name="T17" fmla="*/ 2147483646 h 284"/>
                <a:gd name="T18" fmla="*/ 2147483646 w 717"/>
                <a:gd name="T19" fmla="*/ 2147483646 h 284"/>
                <a:gd name="T20" fmla="*/ 2147483646 w 717"/>
                <a:gd name="T21" fmla="*/ 2147483646 h 284"/>
                <a:gd name="T22" fmla="*/ 2147483646 w 717"/>
                <a:gd name="T23" fmla="*/ 2147483646 h 284"/>
                <a:gd name="T24" fmla="*/ 2147483646 w 717"/>
                <a:gd name="T25" fmla="*/ 2147483646 h 284"/>
                <a:gd name="T26" fmla="*/ 2147483646 w 717"/>
                <a:gd name="T27" fmla="*/ 2147483646 h 284"/>
                <a:gd name="T28" fmla="*/ 2147483646 w 717"/>
                <a:gd name="T29" fmla="*/ 2147483646 h 284"/>
                <a:gd name="T30" fmla="*/ 2147483646 w 717"/>
                <a:gd name="T31" fmla="*/ 2147483646 h 284"/>
                <a:gd name="T32" fmla="*/ 2147483646 w 717"/>
                <a:gd name="T33" fmla="*/ 2147483646 h 284"/>
                <a:gd name="T34" fmla="*/ 2147483646 w 717"/>
                <a:gd name="T35" fmla="*/ 2147483646 h 284"/>
                <a:gd name="T36" fmla="*/ 2147483646 w 717"/>
                <a:gd name="T37" fmla="*/ 2147483646 h 284"/>
                <a:gd name="T38" fmla="*/ 2147483646 w 717"/>
                <a:gd name="T39" fmla="*/ 2147483646 h 284"/>
                <a:gd name="T40" fmla="*/ 2147483646 w 717"/>
                <a:gd name="T41" fmla="*/ 2147483646 h 284"/>
                <a:gd name="T42" fmla="*/ 2147483646 w 717"/>
                <a:gd name="T43" fmla="*/ 2147483646 h 284"/>
                <a:gd name="T44" fmla="*/ 2147483646 w 717"/>
                <a:gd name="T45" fmla="*/ 2147483646 h 284"/>
                <a:gd name="T46" fmla="*/ 2147483646 w 717"/>
                <a:gd name="T47" fmla="*/ 2147483646 h 284"/>
                <a:gd name="T48" fmla="*/ 2147483646 w 717"/>
                <a:gd name="T49" fmla="*/ 2147483646 h 284"/>
                <a:gd name="T50" fmla="*/ 2147483646 w 717"/>
                <a:gd name="T51" fmla="*/ 2147483646 h 284"/>
                <a:gd name="T52" fmla="*/ 2147483646 w 717"/>
                <a:gd name="T53" fmla="*/ 2147483646 h 284"/>
                <a:gd name="T54" fmla="*/ 2147483646 w 717"/>
                <a:gd name="T55" fmla="*/ 2147483646 h 284"/>
                <a:gd name="T56" fmla="*/ 2147483646 w 717"/>
                <a:gd name="T57" fmla="*/ 2147483646 h 284"/>
                <a:gd name="T58" fmla="*/ 2147483646 w 717"/>
                <a:gd name="T59" fmla="*/ 2147483646 h 284"/>
                <a:gd name="T60" fmla="*/ 2147483646 w 717"/>
                <a:gd name="T61" fmla="*/ 2147483646 h 284"/>
                <a:gd name="T62" fmla="*/ 2147483646 w 717"/>
                <a:gd name="T63" fmla="*/ 2147483646 h 284"/>
                <a:gd name="T64" fmla="*/ 2147483646 w 717"/>
                <a:gd name="T65" fmla="*/ 2147483646 h 284"/>
                <a:gd name="T66" fmla="*/ 2147483646 w 717"/>
                <a:gd name="T67" fmla="*/ 2147483646 h 284"/>
                <a:gd name="T68" fmla="*/ 2147483646 w 717"/>
                <a:gd name="T69" fmla="*/ 2147483646 h 284"/>
                <a:gd name="T70" fmla="*/ 2147483646 w 717"/>
                <a:gd name="T71" fmla="*/ 2147483646 h 284"/>
                <a:gd name="T72" fmla="*/ 2147483646 w 717"/>
                <a:gd name="T73" fmla="*/ 2147483646 h 284"/>
                <a:gd name="T74" fmla="*/ 2147483646 w 717"/>
                <a:gd name="T75" fmla="*/ 2147483646 h 284"/>
                <a:gd name="T76" fmla="*/ 2147483646 w 717"/>
                <a:gd name="T77" fmla="*/ 2147483646 h 284"/>
                <a:gd name="T78" fmla="*/ 2147483646 w 717"/>
                <a:gd name="T79" fmla="*/ 2147483646 h 284"/>
                <a:gd name="T80" fmla="*/ 2147483646 w 717"/>
                <a:gd name="T81" fmla="*/ 2147483646 h 284"/>
                <a:gd name="T82" fmla="*/ 2147483646 w 717"/>
                <a:gd name="T83" fmla="*/ 2147483646 h 284"/>
                <a:gd name="T84" fmla="*/ 2147483646 w 717"/>
                <a:gd name="T85" fmla="*/ 2147483646 h 284"/>
                <a:gd name="T86" fmla="*/ 2147483646 w 717"/>
                <a:gd name="T87" fmla="*/ 2147483646 h 284"/>
                <a:gd name="T88" fmla="*/ 2147483646 w 717"/>
                <a:gd name="T89" fmla="*/ 2147483646 h 284"/>
                <a:gd name="T90" fmla="*/ 2147483646 w 717"/>
                <a:gd name="T91" fmla="*/ 2147483646 h 284"/>
                <a:gd name="T92" fmla="*/ 2147483646 w 717"/>
                <a:gd name="T93" fmla="*/ 2147483646 h 284"/>
                <a:gd name="T94" fmla="*/ 2147483646 w 717"/>
                <a:gd name="T95" fmla="*/ 2147483646 h 284"/>
                <a:gd name="T96" fmla="*/ 2147483646 w 717"/>
                <a:gd name="T97" fmla="*/ 2147483646 h 284"/>
                <a:gd name="T98" fmla="*/ 2147483646 w 717"/>
                <a:gd name="T99" fmla="*/ 2147483646 h 284"/>
                <a:gd name="T100" fmla="*/ 2147483646 w 717"/>
                <a:gd name="T101" fmla="*/ 2147483646 h 284"/>
                <a:gd name="T102" fmla="*/ 2147483646 w 717"/>
                <a:gd name="T103" fmla="*/ 2147483646 h 284"/>
                <a:gd name="T104" fmla="*/ 2147483646 w 717"/>
                <a:gd name="T105" fmla="*/ 2147483646 h 284"/>
                <a:gd name="T106" fmla="*/ 2147483646 w 717"/>
                <a:gd name="T107" fmla="*/ 2147483646 h 284"/>
                <a:gd name="T108" fmla="*/ 2147483646 w 717"/>
                <a:gd name="T109" fmla="*/ 2147483646 h 284"/>
                <a:gd name="T110" fmla="*/ 2147483646 w 717"/>
                <a:gd name="T111" fmla="*/ 2147483646 h 284"/>
                <a:gd name="T112" fmla="*/ 2147483646 w 717"/>
                <a:gd name="T113" fmla="*/ 2147483646 h 284"/>
                <a:gd name="T114" fmla="*/ 2147483646 w 717"/>
                <a:gd name="T115" fmla="*/ 2147483646 h 284"/>
                <a:gd name="T116" fmla="*/ 2147483646 w 717"/>
                <a:gd name="T117" fmla="*/ 2147483646 h 284"/>
                <a:gd name="T118" fmla="*/ 2147483646 w 717"/>
                <a:gd name="T119" fmla="*/ 2147483646 h 284"/>
                <a:gd name="T120" fmla="*/ 2147483646 w 717"/>
                <a:gd name="T121" fmla="*/ 2147483646 h 2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4">
                  <a:moveTo>
                    <a:pt x="0" y="0"/>
                  </a:moveTo>
                  <a:lnTo>
                    <a:pt x="27" y="0"/>
                  </a:lnTo>
                  <a:lnTo>
                    <a:pt x="54" y="0"/>
                  </a:lnTo>
                  <a:lnTo>
                    <a:pt x="78" y="0"/>
                  </a:lnTo>
                  <a:lnTo>
                    <a:pt x="99" y="0"/>
                  </a:lnTo>
                  <a:lnTo>
                    <a:pt x="121" y="0"/>
                  </a:lnTo>
                  <a:lnTo>
                    <a:pt x="140" y="0"/>
                  </a:lnTo>
                  <a:lnTo>
                    <a:pt x="158" y="0"/>
                  </a:lnTo>
                  <a:lnTo>
                    <a:pt x="175" y="0"/>
                  </a:lnTo>
                  <a:lnTo>
                    <a:pt x="191" y="0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0" y="0"/>
                  </a:lnTo>
                  <a:lnTo>
                    <a:pt x="249" y="0"/>
                  </a:lnTo>
                  <a:lnTo>
                    <a:pt x="259" y="0"/>
                  </a:lnTo>
                  <a:lnTo>
                    <a:pt x="266" y="0"/>
                  </a:lnTo>
                  <a:lnTo>
                    <a:pt x="273" y="0"/>
                  </a:lnTo>
                  <a:lnTo>
                    <a:pt x="281" y="0"/>
                  </a:lnTo>
                  <a:lnTo>
                    <a:pt x="285" y="0"/>
                  </a:lnTo>
                  <a:lnTo>
                    <a:pt x="291" y="0"/>
                  </a:lnTo>
                  <a:lnTo>
                    <a:pt x="295" y="0"/>
                  </a:lnTo>
                  <a:lnTo>
                    <a:pt x="300" y="0"/>
                  </a:lnTo>
                  <a:lnTo>
                    <a:pt x="303" y="0"/>
                  </a:lnTo>
                  <a:lnTo>
                    <a:pt x="306" y="0"/>
                  </a:lnTo>
                  <a:lnTo>
                    <a:pt x="308" y="0"/>
                  </a:lnTo>
                  <a:lnTo>
                    <a:pt x="311" y="0"/>
                  </a:lnTo>
                  <a:lnTo>
                    <a:pt x="313" y="0"/>
                  </a:lnTo>
                  <a:lnTo>
                    <a:pt x="315" y="0"/>
                  </a:lnTo>
                  <a:lnTo>
                    <a:pt x="318" y="1"/>
                  </a:lnTo>
                  <a:lnTo>
                    <a:pt x="319" y="1"/>
                  </a:lnTo>
                  <a:lnTo>
                    <a:pt x="321" y="1"/>
                  </a:lnTo>
                  <a:lnTo>
                    <a:pt x="323" y="1"/>
                  </a:lnTo>
                  <a:lnTo>
                    <a:pt x="325" y="1"/>
                  </a:lnTo>
                  <a:lnTo>
                    <a:pt x="327" y="1"/>
                  </a:lnTo>
                  <a:lnTo>
                    <a:pt x="329" y="1"/>
                  </a:lnTo>
                  <a:lnTo>
                    <a:pt x="331" y="1"/>
                  </a:lnTo>
                  <a:lnTo>
                    <a:pt x="332" y="1"/>
                  </a:lnTo>
                  <a:lnTo>
                    <a:pt x="333" y="1"/>
                  </a:lnTo>
                  <a:lnTo>
                    <a:pt x="335" y="1"/>
                  </a:lnTo>
                  <a:lnTo>
                    <a:pt x="336" y="2"/>
                  </a:lnTo>
                  <a:lnTo>
                    <a:pt x="337" y="2"/>
                  </a:lnTo>
                  <a:lnTo>
                    <a:pt x="338" y="2"/>
                  </a:lnTo>
                  <a:lnTo>
                    <a:pt x="339" y="2"/>
                  </a:lnTo>
                  <a:lnTo>
                    <a:pt x="341" y="2"/>
                  </a:lnTo>
                  <a:lnTo>
                    <a:pt x="342" y="2"/>
                  </a:lnTo>
                  <a:lnTo>
                    <a:pt x="343" y="2"/>
                  </a:lnTo>
                  <a:lnTo>
                    <a:pt x="344" y="2"/>
                  </a:lnTo>
                  <a:lnTo>
                    <a:pt x="345" y="2"/>
                  </a:lnTo>
                  <a:lnTo>
                    <a:pt x="347" y="2"/>
                  </a:lnTo>
                  <a:lnTo>
                    <a:pt x="348" y="2"/>
                  </a:lnTo>
                  <a:lnTo>
                    <a:pt x="349" y="4"/>
                  </a:lnTo>
                  <a:lnTo>
                    <a:pt x="350" y="4"/>
                  </a:lnTo>
                  <a:lnTo>
                    <a:pt x="351" y="4"/>
                  </a:lnTo>
                  <a:lnTo>
                    <a:pt x="353" y="4"/>
                  </a:lnTo>
                  <a:lnTo>
                    <a:pt x="354" y="4"/>
                  </a:lnTo>
                  <a:lnTo>
                    <a:pt x="355" y="4"/>
                  </a:lnTo>
                  <a:lnTo>
                    <a:pt x="356" y="4"/>
                  </a:lnTo>
                  <a:lnTo>
                    <a:pt x="357" y="5"/>
                  </a:lnTo>
                  <a:lnTo>
                    <a:pt x="359" y="5"/>
                  </a:lnTo>
                  <a:lnTo>
                    <a:pt x="361" y="5"/>
                  </a:lnTo>
                  <a:lnTo>
                    <a:pt x="362" y="5"/>
                  </a:lnTo>
                  <a:lnTo>
                    <a:pt x="365" y="5"/>
                  </a:lnTo>
                  <a:lnTo>
                    <a:pt x="366" y="6"/>
                  </a:lnTo>
                  <a:lnTo>
                    <a:pt x="368" y="6"/>
                  </a:lnTo>
                  <a:lnTo>
                    <a:pt x="369" y="6"/>
                  </a:lnTo>
                  <a:lnTo>
                    <a:pt x="372" y="6"/>
                  </a:lnTo>
                  <a:lnTo>
                    <a:pt x="373" y="6"/>
                  </a:lnTo>
                  <a:lnTo>
                    <a:pt x="374" y="7"/>
                  </a:lnTo>
                  <a:lnTo>
                    <a:pt x="375" y="7"/>
                  </a:lnTo>
                  <a:lnTo>
                    <a:pt x="378" y="7"/>
                  </a:lnTo>
                  <a:lnTo>
                    <a:pt x="379" y="7"/>
                  </a:lnTo>
                  <a:lnTo>
                    <a:pt x="380" y="7"/>
                  </a:lnTo>
                  <a:lnTo>
                    <a:pt x="381" y="7"/>
                  </a:lnTo>
                  <a:lnTo>
                    <a:pt x="383" y="8"/>
                  </a:lnTo>
                  <a:lnTo>
                    <a:pt x="384" y="8"/>
                  </a:lnTo>
                  <a:lnTo>
                    <a:pt x="385" y="8"/>
                  </a:lnTo>
                  <a:lnTo>
                    <a:pt x="386" y="8"/>
                  </a:lnTo>
                  <a:lnTo>
                    <a:pt x="387" y="10"/>
                  </a:lnTo>
                  <a:lnTo>
                    <a:pt x="389" y="10"/>
                  </a:lnTo>
                  <a:lnTo>
                    <a:pt x="390" y="10"/>
                  </a:lnTo>
                  <a:lnTo>
                    <a:pt x="391" y="10"/>
                  </a:lnTo>
                  <a:lnTo>
                    <a:pt x="392" y="10"/>
                  </a:lnTo>
                  <a:lnTo>
                    <a:pt x="393" y="11"/>
                  </a:lnTo>
                  <a:lnTo>
                    <a:pt x="395" y="11"/>
                  </a:lnTo>
                  <a:lnTo>
                    <a:pt x="396" y="11"/>
                  </a:lnTo>
                  <a:lnTo>
                    <a:pt x="397" y="12"/>
                  </a:lnTo>
                  <a:lnTo>
                    <a:pt x="398" y="12"/>
                  </a:lnTo>
                  <a:lnTo>
                    <a:pt x="399" y="12"/>
                  </a:lnTo>
                  <a:lnTo>
                    <a:pt x="402" y="13"/>
                  </a:lnTo>
                  <a:lnTo>
                    <a:pt x="403" y="13"/>
                  </a:lnTo>
                  <a:lnTo>
                    <a:pt x="405" y="14"/>
                  </a:lnTo>
                  <a:lnTo>
                    <a:pt x="407" y="14"/>
                  </a:lnTo>
                  <a:lnTo>
                    <a:pt x="409" y="16"/>
                  </a:lnTo>
                  <a:lnTo>
                    <a:pt x="411" y="16"/>
                  </a:lnTo>
                  <a:lnTo>
                    <a:pt x="414" y="17"/>
                  </a:lnTo>
                  <a:lnTo>
                    <a:pt x="415" y="18"/>
                  </a:lnTo>
                  <a:lnTo>
                    <a:pt x="417" y="18"/>
                  </a:lnTo>
                  <a:lnTo>
                    <a:pt x="419" y="18"/>
                  </a:lnTo>
                  <a:lnTo>
                    <a:pt x="421" y="19"/>
                  </a:lnTo>
                  <a:lnTo>
                    <a:pt x="422" y="19"/>
                  </a:lnTo>
                  <a:lnTo>
                    <a:pt x="423" y="20"/>
                  </a:lnTo>
                  <a:lnTo>
                    <a:pt x="426" y="20"/>
                  </a:lnTo>
                  <a:lnTo>
                    <a:pt x="427" y="22"/>
                  </a:lnTo>
                  <a:lnTo>
                    <a:pt x="428" y="22"/>
                  </a:lnTo>
                  <a:lnTo>
                    <a:pt x="429" y="22"/>
                  </a:lnTo>
                  <a:lnTo>
                    <a:pt x="431" y="23"/>
                  </a:lnTo>
                  <a:lnTo>
                    <a:pt x="432" y="23"/>
                  </a:lnTo>
                  <a:lnTo>
                    <a:pt x="433" y="23"/>
                  </a:lnTo>
                  <a:lnTo>
                    <a:pt x="434" y="24"/>
                  </a:lnTo>
                  <a:lnTo>
                    <a:pt x="435" y="24"/>
                  </a:lnTo>
                  <a:lnTo>
                    <a:pt x="437" y="25"/>
                  </a:lnTo>
                  <a:lnTo>
                    <a:pt x="438" y="25"/>
                  </a:lnTo>
                  <a:lnTo>
                    <a:pt x="439" y="25"/>
                  </a:lnTo>
                  <a:lnTo>
                    <a:pt x="440" y="26"/>
                  </a:lnTo>
                  <a:lnTo>
                    <a:pt x="441" y="26"/>
                  </a:lnTo>
                  <a:lnTo>
                    <a:pt x="443" y="28"/>
                  </a:lnTo>
                  <a:lnTo>
                    <a:pt x="444" y="28"/>
                  </a:lnTo>
                  <a:lnTo>
                    <a:pt x="445" y="29"/>
                  </a:lnTo>
                  <a:lnTo>
                    <a:pt x="446" y="29"/>
                  </a:lnTo>
                  <a:lnTo>
                    <a:pt x="447" y="30"/>
                  </a:lnTo>
                  <a:lnTo>
                    <a:pt x="449" y="31"/>
                  </a:lnTo>
                  <a:lnTo>
                    <a:pt x="451" y="31"/>
                  </a:lnTo>
                  <a:lnTo>
                    <a:pt x="452" y="32"/>
                  </a:lnTo>
                  <a:lnTo>
                    <a:pt x="455" y="34"/>
                  </a:lnTo>
                  <a:lnTo>
                    <a:pt x="456" y="34"/>
                  </a:lnTo>
                  <a:lnTo>
                    <a:pt x="458" y="35"/>
                  </a:lnTo>
                  <a:lnTo>
                    <a:pt x="459" y="36"/>
                  </a:lnTo>
                  <a:lnTo>
                    <a:pt x="462" y="37"/>
                  </a:lnTo>
                  <a:lnTo>
                    <a:pt x="463" y="37"/>
                  </a:lnTo>
                  <a:lnTo>
                    <a:pt x="464" y="38"/>
                  </a:lnTo>
                  <a:lnTo>
                    <a:pt x="465" y="38"/>
                  </a:lnTo>
                  <a:lnTo>
                    <a:pt x="468" y="40"/>
                  </a:lnTo>
                  <a:lnTo>
                    <a:pt x="469" y="41"/>
                  </a:lnTo>
                  <a:lnTo>
                    <a:pt x="470" y="41"/>
                  </a:lnTo>
                  <a:lnTo>
                    <a:pt x="471" y="42"/>
                  </a:lnTo>
                  <a:lnTo>
                    <a:pt x="473" y="42"/>
                  </a:lnTo>
                  <a:lnTo>
                    <a:pt x="474" y="43"/>
                  </a:lnTo>
                  <a:lnTo>
                    <a:pt x="475" y="43"/>
                  </a:lnTo>
                  <a:lnTo>
                    <a:pt x="476" y="44"/>
                  </a:lnTo>
                  <a:lnTo>
                    <a:pt x="477" y="44"/>
                  </a:lnTo>
                  <a:lnTo>
                    <a:pt x="479" y="46"/>
                  </a:lnTo>
                  <a:lnTo>
                    <a:pt x="480" y="46"/>
                  </a:lnTo>
                  <a:lnTo>
                    <a:pt x="481" y="47"/>
                  </a:lnTo>
                  <a:lnTo>
                    <a:pt x="482" y="48"/>
                  </a:lnTo>
                  <a:lnTo>
                    <a:pt x="483" y="48"/>
                  </a:lnTo>
                  <a:lnTo>
                    <a:pt x="485" y="49"/>
                  </a:lnTo>
                  <a:lnTo>
                    <a:pt x="486" y="49"/>
                  </a:lnTo>
                  <a:lnTo>
                    <a:pt x="487" y="50"/>
                  </a:lnTo>
                  <a:lnTo>
                    <a:pt x="488" y="50"/>
                  </a:lnTo>
                  <a:lnTo>
                    <a:pt x="489" y="52"/>
                  </a:lnTo>
                  <a:lnTo>
                    <a:pt x="491" y="53"/>
                  </a:lnTo>
                  <a:lnTo>
                    <a:pt x="493" y="53"/>
                  </a:lnTo>
                  <a:lnTo>
                    <a:pt x="494" y="54"/>
                  </a:lnTo>
                  <a:lnTo>
                    <a:pt x="495" y="55"/>
                  </a:lnTo>
                  <a:lnTo>
                    <a:pt x="498" y="56"/>
                  </a:lnTo>
                  <a:lnTo>
                    <a:pt x="499" y="56"/>
                  </a:lnTo>
                  <a:lnTo>
                    <a:pt x="500" y="58"/>
                  </a:lnTo>
                  <a:lnTo>
                    <a:pt x="501" y="59"/>
                  </a:lnTo>
                  <a:lnTo>
                    <a:pt x="504" y="59"/>
                  </a:lnTo>
                  <a:lnTo>
                    <a:pt x="505" y="60"/>
                  </a:lnTo>
                  <a:lnTo>
                    <a:pt x="506" y="61"/>
                  </a:lnTo>
                  <a:lnTo>
                    <a:pt x="507" y="61"/>
                  </a:lnTo>
                  <a:lnTo>
                    <a:pt x="507" y="62"/>
                  </a:lnTo>
                  <a:lnTo>
                    <a:pt x="509" y="62"/>
                  </a:lnTo>
                  <a:lnTo>
                    <a:pt x="510" y="62"/>
                  </a:lnTo>
                  <a:lnTo>
                    <a:pt x="511" y="64"/>
                  </a:lnTo>
                  <a:lnTo>
                    <a:pt x="512" y="65"/>
                  </a:lnTo>
                  <a:lnTo>
                    <a:pt x="513" y="65"/>
                  </a:lnTo>
                  <a:lnTo>
                    <a:pt x="515" y="66"/>
                  </a:lnTo>
                  <a:lnTo>
                    <a:pt x="516" y="66"/>
                  </a:lnTo>
                  <a:lnTo>
                    <a:pt x="516" y="67"/>
                  </a:lnTo>
                  <a:lnTo>
                    <a:pt x="517" y="67"/>
                  </a:lnTo>
                  <a:lnTo>
                    <a:pt x="518" y="68"/>
                  </a:lnTo>
                  <a:lnTo>
                    <a:pt x="519" y="68"/>
                  </a:lnTo>
                  <a:lnTo>
                    <a:pt x="521" y="70"/>
                  </a:lnTo>
                  <a:lnTo>
                    <a:pt x="522" y="70"/>
                  </a:lnTo>
                  <a:lnTo>
                    <a:pt x="523" y="71"/>
                  </a:lnTo>
                  <a:lnTo>
                    <a:pt x="523" y="72"/>
                  </a:lnTo>
                  <a:lnTo>
                    <a:pt x="524" y="72"/>
                  </a:lnTo>
                  <a:lnTo>
                    <a:pt x="525" y="73"/>
                  </a:lnTo>
                  <a:lnTo>
                    <a:pt x="527" y="73"/>
                  </a:lnTo>
                  <a:lnTo>
                    <a:pt x="528" y="74"/>
                  </a:lnTo>
                  <a:lnTo>
                    <a:pt x="529" y="76"/>
                  </a:lnTo>
                  <a:lnTo>
                    <a:pt x="531" y="77"/>
                  </a:lnTo>
                  <a:lnTo>
                    <a:pt x="533" y="77"/>
                  </a:lnTo>
                  <a:lnTo>
                    <a:pt x="534" y="78"/>
                  </a:lnTo>
                  <a:lnTo>
                    <a:pt x="535" y="78"/>
                  </a:lnTo>
                  <a:lnTo>
                    <a:pt x="535" y="79"/>
                  </a:lnTo>
                  <a:lnTo>
                    <a:pt x="536" y="80"/>
                  </a:lnTo>
                  <a:lnTo>
                    <a:pt x="537" y="80"/>
                  </a:lnTo>
                  <a:lnTo>
                    <a:pt x="539" y="82"/>
                  </a:lnTo>
                  <a:lnTo>
                    <a:pt x="540" y="82"/>
                  </a:lnTo>
                  <a:lnTo>
                    <a:pt x="541" y="83"/>
                  </a:lnTo>
                  <a:lnTo>
                    <a:pt x="542" y="84"/>
                  </a:lnTo>
                  <a:lnTo>
                    <a:pt x="543" y="84"/>
                  </a:lnTo>
                  <a:lnTo>
                    <a:pt x="543" y="85"/>
                  </a:lnTo>
                  <a:lnTo>
                    <a:pt x="545" y="85"/>
                  </a:lnTo>
                  <a:lnTo>
                    <a:pt x="546" y="86"/>
                  </a:lnTo>
                  <a:lnTo>
                    <a:pt x="547" y="86"/>
                  </a:lnTo>
                  <a:lnTo>
                    <a:pt x="547" y="88"/>
                  </a:lnTo>
                  <a:lnTo>
                    <a:pt x="548" y="88"/>
                  </a:lnTo>
                  <a:lnTo>
                    <a:pt x="548" y="89"/>
                  </a:lnTo>
                  <a:lnTo>
                    <a:pt x="549" y="89"/>
                  </a:lnTo>
                  <a:lnTo>
                    <a:pt x="551" y="90"/>
                  </a:lnTo>
                  <a:lnTo>
                    <a:pt x="552" y="91"/>
                  </a:lnTo>
                  <a:lnTo>
                    <a:pt x="553" y="92"/>
                  </a:lnTo>
                  <a:lnTo>
                    <a:pt x="554" y="92"/>
                  </a:lnTo>
                  <a:lnTo>
                    <a:pt x="555" y="94"/>
                  </a:lnTo>
                  <a:lnTo>
                    <a:pt x="557" y="95"/>
                  </a:lnTo>
                  <a:lnTo>
                    <a:pt x="558" y="96"/>
                  </a:lnTo>
                  <a:lnTo>
                    <a:pt x="559" y="96"/>
                  </a:lnTo>
                  <a:lnTo>
                    <a:pt x="559" y="97"/>
                  </a:lnTo>
                  <a:lnTo>
                    <a:pt x="560" y="97"/>
                  </a:lnTo>
                  <a:lnTo>
                    <a:pt x="561" y="98"/>
                  </a:lnTo>
                  <a:lnTo>
                    <a:pt x="563" y="100"/>
                  </a:lnTo>
                  <a:lnTo>
                    <a:pt x="564" y="100"/>
                  </a:lnTo>
                  <a:lnTo>
                    <a:pt x="564" y="101"/>
                  </a:lnTo>
                  <a:lnTo>
                    <a:pt x="565" y="101"/>
                  </a:lnTo>
                  <a:lnTo>
                    <a:pt x="566" y="102"/>
                  </a:lnTo>
                  <a:lnTo>
                    <a:pt x="567" y="102"/>
                  </a:lnTo>
                  <a:lnTo>
                    <a:pt x="567" y="103"/>
                  </a:lnTo>
                  <a:lnTo>
                    <a:pt x="569" y="103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6"/>
                  </a:lnTo>
                  <a:lnTo>
                    <a:pt x="572" y="106"/>
                  </a:lnTo>
                  <a:lnTo>
                    <a:pt x="572" y="107"/>
                  </a:lnTo>
                  <a:lnTo>
                    <a:pt x="573" y="107"/>
                  </a:lnTo>
                  <a:lnTo>
                    <a:pt x="575" y="108"/>
                  </a:lnTo>
                  <a:lnTo>
                    <a:pt x="576" y="108"/>
                  </a:lnTo>
                  <a:lnTo>
                    <a:pt x="577" y="109"/>
                  </a:lnTo>
                  <a:lnTo>
                    <a:pt x="578" y="110"/>
                  </a:lnTo>
                  <a:lnTo>
                    <a:pt x="579" y="112"/>
                  </a:lnTo>
                  <a:lnTo>
                    <a:pt x="581" y="112"/>
                  </a:lnTo>
                  <a:lnTo>
                    <a:pt x="582" y="113"/>
                  </a:lnTo>
                  <a:lnTo>
                    <a:pt x="583" y="113"/>
                  </a:lnTo>
                  <a:lnTo>
                    <a:pt x="583" y="114"/>
                  </a:lnTo>
                  <a:lnTo>
                    <a:pt x="584" y="114"/>
                  </a:lnTo>
                  <a:lnTo>
                    <a:pt x="584" y="115"/>
                  </a:lnTo>
                  <a:lnTo>
                    <a:pt x="585" y="115"/>
                  </a:lnTo>
                  <a:lnTo>
                    <a:pt x="587" y="115"/>
                  </a:lnTo>
                  <a:lnTo>
                    <a:pt x="587" y="116"/>
                  </a:lnTo>
                  <a:lnTo>
                    <a:pt x="588" y="116"/>
                  </a:lnTo>
                  <a:lnTo>
                    <a:pt x="588" y="118"/>
                  </a:lnTo>
                  <a:lnTo>
                    <a:pt x="589" y="118"/>
                  </a:lnTo>
                  <a:lnTo>
                    <a:pt x="589" y="119"/>
                  </a:lnTo>
                  <a:lnTo>
                    <a:pt x="590" y="119"/>
                  </a:lnTo>
                  <a:lnTo>
                    <a:pt x="591" y="120"/>
                  </a:lnTo>
                  <a:lnTo>
                    <a:pt x="593" y="121"/>
                  </a:lnTo>
                  <a:lnTo>
                    <a:pt x="594" y="122"/>
                  </a:lnTo>
                  <a:lnTo>
                    <a:pt x="595" y="124"/>
                  </a:lnTo>
                  <a:lnTo>
                    <a:pt x="595" y="125"/>
                  </a:lnTo>
                  <a:lnTo>
                    <a:pt x="596" y="125"/>
                  </a:lnTo>
                  <a:lnTo>
                    <a:pt x="597" y="126"/>
                  </a:lnTo>
                  <a:lnTo>
                    <a:pt x="599" y="127"/>
                  </a:lnTo>
                  <a:lnTo>
                    <a:pt x="599" y="128"/>
                  </a:lnTo>
                  <a:lnTo>
                    <a:pt x="600" y="130"/>
                  </a:lnTo>
                  <a:lnTo>
                    <a:pt x="601" y="131"/>
                  </a:lnTo>
                  <a:lnTo>
                    <a:pt x="602" y="132"/>
                  </a:lnTo>
                  <a:lnTo>
                    <a:pt x="603" y="133"/>
                  </a:lnTo>
                  <a:lnTo>
                    <a:pt x="605" y="134"/>
                  </a:lnTo>
                  <a:lnTo>
                    <a:pt x="606" y="136"/>
                  </a:lnTo>
                  <a:lnTo>
                    <a:pt x="607" y="136"/>
                  </a:lnTo>
                  <a:lnTo>
                    <a:pt x="607" y="137"/>
                  </a:lnTo>
                  <a:lnTo>
                    <a:pt x="608" y="138"/>
                  </a:lnTo>
                  <a:lnTo>
                    <a:pt x="609" y="139"/>
                  </a:lnTo>
                  <a:lnTo>
                    <a:pt x="611" y="140"/>
                  </a:lnTo>
                  <a:lnTo>
                    <a:pt x="612" y="142"/>
                  </a:lnTo>
                  <a:lnTo>
                    <a:pt x="613" y="143"/>
                  </a:lnTo>
                  <a:lnTo>
                    <a:pt x="614" y="144"/>
                  </a:lnTo>
                  <a:lnTo>
                    <a:pt x="614" y="145"/>
                  </a:lnTo>
                  <a:lnTo>
                    <a:pt x="615" y="145"/>
                  </a:lnTo>
                  <a:lnTo>
                    <a:pt x="615" y="146"/>
                  </a:lnTo>
                  <a:lnTo>
                    <a:pt x="617" y="148"/>
                  </a:lnTo>
                  <a:lnTo>
                    <a:pt x="618" y="148"/>
                  </a:lnTo>
                  <a:lnTo>
                    <a:pt x="618" y="149"/>
                  </a:lnTo>
                  <a:lnTo>
                    <a:pt x="619" y="150"/>
                  </a:lnTo>
                  <a:lnTo>
                    <a:pt x="620" y="151"/>
                  </a:lnTo>
                  <a:lnTo>
                    <a:pt x="621" y="152"/>
                  </a:lnTo>
                  <a:lnTo>
                    <a:pt x="623" y="154"/>
                  </a:lnTo>
                  <a:lnTo>
                    <a:pt x="623" y="155"/>
                  </a:lnTo>
                  <a:lnTo>
                    <a:pt x="624" y="156"/>
                  </a:lnTo>
                  <a:lnTo>
                    <a:pt x="625" y="157"/>
                  </a:lnTo>
                  <a:lnTo>
                    <a:pt x="626" y="158"/>
                  </a:lnTo>
                  <a:lnTo>
                    <a:pt x="627" y="160"/>
                  </a:lnTo>
                  <a:lnTo>
                    <a:pt x="629" y="161"/>
                  </a:lnTo>
                  <a:lnTo>
                    <a:pt x="630" y="163"/>
                  </a:lnTo>
                  <a:lnTo>
                    <a:pt x="631" y="164"/>
                  </a:lnTo>
                  <a:lnTo>
                    <a:pt x="632" y="166"/>
                  </a:lnTo>
                  <a:lnTo>
                    <a:pt x="633" y="168"/>
                  </a:lnTo>
                  <a:lnTo>
                    <a:pt x="635" y="169"/>
                  </a:lnTo>
                  <a:lnTo>
                    <a:pt x="636" y="170"/>
                  </a:lnTo>
                  <a:lnTo>
                    <a:pt x="637" y="172"/>
                  </a:lnTo>
                  <a:lnTo>
                    <a:pt x="638" y="173"/>
                  </a:lnTo>
                  <a:lnTo>
                    <a:pt x="639" y="174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2" y="176"/>
                  </a:lnTo>
                  <a:lnTo>
                    <a:pt x="642" y="178"/>
                  </a:lnTo>
                  <a:lnTo>
                    <a:pt x="643" y="179"/>
                  </a:lnTo>
                  <a:lnTo>
                    <a:pt x="644" y="180"/>
                  </a:lnTo>
                  <a:lnTo>
                    <a:pt x="645" y="181"/>
                  </a:lnTo>
                  <a:lnTo>
                    <a:pt x="645" y="182"/>
                  </a:lnTo>
                  <a:lnTo>
                    <a:pt x="647" y="184"/>
                  </a:lnTo>
                  <a:lnTo>
                    <a:pt x="647" y="185"/>
                  </a:lnTo>
                  <a:lnTo>
                    <a:pt x="648" y="185"/>
                  </a:lnTo>
                  <a:lnTo>
                    <a:pt x="649" y="186"/>
                  </a:lnTo>
                  <a:lnTo>
                    <a:pt x="649" y="187"/>
                  </a:lnTo>
                  <a:lnTo>
                    <a:pt x="650" y="188"/>
                  </a:lnTo>
                  <a:lnTo>
                    <a:pt x="651" y="190"/>
                  </a:lnTo>
                  <a:lnTo>
                    <a:pt x="653" y="191"/>
                  </a:lnTo>
                  <a:lnTo>
                    <a:pt x="653" y="192"/>
                  </a:lnTo>
                  <a:lnTo>
                    <a:pt x="654" y="193"/>
                  </a:lnTo>
                  <a:lnTo>
                    <a:pt x="655" y="196"/>
                  </a:lnTo>
                  <a:lnTo>
                    <a:pt x="656" y="197"/>
                  </a:lnTo>
                  <a:lnTo>
                    <a:pt x="657" y="198"/>
                  </a:lnTo>
                  <a:lnTo>
                    <a:pt x="659" y="200"/>
                  </a:lnTo>
                  <a:lnTo>
                    <a:pt x="660" y="202"/>
                  </a:lnTo>
                  <a:lnTo>
                    <a:pt x="661" y="204"/>
                  </a:lnTo>
                  <a:lnTo>
                    <a:pt x="662" y="205"/>
                  </a:lnTo>
                  <a:lnTo>
                    <a:pt x="663" y="208"/>
                  </a:lnTo>
                  <a:lnTo>
                    <a:pt x="665" y="209"/>
                  </a:lnTo>
                  <a:lnTo>
                    <a:pt x="666" y="210"/>
                  </a:lnTo>
                  <a:lnTo>
                    <a:pt x="667" y="212"/>
                  </a:lnTo>
                  <a:lnTo>
                    <a:pt x="668" y="214"/>
                  </a:lnTo>
                  <a:lnTo>
                    <a:pt x="669" y="215"/>
                  </a:lnTo>
                  <a:lnTo>
                    <a:pt x="669" y="216"/>
                  </a:lnTo>
                  <a:lnTo>
                    <a:pt x="671" y="217"/>
                  </a:lnTo>
                  <a:lnTo>
                    <a:pt x="672" y="218"/>
                  </a:lnTo>
                  <a:lnTo>
                    <a:pt x="672" y="220"/>
                  </a:lnTo>
                  <a:lnTo>
                    <a:pt x="673" y="220"/>
                  </a:lnTo>
                  <a:lnTo>
                    <a:pt x="674" y="221"/>
                  </a:lnTo>
                  <a:lnTo>
                    <a:pt x="674" y="222"/>
                  </a:lnTo>
                  <a:lnTo>
                    <a:pt x="675" y="223"/>
                  </a:lnTo>
                  <a:lnTo>
                    <a:pt x="675" y="224"/>
                  </a:lnTo>
                  <a:lnTo>
                    <a:pt x="677" y="226"/>
                  </a:lnTo>
                  <a:lnTo>
                    <a:pt x="678" y="226"/>
                  </a:lnTo>
                  <a:lnTo>
                    <a:pt x="678" y="227"/>
                  </a:lnTo>
                  <a:lnTo>
                    <a:pt x="679" y="228"/>
                  </a:lnTo>
                  <a:lnTo>
                    <a:pt x="680" y="229"/>
                  </a:lnTo>
                  <a:lnTo>
                    <a:pt x="680" y="230"/>
                  </a:lnTo>
                  <a:lnTo>
                    <a:pt x="681" y="232"/>
                  </a:lnTo>
                  <a:lnTo>
                    <a:pt x="683" y="233"/>
                  </a:lnTo>
                  <a:lnTo>
                    <a:pt x="684" y="234"/>
                  </a:lnTo>
                  <a:lnTo>
                    <a:pt x="685" y="236"/>
                  </a:lnTo>
                  <a:lnTo>
                    <a:pt x="686" y="238"/>
                  </a:lnTo>
                  <a:lnTo>
                    <a:pt x="687" y="239"/>
                  </a:lnTo>
                  <a:lnTo>
                    <a:pt x="689" y="241"/>
                  </a:lnTo>
                  <a:lnTo>
                    <a:pt x="690" y="242"/>
                  </a:lnTo>
                  <a:lnTo>
                    <a:pt x="691" y="245"/>
                  </a:lnTo>
                  <a:lnTo>
                    <a:pt x="692" y="247"/>
                  </a:lnTo>
                  <a:lnTo>
                    <a:pt x="693" y="248"/>
                  </a:lnTo>
                  <a:lnTo>
                    <a:pt x="695" y="251"/>
                  </a:lnTo>
                  <a:lnTo>
                    <a:pt x="696" y="252"/>
                  </a:lnTo>
                  <a:lnTo>
                    <a:pt x="697" y="253"/>
                  </a:lnTo>
                  <a:lnTo>
                    <a:pt x="698" y="254"/>
                  </a:lnTo>
                  <a:lnTo>
                    <a:pt x="699" y="257"/>
                  </a:lnTo>
                  <a:lnTo>
                    <a:pt x="701" y="258"/>
                  </a:lnTo>
                  <a:lnTo>
                    <a:pt x="701" y="259"/>
                  </a:lnTo>
                  <a:lnTo>
                    <a:pt x="702" y="260"/>
                  </a:lnTo>
                  <a:lnTo>
                    <a:pt x="703" y="262"/>
                  </a:lnTo>
                  <a:lnTo>
                    <a:pt x="704" y="263"/>
                  </a:lnTo>
                  <a:lnTo>
                    <a:pt x="704" y="264"/>
                  </a:lnTo>
                  <a:lnTo>
                    <a:pt x="705" y="265"/>
                  </a:lnTo>
                  <a:lnTo>
                    <a:pt x="705" y="266"/>
                  </a:lnTo>
                  <a:lnTo>
                    <a:pt x="707" y="266"/>
                  </a:lnTo>
                  <a:lnTo>
                    <a:pt x="707" y="268"/>
                  </a:lnTo>
                  <a:lnTo>
                    <a:pt x="708" y="269"/>
                  </a:lnTo>
                  <a:lnTo>
                    <a:pt x="708" y="270"/>
                  </a:lnTo>
                  <a:lnTo>
                    <a:pt x="709" y="271"/>
                  </a:lnTo>
                  <a:lnTo>
                    <a:pt x="710" y="272"/>
                  </a:lnTo>
                  <a:lnTo>
                    <a:pt x="710" y="274"/>
                  </a:lnTo>
                  <a:lnTo>
                    <a:pt x="711" y="275"/>
                  </a:lnTo>
                  <a:lnTo>
                    <a:pt x="713" y="276"/>
                  </a:lnTo>
                  <a:lnTo>
                    <a:pt x="713" y="277"/>
                  </a:lnTo>
                  <a:lnTo>
                    <a:pt x="714" y="278"/>
                  </a:lnTo>
                  <a:lnTo>
                    <a:pt x="714" y="280"/>
                  </a:lnTo>
                  <a:lnTo>
                    <a:pt x="715" y="281"/>
                  </a:lnTo>
                  <a:lnTo>
                    <a:pt x="716" y="283"/>
                  </a:lnTo>
                  <a:lnTo>
                    <a:pt x="717" y="284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01" name="Freeform 217">
              <a:extLst>
                <a:ext uri="{FF2B5EF4-FFF2-40B4-BE49-F238E27FC236}">
                  <a16:creationId xmlns:a16="http://schemas.microsoft.com/office/drawing/2014/main" id="{B9EA2E32-BC01-4D5C-9ED9-32BF80632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850" y="5632450"/>
              <a:ext cx="569913" cy="225425"/>
            </a:xfrm>
            <a:custGeom>
              <a:avLst/>
              <a:gdLst>
                <a:gd name="T0" fmla="*/ 2147483646 w 717"/>
                <a:gd name="T1" fmla="*/ 2147483646 h 285"/>
                <a:gd name="T2" fmla="*/ 2147483646 w 717"/>
                <a:gd name="T3" fmla="*/ 2147483646 h 285"/>
                <a:gd name="T4" fmla="*/ 2147483646 w 717"/>
                <a:gd name="T5" fmla="*/ 2147483646 h 285"/>
                <a:gd name="T6" fmla="*/ 2147483646 w 717"/>
                <a:gd name="T7" fmla="*/ 2147483646 h 285"/>
                <a:gd name="T8" fmla="*/ 2147483646 w 717"/>
                <a:gd name="T9" fmla="*/ 2147483646 h 285"/>
                <a:gd name="T10" fmla="*/ 2147483646 w 717"/>
                <a:gd name="T11" fmla="*/ 2147483646 h 285"/>
                <a:gd name="T12" fmla="*/ 2147483646 w 717"/>
                <a:gd name="T13" fmla="*/ 2147483646 h 285"/>
                <a:gd name="T14" fmla="*/ 2147483646 w 717"/>
                <a:gd name="T15" fmla="*/ 2147483646 h 285"/>
                <a:gd name="T16" fmla="*/ 2147483646 w 717"/>
                <a:gd name="T17" fmla="*/ 2147483646 h 285"/>
                <a:gd name="T18" fmla="*/ 2147483646 w 717"/>
                <a:gd name="T19" fmla="*/ 2147483646 h 285"/>
                <a:gd name="T20" fmla="*/ 2147483646 w 717"/>
                <a:gd name="T21" fmla="*/ 2147483646 h 285"/>
                <a:gd name="T22" fmla="*/ 2147483646 w 717"/>
                <a:gd name="T23" fmla="*/ 2147483646 h 285"/>
                <a:gd name="T24" fmla="*/ 2147483646 w 717"/>
                <a:gd name="T25" fmla="*/ 2147483646 h 285"/>
                <a:gd name="T26" fmla="*/ 2147483646 w 717"/>
                <a:gd name="T27" fmla="*/ 2147483646 h 285"/>
                <a:gd name="T28" fmla="*/ 2147483646 w 717"/>
                <a:gd name="T29" fmla="*/ 2147483646 h 285"/>
                <a:gd name="T30" fmla="*/ 2147483646 w 717"/>
                <a:gd name="T31" fmla="*/ 2147483646 h 285"/>
                <a:gd name="T32" fmla="*/ 2147483646 w 717"/>
                <a:gd name="T33" fmla="*/ 2147483646 h 285"/>
                <a:gd name="T34" fmla="*/ 2147483646 w 717"/>
                <a:gd name="T35" fmla="*/ 2147483646 h 285"/>
                <a:gd name="T36" fmla="*/ 2147483646 w 717"/>
                <a:gd name="T37" fmla="*/ 2147483646 h 285"/>
                <a:gd name="T38" fmla="*/ 2147483646 w 717"/>
                <a:gd name="T39" fmla="*/ 2147483646 h 285"/>
                <a:gd name="T40" fmla="*/ 2147483646 w 717"/>
                <a:gd name="T41" fmla="*/ 2147483646 h 285"/>
                <a:gd name="T42" fmla="*/ 2147483646 w 717"/>
                <a:gd name="T43" fmla="*/ 2147483646 h 285"/>
                <a:gd name="T44" fmla="*/ 2147483646 w 717"/>
                <a:gd name="T45" fmla="*/ 2147483646 h 285"/>
                <a:gd name="T46" fmla="*/ 2147483646 w 717"/>
                <a:gd name="T47" fmla="*/ 2147483646 h 285"/>
                <a:gd name="T48" fmla="*/ 2147483646 w 717"/>
                <a:gd name="T49" fmla="*/ 2147483646 h 285"/>
                <a:gd name="T50" fmla="*/ 2147483646 w 717"/>
                <a:gd name="T51" fmla="*/ 2147483646 h 285"/>
                <a:gd name="T52" fmla="*/ 2147483646 w 717"/>
                <a:gd name="T53" fmla="*/ 2147483646 h 285"/>
                <a:gd name="T54" fmla="*/ 2147483646 w 717"/>
                <a:gd name="T55" fmla="*/ 2147483646 h 285"/>
                <a:gd name="T56" fmla="*/ 2147483646 w 717"/>
                <a:gd name="T57" fmla="*/ 2147483646 h 285"/>
                <a:gd name="T58" fmla="*/ 2147483646 w 717"/>
                <a:gd name="T59" fmla="*/ 2147483646 h 285"/>
                <a:gd name="T60" fmla="*/ 2147483646 w 717"/>
                <a:gd name="T61" fmla="*/ 2147483646 h 285"/>
                <a:gd name="T62" fmla="*/ 2147483646 w 717"/>
                <a:gd name="T63" fmla="*/ 2147483646 h 285"/>
                <a:gd name="T64" fmla="*/ 2147483646 w 717"/>
                <a:gd name="T65" fmla="*/ 2147483646 h 285"/>
                <a:gd name="T66" fmla="*/ 2147483646 w 717"/>
                <a:gd name="T67" fmla="*/ 2147483646 h 285"/>
                <a:gd name="T68" fmla="*/ 2147483646 w 717"/>
                <a:gd name="T69" fmla="*/ 2147483646 h 285"/>
                <a:gd name="T70" fmla="*/ 2147483646 w 717"/>
                <a:gd name="T71" fmla="*/ 2147483646 h 285"/>
                <a:gd name="T72" fmla="*/ 2147483646 w 717"/>
                <a:gd name="T73" fmla="*/ 2147483646 h 285"/>
                <a:gd name="T74" fmla="*/ 2147483646 w 717"/>
                <a:gd name="T75" fmla="*/ 2147483646 h 285"/>
                <a:gd name="T76" fmla="*/ 2147483646 w 717"/>
                <a:gd name="T77" fmla="*/ 2147483646 h 285"/>
                <a:gd name="T78" fmla="*/ 2147483646 w 717"/>
                <a:gd name="T79" fmla="*/ 2147483646 h 285"/>
                <a:gd name="T80" fmla="*/ 2147483646 w 717"/>
                <a:gd name="T81" fmla="*/ 2147483646 h 285"/>
                <a:gd name="T82" fmla="*/ 2147483646 w 717"/>
                <a:gd name="T83" fmla="*/ 2147483646 h 285"/>
                <a:gd name="T84" fmla="*/ 2147483646 w 717"/>
                <a:gd name="T85" fmla="*/ 2147483646 h 285"/>
                <a:gd name="T86" fmla="*/ 2147483646 w 717"/>
                <a:gd name="T87" fmla="*/ 2147483646 h 285"/>
                <a:gd name="T88" fmla="*/ 2147483646 w 717"/>
                <a:gd name="T89" fmla="*/ 2147483646 h 285"/>
                <a:gd name="T90" fmla="*/ 2147483646 w 717"/>
                <a:gd name="T91" fmla="*/ 2147483646 h 285"/>
                <a:gd name="T92" fmla="*/ 2147483646 w 717"/>
                <a:gd name="T93" fmla="*/ 2147483646 h 285"/>
                <a:gd name="T94" fmla="*/ 2147483646 w 717"/>
                <a:gd name="T95" fmla="*/ 2147483646 h 285"/>
                <a:gd name="T96" fmla="*/ 2147483646 w 717"/>
                <a:gd name="T97" fmla="*/ 2147483646 h 285"/>
                <a:gd name="T98" fmla="*/ 2147483646 w 717"/>
                <a:gd name="T99" fmla="*/ 2147483646 h 285"/>
                <a:gd name="T100" fmla="*/ 2147483646 w 717"/>
                <a:gd name="T101" fmla="*/ 2147483646 h 285"/>
                <a:gd name="T102" fmla="*/ 2147483646 w 717"/>
                <a:gd name="T103" fmla="*/ 2147483646 h 285"/>
                <a:gd name="T104" fmla="*/ 2147483646 w 717"/>
                <a:gd name="T105" fmla="*/ 2147483646 h 285"/>
                <a:gd name="T106" fmla="*/ 2147483646 w 717"/>
                <a:gd name="T107" fmla="*/ 2147483646 h 285"/>
                <a:gd name="T108" fmla="*/ 2147483646 w 717"/>
                <a:gd name="T109" fmla="*/ 2147483646 h 285"/>
                <a:gd name="T110" fmla="*/ 2147483646 w 717"/>
                <a:gd name="T111" fmla="*/ 2147483646 h 285"/>
                <a:gd name="T112" fmla="*/ 2147483646 w 717"/>
                <a:gd name="T113" fmla="*/ 2147483646 h 285"/>
                <a:gd name="T114" fmla="*/ 2147483646 w 717"/>
                <a:gd name="T115" fmla="*/ 2147483646 h 285"/>
                <a:gd name="T116" fmla="*/ 2147483646 w 717"/>
                <a:gd name="T117" fmla="*/ 2147483646 h 285"/>
                <a:gd name="T118" fmla="*/ 2147483646 w 717"/>
                <a:gd name="T119" fmla="*/ 2147483646 h 285"/>
                <a:gd name="T120" fmla="*/ 2147483646 w 717"/>
                <a:gd name="T121" fmla="*/ 2147483646 h 28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5">
                  <a:moveTo>
                    <a:pt x="0" y="285"/>
                  </a:moveTo>
                  <a:lnTo>
                    <a:pt x="27" y="285"/>
                  </a:lnTo>
                  <a:lnTo>
                    <a:pt x="54" y="285"/>
                  </a:lnTo>
                  <a:lnTo>
                    <a:pt x="78" y="285"/>
                  </a:lnTo>
                  <a:lnTo>
                    <a:pt x="99" y="285"/>
                  </a:lnTo>
                  <a:lnTo>
                    <a:pt x="121" y="285"/>
                  </a:lnTo>
                  <a:lnTo>
                    <a:pt x="140" y="285"/>
                  </a:lnTo>
                  <a:lnTo>
                    <a:pt x="158" y="285"/>
                  </a:lnTo>
                  <a:lnTo>
                    <a:pt x="175" y="285"/>
                  </a:lnTo>
                  <a:lnTo>
                    <a:pt x="191" y="285"/>
                  </a:lnTo>
                  <a:lnTo>
                    <a:pt x="204" y="285"/>
                  </a:lnTo>
                  <a:lnTo>
                    <a:pt x="217" y="285"/>
                  </a:lnTo>
                  <a:lnTo>
                    <a:pt x="229" y="285"/>
                  </a:lnTo>
                  <a:lnTo>
                    <a:pt x="240" y="285"/>
                  </a:lnTo>
                  <a:lnTo>
                    <a:pt x="249" y="285"/>
                  </a:lnTo>
                  <a:lnTo>
                    <a:pt x="259" y="285"/>
                  </a:lnTo>
                  <a:lnTo>
                    <a:pt x="266" y="285"/>
                  </a:lnTo>
                  <a:lnTo>
                    <a:pt x="273" y="285"/>
                  </a:lnTo>
                  <a:lnTo>
                    <a:pt x="281" y="285"/>
                  </a:lnTo>
                  <a:lnTo>
                    <a:pt x="285" y="285"/>
                  </a:lnTo>
                  <a:lnTo>
                    <a:pt x="291" y="285"/>
                  </a:lnTo>
                  <a:lnTo>
                    <a:pt x="295" y="284"/>
                  </a:lnTo>
                  <a:lnTo>
                    <a:pt x="300" y="284"/>
                  </a:lnTo>
                  <a:lnTo>
                    <a:pt x="303" y="284"/>
                  </a:lnTo>
                  <a:lnTo>
                    <a:pt x="306" y="284"/>
                  </a:lnTo>
                  <a:lnTo>
                    <a:pt x="308" y="284"/>
                  </a:lnTo>
                  <a:lnTo>
                    <a:pt x="311" y="284"/>
                  </a:lnTo>
                  <a:lnTo>
                    <a:pt x="313" y="284"/>
                  </a:lnTo>
                  <a:lnTo>
                    <a:pt x="315" y="284"/>
                  </a:lnTo>
                  <a:lnTo>
                    <a:pt x="318" y="284"/>
                  </a:lnTo>
                  <a:lnTo>
                    <a:pt x="319" y="284"/>
                  </a:lnTo>
                  <a:lnTo>
                    <a:pt x="321" y="284"/>
                  </a:lnTo>
                  <a:lnTo>
                    <a:pt x="323" y="284"/>
                  </a:lnTo>
                  <a:lnTo>
                    <a:pt x="325" y="284"/>
                  </a:lnTo>
                  <a:lnTo>
                    <a:pt x="327" y="283"/>
                  </a:lnTo>
                  <a:lnTo>
                    <a:pt x="329" y="283"/>
                  </a:lnTo>
                  <a:lnTo>
                    <a:pt x="331" y="283"/>
                  </a:lnTo>
                  <a:lnTo>
                    <a:pt x="332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6" y="283"/>
                  </a:lnTo>
                  <a:lnTo>
                    <a:pt x="337" y="283"/>
                  </a:lnTo>
                  <a:lnTo>
                    <a:pt x="338" y="283"/>
                  </a:lnTo>
                  <a:lnTo>
                    <a:pt x="339" y="283"/>
                  </a:lnTo>
                  <a:lnTo>
                    <a:pt x="341" y="283"/>
                  </a:lnTo>
                  <a:lnTo>
                    <a:pt x="342" y="283"/>
                  </a:lnTo>
                  <a:lnTo>
                    <a:pt x="343" y="282"/>
                  </a:lnTo>
                  <a:lnTo>
                    <a:pt x="344" y="282"/>
                  </a:lnTo>
                  <a:lnTo>
                    <a:pt x="345" y="282"/>
                  </a:lnTo>
                  <a:lnTo>
                    <a:pt x="347" y="282"/>
                  </a:lnTo>
                  <a:lnTo>
                    <a:pt x="348" y="282"/>
                  </a:lnTo>
                  <a:lnTo>
                    <a:pt x="349" y="282"/>
                  </a:lnTo>
                  <a:lnTo>
                    <a:pt x="350" y="282"/>
                  </a:lnTo>
                  <a:lnTo>
                    <a:pt x="351" y="282"/>
                  </a:lnTo>
                  <a:lnTo>
                    <a:pt x="353" y="280"/>
                  </a:lnTo>
                  <a:lnTo>
                    <a:pt x="354" y="280"/>
                  </a:lnTo>
                  <a:lnTo>
                    <a:pt x="355" y="280"/>
                  </a:lnTo>
                  <a:lnTo>
                    <a:pt x="356" y="280"/>
                  </a:lnTo>
                  <a:lnTo>
                    <a:pt x="357" y="280"/>
                  </a:lnTo>
                  <a:lnTo>
                    <a:pt x="359" y="280"/>
                  </a:lnTo>
                  <a:lnTo>
                    <a:pt x="361" y="279"/>
                  </a:lnTo>
                  <a:lnTo>
                    <a:pt x="362" y="279"/>
                  </a:lnTo>
                  <a:lnTo>
                    <a:pt x="365" y="279"/>
                  </a:lnTo>
                  <a:lnTo>
                    <a:pt x="366" y="279"/>
                  </a:lnTo>
                  <a:lnTo>
                    <a:pt x="368" y="279"/>
                  </a:lnTo>
                  <a:lnTo>
                    <a:pt x="369" y="278"/>
                  </a:lnTo>
                  <a:lnTo>
                    <a:pt x="372" y="278"/>
                  </a:lnTo>
                  <a:lnTo>
                    <a:pt x="373" y="278"/>
                  </a:lnTo>
                  <a:lnTo>
                    <a:pt x="374" y="278"/>
                  </a:lnTo>
                  <a:lnTo>
                    <a:pt x="375" y="278"/>
                  </a:lnTo>
                  <a:lnTo>
                    <a:pt x="378" y="278"/>
                  </a:lnTo>
                  <a:lnTo>
                    <a:pt x="379" y="277"/>
                  </a:lnTo>
                  <a:lnTo>
                    <a:pt x="380" y="277"/>
                  </a:lnTo>
                  <a:lnTo>
                    <a:pt x="381" y="277"/>
                  </a:lnTo>
                  <a:lnTo>
                    <a:pt x="383" y="277"/>
                  </a:lnTo>
                  <a:lnTo>
                    <a:pt x="384" y="277"/>
                  </a:lnTo>
                  <a:lnTo>
                    <a:pt x="385" y="276"/>
                  </a:lnTo>
                  <a:lnTo>
                    <a:pt x="386" y="276"/>
                  </a:lnTo>
                  <a:lnTo>
                    <a:pt x="387" y="276"/>
                  </a:lnTo>
                  <a:lnTo>
                    <a:pt x="389" y="276"/>
                  </a:lnTo>
                  <a:lnTo>
                    <a:pt x="390" y="274"/>
                  </a:lnTo>
                  <a:lnTo>
                    <a:pt x="391" y="274"/>
                  </a:lnTo>
                  <a:lnTo>
                    <a:pt x="392" y="274"/>
                  </a:lnTo>
                  <a:lnTo>
                    <a:pt x="393" y="274"/>
                  </a:lnTo>
                  <a:lnTo>
                    <a:pt x="395" y="273"/>
                  </a:lnTo>
                  <a:lnTo>
                    <a:pt x="396" y="273"/>
                  </a:lnTo>
                  <a:lnTo>
                    <a:pt x="397" y="273"/>
                  </a:lnTo>
                  <a:lnTo>
                    <a:pt x="398" y="272"/>
                  </a:lnTo>
                  <a:lnTo>
                    <a:pt x="399" y="272"/>
                  </a:lnTo>
                  <a:lnTo>
                    <a:pt x="402" y="272"/>
                  </a:lnTo>
                  <a:lnTo>
                    <a:pt x="403" y="271"/>
                  </a:lnTo>
                  <a:lnTo>
                    <a:pt x="405" y="271"/>
                  </a:lnTo>
                  <a:lnTo>
                    <a:pt x="407" y="270"/>
                  </a:lnTo>
                  <a:lnTo>
                    <a:pt x="409" y="270"/>
                  </a:lnTo>
                  <a:lnTo>
                    <a:pt x="411" y="268"/>
                  </a:lnTo>
                  <a:lnTo>
                    <a:pt x="414" y="267"/>
                  </a:lnTo>
                  <a:lnTo>
                    <a:pt x="415" y="267"/>
                  </a:lnTo>
                  <a:lnTo>
                    <a:pt x="417" y="266"/>
                  </a:lnTo>
                  <a:lnTo>
                    <a:pt x="419" y="266"/>
                  </a:lnTo>
                  <a:lnTo>
                    <a:pt x="421" y="266"/>
                  </a:lnTo>
                  <a:lnTo>
                    <a:pt x="422" y="265"/>
                  </a:lnTo>
                  <a:lnTo>
                    <a:pt x="423" y="265"/>
                  </a:lnTo>
                  <a:lnTo>
                    <a:pt x="426" y="264"/>
                  </a:lnTo>
                  <a:lnTo>
                    <a:pt x="427" y="264"/>
                  </a:lnTo>
                  <a:lnTo>
                    <a:pt x="428" y="264"/>
                  </a:lnTo>
                  <a:lnTo>
                    <a:pt x="429" y="262"/>
                  </a:lnTo>
                  <a:lnTo>
                    <a:pt x="431" y="262"/>
                  </a:lnTo>
                  <a:lnTo>
                    <a:pt x="432" y="262"/>
                  </a:lnTo>
                  <a:lnTo>
                    <a:pt x="433" y="261"/>
                  </a:lnTo>
                  <a:lnTo>
                    <a:pt x="434" y="261"/>
                  </a:lnTo>
                  <a:lnTo>
                    <a:pt x="435" y="260"/>
                  </a:lnTo>
                  <a:lnTo>
                    <a:pt x="437" y="260"/>
                  </a:lnTo>
                  <a:lnTo>
                    <a:pt x="438" y="259"/>
                  </a:lnTo>
                  <a:lnTo>
                    <a:pt x="439" y="259"/>
                  </a:lnTo>
                  <a:lnTo>
                    <a:pt x="440" y="259"/>
                  </a:lnTo>
                  <a:lnTo>
                    <a:pt x="441" y="258"/>
                  </a:lnTo>
                  <a:lnTo>
                    <a:pt x="443" y="258"/>
                  </a:lnTo>
                  <a:lnTo>
                    <a:pt x="444" y="256"/>
                  </a:lnTo>
                  <a:lnTo>
                    <a:pt x="445" y="256"/>
                  </a:lnTo>
                  <a:lnTo>
                    <a:pt x="446" y="255"/>
                  </a:lnTo>
                  <a:lnTo>
                    <a:pt x="447" y="255"/>
                  </a:lnTo>
                  <a:lnTo>
                    <a:pt x="449" y="254"/>
                  </a:lnTo>
                  <a:lnTo>
                    <a:pt x="451" y="253"/>
                  </a:lnTo>
                  <a:lnTo>
                    <a:pt x="452" y="253"/>
                  </a:lnTo>
                  <a:lnTo>
                    <a:pt x="455" y="252"/>
                  </a:lnTo>
                  <a:lnTo>
                    <a:pt x="456" y="250"/>
                  </a:lnTo>
                  <a:lnTo>
                    <a:pt x="458" y="249"/>
                  </a:lnTo>
                  <a:lnTo>
                    <a:pt x="459" y="249"/>
                  </a:lnTo>
                  <a:lnTo>
                    <a:pt x="462" y="248"/>
                  </a:lnTo>
                  <a:lnTo>
                    <a:pt x="463" y="247"/>
                  </a:lnTo>
                  <a:lnTo>
                    <a:pt x="464" y="247"/>
                  </a:lnTo>
                  <a:lnTo>
                    <a:pt x="465" y="246"/>
                  </a:lnTo>
                  <a:lnTo>
                    <a:pt x="468" y="244"/>
                  </a:lnTo>
                  <a:lnTo>
                    <a:pt x="469" y="244"/>
                  </a:lnTo>
                  <a:lnTo>
                    <a:pt x="470" y="243"/>
                  </a:lnTo>
                  <a:lnTo>
                    <a:pt x="471" y="243"/>
                  </a:lnTo>
                  <a:lnTo>
                    <a:pt x="473" y="242"/>
                  </a:lnTo>
                  <a:lnTo>
                    <a:pt x="474" y="242"/>
                  </a:lnTo>
                  <a:lnTo>
                    <a:pt x="475" y="241"/>
                  </a:lnTo>
                  <a:lnTo>
                    <a:pt x="476" y="241"/>
                  </a:lnTo>
                  <a:lnTo>
                    <a:pt x="476" y="240"/>
                  </a:lnTo>
                  <a:lnTo>
                    <a:pt x="477" y="240"/>
                  </a:lnTo>
                  <a:lnTo>
                    <a:pt x="479" y="240"/>
                  </a:lnTo>
                  <a:lnTo>
                    <a:pt x="480" y="238"/>
                  </a:lnTo>
                  <a:lnTo>
                    <a:pt x="481" y="238"/>
                  </a:lnTo>
                  <a:lnTo>
                    <a:pt x="481" y="237"/>
                  </a:lnTo>
                  <a:lnTo>
                    <a:pt x="482" y="237"/>
                  </a:lnTo>
                  <a:lnTo>
                    <a:pt x="483" y="236"/>
                  </a:lnTo>
                  <a:lnTo>
                    <a:pt x="485" y="236"/>
                  </a:lnTo>
                  <a:lnTo>
                    <a:pt x="486" y="235"/>
                  </a:lnTo>
                  <a:lnTo>
                    <a:pt x="487" y="235"/>
                  </a:lnTo>
                  <a:lnTo>
                    <a:pt x="488" y="234"/>
                  </a:lnTo>
                  <a:lnTo>
                    <a:pt x="489" y="234"/>
                  </a:lnTo>
                  <a:lnTo>
                    <a:pt x="491" y="232"/>
                  </a:lnTo>
                  <a:lnTo>
                    <a:pt x="493" y="231"/>
                  </a:lnTo>
                  <a:lnTo>
                    <a:pt x="494" y="230"/>
                  </a:lnTo>
                  <a:lnTo>
                    <a:pt x="495" y="230"/>
                  </a:lnTo>
                  <a:lnTo>
                    <a:pt x="498" y="229"/>
                  </a:lnTo>
                  <a:lnTo>
                    <a:pt x="499" y="228"/>
                  </a:lnTo>
                  <a:lnTo>
                    <a:pt x="500" y="226"/>
                  </a:lnTo>
                  <a:lnTo>
                    <a:pt x="501" y="226"/>
                  </a:lnTo>
                  <a:lnTo>
                    <a:pt x="504" y="225"/>
                  </a:lnTo>
                  <a:lnTo>
                    <a:pt x="505" y="224"/>
                  </a:lnTo>
                  <a:lnTo>
                    <a:pt x="506" y="224"/>
                  </a:lnTo>
                  <a:lnTo>
                    <a:pt x="507" y="223"/>
                  </a:lnTo>
                  <a:lnTo>
                    <a:pt x="509" y="222"/>
                  </a:lnTo>
                  <a:lnTo>
                    <a:pt x="510" y="222"/>
                  </a:lnTo>
                  <a:lnTo>
                    <a:pt x="511" y="222"/>
                  </a:lnTo>
                  <a:lnTo>
                    <a:pt x="511" y="220"/>
                  </a:lnTo>
                  <a:lnTo>
                    <a:pt x="512" y="220"/>
                  </a:lnTo>
                  <a:lnTo>
                    <a:pt x="513" y="219"/>
                  </a:lnTo>
                  <a:lnTo>
                    <a:pt x="515" y="219"/>
                  </a:lnTo>
                  <a:lnTo>
                    <a:pt x="516" y="218"/>
                  </a:lnTo>
                  <a:lnTo>
                    <a:pt x="517" y="217"/>
                  </a:lnTo>
                  <a:lnTo>
                    <a:pt x="518" y="217"/>
                  </a:lnTo>
                  <a:lnTo>
                    <a:pt x="519" y="216"/>
                  </a:lnTo>
                  <a:lnTo>
                    <a:pt x="521" y="216"/>
                  </a:lnTo>
                  <a:lnTo>
                    <a:pt x="522" y="214"/>
                  </a:lnTo>
                  <a:lnTo>
                    <a:pt x="523" y="214"/>
                  </a:lnTo>
                  <a:lnTo>
                    <a:pt x="523" y="213"/>
                  </a:lnTo>
                  <a:lnTo>
                    <a:pt x="524" y="212"/>
                  </a:lnTo>
                  <a:lnTo>
                    <a:pt x="525" y="212"/>
                  </a:lnTo>
                  <a:lnTo>
                    <a:pt x="527" y="211"/>
                  </a:lnTo>
                  <a:lnTo>
                    <a:pt x="528" y="211"/>
                  </a:lnTo>
                  <a:lnTo>
                    <a:pt x="529" y="210"/>
                  </a:lnTo>
                  <a:lnTo>
                    <a:pt x="531" y="208"/>
                  </a:lnTo>
                  <a:lnTo>
                    <a:pt x="533" y="207"/>
                  </a:lnTo>
                  <a:lnTo>
                    <a:pt x="534" y="207"/>
                  </a:lnTo>
                  <a:lnTo>
                    <a:pt x="535" y="206"/>
                  </a:lnTo>
                  <a:lnTo>
                    <a:pt x="536" y="205"/>
                  </a:lnTo>
                  <a:lnTo>
                    <a:pt x="537" y="204"/>
                  </a:lnTo>
                  <a:lnTo>
                    <a:pt x="539" y="204"/>
                  </a:lnTo>
                  <a:lnTo>
                    <a:pt x="540" y="202"/>
                  </a:lnTo>
                  <a:lnTo>
                    <a:pt x="541" y="202"/>
                  </a:lnTo>
                  <a:lnTo>
                    <a:pt x="541" y="201"/>
                  </a:lnTo>
                  <a:lnTo>
                    <a:pt x="542" y="201"/>
                  </a:lnTo>
                  <a:lnTo>
                    <a:pt x="543" y="200"/>
                  </a:lnTo>
                  <a:lnTo>
                    <a:pt x="545" y="199"/>
                  </a:lnTo>
                  <a:lnTo>
                    <a:pt x="546" y="199"/>
                  </a:lnTo>
                  <a:lnTo>
                    <a:pt x="546" y="198"/>
                  </a:lnTo>
                  <a:lnTo>
                    <a:pt x="547" y="198"/>
                  </a:lnTo>
                  <a:lnTo>
                    <a:pt x="548" y="196"/>
                  </a:lnTo>
                  <a:lnTo>
                    <a:pt x="549" y="195"/>
                  </a:lnTo>
                  <a:lnTo>
                    <a:pt x="551" y="195"/>
                  </a:lnTo>
                  <a:lnTo>
                    <a:pt x="552" y="194"/>
                  </a:lnTo>
                  <a:lnTo>
                    <a:pt x="553" y="193"/>
                  </a:lnTo>
                  <a:lnTo>
                    <a:pt x="554" y="192"/>
                  </a:lnTo>
                  <a:lnTo>
                    <a:pt x="555" y="192"/>
                  </a:lnTo>
                  <a:lnTo>
                    <a:pt x="555" y="190"/>
                  </a:lnTo>
                  <a:lnTo>
                    <a:pt x="557" y="190"/>
                  </a:lnTo>
                  <a:lnTo>
                    <a:pt x="558" y="189"/>
                  </a:lnTo>
                  <a:lnTo>
                    <a:pt x="559" y="189"/>
                  </a:lnTo>
                  <a:lnTo>
                    <a:pt x="559" y="188"/>
                  </a:lnTo>
                  <a:lnTo>
                    <a:pt x="560" y="188"/>
                  </a:lnTo>
                  <a:lnTo>
                    <a:pt x="560" y="187"/>
                  </a:lnTo>
                  <a:lnTo>
                    <a:pt x="561" y="187"/>
                  </a:lnTo>
                  <a:lnTo>
                    <a:pt x="561" y="186"/>
                  </a:lnTo>
                  <a:lnTo>
                    <a:pt x="563" y="186"/>
                  </a:lnTo>
                  <a:lnTo>
                    <a:pt x="564" y="184"/>
                  </a:lnTo>
                  <a:lnTo>
                    <a:pt x="565" y="184"/>
                  </a:lnTo>
                  <a:lnTo>
                    <a:pt x="565" y="183"/>
                  </a:lnTo>
                  <a:lnTo>
                    <a:pt x="566" y="183"/>
                  </a:lnTo>
                  <a:lnTo>
                    <a:pt x="567" y="182"/>
                  </a:lnTo>
                  <a:lnTo>
                    <a:pt x="569" y="181"/>
                  </a:lnTo>
                  <a:lnTo>
                    <a:pt x="570" y="180"/>
                  </a:lnTo>
                  <a:lnTo>
                    <a:pt x="571" y="180"/>
                  </a:lnTo>
                  <a:lnTo>
                    <a:pt x="572" y="178"/>
                  </a:lnTo>
                  <a:lnTo>
                    <a:pt x="573" y="177"/>
                  </a:lnTo>
                  <a:lnTo>
                    <a:pt x="575" y="177"/>
                  </a:lnTo>
                  <a:lnTo>
                    <a:pt x="576" y="176"/>
                  </a:lnTo>
                  <a:lnTo>
                    <a:pt x="577" y="176"/>
                  </a:lnTo>
                  <a:lnTo>
                    <a:pt x="577" y="175"/>
                  </a:lnTo>
                  <a:lnTo>
                    <a:pt x="578" y="174"/>
                  </a:lnTo>
                  <a:lnTo>
                    <a:pt x="579" y="174"/>
                  </a:lnTo>
                  <a:lnTo>
                    <a:pt x="581" y="172"/>
                  </a:lnTo>
                  <a:lnTo>
                    <a:pt x="582" y="172"/>
                  </a:lnTo>
                  <a:lnTo>
                    <a:pt x="583" y="171"/>
                  </a:lnTo>
                  <a:lnTo>
                    <a:pt x="584" y="170"/>
                  </a:lnTo>
                  <a:lnTo>
                    <a:pt x="585" y="169"/>
                  </a:lnTo>
                  <a:lnTo>
                    <a:pt x="587" y="169"/>
                  </a:lnTo>
                  <a:lnTo>
                    <a:pt x="588" y="168"/>
                  </a:lnTo>
                  <a:lnTo>
                    <a:pt x="589" y="166"/>
                  </a:lnTo>
                  <a:lnTo>
                    <a:pt x="590" y="166"/>
                  </a:lnTo>
                  <a:lnTo>
                    <a:pt x="590" y="165"/>
                  </a:lnTo>
                  <a:lnTo>
                    <a:pt x="591" y="165"/>
                  </a:lnTo>
                  <a:lnTo>
                    <a:pt x="591" y="164"/>
                  </a:lnTo>
                  <a:lnTo>
                    <a:pt x="593" y="164"/>
                  </a:lnTo>
                  <a:lnTo>
                    <a:pt x="593" y="163"/>
                  </a:lnTo>
                  <a:lnTo>
                    <a:pt x="594" y="163"/>
                  </a:lnTo>
                  <a:lnTo>
                    <a:pt x="594" y="162"/>
                  </a:lnTo>
                  <a:lnTo>
                    <a:pt x="595" y="160"/>
                  </a:lnTo>
                  <a:lnTo>
                    <a:pt x="596" y="159"/>
                  </a:lnTo>
                  <a:lnTo>
                    <a:pt x="597" y="158"/>
                  </a:lnTo>
                  <a:lnTo>
                    <a:pt x="599" y="158"/>
                  </a:lnTo>
                  <a:lnTo>
                    <a:pt x="599" y="157"/>
                  </a:lnTo>
                  <a:lnTo>
                    <a:pt x="600" y="156"/>
                  </a:lnTo>
                  <a:lnTo>
                    <a:pt x="601" y="154"/>
                  </a:lnTo>
                  <a:lnTo>
                    <a:pt x="602" y="153"/>
                  </a:lnTo>
                  <a:lnTo>
                    <a:pt x="603" y="152"/>
                  </a:lnTo>
                  <a:lnTo>
                    <a:pt x="605" y="151"/>
                  </a:lnTo>
                  <a:lnTo>
                    <a:pt x="606" y="150"/>
                  </a:lnTo>
                  <a:lnTo>
                    <a:pt x="607" y="148"/>
                  </a:lnTo>
                  <a:lnTo>
                    <a:pt x="607" y="147"/>
                  </a:lnTo>
                  <a:lnTo>
                    <a:pt x="608" y="147"/>
                  </a:lnTo>
                  <a:lnTo>
                    <a:pt x="609" y="146"/>
                  </a:lnTo>
                  <a:lnTo>
                    <a:pt x="609" y="145"/>
                  </a:lnTo>
                  <a:lnTo>
                    <a:pt x="611" y="144"/>
                  </a:lnTo>
                  <a:lnTo>
                    <a:pt x="612" y="144"/>
                  </a:lnTo>
                  <a:lnTo>
                    <a:pt x="612" y="142"/>
                  </a:lnTo>
                  <a:lnTo>
                    <a:pt x="613" y="142"/>
                  </a:lnTo>
                  <a:lnTo>
                    <a:pt x="613" y="141"/>
                  </a:lnTo>
                  <a:lnTo>
                    <a:pt x="614" y="140"/>
                  </a:lnTo>
                  <a:lnTo>
                    <a:pt x="615" y="139"/>
                  </a:lnTo>
                  <a:lnTo>
                    <a:pt x="617" y="138"/>
                  </a:lnTo>
                  <a:lnTo>
                    <a:pt x="618" y="136"/>
                  </a:lnTo>
                  <a:lnTo>
                    <a:pt x="619" y="135"/>
                  </a:lnTo>
                  <a:lnTo>
                    <a:pt x="619" y="134"/>
                  </a:lnTo>
                  <a:lnTo>
                    <a:pt x="620" y="133"/>
                  </a:lnTo>
                  <a:lnTo>
                    <a:pt x="621" y="132"/>
                  </a:lnTo>
                  <a:lnTo>
                    <a:pt x="623" y="132"/>
                  </a:lnTo>
                  <a:lnTo>
                    <a:pt x="623" y="130"/>
                  </a:lnTo>
                  <a:lnTo>
                    <a:pt x="624" y="129"/>
                  </a:lnTo>
                  <a:lnTo>
                    <a:pt x="625" y="128"/>
                  </a:lnTo>
                  <a:lnTo>
                    <a:pt x="626" y="126"/>
                  </a:lnTo>
                  <a:lnTo>
                    <a:pt x="627" y="124"/>
                  </a:lnTo>
                  <a:lnTo>
                    <a:pt x="629" y="123"/>
                  </a:lnTo>
                  <a:lnTo>
                    <a:pt x="630" y="122"/>
                  </a:lnTo>
                  <a:lnTo>
                    <a:pt x="631" y="120"/>
                  </a:lnTo>
                  <a:lnTo>
                    <a:pt x="632" y="118"/>
                  </a:lnTo>
                  <a:lnTo>
                    <a:pt x="633" y="117"/>
                  </a:lnTo>
                  <a:lnTo>
                    <a:pt x="635" y="116"/>
                  </a:lnTo>
                  <a:lnTo>
                    <a:pt x="636" y="115"/>
                  </a:lnTo>
                  <a:lnTo>
                    <a:pt x="637" y="114"/>
                  </a:lnTo>
                  <a:lnTo>
                    <a:pt x="638" y="112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41" y="109"/>
                  </a:lnTo>
                  <a:lnTo>
                    <a:pt x="642" y="108"/>
                  </a:lnTo>
                  <a:lnTo>
                    <a:pt x="642" y="106"/>
                  </a:lnTo>
                  <a:lnTo>
                    <a:pt x="643" y="106"/>
                  </a:lnTo>
                  <a:lnTo>
                    <a:pt x="644" y="105"/>
                  </a:lnTo>
                  <a:lnTo>
                    <a:pt x="644" y="104"/>
                  </a:lnTo>
                  <a:lnTo>
                    <a:pt x="645" y="103"/>
                  </a:lnTo>
                  <a:lnTo>
                    <a:pt x="647" y="102"/>
                  </a:lnTo>
                  <a:lnTo>
                    <a:pt x="647" y="100"/>
                  </a:lnTo>
                  <a:lnTo>
                    <a:pt x="648" y="99"/>
                  </a:lnTo>
                  <a:lnTo>
                    <a:pt x="649" y="98"/>
                  </a:lnTo>
                  <a:lnTo>
                    <a:pt x="649" y="97"/>
                  </a:lnTo>
                  <a:lnTo>
                    <a:pt x="650" y="96"/>
                  </a:lnTo>
                  <a:lnTo>
                    <a:pt x="651" y="94"/>
                  </a:lnTo>
                  <a:lnTo>
                    <a:pt x="653" y="93"/>
                  </a:lnTo>
                  <a:lnTo>
                    <a:pt x="653" y="92"/>
                  </a:lnTo>
                  <a:lnTo>
                    <a:pt x="654" y="91"/>
                  </a:lnTo>
                  <a:lnTo>
                    <a:pt x="655" y="90"/>
                  </a:lnTo>
                  <a:lnTo>
                    <a:pt x="656" y="88"/>
                  </a:lnTo>
                  <a:lnTo>
                    <a:pt x="657" y="86"/>
                  </a:lnTo>
                  <a:lnTo>
                    <a:pt x="659" y="85"/>
                  </a:lnTo>
                  <a:lnTo>
                    <a:pt x="660" y="82"/>
                  </a:lnTo>
                  <a:lnTo>
                    <a:pt x="661" y="80"/>
                  </a:lnTo>
                  <a:lnTo>
                    <a:pt x="662" y="79"/>
                  </a:lnTo>
                  <a:lnTo>
                    <a:pt x="663" y="78"/>
                  </a:lnTo>
                  <a:lnTo>
                    <a:pt x="665" y="75"/>
                  </a:lnTo>
                  <a:lnTo>
                    <a:pt x="666" y="74"/>
                  </a:lnTo>
                  <a:lnTo>
                    <a:pt x="667" y="73"/>
                  </a:lnTo>
                  <a:lnTo>
                    <a:pt x="668" y="72"/>
                  </a:lnTo>
                  <a:lnTo>
                    <a:pt x="669" y="70"/>
                  </a:lnTo>
                  <a:lnTo>
                    <a:pt x="669" y="69"/>
                  </a:lnTo>
                  <a:lnTo>
                    <a:pt x="671" y="68"/>
                  </a:lnTo>
                  <a:lnTo>
                    <a:pt x="672" y="67"/>
                  </a:lnTo>
                  <a:lnTo>
                    <a:pt x="672" y="66"/>
                  </a:lnTo>
                  <a:lnTo>
                    <a:pt x="673" y="64"/>
                  </a:lnTo>
                  <a:lnTo>
                    <a:pt x="674" y="63"/>
                  </a:lnTo>
                  <a:lnTo>
                    <a:pt x="674" y="62"/>
                  </a:lnTo>
                  <a:lnTo>
                    <a:pt x="675" y="62"/>
                  </a:lnTo>
                  <a:lnTo>
                    <a:pt x="675" y="61"/>
                  </a:lnTo>
                  <a:lnTo>
                    <a:pt x="677" y="60"/>
                  </a:lnTo>
                  <a:lnTo>
                    <a:pt x="678" y="58"/>
                  </a:lnTo>
                  <a:lnTo>
                    <a:pt x="678" y="57"/>
                  </a:lnTo>
                  <a:lnTo>
                    <a:pt x="679" y="56"/>
                  </a:lnTo>
                  <a:lnTo>
                    <a:pt x="680" y="55"/>
                  </a:lnTo>
                  <a:lnTo>
                    <a:pt x="680" y="54"/>
                  </a:lnTo>
                  <a:lnTo>
                    <a:pt x="681" y="52"/>
                  </a:lnTo>
                  <a:lnTo>
                    <a:pt x="683" y="51"/>
                  </a:lnTo>
                  <a:lnTo>
                    <a:pt x="684" y="50"/>
                  </a:lnTo>
                  <a:lnTo>
                    <a:pt x="685" y="49"/>
                  </a:lnTo>
                  <a:lnTo>
                    <a:pt x="686" y="46"/>
                  </a:lnTo>
                  <a:lnTo>
                    <a:pt x="687" y="45"/>
                  </a:lnTo>
                  <a:lnTo>
                    <a:pt x="689" y="44"/>
                  </a:lnTo>
                  <a:lnTo>
                    <a:pt x="690" y="42"/>
                  </a:lnTo>
                  <a:lnTo>
                    <a:pt x="691" y="39"/>
                  </a:lnTo>
                  <a:lnTo>
                    <a:pt x="692" y="38"/>
                  </a:lnTo>
                  <a:lnTo>
                    <a:pt x="693" y="36"/>
                  </a:lnTo>
                  <a:lnTo>
                    <a:pt x="695" y="34"/>
                  </a:lnTo>
                  <a:lnTo>
                    <a:pt x="696" y="32"/>
                  </a:lnTo>
                  <a:lnTo>
                    <a:pt x="697" y="31"/>
                  </a:lnTo>
                  <a:lnTo>
                    <a:pt x="698" y="30"/>
                  </a:lnTo>
                  <a:lnTo>
                    <a:pt x="699" y="28"/>
                  </a:lnTo>
                  <a:lnTo>
                    <a:pt x="701" y="27"/>
                  </a:lnTo>
                  <a:lnTo>
                    <a:pt x="701" y="26"/>
                  </a:lnTo>
                  <a:lnTo>
                    <a:pt x="702" y="25"/>
                  </a:lnTo>
                  <a:lnTo>
                    <a:pt x="703" y="24"/>
                  </a:lnTo>
                  <a:lnTo>
                    <a:pt x="703" y="22"/>
                  </a:lnTo>
                  <a:lnTo>
                    <a:pt x="704" y="21"/>
                  </a:lnTo>
                  <a:lnTo>
                    <a:pt x="704" y="20"/>
                  </a:lnTo>
                  <a:lnTo>
                    <a:pt x="705" y="20"/>
                  </a:lnTo>
                  <a:lnTo>
                    <a:pt x="705" y="19"/>
                  </a:lnTo>
                  <a:lnTo>
                    <a:pt x="707" y="18"/>
                  </a:lnTo>
                  <a:lnTo>
                    <a:pt x="707" y="16"/>
                  </a:lnTo>
                  <a:lnTo>
                    <a:pt x="708" y="15"/>
                  </a:lnTo>
                  <a:lnTo>
                    <a:pt x="709" y="14"/>
                  </a:lnTo>
                  <a:lnTo>
                    <a:pt x="709" y="13"/>
                  </a:lnTo>
                  <a:lnTo>
                    <a:pt x="710" y="12"/>
                  </a:lnTo>
                  <a:lnTo>
                    <a:pt x="710" y="10"/>
                  </a:lnTo>
                  <a:lnTo>
                    <a:pt x="711" y="9"/>
                  </a:lnTo>
                  <a:lnTo>
                    <a:pt x="713" y="9"/>
                  </a:lnTo>
                  <a:lnTo>
                    <a:pt x="713" y="7"/>
                  </a:lnTo>
                  <a:lnTo>
                    <a:pt x="714" y="6"/>
                  </a:lnTo>
                  <a:lnTo>
                    <a:pt x="714" y="4"/>
                  </a:lnTo>
                  <a:lnTo>
                    <a:pt x="715" y="3"/>
                  </a:lnTo>
                  <a:lnTo>
                    <a:pt x="716" y="2"/>
                  </a:lnTo>
                  <a:lnTo>
                    <a:pt x="717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02" name="Freeform 218">
              <a:extLst>
                <a:ext uri="{FF2B5EF4-FFF2-40B4-BE49-F238E27FC236}">
                  <a16:creationId xmlns:a16="http://schemas.microsoft.com/office/drawing/2014/main" id="{D21BAD7D-A16B-4CF5-A846-1CA5D9F62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088" y="5403850"/>
              <a:ext cx="66675" cy="228600"/>
            </a:xfrm>
            <a:custGeom>
              <a:avLst/>
              <a:gdLst>
                <a:gd name="T0" fmla="*/ 2147483646 w 85"/>
                <a:gd name="T1" fmla="*/ 2147483646 h 286"/>
                <a:gd name="T2" fmla="*/ 2147483646 w 85"/>
                <a:gd name="T3" fmla="*/ 2147483646 h 286"/>
                <a:gd name="T4" fmla="*/ 2147483646 w 85"/>
                <a:gd name="T5" fmla="*/ 2147483646 h 286"/>
                <a:gd name="T6" fmla="*/ 2147483646 w 85"/>
                <a:gd name="T7" fmla="*/ 2147483646 h 286"/>
                <a:gd name="T8" fmla="*/ 2147483646 w 85"/>
                <a:gd name="T9" fmla="*/ 2147483646 h 286"/>
                <a:gd name="T10" fmla="*/ 2147483646 w 85"/>
                <a:gd name="T11" fmla="*/ 2147483646 h 286"/>
                <a:gd name="T12" fmla="*/ 2147483646 w 85"/>
                <a:gd name="T13" fmla="*/ 2147483646 h 286"/>
                <a:gd name="T14" fmla="*/ 2147483646 w 85"/>
                <a:gd name="T15" fmla="*/ 2147483646 h 286"/>
                <a:gd name="T16" fmla="*/ 2147483646 w 85"/>
                <a:gd name="T17" fmla="*/ 2147483646 h 286"/>
                <a:gd name="T18" fmla="*/ 2147483646 w 85"/>
                <a:gd name="T19" fmla="*/ 2147483646 h 286"/>
                <a:gd name="T20" fmla="*/ 2147483646 w 85"/>
                <a:gd name="T21" fmla="*/ 2147483646 h 286"/>
                <a:gd name="T22" fmla="*/ 2147483646 w 85"/>
                <a:gd name="T23" fmla="*/ 2147483646 h 286"/>
                <a:gd name="T24" fmla="*/ 2147483646 w 85"/>
                <a:gd name="T25" fmla="*/ 2147483646 h 286"/>
                <a:gd name="T26" fmla="*/ 2147483646 w 85"/>
                <a:gd name="T27" fmla="*/ 2147483646 h 286"/>
                <a:gd name="T28" fmla="*/ 2147483646 w 85"/>
                <a:gd name="T29" fmla="*/ 2147483646 h 286"/>
                <a:gd name="T30" fmla="*/ 2147483646 w 85"/>
                <a:gd name="T31" fmla="*/ 2147483646 h 286"/>
                <a:gd name="T32" fmla="*/ 2147483646 w 85"/>
                <a:gd name="T33" fmla="*/ 2147483646 h 286"/>
                <a:gd name="T34" fmla="*/ 2147483646 w 85"/>
                <a:gd name="T35" fmla="*/ 2147483646 h 286"/>
                <a:gd name="T36" fmla="*/ 2147483646 w 85"/>
                <a:gd name="T37" fmla="*/ 2147483646 h 286"/>
                <a:gd name="T38" fmla="*/ 2147483646 w 85"/>
                <a:gd name="T39" fmla="*/ 2147483646 h 286"/>
                <a:gd name="T40" fmla="*/ 2147483646 w 85"/>
                <a:gd name="T41" fmla="*/ 2147483646 h 286"/>
                <a:gd name="T42" fmla="*/ 2147483646 w 85"/>
                <a:gd name="T43" fmla="*/ 2147483646 h 286"/>
                <a:gd name="T44" fmla="*/ 2147483646 w 85"/>
                <a:gd name="T45" fmla="*/ 2147483646 h 286"/>
                <a:gd name="T46" fmla="*/ 2147483646 w 85"/>
                <a:gd name="T47" fmla="*/ 2147483646 h 286"/>
                <a:gd name="T48" fmla="*/ 2147483646 w 85"/>
                <a:gd name="T49" fmla="*/ 2147483646 h 286"/>
                <a:gd name="T50" fmla="*/ 2147483646 w 85"/>
                <a:gd name="T51" fmla="*/ 2147483646 h 286"/>
                <a:gd name="T52" fmla="*/ 2147483646 w 85"/>
                <a:gd name="T53" fmla="*/ 2147483646 h 286"/>
                <a:gd name="T54" fmla="*/ 2147483646 w 85"/>
                <a:gd name="T55" fmla="*/ 2147483646 h 286"/>
                <a:gd name="T56" fmla="*/ 2147483646 w 85"/>
                <a:gd name="T57" fmla="*/ 2147483646 h 286"/>
                <a:gd name="T58" fmla="*/ 2147483646 w 85"/>
                <a:gd name="T59" fmla="*/ 2147483646 h 286"/>
                <a:gd name="T60" fmla="*/ 2147483646 w 85"/>
                <a:gd name="T61" fmla="*/ 2147483646 h 286"/>
                <a:gd name="T62" fmla="*/ 2147483646 w 85"/>
                <a:gd name="T63" fmla="*/ 2147483646 h 286"/>
                <a:gd name="T64" fmla="*/ 2147483646 w 85"/>
                <a:gd name="T65" fmla="*/ 2147483646 h 286"/>
                <a:gd name="T66" fmla="*/ 2147483646 w 85"/>
                <a:gd name="T67" fmla="*/ 2147483646 h 286"/>
                <a:gd name="T68" fmla="*/ 2147483646 w 85"/>
                <a:gd name="T69" fmla="*/ 2147483646 h 286"/>
                <a:gd name="T70" fmla="*/ 2147483646 w 85"/>
                <a:gd name="T71" fmla="*/ 2147483646 h 286"/>
                <a:gd name="T72" fmla="*/ 2147483646 w 85"/>
                <a:gd name="T73" fmla="*/ 2147483646 h 286"/>
                <a:gd name="T74" fmla="*/ 2147483646 w 85"/>
                <a:gd name="T75" fmla="*/ 2147483646 h 286"/>
                <a:gd name="T76" fmla="*/ 2147483646 w 85"/>
                <a:gd name="T77" fmla="*/ 2147483646 h 286"/>
                <a:gd name="T78" fmla="*/ 2147483646 w 85"/>
                <a:gd name="T79" fmla="*/ 2147483646 h 286"/>
                <a:gd name="T80" fmla="*/ 2147483646 w 85"/>
                <a:gd name="T81" fmla="*/ 2147483646 h 286"/>
                <a:gd name="T82" fmla="*/ 2147483646 w 85"/>
                <a:gd name="T83" fmla="*/ 2147483646 h 286"/>
                <a:gd name="T84" fmla="*/ 2147483646 w 85"/>
                <a:gd name="T85" fmla="*/ 2147483646 h 286"/>
                <a:gd name="T86" fmla="*/ 2147483646 w 85"/>
                <a:gd name="T87" fmla="*/ 2147483646 h 286"/>
                <a:gd name="T88" fmla="*/ 2147483646 w 85"/>
                <a:gd name="T89" fmla="*/ 2147483646 h 286"/>
                <a:gd name="T90" fmla="*/ 2147483646 w 85"/>
                <a:gd name="T91" fmla="*/ 2147483646 h 286"/>
                <a:gd name="T92" fmla="*/ 2147483646 w 85"/>
                <a:gd name="T93" fmla="*/ 2147483646 h 286"/>
                <a:gd name="T94" fmla="*/ 2147483646 w 85"/>
                <a:gd name="T95" fmla="*/ 2147483646 h 286"/>
                <a:gd name="T96" fmla="*/ 2147483646 w 85"/>
                <a:gd name="T97" fmla="*/ 2147483646 h 286"/>
                <a:gd name="T98" fmla="*/ 2147483646 w 85"/>
                <a:gd name="T99" fmla="*/ 2147483646 h 286"/>
                <a:gd name="T100" fmla="*/ 2147483646 w 85"/>
                <a:gd name="T101" fmla="*/ 2147483646 h 286"/>
                <a:gd name="T102" fmla="*/ 2147483646 w 85"/>
                <a:gd name="T103" fmla="*/ 2147483646 h 286"/>
                <a:gd name="T104" fmla="*/ 2147483646 w 85"/>
                <a:gd name="T105" fmla="*/ 2147483646 h 286"/>
                <a:gd name="T106" fmla="*/ 2147483646 w 85"/>
                <a:gd name="T107" fmla="*/ 2147483646 h 286"/>
                <a:gd name="T108" fmla="*/ 2147483646 w 85"/>
                <a:gd name="T109" fmla="*/ 2147483646 h 286"/>
                <a:gd name="T110" fmla="*/ 2147483646 w 85"/>
                <a:gd name="T111" fmla="*/ 2147483646 h 286"/>
                <a:gd name="T112" fmla="*/ 2147483646 w 85"/>
                <a:gd name="T113" fmla="*/ 2147483646 h 2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" h="286">
                  <a:moveTo>
                    <a:pt x="0" y="0"/>
                  </a:moveTo>
                  <a:lnTo>
                    <a:pt x="1" y="2"/>
                  </a:lnTo>
                  <a:lnTo>
                    <a:pt x="3" y="6"/>
                  </a:lnTo>
                  <a:lnTo>
                    <a:pt x="4" y="8"/>
                  </a:lnTo>
                  <a:lnTo>
                    <a:pt x="6" y="11"/>
                  </a:lnTo>
                  <a:lnTo>
                    <a:pt x="7" y="13"/>
                  </a:lnTo>
                  <a:lnTo>
                    <a:pt x="9" y="16"/>
                  </a:lnTo>
                  <a:lnTo>
                    <a:pt x="10" y="18"/>
                  </a:lnTo>
                  <a:lnTo>
                    <a:pt x="10" y="20"/>
                  </a:lnTo>
                  <a:lnTo>
                    <a:pt x="12" y="22"/>
                  </a:lnTo>
                  <a:lnTo>
                    <a:pt x="13" y="24"/>
                  </a:lnTo>
                  <a:lnTo>
                    <a:pt x="14" y="25"/>
                  </a:lnTo>
                  <a:lnTo>
                    <a:pt x="15" y="26"/>
                  </a:lnTo>
                  <a:lnTo>
                    <a:pt x="15" y="28"/>
                  </a:lnTo>
                  <a:lnTo>
                    <a:pt x="16" y="30"/>
                  </a:lnTo>
                  <a:lnTo>
                    <a:pt x="16" y="31"/>
                  </a:lnTo>
                  <a:lnTo>
                    <a:pt x="18" y="32"/>
                  </a:lnTo>
                  <a:lnTo>
                    <a:pt x="19" y="34"/>
                  </a:lnTo>
                  <a:lnTo>
                    <a:pt x="19" y="35"/>
                  </a:lnTo>
                  <a:lnTo>
                    <a:pt x="19" y="36"/>
                  </a:lnTo>
                  <a:lnTo>
                    <a:pt x="20" y="37"/>
                  </a:lnTo>
                  <a:lnTo>
                    <a:pt x="21" y="38"/>
                  </a:lnTo>
                  <a:lnTo>
                    <a:pt x="21" y="40"/>
                  </a:lnTo>
                  <a:lnTo>
                    <a:pt x="22" y="41"/>
                  </a:lnTo>
                  <a:lnTo>
                    <a:pt x="22" y="42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4" y="46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6" y="50"/>
                  </a:lnTo>
                  <a:lnTo>
                    <a:pt x="26" y="52"/>
                  </a:lnTo>
                  <a:lnTo>
                    <a:pt x="27" y="54"/>
                  </a:lnTo>
                  <a:lnTo>
                    <a:pt x="28" y="55"/>
                  </a:lnTo>
                  <a:lnTo>
                    <a:pt x="28" y="56"/>
                  </a:lnTo>
                  <a:lnTo>
                    <a:pt x="30" y="58"/>
                  </a:lnTo>
                  <a:lnTo>
                    <a:pt x="30" y="59"/>
                  </a:lnTo>
                  <a:lnTo>
                    <a:pt x="30" y="61"/>
                  </a:lnTo>
                  <a:lnTo>
                    <a:pt x="31" y="61"/>
                  </a:lnTo>
                  <a:lnTo>
                    <a:pt x="31" y="62"/>
                  </a:lnTo>
                  <a:lnTo>
                    <a:pt x="32" y="64"/>
                  </a:lnTo>
                  <a:lnTo>
                    <a:pt x="32" y="65"/>
                  </a:lnTo>
                  <a:lnTo>
                    <a:pt x="32" y="66"/>
                  </a:lnTo>
                  <a:lnTo>
                    <a:pt x="33" y="67"/>
                  </a:lnTo>
                  <a:lnTo>
                    <a:pt x="33" y="68"/>
                  </a:lnTo>
                  <a:lnTo>
                    <a:pt x="33" y="70"/>
                  </a:lnTo>
                  <a:lnTo>
                    <a:pt x="34" y="71"/>
                  </a:lnTo>
                  <a:lnTo>
                    <a:pt x="34" y="72"/>
                  </a:lnTo>
                  <a:lnTo>
                    <a:pt x="36" y="73"/>
                  </a:lnTo>
                  <a:lnTo>
                    <a:pt x="36" y="74"/>
                  </a:lnTo>
                  <a:lnTo>
                    <a:pt x="36" y="76"/>
                  </a:lnTo>
                  <a:lnTo>
                    <a:pt x="37" y="77"/>
                  </a:lnTo>
                  <a:lnTo>
                    <a:pt x="37" y="78"/>
                  </a:lnTo>
                  <a:lnTo>
                    <a:pt x="37" y="79"/>
                  </a:lnTo>
                  <a:lnTo>
                    <a:pt x="38" y="80"/>
                  </a:lnTo>
                  <a:lnTo>
                    <a:pt x="38" y="82"/>
                  </a:lnTo>
                  <a:lnTo>
                    <a:pt x="39" y="83"/>
                  </a:lnTo>
                  <a:lnTo>
                    <a:pt x="39" y="84"/>
                  </a:lnTo>
                  <a:lnTo>
                    <a:pt x="40" y="86"/>
                  </a:lnTo>
                  <a:lnTo>
                    <a:pt x="40" y="88"/>
                  </a:lnTo>
                  <a:lnTo>
                    <a:pt x="42" y="90"/>
                  </a:lnTo>
                  <a:lnTo>
                    <a:pt x="42" y="91"/>
                  </a:lnTo>
                  <a:lnTo>
                    <a:pt x="43" y="94"/>
                  </a:lnTo>
                  <a:lnTo>
                    <a:pt x="44" y="96"/>
                  </a:lnTo>
                  <a:lnTo>
                    <a:pt x="44" y="97"/>
                  </a:lnTo>
                  <a:lnTo>
                    <a:pt x="45" y="98"/>
                  </a:lnTo>
                  <a:lnTo>
                    <a:pt x="45" y="101"/>
                  </a:lnTo>
                  <a:lnTo>
                    <a:pt x="46" y="102"/>
                  </a:lnTo>
                  <a:lnTo>
                    <a:pt x="46" y="103"/>
                  </a:lnTo>
                  <a:lnTo>
                    <a:pt x="48" y="104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9" y="108"/>
                  </a:lnTo>
                  <a:lnTo>
                    <a:pt x="49" y="109"/>
                  </a:lnTo>
                  <a:lnTo>
                    <a:pt x="49" y="110"/>
                  </a:lnTo>
                  <a:lnTo>
                    <a:pt x="50" y="112"/>
                  </a:lnTo>
                  <a:lnTo>
                    <a:pt x="50" y="113"/>
                  </a:lnTo>
                  <a:lnTo>
                    <a:pt x="50" y="114"/>
                  </a:lnTo>
                  <a:lnTo>
                    <a:pt x="51" y="114"/>
                  </a:lnTo>
                  <a:lnTo>
                    <a:pt x="51" y="115"/>
                  </a:lnTo>
                  <a:lnTo>
                    <a:pt x="51" y="116"/>
                  </a:lnTo>
                  <a:lnTo>
                    <a:pt x="51" y="118"/>
                  </a:lnTo>
                  <a:lnTo>
                    <a:pt x="52" y="119"/>
                  </a:lnTo>
                  <a:lnTo>
                    <a:pt x="52" y="120"/>
                  </a:lnTo>
                  <a:lnTo>
                    <a:pt x="52" y="121"/>
                  </a:lnTo>
                  <a:lnTo>
                    <a:pt x="54" y="122"/>
                  </a:lnTo>
                  <a:lnTo>
                    <a:pt x="54" y="124"/>
                  </a:lnTo>
                  <a:lnTo>
                    <a:pt x="54" y="125"/>
                  </a:lnTo>
                  <a:lnTo>
                    <a:pt x="55" y="126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7" y="133"/>
                  </a:lnTo>
                  <a:lnTo>
                    <a:pt x="57" y="136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40"/>
                  </a:lnTo>
                  <a:lnTo>
                    <a:pt x="60" y="143"/>
                  </a:lnTo>
                  <a:lnTo>
                    <a:pt x="60" y="144"/>
                  </a:lnTo>
                  <a:lnTo>
                    <a:pt x="61" y="145"/>
                  </a:lnTo>
                  <a:lnTo>
                    <a:pt x="61" y="146"/>
                  </a:lnTo>
                  <a:lnTo>
                    <a:pt x="61" y="149"/>
                  </a:lnTo>
                  <a:lnTo>
                    <a:pt x="62" y="150"/>
                  </a:lnTo>
                  <a:lnTo>
                    <a:pt x="62" y="151"/>
                  </a:lnTo>
                  <a:lnTo>
                    <a:pt x="63" y="152"/>
                  </a:lnTo>
                  <a:lnTo>
                    <a:pt x="63" y="154"/>
                  </a:lnTo>
                  <a:lnTo>
                    <a:pt x="63" y="155"/>
                  </a:lnTo>
                  <a:lnTo>
                    <a:pt x="63" y="156"/>
                  </a:lnTo>
                  <a:lnTo>
                    <a:pt x="64" y="157"/>
                  </a:lnTo>
                  <a:lnTo>
                    <a:pt x="64" y="158"/>
                  </a:lnTo>
                  <a:lnTo>
                    <a:pt x="64" y="160"/>
                  </a:lnTo>
                  <a:lnTo>
                    <a:pt x="66" y="161"/>
                  </a:lnTo>
                  <a:lnTo>
                    <a:pt x="66" y="162"/>
                  </a:lnTo>
                  <a:lnTo>
                    <a:pt x="66" y="163"/>
                  </a:lnTo>
                  <a:lnTo>
                    <a:pt x="67" y="164"/>
                  </a:lnTo>
                  <a:lnTo>
                    <a:pt x="67" y="166"/>
                  </a:lnTo>
                  <a:lnTo>
                    <a:pt x="67" y="167"/>
                  </a:lnTo>
                  <a:lnTo>
                    <a:pt x="68" y="168"/>
                  </a:lnTo>
                  <a:lnTo>
                    <a:pt x="68" y="170"/>
                  </a:lnTo>
                  <a:lnTo>
                    <a:pt x="68" y="172"/>
                  </a:lnTo>
                  <a:lnTo>
                    <a:pt x="69" y="173"/>
                  </a:lnTo>
                  <a:lnTo>
                    <a:pt x="69" y="175"/>
                  </a:lnTo>
                  <a:lnTo>
                    <a:pt x="70" y="176"/>
                  </a:lnTo>
                  <a:lnTo>
                    <a:pt x="70" y="179"/>
                  </a:lnTo>
                  <a:lnTo>
                    <a:pt x="72" y="181"/>
                  </a:lnTo>
                  <a:lnTo>
                    <a:pt x="72" y="182"/>
                  </a:lnTo>
                  <a:lnTo>
                    <a:pt x="73" y="185"/>
                  </a:lnTo>
                  <a:lnTo>
                    <a:pt x="73" y="186"/>
                  </a:lnTo>
                  <a:lnTo>
                    <a:pt x="74" y="187"/>
                  </a:lnTo>
                  <a:lnTo>
                    <a:pt x="74" y="188"/>
                  </a:lnTo>
                  <a:lnTo>
                    <a:pt x="74" y="191"/>
                  </a:lnTo>
                  <a:lnTo>
                    <a:pt x="75" y="192"/>
                  </a:lnTo>
                  <a:lnTo>
                    <a:pt x="75" y="193"/>
                  </a:lnTo>
                  <a:lnTo>
                    <a:pt x="75" y="194"/>
                  </a:lnTo>
                  <a:lnTo>
                    <a:pt x="75" y="196"/>
                  </a:lnTo>
                  <a:lnTo>
                    <a:pt x="76" y="196"/>
                  </a:lnTo>
                  <a:lnTo>
                    <a:pt x="76" y="197"/>
                  </a:lnTo>
                  <a:lnTo>
                    <a:pt x="76" y="198"/>
                  </a:lnTo>
                  <a:lnTo>
                    <a:pt x="76" y="199"/>
                  </a:lnTo>
                  <a:lnTo>
                    <a:pt x="76" y="200"/>
                  </a:lnTo>
                  <a:lnTo>
                    <a:pt x="78" y="202"/>
                  </a:lnTo>
                  <a:lnTo>
                    <a:pt x="78" y="203"/>
                  </a:lnTo>
                  <a:lnTo>
                    <a:pt x="78" y="204"/>
                  </a:lnTo>
                  <a:lnTo>
                    <a:pt x="78" y="205"/>
                  </a:lnTo>
                  <a:lnTo>
                    <a:pt x="78" y="206"/>
                  </a:lnTo>
                  <a:lnTo>
                    <a:pt x="78" y="208"/>
                  </a:lnTo>
                  <a:lnTo>
                    <a:pt x="78" y="209"/>
                  </a:lnTo>
                  <a:lnTo>
                    <a:pt x="79" y="210"/>
                  </a:lnTo>
                  <a:lnTo>
                    <a:pt x="79" y="211"/>
                  </a:lnTo>
                  <a:lnTo>
                    <a:pt x="79" y="214"/>
                  </a:lnTo>
                  <a:lnTo>
                    <a:pt x="79" y="215"/>
                  </a:lnTo>
                  <a:lnTo>
                    <a:pt x="79" y="216"/>
                  </a:lnTo>
                  <a:lnTo>
                    <a:pt x="79" y="217"/>
                  </a:lnTo>
                  <a:lnTo>
                    <a:pt x="79" y="220"/>
                  </a:lnTo>
                  <a:lnTo>
                    <a:pt x="79" y="221"/>
                  </a:lnTo>
                  <a:lnTo>
                    <a:pt x="79" y="223"/>
                  </a:lnTo>
                  <a:lnTo>
                    <a:pt x="80" y="224"/>
                  </a:lnTo>
                  <a:lnTo>
                    <a:pt x="80" y="226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9"/>
                  </a:lnTo>
                  <a:lnTo>
                    <a:pt x="80" y="230"/>
                  </a:lnTo>
                  <a:lnTo>
                    <a:pt x="80" y="232"/>
                  </a:lnTo>
                  <a:lnTo>
                    <a:pt x="80" y="233"/>
                  </a:lnTo>
                  <a:lnTo>
                    <a:pt x="80" y="234"/>
                  </a:lnTo>
                  <a:lnTo>
                    <a:pt x="80" y="235"/>
                  </a:lnTo>
                  <a:lnTo>
                    <a:pt x="80" y="236"/>
                  </a:lnTo>
                  <a:lnTo>
                    <a:pt x="81" y="238"/>
                  </a:lnTo>
                  <a:lnTo>
                    <a:pt x="81" y="239"/>
                  </a:lnTo>
                  <a:lnTo>
                    <a:pt x="81" y="240"/>
                  </a:lnTo>
                  <a:lnTo>
                    <a:pt x="81" y="241"/>
                  </a:lnTo>
                  <a:lnTo>
                    <a:pt x="81" y="242"/>
                  </a:lnTo>
                  <a:lnTo>
                    <a:pt x="81" y="244"/>
                  </a:lnTo>
                  <a:lnTo>
                    <a:pt x="82" y="245"/>
                  </a:lnTo>
                  <a:lnTo>
                    <a:pt x="82" y="246"/>
                  </a:lnTo>
                  <a:lnTo>
                    <a:pt x="82" y="247"/>
                  </a:lnTo>
                  <a:lnTo>
                    <a:pt x="82" y="248"/>
                  </a:lnTo>
                  <a:lnTo>
                    <a:pt x="82" y="250"/>
                  </a:lnTo>
                  <a:lnTo>
                    <a:pt x="82" y="251"/>
                  </a:lnTo>
                  <a:lnTo>
                    <a:pt x="84" y="251"/>
                  </a:lnTo>
                  <a:lnTo>
                    <a:pt x="84" y="252"/>
                  </a:lnTo>
                  <a:lnTo>
                    <a:pt x="84" y="253"/>
                  </a:lnTo>
                  <a:lnTo>
                    <a:pt x="84" y="254"/>
                  </a:lnTo>
                  <a:lnTo>
                    <a:pt x="84" y="256"/>
                  </a:lnTo>
                  <a:lnTo>
                    <a:pt x="85" y="257"/>
                  </a:lnTo>
                  <a:lnTo>
                    <a:pt x="85" y="258"/>
                  </a:lnTo>
                  <a:lnTo>
                    <a:pt x="85" y="259"/>
                  </a:lnTo>
                  <a:lnTo>
                    <a:pt x="85" y="260"/>
                  </a:lnTo>
                  <a:lnTo>
                    <a:pt x="85" y="262"/>
                  </a:lnTo>
                  <a:lnTo>
                    <a:pt x="85" y="263"/>
                  </a:lnTo>
                  <a:lnTo>
                    <a:pt x="85" y="264"/>
                  </a:lnTo>
                  <a:lnTo>
                    <a:pt x="85" y="265"/>
                  </a:lnTo>
                  <a:lnTo>
                    <a:pt x="85" y="266"/>
                  </a:lnTo>
                  <a:lnTo>
                    <a:pt x="85" y="268"/>
                  </a:lnTo>
                  <a:lnTo>
                    <a:pt x="85" y="269"/>
                  </a:lnTo>
                  <a:lnTo>
                    <a:pt x="85" y="270"/>
                  </a:lnTo>
                  <a:lnTo>
                    <a:pt x="85" y="271"/>
                  </a:lnTo>
                  <a:lnTo>
                    <a:pt x="85" y="272"/>
                  </a:lnTo>
                  <a:lnTo>
                    <a:pt x="85" y="274"/>
                  </a:lnTo>
                  <a:lnTo>
                    <a:pt x="84" y="276"/>
                  </a:lnTo>
                  <a:lnTo>
                    <a:pt x="84" y="277"/>
                  </a:lnTo>
                  <a:lnTo>
                    <a:pt x="84" y="280"/>
                  </a:lnTo>
                  <a:lnTo>
                    <a:pt x="84" y="282"/>
                  </a:lnTo>
                  <a:lnTo>
                    <a:pt x="84" y="283"/>
                  </a:lnTo>
                  <a:lnTo>
                    <a:pt x="84" y="28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03" name="Freeform 219">
              <a:extLst>
                <a:ext uri="{FF2B5EF4-FFF2-40B4-BE49-F238E27FC236}">
                  <a16:creationId xmlns:a16="http://schemas.microsoft.com/office/drawing/2014/main" id="{D5E5EFCF-119D-4099-8B6C-C4271400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088" y="5629275"/>
              <a:ext cx="66675" cy="228600"/>
            </a:xfrm>
            <a:custGeom>
              <a:avLst/>
              <a:gdLst>
                <a:gd name="T0" fmla="*/ 2147483646 w 85"/>
                <a:gd name="T1" fmla="*/ 2147483646 h 287"/>
                <a:gd name="T2" fmla="*/ 2147483646 w 85"/>
                <a:gd name="T3" fmla="*/ 2147483646 h 287"/>
                <a:gd name="T4" fmla="*/ 2147483646 w 85"/>
                <a:gd name="T5" fmla="*/ 2147483646 h 287"/>
                <a:gd name="T6" fmla="*/ 2147483646 w 85"/>
                <a:gd name="T7" fmla="*/ 2147483646 h 287"/>
                <a:gd name="T8" fmla="*/ 2147483646 w 85"/>
                <a:gd name="T9" fmla="*/ 2147483646 h 287"/>
                <a:gd name="T10" fmla="*/ 2147483646 w 85"/>
                <a:gd name="T11" fmla="*/ 2147483646 h 287"/>
                <a:gd name="T12" fmla="*/ 2147483646 w 85"/>
                <a:gd name="T13" fmla="*/ 2147483646 h 287"/>
                <a:gd name="T14" fmla="*/ 2147483646 w 85"/>
                <a:gd name="T15" fmla="*/ 2147483646 h 287"/>
                <a:gd name="T16" fmla="*/ 2147483646 w 85"/>
                <a:gd name="T17" fmla="*/ 2147483646 h 287"/>
                <a:gd name="T18" fmla="*/ 2147483646 w 85"/>
                <a:gd name="T19" fmla="*/ 2147483646 h 287"/>
                <a:gd name="T20" fmla="*/ 2147483646 w 85"/>
                <a:gd name="T21" fmla="*/ 2147483646 h 287"/>
                <a:gd name="T22" fmla="*/ 2147483646 w 85"/>
                <a:gd name="T23" fmla="*/ 2147483646 h 287"/>
                <a:gd name="T24" fmla="*/ 2147483646 w 85"/>
                <a:gd name="T25" fmla="*/ 2147483646 h 287"/>
                <a:gd name="T26" fmla="*/ 2147483646 w 85"/>
                <a:gd name="T27" fmla="*/ 2147483646 h 287"/>
                <a:gd name="T28" fmla="*/ 2147483646 w 85"/>
                <a:gd name="T29" fmla="*/ 2147483646 h 287"/>
                <a:gd name="T30" fmla="*/ 2147483646 w 85"/>
                <a:gd name="T31" fmla="*/ 2147483646 h 287"/>
                <a:gd name="T32" fmla="*/ 2147483646 w 85"/>
                <a:gd name="T33" fmla="*/ 2147483646 h 287"/>
                <a:gd name="T34" fmla="*/ 2147483646 w 85"/>
                <a:gd name="T35" fmla="*/ 2147483646 h 287"/>
                <a:gd name="T36" fmla="*/ 2147483646 w 85"/>
                <a:gd name="T37" fmla="*/ 2147483646 h 287"/>
                <a:gd name="T38" fmla="*/ 2147483646 w 85"/>
                <a:gd name="T39" fmla="*/ 2147483646 h 287"/>
                <a:gd name="T40" fmla="*/ 2147483646 w 85"/>
                <a:gd name="T41" fmla="*/ 2147483646 h 287"/>
                <a:gd name="T42" fmla="*/ 2147483646 w 85"/>
                <a:gd name="T43" fmla="*/ 2147483646 h 287"/>
                <a:gd name="T44" fmla="*/ 2147483646 w 85"/>
                <a:gd name="T45" fmla="*/ 2147483646 h 287"/>
                <a:gd name="T46" fmla="*/ 2147483646 w 85"/>
                <a:gd name="T47" fmla="*/ 2147483646 h 287"/>
                <a:gd name="T48" fmla="*/ 2147483646 w 85"/>
                <a:gd name="T49" fmla="*/ 2147483646 h 287"/>
                <a:gd name="T50" fmla="*/ 2147483646 w 85"/>
                <a:gd name="T51" fmla="*/ 2147483646 h 287"/>
                <a:gd name="T52" fmla="*/ 2147483646 w 85"/>
                <a:gd name="T53" fmla="*/ 2147483646 h 287"/>
                <a:gd name="T54" fmla="*/ 2147483646 w 85"/>
                <a:gd name="T55" fmla="*/ 2147483646 h 287"/>
                <a:gd name="T56" fmla="*/ 2147483646 w 85"/>
                <a:gd name="T57" fmla="*/ 2147483646 h 287"/>
                <a:gd name="T58" fmla="*/ 2147483646 w 85"/>
                <a:gd name="T59" fmla="*/ 2147483646 h 287"/>
                <a:gd name="T60" fmla="*/ 2147483646 w 85"/>
                <a:gd name="T61" fmla="*/ 2147483646 h 287"/>
                <a:gd name="T62" fmla="*/ 2147483646 w 85"/>
                <a:gd name="T63" fmla="*/ 2147483646 h 287"/>
                <a:gd name="T64" fmla="*/ 2147483646 w 85"/>
                <a:gd name="T65" fmla="*/ 2147483646 h 287"/>
                <a:gd name="T66" fmla="*/ 2147483646 w 85"/>
                <a:gd name="T67" fmla="*/ 2147483646 h 287"/>
                <a:gd name="T68" fmla="*/ 2147483646 w 85"/>
                <a:gd name="T69" fmla="*/ 2147483646 h 287"/>
                <a:gd name="T70" fmla="*/ 2147483646 w 85"/>
                <a:gd name="T71" fmla="*/ 2147483646 h 287"/>
                <a:gd name="T72" fmla="*/ 2147483646 w 85"/>
                <a:gd name="T73" fmla="*/ 2147483646 h 287"/>
                <a:gd name="T74" fmla="*/ 2147483646 w 85"/>
                <a:gd name="T75" fmla="*/ 2147483646 h 287"/>
                <a:gd name="T76" fmla="*/ 2147483646 w 85"/>
                <a:gd name="T77" fmla="*/ 2147483646 h 287"/>
                <a:gd name="T78" fmla="*/ 2147483646 w 85"/>
                <a:gd name="T79" fmla="*/ 2147483646 h 287"/>
                <a:gd name="T80" fmla="*/ 2147483646 w 85"/>
                <a:gd name="T81" fmla="*/ 2147483646 h 287"/>
                <a:gd name="T82" fmla="*/ 2147483646 w 85"/>
                <a:gd name="T83" fmla="*/ 2147483646 h 287"/>
                <a:gd name="T84" fmla="*/ 2147483646 w 85"/>
                <a:gd name="T85" fmla="*/ 2147483646 h 287"/>
                <a:gd name="T86" fmla="*/ 2147483646 w 85"/>
                <a:gd name="T87" fmla="*/ 2147483646 h 287"/>
                <a:gd name="T88" fmla="*/ 2147483646 w 85"/>
                <a:gd name="T89" fmla="*/ 2147483646 h 287"/>
                <a:gd name="T90" fmla="*/ 2147483646 w 85"/>
                <a:gd name="T91" fmla="*/ 2147483646 h 287"/>
                <a:gd name="T92" fmla="*/ 2147483646 w 85"/>
                <a:gd name="T93" fmla="*/ 2147483646 h 287"/>
                <a:gd name="T94" fmla="*/ 2147483646 w 85"/>
                <a:gd name="T95" fmla="*/ 2147483646 h 287"/>
                <a:gd name="T96" fmla="*/ 2147483646 w 85"/>
                <a:gd name="T97" fmla="*/ 2147483646 h 287"/>
                <a:gd name="T98" fmla="*/ 2147483646 w 85"/>
                <a:gd name="T99" fmla="*/ 2147483646 h 287"/>
                <a:gd name="T100" fmla="*/ 2147483646 w 85"/>
                <a:gd name="T101" fmla="*/ 2147483646 h 287"/>
                <a:gd name="T102" fmla="*/ 2147483646 w 85"/>
                <a:gd name="T103" fmla="*/ 2147483646 h 287"/>
                <a:gd name="T104" fmla="*/ 2147483646 w 85"/>
                <a:gd name="T105" fmla="*/ 2147483646 h 287"/>
                <a:gd name="T106" fmla="*/ 2147483646 w 85"/>
                <a:gd name="T107" fmla="*/ 2147483646 h 287"/>
                <a:gd name="T108" fmla="*/ 2147483646 w 85"/>
                <a:gd name="T109" fmla="*/ 2147483646 h 287"/>
                <a:gd name="T110" fmla="*/ 2147483646 w 85"/>
                <a:gd name="T111" fmla="*/ 2147483646 h 287"/>
                <a:gd name="T112" fmla="*/ 2147483646 w 85"/>
                <a:gd name="T113" fmla="*/ 2147483646 h 2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" h="287">
                  <a:moveTo>
                    <a:pt x="0" y="287"/>
                  </a:moveTo>
                  <a:lnTo>
                    <a:pt x="1" y="284"/>
                  </a:lnTo>
                  <a:lnTo>
                    <a:pt x="3" y="281"/>
                  </a:lnTo>
                  <a:lnTo>
                    <a:pt x="4" y="278"/>
                  </a:lnTo>
                  <a:lnTo>
                    <a:pt x="6" y="275"/>
                  </a:lnTo>
                  <a:lnTo>
                    <a:pt x="7" y="273"/>
                  </a:lnTo>
                  <a:lnTo>
                    <a:pt x="9" y="270"/>
                  </a:lnTo>
                  <a:lnTo>
                    <a:pt x="10" y="269"/>
                  </a:lnTo>
                  <a:lnTo>
                    <a:pt x="10" y="267"/>
                  </a:lnTo>
                  <a:lnTo>
                    <a:pt x="12" y="264"/>
                  </a:lnTo>
                  <a:lnTo>
                    <a:pt x="13" y="263"/>
                  </a:lnTo>
                  <a:lnTo>
                    <a:pt x="14" y="262"/>
                  </a:lnTo>
                  <a:lnTo>
                    <a:pt x="15" y="260"/>
                  </a:lnTo>
                  <a:lnTo>
                    <a:pt x="15" y="258"/>
                  </a:lnTo>
                  <a:lnTo>
                    <a:pt x="16" y="257"/>
                  </a:lnTo>
                  <a:lnTo>
                    <a:pt x="16" y="256"/>
                  </a:lnTo>
                  <a:lnTo>
                    <a:pt x="18" y="255"/>
                  </a:lnTo>
                  <a:lnTo>
                    <a:pt x="19" y="254"/>
                  </a:lnTo>
                  <a:lnTo>
                    <a:pt x="19" y="252"/>
                  </a:lnTo>
                  <a:lnTo>
                    <a:pt x="19" y="251"/>
                  </a:lnTo>
                  <a:lnTo>
                    <a:pt x="20" y="250"/>
                  </a:lnTo>
                  <a:lnTo>
                    <a:pt x="20" y="249"/>
                  </a:lnTo>
                  <a:lnTo>
                    <a:pt x="21" y="248"/>
                  </a:lnTo>
                  <a:lnTo>
                    <a:pt x="21" y="246"/>
                  </a:lnTo>
                  <a:lnTo>
                    <a:pt x="22" y="245"/>
                  </a:lnTo>
                  <a:lnTo>
                    <a:pt x="22" y="244"/>
                  </a:lnTo>
                  <a:lnTo>
                    <a:pt x="24" y="243"/>
                  </a:lnTo>
                  <a:lnTo>
                    <a:pt x="24" y="242"/>
                  </a:lnTo>
                  <a:lnTo>
                    <a:pt x="24" y="240"/>
                  </a:lnTo>
                  <a:lnTo>
                    <a:pt x="25" y="239"/>
                  </a:lnTo>
                  <a:lnTo>
                    <a:pt x="25" y="238"/>
                  </a:lnTo>
                  <a:lnTo>
                    <a:pt x="26" y="236"/>
                  </a:lnTo>
                  <a:lnTo>
                    <a:pt x="26" y="234"/>
                  </a:lnTo>
                  <a:lnTo>
                    <a:pt x="27" y="233"/>
                  </a:lnTo>
                  <a:lnTo>
                    <a:pt x="28" y="231"/>
                  </a:lnTo>
                  <a:lnTo>
                    <a:pt x="28" y="230"/>
                  </a:lnTo>
                  <a:lnTo>
                    <a:pt x="30" y="228"/>
                  </a:lnTo>
                  <a:lnTo>
                    <a:pt x="30" y="227"/>
                  </a:lnTo>
                  <a:lnTo>
                    <a:pt x="30" y="226"/>
                  </a:lnTo>
                  <a:lnTo>
                    <a:pt x="31" y="225"/>
                  </a:lnTo>
                  <a:lnTo>
                    <a:pt x="31" y="224"/>
                  </a:lnTo>
                  <a:lnTo>
                    <a:pt x="32" y="222"/>
                  </a:lnTo>
                  <a:lnTo>
                    <a:pt x="32" y="221"/>
                  </a:lnTo>
                  <a:lnTo>
                    <a:pt x="33" y="220"/>
                  </a:lnTo>
                  <a:lnTo>
                    <a:pt x="33" y="219"/>
                  </a:lnTo>
                  <a:lnTo>
                    <a:pt x="33" y="218"/>
                  </a:lnTo>
                  <a:lnTo>
                    <a:pt x="33" y="216"/>
                  </a:lnTo>
                  <a:lnTo>
                    <a:pt x="34" y="216"/>
                  </a:lnTo>
                  <a:lnTo>
                    <a:pt x="34" y="215"/>
                  </a:lnTo>
                  <a:lnTo>
                    <a:pt x="34" y="214"/>
                  </a:lnTo>
                  <a:lnTo>
                    <a:pt x="36" y="213"/>
                  </a:lnTo>
                  <a:lnTo>
                    <a:pt x="36" y="212"/>
                  </a:lnTo>
                  <a:lnTo>
                    <a:pt x="37" y="210"/>
                  </a:lnTo>
                  <a:lnTo>
                    <a:pt x="37" y="209"/>
                  </a:lnTo>
                  <a:lnTo>
                    <a:pt x="37" y="208"/>
                  </a:lnTo>
                  <a:lnTo>
                    <a:pt x="38" y="207"/>
                  </a:lnTo>
                  <a:lnTo>
                    <a:pt x="38" y="204"/>
                  </a:lnTo>
                  <a:lnTo>
                    <a:pt x="39" y="203"/>
                  </a:lnTo>
                  <a:lnTo>
                    <a:pt x="39" y="202"/>
                  </a:lnTo>
                  <a:lnTo>
                    <a:pt x="40" y="201"/>
                  </a:lnTo>
                  <a:lnTo>
                    <a:pt x="40" y="198"/>
                  </a:lnTo>
                  <a:lnTo>
                    <a:pt x="42" y="197"/>
                  </a:lnTo>
                  <a:lnTo>
                    <a:pt x="42" y="195"/>
                  </a:lnTo>
                  <a:lnTo>
                    <a:pt x="43" y="192"/>
                  </a:lnTo>
                  <a:lnTo>
                    <a:pt x="44" y="191"/>
                  </a:lnTo>
                  <a:lnTo>
                    <a:pt x="44" y="189"/>
                  </a:lnTo>
                  <a:lnTo>
                    <a:pt x="45" y="188"/>
                  </a:lnTo>
                  <a:lnTo>
                    <a:pt x="45" y="186"/>
                  </a:lnTo>
                  <a:lnTo>
                    <a:pt x="46" y="184"/>
                  </a:lnTo>
                  <a:lnTo>
                    <a:pt x="46" y="183"/>
                  </a:lnTo>
                  <a:lnTo>
                    <a:pt x="48" y="182"/>
                  </a:lnTo>
                  <a:lnTo>
                    <a:pt x="48" y="180"/>
                  </a:lnTo>
                  <a:lnTo>
                    <a:pt x="48" y="179"/>
                  </a:lnTo>
                  <a:lnTo>
                    <a:pt x="49" y="178"/>
                  </a:lnTo>
                  <a:lnTo>
                    <a:pt x="49" y="177"/>
                  </a:lnTo>
                  <a:lnTo>
                    <a:pt x="49" y="176"/>
                  </a:lnTo>
                  <a:lnTo>
                    <a:pt x="50" y="176"/>
                  </a:lnTo>
                  <a:lnTo>
                    <a:pt x="50" y="174"/>
                  </a:lnTo>
                  <a:lnTo>
                    <a:pt x="50" y="173"/>
                  </a:lnTo>
                  <a:lnTo>
                    <a:pt x="51" y="172"/>
                  </a:lnTo>
                  <a:lnTo>
                    <a:pt x="51" y="171"/>
                  </a:lnTo>
                  <a:lnTo>
                    <a:pt x="51" y="170"/>
                  </a:lnTo>
                  <a:lnTo>
                    <a:pt x="51" y="168"/>
                  </a:lnTo>
                  <a:lnTo>
                    <a:pt x="52" y="167"/>
                  </a:lnTo>
                  <a:lnTo>
                    <a:pt x="52" y="166"/>
                  </a:lnTo>
                  <a:lnTo>
                    <a:pt x="54" y="165"/>
                  </a:lnTo>
                  <a:lnTo>
                    <a:pt x="54" y="162"/>
                  </a:lnTo>
                  <a:lnTo>
                    <a:pt x="54" y="161"/>
                  </a:lnTo>
                  <a:lnTo>
                    <a:pt x="55" y="160"/>
                  </a:lnTo>
                  <a:lnTo>
                    <a:pt x="55" y="159"/>
                  </a:lnTo>
                  <a:lnTo>
                    <a:pt x="56" y="156"/>
                  </a:lnTo>
                  <a:lnTo>
                    <a:pt x="56" y="155"/>
                  </a:lnTo>
                  <a:lnTo>
                    <a:pt x="57" y="153"/>
                  </a:lnTo>
                  <a:lnTo>
                    <a:pt x="57" y="152"/>
                  </a:lnTo>
                  <a:lnTo>
                    <a:pt x="58" y="149"/>
                  </a:lnTo>
                  <a:lnTo>
                    <a:pt x="58" y="148"/>
                  </a:lnTo>
                  <a:lnTo>
                    <a:pt x="60" y="146"/>
                  </a:lnTo>
                  <a:lnTo>
                    <a:pt x="60" y="144"/>
                  </a:lnTo>
                  <a:lnTo>
                    <a:pt x="60" y="142"/>
                  </a:lnTo>
                  <a:lnTo>
                    <a:pt x="61" y="141"/>
                  </a:lnTo>
                  <a:lnTo>
                    <a:pt x="61" y="140"/>
                  </a:lnTo>
                  <a:lnTo>
                    <a:pt x="61" y="138"/>
                  </a:lnTo>
                  <a:lnTo>
                    <a:pt x="62" y="137"/>
                  </a:lnTo>
                  <a:lnTo>
                    <a:pt x="62" y="136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1"/>
                  </a:lnTo>
                  <a:lnTo>
                    <a:pt x="63" y="130"/>
                  </a:lnTo>
                  <a:lnTo>
                    <a:pt x="64" y="130"/>
                  </a:lnTo>
                  <a:lnTo>
                    <a:pt x="64" y="129"/>
                  </a:lnTo>
                  <a:lnTo>
                    <a:pt x="64" y="128"/>
                  </a:lnTo>
                  <a:lnTo>
                    <a:pt x="64" y="126"/>
                  </a:lnTo>
                  <a:lnTo>
                    <a:pt x="66" y="125"/>
                  </a:lnTo>
                  <a:lnTo>
                    <a:pt x="66" y="124"/>
                  </a:lnTo>
                  <a:lnTo>
                    <a:pt x="66" y="123"/>
                  </a:lnTo>
                  <a:lnTo>
                    <a:pt x="67" y="122"/>
                  </a:lnTo>
                  <a:lnTo>
                    <a:pt x="67" y="120"/>
                  </a:lnTo>
                  <a:lnTo>
                    <a:pt x="67" y="119"/>
                  </a:lnTo>
                  <a:lnTo>
                    <a:pt x="68" y="118"/>
                  </a:lnTo>
                  <a:lnTo>
                    <a:pt x="68" y="117"/>
                  </a:lnTo>
                  <a:lnTo>
                    <a:pt x="68" y="114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70" y="110"/>
                  </a:lnTo>
                  <a:lnTo>
                    <a:pt x="70" y="107"/>
                  </a:lnTo>
                  <a:lnTo>
                    <a:pt x="72" y="106"/>
                  </a:lnTo>
                  <a:lnTo>
                    <a:pt x="72" y="104"/>
                  </a:lnTo>
                  <a:lnTo>
                    <a:pt x="73" y="102"/>
                  </a:lnTo>
                  <a:lnTo>
                    <a:pt x="73" y="100"/>
                  </a:lnTo>
                  <a:lnTo>
                    <a:pt x="74" y="99"/>
                  </a:lnTo>
                  <a:lnTo>
                    <a:pt x="74" y="98"/>
                  </a:lnTo>
                  <a:lnTo>
                    <a:pt x="74" y="96"/>
                  </a:lnTo>
                  <a:lnTo>
                    <a:pt x="75" y="95"/>
                  </a:lnTo>
                  <a:lnTo>
                    <a:pt x="75" y="94"/>
                  </a:lnTo>
                  <a:lnTo>
                    <a:pt x="75" y="93"/>
                  </a:lnTo>
                  <a:lnTo>
                    <a:pt x="75" y="92"/>
                  </a:lnTo>
                  <a:lnTo>
                    <a:pt x="76" y="90"/>
                  </a:lnTo>
                  <a:lnTo>
                    <a:pt x="76" y="89"/>
                  </a:lnTo>
                  <a:lnTo>
                    <a:pt x="76" y="88"/>
                  </a:lnTo>
                  <a:lnTo>
                    <a:pt x="76" y="87"/>
                  </a:lnTo>
                  <a:lnTo>
                    <a:pt x="78" y="86"/>
                  </a:lnTo>
                  <a:lnTo>
                    <a:pt x="78" y="84"/>
                  </a:lnTo>
                  <a:lnTo>
                    <a:pt x="78" y="83"/>
                  </a:lnTo>
                  <a:lnTo>
                    <a:pt x="78" y="82"/>
                  </a:lnTo>
                  <a:lnTo>
                    <a:pt x="78" y="81"/>
                  </a:lnTo>
                  <a:lnTo>
                    <a:pt x="78" y="80"/>
                  </a:lnTo>
                  <a:lnTo>
                    <a:pt x="78" y="78"/>
                  </a:lnTo>
                  <a:lnTo>
                    <a:pt x="78" y="77"/>
                  </a:lnTo>
                  <a:lnTo>
                    <a:pt x="79" y="76"/>
                  </a:lnTo>
                  <a:lnTo>
                    <a:pt x="79" y="75"/>
                  </a:lnTo>
                  <a:lnTo>
                    <a:pt x="79" y="74"/>
                  </a:lnTo>
                  <a:lnTo>
                    <a:pt x="79" y="72"/>
                  </a:lnTo>
                  <a:lnTo>
                    <a:pt x="79" y="71"/>
                  </a:lnTo>
                  <a:lnTo>
                    <a:pt x="79" y="69"/>
                  </a:lnTo>
                  <a:lnTo>
                    <a:pt x="79" y="68"/>
                  </a:lnTo>
                  <a:lnTo>
                    <a:pt x="79" y="65"/>
                  </a:lnTo>
                  <a:lnTo>
                    <a:pt x="79" y="64"/>
                  </a:lnTo>
                  <a:lnTo>
                    <a:pt x="80" y="63"/>
                  </a:lnTo>
                  <a:lnTo>
                    <a:pt x="80" y="62"/>
                  </a:lnTo>
                  <a:lnTo>
                    <a:pt x="80" y="59"/>
                  </a:lnTo>
                  <a:lnTo>
                    <a:pt x="80" y="58"/>
                  </a:lnTo>
                  <a:lnTo>
                    <a:pt x="80" y="57"/>
                  </a:lnTo>
                  <a:lnTo>
                    <a:pt x="80" y="56"/>
                  </a:lnTo>
                  <a:lnTo>
                    <a:pt x="80" y="54"/>
                  </a:lnTo>
                  <a:lnTo>
                    <a:pt x="80" y="53"/>
                  </a:lnTo>
                  <a:lnTo>
                    <a:pt x="80" y="52"/>
                  </a:lnTo>
                  <a:lnTo>
                    <a:pt x="80" y="51"/>
                  </a:lnTo>
                  <a:lnTo>
                    <a:pt x="80" y="50"/>
                  </a:lnTo>
                  <a:lnTo>
                    <a:pt x="81" y="50"/>
                  </a:lnTo>
                  <a:lnTo>
                    <a:pt x="81" y="48"/>
                  </a:lnTo>
                  <a:lnTo>
                    <a:pt x="81" y="47"/>
                  </a:lnTo>
                  <a:lnTo>
                    <a:pt x="81" y="46"/>
                  </a:lnTo>
                  <a:lnTo>
                    <a:pt x="81" y="45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2" y="42"/>
                  </a:lnTo>
                  <a:lnTo>
                    <a:pt x="82" y="41"/>
                  </a:lnTo>
                  <a:lnTo>
                    <a:pt x="82" y="40"/>
                  </a:lnTo>
                  <a:lnTo>
                    <a:pt x="82" y="39"/>
                  </a:lnTo>
                  <a:lnTo>
                    <a:pt x="82" y="38"/>
                  </a:lnTo>
                  <a:lnTo>
                    <a:pt x="82" y="36"/>
                  </a:lnTo>
                  <a:lnTo>
                    <a:pt x="84" y="35"/>
                  </a:lnTo>
                  <a:lnTo>
                    <a:pt x="84" y="34"/>
                  </a:lnTo>
                  <a:lnTo>
                    <a:pt x="84" y="33"/>
                  </a:lnTo>
                  <a:lnTo>
                    <a:pt x="84" y="32"/>
                  </a:lnTo>
                  <a:lnTo>
                    <a:pt x="84" y="30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7"/>
                  </a:lnTo>
                  <a:lnTo>
                    <a:pt x="85" y="26"/>
                  </a:lnTo>
                  <a:lnTo>
                    <a:pt x="85" y="24"/>
                  </a:lnTo>
                  <a:lnTo>
                    <a:pt x="85" y="23"/>
                  </a:lnTo>
                  <a:lnTo>
                    <a:pt x="85" y="22"/>
                  </a:lnTo>
                  <a:lnTo>
                    <a:pt x="85" y="21"/>
                  </a:lnTo>
                  <a:lnTo>
                    <a:pt x="85" y="20"/>
                  </a:lnTo>
                  <a:lnTo>
                    <a:pt x="85" y="18"/>
                  </a:lnTo>
                  <a:lnTo>
                    <a:pt x="85" y="17"/>
                  </a:lnTo>
                  <a:lnTo>
                    <a:pt x="85" y="16"/>
                  </a:lnTo>
                  <a:lnTo>
                    <a:pt x="85" y="14"/>
                  </a:lnTo>
                  <a:lnTo>
                    <a:pt x="85" y="12"/>
                  </a:lnTo>
                  <a:lnTo>
                    <a:pt x="84" y="11"/>
                  </a:lnTo>
                  <a:lnTo>
                    <a:pt x="84" y="9"/>
                  </a:lnTo>
                  <a:lnTo>
                    <a:pt x="84" y="8"/>
                  </a:lnTo>
                  <a:lnTo>
                    <a:pt x="84" y="5"/>
                  </a:lnTo>
                  <a:lnTo>
                    <a:pt x="84" y="3"/>
                  </a:lnTo>
                  <a:lnTo>
                    <a:pt x="84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04" name="Freeform 220">
              <a:extLst>
                <a:ext uri="{FF2B5EF4-FFF2-40B4-BE49-F238E27FC236}">
                  <a16:creationId xmlns:a16="http://schemas.microsoft.com/office/drawing/2014/main" id="{A70CFC61-6F88-49F4-A5B4-FBC789185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325" y="3600450"/>
              <a:ext cx="401638" cy="266700"/>
            </a:xfrm>
            <a:custGeom>
              <a:avLst/>
              <a:gdLst>
                <a:gd name="T0" fmla="*/ 2147483646 w 504"/>
                <a:gd name="T1" fmla="*/ 2147483646 h 336"/>
                <a:gd name="T2" fmla="*/ 2147483646 w 504"/>
                <a:gd name="T3" fmla="*/ 0 h 336"/>
                <a:gd name="T4" fmla="*/ 0 w 504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336">
                  <a:moveTo>
                    <a:pt x="504" y="336"/>
                  </a:moveTo>
                  <a:lnTo>
                    <a:pt x="504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05" name="Freeform 221">
              <a:extLst>
                <a:ext uri="{FF2B5EF4-FFF2-40B4-BE49-F238E27FC236}">
                  <a16:creationId xmlns:a16="http://schemas.microsoft.com/office/drawing/2014/main" id="{D40E43B5-4071-41EA-9D3A-76BE1B33F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325" y="5775325"/>
              <a:ext cx="382588" cy="266700"/>
            </a:xfrm>
            <a:custGeom>
              <a:avLst/>
              <a:gdLst>
                <a:gd name="T0" fmla="*/ 2147483646 w 504"/>
                <a:gd name="T1" fmla="*/ 0 h 336"/>
                <a:gd name="T2" fmla="*/ 2147483646 w 504"/>
                <a:gd name="T3" fmla="*/ 2147483646 h 336"/>
                <a:gd name="T4" fmla="*/ 0 w 504"/>
                <a:gd name="T5" fmla="*/ 2147483646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336">
                  <a:moveTo>
                    <a:pt x="504" y="0"/>
                  </a:moveTo>
                  <a:lnTo>
                    <a:pt x="504" y="336"/>
                  </a:lnTo>
                  <a:lnTo>
                    <a:pt x="0" y="336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06" name="Line 222">
              <a:extLst>
                <a:ext uri="{FF2B5EF4-FFF2-40B4-BE49-F238E27FC236}">
                  <a16:creationId xmlns:a16="http://schemas.microsoft.com/office/drawing/2014/main" id="{13F12CE4-C6F3-46F1-90A3-8823701C75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35325" y="5222875"/>
              <a:ext cx="401638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07" name="Line 223">
              <a:extLst>
                <a:ext uri="{FF2B5EF4-FFF2-40B4-BE49-F238E27FC236}">
                  <a16:creationId xmlns:a16="http://schemas.microsoft.com/office/drawing/2014/main" id="{04938EC6-5AE2-4539-B907-6E95A97A5F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36963" y="4152900"/>
              <a:ext cx="1587" cy="13366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08" name="Freeform 224">
              <a:extLst>
                <a:ext uri="{FF2B5EF4-FFF2-40B4-BE49-F238E27FC236}">
                  <a16:creationId xmlns:a16="http://schemas.microsoft.com/office/drawing/2014/main" id="{DBB67C9A-60F3-45EB-AC38-C5936BADA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213" y="4267200"/>
              <a:ext cx="38100" cy="38100"/>
            </a:xfrm>
            <a:custGeom>
              <a:avLst/>
              <a:gdLst>
                <a:gd name="T0" fmla="*/ 0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0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0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0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6" y="10"/>
                  </a:lnTo>
                  <a:lnTo>
                    <a:pt x="7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6" y="4"/>
                  </a:lnTo>
                  <a:lnTo>
                    <a:pt x="37" y="4"/>
                  </a:lnTo>
                  <a:lnTo>
                    <a:pt x="38" y="5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0" y="8"/>
                  </a:lnTo>
                  <a:lnTo>
                    <a:pt x="42" y="9"/>
                  </a:lnTo>
                  <a:lnTo>
                    <a:pt x="42" y="10"/>
                  </a:lnTo>
                  <a:lnTo>
                    <a:pt x="43" y="10"/>
                  </a:lnTo>
                  <a:lnTo>
                    <a:pt x="43" y="11"/>
                  </a:lnTo>
                  <a:lnTo>
                    <a:pt x="44" y="12"/>
                  </a:lnTo>
                  <a:lnTo>
                    <a:pt x="45" y="14"/>
                  </a:lnTo>
                  <a:lnTo>
                    <a:pt x="45" y="15"/>
                  </a:lnTo>
                  <a:lnTo>
                    <a:pt x="45" y="16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6" y="29"/>
                  </a:lnTo>
                  <a:lnTo>
                    <a:pt x="46" y="30"/>
                  </a:lnTo>
                  <a:lnTo>
                    <a:pt x="46" y="32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5" y="35"/>
                  </a:lnTo>
                  <a:lnTo>
                    <a:pt x="44" y="36"/>
                  </a:lnTo>
                  <a:lnTo>
                    <a:pt x="43" y="36"/>
                  </a:lnTo>
                  <a:lnTo>
                    <a:pt x="43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0" y="41"/>
                  </a:lnTo>
                  <a:lnTo>
                    <a:pt x="39" y="41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7" y="44"/>
                  </a:lnTo>
                  <a:lnTo>
                    <a:pt x="36" y="45"/>
                  </a:lnTo>
                  <a:lnTo>
                    <a:pt x="34" y="45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1" y="47"/>
                  </a:lnTo>
                  <a:lnTo>
                    <a:pt x="30" y="47"/>
                  </a:lnTo>
                  <a:lnTo>
                    <a:pt x="28" y="47"/>
                  </a:lnTo>
                  <a:lnTo>
                    <a:pt x="27" y="47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5" y="46"/>
                  </a:lnTo>
                  <a:lnTo>
                    <a:pt x="14" y="46"/>
                  </a:lnTo>
                  <a:lnTo>
                    <a:pt x="13" y="45"/>
                  </a:lnTo>
                  <a:lnTo>
                    <a:pt x="12" y="45"/>
                  </a:lnTo>
                  <a:lnTo>
                    <a:pt x="10" y="44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7" y="41"/>
                  </a:lnTo>
                  <a:lnTo>
                    <a:pt x="7" y="40"/>
                  </a:lnTo>
                  <a:lnTo>
                    <a:pt x="6" y="39"/>
                  </a:lnTo>
                  <a:lnTo>
                    <a:pt x="4" y="38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09" name="Freeform 225">
              <a:extLst>
                <a:ext uri="{FF2B5EF4-FFF2-40B4-BE49-F238E27FC236}">
                  <a16:creationId xmlns:a16="http://schemas.microsoft.com/office/drawing/2014/main" id="{CE2A09B3-ECB1-46BA-87BC-9FCAAD784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913" y="5203825"/>
              <a:ext cx="38100" cy="38100"/>
            </a:xfrm>
            <a:custGeom>
              <a:avLst/>
              <a:gdLst>
                <a:gd name="T0" fmla="*/ 0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0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0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0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2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4" y="10"/>
                  </a:lnTo>
                  <a:lnTo>
                    <a:pt x="4" y="9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2" y="3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6" y="3"/>
                  </a:lnTo>
                  <a:lnTo>
                    <a:pt x="37" y="3"/>
                  </a:lnTo>
                  <a:lnTo>
                    <a:pt x="38" y="4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9"/>
                  </a:lnTo>
                  <a:lnTo>
                    <a:pt x="43" y="10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6" y="28"/>
                  </a:lnTo>
                  <a:lnTo>
                    <a:pt x="46" y="30"/>
                  </a:lnTo>
                  <a:lnTo>
                    <a:pt x="46" y="31"/>
                  </a:lnTo>
                  <a:lnTo>
                    <a:pt x="45" y="32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3" y="36"/>
                  </a:lnTo>
                  <a:lnTo>
                    <a:pt x="43" y="37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37" y="43"/>
                  </a:lnTo>
                  <a:lnTo>
                    <a:pt x="36" y="44"/>
                  </a:lnTo>
                  <a:lnTo>
                    <a:pt x="34" y="44"/>
                  </a:lnTo>
                  <a:lnTo>
                    <a:pt x="33" y="45"/>
                  </a:lnTo>
                  <a:lnTo>
                    <a:pt x="32" y="45"/>
                  </a:lnTo>
                  <a:lnTo>
                    <a:pt x="31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6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4" y="45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0" y="43"/>
                  </a:lnTo>
                  <a:lnTo>
                    <a:pt x="9" y="42"/>
                  </a:lnTo>
                  <a:lnTo>
                    <a:pt x="8" y="40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4" y="37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3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10" name="Rectangle 226">
              <a:extLst>
                <a:ext uri="{FF2B5EF4-FFF2-40B4-BE49-F238E27FC236}">
                  <a16:creationId xmlns:a16="http://schemas.microsoft.com/office/drawing/2014/main" id="{D7600C11-CB6D-4723-B305-4495A113A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7750" y="3895725"/>
              <a:ext cx="809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11" name="Rectangle 227">
              <a:extLst>
                <a:ext uri="{FF2B5EF4-FFF2-40B4-BE49-F238E27FC236}">
                  <a16:creationId xmlns:a16="http://schemas.microsoft.com/office/drawing/2014/main" id="{B215EAAE-B8F0-470E-A3CE-6C7063CC0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5" y="3981450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12" name="Rectangle 228">
              <a:extLst>
                <a:ext uri="{FF2B5EF4-FFF2-40B4-BE49-F238E27FC236}">
                  <a16:creationId xmlns:a16="http://schemas.microsoft.com/office/drawing/2014/main" id="{4D8734B1-7BBC-486D-8160-B0D56DD09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6163" y="5514975"/>
              <a:ext cx="809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13" name="Rectangle 229">
              <a:extLst>
                <a:ext uri="{FF2B5EF4-FFF2-40B4-BE49-F238E27FC236}">
                  <a16:creationId xmlns:a16="http://schemas.microsoft.com/office/drawing/2014/main" id="{5532133B-974D-43DC-B0FB-87A952679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5600700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14" name="Rectangle 230">
              <a:extLst>
                <a:ext uri="{FF2B5EF4-FFF2-40B4-BE49-F238E27FC236}">
                  <a16:creationId xmlns:a16="http://schemas.microsoft.com/office/drawing/2014/main" id="{91DA5090-1919-4066-B2C9-563E6B6C8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3886200"/>
              <a:ext cx="1063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15" name="Rectangle 231">
              <a:extLst>
                <a:ext uri="{FF2B5EF4-FFF2-40B4-BE49-F238E27FC236}">
                  <a16:creationId xmlns:a16="http://schemas.microsoft.com/office/drawing/2014/main" id="{F621AB26-85E3-4BF3-B6FD-710EDBBF5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3971925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16" name="Rectangle 232">
              <a:extLst>
                <a:ext uri="{FF2B5EF4-FFF2-40B4-BE49-F238E27FC236}">
                  <a16:creationId xmlns:a16="http://schemas.microsoft.com/office/drawing/2014/main" id="{DADE7E85-0F70-4C26-9A86-A33A2D927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5510213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17" name="Line 233">
              <a:extLst>
                <a:ext uri="{FF2B5EF4-FFF2-40B4-BE49-F238E27FC236}">
                  <a16:creationId xmlns:a16="http://schemas.microsoft.com/office/drawing/2014/main" id="{D6359B1C-6346-4266-8BE3-96F8B328DC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19288" y="5527675"/>
              <a:ext cx="38100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18" name="Rectangle 234">
              <a:extLst>
                <a:ext uri="{FF2B5EF4-FFF2-40B4-BE49-F238E27FC236}">
                  <a16:creationId xmlns:a16="http://schemas.microsoft.com/office/drawing/2014/main" id="{AA159A0E-3940-4EE1-9E19-6A8A60BED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5591175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19" name="Rectangle 235">
              <a:extLst>
                <a:ext uri="{FF2B5EF4-FFF2-40B4-BE49-F238E27FC236}">
                  <a16:creationId xmlns:a16="http://schemas.microsoft.com/office/drawing/2014/main" id="{15D9471C-723F-4C87-8C59-E7E1C1283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524668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20" name="Rectangle 236">
              <a:extLst>
                <a:ext uri="{FF2B5EF4-FFF2-40B4-BE49-F238E27FC236}">
                  <a16:creationId xmlns:a16="http://schemas.microsoft.com/office/drawing/2014/main" id="{E591F534-0EE8-40CD-824D-D87FE4BBD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5332413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21" name="Rectangle 237">
              <a:extLst>
                <a:ext uri="{FF2B5EF4-FFF2-40B4-BE49-F238E27FC236}">
                  <a16:creationId xmlns:a16="http://schemas.microsoft.com/office/drawing/2014/main" id="{3B805DB0-E8B4-4703-9517-254DDDE9C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604678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22" name="Rectangle 238">
              <a:extLst>
                <a:ext uri="{FF2B5EF4-FFF2-40B4-BE49-F238E27FC236}">
                  <a16:creationId xmlns:a16="http://schemas.microsoft.com/office/drawing/2014/main" id="{DEC0325D-DA44-4798-8CEB-2F760850E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6132513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23" name="Rectangle 239">
              <a:extLst>
                <a:ext uri="{FF2B5EF4-FFF2-40B4-BE49-F238E27FC236}">
                  <a16:creationId xmlns:a16="http://schemas.microsoft.com/office/drawing/2014/main" id="{1C738FEF-5902-48CB-A06B-A1331063A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470058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24" name="Line 240">
              <a:extLst>
                <a:ext uri="{FF2B5EF4-FFF2-40B4-BE49-F238E27FC236}">
                  <a16:creationId xmlns:a16="http://schemas.microsoft.com/office/drawing/2014/main" id="{CD6619E9-D810-4EF1-8E01-994B03BD01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19288" y="4727575"/>
              <a:ext cx="38100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25" name="Rectangle 241">
              <a:extLst>
                <a:ext uri="{FF2B5EF4-FFF2-40B4-BE49-F238E27FC236}">
                  <a16:creationId xmlns:a16="http://schemas.microsoft.com/office/drawing/2014/main" id="{7F4DEF16-8D59-4C29-BC50-F70509C65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4781550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26" name="Rectangle 242">
              <a:extLst>
                <a:ext uri="{FF2B5EF4-FFF2-40B4-BE49-F238E27FC236}">
                  <a16:creationId xmlns:a16="http://schemas.microsoft.com/office/drawing/2014/main" id="{82295BD0-47B0-4472-9F7D-8C17FF666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3352800"/>
              <a:ext cx="1063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27" name="Line 243">
              <a:extLst>
                <a:ext uri="{FF2B5EF4-FFF2-40B4-BE49-F238E27FC236}">
                  <a16:creationId xmlns:a16="http://schemas.microsoft.com/office/drawing/2014/main" id="{012B701C-98D6-4B04-97DB-4D0CC66ACD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19288" y="3373438"/>
              <a:ext cx="3810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28" name="Rectangle 244">
              <a:extLst>
                <a:ext uri="{FF2B5EF4-FFF2-40B4-BE49-F238E27FC236}">
                  <a16:creationId xmlns:a16="http://schemas.microsoft.com/office/drawing/2014/main" id="{ABB0E4BF-1836-4E5F-A4E9-CE5BA8107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3435350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29" name="Rectangle 245">
              <a:extLst>
                <a:ext uri="{FF2B5EF4-FFF2-40B4-BE49-F238E27FC236}">
                  <a16:creationId xmlns:a16="http://schemas.microsoft.com/office/drawing/2014/main" id="{ED34A84A-68C6-4852-A39E-68CCAAC41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4159250"/>
              <a:ext cx="1063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30" name="Freeform 246">
              <a:extLst>
                <a:ext uri="{FF2B5EF4-FFF2-40B4-BE49-F238E27FC236}">
                  <a16:creationId xmlns:a16="http://schemas.microsoft.com/office/drawing/2014/main" id="{D1BA34D6-63C8-4BA3-9E01-73E659C0C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875" y="5222875"/>
              <a:ext cx="171450" cy="1588"/>
            </a:xfrm>
            <a:custGeom>
              <a:avLst/>
              <a:gdLst>
                <a:gd name="T0" fmla="*/ 2147483646 w 216"/>
                <a:gd name="T1" fmla="*/ 0 h 1588"/>
                <a:gd name="T2" fmla="*/ 0 w 216"/>
                <a:gd name="T3" fmla="*/ 0 h 1588"/>
                <a:gd name="T4" fmla="*/ 2147483646 w 216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588">
                  <a:moveTo>
                    <a:pt x="216" y="0"/>
                  </a:moveTo>
                  <a:lnTo>
                    <a:pt x="0" y="0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31" name="Line 247">
              <a:extLst>
                <a:ext uri="{FF2B5EF4-FFF2-40B4-BE49-F238E27FC236}">
                  <a16:creationId xmlns:a16="http://schemas.microsoft.com/office/drawing/2014/main" id="{06C96E16-3B0B-485A-B730-61949A2B27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63875" y="5222875"/>
              <a:ext cx="17145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32" name="Rectangle 248">
              <a:extLst>
                <a:ext uri="{FF2B5EF4-FFF2-40B4-BE49-F238E27FC236}">
                  <a16:creationId xmlns:a16="http://schemas.microsoft.com/office/drawing/2014/main" id="{6668BF3C-B192-417F-BFDF-4D8772DDE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4246563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33" name="Rectangle 249">
              <a:extLst>
                <a:ext uri="{FF2B5EF4-FFF2-40B4-BE49-F238E27FC236}">
                  <a16:creationId xmlns:a16="http://schemas.microsoft.com/office/drawing/2014/main" id="{85FEE5BB-573D-4B9E-BCA9-A2B0BF12F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4970463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34" name="Rectangle 250">
              <a:extLst>
                <a:ext uri="{FF2B5EF4-FFF2-40B4-BE49-F238E27FC236}">
                  <a16:creationId xmlns:a16="http://schemas.microsoft.com/office/drawing/2014/main" id="{4B2D2643-3F8E-4871-A52B-C9364F077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5056188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35" name="Rectangle 251">
              <a:extLst>
                <a:ext uri="{FF2B5EF4-FFF2-40B4-BE49-F238E27FC236}">
                  <a16:creationId xmlns:a16="http://schemas.microsoft.com/office/drawing/2014/main" id="{E9208C00-A9EE-4A70-AC21-C7A03BB64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442753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36" name="Rectangle 252">
              <a:extLst>
                <a:ext uri="{FF2B5EF4-FFF2-40B4-BE49-F238E27FC236}">
                  <a16:creationId xmlns:a16="http://schemas.microsoft.com/office/drawing/2014/main" id="{1B9DFD69-C64C-4287-9E1E-80815F799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4513263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37" name="Rectangle 253">
              <a:extLst>
                <a:ext uri="{FF2B5EF4-FFF2-40B4-BE49-F238E27FC236}">
                  <a16:creationId xmlns:a16="http://schemas.microsoft.com/office/drawing/2014/main" id="{2EB27AAB-7AEC-49B0-B9E9-9AF13F6F5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361473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38" name="Rectangle 254">
              <a:extLst>
                <a:ext uri="{FF2B5EF4-FFF2-40B4-BE49-F238E27FC236}">
                  <a16:creationId xmlns:a16="http://schemas.microsoft.com/office/drawing/2014/main" id="{D3F6E1AE-712B-4921-8FA1-F94D53647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3700463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39" name="Rectangle 255">
              <a:extLst>
                <a:ext uri="{FF2B5EF4-FFF2-40B4-BE49-F238E27FC236}">
                  <a16:creationId xmlns:a16="http://schemas.microsoft.com/office/drawing/2014/main" id="{59C3697F-BA48-40A6-B1FD-2724E7C66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5350" y="6492875"/>
              <a:ext cx="15795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(d) Combined circuit for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40" name="Rectangle 256">
              <a:extLst>
                <a:ext uri="{FF2B5EF4-FFF2-40B4-BE49-F238E27FC236}">
                  <a16:creationId xmlns:a16="http://schemas.microsoft.com/office/drawing/2014/main" id="{A6BB032A-88A2-4717-8535-63DD4C032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6483350"/>
              <a:ext cx="809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41" name="Rectangle 257">
              <a:extLst>
                <a:ext uri="{FF2B5EF4-FFF2-40B4-BE49-F238E27FC236}">
                  <a16:creationId xmlns:a16="http://schemas.microsoft.com/office/drawing/2014/main" id="{D46E8115-8030-41BB-99BD-AA2F1C49B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838" y="6569075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42" name="Rectangle 258">
              <a:extLst>
                <a:ext uri="{FF2B5EF4-FFF2-40B4-BE49-F238E27FC236}">
                  <a16:creationId xmlns:a16="http://schemas.microsoft.com/office/drawing/2014/main" id="{26957EF6-CE11-4F74-AA91-574713EDE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0713" y="6483350"/>
              <a:ext cx="809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43" name="Rectangle 259">
              <a:extLst>
                <a:ext uri="{FF2B5EF4-FFF2-40B4-BE49-F238E27FC236}">
                  <a16:creationId xmlns:a16="http://schemas.microsoft.com/office/drawing/2014/main" id="{8926E088-E17F-4E44-82D5-9CDDE7456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1675" y="6569075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44" name="Rectangle 260">
              <a:extLst>
                <a:ext uri="{FF2B5EF4-FFF2-40B4-BE49-F238E27FC236}">
                  <a16:creationId xmlns:a16="http://schemas.microsoft.com/office/drawing/2014/main" id="{10F6E60F-42DF-4E78-A66D-93BCC4415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1300" y="6492875"/>
              <a:ext cx="295275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and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45" name="Rectangle 261">
              <a:extLst>
                <a:ext uri="{FF2B5EF4-FFF2-40B4-BE49-F238E27FC236}">
                  <a16:creationId xmlns:a16="http://schemas.microsoft.com/office/drawing/2014/main" id="{A0732FFC-859D-4FA3-8261-89C34364F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5784850"/>
              <a:ext cx="1063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46" name="Line 262">
              <a:extLst>
                <a:ext uri="{FF2B5EF4-FFF2-40B4-BE49-F238E27FC236}">
                  <a16:creationId xmlns:a16="http://schemas.microsoft.com/office/drawing/2014/main" id="{7010158F-7DCB-4D73-869A-3848114839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19288" y="5813425"/>
              <a:ext cx="38100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47" name="Rectangle 263">
              <a:extLst>
                <a:ext uri="{FF2B5EF4-FFF2-40B4-BE49-F238E27FC236}">
                  <a16:creationId xmlns:a16="http://schemas.microsoft.com/office/drawing/2014/main" id="{100B01EE-E7E0-486D-8FD7-B8151A06C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5867400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09748" name="Group 264">
              <a:extLst>
                <a:ext uri="{FF2B5EF4-FFF2-40B4-BE49-F238E27FC236}">
                  <a16:creationId xmlns:a16="http://schemas.microsoft.com/office/drawing/2014/main" id="{35770765-516E-46AF-AD60-7F90BCBE8C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70263" y="4002088"/>
              <a:ext cx="439737" cy="1622425"/>
              <a:chOff x="2773" y="1424"/>
              <a:chExt cx="369" cy="1363"/>
            </a:xfrm>
          </p:grpSpPr>
          <p:sp>
            <p:nvSpPr>
              <p:cNvPr id="109754" name="Line 265">
                <a:extLst>
                  <a:ext uri="{FF2B5EF4-FFF2-40B4-BE49-F238E27FC236}">
                    <a16:creationId xmlns:a16="http://schemas.microsoft.com/office/drawing/2014/main" id="{C11A7DB5-1112-4576-AD80-B2FBF45EC3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773" y="1424"/>
                <a:ext cx="32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755" name="Line 266">
                <a:extLst>
                  <a:ext uri="{FF2B5EF4-FFF2-40B4-BE49-F238E27FC236}">
                    <a16:creationId xmlns:a16="http://schemas.microsoft.com/office/drawing/2014/main" id="{7D91358A-2EDF-4C57-84E8-F89B6DD2EF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3" y="1424"/>
                <a:ext cx="0" cy="136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09756" name="Line 267">
                <a:extLst>
                  <a:ext uri="{FF2B5EF4-FFF2-40B4-BE49-F238E27FC236}">
                    <a16:creationId xmlns:a16="http://schemas.microsoft.com/office/drawing/2014/main" id="{2719CE73-890A-49DD-8E79-719698706B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3" y="2787"/>
                <a:ext cx="36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9749" name="AutoShape 268">
              <a:extLst>
                <a:ext uri="{FF2B5EF4-FFF2-40B4-BE49-F238E27FC236}">
                  <a16:creationId xmlns:a16="http://schemas.microsoft.com/office/drawing/2014/main" id="{0E13D913-24EF-481F-9BE5-4215D3C28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5" y="5813425"/>
              <a:ext cx="514350" cy="4381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50" name="AutoShape 269">
              <a:extLst>
                <a:ext uri="{FF2B5EF4-FFF2-40B4-BE49-F238E27FC236}">
                  <a16:creationId xmlns:a16="http://schemas.microsoft.com/office/drawing/2014/main" id="{EBBFEF94-E22D-4A45-A291-124121319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5" y="4953000"/>
              <a:ext cx="514350" cy="536575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51" name="AutoShape 270">
              <a:extLst>
                <a:ext uri="{FF2B5EF4-FFF2-40B4-BE49-F238E27FC236}">
                  <a16:creationId xmlns:a16="http://schemas.microsoft.com/office/drawing/2014/main" id="{49711A90-B778-4160-B18A-64A72F628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5" y="4057650"/>
              <a:ext cx="514350" cy="4381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52" name="AutoShape 271">
              <a:extLst>
                <a:ext uri="{FF2B5EF4-FFF2-40B4-BE49-F238E27FC236}">
                  <a16:creationId xmlns:a16="http://schemas.microsoft.com/office/drawing/2014/main" id="{6BB0BD96-BF82-441B-BB73-2A0F616B7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5" y="3376613"/>
              <a:ext cx="514350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753" name="Line 272">
              <a:extLst>
                <a:ext uri="{FF2B5EF4-FFF2-40B4-BE49-F238E27FC236}">
                  <a16:creationId xmlns:a16="http://schemas.microsoft.com/office/drawing/2014/main" id="{37DD6BA8-ED73-43E8-812A-BA3382D4FC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49763" y="5629275"/>
              <a:ext cx="31432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DD76D726-E49F-4E96-BF46-93C3DBFFB7F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4006" y="3632200"/>
            <a:ext cx="3608388" cy="851035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3" name="Title 1">
            <a:extLst>
              <a:ext uri="{FF2B5EF4-FFF2-40B4-BE49-F238E27FC236}">
                <a16:creationId xmlns:a16="http://schemas.microsoft.com/office/drawing/2014/main" id="{C474E723-55EA-4EEB-93A0-BDC0F383C68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12700"/>
            <a:ext cx="9144000" cy="685800"/>
          </a:xfrm>
        </p:spPr>
        <p:txBody>
          <a:bodyPr/>
          <a:lstStyle/>
          <a:p>
            <a:r>
              <a:rPr lang="en-US" altLang="en-US"/>
              <a:t>Individual vs Joint Optimization</a:t>
            </a:r>
          </a:p>
        </p:txBody>
      </p:sp>
      <p:sp>
        <p:nvSpPr>
          <p:cNvPr id="110594" name="TextBox 125">
            <a:extLst>
              <a:ext uri="{FF2B5EF4-FFF2-40B4-BE49-F238E27FC236}">
                <a16:creationId xmlns:a16="http://schemas.microsoft.com/office/drawing/2014/main" id="{FFCC8BDE-44CB-4771-9EA1-F1DA55751B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75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2.65 from the textbook ]</a:t>
            </a:r>
          </a:p>
        </p:txBody>
      </p:sp>
      <p:sp>
        <p:nvSpPr>
          <p:cNvPr id="110595" name="Rectangle 46">
            <a:extLst>
              <a:ext uri="{FF2B5EF4-FFF2-40B4-BE49-F238E27FC236}">
                <a16:creationId xmlns:a16="http://schemas.microsoft.com/office/drawing/2014/main" id="{9DC309CE-475C-4885-A861-ADD5963297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2649538"/>
            <a:ext cx="164782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(c) Optimal realization of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596" name="Rectangle 47">
            <a:extLst>
              <a:ext uri="{FF2B5EF4-FFF2-40B4-BE49-F238E27FC236}">
                <a16:creationId xmlns:a16="http://schemas.microsoft.com/office/drawing/2014/main" id="{46F8A8CE-6552-4B6D-ABB9-8ABECB7BA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2388" y="2649538"/>
            <a:ext cx="809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597" name="Rectangle 48">
            <a:extLst>
              <a:ext uri="{FF2B5EF4-FFF2-40B4-BE49-F238E27FC236}">
                <a16:creationId xmlns:a16="http://schemas.microsoft.com/office/drawing/2014/main" id="{B59DAF89-1D29-488B-AB58-748C1EDC5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9063" y="2720975"/>
            <a:ext cx="85725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598" name="Rectangle 50">
            <a:extLst>
              <a:ext uri="{FF2B5EF4-FFF2-40B4-BE49-F238E27FC236}">
                <a16:creationId xmlns:a16="http://schemas.microsoft.com/office/drawing/2014/main" id="{E61EE2E4-1F08-4696-B95D-BCE124B9E9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5563" y="1182688"/>
            <a:ext cx="681037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599" name="Line 51">
            <a:extLst>
              <a:ext uri="{FF2B5EF4-FFF2-40B4-BE49-F238E27FC236}">
                <a16:creationId xmlns:a16="http://schemas.microsoft.com/office/drawing/2014/main" id="{5DCB5888-95C3-4747-8D60-E67220A087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95563" y="1530350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0" name="Line 52">
            <a:extLst>
              <a:ext uri="{FF2B5EF4-FFF2-40B4-BE49-F238E27FC236}">
                <a16:creationId xmlns:a16="http://schemas.microsoft.com/office/drawing/2014/main" id="{B1123265-5E92-4483-9CE7-028258D7CB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43225" y="1182688"/>
            <a:ext cx="1588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1" name="Line 53">
            <a:extLst>
              <a:ext uri="{FF2B5EF4-FFF2-40B4-BE49-F238E27FC236}">
                <a16:creationId xmlns:a16="http://schemas.microsoft.com/office/drawing/2014/main" id="{334E03D1-1301-46E4-976E-29AD1BAD4156}"/>
              </a:ext>
            </a:extLst>
          </p:cNvPr>
          <p:cNvSpPr>
            <a:spLocks noChangeShapeType="1"/>
          </p:cNvSpPr>
          <p:nvPr/>
        </p:nvSpPr>
        <p:spPr bwMode="auto">
          <a:xfrm>
            <a:off x="2263775" y="852488"/>
            <a:ext cx="331788" cy="3302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2" name="Rectangle 55">
            <a:extLst>
              <a:ext uri="{FF2B5EF4-FFF2-40B4-BE49-F238E27FC236}">
                <a16:creationId xmlns:a16="http://schemas.microsoft.com/office/drawing/2014/main" id="{2E1237E9-72F1-42C1-9309-12E27571DA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1725" y="762000"/>
            <a:ext cx="10636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3" name="Rectangle 56">
            <a:extLst>
              <a:ext uri="{FF2B5EF4-FFF2-40B4-BE49-F238E27FC236}">
                <a16:creationId xmlns:a16="http://schemas.microsoft.com/office/drawing/2014/main" id="{51266CAF-5215-4189-8F6B-0993EEDB4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1575" y="8382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4" name="Rectangle 57">
            <a:extLst>
              <a:ext uri="{FF2B5EF4-FFF2-40B4-BE49-F238E27FC236}">
                <a16:creationId xmlns:a16="http://schemas.microsoft.com/office/drawing/2014/main" id="{8EA7F901-62CA-4134-A64F-8E18E6BFA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6188" y="762000"/>
            <a:ext cx="10636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5" name="Rectangle 58">
            <a:extLst>
              <a:ext uri="{FF2B5EF4-FFF2-40B4-BE49-F238E27FC236}">
                <a16:creationId xmlns:a16="http://schemas.microsoft.com/office/drawing/2014/main" id="{FDFC5254-4D1C-4D35-8E5D-CFCA6CAFCC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6038" y="8382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6" name="Rectangle 59">
            <a:extLst>
              <a:ext uri="{FF2B5EF4-FFF2-40B4-BE49-F238E27FC236}">
                <a16:creationId xmlns:a16="http://schemas.microsoft.com/office/drawing/2014/main" id="{861288C2-062E-46AC-8D42-17A13A639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900113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7" name="Rectangle 60">
            <a:extLst>
              <a:ext uri="{FF2B5EF4-FFF2-40B4-BE49-F238E27FC236}">
                <a16:creationId xmlns:a16="http://schemas.microsoft.com/office/drawing/2014/main" id="{6A442E73-D4A3-48D0-8BF0-8DDCB1BE63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7250" y="976313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8" name="Rectangle 61">
            <a:extLst>
              <a:ext uri="{FF2B5EF4-FFF2-40B4-BE49-F238E27FC236}">
                <a16:creationId xmlns:a16="http://schemas.microsoft.com/office/drawing/2014/main" id="{CA242E8F-0C6C-4FD4-BA25-6B816AB3E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1863" y="900113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09" name="Rectangle 62">
            <a:extLst>
              <a:ext uri="{FF2B5EF4-FFF2-40B4-BE49-F238E27FC236}">
                <a16:creationId xmlns:a16="http://schemas.microsoft.com/office/drawing/2014/main" id="{F6C1363C-B46B-468E-ADE7-1C4EF8553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1182688"/>
            <a:ext cx="665163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10" name="Line 63">
            <a:extLst>
              <a:ext uri="{FF2B5EF4-FFF2-40B4-BE49-F238E27FC236}">
                <a16:creationId xmlns:a16="http://schemas.microsoft.com/office/drawing/2014/main" id="{14C7E63A-8E1B-470C-9955-B47B56957D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76600" y="1530350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11" name="Line 64">
            <a:extLst>
              <a:ext uri="{FF2B5EF4-FFF2-40B4-BE49-F238E27FC236}">
                <a16:creationId xmlns:a16="http://schemas.microsoft.com/office/drawing/2014/main" id="{FCDD336C-E069-401B-B3ED-0D82C5C3C1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08388" y="1182688"/>
            <a:ext cx="3175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12" name="Rectangle 65">
            <a:extLst>
              <a:ext uri="{FF2B5EF4-FFF2-40B4-BE49-F238E27FC236}">
                <a16:creationId xmlns:a16="http://schemas.microsoft.com/office/drawing/2014/main" id="{5D6EEBF7-8D40-46F9-ACA5-2DEE86D310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0125" y="976313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13" name="Rectangle 66">
            <a:extLst>
              <a:ext uri="{FF2B5EF4-FFF2-40B4-BE49-F238E27FC236}">
                <a16:creationId xmlns:a16="http://schemas.microsoft.com/office/drawing/2014/main" id="{E8EFD262-32CB-4117-8AD4-62DB6C523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7163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14" name="Rectangle 67">
            <a:extLst>
              <a:ext uri="{FF2B5EF4-FFF2-40B4-BE49-F238E27FC236}">
                <a16:creationId xmlns:a16="http://schemas.microsoft.com/office/drawing/2014/main" id="{35501CF4-27B3-4DA4-BC58-76A190D6E6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2125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15" name="Rectangle 68">
            <a:extLst>
              <a:ext uri="{FF2B5EF4-FFF2-40B4-BE49-F238E27FC236}">
                <a16:creationId xmlns:a16="http://schemas.microsoft.com/office/drawing/2014/main" id="{C902BAD7-ABA4-4583-BAB6-7F8E88FECD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8675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16" name="Rectangle 69">
            <a:extLst>
              <a:ext uri="{FF2B5EF4-FFF2-40B4-BE49-F238E27FC236}">
                <a16:creationId xmlns:a16="http://schemas.microsoft.com/office/drawing/2014/main" id="{188FBF85-5300-4C51-AAFA-E1839FB9A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5225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17" name="Rectangle 70">
            <a:extLst>
              <a:ext uri="{FF2B5EF4-FFF2-40B4-BE49-F238E27FC236}">
                <a16:creationId xmlns:a16="http://schemas.microsoft.com/office/drawing/2014/main" id="{7D15FFA5-BD42-4F6F-866B-2D1CF82EF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5563" y="1862138"/>
            <a:ext cx="681037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18" name="Line 71">
            <a:extLst>
              <a:ext uri="{FF2B5EF4-FFF2-40B4-BE49-F238E27FC236}">
                <a16:creationId xmlns:a16="http://schemas.microsoft.com/office/drawing/2014/main" id="{8A339473-E64B-4D04-8E5B-27B614B4750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95563" y="2192338"/>
            <a:ext cx="681037" cy="31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19" name="Line 72">
            <a:extLst>
              <a:ext uri="{FF2B5EF4-FFF2-40B4-BE49-F238E27FC236}">
                <a16:creationId xmlns:a16="http://schemas.microsoft.com/office/drawing/2014/main" id="{8A391C6E-FD4C-42C5-B3DE-890FB8CD853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43225" y="1862138"/>
            <a:ext cx="1588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20" name="Rectangle 73">
            <a:extLst>
              <a:ext uri="{FF2B5EF4-FFF2-40B4-BE49-F238E27FC236}">
                <a16:creationId xmlns:a16="http://schemas.microsoft.com/office/drawing/2014/main" id="{952EA5BF-E7DB-4E57-BBE7-7469B16DD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5188" y="16256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21" name="Rectangle 74">
            <a:extLst>
              <a:ext uri="{FF2B5EF4-FFF2-40B4-BE49-F238E27FC236}">
                <a16:creationId xmlns:a16="http://schemas.microsoft.com/office/drawing/2014/main" id="{D6D9F68A-4B0F-4877-8D6B-B88418874A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1862138"/>
            <a:ext cx="665163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22" name="Line 75">
            <a:extLst>
              <a:ext uri="{FF2B5EF4-FFF2-40B4-BE49-F238E27FC236}">
                <a16:creationId xmlns:a16="http://schemas.microsoft.com/office/drawing/2014/main" id="{A5DB1571-0276-4361-A555-B70BA0761C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76600" y="2192338"/>
            <a:ext cx="665163" cy="31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23" name="Line 76">
            <a:extLst>
              <a:ext uri="{FF2B5EF4-FFF2-40B4-BE49-F238E27FC236}">
                <a16:creationId xmlns:a16="http://schemas.microsoft.com/office/drawing/2014/main" id="{A528A3A7-F4FC-4A52-B04A-F279063AC18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08388" y="1862138"/>
            <a:ext cx="3175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24" name="Rectangle 77">
            <a:extLst>
              <a:ext uri="{FF2B5EF4-FFF2-40B4-BE49-F238E27FC236}">
                <a16:creationId xmlns:a16="http://schemas.microsoft.com/office/drawing/2014/main" id="{AC327F1E-D5DE-4C6E-871E-882D9118A1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2088" y="19605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25" name="Rectangle 78">
            <a:extLst>
              <a:ext uri="{FF2B5EF4-FFF2-40B4-BE49-F238E27FC236}">
                <a16:creationId xmlns:a16="http://schemas.microsoft.com/office/drawing/2014/main" id="{18F142BE-A3F9-4643-9134-E8837CCE47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8638" y="19605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26" name="Rectangle 79">
            <a:extLst>
              <a:ext uri="{FF2B5EF4-FFF2-40B4-BE49-F238E27FC236}">
                <a16:creationId xmlns:a16="http://schemas.microsoft.com/office/drawing/2014/main" id="{925E46EE-A54D-48B6-8FEA-9EF6981051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8638" y="22971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27" name="Rectangle 80">
            <a:extLst>
              <a:ext uri="{FF2B5EF4-FFF2-40B4-BE49-F238E27FC236}">
                <a16:creationId xmlns:a16="http://schemas.microsoft.com/office/drawing/2014/main" id="{B507A370-E788-48C4-BED4-1225364FA5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12906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28" name="Rectangle 81">
            <a:extLst>
              <a:ext uri="{FF2B5EF4-FFF2-40B4-BE49-F238E27FC236}">
                <a16:creationId xmlns:a16="http://schemas.microsoft.com/office/drawing/2014/main" id="{4DD92993-E39D-40BE-8C3E-B82D2049F8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1625600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29" name="Rectangle 82">
            <a:extLst>
              <a:ext uri="{FF2B5EF4-FFF2-40B4-BE49-F238E27FC236}">
                <a16:creationId xmlns:a16="http://schemas.microsoft.com/office/drawing/2014/main" id="{4634A78A-CF3A-4D21-AF12-2D6D5F80DF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196056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30" name="Freeform 83">
            <a:extLst>
              <a:ext uri="{FF2B5EF4-FFF2-40B4-BE49-F238E27FC236}">
                <a16:creationId xmlns:a16="http://schemas.microsoft.com/office/drawing/2014/main" id="{F391E90F-461D-406F-A25A-0210744F6720}"/>
              </a:ext>
            </a:extLst>
          </p:cNvPr>
          <p:cNvSpPr>
            <a:spLocks/>
          </p:cNvSpPr>
          <p:nvPr/>
        </p:nvSpPr>
        <p:spPr bwMode="auto">
          <a:xfrm>
            <a:off x="2641600" y="1568450"/>
            <a:ext cx="588963" cy="587375"/>
          </a:xfrm>
          <a:custGeom>
            <a:avLst/>
            <a:gdLst>
              <a:gd name="T0" fmla="*/ 2147483646 w 892"/>
              <a:gd name="T1" fmla="*/ 0 h 895"/>
              <a:gd name="T2" fmla="*/ 2147483646 w 892"/>
              <a:gd name="T3" fmla="*/ 0 h 895"/>
              <a:gd name="T4" fmla="*/ 2147483646 w 892"/>
              <a:gd name="T5" fmla="*/ 0 h 895"/>
              <a:gd name="T6" fmla="*/ 2147483646 w 892"/>
              <a:gd name="T7" fmla="*/ 0 h 895"/>
              <a:gd name="T8" fmla="*/ 2147483646 w 892"/>
              <a:gd name="T9" fmla="*/ 0 h 895"/>
              <a:gd name="T10" fmla="*/ 2147483646 w 892"/>
              <a:gd name="T11" fmla="*/ 2147483646 h 895"/>
              <a:gd name="T12" fmla="*/ 2147483646 w 892"/>
              <a:gd name="T13" fmla="*/ 2147483646 h 895"/>
              <a:gd name="T14" fmla="*/ 2147483646 w 892"/>
              <a:gd name="T15" fmla="*/ 2147483646 h 895"/>
              <a:gd name="T16" fmla="*/ 2147483646 w 892"/>
              <a:gd name="T17" fmla="*/ 2147483646 h 895"/>
              <a:gd name="T18" fmla="*/ 2147483646 w 892"/>
              <a:gd name="T19" fmla="*/ 2147483646 h 895"/>
              <a:gd name="T20" fmla="*/ 0 w 892"/>
              <a:gd name="T21" fmla="*/ 2147483646 h 895"/>
              <a:gd name="T22" fmla="*/ 0 w 892"/>
              <a:gd name="T23" fmla="*/ 2147483646 h 895"/>
              <a:gd name="T24" fmla="*/ 0 w 892"/>
              <a:gd name="T25" fmla="*/ 2147483646 h 895"/>
              <a:gd name="T26" fmla="*/ 0 w 892"/>
              <a:gd name="T27" fmla="*/ 2147483646 h 895"/>
              <a:gd name="T28" fmla="*/ 0 w 892"/>
              <a:gd name="T29" fmla="*/ 2147483646 h 895"/>
              <a:gd name="T30" fmla="*/ 0 w 892"/>
              <a:gd name="T31" fmla="*/ 2147483646 h 895"/>
              <a:gd name="T32" fmla="*/ 0 w 892"/>
              <a:gd name="T33" fmla="*/ 2147483646 h 895"/>
              <a:gd name="T34" fmla="*/ 0 w 892"/>
              <a:gd name="T35" fmla="*/ 2147483646 h 895"/>
              <a:gd name="T36" fmla="*/ 0 w 892"/>
              <a:gd name="T37" fmla="*/ 2147483646 h 895"/>
              <a:gd name="T38" fmla="*/ 2147483646 w 892"/>
              <a:gd name="T39" fmla="*/ 2147483646 h 895"/>
              <a:gd name="T40" fmla="*/ 2147483646 w 892"/>
              <a:gd name="T41" fmla="*/ 2147483646 h 895"/>
              <a:gd name="T42" fmla="*/ 2147483646 w 892"/>
              <a:gd name="T43" fmla="*/ 2147483646 h 895"/>
              <a:gd name="T44" fmla="*/ 2147483646 w 892"/>
              <a:gd name="T45" fmla="*/ 2147483646 h 895"/>
              <a:gd name="T46" fmla="*/ 2147483646 w 892"/>
              <a:gd name="T47" fmla="*/ 2147483646 h 895"/>
              <a:gd name="T48" fmla="*/ 2147483646 w 892"/>
              <a:gd name="T49" fmla="*/ 2147483646 h 895"/>
              <a:gd name="T50" fmla="*/ 2147483646 w 892"/>
              <a:gd name="T51" fmla="*/ 2147483646 h 895"/>
              <a:gd name="T52" fmla="*/ 2147483646 w 892"/>
              <a:gd name="T53" fmla="*/ 2147483646 h 895"/>
              <a:gd name="T54" fmla="*/ 2147483646 w 892"/>
              <a:gd name="T55" fmla="*/ 2147483646 h 895"/>
              <a:gd name="T56" fmla="*/ 2147483646 w 892"/>
              <a:gd name="T57" fmla="*/ 2147483646 h 895"/>
              <a:gd name="T58" fmla="*/ 2147483646 w 892"/>
              <a:gd name="T59" fmla="*/ 2147483646 h 895"/>
              <a:gd name="T60" fmla="*/ 2147483646 w 892"/>
              <a:gd name="T61" fmla="*/ 2147483646 h 895"/>
              <a:gd name="T62" fmla="*/ 2147483646 w 892"/>
              <a:gd name="T63" fmla="*/ 2147483646 h 895"/>
              <a:gd name="T64" fmla="*/ 2147483646 w 892"/>
              <a:gd name="T65" fmla="*/ 2147483646 h 895"/>
              <a:gd name="T66" fmla="*/ 2147483646 w 892"/>
              <a:gd name="T67" fmla="*/ 2147483646 h 895"/>
              <a:gd name="T68" fmla="*/ 2147483646 w 892"/>
              <a:gd name="T69" fmla="*/ 2147483646 h 895"/>
              <a:gd name="T70" fmla="*/ 2147483646 w 892"/>
              <a:gd name="T71" fmla="*/ 2147483646 h 895"/>
              <a:gd name="T72" fmla="*/ 2147483646 w 892"/>
              <a:gd name="T73" fmla="*/ 2147483646 h 895"/>
              <a:gd name="T74" fmla="*/ 2147483646 w 892"/>
              <a:gd name="T75" fmla="*/ 2147483646 h 895"/>
              <a:gd name="T76" fmla="*/ 2147483646 w 892"/>
              <a:gd name="T77" fmla="*/ 2147483646 h 895"/>
              <a:gd name="T78" fmla="*/ 2147483646 w 892"/>
              <a:gd name="T79" fmla="*/ 2147483646 h 895"/>
              <a:gd name="T80" fmla="*/ 2147483646 w 892"/>
              <a:gd name="T81" fmla="*/ 2147483646 h 895"/>
              <a:gd name="T82" fmla="*/ 2147483646 w 892"/>
              <a:gd name="T83" fmla="*/ 2147483646 h 895"/>
              <a:gd name="T84" fmla="*/ 2147483646 w 892"/>
              <a:gd name="T85" fmla="*/ 2147483646 h 895"/>
              <a:gd name="T86" fmla="*/ 2147483646 w 892"/>
              <a:gd name="T87" fmla="*/ 2147483646 h 895"/>
              <a:gd name="T88" fmla="*/ 2147483646 w 892"/>
              <a:gd name="T89" fmla="*/ 2147483646 h 895"/>
              <a:gd name="T90" fmla="*/ 2147483646 w 892"/>
              <a:gd name="T91" fmla="*/ 2147483646 h 895"/>
              <a:gd name="T92" fmla="*/ 2147483646 w 892"/>
              <a:gd name="T93" fmla="*/ 2147483646 h 895"/>
              <a:gd name="T94" fmla="*/ 2147483646 w 892"/>
              <a:gd name="T95" fmla="*/ 2147483646 h 895"/>
              <a:gd name="T96" fmla="*/ 2147483646 w 892"/>
              <a:gd name="T97" fmla="*/ 2147483646 h 895"/>
              <a:gd name="T98" fmla="*/ 2147483646 w 892"/>
              <a:gd name="T99" fmla="*/ 2147483646 h 895"/>
              <a:gd name="T100" fmla="*/ 2147483646 w 892"/>
              <a:gd name="T101" fmla="*/ 2147483646 h 895"/>
              <a:gd name="T102" fmla="*/ 2147483646 w 892"/>
              <a:gd name="T103" fmla="*/ 2147483646 h 895"/>
              <a:gd name="T104" fmla="*/ 2147483646 w 892"/>
              <a:gd name="T105" fmla="*/ 2147483646 h 895"/>
              <a:gd name="T106" fmla="*/ 2147483646 w 892"/>
              <a:gd name="T107" fmla="*/ 2147483646 h 895"/>
              <a:gd name="T108" fmla="*/ 2147483646 w 892"/>
              <a:gd name="T109" fmla="*/ 0 h 895"/>
              <a:gd name="T110" fmla="*/ 2147483646 w 892"/>
              <a:gd name="T111" fmla="*/ 0 h 895"/>
              <a:gd name="T112" fmla="*/ 2147483646 w 892"/>
              <a:gd name="T113" fmla="*/ 0 h 895"/>
              <a:gd name="T114" fmla="*/ 2147483646 w 892"/>
              <a:gd name="T115" fmla="*/ 0 h 895"/>
              <a:gd name="T116" fmla="*/ 2147483646 w 892"/>
              <a:gd name="T117" fmla="*/ 0 h 895"/>
              <a:gd name="T118" fmla="*/ 2147483646 w 892"/>
              <a:gd name="T119" fmla="*/ 0 h 895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892" h="895">
                <a:moveTo>
                  <a:pt x="490" y="0"/>
                </a:moveTo>
                <a:lnTo>
                  <a:pt x="487" y="0"/>
                </a:lnTo>
                <a:lnTo>
                  <a:pt x="483" y="0"/>
                </a:lnTo>
                <a:lnTo>
                  <a:pt x="479" y="0"/>
                </a:lnTo>
                <a:lnTo>
                  <a:pt x="476" y="0"/>
                </a:lnTo>
                <a:lnTo>
                  <a:pt x="472" y="0"/>
                </a:lnTo>
                <a:lnTo>
                  <a:pt x="470" y="0"/>
                </a:lnTo>
                <a:lnTo>
                  <a:pt x="466" y="0"/>
                </a:lnTo>
                <a:lnTo>
                  <a:pt x="463" y="0"/>
                </a:lnTo>
                <a:lnTo>
                  <a:pt x="460" y="0"/>
                </a:lnTo>
                <a:lnTo>
                  <a:pt x="457" y="0"/>
                </a:lnTo>
                <a:lnTo>
                  <a:pt x="453" y="0"/>
                </a:lnTo>
                <a:lnTo>
                  <a:pt x="449" y="0"/>
                </a:lnTo>
                <a:lnTo>
                  <a:pt x="447" y="0"/>
                </a:lnTo>
                <a:lnTo>
                  <a:pt x="443" y="0"/>
                </a:lnTo>
                <a:lnTo>
                  <a:pt x="439" y="0"/>
                </a:lnTo>
                <a:lnTo>
                  <a:pt x="435" y="0"/>
                </a:lnTo>
                <a:lnTo>
                  <a:pt x="430" y="0"/>
                </a:lnTo>
                <a:lnTo>
                  <a:pt x="427" y="0"/>
                </a:lnTo>
                <a:lnTo>
                  <a:pt x="421" y="0"/>
                </a:lnTo>
                <a:lnTo>
                  <a:pt x="416" y="0"/>
                </a:lnTo>
                <a:lnTo>
                  <a:pt x="410" y="0"/>
                </a:lnTo>
                <a:lnTo>
                  <a:pt x="404" y="0"/>
                </a:lnTo>
                <a:lnTo>
                  <a:pt x="398" y="0"/>
                </a:lnTo>
                <a:lnTo>
                  <a:pt x="391" y="0"/>
                </a:lnTo>
                <a:lnTo>
                  <a:pt x="382" y="0"/>
                </a:lnTo>
                <a:lnTo>
                  <a:pt x="375" y="0"/>
                </a:lnTo>
                <a:lnTo>
                  <a:pt x="365" y="0"/>
                </a:lnTo>
                <a:lnTo>
                  <a:pt x="357" y="0"/>
                </a:lnTo>
                <a:lnTo>
                  <a:pt x="346" y="0"/>
                </a:lnTo>
                <a:lnTo>
                  <a:pt x="335" y="0"/>
                </a:lnTo>
                <a:lnTo>
                  <a:pt x="325" y="0"/>
                </a:lnTo>
                <a:lnTo>
                  <a:pt x="313" y="0"/>
                </a:lnTo>
                <a:lnTo>
                  <a:pt x="301" y="0"/>
                </a:lnTo>
                <a:lnTo>
                  <a:pt x="289" y="0"/>
                </a:lnTo>
                <a:lnTo>
                  <a:pt x="278" y="0"/>
                </a:lnTo>
                <a:lnTo>
                  <a:pt x="268" y="0"/>
                </a:lnTo>
                <a:lnTo>
                  <a:pt x="259" y="0"/>
                </a:lnTo>
                <a:lnTo>
                  <a:pt x="250" y="0"/>
                </a:lnTo>
                <a:lnTo>
                  <a:pt x="242" y="0"/>
                </a:lnTo>
                <a:lnTo>
                  <a:pt x="235" y="0"/>
                </a:lnTo>
                <a:lnTo>
                  <a:pt x="228" y="0"/>
                </a:lnTo>
                <a:lnTo>
                  <a:pt x="220" y="0"/>
                </a:lnTo>
                <a:lnTo>
                  <a:pt x="214" y="0"/>
                </a:lnTo>
                <a:lnTo>
                  <a:pt x="208" y="0"/>
                </a:lnTo>
                <a:lnTo>
                  <a:pt x="204" y="0"/>
                </a:lnTo>
                <a:lnTo>
                  <a:pt x="199" y="0"/>
                </a:lnTo>
                <a:lnTo>
                  <a:pt x="194" y="0"/>
                </a:lnTo>
                <a:lnTo>
                  <a:pt x="189" y="0"/>
                </a:lnTo>
                <a:lnTo>
                  <a:pt x="186" y="0"/>
                </a:lnTo>
                <a:lnTo>
                  <a:pt x="182" y="0"/>
                </a:lnTo>
                <a:lnTo>
                  <a:pt x="178" y="0"/>
                </a:lnTo>
                <a:lnTo>
                  <a:pt x="175" y="0"/>
                </a:lnTo>
                <a:lnTo>
                  <a:pt x="171" y="0"/>
                </a:lnTo>
                <a:lnTo>
                  <a:pt x="168" y="0"/>
                </a:lnTo>
                <a:lnTo>
                  <a:pt x="165" y="0"/>
                </a:lnTo>
                <a:lnTo>
                  <a:pt x="162" y="0"/>
                </a:lnTo>
                <a:lnTo>
                  <a:pt x="159" y="0"/>
                </a:lnTo>
                <a:lnTo>
                  <a:pt x="156" y="0"/>
                </a:lnTo>
                <a:lnTo>
                  <a:pt x="152" y="0"/>
                </a:lnTo>
                <a:lnTo>
                  <a:pt x="148" y="0"/>
                </a:lnTo>
                <a:lnTo>
                  <a:pt x="145" y="0"/>
                </a:lnTo>
                <a:lnTo>
                  <a:pt x="141" y="0"/>
                </a:lnTo>
                <a:lnTo>
                  <a:pt x="138" y="0"/>
                </a:lnTo>
                <a:lnTo>
                  <a:pt x="134" y="0"/>
                </a:lnTo>
                <a:lnTo>
                  <a:pt x="130" y="0"/>
                </a:lnTo>
                <a:lnTo>
                  <a:pt x="126" y="0"/>
                </a:lnTo>
                <a:lnTo>
                  <a:pt x="122" y="0"/>
                </a:lnTo>
                <a:lnTo>
                  <a:pt x="120" y="2"/>
                </a:lnTo>
                <a:lnTo>
                  <a:pt x="116" y="2"/>
                </a:lnTo>
                <a:lnTo>
                  <a:pt x="112" y="2"/>
                </a:lnTo>
                <a:lnTo>
                  <a:pt x="110" y="2"/>
                </a:lnTo>
                <a:lnTo>
                  <a:pt x="108" y="2"/>
                </a:lnTo>
                <a:lnTo>
                  <a:pt x="105" y="2"/>
                </a:lnTo>
                <a:lnTo>
                  <a:pt x="103" y="3"/>
                </a:lnTo>
                <a:lnTo>
                  <a:pt x="100" y="3"/>
                </a:lnTo>
                <a:lnTo>
                  <a:pt x="98" y="3"/>
                </a:lnTo>
                <a:lnTo>
                  <a:pt x="96" y="4"/>
                </a:lnTo>
                <a:lnTo>
                  <a:pt x="93" y="5"/>
                </a:lnTo>
                <a:lnTo>
                  <a:pt x="91" y="5"/>
                </a:lnTo>
                <a:lnTo>
                  <a:pt x="90" y="6"/>
                </a:lnTo>
                <a:lnTo>
                  <a:pt x="87" y="8"/>
                </a:lnTo>
                <a:lnTo>
                  <a:pt x="85" y="9"/>
                </a:lnTo>
                <a:lnTo>
                  <a:pt x="82" y="10"/>
                </a:lnTo>
                <a:lnTo>
                  <a:pt x="81" y="12"/>
                </a:lnTo>
                <a:lnTo>
                  <a:pt x="79" y="14"/>
                </a:lnTo>
                <a:lnTo>
                  <a:pt x="76" y="16"/>
                </a:lnTo>
                <a:lnTo>
                  <a:pt x="74" y="17"/>
                </a:lnTo>
                <a:lnTo>
                  <a:pt x="72" y="20"/>
                </a:lnTo>
                <a:lnTo>
                  <a:pt x="68" y="22"/>
                </a:lnTo>
                <a:lnTo>
                  <a:pt x="66" y="24"/>
                </a:lnTo>
                <a:lnTo>
                  <a:pt x="62" y="28"/>
                </a:lnTo>
                <a:lnTo>
                  <a:pt x="60" y="30"/>
                </a:lnTo>
                <a:lnTo>
                  <a:pt x="56" y="34"/>
                </a:lnTo>
                <a:lnTo>
                  <a:pt x="52" y="38"/>
                </a:lnTo>
                <a:lnTo>
                  <a:pt x="49" y="41"/>
                </a:lnTo>
                <a:lnTo>
                  <a:pt x="44" y="46"/>
                </a:lnTo>
                <a:lnTo>
                  <a:pt x="40" y="50"/>
                </a:lnTo>
                <a:lnTo>
                  <a:pt x="37" y="53"/>
                </a:lnTo>
                <a:lnTo>
                  <a:pt x="33" y="57"/>
                </a:lnTo>
                <a:lnTo>
                  <a:pt x="30" y="60"/>
                </a:lnTo>
                <a:lnTo>
                  <a:pt x="27" y="64"/>
                </a:lnTo>
                <a:lnTo>
                  <a:pt x="24" y="66"/>
                </a:lnTo>
                <a:lnTo>
                  <a:pt x="21" y="69"/>
                </a:lnTo>
                <a:lnTo>
                  <a:pt x="19" y="72"/>
                </a:lnTo>
                <a:lnTo>
                  <a:pt x="16" y="75"/>
                </a:lnTo>
                <a:lnTo>
                  <a:pt x="14" y="77"/>
                </a:lnTo>
                <a:lnTo>
                  <a:pt x="13" y="80"/>
                </a:lnTo>
                <a:lnTo>
                  <a:pt x="10" y="82"/>
                </a:lnTo>
                <a:lnTo>
                  <a:pt x="9" y="84"/>
                </a:lnTo>
                <a:lnTo>
                  <a:pt x="8" y="86"/>
                </a:lnTo>
                <a:lnTo>
                  <a:pt x="7" y="88"/>
                </a:lnTo>
                <a:lnTo>
                  <a:pt x="6" y="90"/>
                </a:lnTo>
                <a:lnTo>
                  <a:pt x="4" y="93"/>
                </a:lnTo>
                <a:lnTo>
                  <a:pt x="3" y="94"/>
                </a:lnTo>
                <a:lnTo>
                  <a:pt x="3" y="96"/>
                </a:lnTo>
                <a:lnTo>
                  <a:pt x="2" y="99"/>
                </a:lnTo>
                <a:lnTo>
                  <a:pt x="2" y="101"/>
                </a:lnTo>
                <a:lnTo>
                  <a:pt x="1" y="104"/>
                </a:lnTo>
                <a:lnTo>
                  <a:pt x="1" y="106"/>
                </a:lnTo>
                <a:lnTo>
                  <a:pt x="1" y="108"/>
                </a:lnTo>
                <a:lnTo>
                  <a:pt x="1" y="111"/>
                </a:lnTo>
                <a:lnTo>
                  <a:pt x="1" y="114"/>
                </a:lnTo>
                <a:lnTo>
                  <a:pt x="0" y="117"/>
                </a:lnTo>
                <a:lnTo>
                  <a:pt x="0" y="120"/>
                </a:lnTo>
                <a:lnTo>
                  <a:pt x="0" y="123"/>
                </a:lnTo>
                <a:lnTo>
                  <a:pt x="0" y="126"/>
                </a:lnTo>
                <a:lnTo>
                  <a:pt x="0" y="131"/>
                </a:lnTo>
                <a:lnTo>
                  <a:pt x="0" y="135"/>
                </a:lnTo>
                <a:lnTo>
                  <a:pt x="0" y="138"/>
                </a:lnTo>
                <a:lnTo>
                  <a:pt x="0" y="143"/>
                </a:lnTo>
                <a:lnTo>
                  <a:pt x="0" y="147"/>
                </a:lnTo>
                <a:lnTo>
                  <a:pt x="0" y="150"/>
                </a:lnTo>
                <a:lnTo>
                  <a:pt x="0" y="154"/>
                </a:lnTo>
                <a:lnTo>
                  <a:pt x="0" y="158"/>
                </a:lnTo>
                <a:lnTo>
                  <a:pt x="0" y="160"/>
                </a:lnTo>
                <a:lnTo>
                  <a:pt x="0" y="164"/>
                </a:lnTo>
                <a:lnTo>
                  <a:pt x="0" y="168"/>
                </a:lnTo>
                <a:lnTo>
                  <a:pt x="0" y="172"/>
                </a:lnTo>
                <a:lnTo>
                  <a:pt x="0" y="176"/>
                </a:lnTo>
                <a:lnTo>
                  <a:pt x="0" y="181"/>
                </a:lnTo>
                <a:lnTo>
                  <a:pt x="0" y="185"/>
                </a:lnTo>
                <a:lnTo>
                  <a:pt x="0" y="190"/>
                </a:lnTo>
                <a:lnTo>
                  <a:pt x="0" y="196"/>
                </a:lnTo>
                <a:lnTo>
                  <a:pt x="0" y="202"/>
                </a:lnTo>
                <a:lnTo>
                  <a:pt x="0" y="208"/>
                </a:lnTo>
                <a:lnTo>
                  <a:pt x="0" y="215"/>
                </a:lnTo>
                <a:lnTo>
                  <a:pt x="0" y="224"/>
                </a:lnTo>
                <a:lnTo>
                  <a:pt x="0" y="232"/>
                </a:lnTo>
                <a:lnTo>
                  <a:pt x="0" y="241"/>
                </a:lnTo>
                <a:lnTo>
                  <a:pt x="0" y="251"/>
                </a:lnTo>
                <a:lnTo>
                  <a:pt x="0" y="261"/>
                </a:lnTo>
                <a:lnTo>
                  <a:pt x="0" y="273"/>
                </a:lnTo>
                <a:lnTo>
                  <a:pt x="0" y="286"/>
                </a:lnTo>
                <a:lnTo>
                  <a:pt x="0" y="299"/>
                </a:lnTo>
                <a:lnTo>
                  <a:pt x="0" y="314"/>
                </a:lnTo>
                <a:lnTo>
                  <a:pt x="0" y="329"/>
                </a:lnTo>
                <a:lnTo>
                  <a:pt x="0" y="346"/>
                </a:lnTo>
                <a:lnTo>
                  <a:pt x="0" y="363"/>
                </a:lnTo>
                <a:lnTo>
                  <a:pt x="0" y="382"/>
                </a:lnTo>
                <a:lnTo>
                  <a:pt x="0" y="403"/>
                </a:lnTo>
                <a:lnTo>
                  <a:pt x="0" y="423"/>
                </a:lnTo>
                <a:lnTo>
                  <a:pt x="0" y="442"/>
                </a:lnTo>
                <a:lnTo>
                  <a:pt x="0" y="460"/>
                </a:lnTo>
                <a:lnTo>
                  <a:pt x="0" y="477"/>
                </a:lnTo>
                <a:lnTo>
                  <a:pt x="0" y="493"/>
                </a:lnTo>
                <a:lnTo>
                  <a:pt x="0" y="507"/>
                </a:lnTo>
                <a:lnTo>
                  <a:pt x="0" y="520"/>
                </a:lnTo>
                <a:lnTo>
                  <a:pt x="0" y="532"/>
                </a:lnTo>
                <a:lnTo>
                  <a:pt x="0" y="544"/>
                </a:lnTo>
                <a:lnTo>
                  <a:pt x="0" y="555"/>
                </a:lnTo>
                <a:lnTo>
                  <a:pt x="0" y="565"/>
                </a:lnTo>
                <a:lnTo>
                  <a:pt x="0" y="574"/>
                </a:lnTo>
                <a:lnTo>
                  <a:pt x="0" y="583"/>
                </a:lnTo>
                <a:lnTo>
                  <a:pt x="0" y="590"/>
                </a:lnTo>
                <a:lnTo>
                  <a:pt x="0" y="597"/>
                </a:lnTo>
                <a:lnTo>
                  <a:pt x="0" y="604"/>
                </a:lnTo>
                <a:lnTo>
                  <a:pt x="0" y="610"/>
                </a:lnTo>
                <a:lnTo>
                  <a:pt x="0" y="615"/>
                </a:lnTo>
                <a:lnTo>
                  <a:pt x="0" y="621"/>
                </a:lnTo>
                <a:lnTo>
                  <a:pt x="0" y="626"/>
                </a:lnTo>
                <a:lnTo>
                  <a:pt x="0" y="629"/>
                </a:lnTo>
                <a:lnTo>
                  <a:pt x="0" y="634"/>
                </a:lnTo>
                <a:lnTo>
                  <a:pt x="0" y="638"/>
                </a:lnTo>
                <a:lnTo>
                  <a:pt x="0" y="641"/>
                </a:lnTo>
                <a:lnTo>
                  <a:pt x="0" y="645"/>
                </a:lnTo>
                <a:lnTo>
                  <a:pt x="0" y="649"/>
                </a:lnTo>
                <a:lnTo>
                  <a:pt x="0" y="652"/>
                </a:lnTo>
                <a:lnTo>
                  <a:pt x="0" y="656"/>
                </a:lnTo>
                <a:lnTo>
                  <a:pt x="0" y="659"/>
                </a:lnTo>
                <a:lnTo>
                  <a:pt x="0" y="663"/>
                </a:lnTo>
                <a:lnTo>
                  <a:pt x="0" y="667"/>
                </a:lnTo>
                <a:lnTo>
                  <a:pt x="0" y="671"/>
                </a:lnTo>
                <a:lnTo>
                  <a:pt x="0" y="675"/>
                </a:lnTo>
                <a:lnTo>
                  <a:pt x="0" y="679"/>
                </a:lnTo>
                <a:lnTo>
                  <a:pt x="0" y="682"/>
                </a:lnTo>
                <a:lnTo>
                  <a:pt x="0" y="686"/>
                </a:lnTo>
                <a:lnTo>
                  <a:pt x="0" y="689"/>
                </a:lnTo>
                <a:lnTo>
                  <a:pt x="0" y="692"/>
                </a:lnTo>
                <a:lnTo>
                  <a:pt x="0" y="694"/>
                </a:lnTo>
                <a:lnTo>
                  <a:pt x="0" y="698"/>
                </a:lnTo>
                <a:lnTo>
                  <a:pt x="0" y="700"/>
                </a:lnTo>
                <a:lnTo>
                  <a:pt x="0" y="703"/>
                </a:lnTo>
                <a:lnTo>
                  <a:pt x="0" y="705"/>
                </a:lnTo>
                <a:lnTo>
                  <a:pt x="0" y="707"/>
                </a:lnTo>
                <a:lnTo>
                  <a:pt x="0" y="709"/>
                </a:lnTo>
                <a:lnTo>
                  <a:pt x="0" y="711"/>
                </a:lnTo>
                <a:lnTo>
                  <a:pt x="0" y="713"/>
                </a:lnTo>
                <a:lnTo>
                  <a:pt x="0" y="716"/>
                </a:lnTo>
                <a:lnTo>
                  <a:pt x="0" y="717"/>
                </a:lnTo>
                <a:lnTo>
                  <a:pt x="0" y="719"/>
                </a:lnTo>
                <a:lnTo>
                  <a:pt x="0" y="722"/>
                </a:lnTo>
                <a:lnTo>
                  <a:pt x="0" y="724"/>
                </a:lnTo>
                <a:lnTo>
                  <a:pt x="0" y="727"/>
                </a:lnTo>
                <a:lnTo>
                  <a:pt x="0" y="729"/>
                </a:lnTo>
                <a:lnTo>
                  <a:pt x="0" y="731"/>
                </a:lnTo>
                <a:lnTo>
                  <a:pt x="0" y="734"/>
                </a:lnTo>
                <a:lnTo>
                  <a:pt x="0" y="736"/>
                </a:lnTo>
                <a:lnTo>
                  <a:pt x="0" y="739"/>
                </a:lnTo>
                <a:lnTo>
                  <a:pt x="0" y="742"/>
                </a:lnTo>
                <a:lnTo>
                  <a:pt x="0" y="746"/>
                </a:lnTo>
                <a:lnTo>
                  <a:pt x="0" y="748"/>
                </a:lnTo>
                <a:lnTo>
                  <a:pt x="0" y="752"/>
                </a:lnTo>
                <a:lnTo>
                  <a:pt x="0" y="757"/>
                </a:lnTo>
                <a:lnTo>
                  <a:pt x="0" y="760"/>
                </a:lnTo>
                <a:lnTo>
                  <a:pt x="0" y="764"/>
                </a:lnTo>
                <a:lnTo>
                  <a:pt x="0" y="769"/>
                </a:lnTo>
                <a:lnTo>
                  <a:pt x="0" y="772"/>
                </a:lnTo>
                <a:lnTo>
                  <a:pt x="0" y="775"/>
                </a:lnTo>
                <a:lnTo>
                  <a:pt x="0" y="778"/>
                </a:lnTo>
                <a:lnTo>
                  <a:pt x="1" y="781"/>
                </a:lnTo>
                <a:lnTo>
                  <a:pt x="1" y="784"/>
                </a:lnTo>
                <a:lnTo>
                  <a:pt x="1" y="787"/>
                </a:lnTo>
                <a:lnTo>
                  <a:pt x="1" y="789"/>
                </a:lnTo>
                <a:lnTo>
                  <a:pt x="1" y="791"/>
                </a:lnTo>
                <a:lnTo>
                  <a:pt x="2" y="794"/>
                </a:lnTo>
                <a:lnTo>
                  <a:pt x="2" y="796"/>
                </a:lnTo>
                <a:lnTo>
                  <a:pt x="3" y="799"/>
                </a:lnTo>
                <a:lnTo>
                  <a:pt x="3" y="801"/>
                </a:lnTo>
                <a:lnTo>
                  <a:pt x="4" y="802"/>
                </a:lnTo>
                <a:lnTo>
                  <a:pt x="6" y="805"/>
                </a:lnTo>
                <a:lnTo>
                  <a:pt x="7" y="807"/>
                </a:lnTo>
                <a:lnTo>
                  <a:pt x="8" y="809"/>
                </a:lnTo>
                <a:lnTo>
                  <a:pt x="9" y="811"/>
                </a:lnTo>
                <a:lnTo>
                  <a:pt x="10" y="813"/>
                </a:lnTo>
                <a:lnTo>
                  <a:pt x="13" y="815"/>
                </a:lnTo>
                <a:lnTo>
                  <a:pt x="14" y="818"/>
                </a:lnTo>
                <a:lnTo>
                  <a:pt x="16" y="820"/>
                </a:lnTo>
                <a:lnTo>
                  <a:pt x="19" y="823"/>
                </a:lnTo>
                <a:lnTo>
                  <a:pt x="21" y="825"/>
                </a:lnTo>
                <a:lnTo>
                  <a:pt x="24" y="829"/>
                </a:lnTo>
                <a:lnTo>
                  <a:pt x="27" y="831"/>
                </a:lnTo>
                <a:lnTo>
                  <a:pt x="30" y="835"/>
                </a:lnTo>
                <a:lnTo>
                  <a:pt x="33" y="838"/>
                </a:lnTo>
                <a:lnTo>
                  <a:pt x="37" y="842"/>
                </a:lnTo>
                <a:lnTo>
                  <a:pt x="40" y="845"/>
                </a:lnTo>
                <a:lnTo>
                  <a:pt x="44" y="849"/>
                </a:lnTo>
                <a:lnTo>
                  <a:pt x="49" y="854"/>
                </a:lnTo>
                <a:lnTo>
                  <a:pt x="52" y="857"/>
                </a:lnTo>
                <a:lnTo>
                  <a:pt x="56" y="861"/>
                </a:lnTo>
                <a:lnTo>
                  <a:pt x="60" y="865"/>
                </a:lnTo>
                <a:lnTo>
                  <a:pt x="62" y="867"/>
                </a:lnTo>
                <a:lnTo>
                  <a:pt x="66" y="871"/>
                </a:lnTo>
                <a:lnTo>
                  <a:pt x="68" y="873"/>
                </a:lnTo>
                <a:lnTo>
                  <a:pt x="72" y="875"/>
                </a:lnTo>
                <a:lnTo>
                  <a:pt x="74" y="878"/>
                </a:lnTo>
                <a:lnTo>
                  <a:pt x="76" y="880"/>
                </a:lnTo>
                <a:lnTo>
                  <a:pt x="79" y="881"/>
                </a:lnTo>
                <a:lnTo>
                  <a:pt x="81" y="884"/>
                </a:lnTo>
                <a:lnTo>
                  <a:pt x="82" y="885"/>
                </a:lnTo>
                <a:lnTo>
                  <a:pt x="85" y="886"/>
                </a:lnTo>
                <a:lnTo>
                  <a:pt x="87" y="887"/>
                </a:lnTo>
                <a:lnTo>
                  <a:pt x="90" y="889"/>
                </a:lnTo>
                <a:lnTo>
                  <a:pt x="91" y="890"/>
                </a:lnTo>
                <a:lnTo>
                  <a:pt x="93" y="891"/>
                </a:lnTo>
                <a:lnTo>
                  <a:pt x="96" y="891"/>
                </a:lnTo>
                <a:lnTo>
                  <a:pt x="98" y="892"/>
                </a:lnTo>
                <a:lnTo>
                  <a:pt x="100" y="892"/>
                </a:lnTo>
                <a:lnTo>
                  <a:pt x="103" y="892"/>
                </a:lnTo>
                <a:lnTo>
                  <a:pt x="105" y="893"/>
                </a:lnTo>
                <a:lnTo>
                  <a:pt x="108" y="893"/>
                </a:lnTo>
                <a:lnTo>
                  <a:pt x="110" y="893"/>
                </a:lnTo>
                <a:lnTo>
                  <a:pt x="112" y="893"/>
                </a:lnTo>
                <a:lnTo>
                  <a:pt x="116" y="893"/>
                </a:lnTo>
                <a:lnTo>
                  <a:pt x="120" y="895"/>
                </a:lnTo>
                <a:lnTo>
                  <a:pt x="122" y="895"/>
                </a:lnTo>
                <a:lnTo>
                  <a:pt x="126" y="895"/>
                </a:lnTo>
                <a:lnTo>
                  <a:pt x="130" y="895"/>
                </a:lnTo>
                <a:lnTo>
                  <a:pt x="134" y="895"/>
                </a:lnTo>
                <a:lnTo>
                  <a:pt x="138" y="895"/>
                </a:lnTo>
                <a:lnTo>
                  <a:pt x="141" y="895"/>
                </a:lnTo>
                <a:lnTo>
                  <a:pt x="145" y="895"/>
                </a:lnTo>
                <a:lnTo>
                  <a:pt x="148" y="895"/>
                </a:lnTo>
                <a:lnTo>
                  <a:pt x="152" y="895"/>
                </a:lnTo>
                <a:lnTo>
                  <a:pt x="156" y="895"/>
                </a:lnTo>
                <a:lnTo>
                  <a:pt x="159" y="895"/>
                </a:lnTo>
                <a:lnTo>
                  <a:pt x="162" y="895"/>
                </a:lnTo>
                <a:lnTo>
                  <a:pt x="165" y="895"/>
                </a:lnTo>
                <a:lnTo>
                  <a:pt x="168" y="895"/>
                </a:lnTo>
                <a:lnTo>
                  <a:pt x="171" y="895"/>
                </a:lnTo>
                <a:lnTo>
                  <a:pt x="175" y="895"/>
                </a:lnTo>
                <a:lnTo>
                  <a:pt x="178" y="895"/>
                </a:lnTo>
                <a:lnTo>
                  <a:pt x="182" y="895"/>
                </a:lnTo>
                <a:lnTo>
                  <a:pt x="186" y="895"/>
                </a:lnTo>
                <a:lnTo>
                  <a:pt x="189" y="895"/>
                </a:lnTo>
                <a:lnTo>
                  <a:pt x="194" y="895"/>
                </a:lnTo>
                <a:lnTo>
                  <a:pt x="199" y="895"/>
                </a:lnTo>
                <a:lnTo>
                  <a:pt x="204" y="895"/>
                </a:lnTo>
                <a:lnTo>
                  <a:pt x="208" y="895"/>
                </a:lnTo>
                <a:lnTo>
                  <a:pt x="214" y="895"/>
                </a:lnTo>
                <a:lnTo>
                  <a:pt x="220" y="895"/>
                </a:lnTo>
                <a:lnTo>
                  <a:pt x="228" y="895"/>
                </a:lnTo>
                <a:lnTo>
                  <a:pt x="235" y="895"/>
                </a:lnTo>
                <a:lnTo>
                  <a:pt x="242" y="895"/>
                </a:lnTo>
                <a:lnTo>
                  <a:pt x="250" y="895"/>
                </a:lnTo>
                <a:lnTo>
                  <a:pt x="259" y="895"/>
                </a:lnTo>
                <a:lnTo>
                  <a:pt x="268" y="895"/>
                </a:lnTo>
                <a:lnTo>
                  <a:pt x="278" y="895"/>
                </a:lnTo>
                <a:lnTo>
                  <a:pt x="289" y="895"/>
                </a:lnTo>
                <a:lnTo>
                  <a:pt x="301" y="895"/>
                </a:lnTo>
                <a:lnTo>
                  <a:pt x="313" y="895"/>
                </a:lnTo>
                <a:lnTo>
                  <a:pt x="325" y="895"/>
                </a:lnTo>
                <a:lnTo>
                  <a:pt x="335" y="895"/>
                </a:lnTo>
                <a:lnTo>
                  <a:pt x="346" y="895"/>
                </a:lnTo>
                <a:lnTo>
                  <a:pt x="357" y="895"/>
                </a:lnTo>
                <a:lnTo>
                  <a:pt x="367" y="895"/>
                </a:lnTo>
                <a:lnTo>
                  <a:pt x="375" y="895"/>
                </a:lnTo>
                <a:lnTo>
                  <a:pt x="383" y="895"/>
                </a:lnTo>
                <a:lnTo>
                  <a:pt x="392" y="895"/>
                </a:lnTo>
                <a:lnTo>
                  <a:pt x="399" y="895"/>
                </a:lnTo>
                <a:lnTo>
                  <a:pt x="406" y="895"/>
                </a:lnTo>
                <a:lnTo>
                  <a:pt x="413" y="895"/>
                </a:lnTo>
                <a:lnTo>
                  <a:pt x="421" y="895"/>
                </a:lnTo>
                <a:lnTo>
                  <a:pt x="427" y="895"/>
                </a:lnTo>
                <a:lnTo>
                  <a:pt x="434" y="895"/>
                </a:lnTo>
                <a:lnTo>
                  <a:pt x="440" y="895"/>
                </a:lnTo>
                <a:lnTo>
                  <a:pt x="446" y="895"/>
                </a:lnTo>
                <a:lnTo>
                  <a:pt x="453" y="895"/>
                </a:lnTo>
                <a:lnTo>
                  <a:pt x="459" y="895"/>
                </a:lnTo>
                <a:lnTo>
                  <a:pt x="465" y="895"/>
                </a:lnTo>
                <a:lnTo>
                  <a:pt x="472" y="895"/>
                </a:lnTo>
                <a:lnTo>
                  <a:pt x="478" y="895"/>
                </a:lnTo>
                <a:lnTo>
                  <a:pt x="485" y="895"/>
                </a:lnTo>
                <a:lnTo>
                  <a:pt x="493" y="895"/>
                </a:lnTo>
                <a:lnTo>
                  <a:pt x="501" y="895"/>
                </a:lnTo>
                <a:lnTo>
                  <a:pt x="508" y="895"/>
                </a:lnTo>
                <a:lnTo>
                  <a:pt x="517" y="895"/>
                </a:lnTo>
                <a:lnTo>
                  <a:pt x="526" y="895"/>
                </a:lnTo>
                <a:lnTo>
                  <a:pt x="536" y="895"/>
                </a:lnTo>
                <a:lnTo>
                  <a:pt x="545" y="895"/>
                </a:lnTo>
                <a:lnTo>
                  <a:pt x="556" y="895"/>
                </a:lnTo>
                <a:lnTo>
                  <a:pt x="568" y="895"/>
                </a:lnTo>
                <a:lnTo>
                  <a:pt x="580" y="895"/>
                </a:lnTo>
                <a:lnTo>
                  <a:pt x="592" y="895"/>
                </a:lnTo>
                <a:lnTo>
                  <a:pt x="604" y="895"/>
                </a:lnTo>
                <a:lnTo>
                  <a:pt x="614" y="895"/>
                </a:lnTo>
                <a:lnTo>
                  <a:pt x="625" y="895"/>
                </a:lnTo>
                <a:lnTo>
                  <a:pt x="634" y="895"/>
                </a:lnTo>
                <a:lnTo>
                  <a:pt x="643" y="895"/>
                </a:lnTo>
                <a:lnTo>
                  <a:pt x="651" y="895"/>
                </a:lnTo>
                <a:lnTo>
                  <a:pt x="658" y="895"/>
                </a:lnTo>
                <a:lnTo>
                  <a:pt x="665" y="895"/>
                </a:lnTo>
                <a:lnTo>
                  <a:pt x="671" y="895"/>
                </a:lnTo>
                <a:lnTo>
                  <a:pt x="677" y="895"/>
                </a:lnTo>
                <a:lnTo>
                  <a:pt x="683" y="895"/>
                </a:lnTo>
                <a:lnTo>
                  <a:pt x="689" y="895"/>
                </a:lnTo>
                <a:lnTo>
                  <a:pt x="694" y="895"/>
                </a:lnTo>
                <a:lnTo>
                  <a:pt x="699" y="895"/>
                </a:lnTo>
                <a:lnTo>
                  <a:pt x="703" y="895"/>
                </a:lnTo>
                <a:lnTo>
                  <a:pt x="707" y="895"/>
                </a:lnTo>
                <a:lnTo>
                  <a:pt x="711" y="895"/>
                </a:lnTo>
                <a:lnTo>
                  <a:pt x="715" y="895"/>
                </a:lnTo>
                <a:lnTo>
                  <a:pt x="718" y="895"/>
                </a:lnTo>
                <a:lnTo>
                  <a:pt x="721" y="895"/>
                </a:lnTo>
                <a:lnTo>
                  <a:pt x="724" y="895"/>
                </a:lnTo>
                <a:lnTo>
                  <a:pt x="728" y="895"/>
                </a:lnTo>
                <a:lnTo>
                  <a:pt x="730" y="895"/>
                </a:lnTo>
                <a:lnTo>
                  <a:pt x="734" y="895"/>
                </a:lnTo>
                <a:lnTo>
                  <a:pt x="737" y="895"/>
                </a:lnTo>
                <a:lnTo>
                  <a:pt x="740" y="895"/>
                </a:lnTo>
                <a:lnTo>
                  <a:pt x="743" y="895"/>
                </a:lnTo>
                <a:lnTo>
                  <a:pt x="747" y="895"/>
                </a:lnTo>
                <a:lnTo>
                  <a:pt x="751" y="895"/>
                </a:lnTo>
                <a:lnTo>
                  <a:pt x="754" y="895"/>
                </a:lnTo>
                <a:lnTo>
                  <a:pt x="759" y="895"/>
                </a:lnTo>
                <a:lnTo>
                  <a:pt x="763" y="895"/>
                </a:lnTo>
                <a:lnTo>
                  <a:pt x="766" y="895"/>
                </a:lnTo>
                <a:lnTo>
                  <a:pt x="770" y="895"/>
                </a:lnTo>
                <a:lnTo>
                  <a:pt x="773" y="895"/>
                </a:lnTo>
                <a:lnTo>
                  <a:pt x="777" y="893"/>
                </a:lnTo>
                <a:lnTo>
                  <a:pt x="779" y="893"/>
                </a:lnTo>
                <a:lnTo>
                  <a:pt x="783" y="893"/>
                </a:lnTo>
                <a:lnTo>
                  <a:pt x="785" y="893"/>
                </a:lnTo>
                <a:lnTo>
                  <a:pt x="788" y="893"/>
                </a:lnTo>
                <a:lnTo>
                  <a:pt x="790" y="892"/>
                </a:lnTo>
                <a:lnTo>
                  <a:pt x="793" y="892"/>
                </a:lnTo>
                <a:lnTo>
                  <a:pt x="795" y="892"/>
                </a:lnTo>
                <a:lnTo>
                  <a:pt x="797" y="891"/>
                </a:lnTo>
                <a:lnTo>
                  <a:pt x="799" y="891"/>
                </a:lnTo>
                <a:lnTo>
                  <a:pt x="801" y="890"/>
                </a:lnTo>
                <a:lnTo>
                  <a:pt x="803" y="889"/>
                </a:lnTo>
                <a:lnTo>
                  <a:pt x="806" y="887"/>
                </a:lnTo>
                <a:lnTo>
                  <a:pt x="807" y="886"/>
                </a:lnTo>
                <a:lnTo>
                  <a:pt x="809" y="885"/>
                </a:lnTo>
                <a:lnTo>
                  <a:pt x="812" y="884"/>
                </a:lnTo>
                <a:lnTo>
                  <a:pt x="814" y="881"/>
                </a:lnTo>
                <a:lnTo>
                  <a:pt x="817" y="880"/>
                </a:lnTo>
                <a:lnTo>
                  <a:pt x="819" y="878"/>
                </a:lnTo>
                <a:lnTo>
                  <a:pt x="821" y="875"/>
                </a:lnTo>
                <a:lnTo>
                  <a:pt x="824" y="873"/>
                </a:lnTo>
                <a:lnTo>
                  <a:pt x="827" y="871"/>
                </a:lnTo>
                <a:lnTo>
                  <a:pt x="830" y="867"/>
                </a:lnTo>
                <a:lnTo>
                  <a:pt x="833" y="865"/>
                </a:lnTo>
                <a:lnTo>
                  <a:pt x="837" y="861"/>
                </a:lnTo>
                <a:lnTo>
                  <a:pt x="841" y="857"/>
                </a:lnTo>
                <a:lnTo>
                  <a:pt x="844" y="854"/>
                </a:lnTo>
                <a:lnTo>
                  <a:pt x="848" y="849"/>
                </a:lnTo>
                <a:lnTo>
                  <a:pt x="851" y="845"/>
                </a:lnTo>
                <a:lnTo>
                  <a:pt x="856" y="842"/>
                </a:lnTo>
                <a:lnTo>
                  <a:pt x="860" y="838"/>
                </a:lnTo>
                <a:lnTo>
                  <a:pt x="862" y="835"/>
                </a:lnTo>
                <a:lnTo>
                  <a:pt x="866" y="831"/>
                </a:lnTo>
                <a:lnTo>
                  <a:pt x="868" y="829"/>
                </a:lnTo>
                <a:lnTo>
                  <a:pt x="872" y="825"/>
                </a:lnTo>
                <a:lnTo>
                  <a:pt x="874" y="823"/>
                </a:lnTo>
                <a:lnTo>
                  <a:pt x="875" y="820"/>
                </a:lnTo>
                <a:lnTo>
                  <a:pt x="878" y="818"/>
                </a:lnTo>
                <a:lnTo>
                  <a:pt x="880" y="815"/>
                </a:lnTo>
                <a:lnTo>
                  <a:pt x="881" y="813"/>
                </a:lnTo>
                <a:lnTo>
                  <a:pt x="884" y="811"/>
                </a:lnTo>
                <a:lnTo>
                  <a:pt x="885" y="809"/>
                </a:lnTo>
                <a:lnTo>
                  <a:pt x="886" y="807"/>
                </a:lnTo>
                <a:lnTo>
                  <a:pt x="887" y="805"/>
                </a:lnTo>
                <a:lnTo>
                  <a:pt x="887" y="802"/>
                </a:lnTo>
                <a:lnTo>
                  <a:pt x="889" y="801"/>
                </a:lnTo>
                <a:lnTo>
                  <a:pt x="890" y="799"/>
                </a:lnTo>
                <a:lnTo>
                  <a:pt x="890" y="796"/>
                </a:lnTo>
                <a:lnTo>
                  <a:pt x="891" y="794"/>
                </a:lnTo>
                <a:lnTo>
                  <a:pt x="891" y="791"/>
                </a:lnTo>
                <a:lnTo>
                  <a:pt x="891" y="789"/>
                </a:lnTo>
                <a:lnTo>
                  <a:pt x="892" y="787"/>
                </a:lnTo>
                <a:lnTo>
                  <a:pt x="892" y="784"/>
                </a:lnTo>
                <a:lnTo>
                  <a:pt x="892" y="781"/>
                </a:lnTo>
                <a:lnTo>
                  <a:pt x="892" y="778"/>
                </a:lnTo>
                <a:lnTo>
                  <a:pt x="892" y="775"/>
                </a:lnTo>
                <a:lnTo>
                  <a:pt x="892" y="772"/>
                </a:lnTo>
                <a:lnTo>
                  <a:pt x="892" y="769"/>
                </a:lnTo>
                <a:lnTo>
                  <a:pt x="892" y="764"/>
                </a:lnTo>
                <a:lnTo>
                  <a:pt x="892" y="760"/>
                </a:lnTo>
                <a:lnTo>
                  <a:pt x="892" y="757"/>
                </a:lnTo>
                <a:lnTo>
                  <a:pt x="892" y="752"/>
                </a:lnTo>
                <a:lnTo>
                  <a:pt x="892" y="748"/>
                </a:lnTo>
                <a:lnTo>
                  <a:pt x="892" y="746"/>
                </a:lnTo>
                <a:lnTo>
                  <a:pt x="892" y="742"/>
                </a:lnTo>
                <a:lnTo>
                  <a:pt x="892" y="739"/>
                </a:lnTo>
                <a:lnTo>
                  <a:pt x="892" y="736"/>
                </a:lnTo>
                <a:lnTo>
                  <a:pt x="892" y="734"/>
                </a:lnTo>
                <a:lnTo>
                  <a:pt x="892" y="731"/>
                </a:lnTo>
                <a:lnTo>
                  <a:pt x="892" y="729"/>
                </a:lnTo>
                <a:lnTo>
                  <a:pt x="892" y="727"/>
                </a:lnTo>
                <a:lnTo>
                  <a:pt x="892" y="724"/>
                </a:lnTo>
                <a:lnTo>
                  <a:pt x="892" y="722"/>
                </a:lnTo>
                <a:lnTo>
                  <a:pt x="892" y="719"/>
                </a:lnTo>
                <a:lnTo>
                  <a:pt x="892" y="717"/>
                </a:lnTo>
                <a:lnTo>
                  <a:pt x="892" y="716"/>
                </a:lnTo>
                <a:lnTo>
                  <a:pt x="892" y="713"/>
                </a:lnTo>
                <a:lnTo>
                  <a:pt x="892" y="711"/>
                </a:lnTo>
                <a:lnTo>
                  <a:pt x="892" y="709"/>
                </a:lnTo>
                <a:lnTo>
                  <a:pt x="892" y="707"/>
                </a:lnTo>
                <a:lnTo>
                  <a:pt x="892" y="705"/>
                </a:lnTo>
                <a:lnTo>
                  <a:pt x="892" y="703"/>
                </a:lnTo>
                <a:lnTo>
                  <a:pt x="892" y="700"/>
                </a:lnTo>
                <a:lnTo>
                  <a:pt x="892" y="698"/>
                </a:lnTo>
                <a:lnTo>
                  <a:pt x="892" y="694"/>
                </a:lnTo>
                <a:lnTo>
                  <a:pt x="892" y="692"/>
                </a:lnTo>
                <a:lnTo>
                  <a:pt x="892" y="689"/>
                </a:lnTo>
                <a:lnTo>
                  <a:pt x="892" y="686"/>
                </a:lnTo>
                <a:lnTo>
                  <a:pt x="892" y="682"/>
                </a:lnTo>
                <a:lnTo>
                  <a:pt x="892" y="679"/>
                </a:lnTo>
                <a:lnTo>
                  <a:pt x="892" y="675"/>
                </a:lnTo>
                <a:lnTo>
                  <a:pt x="892" y="671"/>
                </a:lnTo>
                <a:lnTo>
                  <a:pt x="892" y="667"/>
                </a:lnTo>
                <a:lnTo>
                  <a:pt x="892" y="663"/>
                </a:lnTo>
                <a:lnTo>
                  <a:pt x="892" y="659"/>
                </a:lnTo>
                <a:lnTo>
                  <a:pt x="892" y="656"/>
                </a:lnTo>
                <a:lnTo>
                  <a:pt x="892" y="652"/>
                </a:lnTo>
                <a:lnTo>
                  <a:pt x="892" y="649"/>
                </a:lnTo>
                <a:lnTo>
                  <a:pt x="892" y="646"/>
                </a:lnTo>
                <a:lnTo>
                  <a:pt x="892" y="643"/>
                </a:lnTo>
                <a:lnTo>
                  <a:pt x="892" y="639"/>
                </a:lnTo>
                <a:lnTo>
                  <a:pt x="892" y="635"/>
                </a:lnTo>
                <a:lnTo>
                  <a:pt x="892" y="632"/>
                </a:lnTo>
                <a:lnTo>
                  <a:pt x="892" y="628"/>
                </a:lnTo>
                <a:lnTo>
                  <a:pt x="892" y="623"/>
                </a:lnTo>
                <a:lnTo>
                  <a:pt x="892" y="619"/>
                </a:lnTo>
                <a:lnTo>
                  <a:pt x="892" y="615"/>
                </a:lnTo>
                <a:lnTo>
                  <a:pt x="892" y="609"/>
                </a:lnTo>
                <a:lnTo>
                  <a:pt x="892" y="604"/>
                </a:lnTo>
                <a:lnTo>
                  <a:pt x="892" y="598"/>
                </a:lnTo>
                <a:lnTo>
                  <a:pt x="892" y="592"/>
                </a:lnTo>
                <a:lnTo>
                  <a:pt x="892" y="585"/>
                </a:lnTo>
                <a:lnTo>
                  <a:pt x="892" y="578"/>
                </a:lnTo>
                <a:lnTo>
                  <a:pt x="892" y="569"/>
                </a:lnTo>
                <a:lnTo>
                  <a:pt x="892" y="561"/>
                </a:lnTo>
                <a:lnTo>
                  <a:pt x="892" y="551"/>
                </a:lnTo>
                <a:lnTo>
                  <a:pt x="892" y="542"/>
                </a:lnTo>
                <a:lnTo>
                  <a:pt x="892" y="531"/>
                </a:lnTo>
                <a:lnTo>
                  <a:pt x="892" y="519"/>
                </a:lnTo>
                <a:lnTo>
                  <a:pt x="892" y="507"/>
                </a:lnTo>
                <a:lnTo>
                  <a:pt x="892" y="494"/>
                </a:lnTo>
                <a:lnTo>
                  <a:pt x="892" y="479"/>
                </a:lnTo>
                <a:lnTo>
                  <a:pt x="892" y="464"/>
                </a:lnTo>
                <a:lnTo>
                  <a:pt x="892" y="447"/>
                </a:lnTo>
                <a:lnTo>
                  <a:pt x="892" y="431"/>
                </a:lnTo>
                <a:lnTo>
                  <a:pt x="892" y="416"/>
                </a:lnTo>
                <a:lnTo>
                  <a:pt x="892" y="401"/>
                </a:lnTo>
                <a:lnTo>
                  <a:pt x="892" y="388"/>
                </a:lnTo>
                <a:lnTo>
                  <a:pt x="892" y="376"/>
                </a:lnTo>
                <a:lnTo>
                  <a:pt x="892" y="364"/>
                </a:lnTo>
                <a:lnTo>
                  <a:pt x="892" y="353"/>
                </a:lnTo>
                <a:lnTo>
                  <a:pt x="892" y="344"/>
                </a:lnTo>
                <a:lnTo>
                  <a:pt x="892" y="334"/>
                </a:lnTo>
                <a:lnTo>
                  <a:pt x="892" y="326"/>
                </a:lnTo>
                <a:lnTo>
                  <a:pt x="892" y="317"/>
                </a:lnTo>
                <a:lnTo>
                  <a:pt x="892" y="310"/>
                </a:lnTo>
                <a:lnTo>
                  <a:pt x="892" y="303"/>
                </a:lnTo>
                <a:lnTo>
                  <a:pt x="892" y="297"/>
                </a:lnTo>
                <a:lnTo>
                  <a:pt x="892" y="291"/>
                </a:lnTo>
                <a:lnTo>
                  <a:pt x="892" y="286"/>
                </a:lnTo>
                <a:lnTo>
                  <a:pt x="892" y="280"/>
                </a:lnTo>
                <a:lnTo>
                  <a:pt x="892" y="275"/>
                </a:lnTo>
                <a:lnTo>
                  <a:pt x="892" y="272"/>
                </a:lnTo>
                <a:lnTo>
                  <a:pt x="892" y="267"/>
                </a:lnTo>
                <a:lnTo>
                  <a:pt x="892" y="263"/>
                </a:lnTo>
                <a:lnTo>
                  <a:pt x="892" y="260"/>
                </a:lnTo>
                <a:lnTo>
                  <a:pt x="892" y="256"/>
                </a:lnTo>
                <a:lnTo>
                  <a:pt x="892" y="253"/>
                </a:lnTo>
                <a:lnTo>
                  <a:pt x="892" y="249"/>
                </a:lnTo>
                <a:lnTo>
                  <a:pt x="892" y="247"/>
                </a:lnTo>
                <a:lnTo>
                  <a:pt x="892" y="243"/>
                </a:lnTo>
                <a:lnTo>
                  <a:pt x="892" y="239"/>
                </a:lnTo>
                <a:lnTo>
                  <a:pt x="892" y="236"/>
                </a:lnTo>
                <a:lnTo>
                  <a:pt x="892" y="232"/>
                </a:lnTo>
                <a:lnTo>
                  <a:pt x="892" y="229"/>
                </a:lnTo>
                <a:lnTo>
                  <a:pt x="892" y="224"/>
                </a:lnTo>
                <a:lnTo>
                  <a:pt x="892" y="220"/>
                </a:lnTo>
                <a:lnTo>
                  <a:pt x="892" y="217"/>
                </a:lnTo>
                <a:lnTo>
                  <a:pt x="892" y="213"/>
                </a:lnTo>
                <a:lnTo>
                  <a:pt x="892" y="209"/>
                </a:lnTo>
                <a:lnTo>
                  <a:pt x="892" y="206"/>
                </a:lnTo>
                <a:lnTo>
                  <a:pt x="892" y="203"/>
                </a:lnTo>
                <a:lnTo>
                  <a:pt x="892" y="201"/>
                </a:lnTo>
                <a:lnTo>
                  <a:pt x="892" y="197"/>
                </a:lnTo>
                <a:lnTo>
                  <a:pt x="892" y="195"/>
                </a:lnTo>
                <a:lnTo>
                  <a:pt x="892" y="193"/>
                </a:lnTo>
                <a:lnTo>
                  <a:pt x="892" y="190"/>
                </a:lnTo>
                <a:lnTo>
                  <a:pt x="892" y="188"/>
                </a:lnTo>
                <a:lnTo>
                  <a:pt x="892" y="187"/>
                </a:lnTo>
                <a:lnTo>
                  <a:pt x="892" y="184"/>
                </a:lnTo>
                <a:lnTo>
                  <a:pt x="892" y="182"/>
                </a:lnTo>
                <a:lnTo>
                  <a:pt x="892" y="179"/>
                </a:lnTo>
                <a:lnTo>
                  <a:pt x="892" y="177"/>
                </a:lnTo>
                <a:lnTo>
                  <a:pt x="892" y="176"/>
                </a:lnTo>
                <a:lnTo>
                  <a:pt x="892" y="173"/>
                </a:lnTo>
                <a:lnTo>
                  <a:pt x="892" y="171"/>
                </a:lnTo>
                <a:lnTo>
                  <a:pt x="892" y="168"/>
                </a:lnTo>
                <a:lnTo>
                  <a:pt x="892" y="166"/>
                </a:lnTo>
                <a:lnTo>
                  <a:pt x="892" y="164"/>
                </a:lnTo>
                <a:lnTo>
                  <a:pt x="892" y="161"/>
                </a:lnTo>
                <a:lnTo>
                  <a:pt x="892" y="159"/>
                </a:lnTo>
                <a:lnTo>
                  <a:pt x="892" y="156"/>
                </a:lnTo>
                <a:lnTo>
                  <a:pt x="892" y="153"/>
                </a:lnTo>
                <a:lnTo>
                  <a:pt x="892" y="149"/>
                </a:lnTo>
                <a:lnTo>
                  <a:pt x="892" y="147"/>
                </a:lnTo>
                <a:lnTo>
                  <a:pt x="892" y="143"/>
                </a:lnTo>
                <a:lnTo>
                  <a:pt x="892" y="138"/>
                </a:lnTo>
                <a:lnTo>
                  <a:pt x="892" y="135"/>
                </a:lnTo>
                <a:lnTo>
                  <a:pt x="892" y="131"/>
                </a:lnTo>
                <a:lnTo>
                  <a:pt x="892" y="126"/>
                </a:lnTo>
                <a:lnTo>
                  <a:pt x="892" y="123"/>
                </a:lnTo>
                <a:lnTo>
                  <a:pt x="892" y="120"/>
                </a:lnTo>
                <a:lnTo>
                  <a:pt x="892" y="117"/>
                </a:lnTo>
                <a:lnTo>
                  <a:pt x="892" y="114"/>
                </a:lnTo>
                <a:lnTo>
                  <a:pt x="892" y="111"/>
                </a:lnTo>
                <a:lnTo>
                  <a:pt x="892" y="108"/>
                </a:lnTo>
                <a:lnTo>
                  <a:pt x="891" y="106"/>
                </a:lnTo>
                <a:lnTo>
                  <a:pt x="891" y="104"/>
                </a:lnTo>
                <a:lnTo>
                  <a:pt x="891" y="101"/>
                </a:lnTo>
                <a:lnTo>
                  <a:pt x="890" y="99"/>
                </a:lnTo>
                <a:lnTo>
                  <a:pt x="890" y="96"/>
                </a:lnTo>
                <a:lnTo>
                  <a:pt x="889" y="94"/>
                </a:lnTo>
                <a:lnTo>
                  <a:pt x="887" y="93"/>
                </a:lnTo>
                <a:lnTo>
                  <a:pt x="887" y="90"/>
                </a:lnTo>
                <a:lnTo>
                  <a:pt x="886" y="88"/>
                </a:lnTo>
                <a:lnTo>
                  <a:pt x="885" y="86"/>
                </a:lnTo>
                <a:lnTo>
                  <a:pt x="884" y="84"/>
                </a:lnTo>
                <a:lnTo>
                  <a:pt x="881" y="82"/>
                </a:lnTo>
                <a:lnTo>
                  <a:pt x="880" y="80"/>
                </a:lnTo>
                <a:lnTo>
                  <a:pt x="878" y="77"/>
                </a:lnTo>
                <a:lnTo>
                  <a:pt x="875" y="75"/>
                </a:lnTo>
                <a:lnTo>
                  <a:pt x="874" y="72"/>
                </a:lnTo>
                <a:lnTo>
                  <a:pt x="872" y="69"/>
                </a:lnTo>
                <a:lnTo>
                  <a:pt x="868" y="66"/>
                </a:lnTo>
                <a:lnTo>
                  <a:pt x="866" y="64"/>
                </a:lnTo>
                <a:lnTo>
                  <a:pt x="862" y="60"/>
                </a:lnTo>
                <a:lnTo>
                  <a:pt x="860" y="57"/>
                </a:lnTo>
                <a:lnTo>
                  <a:pt x="856" y="53"/>
                </a:lnTo>
                <a:lnTo>
                  <a:pt x="851" y="50"/>
                </a:lnTo>
                <a:lnTo>
                  <a:pt x="848" y="46"/>
                </a:lnTo>
                <a:lnTo>
                  <a:pt x="844" y="41"/>
                </a:lnTo>
                <a:lnTo>
                  <a:pt x="841" y="38"/>
                </a:lnTo>
                <a:lnTo>
                  <a:pt x="837" y="34"/>
                </a:lnTo>
                <a:lnTo>
                  <a:pt x="833" y="30"/>
                </a:lnTo>
                <a:lnTo>
                  <a:pt x="830" y="28"/>
                </a:lnTo>
                <a:lnTo>
                  <a:pt x="827" y="24"/>
                </a:lnTo>
                <a:lnTo>
                  <a:pt x="824" y="22"/>
                </a:lnTo>
                <a:lnTo>
                  <a:pt x="821" y="20"/>
                </a:lnTo>
                <a:lnTo>
                  <a:pt x="819" y="17"/>
                </a:lnTo>
                <a:lnTo>
                  <a:pt x="817" y="16"/>
                </a:lnTo>
                <a:lnTo>
                  <a:pt x="814" y="14"/>
                </a:lnTo>
                <a:lnTo>
                  <a:pt x="812" y="12"/>
                </a:lnTo>
                <a:lnTo>
                  <a:pt x="809" y="10"/>
                </a:lnTo>
                <a:lnTo>
                  <a:pt x="807" y="9"/>
                </a:lnTo>
                <a:lnTo>
                  <a:pt x="806" y="8"/>
                </a:lnTo>
                <a:lnTo>
                  <a:pt x="803" y="6"/>
                </a:lnTo>
                <a:lnTo>
                  <a:pt x="801" y="5"/>
                </a:lnTo>
                <a:lnTo>
                  <a:pt x="799" y="5"/>
                </a:lnTo>
                <a:lnTo>
                  <a:pt x="797" y="4"/>
                </a:lnTo>
                <a:lnTo>
                  <a:pt x="795" y="3"/>
                </a:lnTo>
                <a:lnTo>
                  <a:pt x="793" y="3"/>
                </a:lnTo>
                <a:lnTo>
                  <a:pt x="790" y="3"/>
                </a:lnTo>
                <a:lnTo>
                  <a:pt x="788" y="2"/>
                </a:lnTo>
                <a:lnTo>
                  <a:pt x="785" y="2"/>
                </a:lnTo>
                <a:lnTo>
                  <a:pt x="783" y="2"/>
                </a:lnTo>
                <a:lnTo>
                  <a:pt x="779" y="2"/>
                </a:lnTo>
                <a:lnTo>
                  <a:pt x="777" y="2"/>
                </a:lnTo>
                <a:lnTo>
                  <a:pt x="773" y="2"/>
                </a:lnTo>
                <a:lnTo>
                  <a:pt x="770" y="0"/>
                </a:lnTo>
                <a:lnTo>
                  <a:pt x="766" y="0"/>
                </a:lnTo>
                <a:lnTo>
                  <a:pt x="763" y="0"/>
                </a:lnTo>
                <a:lnTo>
                  <a:pt x="759" y="0"/>
                </a:lnTo>
                <a:lnTo>
                  <a:pt x="754" y="0"/>
                </a:lnTo>
                <a:lnTo>
                  <a:pt x="751" y="0"/>
                </a:lnTo>
                <a:lnTo>
                  <a:pt x="747" y="0"/>
                </a:lnTo>
                <a:lnTo>
                  <a:pt x="743" y="0"/>
                </a:lnTo>
                <a:lnTo>
                  <a:pt x="741" y="0"/>
                </a:lnTo>
                <a:lnTo>
                  <a:pt x="737" y="0"/>
                </a:lnTo>
                <a:lnTo>
                  <a:pt x="734" y="0"/>
                </a:lnTo>
                <a:lnTo>
                  <a:pt x="731" y="0"/>
                </a:lnTo>
                <a:lnTo>
                  <a:pt x="729" y="0"/>
                </a:lnTo>
                <a:lnTo>
                  <a:pt x="725" y="0"/>
                </a:lnTo>
                <a:lnTo>
                  <a:pt x="723" y="0"/>
                </a:lnTo>
                <a:lnTo>
                  <a:pt x="721" y="0"/>
                </a:lnTo>
                <a:lnTo>
                  <a:pt x="717" y="0"/>
                </a:lnTo>
                <a:lnTo>
                  <a:pt x="715" y="0"/>
                </a:lnTo>
                <a:lnTo>
                  <a:pt x="711" y="0"/>
                </a:lnTo>
                <a:lnTo>
                  <a:pt x="709" y="0"/>
                </a:lnTo>
                <a:lnTo>
                  <a:pt x="705" y="0"/>
                </a:lnTo>
                <a:lnTo>
                  <a:pt x="701" y="0"/>
                </a:lnTo>
                <a:lnTo>
                  <a:pt x="698" y="0"/>
                </a:lnTo>
                <a:lnTo>
                  <a:pt x="694" y="0"/>
                </a:lnTo>
                <a:lnTo>
                  <a:pt x="691" y="0"/>
                </a:lnTo>
                <a:lnTo>
                  <a:pt x="686" y="0"/>
                </a:lnTo>
                <a:lnTo>
                  <a:pt x="682" y="0"/>
                </a:lnTo>
                <a:lnTo>
                  <a:pt x="677" y="0"/>
                </a:lnTo>
                <a:lnTo>
                  <a:pt x="671" y="0"/>
                </a:lnTo>
                <a:lnTo>
                  <a:pt x="667" y="0"/>
                </a:lnTo>
                <a:lnTo>
                  <a:pt x="661" y="0"/>
                </a:lnTo>
                <a:lnTo>
                  <a:pt x="655" y="0"/>
                </a:lnTo>
                <a:lnTo>
                  <a:pt x="647" y="0"/>
                </a:lnTo>
                <a:lnTo>
                  <a:pt x="640" y="0"/>
                </a:lnTo>
                <a:lnTo>
                  <a:pt x="633" y="0"/>
                </a:lnTo>
                <a:lnTo>
                  <a:pt x="625" y="0"/>
                </a:lnTo>
                <a:lnTo>
                  <a:pt x="616" y="0"/>
                </a:lnTo>
                <a:lnTo>
                  <a:pt x="609" y="0"/>
                </a:lnTo>
                <a:lnTo>
                  <a:pt x="602" y="0"/>
                </a:lnTo>
                <a:lnTo>
                  <a:pt x="595" y="0"/>
                </a:lnTo>
                <a:lnTo>
                  <a:pt x="589" y="0"/>
                </a:lnTo>
                <a:lnTo>
                  <a:pt x="583" y="0"/>
                </a:lnTo>
                <a:lnTo>
                  <a:pt x="578" y="0"/>
                </a:lnTo>
                <a:lnTo>
                  <a:pt x="572" y="0"/>
                </a:lnTo>
                <a:lnTo>
                  <a:pt x="567" y="0"/>
                </a:lnTo>
                <a:lnTo>
                  <a:pt x="563" y="0"/>
                </a:lnTo>
                <a:lnTo>
                  <a:pt x="559" y="0"/>
                </a:lnTo>
                <a:lnTo>
                  <a:pt x="555" y="0"/>
                </a:lnTo>
                <a:lnTo>
                  <a:pt x="551" y="0"/>
                </a:lnTo>
                <a:lnTo>
                  <a:pt x="548" y="0"/>
                </a:lnTo>
                <a:lnTo>
                  <a:pt x="544" y="0"/>
                </a:lnTo>
                <a:lnTo>
                  <a:pt x="541" y="0"/>
                </a:lnTo>
                <a:lnTo>
                  <a:pt x="538" y="0"/>
                </a:lnTo>
                <a:lnTo>
                  <a:pt x="535" y="0"/>
                </a:lnTo>
                <a:lnTo>
                  <a:pt x="532" y="0"/>
                </a:lnTo>
                <a:lnTo>
                  <a:pt x="530" y="0"/>
                </a:lnTo>
                <a:lnTo>
                  <a:pt x="526" y="0"/>
                </a:lnTo>
                <a:lnTo>
                  <a:pt x="524" y="0"/>
                </a:lnTo>
                <a:lnTo>
                  <a:pt x="521" y="0"/>
                </a:lnTo>
                <a:lnTo>
                  <a:pt x="518" y="0"/>
                </a:lnTo>
                <a:lnTo>
                  <a:pt x="515" y="0"/>
                </a:lnTo>
                <a:lnTo>
                  <a:pt x="512" y="0"/>
                </a:lnTo>
                <a:lnTo>
                  <a:pt x="509" y="0"/>
                </a:lnTo>
                <a:lnTo>
                  <a:pt x="506" y="0"/>
                </a:lnTo>
                <a:lnTo>
                  <a:pt x="502" y="0"/>
                </a:lnTo>
                <a:lnTo>
                  <a:pt x="499" y="0"/>
                </a:lnTo>
                <a:lnTo>
                  <a:pt x="495" y="0"/>
                </a:lnTo>
                <a:lnTo>
                  <a:pt x="490" y="0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31" name="Rectangle 84">
            <a:extLst>
              <a:ext uri="{FF2B5EF4-FFF2-40B4-BE49-F238E27FC236}">
                <a16:creationId xmlns:a16="http://schemas.microsoft.com/office/drawing/2014/main" id="{3854C397-C06C-44B4-A114-2249D0B5F8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22971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32" name="Freeform 85">
            <a:extLst>
              <a:ext uri="{FF2B5EF4-FFF2-40B4-BE49-F238E27FC236}">
                <a16:creationId xmlns:a16="http://schemas.microsoft.com/office/drawing/2014/main" id="{2D51706A-264A-4E42-95EF-C8A4CDD0E6CE}"/>
              </a:ext>
            </a:extLst>
          </p:cNvPr>
          <p:cNvSpPr>
            <a:spLocks/>
          </p:cNvSpPr>
          <p:nvPr/>
        </p:nvSpPr>
        <p:spPr bwMode="auto">
          <a:xfrm>
            <a:off x="3355975" y="1577975"/>
            <a:ext cx="157163" cy="568325"/>
          </a:xfrm>
          <a:custGeom>
            <a:avLst/>
            <a:gdLst>
              <a:gd name="T0" fmla="*/ 0 w 240"/>
              <a:gd name="T1" fmla="*/ 2147483646 h 864"/>
              <a:gd name="T2" fmla="*/ 2147483646 w 240"/>
              <a:gd name="T3" fmla="*/ 2147483646 h 864"/>
              <a:gd name="T4" fmla="*/ 2147483646 w 240"/>
              <a:gd name="T5" fmla="*/ 2147483646 h 864"/>
              <a:gd name="T6" fmla="*/ 2147483646 w 240"/>
              <a:gd name="T7" fmla="*/ 2147483646 h 864"/>
              <a:gd name="T8" fmla="*/ 2147483646 w 240"/>
              <a:gd name="T9" fmla="*/ 2147483646 h 864"/>
              <a:gd name="T10" fmla="*/ 2147483646 w 240"/>
              <a:gd name="T11" fmla="*/ 2147483646 h 864"/>
              <a:gd name="T12" fmla="*/ 2147483646 w 240"/>
              <a:gd name="T13" fmla="*/ 2147483646 h 864"/>
              <a:gd name="T14" fmla="*/ 2147483646 w 240"/>
              <a:gd name="T15" fmla="*/ 2147483646 h 864"/>
              <a:gd name="T16" fmla="*/ 2147483646 w 240"/>
              <a:gd name="T17" fmla="*/ 2147483646 h 864"/>
              <a:gd name="T18" fmla="*/ 2147483646 w 240"/>
              <a:gd name="T19" fmla="*/ 2147483646 h 864"/>
              <a:gd name="T20" fmla="*/ 2147483646 w 240"/>
              <a:gd name="T21" fmla="*/ 0 h 864"/>
              <a:gd name="T22" fmla="*/ 2147483646 w 240"/>
              <a:gd name="T23" fmla="*/ 0 h 864"/>
              <a:gd name="T24" fmla="*/ 2147483646 w 240"/>
              <a:gd name="T25" fmla="*/ 2147483646 h 864"/>
              <a:gd name="T26" fmla="*/ 2147483646 w 240"/>
              <a:gd name="T27" fmla="*/ 2147483646 h 864"/>
              <a:gd name="T28" fmla="*/ 2147483646 w 240"/>
              <a:gd name="T29" fmla="*/ 2147483646 h 864"/>
              <a:gd name="T30" fmla="*/ 2147483646 w 240"/>
              <a:gd name="T31" fmla="*/ 2147483646 h 864"/>
              <a:gd name="T32" fmla="*/ 2147483646 w 240"/>
              <a:gd name="T33" fmla="*/ 2147483646 h 864"/>
              <a:gd name="T34" fmla="*/ 2147483646 w 240"/>
              <a:gd name="T35" fmla="*/ 2147483646 h 864"/>
              <a:gd name="T36" fmla="*/ 2147483646 w 240"/>
              <a:gd name="T37" fmla="*/ 2147483646 h 864"/>
              <a:gd name="T38" fmla="*/ 2147483646 w 240"/>
              <a:gd name="T39" fmla="*/ 2147483646 h 864"/>
              <a:gd name="T40" fmla="*/ 2147483646 w 240"/>
              <a:gd name="T41" fmla="*/ 2147483646 h 864"/>
              <a:gd name="T42" fmla="*/ 2147483646 w 240"/>
              <a:gd name="T43" fmla="*/ 2147483646 h 864"/>
              <a:gd name="T44" fmla="*/ 2147483646 w 240"/>
              <a:gd name="T45" fmla="*/ 2147483646 h 864"/>
              <a:gd name="T46" fmla="*/ 2147483646 w 240"/>
              <a:gd name="T47" fmla="*/ 2147483646 h 864"/>
              <a:gd name="T48" fmla="*/ 2147483646 w 240"/>
              <a:gd name="T49" fmla="*/ 2147483646 h 864"/>
              <a:gd name="T50" fmla="*/ 2147483646 w 240"/>
              <a:gd name="T51" fmla="*/ 2147483646 h 864"/>
              <a:gd name="T52" fmla="*/ 2147483646 w 240"/>
              <a:gd name="T53" fmla="*/ 2147483646 h 864"/>
              <a:gd name="T54" fmla="*/ 2147483646 w 240"/>
              <a:gd name="T55" fmla="*/ 2147483646 h 864"/>
              <a:gd name="T56" fmla="*/ 2147483646 w 240"/>
              <a:gd name="T57" fmla="*/ 2147483646 h 864"/>
              <a:gd name="T58" fmla="*/ 2147483646 w 240"/>
              <a:gd name="T59" fmla="*/ 2147483646 h 864"/>
              <a:gd name="T60" fmla="*/ 2147483646 w 240"/>
              <a:gd name="T61" fmla="*/ 2147483646 h 864"/>
              <a:gd name="T62" fmla="*/ 2147483646 w 240"/>
              <a:gd name="T63" fmla="*/ 2147483646 h 864"/>
              <a:gd name="T64" fmla="*/ 2147483646 w 240"/>
              <a:gd name="T65" fmla="*/ 2147483646 h 864"/>
              <a:gd name="T66" fmla="*/ 2147483646 w 240"/>
              <a:gd name="T67" fmla="*/ 2147483646 h 864"/>
              <a:gd name="T68" fmla="*/ 2147483646 w 240"/>
              <a:gd name="T69" fmla="*/ 2147483646 h 864"/>
              <a:gd name="T70" fmla="*/ 2147483646 w 240"/>
              <a:gd name="T71" fmla="*/ 2147483646 h 864"/>
              <a:gd name="T72" fmla="*/ 2147483646 w 240"/>
              <a:gd name="T73" fmla="*/ 2147483646 h 864"/>
              <a:gd name="T74" fmla="*/ 2147483646 w 240"/>
              <a:gd name="T75" fmla="*/ 2147483646 h 864"/>
              <a:gd name="T76" fmla="*/ 2147483646 w 240"/>
              <a:gd name="T77" fmla="*/ 2147483646 h 864"/>
              <a:gd name="T78" fmla="*/ 2147483646 w 240"/>
              <a:gd name="T79" fmla="*/ 2147483646 h 864"/>
              <a:gd name="T80" fmla="*/ 2147483646 w 240"/>
              <a:gd name="T81" fmla="*/ 2147483646 h 864"/>
              <a:gd name="T82" fmla="*/ 2147483646 w 240"/>
              <a:gd name="T83" fmla="*/ 2147483646 h 864"/>
              <a:gd name="T84" fmla="*/ 2147483646 w 240"/>
              <a:gd name="T85" fmla="*/ 2147483646 h 864"/>
              <a:gd name="T86" fmla="*/ 2147483646 w 240"/>
              <a:gd name="T87" fmla="*/ 2147483646 h 864"/>
              <a:gd name="T88" fmla="*/ 0 w 240"/>
              <a:gd name="T89" fmla="*/ 2147483646 h 86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40" h="864">
                <a:moveTo>
                  <a:pt x="0" y="736"/>
                </a:moveTo>
                <a:lnTo>
                  <a:pt x="0" y="127"/>
                </a:lnTo>
                <a:lnTo>
                  <a:pt x="0" y="121"/>
                </a:lnTo>
                <a:lnTo>
                  <a:pt x="1" y="114"/>
                </a:lnTo>
                <a:lnTo>
                  <a:pt x="1" y="108"/>
                </a:lnTo>
                <a:lnTo>
                  <a:pt x="2" y="102"/>
                </a:lnTo>
                <a:lnTo>
                  <a:pt x="3" y="96"/>
                </a:lnTo>
                <a:lnTo>
                  <a:pt x="6" y="90"/>
                </a:lnTo>
                <a:lnTo>
                  <a:pt x="8" y="84"/>
                </a:lnTo>
                <a:lnTo>
                  <a:pt x="9" y="78"/>
                </a:lnTo>
                <a:lnTo>
                  <a:pt x="13" y="72"/>
                </a:lnTo>
                <a:lnTo>
                  <a:pt x="15" y="67"/>
                </a:lnTo>
                <a:lnTo>
                  <a:pt x="18" y="61"/>
                </a:lnTo>
                <a:lnTo>
                  <a:pt x="21" y="56"/>
                </a:lnTo>
                <a:lnTo>
                  <a:pt x="25" y="52"/>
                </a:lnTo>
                <a:lnTo>
                  <a:pt x="29" y="47"/>
                </a:lnTo>
                <a:lnTo>
                  <a:pt x="33" y="42"/>
                </a:lnTo>
                <a:lnTo>
                  <a:pt x="37" y="37"/>
                </a:lnTo>
                <a:lnTo>
                  <a:pt x="42" y="32"/>
                </a:lnTo>
                <a:lnTo>
                  <a:pt x="47" y="29"/>
                </a:lnTo>
                <a:lnTo>
                  <a:pt x="51" y="25"/>
                </a:lnTo>
                <a:lnTo>
                  <a:pt x="56" y="22"/>
                </a:lnTo>
                <a:lnTo>
                  <a:pt x="61" y="18"/>
                </a:lnTo>
                <a:lnTo>
                  <a:pt x="67" y="16"/>
                </a:lnTo>
                <a:lnTo>
                  <a:pt x="72" y="12"/>
                </a:lnTo>
                <a:lnTo>
                  <a:pt x="78" y="10"/>
                </a:lnTo>
                <a:lnTo>
                  <a:pt x="84" y="7"/>
                </a:lnTo>
                <a:lnTo>
                  <a:pt x="90" y="6"/>
                </a:lnTo>
                <a:lnTo>
                  <a:pt x="96" y="4"/>
                </a:lnTo>
                <a:lnTo>
                  <a:pt x="102" y="2"/>
                </a:lnTo>
                <a:lnTo>
                  <a:pt x="108" y="1"/>
                </a:lnTo>
                <a:lnTo>
                  <a:pt x="115" y="0"/>
                </a:lnTo>
                <a:lnTo>
                  <a:pt x="121" y="0"/>
                </a:lnTo>
                <a:lnTo>
                  <a:pt x="127" y="0"/>
                </a:lnTo>
                <a:lnTo>
                  <a:pt x="113" y="0"/>
                </a:lnTo>
                <a:lnTo>
                  <a:pt x="119" y="0"/>
                </a:lnTo>
                <a:lnTo>
                  <a:pt x="126" y="0"/>
                </a:lnTo>
                <a:lnTo>
                  <a:pt x="132" y="1"/>
                </a:lnTo>
                <a:lnTo>
                  <a:pt x="138" y="2"/>
                </a:lnTo>
                <a:lnTo>
                  <a:pt x="144" y="4"/>
                </a:lnTo>
                <a:lnTo>
                  <a:pt x="150" y="6"/>
                </a:lnTo>
                <a:lnTo>
                  <a:pt x="156" y="7"/>
                </a:lnTo>
                <a:lnTo>
                  <a:pt x="162" y="10"/>
                </a:lnTo>
                <a:lnTo>
                  <a:pt x="168" y="12"/>
                </a:lnTo>
                <a:lnTo>
                  <a:pt x="173" y="16"/>
                </a:lnTo>
                <a:lnTo>
                  <a:pt x="179" y="18"/>
                </a:lnTo>
                <a:lnTo>
                  <a:pt x="183" y="22"/>
                </a:lnTo>
                <a:lnTo>
                  <a:pt x="188" y="25"/>
                </a:lnTo>
                <a:lnTo>
                  <a:pt x="193" y="29"/>
                </a:lnTo>
                <a:lnTo>
                  <a:pt x="198" y="32"/>
                </a:lnTo>
                <a:lnTo>
                  <a:pt x="203" y="37"/>
                </a:lnTo>
                <a:lnTo>
                  <a:pt x="206" y="42"/>
                </a:lnTo>
                <a:lnTo>
                  <a:pt x="211" y="47"/>
                </a:lnTo>
                <a:lnTo>
                  <a:pt x="215" y="52"/>
                </a:lnTo>
                <a:lnTo>
                  <a:pt x="218" y="56"/>
                </a:lnTo>
                <a:lnTo>
                  <a:pt x="222" y="61"/>
                </a:lnTo>
                <a:lnTo>
                  <a:pt x="224" y="67"/>
                </a:lnTo>
                <a:lnTo>
                  <a:pt x="228" y="72"/>
                </a:lnTo>
                <a:lnTo>
                  <a:pt x="230" y="78"/>
                </a:lnTo>
                <a:lnTo>
                  <a:pt x="233" y="84"/>
                </a:lnTo>
                <a:lnTo>
                  <a:pt x="234" y="90"/>
                </a:lnTo>
                <a:lnTo>
                  <a:pt x="236" y="96"/>
                </a:lnTo>
                <a:lnTo>
                  <a:pt x="237" y="102"/>
                </a:lnTo>
                <a:lnTo>
                  <a:pt x="239" y="108"/>
                </a:lnTo>
                <a:lnTo>
                  <a:pt x="240" y="114"/>
                </a:lnTo>
                <a:lnTo>
                  <a:pt x="240" y="121"/>
                </a:lnTo>
                <a:lnTo>
                  <a:pt x="240" y="127"/>
                </a:lnTo>
                <a:lnTo>
                  <a:pt x="240" y="736"/>
                </a:lnTo>
                <a:lnTo>
                  <a:pt x="240" y="743"/>
                </a:lnTo>
                <a:lnTo>
                  <a:pt x="240" y="749"/>
                </a:lnTo>
                <a:lnTo>
                  <a:pt x="239" y="756"/>
                </a:lnTo>
                <a:lnTo>
                  <a:pt x="237" y="762"/>
                </a:lnTo>
                <a:lnTo>
                  <a:pt x="236" y="768"/>
                </a:lnTo>
                <a:lnTo>
                  <a:pt x="234" y="774"/>
                </a:lnTo>
                <a:lnTo>
                  <a:pt x="233" y="780"/>
                </a:lnTo>
                <a:lnTo>
                  <a:pt x="230" y="786"/>
                </a:lnTo>
                <a:lnTo>
                  <a:pt x="228" y="792"/>
                </a:lnTo>
                <a:lnTo>
                  <a:pt x="224" y="797"/>
                </a:lnTo>
                <a:lnTo>
                  <a:pt x="222" y="803"/>
                </a:lnTo>
                <a:lnTo>
                  <a:pt x="218" y="808"/>
                </a:lnTo>
                <a:lnTo>
                  <a:pt x="215" y="813"/>
                </a:lnTo>
                <a:lnTo>
                  <a:pt x="211" y="817"/>
                </a:lnTo>
                <a:lnTo>
                  <a:pt x="206" y="822"/>
                </a:lnTo>
                <a:lnTo>
                  <a:pt x="203" y="827"/>
                </a:lnTo>
                <a:lnTo>
                  <a:pt x="198" y="831"/>
                </a:lnTo>
                <a:lnTo>
                  <a:pt x="193" y="835"/>
                </a:lnTo>
                <a:lnTo>
                  <a:pt x="188" y="839"/>
                </a:lnTo>
                <a:lnTo>
                  <a:pt x="183" y="843"/>
                </a:lnTo>
                <a:lnTo>
                  <a:pt x="179" y="845"/>
                </a:lnTo>
                <a:lnTo>
                  <a:pt x="173" y="849"/>
                </a:lnTo>
                <a:lnTo>
                  <a:pt x="168" y="851"/>
                </a:lnTo>
                <a:lnTo>
                  <a:pt x="162" y="853"/>
                </a:lnTo>
                <a:lnTo>
                  <a:pt x="156" y="856"/>
                </a:lnTo>
                <a:lnTo>
                  <a:pt x="150" y="858"/>
                </a:lnTo>
                <a:lnTo>
                  <a:pt x="144" y="859"/>
                </a:lnTo>
                <a:lnTo>
                  <a:pt x="138" y="862"/>
                </a:lnTo>
                <a:lnTo>
                  <a:pt x="132" y="863"/>
                </a:lnTo>
                <a:lnTo>
                  <a:pt x="126" y="863"/>
                </a:lnTo>
                <a:lnTo>
                  <a:pt x="119" y="864"/>
                </a:lnTo>
                <a:lnTo>
                  <a:pt x="113" y="864"/>
                </a:lnTo>
                <a:lnTo>
                  <a:pt x="127" y="864"/>
                </a:lnTo>
                <a:lnTo>
                  <a:pt x="121" y="864"/>
                </a:lnTo>
                <a:lnTo>
                  <a:pt x="115" y="863"/>
                </a:lnTo>
                <a:lnTo>
                  <a:pt x="108" y="863"/>
                </a:lnTo>
                <a:lnTo>
                  <a:pt x="102" y="862"/>
                </a:lnTo>
                <a:lnTo>
                  <a:pt x="96" y="859"/>
                </a:lnTo>
                <a:lnTo>
                  <a:pt x="90" y="858"/>
                </a:lnTo>
                <a:lnTo>
                  <a:pt x="84" y="856"/>
                </a:lnTo>
                <a:lnTo>
                  <a:pt x="78" y="853"/>
                </a:lnTo>
                <a:lnTo>
                  <a:pt x="72" y="851"/>
                </a:lnTo>
                <a:lnTo>
                  <a:pt x="67" y="849"/>
                </a:lnTo>
                <a:lnTo>
                  <a:pt x="61" y="845"/>
                </a:lnTo>
                <a:lnTo>
                  <a:pt x="56" y="843"/>
                </a:lnTo>
                <a:lnTo>
                  <a:pt x="51" y="839"/>
                </a:lnTo>
                <a:lnTo>
                  <a:pt x="47" y="835"/>
                </a:lnTo>
                <a:lnTo>
                  <a:pt x="42" y="831"/>
                </a:lnTo>
                <a:lnTo>
                  <a:pt x="37" y="827"/>
                </a:lnTo>
                <a:lnTo>
                  <a:pt x="33" y="822"/>
                </a:lnTo>
                <a:lnTo>
                  <a:pt x="29" y="817"/>
                </a:lnTo>
                <a:lnTo>
                  <a:pt x="25" y="813"/>
                </a:lnTo>
                <a:lnTo>
                  <a:pt x="21" y="808"/>
                </a:lnTo>
                <a:lnTo>
                  <a:pt x="18" y="803"/>
                </a:lnTo>
                <a:lnTo>
                  <a:pt x="15" y="797"/>
                </a:lnTo>
                <a:lnTo>
                  <a:pt x="13" y="792"/>
                </a:lnTo>
                <a:lnTo>
                  <a:pt x="9" y="786"/>
                </a:lnTo>
                <a:lnTo>
                  <a:pt x="8" y="780"/>
                </a:lnTo>
                <a:lnTo>
                  <a:pt x="6" y="774"/>
                </a:lnTo>
                <a:lnTo>
                  <a:pt x="3" y="768"/>
                </a:lnTo>
                <a:lnTo>
                  <a:pt x="2" y="762"/>
                </a:lnTo>
                <a:lnTo>
                  <a:pt x="1" y="756"/>
                </a:lnTo>
                <a:lnTo>
                  <a:pt x="1" y="749"/>
                </a:lnTo>
                <a:lnTo>
                  <a:pt x="0" y="743"/>
                </a:lnTo>
                <a:lnTo>
                  <a:pt x="0" y="736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33" name="Rectangle 86">
            <a:extLst>
              <a:ext uri="{FF2B5EF4-FFF2-40B4-BE49-F238E27FC236}">
                <a16:creationId xmlns:a16="http://schemas.microsoft.com/office/drawing/2014/main" id="{7E30242D-FA77-4B10-A026-DDF4F7E2EA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8638" y="16256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34" name="Rectangle 87">
            <a:extLst>
              <a:ext uri="{FF2B5EF4-FFF2-40B4-BE49-F238E27FC236}">
                <a16:creationId xmlns:a16="http://schemas.microsoft.com/office/drawing/2014/main" id="{117D8E96-4E2A-4CEB-9492-C588C22A4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2088" y="16256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35" name="Freeform 88">
            <a:extLst>
              <a:ext uri="{FF2B5EF4-FFF2-40B4-BE49-F238E27FC236}">
                <a16:creationId xmlns:a16="http://schemas.microsoft.com/office/drawing/2014/main" id="{73EFC861-3F26-4B48-AE87-C2621D40D8EB}"/>
              </a:ext>
            </a:extLst>
          </p:cNvPr>
          <p:cNvSpPr>
            <a:spLocks/>
          </p:cNvSpPr>
          <p:nvPr/>
        </p:nvSpPr>
        <p:spPr bwMode="auto">
          <a:xfrm>
            <a:off x="2990850" y="2255838"/>
            <a:ext cx="222250" cy="222250"/>
          </a:xfrm>
          <a:custGeom>
            <a:avLst/>
            <a:gdLst>
              <a:gd name="T0" fmla="*/ 0 w 336"/>
              <a:gd name="T1" fmla="*/ 2147483646 h 336"/>
              <a:gd name="T2" fmla="*/ 2147483646 w 336"/>
              <a:gd name="T3" fmla="*/ 2147483646 h 336"/>
              <a:gd name="T4" fmla="*/ 2147483646 w 336"/>
              <a:gd name="T5" fmla="*/ 2147483646 h 336"/>
              <a:gd name="T6" fmla="*/ 2147483646 w 336"/>
              <a:gd name="T7" fmla="*/ 2147483646 h 336"/>
              <a:gd name="T8" fmla="*/ 2147483646 w 336"/>
              <a:gd name="T9" fmla="*/ 2147483646 h 336"/>
              <a:gd name="T10" fmla="*/ 2147483646 w 336"/>
              <a:gd name="T11" fmla="*/ 2147483646 h 336"/>
              <a:gd name="T12" fmla="*/ 2147483646 w 336"/>
              <a:gd name="T13" fmla="*/ 2147483646 h 336"/>
              <a:gd name="T14" fmla="*/ 2147483646 w 336"/>
              <a:gd name="T15" fmla="*/ 2147483646 h 336"/>
              <a:gd name="T16" fmla="*/ 2147483646 w 336"/>
              <a:gd name="T17" fmla="*/ 2147483646 h 336"/>
              <a:gd name="T18" fmla="*/ 2147483646 w 336"/>
              <a:gd name="T19" fmla="*/ 2147483646 h 336"/>
              <a:gd name="T20" fmla="*/ 2147483646 w 336"/>
              <a:gd name="T21" fmla="*/ 0 h 336"/>
              <a:gd name="T22" fmla="*/ 2147483646 w 336"/>
              <a:gd name="T23" fmla="*/ 0 h 336"/>
              <a:gd name="T24" fmla="*/ 2147483646 w 336"/>
              <a:gd name="T25" fmla="*/ 2147483646 h 336"/>
              <a:gd name="T26" fmla="*/ 2147483646 w 336"/>
              <a:gd name="T27" fmla="*/ 2147483646 h 336"/>
              <a:gd name="T28" fmla="*/ 2147483646 w 336"/>
              <a:gd name="T29" fmla="*/ 2147483646 h 336"/>
              <a:gd name="T30" fmla="*/ 2147483646 w 336"/>
              <a:gd name="T31" fmla="*/ 2147483646 h 336"/>
              <a:gd name="T32" fmla="*/ 2147483646 w 336"/>
              <a:gd name="T33" fmla="*/ 2147483646 h 336"/>
              <a:gd name="T34" fmla="*/ 2147483646 w 336"/>
              <a:gd name="T35" fmla="*/ 2147483646 h 336"/>
              <a:gd name="T36" fmla="*/ 2147483646 w 336"/>
              <a:gd name="T37" fmla="*/ 2147483646 h 336"/>
              <a:gd name="T38" fmla="*/ 2147483646 w 336"/>
              <a:gd name="T39" fmla="*/ 2147483646 h 336"/>
              <a:gd name="T40" fmla="*/ 2147483646 w 336"/>
              <a:gd name="T41" fmla="*/ 2147483646 h 336"/>
              <a:gd name="T42" fmla="*/ 2147483646 w 336"/>
              <a:gd name="T43" fmla="*/ 2147483646 h 336"/>
              <a:gd name="T44" fmla="*/ 2147483646 w 336"/>
              <a:gd name="T45" fmla="*/ 2147483646 h 336"/>
              <a:gd name="T46" fmla="*/ 2147483646 w 336"/>
              <a:gd name="T47" fmla="*/ 2147483646 h 336"/>
              <a:gd name="T48" fmla="*/ 2147483646 w 336"/>
              <a:gd name="T49" fmla="*/ 2147483646 h 336"/>
              <a:gd name="T50" fmla="*/ 2147483646 w 336"/>
              <a:gd name="T51" fmla="*/ 2147483646 h 336"/>
              <a:gd name="T52" fmla="*/ 2147483646 w 336"/>
              <a:gd name="T53" fmla="*/ 2147483646 h 336"/>
              <a:gd name="T54" fmla="*/ 2147483646 w 336"/>
              <a:gd name="T55" fmla="*/ 2147483646 h 336"/>
              <a:gd name="T56" fmla="*/ 2147483646 w 336"/>
              <a:gd name="T57" fmla="*/ 2147483646 h 336"/>
              <a:gd name="T58" fmla="*/ 2147483646 w 336"/>
              <a:gd name="T59" fmla="*/ 2147483646 h 336"/>
              <a:gd name="T60" fmla="*/ 2147483646 w 336"/>
              <a:gd name="T61" fmla="*/ 2147483646 h 336"/>
              <a:gd name="T62" fmla="*/ 2147483646 w 336"/>
              <a:gd name="T63" fmla="*/ 2147483646 h 336"/>
              <a:gd name="T64" fmla="*/ 2147483646 w 336"/>
              <a:gd name="T65" fmla="*/ 2147483646 h 336"/>
              <a:gd name="T66" fmla="*/ 2147483646 w 336"/>
              <a:gd name="T67" fmla="*/ 2147483646 h 336"/>
              <a:gd name="T68" fmla="*/ 2147483646 w 336"/>
              <a:gd name="T69" fmla="*/ 2147483646 h 336"/>
              <a:gd name="T70" fmla="*/ 2147483646 w 336"/>
              <a:gd name="T71" fmla="*/ 2147483646 h 336"/>
              <a:gd name="T72" fmla="*/ 2147483646 w 336"/>
              <a:gd name="T73" fmla="*/ 2147483646 h 336"/>
              <a:gd name="T74" fmla="*/ 2147483646 w 336"/>
              <a:gd name="T75" fmla="*/ 2147483646 h 336"/>
              <a:gd name="T76" fmla="*/ 2147483646 w 336"/>
              <a:gd name="T77" fmla="*/ 2147483646 h 336"/>
              <a:gd name="T78" fmla="*/ 2147483646 w 336"/>
              <a:gd name="T79" fmla="*/ 2147483646 h 336"/>
              <a:gd name="T80" fmla="*/ 2147483646 w 336"/>
              <a:gd name="T81" fmla="*/ 2147483646 h 336"/>
              <a:gd name="T82" fmla="*/ 2147483646 w 336"/>
              <a:gd name="T83" fmla="*/ 2147483646 h 336"/>
              <a:gd name="T84" fmla="*/ 2147483646 w 336"/>
              <a:gd name="T85" fmla="*/ 2147483646 h 336"/>
              <a:gd name="T86" fmla="*/ 2147483646 w 336"/>
              <a:gd name="T87" fmla="*/ 2147483646 h 336"/>
              <a:gd name="T88" fmla="*/ 2147483646 w 336"/>
              <a:gd name="T89" fmla="*/ 2147483646 h 336"/>
              <a:gd name="T90" fmla="*/ 2147483646 w 336"/>
              <a:gd name="T91" fmla="*/ 2147483646 h 336"/>
              <a:gd name="T92" fmla="*/ 2147483646 w 336"/>
              <a:gd name="T93" fmla="*/ 2147483646 h 336"/>
              <a:gd name="T94" fmla="*/ 2147483646 w 336"/>
              <a:gd name="T95" fmla="*/ 2147483646 h 336"/>
              <a:gd name="T96" fmla="*/ 2147483646 w 336"/>
              <a:gd name="T97" fmla="*/ 2147483646 h 336"/>
              <a:gd name="T98" fmla="*/ 2147483646 w 336"/>
              <a:gd name="T99" fmla="*/ 2147483646 h 336"/>
              <a:gd name="T100" fmla="*/ 2147483646 w 336"/>
              <a:gd name="T101" fmla="*/ 2147483646 h 336"/>
              <a:gd name="T102" fmla="*/ 2147483646 w 336"/>
              <a:gd name="T103" fmla="*/ 2147483646 h 336"/>
              <a:gd name="T104" fmla="*/ 2147483646 w 336"/>
              <a:gd name="T105" fmla="*/ 2147483646 h 336"/>
              <a:gd name="T106" fmla="*/ 2147483646 w 336"/>
              <a:gd name="T107" fmla="*/ 2147483646 h 336"/>
              <a:gd name="T108" fmla="*/ 2147483646 w 336"/>
              <a:gd name="T109" fmla="*/ 2147483646 h 336"/>
              <a:gd name="T110" fmla="*/ 0 w 336"/>
              <a:gd name="T111" fmla="*/ 2147483646 h 3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336" h="336">
                <a:moveTo>
                  <a:pt x="0" y="166"/>
                </a:moveTo>
                <a:lnTo>
                  <a:pt x="0" y="171"/>
                </a:lnTo>
                <a:lnTo>
                  <a:pt x="0" y="161"/>
                </a:lnTo>
                <a:lnTo>
                  <a:pt x="1" y="153"/>
                </a:lnTo>
                <a:lnTo>
                  <a:pt x="2" y="144"/>
                </a:lnTo>
                <a:lnTo>
                  <a:pt x="3" y="136"/>
                </a:lnTo>
                <a:lnTo>
                  <a:pt x="6" y="127"/>
                </a:lnTo>
                <a:lnTo>
                  <a:pt x="7" y="119"/>
                </a:lnTo>
                <a:lnTo>
                  <a:pt x="11" y="112"/>
                </a:lnTo>
                <a:lnTo>
                  <a:pt x="13" y="103"/>
                </a:lnTo>
                <a:lnTo>
                  <a:pt x="17" y="96"/>
                </a:lnTo>
                <a:lnTo>
                  <a:pt x="20" y="89"/>
                </a:lnTo>
                <a:lnTo>
                  <a:pt x="25" y="82"/>
                </a:lnTo>
                <a:lnTo>
                  <a:pt x="29" y="75"/>
                </a:lnTo>
                <a:lnTo>
                  <a:pt x="33" y="69"/>
                </a:lnTo>
                <a:lnTo>
                  <a:pt x="38" y="61"/>
                </a:lnTo>
                <a:lnTo>
                  <a:pt x="44" y="55"/>
                </a:lnTo>
                <a:lnTo>
                  <a:pt x="50" y="49"/>
                </a:lnTo>
                <a:lnTo>
                  <a:pt x="56" y="45"/>
                </a:lnTo>
                <a:lnTo>
                  <a:pt x="62" y="39"/>
                </a:lnTo>
                <a:lnTo>
                  <a:pt x="68" y="34"/>
                </a:lnTo>
                <a:lnTo>
                  <a:pt x="75" y="29"/>
                </a:lnTo>
                <a:lnTo>
                  <a:pt x="81" y="24"/>
                </a:lnTo>
                <a:lnTo>
                  <a:pt x="89" y="21"/>
                </a:lnTo>
                <a:lnTo>
                  <a:pt x="96" y="17"/>
                </a:lnTo>
                <a:lnTo>
                  <a:pt x="104" y="13"/>
                </a:lnTo>
                <a:lnTo>
                  <a:pt x="111" y="10"/>
                </a:lnTo>
                <a:lnTo>
                  <a:pt x="120" y="7"/>
                </a:lnTo>
                <a:lnTo>
                  <a:pt x="127" y="5"/>
                </a:lnTo>
                <a:lnTo>
                  <a:pt x="135" y="4"/>
                </a:lnTo>
                <a:lnTo>
                  <a:pt x="144" y="1"/>
                </a:lnTo>
                <a:lnTo>
                  <a:pt x="152" y="1"/>
                </a:lnTo>
                <a:lnTo>
                  <a:pt x="162" y="0"/>
                </a:lnTo>
                <a:lnTo>
                  <a:pt x="170" y="0"/>
                </a:lnTo>
                <a:lnTo>
                  <a:pt x="165" y="0"/>
                </a:lnTo>
                <a:lnTo>
                  <a:pt x="175" y="0"/>
                </a:lnTo>
                <a:lnTo>
                  <a:pt x="183" y="1"/>
                </a:lnTo>
                <a:lnTo>
                  <a:pt x="192" y="1"/>
                </a:lnTo>
                <a:lnTo>
                  <a:pt x="200" y="4"/>
                </a:lnTo>
                <a:lnTo>
                  <a:pt x="209" y="5"/>
                </a:lnTo>
                <a:lnTo>
                  <a:pt x="216" y="7"/>
                </a:lnTo>
                <a:lnTo>
                  <a:pt x="224" y="10"/>
                </a:lnTo>
                <a:lnTo>
                  <a:pt x="231" y="13"/>
                </a:lnTo>
                <a:lnTo>
                  <a:pt x="240" y="17"/>
                </a:lnTo>
                <a:lnTo>
                  <a:pt x="247" y="21"/>
                </a:lnTo>
                <a:lnTo>
                  <a:pt x="254" y="24"/>
                </a:lnTo>
                <a:lnTo>
                  <a:pt x="261" y="29"/>
                </a:lnTo>
                <a:lnTo>
                  <a:pt x="267" y="34"/>
                </a:lnTo>
                <a:lnTo>
                  <a:pt x="273" y="39"/>
                </a:lnTo>
                <a:lnTo>
                  <a:pt x="281" y="45"/>
                </a:lnTo>
                <a:lnTo>
                  <a:pt x="287" y="49"/>
                </a:lnTo>
                <a:lnTo>
                  <a:pt x="291" y="55"/>
                </a:lnTo>
                <a:lnTo>
                  <a:pt x="297" y="61"/>
                </a:lnTo>
                <a:lnTo>
                  <a:pt x="302" y="69"/>
                </a:lnTo>
                <a:lnTo>
                  <a:pt x="307" y="75"/>
                </a:lnTo>
                <a:lnTo>
                  <a:pt x="312" y="82"/>
                </a:lnTo>
                <a:lnTo>
                  <a:pt x="315" y="89"/>
                </a:lnTo>
                <a:lnTo>
                  <a:pt x="319" y="96"/>
                </a:lnTo>
                <a:lnTo>
                  <a:pt x="323" y="103"/>
                </a:lnTo>
                <a:lnTo>
                  <a:pt x="325" y="112"/>
                </a:lnTo>
                <a:lnTo>
                  <a:pt x="329" y="119"/>
                </a:lnTo>
                <a:lnTo>
                  <a:pt x="331" y="127"/>
                </a:lnTo>
                <a:lnTo>
                  <a:pt x="332" y="136"/>
                </a:lnTo>
                <a:lnTo>
                  <a:pt x="333" y="144"/>
                </a:lnTo>
                <a:lnTo>
                  <a:pt x="335" y="153"/>
                </a:lnTo>
                <a:lnTo>
                  <a:pt x="336" y="161"/>
                </a:lnTo>
                <a:lnTo>
                  <a:pt x="336" y="171"/>
                </a:lnTo>
                <a:lnTo>
                  <a:pt x="336" y="166"/>
                </a:lnTo>
                <a:lnTo>
                  <a:pt x="336" y="174"/>
                </a:lnTo>
                <a:lnTo>
                  <a:pt x="335" y="184"/>
                </a:lnTo>
                <a:lnTo>
                  <a:pt x="333" y="192"/>
                </a:lnTo>
                <a:lnTo>
                  <a:pt x="332" y="201"/>
                </a:lnTo>
                <a:lnTo>
                  <a:pt x="331" y="208"/>
                </a:lnTo>
                <a:lnTo>
                  <a:pt x="329" y="216"/>
                </a:lnTo>
                <a:lnTo>
                  <a:pt x="325" y="225"/>
                </a:lnTo>
                <a:lnTo>
                  <a:pt x="323" y="232"/>
                </a:lnTo>
                <a:lnTo>
                  <a:pt x="319" y="240"/>
                </a:lnTo>
                <a:lnTo>
                  <a:pt x="315" y="247"/>
                </a:lnTo>
                <a:lnTo>
                  <a:pt x="312" y="255"/>
                </a:lnTo>
                <a:lnTo>
                  <a:pt x="307" y="261"/>
                </a:lnTo>
                <a:lnTo>
                  <a:pt x="302" y="268"/>
                </a:lnTo>
                <a:lnTo>
                  <a:pt x="297" y="274"/>
                </a:lnTo>
                <a:lnTo>
                  <a:pt x="291" y="280"/>
                </a:lnTo>
                <a:lnTo>
                  <a:pt x="287" y="286"/>
                </a:lnTo>
                <a:lnTo>
                  <a:pt x="281" y="292"/>
                </a:lnTo>
                <a:lnTo>
                  <a:pt x="273" y="297"/>
                </a:lnTo>
                <a:lnTo>
                  <a:pt x="267" y="303"/>
                </a:lnTo>
                <a:lnTo>
                  <a:pt x="261" y="307"/>
                </a:lnTo>
                <a:lnTo>
                  <a:pt x="254" y="311"/>
                </a:lnTo>
                <a:lnTo>
                  <a:pt x="247" y="316"/>
                </a:lnTo>
                <a:lnTo>
                  <a:pt x="240" y="319"/>
                </a:lnTo>
                <a:lnTo>
                  <a:pt x="231" y="323"/>
                </a:lnTo>
                <a:lnTo>
                  <a:pt x="224" y="325"/>
                </a:lnTo>
                <a:lnTo>
                  <a:pt x="216" y="328"/>
                </a:lnTo>
                <a:lnTo>
                  <a:pt x="209" y="330"/>
                </a:lnTo>
                <a:lnTo>
                  <a:pt x="200" y="333"/>
                </a:lnTo>
                <a:lnTo>
                  <a:pt x="192" y="334"/>
                </a:lnTo>
                <a:lnTo>
                  <a:pt x="183" y="335"/>
                </a:lnTo>
                <a:lnTo>
                  <a:pt x="175" y="336"/>
                </a:lnTo>
                <a:lnTo>
                  <a:pt x="165" y="336"/>
                </a:lnTo>
                <a:lnTo>
                  <a:pt x="170" y="336"/>
                </a:lnTo>
                <a:lnTo>
                  <a:pt x="162" y="336"/>
                </a:lnTo>
                <a:lnTo>
                  <a:pt x="152" y="335"/>
                </a:lnTo>
                <a:lnTo>
                  <a:pt x="144" y="334"/>
                </a:lnTo>
                <a:lnTo>
                  <a:pt x="135" y="333"/>
                </a:lnTo>
                <a:lnTo>
                  <a:pt x="127" y="330"/>
                </a:lnTo>
                <a:lnTo>
                  <a:pt x="120" y="328"/>
                </a:lnTo>
                <a:lnTo>
                  <a:pt x="111" y="325"/>
                </a:lnTo>
                <a:lnTo>
                  <a:pt x="104" y="323"/>
                </a:lnTo>
                <a:lnTo>
                  <a:pt x="96" y="319"/>
                </a:lnTo>
                <a:lnTo>
                  <a:pt x="89" y="316"/>
                </a:lnTo>
                <a:lnTo>
                  <a:pt x="81" y="311"/>
                </a:lnTo>
                <a:lnTo>
                  <a:pt x="75" y="307"/>
                </a:lnTo>
                <a:lnTo>
                  <a:pt x="68" y="303"/>
                </a:lnTo>
                <a:lnTo>
                  <a:pt x="62" y="297"/>
                </a:lnTo>
                <a:lnTo>
                  <a:pt x="56" y="292"/>
                </a:lnTo>
                <a:lnTo>
                  <a:pt x="50" y="286"/>
                </a:lnTo>
                <a:lnTo>
                  <a:pt x="44" y="280"/>
                </a:lnTo>
                <a:lnTo>
                  <a:pt x="38" y="274"/>
                </a:lnTo>
                <a:lnTo>
                  <a:pt x="33" y="268"/>
                </a:lnTo>
                <a:lnTo>
                  <a:pt x="29" y="261"/>
                </a:lnTo>
                <a:lnTo>
                  <a:pt x="25" y="255"/>
                </a:lnTo>
                <a:lnTo>
                  <a:pt x="20" y="247"/>
                </a:lnTo>
                <a:lnTo>
                  <a:pt x="17" y="240"/>
                </a:lnTo>
                <a:lnTo>
                  <a:pt x="13" y="232"/>
                </a:lnTo>
                <a:lnTo>
                  <a:pt x="11" y="225"/>
                </a:lnTo>
                <a:lnTo>
                  <a:pt x="7" y="216"/>
                </a:lnTo>
                <a:lnTo>
                  <a:pt x="6" y="208"/>
                </a:lnTo>
                <a:lnTo>
                  <a:pt x="3" y="201"/>
                </a:lnTo>
                <a:lnTo>
                  <a:pt x="2" y="192"/>
                </a:lnTo>
                <a:lnTo>
                  <a:pt x="1" y="184"/>
                </a:lnTo>
                <a:lnTo>
                  <a:pt x="0" y="174"/>
                </a:lnTo>
                <a:lnTo>
                  <a:pt x="0" y="166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36" name="Rectangle 93">
            <a:extLst>
              <a:ext uri="{FF2B5EF4-FFF2-40B4-BE49-F238E27FC236}">
                <a16:creationId xmlns:a16="http://schemas.microsoft.com/office/drawing/2014/main" id="{FF644C46-B054-46C7-9DF5-73AE7566A3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5188" y="19605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37" name="Rectangle 129">
            <a:extLst>
              <a:ext uri="{FF2B5EF4-FFF2-40B4-BE49-F238E27FC236}">
                <a16:creationId xmlns:a16="http://schemas.microsoft.com/office/drawing/2014/main" id="{B8A93260-65CE-48FB-A80F-0A1BA57293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9638" y="1182688"/>
            <a:ext cx="681037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38" name="Line 130">
            <a:extLst>
              <a:ext uri="{FF2B5EF4-FFF2-40B4-BE49-F238E27FC236}">
                <a16:creationId xmlns:a16="http://schemas.microsoft.com/office/drawing/2014/main" id="{4888864C-8450-4698-B7E9-A4A52B90C62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89638" y="1530350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39" name="Line 131">
            <a:extLst>
              <a:ext uri="{FF2B5EF4-FFF2-40B4-BE49-F238E27FC236}">
                <a16:creationId xmlns:a16="http://schemas.microsoft.com/office/drawing/2014/main" id="{44CDFAE1-32CC-4E15-A01F-A17593C0B00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37300" y="1182688"/>
            <a:ext cx="1588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40" name="Line 132">
            <a:extLst>
              <a:ext uri="{FF2B5EF4-FFF2-40B4-BE49-F238E27FC236}">
                <a16:creationId xmlns:a16="http://schemas.microsoft.com/office/drawing/2014/main" id="{DD9EA693-F012-48BB-AEC4-2186DC9F8F85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6263" y="852488"/>
            <a:ext cx="333375" cy="3302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41" name="Rectangle 134">
            <a:extLst>
              <a:ext uri="{FF2B5EF4-FFF2-40B4-BE49-F238E27FC236}">
                <a16:creationId xmlns:a16="http://schemas.microsoft.com/office/drawing/2014/main" id="{38C6B282-F47A-482F-98CE-27857A6EB4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7388" y="762000"/>
            <a:ext cx="10636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42" name="Rectangle 135">
            <a:extLst>
              <a:ext uri="{FF2B5EF4-FFF2-40B4-BE49-F238E27FC236}">
                <a16:creationId xmlns:a16="http://schemas.microsoft.com/office/drawing/2014/main" id="{C09F0381-C75D-40F3-BE13-F195867CC2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7238" y="8382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43" name="Rectangle 136">
            <a:extLst>
              <a:ext uri="{FF2B5EF4-FFF2-40B4-BE49-F238E27FC236}">
                <a16:creationId xmlns:a16="http://schemas.microsoft.com/office/drawing/2014/main" id="{6DF96F9B-2B9E-430A-8A1C-51C6D2A75C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1850" y="762000"/>
            <a:ext cx="10636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44" name="Rectangle 137">
            <a:extLst>
              <a:ext uri="{FF2B5EF4-FFF2-40B4-BE49-F238E27FC236}">
                <a16:creationId xmlns:a16="http://schemas.microsoft.com/office/drawing/2014/main" id="{4C213363-0C27-4311-BE6C-CA5BE56E41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1700" y="8382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45" name="Rectangle 138">
            <a:extLst>
              <a:ext uri="{FF2B5EF4-FFF2-40B4-BE49-F238E27FC236}">
                <a16:creationId xmlns:a16="http://schemas.microsoft.com/office/drawing/2014/main" id="{9B43D863-5849-4928-ABAA-8E869A0FED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3063" y="900113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46" name="Rectangle 139">
            <a:extLst>
              <a:ext uri="{FF2B5EF4-FFF2-40B4-BE49-F238E27FC236}">
                <a16:creationId xmlns:a16="http://schemas.microsoft.com/office/drawing/2014/main" id="{FDFABE71-0AF5-42BB-BFC1-7B34E31579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1325" y="976313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47" name="Rectangle 140">
            <a:extLst>
              <a:ext uri="{FF2B5EF4-FFF2-40B4-BE49-F238E27FC236}">
                <a16:creationId xmlns:a16="http://schemas.microsoft.com/office/drawing/2014/main" id="{72C57B50-E2EC-4C47-816C-6D9851BE46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97525" y="900113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48" name="Rectangle 141">
            <a:extLst>
              <a:ext uri="{FF2B5EF4-FFF2-40B4-BE49-F238E27FC236}">
                <a16:creationId xmlns:a16="http://schemas.microsoft.com/office/drawing/2014/main" id="{1CC03D7E-43AC-40C2-9F80-9A6146974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1182688"/>
            <a:ext cx="665163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49" name="Line 142">
            <a:extLst>
              <a:ext uri="{FF2B5EF4-FFF2-40B4-BE49-F238E27FC236}">
                <a16:creationId xmlns:a16="http://schemas.microsoft.com/office/drawing/2014/main" id="{ECD0486D-8805-4517-9DD8-365CFFFBE9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70675" y="1530350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50" name="Line 143">
            <a:extLst>
              <a:ext uri="{FF2B5EF4-FFF2-40B4-BE49-F238E27FC236}">
                <a16:creationId xmlns:a16="http://schemas.microsoft.com/office/drawing/2014/main" id="{04FA21E3-9EAC-4C0A-BC01-B4C5A559FCE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02463" y="1182688"/>
            <a:ext cx="1587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51" name="Rectangle 144">
            <a:extLst>
              <a:ext uri="{FF2B5EF4-FFF2-40B4-BE49-F238E27FC236}">
                <a16:creationId xmlns:a16="http://schemas.microsoft.com/office/drawing/2014/main" id="{4DA73A81-7FBA-4AB8-AD81-59A43746E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976313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52" name="Rectangle 145">
            <a:extLst>
              <a:ext uri="{FF2B5EF4-FFF2-40B4-BE49-F238E27FC236}">
                <a16:creationId xmlns:a16="http://schemas.microsoft.com/office/drawing/2014/main" id="{CFF87A5A-1D69-4BC4-A27E-F15361B6A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1238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53" name="Rectangle 146">
            <a:extLst>
              <a:ext uri="{FF2B5EF4-FFF2-40B4-BE49-F238E27FC236}">
                <a16:creationId xmlns:a16="http://schemas.microsoft.com/office/drawing/2014/main" id="{621C49AE-2995-4BC1-87D3-2A7A755FD8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6200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54" name="Rectangle 147">
            <a:extLst>
              <a:ext uri="{FF2B5EF4-FFF2-40B4-BE49-F238E27FC236}">
                <a16:creationId xmlns:a16="http://schemas.microsoft.com/office/drawing/2014/main" id="{FE31EF1E-C46F-450E-A31A-FFD0693AA0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55" name="Rectangle 148">
            <a:extLst>
              <a:ext uri="{FF2B5EF4-FFF2-40B4-BE49-F238E27FC236}">
                <a16:creationId xmlns:a16="http://schemas.microsoft.com/office/drawing/2014/main" id="{97883E6F-8EBA-4E7E-987B-9B2A1FE5B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0888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56" name="Rectangle 149">
            <a:extLst>
              <a:ext uri="{FF2B5EF4-FFF2-40B4-BE49-F238E27FC236}">
                <a16:creationId xmlns:a16="http://schemas.microsoft.com/office/drawing/2014/main" id="{5D0A1ACF-1A6D-49EC-860B-0FFBDDCD8E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0850" y="16256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57" name="Rectangle 150">
            <a:extLst>
              <a:ext uri="{FF2B5EF4-FFF2-40B4-BE49-F238E27FC236}">
                <a16:creationId xmlns:a16="http://schemas.microsoft.com/office/drawing/2014/main" id="{6A73BE4A-1A3F-4B5B-AB7C-F0AAA164C3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9638" y="1862138"/>
            <a:ext cx="681037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58" name="Line 151">
            <a:extLst>
              <a:ext uri="{FF2B5EF4-FFF2-40B4-BE49-F238E27FC236}">
                <a16:creationId xmlns:a16="http://schemas.microsoft.com/office/drawing/2014/main" id="{38CA65D0-4F66-4AC9-A50D-6F91F2A560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89638" y="2192338"/>
            <a:ext cx="681037" cy="31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59" name="Line 152">
            <a:extLst>
              <a:ext uri="{FF2B5EF4-FFF2-40B4-BE49-F238E27FC236}">
                <a16:creationId xmlns:a16="http://schemas.microsoft.com/office/drawing/2014/main" id="{FDFD8F89-A943-4C65-A521-313AD1BEBB7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37300" y="1862138"/>
            <a:ext cx="1588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60" name="Rectangle 153">
            <a:extLst>
              <a:ext uri="{FF2B5EF4-FFF2-40B4-BE49-F238E27FC236}">
                <a16:creationId xmlns:a16="http://schemas.microsoft.com/office/drawing/2014/main" id="{7F791B9D-6993-4C4E-ABCB-F1951385A6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7400" y="16256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61" name="Rectangle 154">
            <a:extLst>
              <a:ext uri="{FF2B5EF4-FFF2-40B4-BE49-F238E27FC236}">
                <a16:creationId xmlns:a16="http://schemas.microsoft.com/office/drawing/2014/main" id="{E215EE60-BC0F-4F93-BE43-7266CAC9FF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1862138"/>
            <a:ext cx="665163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62" name="Line 155">
            <a:extLst>
              <a:ext uri="{FF2B5EF4-FFF2-40B4-BE49-F238E27FC236}">
                <a16:creationId xmlns:a16="http://schemas.microsoft.com/office/drawing/2014/main" id="{97412383-40F7-49A6-82BE-A90A5CA54F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70675" y="2192338"/>
            <a:ext cx="665163" cy="31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63" name="Line 156">
            <a:extLst>
              <a:ext uri="{FF2B5EF4-FFF2-40B4-BE49-F238E27FC236}">
                <a16:creationId xmlns:a16="http://schemas.microsoft.com/office/drawing/2014/main" id="{6CF2500C-2F32-4779-8CC6-B278108006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02463" y="1862138"/>
            <a:ext cx="1587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64" name="Rectangle 157">
            <a:extLst>
              <a:ext uri="{FF2B5EF4-FFF2-40B4-BE49-F238E27FC236}">
                <a16:creationId xmlns:a16="http://schemas.microsoft.com/office/drawing/2014/main" id="{D0AF7B2C-FB96-437A-9C69-00627B42B4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605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65" name="Rectangle 158">
            <a:extLst>
              <a:ext uri="{FF2B5EF4-FFF2-40B4-BE49-F238E27FC236}">
                <a16:creationId xmlns:a16="http://schemas.microsoft.com/office/drawing/2014/main" id="{85B2BAE6-8B7E-47F9-9D4B-76275BC8C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2713" y="22971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66" name="Rectangle 159">
            <a:extLst>
              <a:ext uri="{FF2B5EF4-FFF2-40B4-BE49-F238E27FC236}">
                <a16:creationId xmlns:a16="http://schemas.microsoft.com/office/drawing/2014/main" id="{7BE50287-4A37-4863-897D-C73AA52829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5963" y="12906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67" name="Rectangle 160">
            <a:extLst>
              <a:ext uri="{FF2B5EF4-FFF2-40B4-BE49-F238E27FC236}">
                <a16:creationId xmlns:a16="http://schemas.microsoft.com/office/drawing/2014/main" id="{691EE970-9C4A-43DA-B31A-32F6008D7B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5963" y="1625600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68" name="Rectangle 161">
            <a:extLst>
              <a:ext uri="{FF2B5EF4-FFF2-40B4-BE49-F238E27FC236}">
                <a16:creationId xmlns:a16="http://schemas.microsoft.com/office/drawing/2014/main" id="{4645D013-2A4D-499D-B8AA-958B060E2B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5963" y="196056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69" name="Rectangle 162">
            <a:extLst>
              <a:ext uri="{FF2B5EF4-FFF2-40B4-BE49-F238E27FC236}">
                <a16:creationId xmlns:a16="http://schemas.microsoft.com/office/drawing/2014/main" id="{C7F1B764-B3D0-4EB9-B13F-A096E1D76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5963" y="22971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70" name="Rectangle 163">
            <a:extLst>
              <a:ext uri="{FF2B5EF4-FFF2-40B4-BE49-F238E27FC236}">
                <a16:creationId xmlns:a16="http://schemas.microsoft.com/office/drawing/2014/main" id="{A60F751F-00E8-4EB6-8843-746B9863D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6256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71" name="Rectangle 164">
            <a:extLst>
              <a:ext uri="{FF2B5EF4-FFF2-40B4-BE49-F238E27FC236}">
                <a16:creationId xmlns:a16="http://schemas.microsoft.com/office/drawing/2014/main" id="{F3FDB420-567C-4B28-8429-02445B376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0850" y="19605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72" name="Freeform 165">
            <a:extLst>
              <a:ext uri="{FF2B5EF4-FFF2-40B4-BE49-F238E27FC236}">
                <a16:creationId xmlns:a16="http://schemas.microsoft.com/office/drawing/2014/main" id="{791CF1B3-618C-4E0D-9496-0C1F4421FA2A}"/>
              </a:ext>
            </a:extLst>
          </p:cNvPr>
          <p:cNvSpPr>
            <a:spLocks/>
          </p:cNvSpPr>
          <p:nvPr/>
        </p:nvSpPr>
        <p:spPr bwMode="auto">
          <a:xfrm>
            <a:off x="7059613" y="1581150"/>
            <a:ext cx="336550" cy="560388"/>
          </a:xfrm>
          <a:custGeom>
            <a:avLst/>
            <a:gdLst>
              <a:gd name="T0" fmla="*/ 2147483646 w 510"/>
              <a:gd name="T1" fmla="*/ 0 h 851"/>
              <a:gd name="T2" fmla="*/ 2147483646 w 510"/>
              <a:gd name="T3" fmla="*/ 0 h 851"/>
              <a:gd name="T4" fmla="*/ 2147483646 w 510"/>
              <a:gd name="T5" fmla="*/ 0 h 851"/>
              <a:gd name="T6" fmla="*/ 2147483646 w 510"/>
              <a:gd name="T7" fmla="*/ 0 h 851"/>
              <a:gd name="T8" fmla="*/ 2147483646 w 510"/>
              <a:gd name="T9" fmla="*/ 0 h 851"/>
              <a:gd name="T10" fmla="*/ 2147483646 w 510"/>
              <a:gd name="T11" fmla="*/ 0 h 851"/>
              <a:gd name="T12" fmla="*/ 2147483646 w 510"/>
              <a:gd name="T13" fmla="*/ 2147483646 h 851"/>
              <a:gd name="T14" fmla="*/ 2147483646 w 510"/>
              <a:gd name="T15" fmla="*/ 2147483646 h 851"/>
              <a:gd name="T16" fmla="*/ 2147483646 w 510"/>
              <a:gd name="T17" fmla="*/ 2147483646 h 851"/>
              <a:gd name="T18" fmla="*/ 2147483646 w 510"/>
              <a:gd name="T19" fmla="*/ 2147483646 h 851"/>
              <a:gd name="T20" fmla="*/ 2147483646 w 510"/>
              <a:gd name="T21" fmla="*/ 2147483646 h 851"/>
              <a:gd name="T22" fmla="*/ 2147483646 w 510"/>
              <a:gd name="T23" fmla="*/ 2147483646 h 851"/>
              <a:gd name="T24" fmla="*/ 2147483646 w 510"/>
              <a:gd name="T25" fmla="*/ 2147483646 h 851"/>
              <a:gd name="T26" fmla="*/ 2147483646 w 510"/>
              <a:gd name="T27" fmla="*/ 2147483646 h 851"/>
              <a:gd name="T28" fmla="*/ 2147483646 w 510"/>
              <a:gd name="T29" fmla="*/ 2147483646 h 851"/>
              <a:gd name="T30" fmla="*/ 0 w 510"/>
              <a:gd name="T31" fmla="*/ 2147483646 h 851"/>
              <a:gd name="T32" fmla="*/ 0 w 510"/>
              <a:gd name="T33" fmla="*/ 2147483646 h 851"/>
              <a:gd name="T34" fmla="*/ 0 w 510"/>
              <a:gd name="T35" fmla="*/ 2147483646 h 851"/>
              <a:gd name="T36" fmla="*/ 0 w 510"/>
              <a:gd name="T37" fmla="*/ 2147483646 h 851"/>
              <a:gd name="T38" fmla="*/ 0 w 510"/>
              <a:gd name="T39" fmla="*/ 2147483646 h 851"/>
              <a:gd name="T40" fmla="*/ 0 w 510"/>
              <a:gd name="T41" fmla="*/ 2147483646 h 851"/>
              <a:gd name="T42" fmla="*/ 0 w 510"/>
              <a:gd name="T43" fmla="*/ 2147483646 h 851"/>
              <a:gd name="T44" fmla="*/ 0 w 510"/>
              <a:gd name="T45" fmla="*/ 2147483646 h 851"/>
              <a:gd name="T46" fmla="*/ 0 w 510"/>
              <a:gd name="T47" fmla="*/ 2147483646 h 851"/>
              <a:gd name="T48" fmla="*/ 0 w 510"/>
              <a:gd name="T49" fmla="*/ 2147483646 h 851"/>
              <a:gd name="T50" fmla="*/ 0 w 510"/>
              <a:gd name="T51" fmla="*/ 2147483646 h 851"/>
              <a:gd name="T52" fmla="*/ 0 w 510"/>
              <a:gd name="T53" fmla="*/ 2147483646 h 851"/>
              <a:gd name="T54" fmla="*/ 0 w 510"/>
              <a:gd name="T55" fmla="*/ 2147483646 h 851"/>
              <a:gd name="T56" fmla="*/ 0 w 510"/>
              <a:gd name="T57" fmla="*/ 2147483646 h 851"/>
              <a:gd name="T58" fmla="*/ 0 w 510"/>
              <a:gd name="T59" fmla="*/ 2147483646 h 851"/>
              <a:gd name="T60" fmla="*/ 0 w 510"/>
              <a:gd name="T61" fmla="*/ 2147483646 h 851"/>
              <a:gd name="T62" fmla="*/ 0 w 510"/>
              <a:gd name="T63" fmla="*/ 2147483646 h 851"/>
              <a:gd name="T64" fmla="*/ 0 w 510"/>
              <a:gd name="T65" fmla="*/ 2147483646 h 851"/>
              <a:gd name="T66" fmla="*/ 0 w 510"/>
              <a:gd name="T67" fmla="*/ 2147483646 h 851"/>
              <a:gd name="T68" fmla="*/ 0 w 510"/>
              <a:gd name="T69" fmla="*/ 2147483646 h 851"/>
              <a:gd name="T70" fmla="*/ 0 w 510"/>
              <a:gd name="T71" fmla="*/ 2147483646 h 851"/>
              <a:gd name="T72" fmla="*/ 0 w 510"/>
              <a:gd name="T73" fmla="*/ 2147483646 h 851"/>
              <a:gd name="T74" fmla="*/ 0 w 510"/>
              <a:gd name="T75" fmla="*/ 2147483646 h 851"/>
              <a:gd name="T76" fmla="*/ 0 w 510"/>
              <a:gd name="T77" fmla="*/ 2147483646 h 851"/>
              <a:gd name="T78" fmla="*/ 2147483646 w 510"/>
              <a:gd name="T79" fmla="*/ 2147483646 h 851"/>
              <a:gd name="T80" fmla="*/ 2147483646 w 510"/>
              <a:gd name="T81" fmla="*/ 2147483646 h 851"/>
              <a:gd name="T82" fmla="*/ 2147483646 w 510"/>
              <a:gd name="T83" fmla="*/ 2147483646 h 851"/>
              <a:gd name="T84" fmla="*/ 2147483646 w 510"/>
              <a:gd name="T85" fmla="*/ 2147483646 h 851"/>
              <a:gd name="T86" fmla="*/ 2147483646 w 510"/>
              <a:gd name="T87" fmla="*/ 2147483646 h 851"/>
              <a:gd name="T88" fmla="*/ 2147483646 w 510"/>
              <a:gd name="T89" fmla="*/ 2147483646 h 851"/>
              <a:gd name="T90" fmla="*/ 2147483646 w 510"/>
              <a:gd name="T91" fmla="*/ 2147483646 h 851"/>
              <a:gd name="T92" fmla="*/ 2147483646 w 510"/>
              <a:gd name="T93" fmla="*/ 2147483646 h 851"/>
              <a:gd name="T94" fmla="*/ 2147483646 w 510"/>
              <a:gd name="T95" fmla="*/ 2147483646 h 851"/>
              <a:gd name="T96" fmla="*/ 2147483646 w 510"/>
              <a:gd name="T97" fmla="*/ 2147483646 h 851"/>
              <a:gd name="T98" fmla="*/ 2147483646 w 510"/>
              <a:gd name="T99" fmla="*/ 2147483646 h 851"/>
              <a:gd name="T100" fmla="*/ 2147483646 w 510"/>
              <a:gd name="T101" fmla="*/ 2147483646 h 851"/>
              <a:gd name="T102" fmla="*/ 2147483646 w 510"/>
              <a:gd name="T103" fmla="*/ 2147483646 h 851"/>
              <a:gd name="T104" fmla="*/ 2147483646 w 510"/>
              <a:gd name="T105" fmla="*/ 2147483646 h 851"/>
              <a:gd name="T106" fmla="*/ 2147483646 w 510"/>
              <a:gd name="T107" fmla="*/ 2147483646 h 851"/>
              <a:gd name="T108" fmla="*/ 2147483646 w 510"/>
              <a:gd name="T109" fmla="*/ 2147483646 h 851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10" h="851">
                <a:moveTo>
                  <a:pt x="510" y="0"/>
                </a:moveTo>
                <a:lnTo>
                  <a:pt x="480" y="0"/>
                </a:lnTo>
                <a:lnTo>
                  <a:pt x="450" y="0"/>
                </a:lnTo>
                <a:lnTo>
                  <a:pt x="424" y="0"/>
                </a:lnTo>
                <a:lnTo>
                  <a:pt x="398" y="0"/>
                </a:lnTo>
                <a:lnTo>
                  <a:pt x="374" y="0"/>
                </a:lnTo>
                <a:lnTo>
                  <a:pt x="353" y="0"/>
                </a:lnTo>
                <a:lnTo>
                  <a:pt x="332" y="0"/>
                </a:lnTo>
                <a:lnTo>
                  <a:pt x="313" y="0"/>
                </a:lnTo>
                <a:lnTo>
                  <a:pt x="295" y="0"/>
                </a:lnTo>
                <a:lnTo>
                  <a:pt x="280" y="0"/>
                </a:lnTo>
                <a:lnTo>
                  <a:pt x="265" y="0"/>
                </a:lnTo>
                <a:lnTo>
                  <a:pt x="251" y="0"/>
                </a:lnTo>
                <a:lnTo>
                  <a:pt x="239" y="0"/>
                </a:lnTo>
                <a:lnTo>
                  <a:pt x="227" y="0"/>
                </a:lnTo>
                <a:lnTo>
                  <a:pt x="217" y="0"/>
                </a:lnTo>
                <a:lnTo>
                  <a:pt x="208" y="0"/>
                </a:lnTo>
                <a:lnTo>
                  <a:pt x="199" y="0"/>
                </a:lnTo>
                <a:lnTo>
                  <a:pt x="191" y="0"/>
                </a:lnTo>
                <a:lnTo>
                  <a:pt x="184" y="0"/>
                </a:lnTo>
                <a:lnTo>
                  <a:pt x="178" y="0"/>
                </a:lnTo>
                <a:lnTo>
                  <a:pt x="172" y="0"/>
                </a:lnTo>
                <a:lnTo>
                  <a:pt x="167" y="0"/>
                </a:lnTo>
                <a:lnTo>
                  <a:pt x="162" y="0"/>
                </a:lnTo>
                <a:lnTo>
                  <a:pt x="157" y="0"/>
                </a:lnTo>
                <a:lnTo>
                  <a:pt x="154" y="0"/>
                </a:lnTo>
                <a:lnTo>
                  <a:pt x="150" y="0"/>
                </a:lnTo>
                <a:lnTo>
                  <a:pt x="146" y="0"/>
                </a:lnTo>
                <a:lnTo>
                  <a:pt x="143" y="0"/>
                </a:lnTo>
                <a:lnTo>
                  <a:pt x="139" y="0"/>
                </a:lnTo>
                <a:lnTo>
                  <a:pt x="136" y="0"/>
                </a:lnTo>
                <a:lnTo>
                  <a:pt x="132" y="0"/>
                </a:lnTo>
                <a:lnTo>
                  <a:pt x="127" y="0"/>
                </a:lnTo>
                <a:lnTo>
                  <a:pt x="124" y="0"/>
                </a:lnTo>
                <a:lnTo>
                  <a:pt x="120" y="0"/>
                </a:lnTo>
                <a:lnTo>
                  <a:pt x="116" y="0"/>
                </a:lnTo>
                <a:lnTo>
                  <a:pt x="114" y="0"/>
                </a:lnTo>
                <a:lnTo>
                  <a:pt x="110" y="0"/>
                </a:lnTo>
                <a:lnTo>
                  <a:pt x="108" y="0"/>
                </a:lnTo>
                <a:lnTo>
                  <a:pt x="106" y="1"/>
                </a:lnTo>
                <a:lnTo>
                  <a:pt x="102" y="1"/>
                </a:lnTo>
                <a:lnTo>
                  <a:pt x="100" y="1"/>
                </a:lnTo>
                <a:lnTo>
                  <a:pt x="98" y="1"/>
                </a:lnTo>
                <a:lnTo>
                  <a:pt x="96" y="2"/>
                </a:lnTo>
                <a:lnTo>
                  <a:pt x="94" y="2"/>
                </a:lnTo>
                <a:lnTo>
                  <a:pt x="91" y="4"/>
                </a:lnTo>
                <a:lnTo>
                  <a:pt x="89" y="4"/>
                </a:lnTo>
                <a:lnTo>
                  <a:pt x="88" y="5"/>
                </a:lnTo>
                <a:lnTo>
                  <a:pt x="85" y="6"/>
                </a:lnTo>
                <a:lnTo>
                  <a:pt x="83" y="7"/>
                </a:lnTo>
                <a:lnTo>
                  <a:pt x="82" y="8"/>
                </a:lnTo>
                <a:lnTo>
                  <a:pt x="79" y="10"/>
                </a:lnTo>
                <a:lnTo>
                  <a:pt x="77" y="11"/>
                </a:lnTo>
                <a:lnTo>
                  <a:pt x="74" y="12"/>
                </a:lnTo>
                <a:lnTo>
                  <a:pt x="73" y="14"/>
                </a:lnTo>
                <a:lnTo>
                  <a:pt x="71" y="16"/>
                </a:lnTo>
                <a:lnTo>
                  <a:pt x="68" y="18"/>
                </a:lnTo>
                <a:lnTo>
                  <a:pt x="65" y="20"/>
                </a:lnTo>
                <a:lnTo>
                  <a:pt x="62" y="23"/>
                </a:lnTo>
                <a:lnTo>
                  <a:pt x="60" y="25"/>
                </a:lnTo>
                <a:lnTo>
                  <a:pt x="56" y="29"/>
                </a:lnTo>
                <a:lnTo>
                  <a:pt x="54" y="32"/>
                </a:lnTo>
                <a:lnTo>
                  <a:pt x="50" y="35"/>
                </a:lnTo>
                <a:lnTo>
                  <a:pt x="47" y="38"/>
                </a:lnTo>
                <a:lnTo>
                  <a:pt x="42" y="43"/>
                </a:lnTo>
                <a:lnTo>
                  <a:pt x="38" y="47"/>
                </a:lnTo>
                <a:lnTo>
                  <a:pt x="35" y="50"/>
                </a:lnTo>
                <a:lnTo>
                  <a:pt x="31" y="54"/>
                </a:lnTo>
                <a:lnTo>
                  <a:pt x="29" y="56"/>
                </a:lnTo>
                <a:lnTo>
                  <a:pt x="25" y="60"/>
                </a:lnTo>
                <a:lnTo>
                  <a:pt x="23" y="62"/>
                </a:lnTo>
                <a:lnTo>
                  <a:pt x="20" y="66"/>
                </a:lnTo>
                <a:lnTo>
                  <a:pt x="18" y="68"/>
                </a:lnTo>
                <a:lnTo>
                  <a:pt x="16" y="71"/>
                </a:lnTo>
                <a:lnTo>
                  <a:pt x="14" y="73"/>
                </a:lnTo>
                <a:lnTo>
                  <a:pt x="12" y="74"/>
                </a:lnTo>
                <a:lnTo>
                  <a:pt x="11" y="77"/>
                </a:lnTo>
                <a:lnTo>
                  <a:pt x="8" y="79"/>
                </a:lnTo>
                <a:lnTo>
                  <a:pt x="7" y="82"/>
                </a:lnTo>
                <a:lnTo>
                  <a:pt x="6" y="83"/>
                </a:lnTo>
                <a:lnTo>
                  <a:pt x="6" y="85"/>
                </a:lnTo>
                <a:lnTo>
                  <a:pt x="5" y="88"/>
                </a:lnTo>
                <a:lnTo>
                  <a:pt x="4" y="89"/>
                </a:lnTo>
                <a:lnTo>
                  <a:pt x="2" y="91"/>
                </a:lnTo>
                <a:lnTo>
                  <a:pt x="2" y="94"/>
                </a:lnTo>
                <a:lnTo>
                  <a:pt x="2" y="96"/>
                </a:lnTo>
                <a:lnTo>
                  <a:pt x="1" y="97"/>
                </a:lnTo>
                <a:lnTo>
                  <a:pt x="1" y="100"/>
                </a:lnTo>
                <a:lnTo>
                  <a:pt x="1" y="102"/>
                </a:lnTo>
                <a:lnTo>
                  <a:pt x="0" y="106"/>
                </a:lnTo>
                <a:lnTo>
                  <a:pt x="0" y="108"/>
                </a:lnTo>
                <a:lnTo>
                  <a:pt x="0" y="110"/>
                </a:lnTo>
                <a:lnTo>
                  <a:pt x="0" y="114"/>
                </a:lnTo>
                <a:lnTo>
                  <a:pt x="0" y="116"/>
                </a:lnTo>
                <a:lnTo>
                  <a:pt x="0" y="120"/>
                </a:lnTo>
                <a:lnTo>
                  <a:pt x="0" y="124"/>
                </a:lnTo>
                <a:lnTo>
                  <a:pt x="0" y="127"/>
                </a:lnTo>
                <a:lnTo>
                  <a:pt x="0" y="132"/>
                </a:lnTo>
                <a:lnTo>
                  <a:pt x="0" y="136"/>
                </a:lnTo>
                <a:lnTo>
                  <a:pt x="0" y="139"/>
                </a:lnTo>
                <a:lnTo>
                  <a:pt x="0" y="142"/>
                </a:lnTo>
                <a:lnTo>
                  <a:pt x="0" y="145"/>
                </a:lnTo>
                <a:lnTo>
                  <a:pt x="0" y="149"/>
                </a:lnTo>
                <a:lnTo>
                  <a:pt x="0" y="151"/>
                </a:lnTo>
                <a:lnTo>
                  <a:pt x="0" y="155"/>
                </a:lnTo>
                <a:lnTo>
                  <a:pt x="0" y="157"/>
                </a:lnTo>
                <a:lnTo>
                  <a:pt x="0" y="161"/>
                </a:lnTo>
                <a:lnTo>
                  <a:pt x="0" y="163"/>
                </a:lnTo>
                <a:lnTo>
                  <a:pt x="0" y="167"/>
                </a:lnTo>
                <a:lnTo>
                  <a:pt x="0" y="171"/>
                </a:lnTo>
                <a:lnTo>
                  <a:pt x="0" y="173"/>
                </a:lnTo>
                <a:lnTo>
                  <a:pt x="0" y="177"/>
                </a:lnTo>
                <a:lnTo>
                  <a:pt x="0" y="181"/>
                </a:lnTo>
                <a:lnTo>
                  <a:pt x="0" y="185"/>
                </a:lnTo>
                <a:lnTo>
                  <a:pt x="0" y="190"/>
                </a:lnTo>
                <a:lnTo>
                  <a:pt x="0" y="195"/>
                </a:lnTo>
                <a:lnTo>
                  <a:pt x="0" y="199"/>
                </a:lnTo>
                <a:lnTo>
                  <a:pt x="0" y="204"/>
                </a:lnTo>
                <a:lnTo>
                  <a:pt x="0" y="210"/>
                </a:lnTo>
                <a:lnTo>
                  <a:pt x="0" y="217"/>
                </a:lnTo>
                <a:lnTo>
                  <a:pt x="0" y="223"/>
                </a:lnTo>
                <a:lnTo>
                  <a:pt x="0" y="231"/>
                </a:lnTo>
                <a:lnTo>
                  <a:pt x="0" y="239"/>
                </a:lnTo>
                <a:lnTo>
                  <a:pt x="0" y="247"/>
                </a:lnTo>
                <a:lnTo>
                  <a:pt x="0" y="256"/>
                </a:lnTo>
                <a:lnTo>
                  <a:pt x="0" y="265"/>
                </a:lnTo>
                <a:lnTo>
                  <a:pt x="0" y="275"/>
                </a:lnTo>
                <a:lnTo>
                  <a:pt x="0" y="287"/>
                </a:lnTo>
                <a:lnTo>
                  <a:pt x="0" y="298"/>
                </a:lnTo>
                <a:lnTo>
                  <a:pt x="0" y="310"/>
                </a:lnTo>
                <a:lnTo>
                  <a:pt x="0" y="321"/>
                </a:lnTo>
                <a:lnTo>
                  <a:pt x="0" y="330"/>
                </a:lnTo>
                <a:lnTo>
                  <a:pt x="0" y="340"/>
                </a:lnTo>
                <a:lnTo>
                  <a:pt x="0" y="349"/>
                </a:lnTo>
                <a:lnTo>
                  <a:pt x="0" y="358"/>
                </a:lnTo>
                <a:lnTo>
                  <a:pt x="0" y="365"/>
                </a:lnTo>
                <a:lnTo>
                  <a:pt x="0" y="372"/>
                </a:lnTo>
                <a:lnTo>
                  <a:pt x="0" y="379"/>
                </a:lnTo>
                <a:lnTo>
                  <a:pt x="0" y="385"/>
                </a:lnTo>
                <a:lnTo>
                  <a:pt x="0" y="391"/>
                </a:lnTo>
                <a:lnTo>
                  <a:pt x="0" y="396"/>
                </a:lnTo>
                <a:lnTo>
                  <a:pt x="0" y="402"/>
                </a:lnTo>
                <a:lnTo>
                  <a:pt x="0" y="407"/>
                </a:lnTo>
                <a:lnTo>
                  <a:pt x="0" y="411"/>
                </a:lnTo>
                <a:lnTo>
                  <a:pt x="0" y="415"/>
                </a:lnTo>
                <a:lnTo>
                  <a:pt x="0" y="419"/>
                </a:lnTo>
                <a:lnTo>
                  <a:pt x="0" y="423"/>
                </a:lnTo>
                <a:lnTo>
                  <a:pt x="0" y="426"/>
                </a:lnTo>
                <a:lnTo>
                  <a:pt x="0" y="430"/>
                </a:lnTo>
                <a:lnTo>
                  <a:pt x="0" y="432"/>
                </a:lnTo>
                <a:lnTo>
                  <a:pt x="0" y="436"/>
                </a:lnTo>
                <a:lnTo>
                  <a:pt x="0" y="438"/>
                </a:lnTo>
                <a:lnTo>
                  <a:pt x="0" y="442"/>
                </a:lnTo>
                <a:lnTo>
                  <a:pt x="0" y="444"/>
                </a:lnTo>
                <a:lnTo>
                  <a:pt x="0" y="448"/>
                </a:lnTo>
                <a:lnTo>
                  <a:pt x="0" y="450"/>
                </a:lnTo>
                <a:lnTo>
                  <a:pt x="0" y="454"/>
                </a:lnTo>
                <a:lnTo>
                  <a:pt x="0" y="457"/>
                </a:lnTo>
                <a:lnTo>
                  <a:pt x="0" y="461"/>
                </a:lnTo>
                <a:lnTo>
                  <a:pt x="0" y="465"/>
                </a:lnTo>
                <a:lnTo>
                  <a:pt x="0" y="468"/>
                </a:lnTo>
                <a:lnTo>
                  <a:pt x="0" y="472"/>
                </a:lnTo>
                <a:lnTo>
                  <a:pt x="0" y="475"/>
                </a:lnTo>
                <a:lnTo>
                  <a:pt x="0" y="479"/>
                </a:lnTo>
                <a:lnTo>
                  <a:pt x="0" y="483"/>
                </a:lnTo>
                <a:lnTo>
                  <a:pt x="0" y="485"/>
                </a:lnTo>
                <a:lnTo>
                  <a:pt x="0" y="489"/>
                </a:lnTo>
                <a:lnTo>
                  <a:pt x="0" y="491"/>
                </a:lnTo>
                <a:lnTo>
                  <a:pt x="0" y="495"/>
                </a:lnTo>
                <a:lnTo>
                  <a:pt x="0" y="497"/>
                </a:lnTo>
                <a:lnTo>
                  <a:pt x="0" y="499"/>
                </a:lnTo>
                <a:lnTo>
                  <a:pt x="0" y="502"/>
                </a:lnTo>
                <a:lnTo>
                  <a:pt x="0" y="505"/>
                </a:lnTo>
                <a:lnTo>
                  <a:pt x="0" y="508"/>
                </a:lnTo>
                <a:lnTo>
                  <a:pt x="0" y="510"/>
                </a:lnTo>
                <a:lnTo>
                  <a:pt x="0" y="513"/>
                </a:lnTo>
                <a:lnTo>
                  <a:pt x="0" y="516"/>
                </a:lnTo>
                <a:lnTo>
                  <a:pt x="0" y="519"/>
                </a:lnTo>
                <a:lnTo>
                  <a:pt x="0" y="522"/>
                </a:lnTo>
                <a:lnTo>
                  <a:pt x="0" y="526"/>
                </a:lnTo>
                <a:lnTo>
                  <a:pt x="0" y="529"/>
                </a:lnTo>
                <a:lnTo>
                  <a:pt x="0" y="533"/>
                </a:lnTo>
                <a:lnTo>
                  <a:pt x="0" y="537"/>
                </a:lnTo>
                <a:lnTo>
                  <a:pt x="0" y="541"/>
                </a:lnTo>
                <a:lnTo>
                  <a:pt x="0" y="546"/>
                </a:lnTo>
                <a:lnTo>
                  <a:pt x="0" y="551"/>
                </a:lnTo>
                <a:lnTo>
                  <a:pt x="0" y="556"/>
                </a:lnTo>
                <a:lnTo>
                  <a:pt x="0" y="562"/>
                </a:lnTo>
                <a:lnTo>
                  <a:pt x="0" y="568"/>
                </a:lnTo>
                <a:lnTo>
                  <a:pt x="0" y="574"/>
                </a:lnTo>
                <a:lnTo>
                  <a:pt x="0" y="581"/>
                </a:lnTo>
                <a:lnTo>
                  <a:pt x="0" y="588"/>
                </a:lnTo>
                <a:lnTo>
                  <a:pt x="0" y="595"/>
                </a:lnTo>
                <a:lnTo>
                  <a:pt x="0" y="604"/>
                </a:lnTo>
                <a:lnTo>
                  <a:pt x="0" y="611"/>
                </a:lnTo>
                <a:lnTo>
                  <a:pt x="0" y="617"/>
                </a:lnTo>
                <a:lnTo>
                  <a:pt x="0" y="624"/>
                </a:lnTo>
                <a:lnTo>
                  <a:pt x="0" y="630"/>
                </a:lnTo>
                <a:lnTo>
                  <a:pt x="0" y="635"/>
                </a:lnTo>
                <a:lnTo>
                  <a:pt x="0" y="641"/>
                </a:lnTo>
                <a:lnTo>
                  <a:pt x="0" y="646"/>
                </a:lnTo>
                <a:lnTo>
                  <a:pt x="0" y="651"/>
                </a:lnTo>
                <a:lnTo>
                  <a:pt x="0" y="654"/>
                </a:lnTo>
                <a:lnTo>
                  <a:pt x="0" y="658"/>
                </a:lnTo>
                <a:lnTo>
                  <a:pt x="0" y="663"/>
                </a:lnTo>
                <a:lnTo>
                  <a:pt x="0" y="666"/>
                </a:lnTo>
                <a:lnTo>
                  <a:pt x="0" y="669"/>
                </a:lnTo>
                <a:lnTo>
                  <a:pt x="0" y="672"/>
                </a:lnTo>
                <a:lnTo>
                  <a:pt x="0" y="676"/>
                </a:lnTo>
                <a:lnTo>
                  <a:pt x="0" y="678"/>
                </a:lnTo>
                <a:lnTo>
                  <a:pt x="0" y="681"/>
                </a:lnTo>
                <a:lnTo>
                  <a:pt x="0" y="684"/>
                </a:lnTo>
                <a:lnTo>
                  <a:pt x="0" y="687"/>
                </a:lnTo>
                <a:lnTo>
                  <a:pt x="0" y="689"/>
                </a:lnTo>
                <a:lnTo>
                  <a:pt x="0" y="691"/>
                </a:lnTo>
                <a:lnTo>
                  <a:pt x="0" y="695"/>
                </a:lnTo>
                <a:lnTo>
                  <a:pt x="0" y="697"/>
                </a:lnTo>
                <a:lnTo>
                  <a:pt x="0" y="700"/>
                </a:lnTo>
                <a:lnTo>
                  <a:pt x="0" y="703"/>
                </a:lnTo>
                <a:lnTo>
                  <a:pt x="0" y="706"/>
                </a:lnTo>
                <a:lnTo>
                  <a:pt x="0" y="709"/>
                </a:lnTo>
                <a:lnTo>
                  <a:pt x="0" y="712"/>
                </a:lnTo>
                <a:lnTo>
                  <a:pt x="0" y="715"/>
                </a:lnTo>
                <a:lnTo>
                  <a:pt x="0" y="719"/>
                </a:lnTo>
                <a:lnTo>
                  <a:pt x="0" y="724"/>
                </a:lnTo>
                <a:lnTo>
                  <a:pt x="0" y="727"/>
                </a:lnTo>
                <a:lnTo>
                  <a:pt x="0" y="731"/>
                </a:lnTo>
                <a:lnTo>
                  <a:pt x="0" y="735"/>
                </a:lnTo>
                <a:lnTo>
                  <a:pt x="0" y="737"/>
                </a:lnTo>
                <a:lnTo>
                  <a:pt x="0" y="741"/>
                </a:lnTo>
                <a:lnTo>
                  <a:pt x="0" y="743"/>
                </a:lnTo>
                <a:lnTo>
                  <a:pt x="0" y="747"/>
                </a:lnTo>
                <a:lnTo>
                  <a:pt x="1" y="749"/>
                </a:lnTo>
                <a:lnTo>
                  <a:pt x="1" y="751"/>
                </a:lnTo>
                <a:lnTo>
                  <a:pt x="1" y="754"/>
                </a:lnTo>
                <a:lnTo>
                  <a:pt x="2" y="755"/>
                </a:lnTo>
                <a:lnTo>
                  <a:pt x="2" y="757"/>
                </a:lnTo>
                <a:lnTo>
                  <a:pt x="2" y="760"/>
                </a:lnTo>
                <a:lnTo>
                  <a:pt x="4" y="762"/>
                </a:lnTo>
                <a:lnTo>
                  <a:pt x="5" y="763"/>
                </a:lnTo>
                <a:lnTo>
                  <a:pt x="6" y="766"/>
                </a:lnTo>
                <a:lnTo>
                  <a:pt x="6" y="768"/>
                </a:lnTo>
                <a:lnTo>
                  <a:pt x="7" y="769"/>
                </a:lnTo>
                <a:lnTo>
                  <a:pt x="8" y="772"/>
                </a:lnTo>
                <a:lnTo>
                  <a:pt x="11" y="774"/>
                </a:lnTo>
                <a:lnTo>
                  <a:pt x="12" y="777"/>
                </a:lnTo>
                <a:lnTo>
                  <a:pt x="14" y="778"/>
                </a:lnTo>
                <a:lnTo>
                  <a:pt x="16" y="780"/>
                </a:lnTo>
                <a:lnTo>
                  <a:pt x="18" y="783"/>
                </a:lnTo>
                <a:lnTo>
                  <a:pt x="20" y="786"/>
                </a:lnTo>
                <a:lnTo>
                  <a:pt x="23" y="789"/>
                </a:lnTo>
                <a:lnTo>
                  <a:pt x="25" y="791"/>
                </a:lnTo>
                <a:lnTo>
                  <a:pt x="29" y="795"/>
                </a:lnTo>
                <a:lnTo>
                  <a:pt x="31" y="797"/>
                </a:lnTo>
                <a:lnTo>
                  <a:pt x="35" y="801"/>
                </a:lnTo>
                <a:lnTo>
                  <a:pt x="38" y="804"/>
                </a:lnTo>
                <a:lnTo>
                  <a:pt x="42" y="808"/>
                </a:lnTo>
                <a:lnTo>
                  <a:pt x="47" y="813"/>
                </a:lnTo>
                <a:lnTo>
                  <a:pt x="50" y="816"/>
                </a:lnTo>
                <a:lnTo>
                  <a:pt x="54" y="819"/>
                </a:lnTo>
                <a:lnTo>
                  <a:pt x="56" y="822"/>
                </a:lnTo>
                <a:lnTo>
                  <a:pt x="60" y="826"/>
                </a:lnTo>
                <a:lnTo>
                  <a:pt x="62" y="828"/>
                </a:lnTo>
                <a:lnTo>
                  <a:pt x="65" y="831"/>
                </a:lnTo>
                <a:lnTo>
                  <a:pt x="68" y="833"/>
                </a:lnTo>
                <a:lnTo>
                  <a:pt x="71" y="835"/>
                </a:lnTo>
                <a:lnTo>
                  <a:pt x="73" y="837"/>
                </a:lnTo>
                <a:lnTo>
                  <a:pt x="74" y="839"/>
                </a:lnTo>
                <a:lnTo>
                  <a:pt x="77" y="840"/>
                </a:lnTo>
                <a:lnTo>
                  <a:pt x="79" y="841"/>
                </a:lnTo>
                <a:lnTo>
                  <a:pt x="82" y="844"/>
                </a:lnTo>
                <a:lnTo>
                  <a:pt x="83" y="845"/>
                </a:lnTo>
                <a:lnTo>
                  <a:pt x="85" y="845"/>
                </a:lnTo>
                <a:lnTo>
                  <a:pt x="88" y="846"/>
                </a:lnTo>
                <a:lnTo>
                  <a:pt x="89" y="847"/>
                </a:lnTo>
                <a:lnTo>
                  <a:pt x="91" y="847"/>
                </a:lnTo>
                <a:lnTo>
                  <a:pt x="94" y="849"/>
                </a:lnTo>
                <a:lnTo>
                  <a:pt x="96" y="849"/>
                </a:lnTo>
                <a:lnTo>
                  <a:pt x="98" y="850"/>
                </a:lnTo>
                <a:lnTo>
                  <a:pt x="100" y="850"/>
                </a:lnTo>
                <a:lnTo>
                  <a:pt x="102" y="850"/>
                </a:lnTo>
                <a:lnTo>
                  <a:pt x="106" y="850"/>
                </a:lnTo>
                <a:lnTo>
                  <a:pt x="108" y="851"/>
                </a:lnTo>
                <a:lnTo>
                  <a:pt x="110" y="851"/>
                </a:lnTo>
                <a:lnTo>
                  <a:pt x="114" y="851"/>
                </a:lnTo>
                <a:lnTo>
                  <a:pt x="116" y="851"/>
                </a:lnTo>
                <a:lnTo>
                  <a:pt x="120" y="851"/>
                </a:lnTo>
                <a:lnTo>
                  <a:pt x="124" y="851"/>
                </a:lnTo>
                <a:lnTo>
                  <a:pt x="127" y="851"/>
                </a:lnTo>
                <a:lnTo>
                  <a:pt x="132" y="851"/>
                </a:lnTo>
                <a:lnTo>
                  <a:pt x="136" y="851"/>
                </a:lnTo>
                <a:lnTo>
                  <a:pt x="139" y="851"/>
                </a:lnTo>
                <a:lnTo>
                  <a:pt x="143" y="851"/>
                </a:lnTo>
                <a:lnTo>
                  <a:pt x="146" y="851"/>
                </a:lnTo>
                <a:lnTo>
                  <a:pt x="150" y="851"/>
                </a:lnTo>
                <a:lnTo>
                  <a:pt x="154" y="851"/>
                </a:lnTo>
                <a:lnTo>
                  <a:pt x="157" y="851"/>
                </a:lnTo>
                <a:lnTo>
                  <a:pt x="162" y="851"/>
                </a:lnTo>
                <a:lnTo>
                  <a:pt x="167" y="851"/>
                </a:lnTo>
                <a:lnTo>
                  <a:pt x="172" y="851"/>
                </a:lnTo>
                <a:lnTo>
                  <a:pt x="178" y="851"/>
                </a:lnTo>
                <a:lnTo>
                  <a:pt x="184" y="851"/>
                </a:lnTo>
                <a:lnTo>
                  <a:pt x="191" y="851"/>
                </a:lnTo>
                <a:lnTo>
                  <a:pt x="199" y="851"/>
                </a:lnTo>
                <a:lnTo>
                  <a:pt x="208" y="851"/>
                </a:lnTo>
                <a:lnTo>
                  <a:pt x="217" y="851"/>
                </a:lnTo>
                <a:lnTo>
                  <a:pt x="227" y="851"/>
                </a:lnTo>
                <a:lnTo>
                  <a:pt x="239" y="851"/>
                </a:lnTo>
                <a:lnTo>
                  <a:pt x="251" y="851"/>
                </a:lnTo>
                <a:lnTo>
                  <a:pt x="265" y="851"/>
                </a:lnTo>
                <a:lnTo>
                  <a:pt x="280" y="851"/>
                </a:lnTo>
                <a:lnTo>
                  <a:pt x="295" y="851"/>
                </a:lnTo>
                <a:lnTo>
                  <a:pt x="313" y="851"/>
                </a:lnTo>
                <a:lnTo>
                  <a:pt x="332" y="851"/>
                </a:lnTo>
                <a:lnTo>
                  <a:pt x="353" y="851"/>
                </a:lnTo>
                <a:lnTo>
                  <a:pt x="374" y="851"/>
                </a:lnTo>
                <a:lnTo>
                  <a:pt x="398" y="851"/>
                </a:lnTo>
                <a:lnTo>
                  <a:pt x="424" y="851"/>
                </a:lnTo>
                <a:lnTo>
                  <a:pt x="450" y="851"/>
                </a:lnTo>
                <a:lnTo>
                  <a:pt x="480" y="851"/>
                </a:lnTo>
                <a:lnTo>
                  <a:pt x="510" y="851"/>
                </a:lnTo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73" name="Freeform 166">
            <a:extLst>
              <a:ext uri="{FF2B5EF4-FFF2-40B4-BE49-F238E27FC236}">
                <a16:creationId xmlns:a16="http://schemas.microsoft.com/office/drawing/2014/main" id="{3FBA94FB-99FF-4AFC-828C-3954202E822F}"/>
              </a:ext>
            </a:extLst>
          </p:cNvPr>
          <p:cNvSpPr>
            <a:spLocks/>
          </p:cNvSpPr>
          <p:nvPr/>
        </p:nvSpPr>
        <p:spPr bwMode="auto">
          <a:xfrm>
            <a:off x="5937250" y="1581150"/>
            <a:ext cx="336550" cy="560388"/>
          </a:xfrm>
          <a:custGeom>
            <a:avLst/>
            <a:gdLst>
              <a:gd name="T0" fmla="*/ 2147483646 w 510"/>
              <a:gd name="T1" fmla="*/ 0 h 851"/>
              <a:gd name="T2" fmla="*/ 2147483646 w 510"/>
              <a:gd name="T3" fmla="*/ 0 h 851"/>
              <a:gd name="T4" fmla="*/ 2147483646 w 510"/>
              <a:gd name="T5" fmla="*/ 0 h 851"/>
              <a:gd name="T6" fmla="*/ 2147483646 w 510"/>
              <a:gd name="T7" fmla="*/ 0 h 851"/>
              <a:gd name="T8" fmla="*/ 2147483646 w 510"/>
              <a:gd name="T9" fmla="*/ 0 h 851"/>
              <a:gd name="T10" fmla="*/ 2147483646 w 510"/>
              <a:gd name="T11" fmla="*/ 0 h 851"/>
              <a:gd name="T12" fmla="*/ 2147483646 w 510"/>
              <a:gd name="T13" fmla="*/ 2147483646 h 851"/>
              <a:gd name="T14" fmla="*/ 2147483646 w 510"/>
              <a:gd name="T15" fmla="*/ 2147483646 h 851"/>
              <a:gd name="T16" fmla="*/ 2147483646 w 510"/>
              <a:gd name="T17" fmla="*/ 2147483646 h 851"/>
              <a:gd name="T18" fmla="*/ 2147483646 w 510"/>
              <a:gd name="T19" fmla="*/ 2147483646 h 851"/>
              <a:gd name="T20" fmla="*/ 2147483646 w 510"/>
              <a:gd name="T21" fmla="*/ 2147483646 h 851"/>
              <a:gd name="T22" fmla="*/ 2147483646 w 510"/>
              <a:gd name="T23" fmla="*/ 2147483646 h 851"/>
              <a:gd name="T24" fmla="*/ 2147483646 w 510"/>
              <a:gd name="T25" fmla="*/ 2147483646 h 851"/>
              <a:gd name="T26" fmla="*/ 2147483646 w 510"/>
              <a:gd name="T27" fmla="*/ 2147483646 h 851"/>
              <a:gd name="T28" fmla="*/ 2147483646 w 510"/>
              <a:gd name="T29" fmla="*/ 2147483646 h 851"/>
              <a:gd name="T30" fmla="*/ 2147483646 w 510"/>
              <a:gd name="T31" fmla="*/ 2147483646 h 851"/>
              <a:gd name="T32" fmla="*/ 2147483646 w 510"/>
              <a:gd name="T33" fmla="*/ 2147483646 h 851"/>
              <a:gd name="T34" fmla="*/ 2147483646 w 510"/>
              <a:gd name="T35" fmla="*/ 2147483646 h 851"/>
              <a:gd name="T36" fmla="*/ 2147483646 w 510"/>
              <a:gd name="T37" fmla="*/ 2147483646 h 851"/>
              <a:gd name="T38" fmla="*/ 2147483646 w 510"/>
              <a:gd name="T39" fmla="*/ 2147483646 h 851"/>
              <a:gd name="T40" fmla="*/ 2147483646 w 510"/>
              <a:gd name="T41" fmla="*/ 2147483646 h 851"/>
              <a:gd name="T42" fmla="*/ 2147483646 w 510"/>
              <a:gd name="T43" fmla="*/ 2147483646 h 851"/>
              <a:gd name="T44" fmla="*/ 2147483646 w 510"/>
              <a:gd name="T45" fmla="*/ 2147483646 h 851"/>
              <a:gd name="T46" fmla="*/ 2147483646 w 510"/>
              <a:gd name="T47" fmla="*/ 2147483646 h 851"/>
              <a:gd name="T48" fmla="*/ 2147483646 w 510"/>
              <a:gd name="T49" fmla="*/ 2147483646 h 851"/>
              <a:gd name="T50" fmla="*/ 2147483646 w 510"/>
              <a:gd name="T51" fmla="*/ 2147483646 h 851"/>
              <a:gd name="T52" fmla="*/ 2147483646 w 510"/>
              <a:gd name="T53" fmla="*/ 2147483646 h 851"/>
              <a:gd name="T54" fmla="*/ 2147483646 w 510"/>
              <a:gd name="T55" fmla="*/ 2147483646 h 851"/>
              <a:gd name="T56" fmla="*/ 2147483646 w 510"/>
              <a:gd name="T57" fmla="*/ 2147483646 h 851"/>
              <a:gd name="T58" fmla="*/ 2147483646 w 510"/>
              <a:gd name="T59" fmla="*/ 2147483646 h 851"/>
              <a:gd name="T60" fmla="*/ 2147483646 w 510"/>
              <a:gd name="T61" fmla="*/ 2147483646 h 851"/>
              <a:gd name="T62" fmla="*/ 2147483646 w 510"/>
              <a:gd name="T63" fmla="*/ 2147483646 h 851"/>
              <a:gd name="T64" fmla="*/ 2147483646 w 510"/>
              <a:gd name="T65" fmla="*/ 2147483646 h 851"/>
              <a:gd name="T66" fmla="*/ 2147483646 w 510"/>
              <a:gd name="T67" fmla="*/ 2147483646 h 851"/>
              <a:gd name="T68" fmla="*/ 2147483646 w 510"/>
              <a:gd name="T69" fmla="*/ 2147483646 h 851"/>
              <a:gd name="T70" fmla="*/ 2147483646 w 510"/>
              <a:gd name="T71" fmla="*/ 2147483646 h 851"/>
              <a:gd name="T72" fmla="*/ 2147483646 w 510"/>
              <a:gd name="T73" fmla="*/ 2147483646 h 851"/>
              <a:gd name="T74" fmla="*/ 2147483646 w 510"/>
              <a:gd name="T75" fmla="*/ 2147483646 h 851"/>
              <a:gd name="T76" fmla="*/ 2147483646 w 510"/>
              <a:gd name="T77" fmla="*/ 2147483646 h 851"/>
              <a:gd name="T78" fmla="*/ 2147483646 w 510"/>
              <a:gd name="T79" fmla="*/ 2147483646 h 851"/>
              <a:gd name="T80" fmla="*/ 2147483646 w 510"/>
              <a:gd name="T81" fmla="*/ 2147483646 h 851"/>
              <a:gd name="T82" fmla="*/ 2147483646 w 510"/>
              <a:gd name="T83" fmla="*/ 2147483646 h 851"/>
              <a:gd name="T84" fmla="*/ 2147483646 w 510"/>
              <a:gd name="T85" fmla="*/ 2147483646 h 851"/>
              <a:gd name="T86" fmla="*/ 2147483646 w 510"/>
              <a:gd name="T87" fmla="*/ 2147483646 h 851"/>
              <a:gd name="T88" fmla="*/ 2147483646 w 510"/>
              <a:gd name="T89" fmla="*/ 2147483646 h 851"/>
              <a:gd name="T90" fmla="*/ 2147483646 w 510"/>
              <a:gd name="T91" fmla="*/ 2147483646 h 851"/>
              <a:gd name="T92" fmla="*/ 2147483646 w 510"/>
              <a:gd name="T93" fmla="*/ 2147483646 h 851"/>
              <a:gd name="T94" fmla="*/ 2147483646 w 510"/>
              <a:gd name="T95" fmla="*/ 2147483646 h 851"/>
              <a:gd name="T96" fmla="*/ 2147483646 w 510"/>
              <a:gd name="T97" fmla="*/ 2147483646 h 851"/>
              <a:gd name="T98" fmla="*/ 2147483646 w 510"/>
              <a:gd name="T99" fmla="*/ 2147483646 h 851"/>
              <a:gd name="T100" fmla="*/ 2147483646 w 510"/>
              <a:gd name="T101" fmla="*/ 2147483646 h 851"/>
              <a:gd name="T102" fmla="*/ 2147483646 w 510"/>
              <a:gd name="T103" fmla="*/ 2147483646 h 851"/>
              <a:gd name="T104" fmla="*/ 2147483646 w 510"/>
              <a:gd name="T105" fmla="*/ 2147483646 h 851"/>
              <a:gd name="T106" fmla="*/ 2147483646 w 510"/>
              <a:gd name="T107" fmla="*/ 2147483646 h 851"/>
              <a:gd name="T108" fmla="*/ 0 w 510"/>
              <a:gd name="T109" fmla="*/ 2147483646 h 851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10" h="851">
                <a:moveTo>
                  <a:pt x="0" y="0"/>
                </a:moveTo>
                <a:lnTo>
                  <a:pt x="31" y="0"/>
                </a:lnTo>
                <a:lnTo>
                  <a:pt x="60" y="0"/>
                </a:lnTo>
                <a:lnTo>
                  <a:pt x="86" y="0"/>
                </a:lnTo>
                <a:lnTo>
                  <a:pt x="111" y="0"/>
                </a:lnTo>
                <a:lnTo>
                  <a:pt x="135" y="0"/>
                </a:lnTo>
                <a:lnTo>
                  <a:pt x="158" y="0"/>
                </a:lnTo>
                <a:lnTo>
                  <a:pt x="179" y="0"/>
                </a:lnTo>
                <a:lnTo>
                  <a:pt x="197" y="0"/>
                </a:lnTo>
                <a:lnTo>
                  <a:pt x="215" y="0"/>
                </a:lnTo>
                <a:lnTo>
                  <a:pt x="230" y="0"/>
                </a:lnTo>
                <a:lnTo>
                  <a:pt x="246" y="0"/>
                </a:lnTo>
                <a:lnTo>
                  <a:pt x="259" y="0"/>
                </a:lnTo>
                <a:lnTo>
                  <a:pt x="271" y="0"/>
                </a:lnTo>
                <a:lnTo>
                  <a:pt x="283" y="0"/>
                </a:lnTo>
                <a:lnTo>
                  <a:pt x="293" y="0"/>
                </a:lnTo>
                <a:lnTo>
                  <a:pt x="302" y="0"/>
                </a:lnTo>
                <a:lnTo>
                  <a:pt x="311" y="0"/>
                </a:lnTo>
                <a:lnTo>
                  <a:pt x="319" y="0"/>
                </a:lnTo>
                <a:lnTo>
                  <a:pt x="326" y="0"/>
                </a:lnTo>
                <a:lnTo>
                  <a:pt x="332" y="0"/>
                </a:lnTo>
                <a:lnTo>
                  <a:pt x="338" y="0"/>
                </a:lnTo>
                <a:lnTo>
                  <a:pt x="343" y="0"/>
                </a:lnTo>
                <a:lnTo>
                  <a:pt x="348" y="0"/>
                </a:lnTo>
                <a:lnTo>
                  <a:pt x="353" y="0"/>
                </a:lnTo>
                <a:lnTo>
                  <a:pt x="356" y="0"/>
                </a:lnTo>
                <a:lnTo>
                  <a:pt x="360" y="0"/>
                </a:lnTo>
                <a:lnTo>
                  <a:pt x="363" y="0"/>
                </a:lnTo>
                <a:lnTo>
                  <a:pt x="367" y="0"/>
                </a:lnTo>
                <a:lnTo>
                  <a:pt x="371" y="0"/>
                </a:lnTo>
                <a:lnTo>
                  <a:pt x="374" y="0"/>
                </a:lnTo>
                <a:lnTo>
                  <a:pt x="378" y="0"/>
                </a:lnTo>
                <a:lnTo>
                  <a:pt x="383" y="0"/>
                </a:lnTo>
                <a:lnTo>
                  <a:pt x="386" y="0"/>
                </a:lnTo>
                <a:lnTo>
                  <a:pt x="390" y="0"/>
                </a:lnTo>
                <a:lnTo>
                  <a:pt x="393" y="0"/>
                </a:lnTo>
                <a:lnTo>
                  <a:pt x="396" y="0"/>
                </a:lnTo>
                <a:lnTo>
                  <a:pt x="399" y="0"/>
                </a:lnTo>
                <a:lnTo>
                  <a:pt x="402" y="0"/>
                </a:lnTo>
                <a:lnTo>
                  <a:pt x="405" y="1"/>
                </a:lnTo>
                <a:lnTo>
                  <a:pt x="408" y="1"/>
                </a:lnTo>
                <a:lnTo>
                  <a:pt x="410" y="1"/>
                </a:lnTo>
                <a:lnTo>
                  <a:pt x="413" y="1"/>
                </a:lnTo>
                <a:lnTo>
                  <a:pt x="415" y="2"/>
                </a:lnTo>
                <a:lnTo>
                  <a:pt x="416" y="2"/>
                </a:lnTo>
                <a:lnTo>
                  <a:pt x="419" y="4"/>
                </a:lnTo>
                <a:lnTo>
                  <a:pt x="421" y="4"/>
                </a:lnTo>
                <a:lnTo>
                  <a:pt x="422" y="5"/>
                </a:lnTo>
                <a:lnTo>
                  <a:pt x="425" y="6"/>
                </a:lnTo>
                <a:lnTo>
                  <a:pt x="427" y="7"/>
                </a:lnTo>
                <a:lnTo>
                  <a:pt x="428" y="8"/>
                </a:lnTo>
                <a:lnTo>
                  <a:pt x="431" y="10"/>
                </a:lnTo>
                <a:lnTo>
                  <a:pt x="433" y="11"/>
                </a:lnTo>
                <a:lnTo>
                  <a:pt x="435" y="12"/>
                </a:lnTo>
                <a:lnTo>
                  <a:pt x="438" y="14"/>
                </a:lnTo>
                <a:lnTo>
                  <a:pt x="439" y="16"/>
                </a:lnTo>
                <a:lnTo>
                  <a:pt x="441" y="18"/>
                </a:lnTo>
                <a:lnTo>
                  <a:pt x="445" y="20"/>
                </a:lnTo>
                <a:lnTo>
                  <a:pt x="447" y="23"/>
                </a:lnTo>
                <a:lnTo>
                  <a:pt x="450" y="25"/>
                </a:lnTo>
                <a:lnTo>
                  <a:pt x="453" y="29"/>
                </a:lnTo>
                <a:lnTo>
                  <a:pt x="456" y="32"/>
                </a:lnTo>
                <a:lnTo>
                  <a:pt x="459" y="35"/>
                </a:lnTo>
                <a:lnTo>
                  <a:pt x="463" y="38"/>
                </a:lnTo>
                <a:lnTo>
                  <a:pt x="467" y="43"/>
                </a:lnTo>
                <a:lnTo>
                  <a:pt x="471" y="47"/>
                </a:lnTo>
                <a:lnTo>
                  <a:pt x="475" y="50"/>
                </a:lnTo>
                <a:lnTo>
                  <a:pt x="479" y="54"/>
                </a:lnTo>
                <a:lnTo>
                  <a:pt x="481" y="56"/>
                </a:lnTo>
                <a:lnTo>
                  <a:pt x="485" y="60"/>
                </a:lnTo>
                <a:lnTo>
                  <a:pt x="487" y="62"/>
                </a:lnTo>
                <a:lnTo>
                  <a:pt x="489" y="66"/>
                </a:lnTo>
                <a:lnTo>
                  <a:pt x="492" y="68"/>
                </a:lnTo>
                <a:lnTo>
                  <a:pt x="494" y="71"/>
                </a:lnTo>
                <a:lnTo>
                  <a:pt x="497" y="73"/>
                </a:lnTo>
                <a:lnTo>
                  <a:pt x="498" y="74"/>
                </a:lnTo>
                <a:lnTo>
                  <a:pt x="499" y="77"/>
                </a:lnTo>
                <a:lnTo>
                  <a:pt x="501" y="79"/>
                </a:lnTo>
                <a:lnTo>
                  <a:pt x="503" y="82"/>
                </a:lnTo>
                <a:lnTo>
                  <a:pt x="504" y="83"/>
                </a:lnTo>
                <a:lnTo>
                  <a:pt x="505" y="85"/>
                </a:lnTo>
                <a:lnTo>
                  <a:pt x="505" y="88"/>
                </a:lnTo>
                <a:lnTo>
                  <a:pt x="506" y="89"/>
                </a:lnTo>
                <a:lnTo>
                  <a:pt x="507" y="91"/>
                </a:lnTo>
                <a:lnTo>
                  <a:pt x="507" y="94"/>
                </a:lnTo>
                <a:lnTo>
                  <a:pt x="509" y="96"/>
                </a:lnTo>
                <a:lnTo>
                  <a:pt x="509" y="97"/>
                </a:lnTo>
                <a:lnTo>
                  <a:pt x="509" y="100"/>
                </a:lnTo>
                <a:lnTo>
                  <a:pt x="510" y="102"/>
                </a:lnTo>
                <a:lnTo>
                  <a:pt x="510" y="106"/>
                </a:lnTo>
                <a:lnTo>
                  <a:pt x="510" y="108"/>
                </a:lnTo>
                <a:lnTo>
                  <a:pt x="510" y="110"/>
                </a:lnTo>
                <a:lnTo>
                  <a:pt x="510" y="114"/>
                </a:lnTo>
                <a:lnTo>
                  <a:pt x="510" y="116"/>
                </a:lnTo>
                <a:lnTo>
                  <a:pt x="510" y="120"/>
                </a:lnTo>
                <a:lnTo>
                  <a:pt x="510" y="124"/>
                </a:lnTo>
                <a:lnTo>
                  <a:pt x="510" y="127"/>
                </a:lnTo>
                <a:lnTo>
                  <a:pt x="510" y="132"/>
                </a:lnTo>
                <a:lnTo>
                  <a:pt x="510" y="136"/>
                </a:lnTo>
                <a:lnTo>
                  <a:pt x="510" y="139"/>
                </a:lnTo>
                <a:lnTo>
                  <a:pt x="510" y="142"/>
                </a:lnTo>
                <a:lnTo>
                  <a:pt x="510" y="145"/>
                </a:lnTo>
                <a:lnTo>
                  <a:pt x="510" y="149"/>
                </a:lnTo>
                <a:lnTo>
                  <a:pt x="510" y="151"/>
                </a:lnTo>
                <a:lnTo>
                  <a:pt x="510" y="155"/>
                </a:lnTo>
                <a:lnTo>
                  <a:pt x="510" y="157"/>
                </a:lnTo>
                <a:lnTo>
                  <a:pt x="510" y="161"/>
                </a:lnTo>
                <a:lnTo>
                  <a:pt x="510" y="163"/>
                </a:lnTo>
                <a:lnTo>
                  <a:pt x="510" y="167"/>
                </a:lnTo>
                <a:lnTo>
                  <a:pt x="510" y="171"/>
                </a:lnTo>
                <a:lnTo>
                  <a:pt x="510" y="173"/>
                </a:lnTo>
                <a:lnTo>
                  <a:pt x="510" y="177"/>
                </a:lnTo>
                <a:lnTo>
                  <a:pt x="510" y="181"/>
                </a:lnTo>
                <a:lnTo>
                  <a:pt x="510" y="185"/>
                </a:lnTo>
                <a:lnTo>
                  <a:pt x="510" y="190"/>
                </a:lnTo>
                <a:lnTo>
                  <a:pt x="510" y="195"/>
                </a:lnTo>
                <a:lnTo>
                  <a:pt x="510" y="199"/>
                </a:lnTo>
                <a:lnTo>
                  <a:pt x="510" y="204"/>
                </a:lnTo>
                <a:lnTo>
                  <a:pt x="510" y="210"/>
                </a:lnTo>
                <a:lnTo>
                  <a:pt x="510" y="217"/>
                </a:lnTo>
                <a:lnTo>
                  <a:pt x="510" y="223"/>
                </a:lnTo>
                <a:lnTo>
                  <a:pt x="510" y="231"/>
                </a:lnTo>
                <a:lnTo>
                  <a:pt x="510" y="239"/>
                </a:lnTo>
                <a:lnTo>
                  <a:pt x="510" y="247"/>
                </a:lnTo>
                <a:lnTo>
                  <a:pt x="510" y="256"/>
                </a:lnTo>
                <a:lnTo>
                  <a:pt x="510" y="265"/>
                </a:lnTo>
                <a:lnTo>
                  <a:pt x="510" y="275"/>
                </a:lnTo>
                <a:lnTo>
                  <a:pt x="510" y="287"/>
                </a:lnTo>
                <a:lnTo>
                  <a:pt x="510" y="298"/>
                </a:lnTo>
                <a:lnTo>
                  <a:pt x="510" y="310"/>
                </a:lnTo>
                <a:lnTo>
                  <a:pt x="510" y="321"/>
                </a:lnTo>
                <a:lnTo>
                  <a:pt x="510" y="330"/>
                </a:lnTo>
                <a:lnTo>
                  <a:pt x="510" y="340"/>
                </a:lnTo>
                <a:lnTo>
                  <a:pt x="510" y="349"/>
                </a:lnTo>
                <a:lnTo>
                  <a:pt x="510" y="358"/>
                </a:lnTo>
                <a:lnTo>
                  <a:pt x="510" y="365"/>
                </a:lnTo>
                <a:lnTo>
                  <a:pt x="510" y="372"/>
                </a:lnTo>
                <a:lnTo>
                  <a:pt x="510" y="379"/>
                </a:lnTo>
                <a:lnTo>
                  <a:pt x="510" y="385"/>
                </a:lnTo>
                <a:lnTo>
                  <a:pt x="510" y="391"/>
                </a:lnTo>
                <a:lnTo>
                  <a:pt x="510" y="396"/>
                </a:lnTo>
                <a:lnTo>
                  <a:pt x="510" y="402"/>
                </a:lnTo>
                <a:lnTo>
                  <a:pt x="510" y="407"/>
                </a:lnTo>
                <a:lnTo>
                  <a:pt x="510" y="411"/>
                </a:lnTo>
                <a:lnTo>
                  <a:pt x="510" y="415"/>
                </a:lnTo>
                <a:lnTo>
                  <a:pt x="510" y="419"/>
                </a:lnTo>
                <a:lnTo>
                  <a:pt x="510" y="423"/>
                </a:lnTo>
                <a:lnTo>
                  <a:pt x="510" y="426"/>
                </a:lnTo>
                <a:lnTo>
                  <a:pt x="510" y="430"/>
                </a:lnTo>
                <a:lnTo>
                  <a:pt x="510" y="432"/>
                </a:lnTo>
                <a:lnTo>
                  <a:pt x="510" y="436"/>
                </a:lnTo>
                <a:lnTo>
                  <a:pt x="510" y="438"/>
                </a:lnTo>
                <a:lnTo>
                  <a:pt x="510" y="442"/>
                </a:lnTo>
                <a:lnTo>
                  <a:pt x="510" y="444"/>
                </a:lnTo>
                <a:lnTo>
                  <a:pt x="510" y="448"/>
                </a:lnTo>
                <a:lnTo>
                  <a:pt x="510" y="450"/>
                </a:lnTo>
                <a:lnTo>
                  <a:pt x="510" y="454"/>
                </a:lnTo>
                <a:lnTo>
                  <a:pt x="510" y="457"/>
                </a:lnTo>
                <a:lnTo>
                  <a:pt x="510" y="461"/>
                </a:lnTo>
                <a:lnTo>
                  <a:pt x="510" y="465"/>
                </a:lnTo>
                <a:lnTo>
                  <a:pt x="510" y="468"/>
                </a:lnTo>
                <a:lnTo>
                  <a:pt x="510" y="472"/>
                </a:lnTo>
                <a:lnTo>
                  <a:pt x="510" y="475"/>
                </a:lnTo>
                <a:lnTo>
                  <a:pt x="510" y="479"/>
                </a:lnTo>
                <a:lnTo>
                  <a:pt x="510" y="483"/>
                </a:lnTo>
                <a:lnTo>
                  <a:pt x="510" y="485"/>
                </a:lnTo>
                <a:lnTo>
                  <a:pt x="510" y="489"/>
                </a:lnTo>
                <a:lnTo>
                  <a:pt x="510" y="491"/>
                </a:lnTo>
                <a:lnTo>
                  <a:pt x="510" y="495"/>
                </a:lnTo>
                <a:lnTo>
                  <a:pt x="510" y="497"/>
                </a:lnTo>
                <a:lnTo>
                  <a:pt x="510" y="499"/>
                </a:lnTo>
                <a:lnTo>
                  <a:pt x="510" y="502"/>
                </a:lnTo>
                <a:lnTo>
                  <a:pt x="510" y="505"/>
                </a:lnTo>
                <a:lnTo>
                  <a:pt x="510" y="508"/>
                </a:lnTo>
                <a:lnTo>
                  <a:pt x="510" y="510"/>
                </a:lnTo>
                <a:lnTo>
                  <a:pt x="510" y="513"/>
                </a:lnTo>
                <a:lnTo>
                  <a:pt x="510" y="516"/>
                </a:lnTo>
                <a:lnTo>
                  <a:pt x="510" y="519"/>
                </a:lnTo>
                <a:lnTo>
                  <a:pt x="510" y="522"/>
                </a:lnTo>
                <a:lnTo>
                  <a:pt x="510" y="526"/>
                </a:lnTo>
                <a:lnTo>
                  <a:pt x="510" y="529"/>
                </a:lnTo>
                <a:lnTo>
                  <a:pt x="510" y="533"/>
                </a:lnTo>
                <a:lnTo>
                  <a:pt x="510" y="537"/>
                </a:lnTo>
                <a:lnTo>
                  <a:pt x="510" y="541"/>
                </a:lnTo>
                <a:lnTo>
                  <a:pt x="510" y="546"/>
                </a:lnTo>
                <a:lnTo>
                  <a:pt x="510" y="551"/>
                </a:lnTo>
                <a:lnTo>
                  <a:pt x="510" y="556"/>
                </a:lnTo>
                <a:lnTo>
                  <a:pt x="510" y="562"/>
                </a:lnTo>
                <a:lnTo>
                  <a:pt x="510" y="568"/>
                </a:lnTo>
                <a:lnTo>
                  <a:pt x="510" y="574"/>
                </a:lnTo>
                <a:lnTo>
                  <a:pt x="510" y="581"/>
                </a:lnTo>
                <a:lnTo>
                  <a:pt x="510" y="588"/>
                </a:lnTo>
                <a:lnTo>
                  <a:pt x="510" y="595"/>
                </a:lnTo>
                <a:lnTo>
                  <a:pt x="510" y="604"/>
                </a:lnTo>
                <a:lnTo>
                  <a:pt x="510" y="611"/>
                </a:lnTo>
                <a:lnTo>
                  <a:pt x="510" y="617"/>
                </a:lnTo>
                <a:lnTo>
                  <a:pt x="510" y="624"/>
                </a:lnTo>
                <a:lnTo>
                  <a:pt x="510" y="630"/>
                </a:lnTo>
                <a:lnTo>
                  <a:pt x="510" y="635"/>
                </a:lnTo>
                <a:lnTo>
                  <a:pt x="510" y="641"/>
                </a:lnTo>
                <a:lnTo>
                  <a:pt x="510" y="646"/>
                </a:lnTo>
                <a:lnTo>
                  <a:pt x="510" y="651"/>
                </a:lnTo>
                <a:lnTo>
                  <a:pt x="510" y="654"/>
                </a:lnTo>
                <a:lnTo>
                  <a:pt x="510" y="658"/>
                </a:lnTo>
                <a:lnTo>
                  <a:pt x="510" y="663"/>
                </a:lnTo>
                <a:lnTo>
                  <a:pt x="510" y="666"/>
                </a:lnTo>
                <a:lnTo>
                  <a:pt x="510" y="669"/>
                </a:lnTo>
                <a:lnTo>
                  <a:pt x="510" y="672"/>
                </a:lnTo>
                <a:lnTo>
                  <a:pt x="510" y="676"/>
                </a:lnTo>
                <a:lnTo>
                  <a:pt x="510" y="678"/>
                </a:lnTo>
                <a:lnTo>
                  <a:pt x="510" y="681"/>
                </a:lnTo>
                <a:lnTo>
                  <a:pt x="510" y="684"/>
                </a:lnTo>
                <a:lnTo>
                  <a:pt x="510" y="687"/>
                </a:lnTo>
                <a:lnTo>
                  <a:pt x="510" y="689"/>
                </a:lnTo>
                <a:lnTo>
                  <a:pt x="510" y="691"/>
                </a:lnTo>
                <a:lnTo>
                  <a:pt x="510" y="695"/>
                </a:lnTo>
                <a:lnTo>
                  <a:pt x="510" y="697"/>
                </a:lnTo>
                <a:lnTo>
                  <a:pt x="510" y="700"/>
                </a:lnTo>
                <a:lnTo>
                  <a:pt x="510" y="703"/>
                </a:lnTo>
                <a:lnTo>
                  <a:pt x="510" y="706"/>
                </a:lnTo>
                <a:lnTo>
                  <a:pt x="510" y="709"/>
                </a:lnTo>
                <a:lnTo>
                  <a:pt x="510" y="712"/>
                </a:lnTo>
                <a:lnTo>
                  <a:pt x="510" y="715"/>
                </a:lnTo>
                <a:lnTo>
                  <a:pt x="510" y="719"/>
                </a:lnTo>
                <a:lnTo>
                  <a:pt x="510" y="724"/>
                </a:lnTo>
                <a:lnTo>
                  <a:pt x="510" y="727"/>
                </a:lnTo>
                <a:lnTo>
                  <a:pt x="510" y="731"/>
                </a:lnTo>
                <a:lnTo>
                  <a:pt x="510" y="735"/>
                </a:lnTo>
                <a:lnTo>
                  <a:pt x="510" y="737"/>
                </a:lnTo>
                <a:lnTo>
                  <a:pt x="510" y="741"/>
                </a:lnTo>
                <a:lnTo>
                  <a:pt x="510" y="743"/>
                </a:lnTo>
                <a:lnTo>
                  <a:pt x="510" y="747"/>
                </a:lnTo>
                <a:lnTo>
                  <a:pt x="510" y="749"/>
                </a:lnTo>
                <a:lnTo>
                  <a:pt x="509" y="751"/>
                </a:lnTo>
                <a:lnTo>
                  <a:pt x="509" y="754"/>
                </a:lnTo>
                <a:lnTo>
                  <a:pt x="509" y="755"/>
                </a:lnTo>
                <a:lnTo>
                  <a:pt x="507" y="757"/>
                </a:lnTo>
                <a:lnTo>
                  <a:pt x="507" y="760"/>
                </a:lnTo>
                <a:lnTo>
                  <a:pt x="506" y="762"/>
                </a:lnTo>
                <a:lnTo>
                  <a:pt x="505" y="763"/>
                </a:lnTo>
                <a:lnTo>
                  <a:pt x="505" y="766"/>
                </a:lnTo>
                <a:lnTo>
                  <a:pt x="504" y="768"/>
                </a:lnTo>
                <a:lnTo>
                  <a:pt x="503" y="769"/>
                </a:lnTo>
                <a:lnTo>
                  <a:pt x="501" y="772"/>
                </a:lnTo>
                <a:lnTo>
                  <a:pt x="499" y="774"/>
                </a:lnTo>
                <a:lnTo>
                  <a:pt x="498" y="777"/>
                </a:lnTo>
                <a:lnTo>
                  <a:pt x="497" y="778"/>
                </a:lnTo>
                <a:lnTo>
                  <a:pt x="494" y="780"/>
                </a:lnTo>
                <a:lnTo>
                  <a:pt x="492" y="783"/>
                </a:lnTo>
                <a:lnTo>
                  <a:pt x="489" y="786"/>
                </a:lnTo>
                <a:lnTo>
                  <a:pt x="487" y="789"/>
                </a:lnTo>
                <a:lnTo>
                  <a:pt x="485" y="791"/>
                </a:lnTo>
                <a:lnTo>
                  <a:pt x="481" y="795"/>
                </a:lnTo>
                <a:lnTo>
                  <a:pt x="479" y="797"/>
                </a:lnTo>
                <a:lnTo>
                  <a:pt x="475" y="801"/>
                </a:lnTo>
                <a:lnTo>
                  <a:pt x="471" y="804"/>
                </a:lnTo>
                <a:lnTo>
                  <a:pt x="467" y="808"/>
                </a:lnTo>
                <a:lnTo>
                  <a:pt x="463" y="813"/>
                </a:lnTo>
                <a:lnTo>
                  <a:pt x="459" y="816"/>
                </a:lnTo>
                <a:lnTo>
                  <a:pt x="456" y="819"/>
                </a:lnTo>
                <a:lnTo>
                  <a:pt x="453" y="822"/>
                </a:lnTo>
                <a:lnTo>
                  <a:pt x="450" y="826"/>
                </a:lnTo>
                <a:lnTo>
                  <a:pt x="447" y="828"/>
                </a:lnTo>
                <a:lnTo>
                  <a:pt x="445" y="831"/>
                </a:lnTo>
                <a:lnTo>
                  <a:pt x="441" y="833"/>
                </a:lnTo>
                <a:lnTo>
                  <a:pt x="439" y="835"/>
                </a:lnTo>
                <a:lnTo>
                  <a:pt x="438" y="837"/>
                </a:lnTo>
                <a:lnTo>
                  <a:pt x="435" y="839"/>
                </a:lnTo>
                <a:lnTo>
                  <a:pt x="433" y="840"/>
                </a:lnTo>
                <a:lnTo>
                  <a:pt x="431" y="841"/>
                </a:lnTo>
                <a:lnTo>
                  <a:pt x="428" y="844"/>
                </a:lnTo>
                <a:lnTo>
                  <a:pt x="427" y="845"/>
                </a:lnTo>
                <a:lnTo>
                  <a:pt x="425" y="845"/>
                </a:lnTo>
                <a:lnTo>
                  <a:pt x="422" y="846"/>
                </a:lnTo>
                <a:lnTo>
                  <a:pt x="421" y="847"/>
                </a:lnTo>
                <a:lnTo>
                  <a:pt x="419" y="847"/>
                </a:lnTo>
                <a:lnTo>
                  <a:pt x="416" y="849"/>
                </a:lnTo>
                <a:lnTo>
                  <a:pt x="415" y="849"/>
                </a:lnTo>
                <a:lnTo>
                  <a:pt x="413" y="850"/>
                </a:lnTo>
                <a:lnTo>
                  <a:pt x="410" y="850"/>
                </a:lnTo>
                <a:lnTo>
                  <a:pt x="408" y="850"/>
                </a:lnTo>
                <a:lnTo>
                  <a:pt x="405" y="850"/>
                </a:lnTo>
                <a:lnTo>
                  <a:pt x="402" y="851"/>
                </a:lnTo>
                <a:lnTo>
                  <a:pt x="399" y="851"/>
                </a:lnTo>
                <a:lnTo>
                  <a:pt x="396" y="851"/>
                </a:lnTo>
                <a:lnTo>
                  <a:pt x="393" y="851"/>
                </a:lnTo>
                <a:lnTo>
                  <a:pt x="390" y="851"/>
                </a:lnTo>
                <a:lnTo>
                  <a:pt x="386" y="851"/>
                </a:lnTo>
                <a:lnTo>
                  <a:pt x="383" y="851"/>
                </a:lnTo>
                <a:lnTo>
                  <a:pt x="378" y="851"/>
                </a:lnTo>
                <a:lnTo>
                  <a:pt x="374" y="851"/>
                </a:lnTo>
                <a:lnTo>
                  <a:pt x="371" y="851"/>
                </a:lnTo>
                <a:lnTo>
                  <a:pt x="367" y="851"/>
                </a:lnTo>
                <a:lnTo>
                  <a:pt x="363" y="851"/>
                </a:lnTo>
                <a:lnTo>
                  <a:pt x="360" y="851"/>
                </a:lnTo>
                <a:lnTo>
                  <a:pt x="356" y="851"/>
                </a:lnTo>
                <a:lnTo>
                  <a:pt x="353" y="851"/>
                </a:lnTo>
                <a:lnTo>
                  <a:pt x="348" y="851"/>
                </a:lnTo>
                <a:lnTo>
                  <a:pt x="343" y="851"/>
                </a:lnTo>
                <a:lnTo>
                  <a:pt x="338" y="851"/>
                </a:lnTo>
                <a:lnTo>
                  <a:pt x="332" y="851"/>
                </a:lnTo>
                <a:lnTo>
                  <a:pt x="326" y="851"/>
                </a:lnTo>
                <a:lnTo>
                  <a:pt x="319" y="851"/>
                </a:lnTo>
                <a:lnTo>
                  <a:pt x="311" y="851"/>
                </a:lnTo>
                <a:lnTo>
                  <a:pt x="302" y="851"/>
                </a:lnTo>
                <a:lnTo>
                  <a:pt x="293" y="851"/>
                </a:lnTo>
                <a:lnTo>
                  <a:pt x="283" y="851"/>
                </a:lnTo>
                <a:lnTo>
                  <a:pt x="271" y="851"/>
                </a:lnTo>
                <a:lnTo>
                  <a:pt x="259" y="851"/>
                </a:lnTo>
                <a:lnTo>
                  <a:pt x="246" y="851"/>
                </a:lnTo>
                <a:lnTo>
                  <a:pt x="230" y="851"/>
                </a:lnTo>
                <a:lnTo>
                  <a:pt x="215" y="851"/>
                </a:lnTo>
                <a:lnTo>
                  <a:pt x="197" y="851"/>
                </a:lnTo>
                <a:lnTo>
                  <a:pt x="179" y="851"/>
                </a:lnTo>
                <a:lnTo>
                  <a:pt x="158" y="851"/>
                </a:lnTo>
                <a:lnTo>
                  <a:pt x="135" y="851"/>
                </a:lnTo>
                <a:lnTo>
                  <a:pt x="111" y="851"/>
                </a:lnTo>
                <a:lnTo>
                  <a:pt x="86" y="851"/>
                </a:lnTo>
                <a:lnTo>
                  <a:pt x="60" y="851"/>
                </a:lnTo>
                <a:lnTo>
                  <a:pt x="31" y="851"/>
                </a:lnTo>
                <a:lnTo>
                  <a:pt x="0" y="851"/>
                </a:lnTo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74" name="Freeform 167">
            <a:extLst>
              <a:ext uri="{FF2B5EF4-FFF2-40B4-BE49-F238E27FC236}">
                <a16:creationId xmlns:a16="http://schemas.microsoft.com/office/drawing/2014/main" id="{B4D8B1A5-7EA0-45A3-8D58-55A3F2D74B08}"/>
              </a:ext>
            </a:extLst>
          </p:cNvPr>
          <p:cNvSpPr>
            <a:spLocks/>
          </p:cNvSpPr>
          <p:nvPr/>
        </p:nvSpPr>
        <p:spPr bwMode="auto">
          <a:xfrm>
            <a:off x="6384925" y="2255838"/>
            <a:ext cx="222250" cy="222250"/>
          </a:xfrm>
          <a:custGeom>
            <a:avLst/>
            <a:gdLst>
              <a:gd name="T0" fmla="*/ 0 w 336"/>
              <a:gd name="T1" fmla="*/ 2147483646 h 336"/>
              <a:gd name="T2" fmla="*/ 2147483646 w 336"/>
              <a:gd name="T3" fmla="*/ 2147483646 h 336"/>
              <a:gd name="T4" fmla="*/ 2147483646 w 336"/>
              <a:gd name="T5" fmla="*/ 2147483646 h 336"/>
              <a:gd name="T6" fmla="*/ 2147483646 w 336"/>
              <a:gd name="T7" fmla="*/ 2147483646 h 336"/>
              <a:gd name="T8" fmla="*/ 2147483646 w 336"/>
              <a:gd name="T9" fmla="*/ 2147483646 h 336"/>
              <a:gd name="T10" fmla="*/ 2147483646 w 336"/>
              <a:gd name="T11" fmla="*/ 2147483646 h 336"/>
              <a:gd name="T12" fmla="*/ 2147483646 w 336"/>
              <a:gd name="T13" fmla="*/ 2147483646 h 336"/>
              <a:gd name="T14" fmla="*/ 2147483646 w 336"/>
              <a:gd name="T15" fmla="*/ 2147483646 h 336"/>
              <a:gd name="T16" fmla="*/ 2147483646 w 336"/>
              <a:gd name="T17" fmla="*/ 2147483646 h 336"/>
              <a:gd name="T18" fmla="*/ 2147483646 w 336"/>
              <a:gd name="T19" fmla="*/ 2147483646 h 336"/>
              <a:gd name="T20" fmla="*/ 2147483646 w 336"/>
              <a:gd name="T21" fmla="*/ 0 h 336"/>
              <a:gd name="T22" fmla="*/ 2147483646 w 336"/>
              <a:gd name="T23" fmla="*/ 0 h 336"/>
              <a:gd name="T24" fmla="*/ 2147483646 w 336"/>
              <a:gd name="T25" fmla="*/ 2147483646 h 336"/>
              <a:gd name="T26" fmla="*/ 2147483646 w 336"/>
              <a:gd name="T27" fmla="*/ 2147483646 h 336"/>
              <a:gd name="T28" fmla="*/ 2147483646 w 336"/>
              <a:gd name="T29" fmla="*/ 2147483646 h 336"/>
              <a:gd name="T30" fmla="*/ 2147483646 w 336"/>
              <a:gd name="T31" fmla="*/ 2147483646 h 336"/>
              <a:gd name="T32" fmla="*/ 2147483646 w 336"/>
              <a:gd name="T33" fmla="*/ 2147483646 h 336"/>
              <a:gd name="T34" fmla="*/ 2147483646 w 336"/>
              <a:gd name="T35" fmla="*/ 2147483646 h 336"/>
              <a:gd name="T36" fmla="*/ 2147483646 w 336"/>
              <a:gd name="T37" fmla="*/ 2147483646 h 336"/>
              <a:gd name="T38" fmla="*/ 2147483646 w 336"/>
              <a:gd name="T39" fmla="*/ 2147483646 h 336"/>
              <a:gd name="T40" fmla="*/ 2147483646 w 336"/>
              <a:gd name="T41" fmla="*/ 2147483646 h 336"/>
              <a:gd name="T42" fmla="*/ 2147483646 w 336"/>
              <a:gd name="T43" fmla="*/ 2147483646 h 336"/>
              <a:gd name="T44" fmla="*/ 2147483646 w 336"/>
              <a:gd name="T45" fmla="*/ 2147483646 h 336"/>
              <a:gd name="T46" fmla="*/ 2147483646 w 336"/>
              <a:gd name="T47" fmla="*/ 2147483646 h 336"/>
              <a:gd name="T48" fmla="*/ 2147483646 w 336"/>
              <a:gd name="T49" fmla="*/ 2147483646 h 336"/>
              <a:gd name="T50" fmla="*/ 2147483646 w 336"/>
              <a:gd name="T51" fmla="*/ 2147483646 h 336"/>
              <a:gd name="T52" fmla="*/ 2147483646 w 336"/>
              <a:gd name="T53" fmla="*/ 2147483646 h 336"/>
              <a:gd name="T54" fmla="*/ 2147483646 w 336"/>
              <a:gd name="T55" fmla="*/ 2147483646 h 336"/>
              <a:gd name="T56" fmla="*/ 2147483646 w 336"/>
              <a:gd name="T57" fmla="*/ 2147483646 h 336"/>
              <a:gd name="T58" fmla="*/ 2147483646 w 336"/>
              <a:gd name="T59" fmla="*/ 2147483646 h 336"/>
              <a:gd name="T60" fmla="*/ 2147483646 w 336"/>
              <a:gd name="T61" fmla="*/ 2147483646 h 336"/>
              <a:gd name="T62" fmla="*/ 2147483646 w 336"/>
              <a:gd name="T63" fmla="*/ 2147483646 h 336"/>
              <a:gd name="T64" fmla="*/ 2147483646 w 336"/>
              <a:gd name="T65" fmla="*/ 2147483646 h 336"/>
              <a:gd name="T66" fmla="*/ 2147483646 w 336"/>
              <a:gd name="T67" fmla="*/ 2147483646 h 336"/>
              <a:gd name="T68" fmla="*/ 2147483646 w 336"/>
              <a:gd name="T69" fmla="*/ 2147483646 h 336"/>
              <a:gd name="T70" fmla="*/ 2147483646 w 336"/>
              <a:gd name="T71" fmla="*/ 2147483646 h 336"/>
              <a:gd name="T72" fmla="*/ 2147483646 w 336"/>
              <a:gd name="T73" fmla="*/ 2147483646 h 336"/>
              <a:gd name="T74" fmla="*/ 2147483646 w 336"/>
              <a:gd name="T75" fmla="*/ 2147483646 h 336"/>
              <a:gd name="T76" fmla="*/ 2147483646 w 336"/>
              <a:gd name="T77" fmla="*/ 2147483646 h 336"/>
              <a:gd name="T78" fmla="*/ 2147483646 w 336"/>
              <a:gd name="T79" fmla="*/ 2147483646 h 336"/>
              <a:gd name="T80" fmla="*/ 2147483646 w 336"/>
              <a:gd name="T81" fmla="*/ 2147483646 h 336"/>
              <a:gd name="T82" fmla="*/ 2147483646 w 336"/>
              <a:gd name="T83" fmla="*/ 2147483646 h 336"/>
              <a:gd name="T84" fmla="*/ 2147483646 w 336"/>
              <a:gd name="T85" fmla="*/ 2147483646 h 336"/>
              <a:gd name="T86" fmla="*/ 2147483646 w 336"/>
              <a:gd name="T87" fmla="*/ 2147483646 h 336"/>
              <a:gd name="T88" fmla="*/ 2147483646 w 336"/>
              <a:gd name="T89" fmla="*/ 2147483646 h 336"/>
              <a:gd name="T90" fmla="*/ 2147483646 w 336"/>
              <a:gd name="T91" fmla="*/ 2147483646 h 336"/>
              <a:gd name="T92" fmla="*/ 2147483646 w 336"/>
              <a:gd name="T93" fmla="*/ 2147483646 h 336"/>
              <a:gd name="T94" fmla="*/ 2147483646 w 336"/>
              <a:gd name="T95" fmla="*/ 2147483646 h 336"/>
              <a:gd name="T96" fmla="*/ 2147483646 w 336"/>
              <a:gd name="T97" fmla="*/ 2147483646 h 336"/>
              <a:gd name="T98" fmla="*/ 2147483646 w 336"/>
              <a:gd name="T99" fmla="*/ 2147483646 h 336"/>
              <a:gd name="T100" fmla="*/ 2147483646 w 336"/>
              <a:gd name="T101" fmla="*/ 2147483646 h 336"/>
              <a:gd name="T102" fmla="*/ 2147483646 w 336"/>
              <a:gd name="T103" fmla="*/ 2147483646 h 336"/>
              <a:gd name="T104" fmla="*/ 2147483646 w 336"/>
              <a:gd name="T105" fmla="*/ 2147483646 h 336"/>
              <a:gd name="T106" fmla="*/ 2147483646 w 336"/>
              <a:gd name="T107" fmla="*/ 2147483646 h 336"/>
              <a:gd name="T108" fmla="*/ 2147483646 w 336"/>
              <a:gd name="T109" fmla="*/ 2147483646 h 336"/>
              <a:gd name="T110" fmla="*/ 0 w 336"/>
              <a:gd name="T111" fmla="*/ 2147483646 h 3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336" h="336">
                <a:moveTo>
                  <a:pt x="0" y="166"/>
                </a:moveTo>
                <a:lnTo>
                  <a:pt x="0" y="171"/>
                </a:lnTo>
                <a:lnTo>
                  <a:pt x="0" y="161"/>
                </a:lnTo>
                <a:lnTo>
                  <a:pt x="1" y="153"/>
                </a:lnTo>
                <a:lnTo>
                  <a:pt x="2" y="144"/>
                </a:lnTo>
                <a:lnTo>
                  <a:pt x="3" y="136"/>
                </a:lnTo>
                <a:lnTo>
                  <a:pt x="6" y="127"/>
                </a:lnTo>
                <a:lnTo>
                  <a:pt x="7" y="119"/>
                </a:lnTo>
                <a:lnTo>
                  <a:pt x="10" y="112"/>
                </a:lnTo>
                <a:lnTo>
                  <a:pt x="13" y="103"/>
                </a:lnTo>
                <a:lnTo>
                  <a:pt x="16" y="96"/>
                </a:lnTo>
                <a:lnTo>
                  <a:pt x="20" y="89"/>
                </a:lnTo>
                <a:lnTo>
                  <a:pt x="25" y="82"/>
                </a:lnTo>
                <a:lnTo>
                  <a:pt x="28" y="75"/>
                </a:lnTo>
                <a:lnTo>
                  <a:pt x="33" y="69"/>
                </a:lnTo>
                <a:lnTo>
                  <a:pt x="38" y="61"/>
                </a:lnTo>
                <a:lnTo>
                  <a:pt x="44" y="55"/>
                </a:lnTo>
                <a:lnTo>
                  <a:pt x="50" y="49"/>
                </a:lnTo>
                <a:lnTo>
                  <a:pt x="56" y="45"/>
                </a:lnTo>
                <a:lnTo>
                  <a:pt x="62" y="39"/>
                </a:lnTo>
                <a:lnTo>
                  <a:pt x="68" y="34"/>
                </a:lnTo>
                <a:lnTo>
                  <a:pt x="75" y="29"/>
                </a:lnTo>
                <a:lnTo>
                  <a:pt x="81" y="24"/>
                </a:lnTo>
                <a:lnTo>
                  <a:pt x="88" y="21"/>
                </a:lnTo>
                <a:lnTo>
                  <a:pt x="96" y="17"/>
                </a:lnTo>
                <a:lnTo>
                  <a:pt x="104" y="13"/>
                </a:lnTo>
                <a:lnTo>
                  <a:pt x="111" y="10"/>
                </a:lnTo>
                <a:lnTo>
                  <a:pt x="120" y="7"/>
                </a:lnTo>
                <a:lnTo>
                  <a:pt x="127" y="5"/>
                </a:lnTo>
                <a:lnTo>
                  <a:pt x="135" y="4"/>
                </a:lnTo>
                <a:lnTo>
                  <a:pt x="144" y="1"/>
                </a:lnTo>
                <a:lnTo>
                  <a:pt x="152" y="1"/>
                </a:lnTo>
                <a:lnTo>
                  <a:pt x="162" y="0"/>
                </a:lnTo>
                <a:lnTo>
                  <a:pt x="170" y="0"/>
                </a:lnTo>
                <a:lnTo>
                  <a:pt x="165" y="0"/>
                </a:lnTo>
                <a:lnTo>
                  <a:pt x="175" y="0"/>
                </a:lnTo>
                <a:lnTo>
                  <a:pt x="183" y="1"/>
                </a:lnTo>
                <a:lnTo>
                  <a:pt x="192" y="1"/>
                </a:lnTo>
                <a:lnTo>
                  <a:pt x="200" y="4"/>
                </a:lnTo>
                <a:lnTo>
                  <a:pt x="208" y="5"/>
                </a:lnTo>
                <a:lnTo>
                  <a:pt x="216" y="7"/>
                </a:lnTo>
                <a:lnTo>
                  <a:pt x="224" y="10"/>
                </a:lnTo>
                <a:lnTo>
                  <a:pt x="231" y="13"/>
                </a:lnTo>
                <a:lnTo>
                  <a:pt x="240" y="17"/>
                </a:lnTo>
                <a:lnTo>
                  <a:pt x="247" y="21"/>
                </a:lnTo>
                <a:lnTo>
                  <a:pt x="254" y="24"/>
                </a:lnTo>
                <a:lnTo>
                  <a:pt x="261" y="29"/>
                </a:lnTo>
                <a:lnTo>
                  <a:pt x="267" y="34"/>
                </a:lnTo>
                <a:lnTo>
                  <a:pt x="273" y="39"/>
                </a:lnTo>
                <a:lnTo>
                  <a:pt x="280" y="45"/>
                </a:lnTo>
                <a:lnTo>
                  <a:pt x="286" y="49"/>
                </a:lnTo>
                <a:lnTo>
                  <a:pt x="291" y="55"/>
                </a:lnTo>
                <a:lnTo>
                  <a:pt x="297" y="61"/>
                </a:lnTo>
                <a:lnTo>
                  <a:pt x="302" y="69"/>
                </a:lnTo>
                <a:lnTo>
                  <a:pt x="307" y="75"/>
                </a:lnTo>
                <a:lnTo>
                  <a:pt x="312" y="82"/>
                </a:lnTo>
                <a:lnTo>
                  <a:pt x="315" y="89"/>
                </a:lnTo>
                <a:lnTo>
                  <a:pt x="319" y="96"/>
                </a:lnTo>
                <a:lnTo>
                  <a:pt x="322" y="103"/>
                </a:lnTo>
                <a:lnTo>
                  <a:pt x="325" y="112"/>
                </a:lnTo>
                <a:lnTo>
                  <a:pt x="328" y="119"/>
                </a:lnTo>
                <a:lnTo>
                  <a:pt x="331" y="127"/>
                </a:lnTo>
                <a:lnTo>
                  <a:pt x="332" y="136"/>
                </a:lnTo>
                <a:lnTo>
                  <a:pt x="333" y="144"/>
                </a:lnTo>
                <a:lnTo>
                  <a:pt x="334" y="153"/>
                </a:lnTo>
                <a:lnTo>
                  <a:pt x="336" y="161"/>
                </a:lnTo>
                <a:lnTo>
                  <a:pt x="336" y="171"/>
                </a:lnTo>
                <a:lnTo>
                  <a:pt x="336" y="166"/>
                </a:lnTo>
                <a:lnTo>
                  <a:pt x="336" y="174"/>
                </a:lnTo>
                <a:lnTo>
                  <a:pt x="334" y="184"/>
                </a:lnTo>
                <a:lnTo>
                  <a:pt x="333" y="192"/>
                </a:lnTo>
                <a:lnTo>
                  <a:pt x="332" y="201"/>
                </a:lnTo>
                <a:lnTo>
                  <a:pt x="331" y="208"/>
                </a:lnTo>
                <a:lnTo>
                  <a:pt x="328" y="216"/>
                </a:lnTo>
                <a:lnTo>
                  <a:pt x="325" y="225"/>
                </a:lnTo>
                <a:lnTo>
                  <a:pt x="322" y="232"/>
                </a:lnTo>
                <a:lnTo>
                  <a:pt x="319" y="240"/>
                </a:lnTo>
                <a:lnTo>
                  <a:pt x="315" y="247"/>
                </a:lnTo>
                <a:lnTo>
                  <a:pt x="312" y="255"/>
                </a:lnTo>
                <a:lnTo>
                  <a:pt x="307" y="261"/>
                </a:lnTo>
                <a:lnTo>
                  <a:pt x="302" y="268"/>
                </a:lnTo>
                <a:lnTo>
                  <a:pt x="297" y="274"/>
                </a:lnTo>
                <a:lnTo>
                  <a:pt x="291" y="280"/>
                </a:lnTo>
                <a:lnTo>
                  <a:pt x="286" y="286"/>
                </a:lnTo>
                <a:lnTo>
                  <a:pt x="280" y="292"/>
                </a:lnTo>
                <a:lnTo>
                  <a:pt x="273" y="297"/>
                </a:lnTo>
                <a:lnTo>
                  <a:pt x="267" y="303"/>
                </a:lnTo>
                <a:lnTo>
                  <a:pt x="261" y="307"/>
                </a:lnTo>
                <a:lnTo>
                  <a:pt x="254" y="311"/>
                </a:lnTo>
                <a:lnTo>
                  <a:pt x="247" y="316"/>
                </a:lnTo>
                <a:lnTo>
                  <a:pt x="240" y="319"/>
                </a:lnTo>
                <a:lnTo>
                  <a:pt x="231" y="323"/>
                </a:lnTo>
                <a:lnTo>
                  <a:pt x="224" y="325"/>
                </a:lnTo>
                <a:lnTo>
                  <a:pt x="216" y="328"/>
                </a:lnTo>
                <a:lnTo>
                  <a:pt x="208" y="330"/>
                </a:lnTo>
                <a:lnTo>
                  <a:pt x="200" y="333"/>
                </a:lnTo>
                <a:lnTo>
                  <a:pt x="192" y="334"/>
                </a:lnTo>
                <a:lnTo>
                  <a:pt x="183" y="335"/>
                </a:lnTo>
                <a:lnTo>
                  <a:pt x="175" y="336"/>
                </a:lnTo>
                <a:lnTo>
                  <a:pt x="165" y="336"/>
                </a:lnTo>
                <a:lnTo>
                  <a:pt x="170" y="336"/>
                </a:lnTo>
                <a:lnTo>
                  <a:pt x="162" y="336"/>
                </a:lnTo>
                <a:lnTo>
                  <a:pt x="152" y="335"/>
                </a:lnTo>
                <a:lnTo>
                  <a:pt x="144" y="334"/>
                </a:lnTo>
                <a:lnTo>
                  <a:pt x="135" y="333"/>
                </a:lnTo>
                <a:lnTo>
                  <a:pt x="127" y="330"/>
                </a:lnTo>
                <a:lnTo>
                  <a:pt x="120" y="328"/>
                </a:lnTo>
                <a:lnTo>
                  <a:pt x="111" y="325"/>
                </a:lnTo>
                <a:lnTo>
                  <a:pt x="104" y="323"/>
                </a:lnTo>
                <a:lnTo>
                  <a:pt x="96" y="319"/>
                </a:lnTo>
                <a:lnTo>
                  <a:pt x="88" y="316"/>
                </a:lnTo>
                <a:lnTo>
                  <a:pt x="81" y="311"/>
                </a:lnTo>
                <a:lnTo>
                  <a:pt x="75" y="307"/>
                </a:lnTo>
                <a:lnTo>
                  <a:pt x="68" y="303"/>
                </a:lnTo>
                <a:lnTo>
                  <a:pt x="62" y="297"/>
                </a:lnTo>
                <a:lnTo>
                  <a:pt x="56" y="292"/>
                </a:lnTo>
                <a:lnTo>
                  <a:pt x="50" y="286"/>
                </a:lnTo>
                <a:lnTo>
                  <a:pt x="44" y="280"/>
                </a:lnTo>
                <a:lnTo>
                  <a:pt x="38" y="274"/>
                </a:lnTo>
                <a:lnTo>
                  <a:pt x="33" y="268"/>
                </a:lnTo>
                <a:lnTo>
                  <a:pt x="28" y="261"/>
                </a:lnTo>
                <a:lnTo>
                  <a:pt x="25" y="255"/>
                </a:lnTo>
                <a:lnTo>
                  <a:pt x="20" y="247"/>
                </a:lnTo>
                <a:lnTo>
                  <a:pt x="16" y="240"/>
                </a:lnTo>
                <a:lnTo>
                  <a:pt x="13" y="232"/>
                </a:lnTo>
                <a:lnTo>
                  <a:pt x="10" y="225"/>
                </a:lnTo>
                <a:lnTo>
                  <a:pt x="7" y="216"/>
                </a:lnTo>
                <a:lnTo>
                  <a:pt x="6" y="208"/>
                </a:lnTo>
                <a:lnTo>
                  <a:pt x="3" y="201"/>
                </a:lnTo>
                <a:lnTo>
                  <a:pt x="2" y="192"/>
                </a:lnTo>
                <a:lnTo>
                  <a:pt x="1" y="184"/>
                </a:lnTo>
                <a:lnTo>
                  <a:pt x="0" y="174"/>
                </a:lnTo>
                <a:lnTo>
                  <a:pt x="0" y="166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75" name="Freeform 168">
            <a:extLst>
              <a:ext uri="{FF2B5EF4-FFF2-40B4-BE49-F238E27FC236}">
                <a16:creationId xmlns:a16="http://schemas.microsoft.com/office/drawing/2014/main" id="{A8634168-E5E9-41CA-9EAB-1648B3A83613}"/>
              </a:ext>
            </a:extLst>
          </p:cNvPr>
          <p:cNvSpPr>
            <a:spLocks/>
          </p:cNvSpPr>
          <p:nvPr/>
        </p:nvSpPr>
        <p:spPr bwMode="auto">
          <a:xfrm>
            <a:off x="6748463" y="1577975"/>
            <a:ext cx="174625" cy="568325"/>
          </a:xfrm>
          <a:custGeom>
            <a:avLst/>
            <a:gdLst>
              <a:gd name="T0" fmla="*/ 0 w 264"/>
              <a:gd name="T1" fmla="*/ 2147483646 h 864"/>
              <a:gd name="T2" fmla="*/ 2147483646 w 264"/>
              <a:gd name="T3" fmla="*/ 2147483646 h 864"/>
              <a:gd name="T4" fmla="*/ 2147483646 w 264"/>
              <a:gd name="T5" fmla="*/ 2147483646 h 864"/>
              <a:gd name="T6" fmla="*/ 2147483646 w 264"/>
              <a:gd name="T7" fmla="*/ 2147483646 h 864"/>
              <a:gd name="T8" fmla="*/ 2147483646 w 264"/>
              <a:gd name="T9" fmla="*/ 2147483646 h 864"/>
              <a:gd name="T10" fmla="*/ 2147483646 w 264"/>
              <a:gd name="T11" fmla="*/ 2147483646 h 864"/>
              <a:gd name="T12" fmla="*/ 2147483646 w 264"/>
              <a:gd name="T13" fmla="*/ 2147483646 h 864"/>
              <a:gd name="T14" fmla="*/ 2147483646 w 264"/>
              <a:gd name="T15" fmla="*/ 2147483646 h 864"/>
              <a:gd name="T16" fmla="*/ 2147483646 w 264"/>
              <a:gd name="T17" fmla="*/ 2147483646 h 864"/>
              <a:gd name="T18" fmla="*/ 2147483646 w 264"/>
              <a:gd name="T19" fmla="*/ 2147483646 h 864"/>
              <a:gd name="T20" fmla="*/ 2147483646 w 264"/>
              <a:gd name="T21" fmla="*/ 0 h 864"/>
              <a:gd name="T22" fmla="*/ 2147483646 w 264"/>
              <a:gd name="T23" fmla="*/ 0 h 864"/>
              <a:gd name="T24" fmla="*/ 2147483646 w 264"/>
              <a:gd name="T25" fmla="*/ 2147483646 h 864"/>
              <a:gd name="T26" fmla="*/ 2147483646 w 264"/>
              <a:gd name="T27" fmla="*/ 2147483646 h 864"/>
              <a:gd name="T28" fmla="*/ 2147483646 w 264"/>
              <a:gd name="T29" fmla="*/ 2147483646 h 864"/>
              <a:gd name="T30" fmla="*/ 2147483646 w 264"/>
              <a:gd name="T31" fmla="*/ 2147483646 h 864"/>
              <a:gd name="T32" fmla="*/ 2147483646 w 264"/>
              <a:gd name="T33" fmla="*/ 2147483646 h 864"/>
              <a:gd name="T34" fmla="*/ 2147483646 w 264"/>
              <a:gd name="T35" fmla="*/ 2147483646 h 864"/>
              <a:gd name="T36" fmla="*/ 2147483646 w 264"/>
              <a:gd name="T37" fmla="*/ 2147483646 h 864"/>
              <a:gd name="T38" fmla="*/ 2147483646 w 264"/>
              <a:gd name="T39" fmla="*/ 2147483646 h 864"/>
              <a:gd name="T40" fmla="*/ 2147483646 w 264"/>
              <a:gd name="T41" fmla="*/ 2147483646 h 864"/>
              <a:gd name="T42" fmla="*/ 2147483646 w 264"/>
              <a:gd name="T43" fmla="*/ 2147483646 h 864"/>
              <a:gd name="T44" fmla="*/ 2147483646 w 264"/>
              <a:gd name="T45" fmla="*/ 2147483646 h 864"/>
              <a:gd name="T46" fmla="*/ 2147483646 w 264"/>
              <a:gd name="T47" fmla="*/ 2147483646 h 864"/>
              <a:gd name="T48" fmla="*/ 2147483646 w 264"/>
              <a:gd name="T49" fmla="*/ 2147483646 h 864"/>
              <a:gd name="T50" fmla="*/ 2147483646 w 264"/>
              <a:gd name="T51" fmla="*/ 2147483646 h 864"/>
              <a:gd name="T52" fmla="*/ 2147483646 w 264"/>
              <a:gd name="T53" fmla="*/ 2147483646 h 864"/>
              <a:gd name="T54" fmla="*/ 2147483646 w 264"/>
              <a:gd name="T55" fmla="*/ 2147483646 h 864"/>
              <a:gd name="T56" fmla="*/ 2147483646 w 264"/>
              <a:gd name="T57" fmla="*/ 2147483646 h 864"/>
              <a:gd name="T58" fmla="*/ 2147483646 w 264"/>
              <a:gd name="T59" fmla="*/ 2147483646 h 864"/>
              <a:gd name="T60" fmla="*/ 2147483646 w 264"/>
              <a:gd name="T61" fmla="*/ 2147483646 h 864"/>
              <a:gd name="T62" fmla="*/ 2147483646 w 264"/>
              <a:gd name="T63" fmla="*/ 2147483646 h 864"/>
              <a:gd name="T64" fmla="*/ 2147483646 w 264"/>
              <a:gd name="T65" fmla="*/ 2147483646 h 864"/>
              <a:gd name="T66" fmla="*/ 2147483646 w 264"/>
              <a:gd name="T67" fmla="*/ 2147483646 h 864"/>
              <a:gd name="T68" fmla="*/ 2147483646 w 264"/>
              <a:gd name="T69" fmla="*/ 2147483646 h 864"/>
              <a:gd name="T70" fmla="*/ 2147483646 w 264"/>
              <a:gd name="T71" fmla="*/ 2147483646 h 864"/>
              <a:gd name="T72" fmla="*/ 2147483646 w 264"/>
              <a:gd name="T73" fmla="*/ 2147483646 h 864"/>
              <a:gd name="T74" fmla="*/ 2147483646 w 264"/>
              <a:gd name="T75" fmla="*/ 2147483646 h 864"/>
              <a:gd name="T76" fmla="*/ 2147483646 w 264"/>
              <a:gd name="T77" fmla="*/ 2147483646 h 864"/>
              <a:gd name="T78" fmla="*/ 2147483646 w 264"/>
              <a:gd name="T79" fmla="*/ 2147483646 h 864"/>
              <a:gd name="T80" fmla="*/ 2147483646 w 264"/>
              <a:gd name="T81" fmla="*/ 2147483646 h 864"/>
              <a:gd name="T82" fmla="*/ 2147483646 w 264"/>
              <a:gd name="T83" fmla="*/ 2147483646 h 864"/>
              <a:gd name="T84" fmla="*/ 2147483646 w 264"/>
              <a:gd name="T85" fmla="*/ 2147483646 h 864"/>
              <a:gd name="T86" fmla="*/ 2147483646 w 264"/>
              <a:gd name="T87" fmla="*/ 2147483646 h 864"/>
              <a:gd name="T88" fmla="*/ 0 w 264"/>
              <a:gd name="T89" fmla="*/ 2147483646 h 86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64" h="864">
                <a:moveTo>
                  <a:pt x="0" y="736"/>
                </a:moveTo>
                <a:lnTo>
                  <a:pt x="0" y="127"/>
                </a:lnTo>
                <a:lnTo>
                  <a:pt x="0" y="121"/>
                </a:lnTo>
                <a:lnTo>
                  <a:pt x="2" y="114"/>
                </a:lnTo>
                <a:lnTo>
                  <a:pt x="2" y="108"/>
                </a:lnTo>
                <a:lnTo>
                  <a:pt x="3" y="102"/>
                </a:lnTo>
                <a:lnTo>
                  <a:pt x="4" y="96"/>
                </a:lnTo>
                <a:lnTo>
                  <a:pt x="6" y="90"/>
                </a:lnTo>
                <a:lnTo>
                  <a:pt x="9" y="84"/>
                </a:lnTo>
                <a:lnTo>
                  <a:pt x="10" y="78"/>
                </a:lnTo>
                <a:lnTo>
                  <a:pt x="14" y="72"/>
                </a:lnTo>
                <a:lnTo>
                  <a:pt x="16" y="67"/>
                </a:lnTo>
                <a:lnTo>
                  <a:pt x="18" y="61"/>
                </a:lnTo>
                <a:lnTo>
                  <a:pt x="22" y="56"/>
                </a:lnTo>
                <a:lnTo>
                  <a:pt x="26" y="52"/>
                </a:lnTo>
                <a:lnTo>
                  <a:pt x="29" y="47"/>
                </a:lnTo>
                <a:lnTo>
                  <a:pt x="34" y="42"/>
                </a:lnTo>
                <a:lnTo>
                  <a:pt x="38" y="37"/>
                </a:lnTo>
                <a:lnTo>
                  <a:pt x="42" y="32"/>
                </a:lnTo>
                <a:lnTo>
                  <a:pt x="47" y="29"/>
                </a:lnTo>
                <a:lnTo>
                  <a:pt x="52" y="25"/>
                </a:lnTo>
                <a:lnTo>
                  <a:pt x="57" y="22"/>
                </a:lnTo>
                <a:lnTo>
                  <a:pt x="62" y="18"/>
                </a:lnTo>
                <a:lnTo>
                  <a:pt x="68" y="16"/>
                </a:lnTo>
                <a:lnTo>
                  <a:pt x="72" y="12"/>
                </a:lnTo>
                <a:lnTo>
                  <a:pt x="78" y="10"/>
                </a:lnTo>
                <a:lnTo>
                  <a:pt x="84" y="7"/>
                </a:lnTo>
                <a:lnTo>
                  <a:pt x="90" y="6"/>
                </a:lnTo>
                <a:lnTo>
                  <a:pt x="96" y="4"/>
                </a:lnTo>
                <a:lnTo>
                  <a:pt x="102" y="2"/>
                </a:lnTo>
                <a:lnTo>
                  <a:pt x="108" y="1"/>
                </a:lnTo>
                <a:lnTo>
                  <a:pt x="116" y="0"/>
                </a:lnTo>
                <a:lnTo>
                  <a:pt x="122" y="0"/>
                </a:lnTo>
                <a:lnTo>
                  <a:pt x="128" y="0"/>
                </a:lnTo>
                <a:lnTo>
                  <a:pt x="137" y="0"/>
                </a:lnTo>
                <a:lnTo>
                  <a:pt x="143" y="0"/>
                </a:lnTo>
                <a:lnTo>
                  <a:pt x="150" y="0"/>
                </a:lnTo>
                <a:lnTo>
                  <a:pt x="156" y="1"/>
                </a:lnTo>
                <a:lnTo>
                  <a:pt x="162" y="2"/>
                </a:lnTo>
                <a:lnTo>
                  <a:pt x="168" y="4"/>
                </a:lnTo>
                <a:lnTo>
                  <a:pt x="174" y="6"/>
                </a:lnTo>
                <a:lnTo>
                  <a:pt x="180" y="7"/>
                </a:lnTo>
                <a:lnTo>
                  <a:pt x="186" y="10"/>
                </a:lnTo>
                <a:lnTo>
                  <a:pt x="192" y="12"/>
                </a:lnTo>
                <a:lnTo>
                  <a:pt x="197" y="16"/>
                </a:lnTo>
                <a:lnTo>
                  <a:pt x="203" y="18"/>
                </a:lnTo>
                <a:lnTo>
                  <a:pt x="208" y="22"/>
                </a:lnTo>
                <a:lnTo>
                  <a:pt x="213" y="25"/>
                </a:lnTo>
                <a:lnTo>
                  <a:pt x="218" y="29"/>
                </a:lnTo>
                <a:lnTo>
                  <a:pt x="222" y="32"/>
                </a:lnTo>
                <a:lnTo>
                  <a:pt x="227" y="37"/>
                </a:lnTo>
                <a:lnTo>
                  <a:pt x="231" y="42"/>
                </a:lnTo>
                <a:lnTo>
                  <a:pt x="236" y="47"/>
                </a:lnTo>
                <a:lnTo>
                  <a:pt x="239" y="52"/>
                </a:lnTo>
                <a:lnTo>
                  <a:pt x="243" y="56"/>
                </a:lnTo>
                <a:lnTo>
                  <a:pt x="246" y="61"/>
                </a:lnTo>
                <a:lnTo>
                  <a:pt x="249" y="67"/>
                </a:lnTo>
                <a:lnTo>
                  <a:pt x="252" y="72"/>
                </a:lnTo>
                <a:lnTo>
                  <a:pt x="255" y="78"/>
                </a:lnTo>
                <a:lnTo>
                  <a:pt x="257" y="84"/>
                </a:lnTo>
                <a:lnTo>
                  <a:pt x="258" y="90"/>
                </a:lnTo>
                <a:lnTo>
                  <a:pt x="261" y="96"/>
                </a:lnTo>
                <a:lnTo>
                  <a:pt x="262" y="102"/>
                </a:lnTo>
                <a:lnTo>
                  <a:pt x="263" y="108"/>
                </a:lnTo>
                <a:lnTo>
                  <a:pt x="264" y="114"/>
                </a:lnTo>
                <a:lnTo>
                  <a:pt x="264" y="121"/>
                </a:lnTo>
                <a:lnTo>
                  <a:pt x="264" y="127"/>
                </a:lnTo>
                <a:lnTo>
                  <a:pt x="264" y="736"/>
                </a:lnTo>
                <a:lnTo>
                  <a:pt x="264" y="743"/>
                </a:lnTo>
                <a:lnTo>
                  <a:pt x="264" y="749"/>
                </a:lnTo>
                <a:lnTo>
                  <a:pt x="263" y="756"/>
                </a:lnTo>
                <a:lnTo>
                  <a:pt x="262" y="762"/>
                </a:lnTo>
                <a:lnTo>
                  <a:pt x="261" y="768"/>
                </a:lnTo>
                <a:lnTo>
                  <a:pt x="258" y="774"/>
                </a:lnTo>
                <a:lnTo>
                  <a:pt x="257" y="780"/>
                </a:lnTo>
                <a:lnTo>
                  <a:pt x="255" y="786"/>
                </a:lnTo>
                <a:lnTo>
                  <a:pt x="252" y="792"/>
                </a:lnTo>
                <a:lnTo>
                  <a:pt x="249" y="797"/>
                </a:lnTo>
                <a:lnTo>
                  <a:pt x="246" y="803"/>
                </a:lnTo>
                <a:lnTo>
                  <a:pt x="243" y="808"/>
                </a:lnTo>
                <a:lnTo>
                  <a:pt x="239" y="813"/>
                </a:lnTo>
                <a:lnTo>
                  <a:pt x="236" y="817"/>
                </a:lnTo>
                <a:lnTo>
                  <a:pt x="231" y="822"/>
                </a:lnTo>
                <a:lnTo>
                  <a:pt x="227" y="827"/>
                </a:lnTo>
                <a:lnTo>
                  <a:pt x="222" y="831"/>
                </a:lnTo>
                <a:lnTo>
                  <a:pt x="218" y="835"/>
                </a:lnTo>
                <a:lnTo>
                  <a:pt x="213" y="839"/>
                </a:lnTo>
                <a:lnTo>
                  <a:pt x="208" y="843"/>
                </a:lnTo>
                <a:lnTo>
                  <a:pt x="203" y="845"/>
                </a:lnTo>
                <a:lnTo>
                  <a:pt x="197" y="849"/>
                </a:lnTo>
                <a:lnTo>
                  <a:pt x="192" y="851"/>
                </a:lnTo>
                <a:lnTo>
                  <a:pt x="186" y="853"/>
                </a:lnTo>
                <a:lnTo>
                  <a:pt x="180" y="856"/>
                </a:lnTo>
                <a:lnTo>
                  <a:pt x="174" y="858"/>
                </a:lnTo>
                <a:lnTo>
                  <a:pt x="168" y="859"/>
                </a:lnTo>
                <a:lnTo>
                  <a:pt x="162" y="862"/>
                </a:lnTo>
                <a:lnTo>
                  <a:pt x="156" y="863"/>
                </a:lnTo>
                <a:lnTo>
                  <a:pt x="150" y="863"/>
                </a:lnTo>
                <a:lnTo>
                  <a:pt x="143" y="864"/>
                </a:lnTo>
                <a:lnTo>
                  <a:pt x="137" y="864"/>
                </a:lnTo>
                <a:lnTo>
                  <a:pt x="128" y="864"/>
                </a:lnTo>
                <a:lnTo>
                  <a:pt x="122" y="864"/>
                </a:lnTo>
                <a:lnTo>
                  <a:pt x="116" y="863"/>
                </a:lnTo>
                <a:lnTo>
                  <a:pt x="108" y="863"/>
                </a:lnTo>
                <a:lnTo>
                  <a:pt x="102" y="862"/>
                </a:lnTo>
                <a:lnTo>
                  <a:pt x="96" y="859"/>
                </a:lnTo>
                <a:lnTo>
                  <a:pt x="90" y="858"/>
                </a:lnTo>
                <a:lnTo>
                  <a:pt x="84" y="856"/>
                </a:lnTo>
                <a:lnTo>
                  <a:pt x="78" y="853"/>
                </a:lnTo>
                <a:lnTo>
                  <a:pt x="72" y="851"/>
                </a:lnTo>
                <a:lnTo>
                  <a:pt x="68" y="849"/>
                </a:lnTo>
                <a:lnTo>
                  <a:pt x="62" y="845"/>
                </a:lnTo>
                <a:lnTo>
                  <a:pt x="57" y="843"/>
                </a:lnTo>
                <a:lnTo>
                  <a:pt x="52" y="839"/>
                </a:lnTo>
                <a:lnTo>
                  <a:pt x="47" y="835"/>
                </a:lnTo>
                <a:lnTo>
                  <a:pt x="42" y="831"/>
                </a:lnTo>
                <a:lnTo>
                  <a:pt x="38" y="827"/>
                </a:lnTo>
                <a:lnTo>
                  <a:pt x="34" y="822"/>
                </a:lnTo>
                <a:lnTo>
                  <a:pt x="29" y="817"/>
                </a:lnTo>
                <a:lnTo>
                  <a:pt x="26" y="813"/>
                </a:lnTo>
                <a:lnTo>
                  <a:pt x="22" y="808"/>
                </a:lnTo>
                <a:lnTo>
                  <a:pt x="18" y="803"/>
                </a:lnTo>
                <a:lnTo>
                  <a:pt x="16" y="797"/>
                </a:lnTo>
                <a:lnTo>
                  <a:pt x="14" y="792"/>
                </a:lnTo>
                <a:lnTo>
                  <a:pt x="10" y="786"/>
                </a:lnTo>
                <a:lnTo>
                  <a:pt x="9" y="780"/>
                </a:lnTo>
                <a:lnTo>
                  <a:pt x="6" y="774"/>
                </a:lnTo>
                <a:lnTo>
                  <a:pt x="4" y="768"/>
                </a:lnTo>
                <a:lnTo>
                  <a:pt x="3" y="762"/>
                </a:lnTo>
                <a:lnTo>
                  <a:pt x="2" y="756"/>
                </a:lnTo>
                <a:lnTo>
                  <a:pt x="2" y="749"/>
                </a:lnTo>
                <a:lnTo>
                  <a:pt x="0" y="743"/>
                </a:lnTo>
                <a:lnTo>
                  <a:pt x="0" y="736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76" name="Rectangle 169">
            <a:extLst>
              <a:ext uri="{FF2B5EF4-FFF2-40B4-BE49-F238E27FC236}">
                <a16:creationId xmlns:a16="http://schemas.microsoft.com/office/drawing/2014/main" id="{2E0D4A3C-DF86-463B-B3AF-216D6D9CA3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7400" y="19605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77" name="Rectangle 170">
            <a:extLst>
              <a:ext uri="{FF2B5EF4-FFF2-40B4-BE49-F238E27FC236}">
                <a16:creationId xmlns:a16="http://schemas.microsoft.com/office/drawing/2014/main" id="{25893ACC-FFEF-47FB-AD59-1D32E9043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5425" y="2649538"/>
            <a:ext cx="29527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and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78" name="Rectangle 171">
            <a:extLst>
              <a:ext uri="{FF2B5EF4-FFF2-40B4-BE49-F238E27FC236}">
                <a16:creationId xmlns:a16="http://schemas.microsoft.com/office/drawing/2014/main" id="{5C4DE534-DDD3-45B5-B372-2582D12AF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3425" y="2649538"/>
            <a:ext cx="55721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together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79" name="Rectangle 172">
            <a:extLst>
              <a:ext uri="{FF2B5EF4-FFF2-40B4-BE49-F238E27FC236}">
                <a16:creationId xmlns:a16="http://schemas.microsoft.com/office/drawing/2014/main" id="{CA1EA42A-1EFC-4F1B-B82A-670488E0A6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8800" y="2649538"/>
            <a:ext cx="809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680" name="Rectangle 173">
            <a:extLst>
              <a:ext uri="{FF2B5EF4-FFF2-40B4-BE49-F238E27FC236}">
                <a16:creationId xmlns:a16="http://schemas.microsoft.com/office/drawing/2014/main" id="{59372416-5E50-48A0-9D57-76DD2EE6B8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5475" y="2720975"/>
            <a:ext cx="85725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10681" name="Group 2">
            <a:extLst>
              <a:ext uri="{FF2B5EF4-FFF2-40B4-BE49-F238E27FC236}">
                <a16:creationId xmlns:a16="http://schemas.microsoft.com/office/drawing/2014/main" id="{D712EC24-6B6A-4E51-A169-66767491D4C0}"/>
              </a:ext>
            </a:extLst>
          </p:cNvPr>
          <p:cNvGrpSpPr>
            <a:grpSpLocks/>
          </p:cNvGrpSpPr>
          <p:nvPr/>
        </p:nvGrpSpPr>
        <p:grpSpPr bwMode="auto">
          <a:xfrm>
            <a:off x="3130550" y="3124200"/>
            <a:ext cx="3117850" cy="3352800"/>
            <a:chOff x="1905000" y="3352800"/>
            <a:chExt cx="3117850" cy="3352800"/>
          </a:xfrm>
        </p:grpSpPr>
        <p:sp>
          <p:nvSpPr>
            <p:cNvPr id="110684" name="Line 174">
              <a:extLst>
                <a:ext uri="{FF2B5EF4-FFF2-40B4-BE49-F238E27FC236}">
                  <a16:creationId xmlns:a16="http://schemas.microsoft.com/office/drawing/2014/main" id="{66A19F2B-33C9-4D1B-9B43-D57DAADB2B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7888" y="4286250"/>
              <a:ext cx="401637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85" name="Line 175">
              <a:extLst>
                <a:ext uri="{FF2B5EF4-FFF2-40B4-BE49-F238E27FC236}">
                  <a16:creationId xmlns:a16="http://schemas.microsoft.com/office/drawing/2014/main" id="{78DFD95D-F7B7-48FF-8587-EF226ADC45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63875" y="4286250"/>
              <a:ext cx="3063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86" name="Freeform 176">
              <a:extLst>
                <a:ext uri="{FF2B5EF4-FFF2-40B4-BE49-F238E27FC236}">
                  <a16:creationId xmlns:a16="http://schemas.microsoft.com/office/drawing/2014/main" id="{7A57E18B-DDA8-4BA1-83DB-29469137F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4419600"/>
              <a:ext cx="211137" cy="3175"/>
            </a:xfrm>
            <a:custGeom>
              <a:avLst/>
              <a:gdLst>
                <a:gd name="T0" fmla="*/ 2147483646 w 264"/>
                <a:gd name="T1" fmla="*/ 0 h 3175"/>
                <a:gd name="T2" fmla="*/ 0 w 264"/>
                <a:gd name="T3" fmla="*/ 0 h 3175"/>
                <a:gd name="T4" fmla="*/ 2147483646 w 264"/>
                <a:gd name="T5" fmla="*/ 0 h 3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3175">
                  <a:moveTo>
                    <a:pt x="264" y="0"/>
                  </a:moveTo>
                  <a:lnTo>
                    <a:pt x="0" y="0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87" name="Line 177">
              <a:extLst>
                <a:ext uri="{FF2B5EF4-FFF2-40B4-BE49-F238E27FC236}">
                  <a16:creationId xmlns:a16="http://schemas.microsoft.com/office/drawing/2014/main" id="{27AB7DA7-70DE-4F04-B63A-13C0672EC2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8388" y="4419600"/>
              <a:ext cx="211137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88" name="Freeform 178">
              <a:extLst>
                <a:ext uri="{FF2B5EF4-FFF2-40B4-BE49-F238E27FC236}">
                  <a16:creationId xmlns:a16="http://schemas.microsoft.com/office/drawing/2014/main" id="{11AB0DBF-601B-40EE-8174-565693486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4152900"/>
              <a:ext cx="211137" cy="1588"/>
            </a:xfrm>
            <a:custGeom>
              <a:avLst/>
              <a:gdLst>
                <a:gd name="T0" fmla="*/ 2147483646 w 264"/>
                <a:gd name="T1" fmla="*/ 0 h 1588"/>
                <a:gd name="T2" fmla="*/ 0 w 264"/>
                <a:gd name="T3" fmla="*/ 0 h 1588"/>
                <a:gd name="T4" fmla="*/ 2147483646 w 264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1588">
                  <a:moveTo>
                    <a:pt x="264" y="0"/>
                  </a:moveTo>
                  <a:lnTo>
                    <a:pt x="0" y="0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89" name="Freeform 179">
              <a:extLst>
                <a:ext uri="{FF2B5EF4-FFF2-40B4-BE49-F238E27FC236}">
                  <a16:creationId xmlns:a16="http://schemas.microsoft.com/office/drawing/2014/main" id="{15502344-D3E2-463D-AF40-C86488822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4000500"/>
              <a:ext cx="190500" cy="152400"/>
            </a:xfrm>
            <a:custGeom>
              <a:avLst/>
              <a:gdLst>
                <a:gd name="T0" fmla="*/ 0 w 240"/>
                <a:gd name="T1" fmla="*/ 0 h 192"/>
                <a:gd name="T2" fmla="*/ 2147483646 w 240"/>
                <a:gd name="T3" fmla="*/ 0 h 192"/>
                <a:gd name="T4" fmla="*/ 2147483646 w 240"/>
                <a:gd name="T5" fmla="*/ 2147483646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192">
                  <a:moveTo>
                    <a:pt x="0" y="0"/>
                  </a:moveTo>
                  <a:lnTo>
                    <a:pt x="240" y="0"/>
                  </a:lnTo>
                  <a:lnTo>
                    <a:pt x="240" y="192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90" name="Freeform 180">
              <a:extLst>
                <a:ext uri="{FF2B5EF4-FFF2-40B4-BE49-F238E27FC236}">
                  <a16:creationId xmlns:a16="http://schemas.microsoft.com/office/drawing/2014/main" id="{7854AACB-00FE-4B3E-A251-5DA3002DA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4419600"/>
              <a:ext cx="190500" cy="133350"/>
            </a:xfrm>
            <a:custGeom>
              <a:avLst/>
              <a:gdLst>
                <a:gd name="T0" fmla="*/ 0 w 240"/>
                <a:gd name="T1" fmla="*/ 2147483646 h 168"/>
                <a:gd name="T2" fmla="*/ 2147483646 w 240"/>
                <a:gd name="T3" fmla="*/ 2147483646 h 168"/>
                <a:gd name="T4" fmla="*/ 2147483646 w 240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168">
                  <a:moveTo>
                    <a:pt x="0" y="168"/>
                  </a:moveTo>
                  <a:lnTo>
                    <a:pt x="240" y="168"/>
                  </a:lnTo>
                  <a:lnTo>
                    <a:pt x="24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91" name="Freeform 181">
              <a:extLst>
                <a:ext uri="{FF2B5EF4-FFF2-40B4-BE49-F238E27FC236}">
                  <a16:creationId xmlns:a16="http://schemas.microsoft.com/office/drawing/2014/main" id="{03A2A0DE-D1A3-401C-8924-D99558C3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5299075"/>
              <a:ext cx="211137" cy="1588"/>
            </a:xfrm>
            <a:custGeom>
              <a:avLst/>
              <a:gdLst>
                <a:gd name="T0" fmla="*/ 2147483646 w 264"/>
                <a:gd name="T1" fmla="*/ 0 h 1588"/>
                <a:gd name="T2" fmla="*/ 0 w 264"/>
                <a:gd name="T3" fmla="*/ 0 h 1588"/>
                <a:gd name="T4" fmla="*/ 2147483646 w 264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1588">
                  <a:moveTo>
                    <a:pt x="264" y="0"/>
                  </a:moveTo>
                  <a:lnTo>
                    <a:pt x="0" y="0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92" name="Line 182">
              <a:extLst>
                <a:ext uri="{FF2B5EF4-FFF2-40B4-BE49-F238E27FC236}">
                  <a16:creationId xmlns:a16="http://schemas.microsoft.com/office/drawing/2014/main" id="{CA26FD8C-E1CE-4DD9-8CF7-F524BA8B31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8388" y="5299075"/>
              <a:ext cx="211137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93" name="Freeform 183">
              <a:extLst>
                <a:ext uri="{FF2B5EF4-FFF2-40B4-BE49-F238E27FC236}">
                  <a16:creationId xmlns:a16="http://schemas.microsoft.com/office/drawing/2014/main" id="{41647CA0-0D45-4C32-9BFC-3BB296B23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175" y="5432425"/>
              <a:ext cx="133350" cy="1588"/>
            </a:xfrm>
            <a:custGeom>
              <a:avLst/>
              <a:gdLst>
                <a:gd name="T0" fmla="*/ 2147483646 w 168"/>
                <a:gd name="T1" fmla="*/ 0 h 1588"/>
                <a:gd name="T2" fmla="*/ 0 w 168"/>
                <a:gd name="T3" fmla="*/ 0 h 1588"/>
                <a:gd name="T4" fmla="*/ 2147483646 w 168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588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94" name="Line 184">
              <a:extLst>
                <a:ext uri="{FF2B5EF4-FFF2-40B4-BE49-F238E27FC236}">
                  <a16:creationId xmlns:a16="http://schemas.microsoft.com/office/drawing/2014/main" id="{3B71C061-E33C-4D84-800B-848839D470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16175" y="5432425"/>
              <a:ext cx="13335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95" name="Freeform 185">
              <a:extLst>
                <a:ext uri="{FF2B5EF4-FFF2-40B4-BE49-F238E27FC236}">
                  <a16:creationId xmlns:a16="http://schemas.microsoft.com/office/drawing/2014/main" id="{1F094584-7275-4007-9DE6-D03A4A8B6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175" y="5032375"/>
              <a:ext cx="133350" cy="1588"/>
            </a:xfrm>
            <a:custGeom>
              <a:avLst/>
              <a:gdLst>
                <a:gd name="T0" fmla="*/ 2147483646 w 168"/>
                <a:gd name="T1" fmla="*/ 0 h 1588"/>
                <a:gd name="T2" fmla="*/ 0 w 168"/>
                <a:gd name="T3" fmla="*/ 0 h 1588"/>
                <a:gd name="T4" fmla="*/ 2147483646 w 168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588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96" name="Line 186">
              <a:extLst>
                <a:ext uri="{FF2B5EF4-FFF2-40B4-BE49-F238E27FC236}">
                  <a16:creationId xmlns:a16="http://schemas.microsoft.com/office/drawing/2014/main" id="{B022D11C-ADFA-4C84-8B39-DB168BA0AA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16175" y="5032375"/>
              <a:ext cx="13335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97" name="Freeform 187">
              <a:extLst>
                <a:ext uri="{FF2B5EF4-FFF2-40B4-BE49-F238E27FC236}">
                  <a16:creationId xmlns:a16="http://schemas.microsoft.com/office/drawing/2014/main" id="{2271B1F5-41B2-46B3-9C1C-65E69A992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4822825"/>
              <a:ext cx="268287" cy="209550"/>
            </a:xfrm>
            <a:custGeom>
              <a:avLst/>
              <a:gdLst>
                <a:gd name="T0" fmla="*/ 0 w 336"/>
                <a:gd name="T1" fmla="*/ 0 h 264"/>
                <a:gd name="T2" fmla="*/ 2147483646 w 336"/>
                <a:gd name="T3" fmla="*/ 0 h 264"/>
                <a:gd name="T4" fmla="*/ 2147483646 w 336"/>
                <a:gd name="T5" fmla="*/ 2147483646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264">
                  <a:moveTo>
                    <a:pt x="0" y="0"/>
                  </a:moveTo>
                  <a:lnTo>
                    <a:pt x="336" y="0"/>
                  </a:lnTo>
                  <a:lnTo>
                    <a:pt x="336" y="264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98" name="Freeform 188">
              <a:extLst>
                <a:ext uri="{FF2B5EF4-FFF2-40B4-BE49-F238E27FC236}">
                  <a16:creationId xmlns:a16="http://schemas.microsoft.com/office/drawing/2014/main" id="{9E0DE8CC-C40B-4ACA-BF26-5C1A9D8B4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5432425"/>
              <a:ext cx="268287" cy="190500"/>
            </a:xfrm>
            <a:custGeom>
              <a:avLst/>
              <a:gdLst>
                <a:gd name="T0" fmla="*/ 0 w 336"/>
                <a:gd name="T1" fmla="*/ 2147483646 h 240"/>
                <a:gd name="T2" fmla="*/ 2147483646 w 336"/>
                <a:gd name="T3" fmla="*/ 2147483646 h 240"/>
                <a:gd name="T4" fmla="*/ 2147483646 w 336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240">
                  <a:moveTo>
                    <a:pt x="0" y="240"/>
                  </a:moveTo>
                  <a:lnTo>
                    <a:pt x="336" y="240"/>
                  </a:lnTo>
                  <a:lnTo>
                    <a:pt x="336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699" name="Freeform 189">
              <a:extLst>
                <a:ext uri="{FF2B5EF4-FFF2-40B4-BE49-F238E27FC236}">
                  <a16:creationId xmlns:a16="http://schemas.microsoft.com/office/drawing/2014/main" id="{C64E1FDE-0D88-4C22-BF4F-7240CF096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5299075"/>
              <a:ext cx="190500" cy="57150"/>
            </a:xfrm>
            <a:custGeom>
              <a:avLst/>
              <a:gdLst>
                <a:gd name="T0" fmla="*/ 0 w 240"/>
                <a:gd name="T1" fmla="*/ 2147483646 h 72"/>
                <a:gd name="T2" fmla="*/ 2147483646 w 240"/>
                <a:gd name="T3" fmla="*/ 2147483646 h 72"/>
                <a:gd name="T4" fmla="*/ 2147483646 w 240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72">
                  <a:moveTo>
                    <a:pt x="0" y="72"/>
                  </a:moveTo>
                  <a:lnTo>
                    <a:pt x="240" y="72"/>
                  </a:lnTo>
                  <a:lnTo>
                    <a:pt x="24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00" name="Freeform 190">
              <a:extLst>
                <a:ext uri="{FF2B5EF4-FFF2-40B4-BE49-F238E27FC236}">
                  <a16:creationId xmlns:a16="http://schemas.microsoft.com/office/drawing/2014/main" id="{EC452AFC-2554-4826-8116-9B3914D43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5165725"/>
              <a:ext cx="211137" cy="1588"/>
            </a:xfrm>
            <a:custGeom>
              <a:avLst/>
              <a:gdLst>
                <a:gd name="T0" fmla="*/ 2147483646 w 264"/>
                <a:gd name="T1" fmla="*/ 0 h 1588"/>
                <a:gd name="T2" fmla="*/ 0 w 264"/>
                <a:gd name="T3" fmla="*/ 0 h 1588"/>
                <a:gd name="T4" fmla="*/ 2147483646 w 264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1588">
                  <a:moveTo>
                    <a:pt x="264" y="0"/>
                  </a:moveTo>
                  <a:lnTo>
                    <a:pt x="0" y="0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01" name="Line 191">
              <a:extLst>
                <a:ext uri="{FF2B5EF4-FFF2-40B4-BE49-F238E27FC236}">
                  <a16:creationId xmlns:a16="http://schemas.microsoft.com/office/drawing/2014/main" id="{9747AFC5-EB3D-4DAD-893C-4919B62AD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8388" y="5165725"/>
              <a:ext cx="211137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02" name="Freeform 192">
              <a:extLst>
                <a:ext uri="{FF2B5EF4-FFF2-40B4-BE49-F238E27FC236}">
                  <a16:creationId xmlns:a16="http://schemas.microsoft.com/office/drawing/2014/main" id="{5F28E24B-C1BE-4D21-B39C-4324B696C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5089525"/>
              <a:ext cx="190500" cy="76200"/>
            </a:xfrm>
            <a:custGeom>
              <a:avLst/>
              <a:gdLst>
                <a:gd name="T0" fmla="*/ 0 w 240"/>
                <a:gd name="T1" fmla="*/ 0 h 96"/>
                <a:gd name="T2" fmla="*/ 2147483646 w 240"/>
                <a:gd name="T3" fmla="*/ 0 h 96"/>
                <a:gd name="T4" fmla="*/ 2147483646 w 240"/>
                <a:gd name="T5" fmla="*/ 2147483646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96">
                  <a:moveTo>
                    <a:pt x="0" y="0"/>
                  </a:moveTo>
                  <a:lnTo>
                    <a:pt x="240" y="0"/>
                  </a:lnTo>
                  <a:lnTo>
                    <a:pt x="240" y="96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03" name="Freeform 193">
              <a:extLst>
                <a:ext uri="{FF2B5EF4-FFF2-40B4-BE49-F238E27FC236}">
                  <a16:creationId xmlns:a16="http://schemas.microsoft.com/office/drawing/2014/main" id="{1816C44D-47CA-4842-A8A1-EDFB10D8F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875" y="6042025"/>
              <a:ext cx="171450" cy="3175"/>
            </a:xfrm>
            <a:custGeom>
              <a:avLst/>
              <a:gdLst>
                <a:gd name="T0" fmla="*/ 2147483646 w 216"/>
                <a:gd name="T1" fmla="*/ 0 h 3175"/>
                <a:gd name="T2" fmla="*/ 0 w 216"/>
                <a:gd name="T3" fmla="*/ 0 h 3175"/>
                <a:gd name="T4" fmla="*/ 2147483646 w 216"/>
                <a:gd name="T5" fmla="*/ 0 h 3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3175">
                  <a:moveTo>
                    <a:pt x="216" y="0"/>
                  </a:moveTo>
                  <a:lnTo>
                    <a:pt x="0" y="0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04" name="Line 194">
              <a:extLst>
                <a:ext uri="{FF2B5EF4-FFF2-40B4-BE49-F238E27FC236}">
                  <a16:creationId xmlns:a16="http://schemas.microsoft.com/office/drawing/2014/main" id="{BA32B681-DF98-4E5D-BB0D-515DA51D20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63875" y="6042025"/>
              <a:ext cx="171450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05" name="Freeform 195">
              <a:extLst>
                <a:ext uri="{FF2B5EF4-FFF2-40B4-BE49-F238E27FC236}">
                  <a16:creationId xmlns:a16="http://schemas.microsoft.com/office/drawing/2014/main" id="{986EB468-89C0-47FE-BFFD-BEF66857B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6175375"/>
              <a:ext cx="401637" cy="3175"/>
            </a:xfrm>
            <a:custGeom>
              <a:avLst/>
              <a:gdLst>
                <a:gd name="T0" fmla="*/ 2147483646 w 504"/>
                <a:gd name="T1" fmla="*/ 0 h 3175"/>
                <a:gd name="T2" fmla="*/ 0 w 504"/>
                <a:gd name="T3" fmla="*/ 0 h 3175"/>
                <a:gd name="T4" fmla="*/ 2147483646 w 504"/>
                <a:gd name="T5" fmla="*/ 0 h 3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3175">
                  <a:moveTo>
                    <a:pt x="504" y="0"/>
                  </a:moveTo>
                  <a:lnTo>
                    <a:pt x="0" y="0"/>
                  </a:lnTo>
                  <a:lnTo>
                    <a:pt x="50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06" name="Line 196">
              <a:extLst>
                <a:ext uri="{FF2B5EF4-FFF2-40B4-BE49-F238E27FC236}">
                  <a16:creationId xmlns:a16="http://schemas.microsoft.com/office/drawing/2014/main" id="{FF81CC2B-AD66-489D-A03D-43B5F635EC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7888" y="6175375"/>
              <a:ext cx="401637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07" name="Freeform 197">
              <a:extLst>
                <a:ext uri="{FF2B5EF4-FFF2-40B4-BE49-F238E27FC236}">
                  <a16:creationId xmlns:a16="http://schemas.microsoft.com/office/drawing/2014/main" id="{C96EFB35-FB66-4F3A-9B0F-04CFE447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5908675"/>
              <a:ext cx="401637" cy="1588"/>
            </a:xfrm>
            <a:custGeom>
              <a:avLst/>
              <a:gdLst>
                <a:gd name="T0" fmla="*/ 2147483646 w 504"/>
                <a:gd name="T1" fmla="*/ 0 h 1588"/>
                <a:gd name="T2" fmla="*/ 0 w 504"/>
                <a:gd name="T3" fmla="*/ 0 h 1588"/>
                <a:gd name="T4" fmla="*/ 2147483646 w 504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1588">
                  <a:moveTo>
                    <a:pt x="504" y="0"/>
                  </a:moveTo>
                  <a:lnTo>
                    <a:pt x="0" y="0"/>
                  </a:lnTo>
                  <a:lnTo>
                    <a:pt x="50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08" name="Line 198">
              <a:extLst>
                <a:ext uri="{FF2B5EF4-FFF2-40B4-BE49-F238E27FC236}">
                  <a16:creationId xmlns:a16="http://schemas.microsoft.com/office/drawing/2014/main" id="{9A48ED86-9F08-4EF5-8A7A-57F1773060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7888" y="5908675"/>
              <a:ext cx="401637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09" name="Freeform 199">
              <a:extLst>
                <a:ext uri="{FF2B5EF4-FFF2-40B4-BE49-F238E27FC236}">
                  <a16:creationId xmlns:a16="http://schemas.microsoft.com/office/drawing/2014/main" id="{84FD122F-8F92-494D-BC56-0734DD4FD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875" y="3600450"/>
              <a:ext cx="171450" cy="1588"/>
            </a:xfrm>
            <a:custGeom>
              <a:avLst/>
              <a:gdLst>
                <a:gd name="T0" fmla="*/ 2147483646 w 216"/>
                <a:gd name="T1" fmla="*/ 0 h 1588"/>
                <a:gd name="T2" fmla="*/ 0 w 216"/>
                <a:gd name="T3" fmla="*/ 0 h 1588"/>
                <a:gd name="T4" fmla="*/ 2147483646 w 216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588">
                  <a:moveTo>
                    <a:pt x="216" y="0"/>
                  </a:moveTo>
                  <a:lnTo>
                    <a:pt x="0" y="0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10" name="Line 200">
              <a:extLst>
                <a:ext uri="{FF2B5EF4-FFF2-40B4-BE49-F238E27FC236}">
                  <a16:creationId xmlns:a16="http://schemas.microsoft.com/office/drawing/2014/main" id="{F2DB74C3-DF0B-4D5C-9813-2D5EAD4F67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63875" y="3600450"/>
              <a:ext cx="17145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11" name="Freeform 201">
              <a:extLst>
                <a:ext uri="{FF2B5EF4-FFF2-40B4-BE49-F238E27FC236}">
                  <a16:creationId xmlns:a16="http://schemas.microsoft.com/office/drawing/2014/main" id="{08376DF5-3B37-4B5E-8390-A73E1C5AE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3733800"/>
              <a:ext cx="401637" cy="1588"/>
            </a:xfrm>
            <a:custGeom>
              <a:avLst/>
              <a:gdLst>
                <a:gd name="T0" fmla="*/ 2147483646 w 504"/>
                <a:gd name="T1" fmla="*/ 0 h 1588"/>
                <a:gd name="T2" fmla="*/ 0 w 504"/>
                <a:gd name="T3" fmla="*/ 0 h 1588"/>
                <a:gd name="T4" fmla="*/ 2147483646 w 504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1588">
                  <a:moveTo>
                    <a:pt x="504" y="0"/>
                  </a:moveTo>
                  <a:lnTo>
                    <a:pt x="0" y="0"/>
                  </a:lnTo>
                  <a:lnTo>
                    <a:pt x="50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12" name="Line 202">
              <a:extLst>
                <a:ext uri="{FF2B5EF4-FFF2-40B4-BE49-F238E27FC236}">
                  <a16:creationId xmlns:a16="http://schemas.microsoft.com/office/drawing/2014/main" id="{7B3F3D79-5296-4C6F-91D6-FC7D92E304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7888" y="3733800"/>
              <a:ext cx="401637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13" name="Freeform 203">
              <a:extLst>
                <a:ext uri="{FF2B5EF4-FFF2-40B4-BE49-F238E27FC236}">
                  <a16:creationId xmlns:a16="http://schemas.microsoft.com/office/drawing/2014/main" id="{3D7612C6-BD9A-4A97-8342-6F4519DA8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3467100"/>
              <a:ext cx="401637" cy="1588"/>
            </a:xfrm>
            <a:custGeom>
              <a:avLst/>
              <a:gdLst>
                <a:gd name="T0" fmla="*/ 2147483646 w 504"/>
                <a:gd name="T1" fmla="*/ 0 h 1588"/>
                <a:gd name="T2" fmla="*/ 0 w 504"/>
                <a:gd name="T3" fmla="*/ 0 h 1588"/>
                <a:gd name="T4" fmla="*/ 2147483646 w 504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1588">
                  <a:moveTo>
                    <a:pt x="504" y="0"/>
                  </a:moveTo>
                  <a:lnTo>
                    <a:pt x="0" y="0"/>
                  </a:lnTo>
                  <a:lnTo>
                    <a:pt x="50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14" name="Line 204">
              <a:extLst>
                <a:ext uri="{FF2B5EF4-FFF2-40B4-BE49-F238E27FC236}">
                  <a16:creationId xmlns:a16="http://schemas.microsoft.com/office/drawing/2014/main" id="{A76DA6B9-D1D6-44AB-AC7E-23CD7DA309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7888" y="3467100"/>
              <a:ext cx="401637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15" name="Line 205">
              <a:extLst>
                <a:ext uri="{FF2B5EF4-FFF2-40B4-BE49-F238E27FC236}">
                  <a16:creationId xmlns:a16="http://schemas.microsoft.com/office/drawing/2014/main" id="{DE8C2806-8E21-412B-B987-49055905B3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6963" y="4000500"/>
              <a:ext cx="30480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16" name="Line 206">
              <a:extLst>
                <a:ext uri="{FF2B5EF4-FFF2-40B4-BE49-F238E27FC236}">
                  <a16:creationId xmlns:a16="http://schemas.microsoft.com/office/drawing/2014/main" id="{ED66BDB3-2E00-4457-ADDA-A55003E68F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6963" y="3867150"/>
              <a:ext cx="26670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17" name="Line 207">
              <a:extLst>
                <a:ext uri="{FF2B5EF4-FFF2-40B4-BE49-F238E27FC236}">
                  <a16:creationId xmlns:a16="http://schemas.microsoft.com/office/drawing/2014/main" id="{9D5BB8FF-39CC-4BE9-8696-122DA0AB33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8550" y="4152900"/>
              <a:ext cx="265113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18" name="Line 208">
              <a:extLst>
                <a:ext uri="{FF2B5EF4-FFF2-40B4-BE49-F238E27FC236}">
                  <a16:creationId xmlns:a16="http://schemas.microsoft.com/office/drawing/2014/main" id="{01DAC872-5429-421D-8B01-F934929BEE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38650" y="4006850"/>
              <a:ext cx="31273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19" name="Freeform 209">
              <a:extLst>
                <a:ext uri="{FF2B5EF4-FFF2-40B4-BE49-F238E27FC236}">
                  <a16:creationId xmlns:a16="http://schemas.microsoft.com/office/drawing/2014/main" id="{C188E83E-26FD-4067-8A1F-8AA6F1A9F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850" y="3783013"/>
              <a:ext cx="569913" cy="227012"/>
            </a:xfrm>
            <a:custGeom>
              <a:avLst/>
              <a:gdLst>
                <a:gd name="T0" fmla="*/ 2147483646 w 717"/>
                <a:gd name="T1" fmla="*/ 0 h 284"/>
                <a:gd name="T2" fmla="*/ 2147483646 w 717"/>
                <a:gd name="T3" fmla="*/ 0 h 284"/>
                <a:gd name="T4" fmla="*/ 2147483646 w 717"/>
                <a:gd name="T5" fmla="*/ 0 h 284"/>
                <a:gd name="T6" fmla="*/ 2147483646 w 717"/>
                <a:gd name="T7" fmla="*/ 2147483646 h 284"/>
                <a:gd name="T8" fmla="*/ 2147483646 w 717"/>
                <a:gd name="T9" fmla="*/ 2147483646 h 284"/>
                <a:gd name="T10" fmla="*/ 2147483646 w 717"/>
                <a:gd name="T11" fmla="*/ 2147483646 h 284"/>
                <a:gd name="T12" fmla="*/ 2147483646 w 717"/>
                <a:gd name="T13" fmla="*/ 2147483646 h 284"/>
                <a:gd name="T14" fmla="*/ 2147483646 w 717"/>
                <a:gd name="T15" fmla="*/ 2147483646 h 284"/>
                <a:gd name="T16" fmla="*/ 2147483646 w 717"/>
                <a:gd name="T17" fmla="*/ 2147483646 h 284"/>
                <a:gd name="T18" fmla="*/ 2147483646 w 717"/>
                <a:gd name="T19" fmla="*/ 2147483646 h 284"/>
                <a:gd name="T20" fmla="*/ 2147483646 w 717"/>
                <a:gd name="T21" fmla="*/ 2147483646 h 284"/>
                <a:gd name="T22" fmla="*/ 2147483646 w 717"/>
                <a:gd name="T23" fmla="*/ 2147483646 h 284"/>
                <a:gd name="T24" fmla="*/ 2147483646 w 717"/>
                <a:gd name="T25" fmla="*/ 2147483646 h 284"/>
                <a:gd name="T26" fmla="*/ 2147483646 w 717"/>
                <a:gd name="T27" fmla="*/ 2147483646 h 284"/>
                <a:gd name="T28" fmla="*/ 2147483646 w 717"/>
                <a:gd name="T29" fmla="*/ 2147483646 h 284"/>
                <a:gd name="T30" fmla="*/ 2147483646 w 717"/>
                <a:gd name="T31" fmla="*/ 2147483646 h 284"/>
                <a:gd name="T32" fmla="*/ 2147483646 w 717"/>
                <a:gd name="T33" fmla="*/ 2147483646 h 284"/>
                <a:gd name="T34" fmla="*/ 2147483646 w 717"/>
                <a:gd name="T35" fmla="*/ 2147483646 h 284"/>
                <a:gd name="T36" fmla="*/ 2147483646 w 717"/>
                <a:gd name="T37" fmla="*/ 2147483646 h 284"/>
                <a:gd name="T38" fmla="*/ 2147483646 w 717"/>
                <a:gd name="T39" fmla="*/ 2147483646 h 284"/>
                <a:gd name="T40" fmla="*/ 2147483646 w 717"/>
                <a:gd name="T41" fmla="*/ 2147483646 h 284"/>
                <a:gd name="T42" fmla="*/ 2147483646 w 717"/>
                <a:gd name="T43" fmla="*/ 2147483646 h 284"/>
                <a:gd name="T44" fmla="*/ 2147483646 w 717"/>
                <a:gd name="T45" fmla="*/ 2147483646 h 284"/>
                <a:gd name="T46" fmla="*/ 2147483646 w 717"/>
                <a:gd name="T47" fmla="*/ 2147483646 h 284"/>
                <a:gd name="T48" fmla="*/ 2147483646 w 717"/>
                <a:gd name="T49" fmla="*/ 2147483646 h 284"/>
                <a:gd name="T50" fmla="*/ 2147483646 w 717"/>
                <a:gd name="T51" fmla="*/ 2147483646 h 284"/>
                <a:gd name="T52" fmla="*/ 2147483646 w 717"/>
                <a:gd name="T53" fmla="*/ 2147483646 h 284"/>
                <a:gd name="T54" fmla="*/ 2147483646 w 717"/>
                <a:gd name="T55" fmla="*/ 2147483646 h 284"/>
                <a:gd name="T56" fmla="*/ 2147483646 w 717"/>
                <a:gd name="T57" fmla="*/ 2147483646 h 284"/>
                <a:gd name="T58" fmla="*/ 2147483646 w 717"/>
                <a:gd name="T59" fmla="*/ 2147483646 h 284"/>
                <a:gd name="T60" fmla="*/ 2147483646 w 717"/>
                <a:gd name="T61" fmla="*/ 2147483646 h 284"/>
                <a:gd name="T62" fmla="*/ 2147483646 w 717"/>
                <a:gd name="T63" fmla="*/ 2147483646 h 284"/>
                <a:gd name="T64" fmla="*/ 2147483646 w 717"/>
                <a:gd name="T65" fmla="*/ 2147483646 h 284"/>
                <a:gd name="T66" fmla="*/ 2147483646 w 717"/>
                <a:gd name="T67" fmla="*/ 2147483646 h 284"/>
                <a:gd name="T68" fmla="*/ 2147483646 w 717"/>
                <a:gd name="T69" fmla="*/ 2147483646 h 284"/>
                <a:gd name="T70" fmla="*/ 2147483646 w 717"/>
                <a:gd name="T71" fmla="*/ 2147483646 h 284"/>
                <a:gd name="T72" fmla="*/ 2147483646 w 717"/>
                <a:gd name="T73" fmla="*/ 2147483646 h 284"/>
                <a:gd name="T74" fmla="*/ 2147483646 w 717"/>
                <a:gd name="T75" fmla="*/ 2147483646 h 284"/>
                <a:gd name="T76" fmla="*/ 2147483646 w 717"/>
                <a:gd name="T77" fmla="*/ 2147483646 h 284"/>
                <a:gd name="T78" fmla="*/ 2147483646 w 717"/>
                <a:gd name="T79" fmla="*/ 2147483646 h 284"/>
                <a:gd name="T80" fmla="*/ 2147483646 w 717"/>
                <a:gd name="T81" fmla="*/ 2147483646 h 284"/>
                <a:gd name="T82" fmla="*/ 2147483646 w 717"/>
                <a:gd name="T83" fmla="*/ 2147483646 h 284"/>
                <a:gd name="T84" fmla="*/ 2147483646 w 717"/>
                <a:gd name="T85" fmla="*/ 2147483646 h 284"/>
                <a:gd name="T86" fmla="*/ 2147483646 w 717"/>
                <a:gd name="T87" fmla="*/ 2147483646 h 284"/>
                <a:gd name="T88" fmla="*/ 2147483646 w 717"/>
                <a:gd name="T89" fmla="*/ 2147483646 h 284"/>
                <a:gd name="T90" fmla="*/ 2147483646 w 717"/>
                <a:gd name="T91" fmla="*/ 2147483646 h 284"/>
                <a:gd name="T92" fmla="*/ 2147483646 w 717"/>
                <a:gd name="T93" fmla="*/ 2147483646 h 284"/>
                <a:gd name="T94" fmla="*/ 2147483646 w 717"/>
                <a:gd name="T95" fmla="*/ 2147483646 h 284"/>
                <a:gd name="T96" fmla="*/ 2147483646 w 717"/>
                <a:gd name="T97" fmla="*/ 2147483646 h 284"/>
                <a:gd name="T98" fmla="*/ 2147483646 w 717"/>
                <a:gd name="T99" fmla="*/ 2147483646 h 284"/>
                <a:gd name="T100" fmla="*/ 2147483646 w 717"/>
                <a:gd name="T101" fmla="*/ 2147483646 h 284"/>
                <a:gd name="T102" fmla="*/ 2147483646 w 717"/>
                <a:gd name="T103" fmla="*/ 2147483646 h 284"/>
                <a:gd name="T104" fmla="*/ 2147483646 w 717"/>
                <a:gd name="T105" fmla="*/ 2147483646 h 284"/>
                <a:gd name="T106" fmla="*/ 2147483646 w 717"/>
                <a:gd name="T107" fmla="*/ 2147483646 h 284"/>
                <a:gd name="T108" fmla="*/ 2147483646 w 717"/>
                <a:gd name="T109" fmla="*/ 2147483646 h 284"/>
                <a:gd name="T110" fmla="*/ 2147483646 w 717"/>
                <a:gd name="T111" fmla="*/ 2147483646 h 284"/>
                <a:gd name="T112" fmla="*/ 2147483646 w 717"/>
                <a:gd name="T113" fmla="*/ 2147483646 h 284"/>
                <a:gd name="T114" fmla="*/ 2147483646 w 717"/>
                <a:gd name="T115" fmla="*/ 2147483646 h 284"/>
                <a:gd name="T116" fmla="*/ 2147483646 w 717"/>
                <a:gd name="T117" fmla="*/ 2147483646 h 284"/>
                <a:gd name="T118" fmla="*/ 2147483646 w 717"/>
                <a:gd name="T119" fmla="*/ 2147483646 h 284"/>
                <a:gd name="T120" fmla="*/ 2147483646 w 717"/>
                <a:gd name="T121" fmla="*/ 2147483646 h 2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4">
                  <a:moveTo>
                    <a:pt x="0" y="0"/>
                  </a:moveTo>
                  <a:lnTo>
                    <a:pt x="27" y="0"/>
                  </a:lnTo>
                  <a:lnTo>
                    <a:pt x="54" y="0"/>
                  </a:lnTo>
                  <a:lnTo>
                    <a:pt x="78" y="0"/>
                  </a:lnTo>
                  <a:lnTo>
                    <a:pt x="99" y="0"/>
                  </a:lnTo>
                  <a:lnTo>
                    <a:pt x="121" y="0"/>
                  </a:lnTo>
                  <a:lnTo>
                    <a:pt x="140" y="0"/>
                  </a:lnTo>
                  <a:lnTo>
                    <a:pt x="158" y="0"/>
                  </a:lnTo>
                  <a:lnTo>
                    <a:pt x="175" y="0"/>
                  </a:lnTo>
                  <a:lnTo>
                    <a:pt x="191" y="0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0" y="0"/>
                  </a:lnTo>
                  <a:lnTo>
                    <a:pt x="249" y="0"/>
                  </a:lnTo>
                  <a:lnTo>
                    <a:pt x="259" y="0"/>
                  </a:lnTo>
                  <a:lnTo>
                    <a:pt x="266" y="0"/>
                  </a:lnTo>
                  <a:lnTo>
                    <a:pt x="273" y="0"/>
                  </a:lnTo>
                  <a:lnTo>
                    <a:pt x="281" y="0"/>
                  </a:lnTo>
                  <a:lnTo>
                    <a:pt x="285" y="0"/>
                  </a:lnTo>
                  <a:lnTo>
                    <a:pt x="291" y="0"/>
                  </a:lnTo>
                  <a:lnTo>
                    <a:pt x="295" y="0"/>
                  </a:lnTo>
                  <a:lnTo>
                    <a:pt x="300" y="0"/>
                  </a:lnTo>
                  <a:lnTo>
                    <a:pt x="303" y="0"/>
                  </a:lnTo>
                  <a:lnTo>
                    <a:pt x="306" y="0"/>
                  </a:lnTo>
                  <a:lnTo>
                    <a:pt x="308" y="0"/>
                  </a:lnTo>
                  <a:lnTo>
                    <a:pt x="311" y="0"/>
                  </a:lnTo>
                  <a:lnTo>
                    <a:pt x="313" y="1"/>
                  </a:lnTo>
                  <a:lnTo>
                    <a:pt x="315" y="1"/>
                  </a:lnTo>
                  <a:lnTo>
                    <a:pt x="318" y="1"/>
                  </a:lnTo>
                  <a:lnTo>
                    <a:pt x="319" y="1"/>
                  </a:lnTo>
                  <a:lnTo>
                    <a:pt x="321" y="1"/>
                  </a:lnTo>
                  <a:lnTo>
                    <a:pt x="323" y="1"/>
                  </a:lnTo>
                  <a:lnTo>
                    <a:pt x="325" y="1"/>
                  </a:lnTo>
                  <a:lnTo>
                    <a:pt x="327" y="1"/>
                  </a:lnTo>
                  <a:lnTo>
                    <a:pt x="329" y="1"/>
                  </a:lnTo>
                  <a:lnTo>
                    <a:pt x="331" y="1"/>
                  </a:lnTo>
                  <a:lnTo>
                    <a:pt x="332" y="2"/>
                  </a:lnTo>
                  <a:lnTo>
                    <a:pt x="333" y="2"/>
                  </a:lnTo>
                  <a:lnTo>
                    <a:pt x="335" y="2"/>
                  </a:lnTo>
                  <a:lnTo>
                    <a:pt x="336" y="2"/>
                  </a:lnTo>
                  <a:lnTo>
                    <a:pt x="337" y="2"/>
                  </a:lnTo>
                  <a:lnTo>
                    <a:pt x="338" y="2"/>
                  </a:lnTo>
                  <a:lnTo>
                    <a:pt x="339" y="2"/>
                  </a:lnTo>
                  <a:lnTo>
                    <a:pt x="341" y="2"/>
                  </a:lnTo>
                  <a:lnTo>
                    <a:pt x="342" y="2"/>
                  </a:lnTo>
                  <a:lnTo>
                    <a:pt x="343" y="2"/>
                  </a:lnTo>
                  <a:lnTo>
                    <a:pt x="344" y="2"/>
                  </a:lnTo>
                  <a:lnTo>
                    <a:pt x="345" y="2"/>
                  </a:lnTo>
                  <a:lnTo>
                    <a:pt x="347" y="3"/>
                  </a:lnTo>
                  <a:lnTo>
                    <a:pt x="348" y="3"/>
                  </a:lnTo>
                  <a:lnTo>
                    <a:pt x="349" y="3"/>
                  </a:lnTo>
                  <a:lnTo>
                    <a:pt x="350" y="3"/>
                  </a:lnTo>
                  <a:lnTo>
                    <a:pt x="351" y="3"/>
                  </a:lnTo>
                  <a:lnTo>
                    <a:pt x="353" y="3"/>
                  </a:lnTo>
                  <a:lnTo>
                    <a:pt x="354" y="3"/>
                  </a:lnTo>
                  <a:lnTo>
                    <a:pt x="355" y="3"/>
                  </a:lnTo>
                  <a:lnTo>
                    <a:pt x="356" y="4"/>
                  </a:lnTo>
                  <a:lnTo>
                    <a:pt x="357" y="4"/>
                  </a:lnTo>
                  <a:lnTo>
                    <a:pt x="359" y="4"/>
                  </a:lnTo>
                  <a:lnTo>
                    <a:pt x="361" y="4"/>
                  </a:lnTo>
                  <a:lnTo>
                    <a:pt x="362" y="4"/>
                  </a:lnTo>
                  <a:lnTo>
                    <a:pt x="365" y="6"/>
                  </a:lnTo>
                  <a:lnTo>
                    <a:pt x="366" y="6"/>
                  </a:lnTo>
                  <a:lnTo>
                    <a:pt x="368" y="6"/>
                  </a:lnTo>
                  <a:lnTo>
                    <a:pt x="369" y="6"/>
                  </a:lnTo>
                  <a:lnTo>
                    <a:pt x="372" y="6"/>
                  </a:lnTo>
                  <a:lnTo>
                    <a:pt x="373" y="7"/>
                  </a:lnTo>
                  <a:lnTo>
                    <a:pt x="374" y="7"/>
                  </a:lnTo>
                  <a:lnTo>
                    <a:pt x="375" y="7"/>
                  </a:lnTo>
                  <a:lnTo>
                    <a:pt x="378" y="7"/>
                  </a:lnTo>
                  <a:lnTo>
                    <a:pt x="379" y="7"/>
                  </a:lnTo>
                  <a:lnTo>
                    <a:pt x="380" y="7"/>
                  </a:lnTo>
                  <a:lnTo>
                    <a:pt x="381" y="8"/>
                  </a:lnTo>
                  <a:lnTo>
                    <a:pt x="383" y="8"/>
                  </a:lnTo>
                  <a:lnTo>
                    <a:pt x="384" y="8"/>
                  </a:lnTo>
                  <a:lnTo>
                    <a:pt x="385" y="8"/>
                  </a:lnTo>
                  <a:lnTo>
                    <a:pt x="386" y="9"/>
                  </a:lnTo>
                  <a:lnTo>
                    <a:pt x="387" y="9"/>
                  </a:lnTo>
                  <a:lnTo>
                    <a:pt x="389" y="9"/>
                  </a:lnTo>
                  <a:lnTo>
                    <a:pt x="390" y="9"/>
                  </a:lnTo>
                  <a:lnTo>
                    <a:pt x="391" y="9"/>
                  </a:lnTo>
                  <a:lnTo>
                    <a:pt x="392" y="10"/>
                  </a:lnTo>
                  <a:lnTo>
                    <a:pt x="393" y="10"/>
                  </a:lnTo>
                  <a:lnTo>
                    <a:pt x="395" y="10"/>
                  </a:lnTo>
                  <a:lnTo>
                    <a:pt x="396" y="12"/>
                  </a:lnTo>
                  <a:lnTo>
                    <a:pt x="397" y="12"/>
                  </a:lnTo>
                  <a:lnTo>
                    <a:pt x="398" y="12"/>
                  </a:lnTo>
                  <a:lnTo>
                    <a:pt x="399" y="13"/>
                  </a:lnTo>
                  <a:lnTo>
                    <a:pt x="402" y="13"/>
                  </a:lnTo>
                  <a:lnTo>
                    <a:pt x="403" y="14"/>
                  </a:lnTo>
                  <a:lnTo>
                    <a:pt x="405" y="14"/>
                  </a:lnTo>
                  <a:lnTo>
                    <a:pt x="407" y="15"/>
                  </a:lnTo>
                  <a:lnTo>
                    <a:pt x="409" y="15"/>
                  </a:lnTo>
                  <a:lnTo>
                    <a:pt x="411" y="16"/>
                  </a:lnTo>
                  <a:lnTo>
                    <a:pt x="414" y="16"/>
                  </a:lnTo>
                  <a:lnTo>
                    <a:pt x="415" y="18"/>
                  </a:lnTo>
                  <a:lnTo>
                    <a:pt x="417" y="18"/>
                  </a:lnTo>
                  <a:lnTo>
                    <a:pt x="419" y="19"/>
                  </a:lnTo>
                  <a:lnTo>
                    <a:pt x="421" y="19"/>
                  </a:lnTo>
                  <a:lnTo>
                    <a:pt x="422" y="20"/>
                  </a:lnTo>
                  <a:lnTo>
                    <a:pt x="423" y="20"/>
                  </a:lnTo>
                  <a:lnTo>
                    <a:pt x="426" y="20"/>
                  </a:lnTo>
                  <a:lnTo>
                    <a:pt x="427" y="21"/>
                  </a:lnTo>
                  <a:lnTo>
                    <a:pt x="428" y="21"/>
                  </a:lnTo>
                  <a:lnTo>
                    <a:pt x="429" y="21"/>
                  </a:lnTo>
                  <a:lnTo>
                    <a:pt x="431" y="22"/>
                  </a:lnTo>
                  <a:lnTo>
                    <a:pt x="432" y="22"/>
                  </a:lnTo>
                  <a:lnTo>
                    <a:pt x="433" y="22"/>
                  </a:lnTo>
                  <a:lnTo>
                    <a:pt x="434" y="24"/>
                  </a:lnTo>
                  <a:lnTo>
                    <a:pt x="435" y="25"/>
                  </a:lnTo>
                  <a:lnTo>
                    <a:pt x="437" y="25"/>
                  </a:lnTo>
                  <a:lnTo>
                    <a:pt x="438" y="25"/>
                  </a:lnTo>
                  <a:lnTo>
                    <a:pt x="439" y="26"/>
                  </a:lnTo>
                  <a:lnTo>
                    <a:pt x="440" y="26"/>
                  </a:lnTo>
                  <a:lnTo>
                    <a:pt x="441" y="27"/>
                  </a:lnTo>
                  <a:lnTo>
                    <a:pt x="443" y="27"/>
                  </a:lnTo>
                  <a:lnTo>
                    <a:pt x="444" y="27"/>
                  </a:lnTo>
                  <a:lnTo>
                    <a:pt x="445" y="28"/>
                  </a:lnTo>
                  <a:lnTo>
                    <a:pt x="446" y="30"/>
                  </a:lnTo>
                  <a:lnTo>
                    <a:pt x="447" y="30"/>
                  </a:lnTo>
                  <a:lnTo>
                    <a:pt x="449" y="31"/>
                  </a:lnTo>
                  <a:lnTo>
                    <a:pt x="451" y="31"/>
                  </a:lnTo>
                  <a:lnTo>
                    <a:pt x="452" y="32"/>
                  </a:lnTo>
                  <a:lnTo>
                    <a:pt x="455" y="33"/>
                  </a:lnTo>
                  <a:lnTo>
                    <a:pt x="456" y="34"/>
                  </a:lnTo>
                  <a:lnTo>
                    <a:pt x="458" y="34"/>
                  </a:lnTo>
                  <a:lnTo>
                    <a:pt x="459" y="36"/>
                  </a:lnTo>
                  <a:lnTo>
                    <a:pt x="462" y="37"/>
                  </a:lnTo>
                  <a:lnTo>
                    <a:pt x="463" y="37"/>
                  </a:lnTo>
                  <a:lnTo>
                    <a:pt x="464" y="38"/>
                  </a:lnTo>
                  <a:lnTo>
                    <a:pt x="465" y="39"/>
                  </a:lnTo>
                  <a:lnTo>
                    <a:pt x="468" y="39"/>
                  </a:lnTo>
                  <a:lnTo>
                    <a:pt x="469" y="40"/>
                  </a:lnTo>
                  <a:lnTo>
                    <a:pt x="470" y="40"/>
                  </a:lnTo>
                  <a:lnTo>
                    <a:pt x="471" y="42"/>
                  </a:lnTo>
                  <a:lnTo>
                    <a:pt x="473" y="43"/>
                  </a:lnTo>
                  <a:lnTo>
                    <a:pt x="474" y="43"/>
                  </a:lnTo>
                  <a:lnTo>
                    <a:pt x="475" y="43"/>
                  </a:lnTo>
                  <a:lnTo>
                    <a:pt x="476" y="44"/>
                  </a:lnTo>
                  <a:lnTo>
                    <a:pt x="477" y="45"/>
                  </a:lnTo>
                  <a:lnTo>
                    <a:pt x="479" y="45"/>
                  </a:lnTo>
                  <a:lnTo>
                    <a:pt x="480" y="45"/>
                  </a:lnTo>
                  <a:lnTo>
                    <a:pt x="481" y="46"/>
                  </a:lnTo>
                  <a:lnTo>
                    <a:pt x="482" y="48"/>
                  </a:lnTo>
                  <a:lnTo>
                    <a:pt x="483" y="48"/>
                  </a:lnTo>
                  <a:lnTo>
                    <a:pt x="485" y="49"/>
                  </a:lnTo>
                  <a:lnTo>
                    <a:pt x="486" y="49"/>
                  </a:lnTo>
                  <a:lnTo>
                    <a:pt x="487" y="50"/>
                  </a:lnTo>
                  <a:lnTo>
                    <a:pt x="488" y="50"/>
                  </a:lnTo>
                  <a:lnTo>
                    <a:pt x="489" y="51"/>
                  </a:lnTo>
                  <a:lnTo>
                    <a:pt x="491" y="52"/>
                  </a:lnTo>
                  <a:lnTo>
                    <a:pt x="493" y="52"/>
                  </a:lnTo>
                  <a:lnTo>
                    <a:pt x="494" y="54"/>
                  </a:lnTo>
                  <a:lnTo>
                    <a:pt x="495" y="55"/>
                  </a:lnTo>
                  <a:lnTo>
                    <a:pt x="498" y="56"/>
                  </a:lnTo>
                  <a:lnTo>
                    <a:pt x="499" y="57"/>
                  </a:lnTo>
                  <a:lnTo>
                    <a:pt x="500" y="57"/>
                  </a:lnTo>
                  <a:lnTo>
                    <a:pt x="501" y="58"/>
                  </a:lnTo>
                  <a:lnTo>
                    <a:pt x="504" y="60"/>
                  </a:lnTo>
                  <a:lnTo>
                    <a:pt x="505" y="60"/>
                  </a:lnTo>
                  <a:lnTo>
                    <a:pt x="506" y="61"/>
                  </a:lnTo>
                  <a:lnTo>
                    <a:pt x="507" y="61"/>
                  </a:lnTo>
                  <a:lnTo>
                    <a:pt x="507" y="62"/>
                  </a:lnTo>
                  <a:lnTo>
                    <a:pt x="509" y="62"/>
                  </a:lnTo>
                  <a:lnTo>
                    <a:pt x="510" y="63"/>
                  </a:lnTo>
                  <a:lnTo>
                    <a:pt x="511" y="63"/>
                  </a:lnTo>
                  <a:lnTo>
                    <a:pt x="511" y="64"/>
                  </a:lnTo>
                  <a:lnTo>
                    <a:pt x="512" y="64"/>
                  </a:lnTo>
                  <a:lnTo>
                    <a:pt x="513" y="64"/>
                  </a:lnTo>
                  <a:lnTo>
                    <a:pt x="515" y="66"/>
                  </a:lnTo>
                  <a:lnTo>
                    <a:pt x="516" y="67"/>
                  </a:lnTo>
                  <a:lnTo>
                    <a:pt x="517" y="67"/>
                  </a:lnTo>
                  <a:lnTo>
                    <a:pt x="518" y="68"/>
                  </a:lnTo>
                  <a:lnTo>
                    <a:pt x="519" y="68"/>
                  </a:lnTo>
                  <a:lnTo>
                    <a:pt x="519" y="69"/>
                  </a:lnTo>
                  <a:lnTo>
                    <a:pt x="521" y="69"/>
                  </a:lnTo>
                  <a:lnTo>
                    <a:pt x="522" y="70"/>
                  </a:lnTo>
                  <a:lnTo>
                    <a:pt x="523" y="70"/>
                  </a:lnTo>
                  <a:lnTo>
                    <a:pt x="523" y="72"/>
                  </a:lnTo>
                  <a:lnTo>
                    <a:pt x="524" y="72"/>
                  </a:lnTo>
                  <a:lnTo>
                    <a:pt x="525" y="73"/>
                  </a:lnTo>
                  <a:lnTo>
                    <a:pt x="527" y="74"/>
                  </a:lnTo>
                  <a:lnTo>
                    <a:pt x="528" y="74"/>
                  </a:lnTo>
                  <a:lnTo>
                    <a:pt x="529" y="75"/>
                  </a:lnTo>
                  <a:lnTo>
                    <a:pt x="531" y="76"/>
                  </a:lnTo>
                  <a:lnTo>
                    <a:pt x="533" y="76"/>
                  </a:lnTo>
                  <a:lnTo>
                    <a:pt x="534" y="78"/>
                  </a:lnTo>
                  <a:lnTo>
                    <a:pt x="535" y="79"/>
                  </a:lnTo>
                  <a:lnTo>
                    <a:pt x="536" y="80"/>
                  </a:lnTo>
                  <a:lnTo>
                    <a:pt x="537" y="80"/>
                  </a:lnTo>
                  <a:lnTo>
                    <a:pt x="539" y="81"/>
                  </a:lnTo>
                  <a:lnTo>
                    <a:pt x="540" y="82"/>
                  </a:lnTo>
                  <a:lnTo>
                    <a:pt x="541" y="82"/>
                  </a:lnTo>
                  <a:lnTo>
                    <a:pt x="542" y="84"/>
                  </a:lnTo>
                  <a:lnTo>
                    <a:pt x="543" y="85"/>
                  </a:lnTo>
                  <a:lnTo>
                    <a:pt x="545" y="85"/>
                  </a:lnTo>
                  <a:lnTo>
                    <a:pt x="545" y="86"/>
                  </a:lnTo>
                  <a:lnTo>
                    <a:pt x="546" y="86"/>
                  </a:lnTo>
                  <a:lnTo>
                    <a:pt x="547" y="87"/>
                  </a:lnTo>
                  <a:lnTo>
                    <a:pt x="548" y="87"/>
                  </a:lnTo>
                  <a:lnTo>
                    <a:pt x="548" y="88"/>
                  </a:lnTo>
                  <a:lnTo>
                    <a:pt x="549" y="88"/>
                  </a:lnTo>
                  <a:lnTo>
                    <a:pt x="551" y="90"/>
                  </a:lnTo>
                  <a:lnTo>
                    <a:pt x="552" y="91"/>
                  </a:lnTo>
                  <a:lnTo>
                    <a:pt x="553" y="92"/>
                  </a:lnTo>
                  <a:lnTo>
                    <a:pt x="554" y="92"/>
                  </a:lnTo>
                  <a:lnTo>
                    <a:pt x="555" y="93"/>
                  </a:lnTo>
                  <a:lnTo>
                    <a:pt x="555" y="94"/>
                  </a:lnTo>
                  <a:lnTo>
                    <a:pt x="557" y="94"/>
                  </a:lnTo>
                  <a:lnTo>
                    <a:pt x="558" y="96"/>
                  </a:lnTo>
                  <a:lnTo>
                    <a:pt x="559" y="96"/>
                  </a:lnTo>
                  <a:lnTo>
                    <a:pt x="559" y="97"/>
                  </a:lnTo>
                  <a:lnTo>
                    <a:pt x="560" y="97"/>
                  </a:lnTo>
                  <a:lnTo>
                    <a:pt x="560" y="98"/>
                  </a:lnTo>
                  <a:lnTo>
                    <a:pt x="561" y="98"/>
                  </a:lnTo>
                  <a:lnTo>
                    <a:pt x="563" y="99"/>
                  </a:lnTo>
                  <a:lnTo>
                    <a:pt x="564" y="100"/>
                  </a:lnTo>
                  <a:lnTo>
                    <a:pt x="565" y="100"/>
                  </a:lnTo>
                  <a:lnTo>
                    <a:pt x="565" y="102"/>
                  </a:lnTo>
                  <a:lnTo>
                    <a:pt x="566" y="102"/>
                  </a:lnTo>
                  <a:lnTo>
                    <a:pt x="567" y="102"/>
                  </a:lnTo>
                  <a:lnTo>
                    <a:pt x="567" y="103"/>
                  </a:lnTo>
                  <a:lnTo>
                    <a:pt x="569" y="103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1" y="105"/>
                  </a:lnTo>
                  <a:lnTo>
                    <a:pt x="572" y="105"/>
                  </a:lnTo>
                  <a:lnTo>
                    <a:pt x="572" y="106"/>
                  </a:lnTo>
                  <a:lnTo>
                    <a:pt x="573" y="106"/>
                  </a:lnTo>
                  <a:lnTo>
                    <a:pt x="575" y="108"/>
                  </a:lnTo>
                  <a:lnTo>
                    <a:pt x="576" y="108"/>
                  </a:lnTo>
                  <a:lnTo>
                    <a:pt x="577" y="109"/>
                  </a:lnTo>
                  <a:lnTo>
                    <a:pt x="577" y="110"/>
                  </a:lnTo>
                  <a:lnTo>
                    <a:pt x="578" y="110"/>
                  </a:lnTo>
                  <a:lnTo>
                    <a:pt x="579" y="111"/>
                  </a:lnTo>
                  <a:lnTo>
                    <a:pt x="581" y="111"/>
                  </a:lnTo>
                  <a:lnTo>
                    <a:pt x="582" y="112"/>
                  </a:lnTo>
                  <a:lnTo>
                    <a:pt x="583" y="112"/>
                  </a:lnTo>
                  <a:lnTo>
                    <a:pt x="583" y="114"/>
                  </a:lnTo>
                  <a:lnTo>
                    <a:pt x="584" y="114"/>
                  </a:lnTo>
                  <a:lnTo>
                    <a:pt x="584" y="115"/>
                  </a:lnTo>
                  <a:lnTo>
                    <a:pt x="585" y="115"/>
                  </a:lnTo>
                  <a:lnTo>
                    <a:pt x="587" y="116"/>
                  </a:lnTo>
                  <a:lnTo>
                    <a:pt x="588" y="117"/>
                  </a:lnTo>
                  <a:lnTo>
                    <a:pt x="589" y="117"/>
                  </a:lnTo>
                  <a:lnTo>
                    <a:pt x="589" y="118"/>
                  </a:lnTo>
                  <a:lnTo>
                    <a:pt x="590" y="118"/>
                  </a:lnTo>
                  <a:lnTo>
                    <a:pt x="590" y="120"/>
                  </a:lnTo>
                  <a:lnTo>
                    <a:pt x="591" y="120"/>
                  </a:lnTo>
                  <a:lnTo>
                    <a:pt x="591" y="121"/>
                  </a:lnTo>
                  <a:lnTo>
                    <a:pt x="593" y="121"/>
                  </a:lnTo>
                  <a:lnTo>
                    <a:pt x="593" y="122"/>
                  </a:lnTo>
                  <a:lnTo>
                    <a:pt x="594" y="122"/>
                  </a:lnTo>
                  <a:lnTo>
                    <a:pt x="594" y="123"/>
                  </a:lnTo>
                  <a:lnTo>
                    <a:pt x="595" y="123"/>
                  </a:lnTo>
                  <a:lnTo>
                    <a:pt x="595" y="124"/>
                  </a:lnTo>
                  <a:lnTo>
                    <a:pt x="596" y="126"/>
                  </a:lnTo>
                  <a:lnTo>
                    <a:pt x="597" y="126"/>
                  </a:lnTo>
                  <a:lnTo>
                    <a:pt x="599" y="127"/>
                  </a:lnTo>
                  <a:lnTo>
                    <a:pt x="599" y="128"/>
                  </a:lnTo>
                  <a:lnTo>
                    <a:pt x="600" y="129"/>
                  </a:lnTo>
                  <a:lnTo>
                    <a:pt x="601" y="130"/>
                  </a:lnTo>
                  <a:lnTo>
                    <a:pt x="602" y="132"/>
                  </a:lnTo>
                  <a:lnTo>
                    <a:pt x="603" y="133"/>
                  </a:lnTo>
                  <a:lnTo>
                    <a:pt x="605" y="134"/>
                  </a:lnTo>
                  <a:lnTo>
                    <a:pt x="606" y="135"/>
                  </a:lnTo>
                  <a:lnTo>
                    <a:pt x="607" y="136"/>
                  </a:lnTo>
                  <a:lnTo>
                    <a:pt x="608" y="138"/>
                  </a:lnTo>
                  <a:lnTo>
                    <a:pt x="609" y="139"/>
                  </a:lnTo>
                  <a:lnTo>
                    <a:pt x="609" y="140"/>
                  </a:lnTo>
                  <a:lnTo>
                    <a:pt x="611" y="140"/>
                  </a:lnTo>
                  <a:lnTo>
                    <a:pt x="612" y="141"/>
                  </a:lnTo>
                  <a:lnTo>
                    <a:pt x="613" y="142"/>
                  </a:lnTo>
                  <a:lnTo>
                    <a:pt x="613" y="144"/>
                  </a:lnTo>
                  <a:lnTo>
                    <a:pt x="614" y="144"/>
                  </a:lnTo>
                  <a:lnTo>
                    <a:pt x="614" y="145"/>
                  </a:lnTo>
                  <a:lnTo>
                    <a:pt x="615" y="146"/>
                  </a:lnTo>
                  <a:lnTo>
                    <a:pt x="617" y="147"/>
                  </a:lnTo>
                  <a:lnTo>
                    <a:pt x="618" y="147"/>
                  </a:lnTo>
                  <a:lnTo>
                    <a:pt x="618" y="148"/>
                  </a:lnTo>
                  <a:lnTo>
                    <a:pt x="619" y="150"/>
                  </a:lnTo>
                  <a:lnTo>
                    <a:pt x="619" y="151"/>
                  </a:lnTo>
                  <a:lnTo>
                    <a:pt x="620" y="151"/>
                  </a:lnTo>
                  <a:lnTo>
                    <a:pt x="621" y="152"/>
                  </a:lnTo>
                  <a:lnTo>
                    <a:pt x="623" y="153"/>
                  </a:lnTo>
                  <a:lnTo>
                    <a:pt x="623" y="154"/>
                  </a:lnTo>
                  <a:lnTo>
                    <a:pt x="624" y="156"/>
                  </a:lnTo>
                  <a:lnTo>
                    <a:pt x="625" y="157"/>
                  </a:lnTo>
                  <a:lnTo>
                    <a:pt x="626" y="158"/>
                  </a:lnTo>
                  <a:lnTo>
                    <a:pt x="627" y="159"/>
                  </a:lnTo>
                  <a:lnTo>
                    <a:pt x="629" y="162"/>
                  </a:lnTo>
                  <a:lnTo>
                    <a:pt x="630" y="163"/>
                  </a:lnTo>
                  <a:lnTo>
                    <a:pt x="631" y="164"/>
                  </a:lnTo>
                  <a:lnTo>
                    <a:pt x="632" y="166"/>
                  </a:lnTo>
                  <a:lnTo>
                    <a:pt x="633" y="168"/>
                  </a:lnTo>
                  <a:lnTo>
                    <a:pt x="635" y="169"/>
                  </a:lnTo>
                  <a:lnTo>
                    <a:pt x="636" y="170"/>
                  </a:lnTo>
                  <a:lnTo>
                    <a:pt x="637" y="171"/>
                  </a:lnTo>
                  <a:lnTo>
                    <a:pt x="638" y="172"/>
                  </a:lnTo>
                  <a:lnTo>
                    <a:pt x="639" y="174"/>
                  </a:lnTo>
                  <a:lnTo>
                    <a:pt x="639" y="175"/>
                  </a:lnTo>
                  <a:lnTo>
                    <a:pt x="641" y="176"/>
                  </a:lnTo>
                  <a:lnTo>
                    <a:pt x="642" y="177"/>
                  </a:lnTo>
                  <a:lnTo>
                    <a:pt x="643" y="178"/>
                  </a:lnTo>
                  <a:lnTo>
                    <a:pt x="644" y="180"/>
                  </a:lnTo>
                  <a:lnTo>
                    <a:pt x="644" y="181"/>
                  </a:lnTo>
                  <a:lnTo>
                    <a:pt x="645" y="181"/>
                  </a:lnTo>
                  <a:lnTo>
                    <a:pt x="645" y="182"/>
                  </a:lnTo>
                  <a:lnTo>
                    <a:pt x="647" y="183"/>
                  </a:lnTo>
                  <a:lnTo>
                    <a:pt x="647" y="184"/>
                  </a:lnTo>
                  <a:lnTo>
                    <a:pt x="648" y="186"/>
                  </a:lnTo>
                  <a:lnTo>
                    <a:pt x="649" y="186"/>
                  </a:lnTo>
                  <a:lnTo>
                    <a:pt x="649" y="187"/>
                  </a:lnTo>
                  <a:lnTo>
                    <a:pt x="650" y="188"/>
                  </a:lnTo>
                  <a:lnTo>
                    <a:pt x="651" y="189"/>
                  </a:lnTo>
                  <a:lnTo>
                    <a:pt x="653" y="190"/>
                  </a:lnTo>
                  <a:lnTo>
                    <a:pt x="653" y="192"/>
                  </a:lnTo>
                  <a:lnTo>
                    <a:pt x="654" y="194"/>
                  </a:lnTo>
                  <a:lnTo>
                    <a:pt x="655" y="195"/>
                  </a:lnTo>
                  <a:lnTo>
                    <a:pt x="656" y="196"/>
                  </a:lnTo>
                  <a:lnTo>
                    <a:pt x="657" y="199"/>
                  </a:lnTo>
                  <a:lnTo>
                    <a:pt x="659" y="200"/>
                  </a:lnTo>
                  <a:lnTo>
                    <a:pt x="660" y="202"/>
                  </a:lnTo>
                  <a:lnTo>
                    <a:pt x="661" y="204"/>
                  </a:lnTo>
                  <a:lnTo>
                    <a:pt x="662" y="206"/>
                  </a:lnTo>
                  <a:lnTo>
                    <a:pt x="663" y="207"/>
                  </a:lnTo>
                  <a:lnTo>
                    <a:pt x="665" y="208"/>
                  </a:lnTo>
                  <a:lnTo>
                    <a:pt x="666" y="211"/>
                  </a:lnTo>
                  <a:lnTo>
                    <a:pt x="667" y="212"/>
                  </a:lnTo>
                  <a:lnTo>
                    <a:pt x="668" y="213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71" y="217"/>
                  </a:lnTo>
                  <a:lnTo>
                    <a:pt x="672" y="218"/>
                  </a:lnTo>
                  <a:lnTo>
                    <a:pt x="672" y="219"/>
                  </a:lnTo>
                  <a:lnTo>
                    <a:pt x="673" y="220"/>
                  </a:lnTo>
                  <a:lnTo>
                    <a:pt x="674" y="220"/>
                  </a:lnTo>
                  <a:lnTo>
                    <a:pt x="674" y="222"/>
                  </a:lnTo>
                  <a:lnTo>
                    <a:pt x="675" y="223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78" y="226"/>
                  </a:lnTo>
                  <a:lnTo>
                    <a:pt x="678" y="228"/>
                  </a:lnTo>
                  <a:lnTo>
                    <a:pt x="679" y="228"/>
                  </a:lnTo>
                  <a:lnTo>
                    <a:pt x="680" y="229"/>
                  </a:lnTo>
                  <a:lnTo>
                    <a:pt x="680" y="230"/>
                  </a:lnTo>
                  <a:lnTo>
                    <a:pt x="681" y="231"/>
                  </a:lnTo>
                  <a:lnTo>
                    <a:pt x="683" y="234"/>
                  </a:lnTo>
                  <a:lnTo>
                    <a:pt x="684" y="235"/>
                  </a:lnTo>
                  <a:lnTo>
                    <a:pt x="685" y="236"/>
                  </a:lnTo>
                  <a:lnTo>
                    <a:pt x="686" y="237"/>
                  </a:lnTo>
                  <a:lnTo>
                    <a:pt x="687" y="240"/>
                  </a:lnTo>
                  <a:lnTo>
                    <a:pt x="689" y="241"/>
                  </a:lnTo>
                  <a:lnTo>
                    <a:pt x="690" y="243"/>
                  </a:lnTo>
                  <a:lnTo>
                    <a:pt x="691" y="244"/>
                  </a:lnTo>
                  <a:lnTo>
                    <a:pt x="692" y="247"/>
                  </a:lnTo>
                  <a:lnTo>
                    <a:pt x="693" y="248"/>
                  </a:lnTo>
                  <a:lnTo>
                    <a:pt x="695" y="250"/>
                  </a:lnTo>
                  <a:lnTo>
                    <a:pt x="696" y="252"/>
                  </a:lnTo>
                  <a:lnTo>
                    <a:pt x="697" y="253"/>
                  </a:lnTo>
                  <a:lnTo>
                    <a:pt x="698" y="255"/>
                  </a:lnTo>
                  <a:lnTo>
                    <a:pt x="699" y="256"/>
                  </a:lnTo>
                  <a:lnTo>
                    <a:pt x="701" y="258"/>
                  </a:lnTo>
                  <a:lnTo>
                    <a:pt x="701" y="259"/>
                  </a:lnTo>
                  <a:lnTo>
                    <a:pt x="702" y="260"/>
                  </a:lnTo>
                  <a:lnTo>
                    <a:pt x="703" y="261"/>
                  </a:lnTo>
                  <a:lnTo>
                    <a:pt x="703" y="262"/>
                  </a:lnTo>
                  <a:lnTo>
                    <a:pt x="704" y="262"/>
                  </a:lnTo>
                  <a:lnTo>
                    <a:pt x="704" y="264"/>
                  </a:lnTo>
                  <a:lnTo>
                    <a:pt x="705" y="265"/>
                  </a:lnTo>
                  <a:lnTo>
                    <a:pt x="705" y="266"/>
                  </a:lnTo>
                  <a:lnTo>
                    <a:pt x="707" y="267"/>
                  </a:lnTo>
                  <a:lnTo>
                    <a:pt x="708" y="268"/>
                  </a:lnTo>
                  <a:lnTo>
                    <a:pt x="708" y="270"/>
                  </a:lnTo>
                  <a:lnTo>
                    <a:pt x="709" y="271"/>
                  </a:lnTo>
                  <a:lnTo>
                    <a:pt x="709" y="272"/>
                  </a:lnTo>
                  <a:lnTo>
                    <a:pt x="710" y="272"/>
                  </a:lnTo>
                  <a:lnTo>
                    <a:pt x="710" y="273"/>
                  </a:lnTo>
                  <a:lnTo>
                    <a:pt x="711" y="274"/>
                  </a:lnTo>
                  <a:lnTo>
                    <a:pt x="713" y="276"/>
                  </a:lnTo>
                  <a:lnTo>
                    <a:pt x="713" y="277"/>
                  </a:lnTo>
                  <a:lnTo>
                    <a:pt x="714" y="278"/>
                  </a:lnTo>
                  <a:lnTo>
                    <a:pt x="714" y="279"/>
                  </a:lnTo>
                  <a:lnTo>
                    <a:pt x="715" y="282"/>
                  </a:lnTo>
                  <a:lnTo>
                    <a:pt x="716" y="283"/>
                  </a:lnTo>
                  <a:lnTo>
                    <a:pt x="717" y="284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20" name="Freeform 210">
              <a:extLst>
                <a:ext uri="{FF2B5EF4-FFF2-40B4-BE49-F238E27FC236}">
                  <a16:creationId xmlns:a16="http://schemas.microsoft.com/office/drawing/2014/main" id="{D8DA6329-CB7B-4A7E-99FE-BC855A1A9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850" y="4010025"/>
              <a:ext cx="569913" cy="227013"/>
            </a:xfrm>
            <a:custGeom>
              <a:avLst/>
              <a:gdLst>
                <a:gd name="T0" fmla="*/ 2147483646 w 717"/>
                <a:gd name="T1" fmla="*/ 2147483646 h 285"/>
                <a:gd name="T2" fmla="*/ 2147483646 w 717"/>
                <a:gd name="T3" fmla="*/ 2147483646 h 285"/>
                <a:gd name="T4" fmla="*/ 2147483646 w 717"/>
                <a:gd name="T5" fmla="*/ 2147483646 h 285"/>
                <a:gd name="T6" fmla="*/ 2147483646 w 717"/>
                <a:gd name="T7" fmla="*/ 2147483646 h 285"/>
                <a:gd name="T8" fmla="*/ 2147483646 w 717"/>
                <a:gd name="T9" fmla="*/ 2147483646 h 285"/>
                <a:gd name="T10" fmla="*/ 2147483646 w 717"/>
                <a:gd name="T11" fmla="*/ 2147483646 h 285"/>
                <a:gd name="T12" fmla="*/ 2147483646 w 717"/>
                <a:gd name="T13" fmla="*/ 2147483646 h 285"/>
                <a:gd name="T14" fmla="*/ 2147483646 w 717"/>
                <a:gd name="T15" fmla="*/ 2147483646 h 285"/>
                <a:gd name="T16" fmla="*/ 2147483646 w 717"/>
                <a:gd name="T17" fmla="*/ 2147483646 h 285"/>
                <a:gd name="T18" fmla="*/ 2147483646 w 717"/>
                <a:gd name="T19" fmla="*/ 2147483646 h 285"/>
                <a:gd name="T20" fmla="*/ 2147483646 w 717"/>
                <a:gd name="T21" fmla="*/ 2147483646 h 285"/>
                <a:gd name="T22" fmla="*/ 2147483646 w 717"/>
                <a:gd name="T23" fmla="*/ 2147483646 h 285"/>
                <a:gd name="T24" fmla="*/ 2147483646 w 717"/>
                <a:gd name="T25" fmla="*/ 2147483646 h 285"/>
                <a:gd name="T26" fmla="*/ 2147483646 w 717"/>
                <a:gd name="T27" fmla="*/ 2147483646 h 285"/>
                <a:gd name="T28" fmla="*/ 2147483646 w 717"/>
                <a:gd name="T29" fmla="*/ 2147483646 h 285"/>
                <a:gd name="T30" fmla="*/ 2147483646 w 717"/>
                <a:gd name="T31" fmla="*/ 2147483646 h 285"/>
                <a:gd name="T32" fmla="*/ 2147483646 w 717"/>
                <a:gd name="T33" fmla="*/ 2147483646 h 285"/>
                <a:gd name="T34" fmla="*/ 2147483646 w 717"/>
                <a:gd name="T35" fmla="*/ 2147483646 h 285"/>
                <a:gd name="T36" fmla="*/ 2147483646 w 717"/>
                <a:gd name="T37" fmla="*/ 2147483646 h 285"/>
                <a:gd name="T38" fmla="*/ 2147483646 w 717"/>
                <a:gd name="T39" fmla="*/ 2147483646 h 285"/>
                <a:gd name="T40" fmla="*/ 2147483646 w 717"/>
                <a:gd name="T41" fmla="*/ 2147483646 h 285"/>
                <a:gd name="T42" fmla="*/ 2147483646 w 717"/>
                <a:gd name="T43" fmla="*/ 2147483646 h 285"/>
                <a:gd name="T44" fmla="*/ 2147483646 w 717"/>
                <a:gd name="T45" fmla="*/ 2147483646 h 285"/>
                <a:gd name="T46" fmla="*/ 2147483646 w 717"/>
                <a:gd name="T47" fmla="*/ 2147483646 h 285"/>
                <a:gd name="T48" fmla="*/ 2147483646 w 717"/>
                <a:gd name="T49" fmla="*/ 2147483646 h 285"/>
                <a:gd name="T50" fmla="*/ 2147483646 w 717"/>
                <a:gd name="T51" fmla="*/ 2147483646 h 285"/>
                <a:gd name="T52" fmla="*/ 2147483646 w 717"/>
                <a:gd name="T53" fmla="*/ 2147483646 h 285"/>
                <a:gd name="T54" fmla="*/ 2147483646 w 717"/>
                <a:gd name="T55" fmla="*/ 2147483646 h 285"/>
                <a:gd name="T56" fmla="*/ 2147483646 w 717"/>
                <a:gd name="T57" fmla="*/ 2147483646 h 285"/>
                <a:gd name="T58" fmla="*/ 2147483646 w 717"/>
                <a:gd name="T59" fmla="*/ 2147483646 h 285"/>
                <a:gd name="T60" fmla="*/ 2147483646 w 717"/>
                <a:gd name="T61" fmla="*/ 2147483646 h 285"/>
                <a:gd name="T62" fmla="*/ 2147483646 w 717"/>
                <a:gd name="T63" fmla="*/ 2147483646 h 285"/>
                <a:gd name="T64" fmla="*/ 2147483646 w 717"/>
                <a:gd name="T65" fmla="*/ 2147483646 h 285"/>
                <a:gd name="T66" fmla="*/ 2147483646 w 717"/>
                <a:gd name="T67" fmla="*/ 2147483646 h 285"/>
                <a:gd name="T68" fmla="*/ 2147483646 w 717"/>
                <a:gd name="T69" fmla="*/ 2147483646 h 285"/>
                <a:gd name="T70" fmla="*/ 2147483646 w 717"/>
                <a:gd name="T71" fmla="*/ 2147483646 h 285"/>
                <a:gd name="T72" fmla="*/ 2147483646 w 717"/>
                <a:gd name="T73" fmla="*/ 2147483646 h 285"/>
                <a:gd name="T74" fmla="*/ 2147483646 w 717"/>
                <a:gd name="T75" fmla="*/ 2147483646 h 285"/>
                <a:gd name="T76" fmla="*/ 2147483646 w 717"/>
                <a:gd name="T77" fmla="*/ 2147483646 h 285"/>
                <a:gd name="T78" fmla="*/ 2147483646 w 717"/>
                <a:gd name="T79" fmla="*/ 2147483646 h 285"/>
                <a:gd name="T80" fmla="*/ 2147483646 w 717"/>
                <a:gd name="T81" fmla="*/ 2147483646 h 285"/>
                <a:gd name="T82" fmla="*/ 2147483646 w 717"/>
                <a:gd name="T83" fmla="*/ 2147483646 h 285"/>
                <a:gd name="T84" fmla="*/ 2147483646 w 717"/>
                <a:gd name="T85" fmla="*/ 2147483646 h 285"/>
                <a:gd name="T86" fmla="*/ 2147483646 w 717"/>
                <a:gd name="T87" fmla="*/ 2147483646 h 285"/>
                <a:gd name="T88" fmla="*/ 2147483646 w 717"/>
                <a:gd name="T89" fmla="*/ 2147483646 h 285"/>
                <a:gd name="T90" fmla="*/ 2147483646 w 717"/>
                <a:gd name="T91" fmla="*/ 2147483646 h 285"/>
                <a:gd name="T92" fmla="*/ 2147483646 w 717"/>
                <a:gd name="T93" fmla="*/ 2147483646 h 285"/>
                <a:gd name="T94" fmla="*/ 2147483646 w 717"/>
                <a:gd name="T95" fmla="*/ 2147483646 h 285"/>
                <a:gd name="T96" fmla="*/ 2147483646 w 717"/>
                <a:gd name="T97" fmla="*/ 2147483646 h 285"/>
                <a:gd name="T98" fmla="*/ 2147483646 w 717"/>
                <a:gd name="T99" fmla="*/ 2147483646 h 285"/>
                <a:gd name="T100" fmla="*/ 2147483646 w 717"/>
                <a:gd name="T101" fmla="*/ 2147483646 h 285"/>
                <a:gd name="T102" fmla="*/ 2147483646 w 717"/>
                <a:gd name="T103" fmla="*/ 2147483646 h 285"/>
                <a:gd name="T104" fmla="*/ 2147483646 w 717"/>
                <a:gd name="T105" fmla="*/ 2147483646 h 285"/>
                <a:gd name="T106" fmla="*/ 2147483646 w 717"/>
                <a:gd name="T107" fmla="*/ 2147483646 h 285"/>
                <a:gd name="T108" fmla="*/ 2147483646 w 717"/>
                <a:gd name="T109" fmla="*/ 2147483646 h 285"/>
                <a:gd name="T110" fmla="*/ 2147483646 w 717"/>
                <a:gd name="T111" fmla="*/ 2147483646 h 285"/>
                <a:gd name="T112" fmla="*/ 2147483646 w 717"/>
                <a:gd name="T113" fmla="*/ 2147483646 h 285"/>
                <a:gd name="T114" fmla="*/ 2147483646 w 717"/>
                <a:gd name="T115" fmla="*/ 2147483646 h 285"/>
                <a:gd name="T116" fmla="*/ 2147483646 w 717"/>
                <a:gd name="T117" fmla="*/ 2147483646 h 285"/>
                <a:gd name="T118" fmla="*/ 2147483646 w 717"/>
                <a:gd name="T119" fmla="*/ 2147483646 h 285"/>
                <a:gd name="T120" fmla="*/ 2147483646 w 717"/>
                <a:gd name="T121" fmla="*/ 2147483646 h 28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5">
                  <a:moveTo>
                    <a:pt x="0" y="285"/>
                  </a:moveTo>
                  <a:lnTo>
                    <a:pt x="27" y="285"/>
                  </a:lnTo>
                  <a:lnTo>
                    <a:pt x="54" y="285"/>
                  </a:lnTo>
                  <a:lnTo>
                    <a:pt x="78" y="285"/>
                  </a:lnTo>
                  <a:lnTo>
                    <a:pt x="99" y="285"/>
                  </a:lnTo>
                  <a:lnTo>
                    <a:pt x="121" y="285"/>
                  </a:lnTo>
                  <a:lnTo>
                    <a:pt x="140" y="285"/>
                  </a:lnTo>
                  <a:lnTo>
                    <a:pt x="158" y="285"/>
                  </a:lnTo>
                  <a:lnTo>
                    <a:pt x="175" y="285"/>
                  </a:lnTo>
                  <a:lnTo>
                    <a:pt x="191" y="285"/>
                  </a:lnTo>
                  <a:lnTo>
                    <a:pt x="204" y="285"/>
                  </a:lnTo>
                  <a:lnTo>
                    <a:pt x="217" y="285"/>
                  </a:lnTo>
                  <a:lnTo>
                    <a:pt x="229" y="285"/>
                  </a:lnTo>
                  <a:lnTo>
                    <a:pt x="240" y="285"/>
                  </a:lnTo>
                  <a:lnTo>
                    <a:pt x="249" y="285"/>
                  </a:lnTo>
                  <a:lnTo>
                    <a:pt x="259" y="285"/>
                  </a:lnTo>
                  <a:lnTo>
                    <a:pt x="266" y="285"/>
                  </a:lnTo>
                  <a:lnTo>
                    <a:pt x="273" y="285"/>
                  </a:lnTo>
                  <a:lnTo>
                    <a:pt x="281" y="285"/>
                  </a:lnTo>
                  <a:lnTo>
                    <a:pt x="285" y="285"/>
                  </a:lnTo>
                  <a:lnTo>
                    <a:pt x="291" y="285"/>
                  </a:lnTo>
                  <a:lnTo>
                    <a:pt x="295" y="285"/>
                  </a:lnTo>
                  <a:lnTo>
                    <a:pt x="300" y="285"/>
                  </a:lnTo>
                  <a:lnTo>
                    <a:pt x="303" y="285"/>
                  </a:lnTo>
                  <a:lnTo>
                    <a:pt x="306" y="285"/>
                  </a:lnTo>
                  <a:lnTo>
                    <a:pt x="308" y="284"/>
                  </a:lnTo>
                  <a:lnTo>
                    <a:pt x="311" y="284"/>
                  </a:lnTo>
                  <a:lnTo>
                    <a:pt x="313" y="284"/>
                  </a:lnTo>
                  <a:lnTo>
                    <a:pt x="315" y="284"/>
                  </a:lnTo>
                  <a:lnTo>
                    <a:pt x="318" y="284"/>
                  </a:lnTo>
                  <a:lnTo>
                    <a:pt x="319" y="284"/>
                  </a:lnTo>
                  <a:lnTo>
                    <a:pt x="321" y="284"/>
                  </a:lnTo>
                  <a:lnTo>
                    <a:pt x="323" y="284"/>
                  </a:lnTo>
                  <a:lnTo>
                    <a:pt x="325" y="284"/>
                  </a:lnTo>
                  <a:lnTo>
                    <a:pt x="327" y="284"/>
                  </a:lnTo>
                  <a:lnTo>
                    <a:pt x="329" y="284"/>
                  </a:lnTo>
                  <a:lnTo>
                    <a:pt x="331" y="282"/>
                  </a:lnTo>
                  <a:lnTo>
                    <a:pt x="332" y="282"/>
                  </a:lnTo>
                  <a:lnTo>
                    <a:pt x="333" y="282"/>
                  </a:lnTo>
                  <a:lnTo>
                    <a:pt x="335" y="282"/>
                  </a:lnTo>
                  <a:lnTo>
                    <a:pt x="336" y="282"/>
                  </a:lnTo>
                  <a:lnTo>
                    <a:pt x="337" y="282"/>
                  </a:lnTo>
                  <a:lnTo>
                    <a:pt x="338" y="282"/>
                  </a:lnTo>
                  <a:lnTo>
                    <a:pt x="339" y="282"/>
                  </a:lnTo>
                  <a:lnTo>
                    <a:pt x="341" y="282"/>
                  </a:lnTo>
                  <a:lnTo>
                    <a:pt x="342" y="282"/>
                  </a:lnTo>
                  <a:lnTo>
                    <a:pt x="343" y="282"/>
                  </a:lnTo>
                  <a:lnTo>
                    <a:pt x="344" y="282"/>
                  </a:lnTo>
                  <a:lnTo>
                    <a:pt x="345" y="281"/>
                  </a:lnTo>
                  <a:lnTo>
                    <a:pt x="347" y="281"/>
                  </a:lnTo>
                  <a:lnTo>
                    <a:pt x="348" y="281"/>
                  </a:lnTo>
                  <a:lnTo>
                    <a:pt x="349" y="281"/>
                  </a:lnTo>
                  <a:lnTo>
                    <a:pt x="350" y="281"/>
                  </a:lnTo>
                  <a:lnTo>
                    <a:pt x="351" y="281"/>
                  </a:lnTo>
                  <a:lnTo>
                    <a:pt x="353" y="281"/>
                  </a:lnTo>
                  <a:lnTo>
                    <a:pt x="354" y="281"/>
                  </a:lnTo>
                  <a:lnTo>
                    <a:pt x="355" y="280"/>
                  </a:lnTo>
                  <a:lnTo>
                    <a:pt x="356" y="280"/>
                  </a:lnTo>
                  <a:lnTo>
                    <a:pt x="357" y="280"/>
                  </a:lnTo>
                  <a:lnTo>
                    <a:pt x="359" y="280"/>
                  </a:lnTo>
                  <a:lnTo>
                    <a:pt x="361" y="280"/>
                  </a:lnTo>
                  <a:lnTo>
                    <a:pt x="362" y="279"/>
                  </a:lnTo>
                  <a:lnTo>
                    <a:pt x="365" y="279"/>
                  </a:lnTo>
                  <a:lnTo>
                    <a:pt x="366" y="279"/>
                  </a:lnTo>
                  <a:lnTo>
                    <a:pt x="368" y="279"/>
                  </a:lnTo>
                  <a:lnTo>
                    <a:pt x="369" y="279"/>
                  </a:lnTo>
                  <a:lnTo>
                    <a:pt x="372" y="278"/>
                  </a:lnTo>
                  <a:lnTo>
                    <a:pt x="373" y="278"/>
                  </a:lnTo>
                  <a:lnTo>
                    <a:pt x="374" y="278"/>
                  </a:lnTo>
                  <a:lnTo>
                    <a:pt x="375" y="278"/>
                  </a:lnTo>
                  <a:lnTo>
                    <a:pt x="378" y="278"/>
                  </a:lnTo>
                  <a:lnTo>
                    <a:pt x="379" y="278"/>
                  </a:lnTo>
                  <a:lnTo>
                    <a:pt x="380" y="276"/>
                  </a:lnTo>
                  <a:lnTo>
                    <a:pt x="381" y="276"/>
                  </a:lnTo>
                  <a:lnTo>
                    <a:pt x="383" y="276"/>
                  </a:lnTo>
                  <a:lnTo>
                    <a:pt x="384" y="276"/>
                  </a:lnTo>
                  <a:lnTo>
                    <a:pt x="385" y="276"/>
                  </a:lnTo>
                  <a:lnTo>
                    <a:pt x="386" y="275"/>
                  </a:lnTo>
                  <a:lnTo>
                    <a:pt x="387" y="275"/>
                  </a:lnTo>
                  <a:lnTo>
                    <a:pt x="389" y="275"/>
                  </a:lnTo>
                  <a:lnTo>
                    <a:pt x="390" y="275"/>
                  </a:lnTo>
                  <a:lnTo>
                    <a:pt x="391" y="274"/>
                  </a:lnTo>
                  <a:lnTo>
                    <a:pt x="392" y="274"/>
                  </a:lnTo>
                  <a:lnTo>
                    <a:pt x="393" y="274"/>
                  </a:lnTo>
                  <a:lnTo>
                    <a:pt x="395" y="274"/>
                  </a:lnTo>
                  <a:lnTo>
                    <a:pt x="396" y="273"/>
                  </a:lnTo>
                  <a:lnTo>
                    <a:pt x="397" y="273"/>
                  </a:lnTo>
                  <a:lnTo>
                    <a:pt x="398" y="273"/>
                  </a:lnTo>
                  <a:lnTo>
                    <a:pt x="399" y="272"/>
                  </a:lnTo>
                  <a:lnTo>
                    <a:pt x="402" y="272"/>
                  </a:lnTo>
                  <a:lnTo>
                    <a:pt x="403" y="270"/>
                  </a:lnTo>
                  <a:lnTo>
                    <a:pt x="405" y="270"/>
                  </a:lnTo>
                  <a:lnTo>
                    <a:pt x="407" y="269"/>
                  </a:lnTo>
                  <a:lnTo>
                    <a:pt x="409" y="269"/>
                  </a:lnTo>
                  <a:lnTo>
                    <a:pt x="411" y="268"/>
                  </a:lnTo>
                  <a:lnTo>
                    <a:pt x="414" y="268"/>
                  </a:lnTo>
                  <a:lnTo>
                    <a:pt x="415" y="267"/>
                  </a:lnTo>
                  <a:lnTo>
                    <a:pt x="417" y="267"/>
                  </a:lnTo>
                  <a:lnTo>
                    <a:pt x="419" y="266"/>
                  </a:lnTo>
                  <a:lnTo>
                    <a:pt x="421" y="266"/>
                  </a:lnTo>
                  <a:lnTo>
                    <a:pt x="422" y="264"/>
                  </a:lnTo>
                  <a:lnTo>
                    <a:pt x="423" y="264"/>
                  </a:lnTo>
                  <a:lnTo>
                    <a:pt x="426" y="264"/>
                  </a:lnTo>
                  <a:lnTo>
                    <a:pt x="427" y="263"/>
                  </a:lnTo>
                  <a:lnTo>
                    <a:pt x="428" y="263"/>
                  </a:lnTo>
                  <a:lnTo>
                    <a:pt x="429" y="262"/>
                  </a:lnTo>
                  <a:lnTo>
                    <a:pt x="431" y="262"/>
                  </a:lnTo>
                  <a:lnTo>
                    <a:pt x="432" y="262"/>
                  </a:lnTo>
                  <a:lnTo>
                    <a:pt x="433" y="261"/>
                  </a:lnTo>
                  <a:lnTo>
                    <a:pt x="434" y="261"/>
                  </a:lnTo>
                  <a:lnTo>
                    <a:pt x="435" y="260"/>
                  </a:lnTo>
                  <a:lnTo>
                    <a:pt x="437" y="260"/>
                  </a:lnTo>
                  <a:lnTo>
                    <a:pt x="438" y="260"/>
                  </a:lnTo>
                  <a:lnTo>
                    <a:pt x="439" y="258"/>
                  </a:lnTo>
                  <a:lnTo>
                    <a:pt x="440" y="258"/>
                  </a:lnTo>
                  <a:lnTo>
                    <a:pt x="441" y="257"/>
                  </a:lnTo>
                  <a:lnTo>
                    <a:pt x="443" y="257"/>
                  </a:lnTo>
                  <a:lnTo>
                    <a:pt x="444" y="256"/>
                  </a:lnTo>
                  <a:lnTo>
                    <a:pt x="445" y="256"/>
                  </a:lnTo>
                  <a:lnTo>
                    <a:pt x="446" y="255"/>
                  </a:lnTo>
                  <a:lnTo>
                    <a:pt x="447" y="255"/>
                  </a:lnTo>
                  <a:lnTo>
                    <a:pt x="449" y="254"/>
                  </a:lnTo>
                  <a:lnTo>
                    <a:pt x="451" y="252"/>
                  </a:lnTo>
                  <a:lnTo>
                    <a:pt x="452" y="252"/>
                  </a:lnTo>
                  <a:lnTo>
                    <a:pt x="455" y="251"/>
                  </a:lnTo>
                  <a:lnTo>
                    <a:pt x="456" y="250"/>
                  </a:lnTo>
                  <a:lnTo>
                    <a:pt x="458" y="249"/>
                  </a:lnTo>
                  <a:lnTo>
                    <a:pt x="459" y="249"/>
                  </a:lnTo>
                  <a:lnTo>
                    <a:pt x="462" y="248"/>
                  </a:lnTo>
                  <a:lnTo>
                    <a:pt x="463" y="246"/>
                  </a:lnTo>
                  <a:lnTo>
                    <a:pt x="464" y="246"/>
                  </a:lnTo>
                  <a:lnTo>
                    <a:pt x="465" y="245"/>
                  </a:lnTo>
                  <a:lnTo>
                    <a:pt x="468" y="245"/>
                  </a:lnTo>
                  <a:lnTo>
                    <a:pt x="469" y="244"/>
                  </a:lnTo>
                  <a:lnTo>
                    <a:pt x="470" y="244"/>
                  </a:lnTo>
                  <a:lnTo>
                    <a:pt x="471" y="243"/>
                  </a:lnTo>
                  <a:lnTo>
                    <a:pt x="473" y="242"/>
                  </a:lnTo>
                  <a:lnTo>
                    <a:pt x="474" y="242"/>
                  </a:lnTo>
                  <a:lnTo>
                    <a:pt x="475" y="240"/>
                  </a:lnTo>
                  <a:lnTo>
                    <a:pt x="476" y="240"/>
                  </a:lnTo>
                  <a:lnTo>
                    <a:pt x="477" y="239"/>
                  </a:lnTo>
                  <a:lnTo>
                    <a:pt x="479" y="239"/>
                  </a:lnTo>
                  <a:lnTo>
                    <a:pt x="480" y="238"/>
                  </a:lnTo>
                  <a:lnTo>
                    <a:pt x="481" y="238"/>
                  </a:lnTo>
                  <a:lnTo>
                    <a:pt x="481" y="237"/>
                  </a:lnTo>
                  <a:lnTo>
                    <a:pt x="482" y="237"/>
                  </a:lnTo>
                  <a:lnTo>
                    <a:pt x="483" y="237"/>
                  </a:lnTo>
                  <a:lnTo>
                    <a:pt x="485" y="236"/>
                  </a:lnTo>
                  <a:lnTo>
                    <a:pt x="486" y="236"/>
                  </a:lnTo>
                  <a:lnTo>
                    <a:pt x="487" y="234"/>
                  </a:lnTo>
                  <a:lnTo>
                    <a:pt x="488" y="233"/>
                  </a:lnTo>
                  <a:lnTo>
                    <a:pt x="489" y="233"/>
                  </a:lnTo>
                  <a:lnTo>
                    <a:pt x="491" y="232"/>
                  </a:lnTo>
                  <a:lnTo>
                    <a:pt x="493" y="231"/>
                  </a:lnTo>
                  <a:lnTo>
                    <a:pt x="494" y="231"/>
                  </a:lnTo>
                  <a:lnTo>
                    <a:pt x="495" y="230"/>
                  </a:lnTo>
                  <a:lnTo>
                    <a:pt x="498" y="228"/>
                  </a:lnTo>
                  <a:lnTo>
                    <a:pt x="499" y="227"/>
                  </a:lnTo>
                  <a:lnTo>
                    <a:pt x="500" y="227"/>
                  </a:lnTo>
                  <a:lnTo>
                    <a:pt x="501" y="226"/>
                  </a:lnTo>
                  <a:lnTo>
                    <a:pt x="504" y="225"/>
                  </a:lnTo>
                  <a:lnTo>
                    <a:pt x="505" y="225"/>
                  </a:lnTo>
                  <a:lnTo>
                    <a:pt x="506" y="224"/>
                  </a:lnTo>
                  <a:lnTo>
                    <a:pt x="507" y="224"/>
                  </a:lnTo>
                  <a:lnTo>
                    <a:pt x="507" y="222"/>
                  </a:lnTo>
                  <a:lnTo>
                    <a:pt x="509" y="222"/>
                  </a:lnTo>
                  <a:lnTo>
                    <a:pt x="510" y="221"/>
                  </a:lnTo>
                  <a:lnTo>
                    <a:pt x="511" y="221"/>
                  </a:lnTo>
                  <a:lnTo>
                    <a:pt x="511" y="220"/>
                  </a:lnTo>
                  <a:lnTo>
                    <a:pt x="512" y="220"/>
                  </a:lnTo>
                  <a:lnTo>
                    <a:pt x="513" y="220"/>
                  </a:lnTo>
                  <a:lnTo>
                    <a:pt x="515" y="219"/>
                  </a:lnTo>
                  <a:lnTo>
                    <a:pt x="516" y="218"/>
                  </a:lnTo>
                  <a:lnTo>
                    <a:pt x="517" y="218"/>
                  </a:lnTo>
                  <a:lnTo>
                    <a:pt x="518" y="216"/>
                  </a:lnTo>
                  <a:lnTo>
                    <a:pt x="519" y="216"/>
                  </a:lnTo>
                  <a:lnTo>
                    <a:pt x="519" y="215"/>
                  </a:lnTo>
                  <a:lnTo>
                    <a:pt x="521" y="215"/>
                  </a:lnTo>
                  <a:lnTo>
                    <a:pt x="522" y="214"/>
                  </a:lnTo>
                  <a:lnTo>
                    <a:pt x="523" y="214"/>
                  </a:lnTo>
                  <a:lnTo>
                    <a:pt x="523" y="213"/>
                  </a:lnTo>
                  <a:lnTo>
                    <a:pt x="524" y="213"/>
                  </a:lnTo>
                  <a:lnTo>
                    <a:pt x="525" y="212"/>
                  </a:lnTo>
                  <a:lnTo>
                    <a:pt x="527" y="210"/>
                  </a:lnTo>
                  <a:lnTo>
                    <a:pt x="528" y="210"/>
                  </a:lnTo>
                  <a:lnTo>
                    <a:pt x="529" y="209"/>
                  </a:lnTo>
                  <a:lnTo>
                    <a:pt x="531" y="208"/>
                  </a:lnTo>
                  <a:lnTo>
                    <a:pt x="533" y="208"/>
                  </a:lnTo>
                  <a:lnTo>
                    <a:pt x="534" y="207"/>
                  </a:lnTo>
                  <a:lnTo>
                    <a:pt x="535" y="206"/>
                  </a:lnTo>
                  <a:lnTo>
                    <a:pt x="536" y="204"/>
                  </a:lnTo>
                  <a:lnTo>
                    <a:pt x="537" y="204"/>
                  </a:lnTo>
                  <a:lnTo>
                    <a:pt x="539" y="203"/>
                  </a:lnTo>
                  <a:lnTo>
                    <a:pt x="540" y="202"/>
                  </a:lnTo>
                  <a:lnTo>
                    <a:pt x="541" y="202"/>
                  </a:lnTo>
                  <a:lnTo>
                    <a:pt x="541" y="201"/>
                  </a:lnTo>
                  <a:lnTo>
                    <a:pt x="542" y="201"/>
                  </a:lnTo>
                  <a:lnTo>
                    <a:pt x="543" y="200"/>
                  </a:lnTo>
                  <a:lnTo>
                    <a:pt x="545" y="200"/>
                  </a:lnTo>
                  <a:lnTo>
                    <a:pt x="545" y="198"/>
                  </a:lnTo>
                  <a:lnTo>
                    <a:pt x="546" y="198"/>
                  </a:lnTo>
                  <a:lnTo>
                    <a:pt x="547" y="197"/>
                  </a:lnTo>
                  <a:lnTo>
                    <a:pt x="548" y="196"/>
                  </a:lnTo>
                  <a:lnTo>
                    <a:pt x="549" y="196"/>
                  </a:lnTo>
                  <a:lnTo>
                    <a:pt x="551" y="195"/>
                  </a:lnTo>
                  <a:lnTo>
                    <a:pt x="552" y="194"/>
                  </a:lnTo>
                  <a:lnTo>
                    <a:pt x="553" y="192"/>
                  </a:lnTo>
                  <a:lnTo>
                    <a:pt x="554" y="192"/>
                  </a:lnTo>
                  <a:lnTo>
                    <a:pt x="555" y="191"/>
                  </a:lnTo>
                  <a:lnTo>
                    <a:pt x="555" y="190"/>
                  </a:lnTo>
                  <a:lnTo>
                    <a:pt x="557" y="190"/>
                  </a:lnTo>
                  <a:lnTo>
                    <a:pt x="558" y="189"/>
                  </a:lnTo>
                  <a:lnTo>
                    <a:pt x="559" y="189"/>
                  </a:lnTo>
                  <a:lnTo>
                    <a:pt x="559" y="188"/>
                  </a:lnTo>
                  <a:lnTo>
                    <a:pt x="560" y="188"/>
                  </a:lnTo>
                  <a:lnTo>
                    <a:pt x="560" y="186"/>
                  </a:lnTo>
                  <a:lnTo>
                    <a:pt x="561" y="186"/>
                  </a:lnTo>
                  <a:lnTo>
                    <a:pt x="561" y="185"/>
                  </a:lnTo>
                  <a:lnTo>
                    <a:pt x="563" y="185"/>
                  </a:lnTo>
                  <a:lnTo>
                    <a:pt x="564" y="184"/>
                  </a:lnTo>
                  <a:lnTo>
                    <a:pt x="565" y="184"/>
                  </a:lnTo>
                  <a:lnTo>
                    <a:pt x="565" y="183"/>
                  </a:lnTo>
                  <a:lnTo>
                    <a:pt x="566" y="183"/>
                  </a:lnTo>
                  <a:lnTo>
                    <a:pt x="567" y="182"/>
                  </a:lnTo>
                  <a:lnTo>
                    <a:pt x="569" y="180"/>
                  </a:lnTo>
                  <a:lnTo>
                    <a:pt x="570" y="180"/>
                  </a:lnTo>
                  <a:lnTo>
                    <a:pt x="571" y="179"/>
                  </a:lnTo>
                  <a:lnTo>
                    <a:pt x="572" y="178"/>
                  </a:lnTo>
                  <a:lnTo>
                    <a:pt x="573" y="177"/>
                  </a:lnTo>
                  <a:lnTo>
                    <a:pt x="575" y="177"/>
                  </a:lnTo>
                  <a:lnTo>
                    <a:pt x="576" y="176"/>
                  </a:lnTo>
                  <a:lnTo>
                    <a:pt x="577" y="176"/>
                  </a:lnTo>
                  <a:lnTo>
                    <a:pt x="577" y="174"/>
                  </a:lnTo>
                  <a:lnTo>
                    <a:pt x="578" y="174"/>
                  </a:lnTo>
                  <a:lnTo>
                    <a:pt x="579" y="173"/>
                  </a:lnTo>
                  <a:lnTo>
                    <a:pt x="581" y="172"/>
                  </a:lnTo>
                  <a:lnTo>
                    <a:pt x="582" y="172"/>
                  </a:lnTo>
                  <a:lnTo>
                    <a:pt x="583" y="171"/>
                  </a:lnTo>
                  <a:lnTo>
                    <a:pt x="584" y="170"/>
                  </a:lnTo>
                  <a:lnTo>
                    <a:pt x="585" y="170"/>
                  </a:lnTo>
                  <a:lnTo>
                    <a:pt x="587" y="168"/>
                  </a:lnTo>
                  <a:lnTo>
                    <a:pt x="588" y="167"/>
                  </a:lnTo>
                  <a:lnTo>
                    <a:pt x="589" y="167"/>
                  </a:lnTo>
                  <a:lnTo>
                    <a:pt x="589" y="166"/>
                  </a:lnTo>
                  <a:lnTo>
                    <a:pt x="590" y="166"/>
                  </a:lnTo>
                  <a:lnTo>
                    <a:pt x="590" y="165"/>
                  </a:lnTo>
                  <a:lnTo>
                    <a:pt x="591" y="165"/>
                  </a:lnTo>
                  <a:lnTo>
                    <a:pt x="591" y="164"/>
                  </a:lnTo>
                  <a:lnTo>
                    <a:pt x="593" y="164"/>
                  </a:lnTo>
                  <a:lnTo>
                    <a:pt x="593" y="162"/>
                  </a:lnTo>
                  <a:lnTo>
                    <a:pt x="594" y="162"/>
                  </a:lnTo>
                  <a:lnTo>
                    <a:pt x="594" y="161"/>
                  </a:lnTo>
                  <a:lnTo>
                    <a:pt x="595" y="161"/>
                  </a:lnTo>
                  <a:lnTo>
                    <a:pt x="595" y="160"/>
                  </a:lnTo>
                  <a:lnTo>
                    <a:pt x="596" y="159"/>
                  </a:lnTo>
                  <a:lnTo>
                    <a:pt x="597" y="159"/>
                  </a:lnTo>
                  <a:lnTo>
                    <a:pt x="599" y="158"/>
                  </a:lnTo>
                  <a:lnTo>
                    <a:pt x="599" y="156"/>
                  </a:lnTo>
                  <a:lnTo>
                    <a:pt x="600" y="155"/>
                  </a:lnTo>
                  <a:lnTo>
                    <a:pt x="601" y="154"/>
                  </a:lnTo>
                  <a:lnTo>
                    <a:pt x="602" y="153"/>
                  </a:lnTo>
                  <a:lnTo>
                    <a:pt x="603" y="152"/>
                  </a:lnTo>
                  <a:lnTo>
                    <a:pt x="605" y="150"/>
                  </a:lnTo>
                  <a:lnTo>
                    <a:pt x="606" y="149"/>
                  </a:lnTo>
                  <a:lnTo>
                    <a:pt x="607" y="148"/>
                  </a:lnTo>
                  <a:lnTo>
                    <a:pt x="607" y="147"/>
                  </a:lnTo>
                  <a:lnTo>
                    <a:pt x="608" y="147"/>
                  </a:lnTo>
                  <a:lnTo>
                    <a:pt x="609" y="146"/>
                  </a:lnTo>
                  <a:lnTo>
                    <a:pt x="609" y="144"/>
                  </a:lnTo>
                  <a:lnTo>
                    <a:pt x="611" y="144"/>
                  </a:lnTo>
                  <a:lnTo>
                    <a:pt x="612" y="143"/>
                  </a:lnTo>
                  <a:lnTo>
                    <a:pt x="612" y="142"/>
                  </a:lnTo>
                  <a:lnTo>
                    <a:pt x="613" y="142"/>
                  </a:lnTo>
                  <a:lnTo>
                    <a:pt x="613" y="141"/>
                  </a:lnTo>
                  <a:lnTo>
                    <a:pt x="614" y="141"/>
                  </a:lnTo>
                  <a:lnTo>
                    <a:pt x="614" y="140"/>
                  </a:lnTo>
                  <a:lnTo>
                    <a:pt x="615" y="138"/>
                  </a:lnTo>
                  <a:lnTo>
                    <a:pt x="617" y="137"/>
                  </a:lnTo>
                  <a:lnTo>
                    <a:pt x="618" y="136"/>
                  </a:lnTo>
                  <a:lnTo>
                    <a:pt x="619" y="135"/>
                  </a:lnTo>
                  <a:lnTo>
                    <a:pt x="619" y="134"/>
                  </a:lnTo>
                  <a:lnTo>
                    <a:pt x="620" y="134"/>
                  </a:lnTo>
                  <a:lnTo>
                    <a:pt x="621" y="132"/>
                  </a:lnTo>
                  <a:lnTo>
                    <a:pt x="623" y="131"/>
                  </a:lnTo>
                  <a:lnTo>
                    <a:pt x="623" y="130"/>
                  </a:lnTo>
                  <a:lnTo>
                    <a:pt x="624" y="129"/>
                  </a:lnTo>
                  <a:lnTo>
                    <a:pt x="625" y="128"/>
                  </a:lnTo>
                  <a:lnTo>
                    <a:pt x="626" y="126"/>
                  </a:lnTo>
                  <a:lnTo>
                    <a:pt x="627" y="124"/>
                  </a:lnTo>
                  <a:lnTo>
                    <a:pt x="629" y="123"/>
                  </a:lnTo>
                  <a:lnTo>
                    <a:pt x="630" y="122"/>
                  </a:lnTo>
                  <a:lnTo>
                    <a:pt x="631" y="119"/>
                  </a:lnTo>
                  <a:lnTo>
                    <a:pt x="632" y="118"/>
                  </a:lnTo>
                  <a:lnTo>
                    <a:pt x="633" y="117"/>
                  </a:lnTo>
                  <a:lnTo>
                    <a:pt x="635" y="116"/>
                  </a:lnTo>
                  <a:lnTo>
                    <a:pt x="636" y="114"/>
                  </a:lnTo>
                  <a:lnTo>
                    <a:pt x="637" y="113"/>
                  </a:lnTo>
                  <a:lnTo>
                    <a:pt x="638" y="112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41" y="108"/>
                  </a:lnTo>
                  <a:lnTo>
                    <a:pt x="642" y="107"/>
                  </a:lnTo>
                  <a:lnTo>
                    <a:pt x="643" y="106"/>
                  </a:lnTo>
                  <a:lnTo>
                    <a:pt x="644" y="105"/>
                  </a:lnTo>
                  <a:lnTo>
                    <a:pt x="644" y="104"/>
                  </a:lnTo>
                  <a:lnTo>
                    <a:pt x="645" y="104"/>
                  </a:lnTo>
                  <a:lnTo>
                    <a:pt x="645" y="102"/>
                  </a:lnTo>
                  <a:lnTo>
                    <a:pt x="647" y="101"/>
                  </a:lnTo>
                  <a:lnTo>
                    <a:pt x="647" y="100"/>
                  </a:lnTo>
                  <a:lnTo>
                    <a:pt x="648" y="99"/>
                  </a:lnTo>
                  <a:lnTo>
                    <a:pt x="649" y="98"/>
                  </a:lnTo>
                  <a:lnTo>
                    <a:pt x="650" y="96"/>
                  </a:lnTo>
                  <a:lnTo>
                    <a:pt x="651" y="95"/>
                  </a:lnTo>
                  <a:lnTo>
                    <a:pt x="653" y="94"/>
                  </a:lnTo>
                  <a:lnTo>
                    <a:pt x="653" y="92"/>
                  </a:lnTo>
                  <a:lnTo>
                    <a:pt x="654" y="90"/>
                  </a:lnTo>
                  <a:lnTo>
                    <a:pt x="655" y="89"/>
                  </a:lnTo>
                  <a:lnTo>
                    <a:pt x="656" y="88"/>
                  </a:lnTo>
                  <a:lnTo>
                    <a:pt x="657" y="86"/>
                  </a:lnTo>
                  <a:lnTo>
                    <a:pt x="659" y="84"/>
                  </a:lnTo>
                  <a:lnTo>
                    <a:pt x="660" y="82"/>
                  </a:lnTo>
                  <a:lnTo>
                    <a:pt x="661" y="81"/>
                  </a:lnTo>
                  <a:lnTo>
                    <a:pt x="662" y="78"/>
                  </a:lnTo>
                  <a:lnTo>
                    <a:pt x="663" y="77"/>
                  </a:lnTo>
                  <a:lnTo>
                    <a:pt x="665" y="75"/>
                  </a:lnTo>
                  <a:lnTo>
                    <a:pt x="666" y="74"/>
                  </a:lnTo>
                  <a:lnTo>
                    <a:pt x="667" y="72"/>
                  </a:lnTo>
                  <a:lnTo>
                    <a:pt x="668" y="71"/>
                  </a:lnTo>
                  <a:lnTo>
                    <a:pt x="669" y="70"/>
                  </a:lnTo>
                  <a:lnTo>
                    <a:pt x="669" y="69"/>
                  </a:lnTo>
                  <a:lnTo>
                    <a:pt x="671" y="68"/>
                  </a:lnTo>
                  <a:lnTo>
                    <a:pt x="672" y="66"/>
                  </a:lnTo>
                  <a:lnTo>
                    <a:pt x="672" y="65"/>
                  </a:lnTo>
                  <a:lnTo>
                    <a:pt x="673" y="64"/>
                  </a:lnTo>
                  <a:lnTo>
                    <a:pt x="674" y="63"/>
                  </a:lnTo>
                  <a:lnTo>
                    <a:pt x="675" y="62"/>
                  </a:lnTo>
                  <a:lnTo>
                    <a:pt x="675" y="60"/>
                  </a:lnTo>
                  <a:lnTo>
                    <a:pt x="677" y="59"/>
                  </a:lnTo>
                  <a:lnTo>
                    <a:pt x="678" y="58"/>
                  </a:lnTo>
                  <a:lnTo>
                    <a:pt x="678" y="57"/>
                  </a:lnTo>
                  <a:lnTo>
                    <a:pt x="679" y="56"/>
                  </a:lnTo>
                  <a:lnTo>
                    <a:pt x="680" y="54"/>
                  </a:lnTo>
                  <a:lnTo>
                    <a:pt x="680" y="53"/>
                  </a:lnTo>
                  <a:lnTo>
                    <a:pt x="681" y="52"/>
                  </a:lnTo>
                  <a:lnTo>
                    <a:pt x="683" y="51"/>
                  </a:lnTo>
                  <a:lnTo>
                    <a:pt x="684" y="50"/>
                  </a:lnTo>
                  <a:lnTo>
                    <a:pt x="685" y="48"/>
                  </a:lnTo>
                  <a:lnTo>
                    <a:pt x="686" y="47"/>
                  </a:lnTo>
                  <a:lnTo>
                    <a:pt x="687" y="45"/>
                  </a:lnTo>
                  <a:lnTo>
                    <a:pt x="689" y="44"/>
                  </a:lnTo>
                  <a:lnTo>
                    <a:pt x="690" y="41"/>
                  </a:lnTo>
                  <a:lnTo>
                    <a:pt x="691" y="40"/>
                  </a:lnTo>
                  <a:lnTo>
                    <a:pt x="692" y="38"/>
                  </a:lnTo>
                  <a:lnTo>
                    <a:pt x="693" y="35"/>
                  </a:lnTo>
                  <a:lnTo>
                    <a:pt x="695" y="34"/>
                  </a:lnTo>
                  <a:lnTo>
                    <a:pt x="696" y="33"/>
                  </a:lnTo>
                  <a:lnTo>
                    <a:pt x="697" y="30"/>
                  </a:lnTo>
                  <a:lnTo>
                    <a:pt x="698" y="29"/>
                  </a:lnTo>
                  <a:lnTo>
                    <a:pt x="699" y="28"/>
                  </a:lnTo>
                  <a:lnTo>
                    <a:pt x="701" y="27"/>
                  </a:lnTo>
                  <a:lnTo>
                    <a:pt x="701" y="26"/>
                  </a:lnTo>
                  <a:lnTo>
                    <a:pt x="702" y="24"/>
                  </a:lnTo>
                  <a:lnTo>
                    <a:pt x="703" y="23"/>
                  </a:lnTo>
                  <a:lnTo>
                    <a:pt x="703" y="22"/>
                  </a:lnTo>
                  <a:lnTo>
                    <a:pt x="704" y="21"/>
                  </a:lnTo>
                  <a:lnTo>
                    <a:pt x="705" y="20"/>
                  </a:lnTo>
                  <a:lnTo>
                    <a:pt x="705" y="18"/>
                  </a:lnTo>
                  <a:lnTo>
                    <a:pt x="707" y="17"/>
                  </a:lnTo>
                  <a:lnTo>
                    <a:pt x="707" y="16"/>
                  </a:lnTo>
                  <a:lnTo>
                    <a:pt x="708" y="16"/>
                  </a:lnTo>
                  <a:lnTo>
                    <a:pt x="708" y="15"/>
                  </a:lnTo>
                  <a:lnTo>
                    <a:pt x="709" y="14"/>
                  </a:lnTo>
                  <a:lnTo>
                    <a:pt x="709" y="12"/>
                  </a:lnTo>
                  <a:lnTo>
                    <a:pt x="710" y="11"/>
                  </a:lnTo>
                  <a:lnTo>
                    <a:pt x="711" y="10"/>
                  </a:lnTo>
                  <a:lnTo>
                    <a:pt x="713" y="9"/>
                  </a:lnTo>
                  <a:lnTo>
                    <a:pt x="713" y="8"/>
                  </a:lnTo>
                  <a:lnTo>
                    <a:pt x="714" y="6"/>
                  </a:lnTo>
                  <a:lnTo>
                    <a:pt x="714" y="4"/>
                  </a:lnTo>
                  <a:lnTo>
                    <a:pt x="715" y="3"/>
                  </a:lnTo>
                  <a:lnTo>
                    <a:pt x="716" y="2"/>
                  </a:lnTo>
                  <a:lnTo>
                    <a:pt x="717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21" name="Freeform 211">
              <a:extLst>
                <a:ext uri="{FF2B5EF4-FFF2-40B4-BE49-F238E27FC236}">
                  <a16:creationId xmlns:a16="http://schemas.microsoft.com/office/drawing/2014/main" id="{B0E84537-C578-4A80-972B-CCB8C3785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088" y="3783013"/>
              <a:ext cx="66675" cy="227012"/>
            </a:xfrm>
            <a:custGeom>
              <a:avLst/>
              <a:gdLst>
                <a:gd name="T0" fmla="*/ 2147483646 w 85"/>
                <a:gd name="T1" fmla="*/ 2147483646 h 286"/>
                <a:gd name="T2" fmla="*/ 2147483646 w 85"/>
                <a:gd name="T3" fmla="*/ 2147483646 h 286"/>
                <a:gd name="T4" fmla="*/ 2147483646 w 85"/>
                <a:gd name="T5" fmla="*/ 2147483646 h 286"/>
                <a:gd name="T6" fmla="*/ 2147483646 w 85"/>
                <a:gd name="T7" fmla="*/ 2147483646 h 286"/>
                <a:gd name="T8" fmla="*/ 2147483646 w 85"/>
                <a:gd name="T9" fmla="*/ 2147483646 h 286"/>
                <a:gd name="T10" fmla="*/ 2147483646 w 85"/>
                <a:gd name="T11" fmla="*/ 2147483646 h 286"/>
                <a:gd name="T12" fmla="*/ 2147483646 w 85"/>
                <a:gd name="T13" fmla="*/ 2147483646 h 286"/>
                <a:gd name="T14" fmla="*/ 2147483646 w 85"/>
                <a:gd name="T15" fmla="*/ 2147483646 h 286"/>
                <a:gd name="T16" fmla="*/ 2147483646 w 85"/>
                <a:gd name="T17" fmla="*/ 2147483646 h 286"/>
                <a:gd name="T18" fmla="*/ 2147483646 w 85"/>
                <a:gd name="T19" fmla="*/ 2147483646 h 286"/>
                <a:gd name="T20" fmla="*/ 2147483646 w 85"/>
                <a:gd name="T21" fmla="*/ 2147483646 h 286"/>
                <a:gd name="T22" fmla="*/ 2147483646 w 85"/>
                <a:gd name="T23" fmla="*/ 2147483646 h 286"/>
                <a:gd name="T24" fmla="*/ 2147483646 w 85"/>
                <a:gd name="T25" fmla="*/ 2147483646 h 286"/>
                <a:gd name="T26" fmla="*/ 2147483646 w 85"/>
                <a:gd name="T27" fmla="*/ 2147483646 h 286"/>
                <a:gd name="T28" fmla="*/ 2147483646 w 85"/>
                <a:gd name="T29" fmla="*/ 2147483646 h 286"/>
                <a:gd name="T30" fmla="*/ 2147483646 w 85"/>
                <a:gd name="T31" fmla="*/ 2147483646 h 286"/>
                <a:gd name="T32" fmla="*/ 2147483646 w 85"/>
                <a:gd name="T33" fmla="*/ 2147483646 h 286"/>
                <a:gd name="T34" fmla="*/ 2147483646 w 85"/>
                <a:gd name="T35" fmla="*/ 2147483646 h 286"/>
                <a:gd name="T36" fmla="*/ 2147483646 w 85"/>
                <a:gd name="T37" fmla="*/ 2147483646 h 286"/>
                <a:gd name="T38" fmla="*/ 2147483646 w 85"/>
                <a:gd name="T39" fmla="*/ 2147483646 h 286"/>
                <a:gd name="T40" fmla="*/ 2147483646 w 85"/>
                <a:gd name="T41" fmla="*/ 2147483646 h 286"/>
                <a:gd name="T42" fmla="*/ 2147483646 w 85"/>
                <a:gd name="T43" fmla="*/ 2147483646 h 286"/>
                <a:gd name="T44" fmla="*/ 2147483646 w 85"/>
                <a:gd name="T45" fmla="*/ 2147483646 h 286"/>
                <a:gd name="T46" fmla="*/ 2147483646 w 85"/>
                <a:gd name="T47" fmla="*/ 2147483646 h 286"/>
                <a:gd name="T48" fmla="*/ 2147483646 w 85"/>
                <a:gd name="T49" fmla="*/ 2147483646 h 286"/>
                <a:gd name="T50" fmla="*/ 2147483646 w 85"/>
                <a:gd name="T51" fmla="*/ 2147483646 h 286"/>
                <a:gd name="T52" fmla="*/ 2147483646 w 85"/>
                <a:gd name="T53" fmla="*/ 2147483646 h 286"/>
                <a:gd name="T54" fmla="*/ 2147483646 w 85"/>
                <a:gd name="T55" fmla="*/ 2147483646 h 286"/>
                <a:gd name="T56" fmla="*/ 2147483646 w 85"/>
                <a:gd name="T57" fmla="*/ 2147483646 h 286"/>
                <a:gd name="T58" fmla="*/ 2147483646 w 85"/>
                <a:gd name="T59" fmla="*/ 2147483646 h 286"/>
                <a:gd name="T60" fmla="*/ 2147483646 w 85"/>
                <a:gd name="T61" fmla="*/ 2147483646 h 286"/>
                <a:gd name="T62" fmla="*/ 2147483646 w 85"/>
                <a:gd name="T63" fmla="*/ 2147483646 h 286"/>
                <a:gd name="T64" fmla="*/ 2147483646 w 85"/>
                <a:gd name="T65" fmla="*/ 2147483646 h 286"/>
                <a:gd name="T66" fmla="*/ 2147483646 w 85"/>
                <a:gd name="T67" fmla="*/ 2147483646 h 286"/>
                <a:gd name="T68" fmla="*/ 2147483646 w 85"/>
                <a:gd name="T69" fmla="*/ 2147483646 h 286"/>
                <a:gd name="T70" fmla="*/ 2147483646 w 85"/>
                <a:gd name="T71" fmla="*/ 2147483646 h 286"/>
                <a:gd name="T72" fmla="*/ 2147483646 w 85"/>
                <a:gd name="T73" fmla="*/ 2147483646 h 286"/>
                <a:gd name="T74" fmla="*/ 2147483646 w 85"/>
                <a:gd name="T75" fmla="*/ 2147483646 h 286"/>
                <a:gd name="T76" fmla="*/ 2147483646 w 85"/>
                <a:gd name="T77" fmla="*/ 2147483646 h 286"/>
                <a:gd name="T78" fmla="*/ 2147483646 w 85"/>
                <a:gd name="T79" fmla="*/ 2147483646 h 286"/>
                <a:gd name="T80" fmla="*/ 2147483646 w 85"/>
                <a:gd name="T81" fmla="*/ 2147483646 h 286"/>
                <a:gd name="T82" fmla="*/ 2147483646 w 85"/>
                <a:gd name="T83" fmla="*/ 2147483646 h 286"/>
                <a:gd name="T84" fmla="*/ 2147483646 w 85"/>
                <a:gd name="T85" fmla="*/ 2147483646 h 286"/>
                <a:gd name="T86" fmla="*/ 2147483646 w 85"/>
                <a:gd name="T87" fmla="*/ 2147483646 h 286"/>
                <a:gd name="T88" fmla="*/ 2147483646 w 85"/>
                <a:gd name="T89" fmla="*/ 2147483646 h 286"/>
                <a:gd name="T90" fmla="*/ 2147483646 w 85"/>
                <a:gd name="T91" fmla="*/ 2147483646 h 286"/>
                <a:gd name="T92" fmla="*/ 2147483646 w 85"/>
                <a:gd name="T93" fmla="*/ 2147483646 h 286"/>
                <a:gd name="T94" fmla="*/ 2147483646 w 85"/>
                <a:gd name="T95" fmla="*/ 2147483646 h 286"/>
                <a:gd name="T96" fmla="*/ 2147483646 w 85"/>
                <a:gd name="T97" fmla="*/ 2147483646 h 286"/>
                <a:gd name="T98" fmla="*/ 2147483646 w 85"/>
                <a:gd name="T99" fmla="*/ 2147483646 h 286"/>
                <a:gd name="T100" fmla="*/ 2147483646 w 85"/>
                <a:gd name="T101" fmla="*/ 2147483646 h 286"/>
                <a:gd name="T102" fmla="*/ 2147483646 w 85"/>
                <a:gd name="T103" fmla="*/ 2147483646 h 286"/>
                <a:gd name="T104" fmla="*/ 2147483646 w 85"/>
                <a:gd name="T105" fmla="*/ 2147483646 h 286"/>
                <a:gd name="T106" fmla="*/ 2147483646 w 85"/>
                <a:gd name="T107" fmla="*/ 2147483646 h 286"/>
                <a:gd name="T108" fmla="*/ 2147483646 w 85"/>
                <a:gd name="T109" fmla="*/ 2147483646 h 286"/>
                <a:gd name="T110" fmla="*/ 2147483646 w 85"/>
                <a:gd name="T111" fmla="*/ 2147483646 h 286"/>
                <a:gd name="T112" fmla="*/ 2147483646 w 85"/>
                <a:gd name="T113" fmla="*/ 2147483646 h 2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" h="286">
                  <a:moveTo>
                    <a:pt x="0" y="0"/>
                  </a:moveTo>
                  <a:lnTo>
                    <a:pt x="1" y="2"/>
                  </a:lnTo>
                  <a:lnTo>
                    <a:pt x="3" y="6"/>
                  </a:lnTo>
                  <a:lnTo>
                    <a:pt x="4" y="8"/>
                  </a:lnTo>
                  <a:lnTo>
                    <a:pt x="6" y="10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10" y="18"/>
                  </a:lnTo>
                  <a:lnTo>
                    <a:pt x="10" y="20"/>
                  </a:lnTo>
                  <a:lnTo>
                    <a:pt x="12" y="21"/>
                  </a:lnTo>
                  <a:lnTo>
                    <a:pt x="13" y="24"/>
                  </a:lnTo>
                  <a:lnTo>
                    <a:pt x="14" y="25"/>
                  </a:lnTo>
                  <a:lnTo>
                    <a:pt x="15" y="26"/>
                  </a:lnTo>
                  <a:lnTo>
                    <a:pt x="15" y="28"/>
                  </a:lnTo>
                  <a:lnTo>
                    <a:pt x="16" y="30"/>
                  </a:lnTo>
                  <a:lnTo>
                    <a:pt x="16" y="31"/>
                  </a:lnTo>
                  <a:lnTo>
                    <a:pt x="18" y="32"/>
                  </a:lnTo>
                  <a:lnTo>
                    <a:pt x="19" y="33"/>
                  </a:lnTo>
                  <a:lnTo>
                    <a:pt x="19" y="34"/>
                  </a:lnTo>
                  <a:lnTo>
                    <a:pt x="19" y="36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21" y="39"/>
                  </a:lnTo>
                  <a:lnTo>
                    <a:pt x="21" y="40"/>
                  </a:lnTo>
                  <a:lnTo>
                    <a:pt x="22" y="42"/>
                  </a:lnTo>
                  <a:lnTo>
                    <a:pt x="24" y="43"/>
                  </a:lnTo>
                  <a:lnTo>
                    <a:pt x="24" y="45"/>
                  </a:lnTo>
                  <a:lnTo>
                    <a:pt x="24" y="46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6" y="50"/>
                  </a:lnTo>
                  <a:lnTo>
                    <a:pt x="26" y="52"/>
                  </a:lnTo>
                  <a:lnTo>
                    <a:pt x="27" y="54"/>
                  </a:lnTo>
                  <a:lnTo>
                    <a:pt x="28" y="55"/>
                  </a:lnTo>
                  <a:lnTo>
                    <a:pt x="28" y="56"/>
                  </a:lnTo>
                  <a:lnTo>
                    <a:pt x="30" y="58"/>
                  </a:lnTo>
                  <a:lnTo>
                    <a:pt x="30" y="60"/>
                  </a:lnTo>
                  <a:lnTo>
                    <a:pt x="30" y="61"/>
                  </a:lnTo>
                  <a:lnTo>
                    <a:pt x="31" y="62"/>
                  </a:lnTo>
                  <a:lnTo>
                    <a:pt x="31" y="63"/>
                  </a:lnTo>
                  <a:lnTo>
                    <a:pt x="32" y="63"/>
                  </a:lnTo>
                  <a:lnTo>
                    <a:pt x="32" y="64"/>
                  </a:lnTo>
                  <a:lnTo>
                    <a:pt x="32" y="66"/>
                  </a:lnTo>
                  <a:lnTo>
                    <a:pt x="33" y="67"/>
                  </a:lnTo>
                  <a:lnTo>
                    <a:pt x="33" y="68"/>
                  </a:lnTo>
                  <a:lnTo>
                    <a:pt x="33" y="69"/>
                  </a:lnTo>
                  <a:lnTo>
                    <a:pt x="34" y="70"/>
                  </a:lnTo>
                  <a:lnTo>
                    <a:pt x="34" y="72"/>
                  </a:lnTo>
                  <a:lnTo>
                    <a:pt x="34" y="73"/>
                  </a:lnTo>
                  <a:lnTo>
                    <a:pt x="36" y="73"/>
                  </a:lnTo>
                  <a:lnTo>
                    <a:pt x="36" y="74"/>
                  </a:lnTo>
                  <a:lnTo>
                    <a:pt x="36" y="75"/>
                  </a:lnTo>
                  <a:lnTo>
                    <a:pt x="37" y="76"/>
                  </a:lnTo>
                  <a:lnTo>
                    <a:pt x="37" y="78"/>
                  </a:lnTo>
                  <a:lnTo>
                    <a:pt x="37" y="79"/>
                  </a:lnTo>
                  <a:lnTo>
                    <a:pt x="38" y="80"/>
                  </a:lnTo>
                  <a:lnTo>
                    <a:pt x="38" y="81"/>
                  </a:lnTo>
                  <a:lnTo>
                    <a:pt x="39" y="82"/>
                  </a:lnTo>
                  <a:lnTo>
                    <a:pt x="39" y="85"/>
                  </a:lnTo>
                  <a:lnTo>
                    <a:pt x="40" y="86"/>
                  </a:lnTo>
                  <a:lnTo>
                    <a:pt x="40" y="87"/>
                  </a:lnTo>
                  <a:lnTo>
                    <a:pt x="42" y="90"/>
                  </a:lnTo>
                  <a:lnTo>
                    <a:pt x="42" y="92"/>
                  </a:lnTo>
                  <a:lnTo>
                    <a:pt x="43" y="93"/>
                  </a:lnTo>
                  <a:lnTo>
                    <a:pt x="44" y="96"/>
                  </a:lnTo>
                  <a:lnTo>
                    <a:pt x="44" y="97"/>
                  </a:lnTo>
                  <a:lnTo>
                    <a:pt x="45" y="99"/>
                  </a:lnTo>
                  <a:lnTo>
                    <a:pt x="45" y="100"/>
                  </a:lnTo>
                  <a:lnTo>
                    <a:pt x="46" y="102"/>
                  </a:lnTo>
                  <a:lnTo>
                    <a:pt x="46" y="103"/>
                  </a:lnTo>
                  <a:lnTo>
                    <a:pt x="48" y="104"/>
                  </a:lnTo>
                  <a:lnTo>
                    <a:pt x="48" y="105"/>
                  </a:lnTo>
                  <a:lnTo>
                    <a:pt x="48" y="106"/>
                  </a:lnTo>
                  <a:lnTo>
                    <a:pt x="49" y="108"/>
                  </a:lnTo>
                  <a:lnTo>
                    <a:pt x="49" y="109"/>
                  </a:lnTo>
                  <a:lnTo>
                    <a:pt x="49" y="110"/>
                  </a:lnTo>
                  <a:lnTo>
                    <a:pt x="50" y="111"/>
                  </a:lnTo>
                  <a:lnTo>
                    <a:pt x="50" y="112"/>
                  </a:lnTo>
                  <a:lnTo>
                    <a:pt x="50" y="114"/>
                  </a:lnTo>
                  <a:lnTo>
                    <a:pt x="51" y="115"/>
                  </a:lnTo>
                  <a:lnTo>
                    <a:pt x="51" y="116"/>
                  </a:lnTo>
                  <a:lnTo>
                    <a:pt x="51" y="117"/>
                  </a:lnTo>
                  <a:lnTo>
                    <a:pt x="52" y="118"/>
                  </a:lnTo>
                  <a:lnTo>
                    <a:pt x="52" y="120"/>
                  </a:lnTo>
                  <a:lnTo>
                    <a:pt x="52" y="121"/>
                  </a:lnTo>
                  <a:lnTo>
                    <a:pt x="54" y="122"/>
                  </a:lnTo>
                  <a:lnTo>
                    <a:pt x="54" y="123"/>
                  </a:lnTo>
                  <a:lnTo>
                    <a:pt x="54" y="124"/>
                  </a:lnTo>
                  <a:lnTo>
                    <a:pt x="55" y="127"/>
                  </a:lnTo>
                  <a:lnTo>
                    <a:pt x="55" y="128"/>
                  </a:lnTo>
                  <a:lnTo>
                    <a:pt x="56" y="129"/>
                  </a:lnTo>
                  <a:lnTo>
                    <a:pt x="56" y="132"/>
                  </a:lnTo>
                  <a:lnTo>
                    <a:pt x="57" y="133"/>
                  </a:lnTo>
                  <a:lnTo>
                    <a:pt x="57" y="135"/>
                  </a:lnTo>
                  <a:lnTo>
                    <a:pt x="58" y="138"/>
                  </a:lnTo>
                  <a:lnTo>
                    <a:pt x="58" y="139"/>
                  </a:lnTo>
                  <a:lnTo>
                    <a:pt x="60" y="141"/>
                  </a:lnTo>
                  <a:lnTo>
                    <a:pt x="60" y="142"/>
                  </a:lnTo>
                  <a:lnTo>
                    <a:pt x="60" y="144"/>
                  </a:lnTo>
                  <a:lnTo>
                    <a:pt x="61" y="145"/>
                  </a:lnTo>
                  <a:lnTo>
                    <a:pt x="61" y="147"/>
                  </a:lnTo>
                  <a:lnTo>
                    <a:pt x="61" y="148"/>
                  </a:lnTo>
                  <a:lnTo>
                    <a:pt x="62" y="150"/>
                  </a:lnTo>
                  <a:lnTo>
                    <a:pt x="62" y="151"/>
                  </a:lnTo>
                  <a:lnTo>
                    <a:pt x="62" y="152"/>
                  </a:lnTo>
                  <a:lnTo>
                    <a:pt x="63" y="153"/>
                  </a:lnTo>
                  <a:lnTo>
                    <a:pt x="63" y="154"/>
                  </a:lnTo>
                  <a:lnTo>
                    <a:pt x="63" y="156"/>
                  </a:lnTo>
                  <a:lnTo>
                    <a:pt x="64" y="157"/>
                  </a:lnTo>
                  <a:lnTo>
                    <a:pt x="64" y="158"/>
                  </a:lnTo>
                  <a:lnTo>
                    <a:pt x="64" y="159"/>
                  </a:lnTo>
                  <a:lnTo>
                    <a:pt x="64" y="160"/>
                  </a:lnTo>
                  <a:lnTo>
                    <a:pt x="66" y="162"/>
                  </a:lnTo>
                  <a:lnTo>
                    <a:pt x="66" y="163"/>
                  </a:lnTo>
                  <a:lnTo>
                    <a:pt x="67" y="164"/>
                  </a:lnTo>
                  <a:lnTo>
                    <a:pt x="67" y="165"/>
                  </a:lnTo>
                  <a:lnTo>
                    <a:pt x="67" y="168"/>
                  </a:lnTo>
                  <a:lnTo>
                    <a:pt x="68" y="169"/>
                  </a:lnTo>
                  <a:lnTo>
                    <a:pt x="68" y="170"/>
                  </a:lnTo>
                  <a:lnTo>
                    <a:pt x="68" y="171"/>
                  </a:lnTo>
                  <a:lnTo>
                    <a:pt x="69" y="174"/>
                  </a:lnTo>
                  <a:lnTo>
                    <a:pt x="69" y="175"/>
                  </a:lnTo>
                  <a:lnTo>
                    <a:pt x="70" y="177"/>
                  </a:lnTo>
                  <a:lnTo>
                    <a:pt x="70" y="178"/>
                  </a:lnTo>
                  <a:lnTo>
                    <a:pt x="72" y="181"/>
                  </a:lnTo>
                  <a:lnTo>
                    <a:pt x="72" y="182"/>
                  </a:lnTo>
                  <a:lnTo>
                    <a:pt x="73" y="184"/>
                  </a:lnTo>
                  <a:lnTo>
                    <a:pt x="73" y="186"/>
                  </a:lnTo>
                  <a:lnTo>
                    <a:pt x="74" y="187"/>
                  </a:lnTo>
                  <a:lnTo>
                    <a:pt x="74" y="189"/>
                  </a:lnTo>
                  <a:lnTo>
                    <a:pt x="74" y="190"/>
                  </a:lnTo>
                  <a:lnTo>
                    <a:pt x="75" y="192"/>
                  </a:lnTo>
                  <a:lnTo>
                    <a:pt x="75" y="193"/>
                  </a:lnTo>
                  <a:lnTo>
                    <a:pt x="75" y="194"/>
                  </a:lnTo>
                  <a:lnTo>
                    <a:pt x="75" y="195"/>
                  </a:lnTo>
                  <a:lnTo>
                    <a:pt x="76" y="196"/>
                  </a:lnTo>
                  <a:lnTo>
                    <a:pt x="76" y="198"/>
                  </a:lnTo>
                  <a:lnTo>
                    <a:pt x="76" y="199"/>
                  </a:lnTo>
                  <a:lnTo>
                    <a:pt x="76" y="200"/>
                  </a:lnTo>
                  <a:lnTo>
                    <a:pt x="78" y="201"/>
                  </a:lnTo>
                  <a:lnTo>
                    <a:pt x="78" y="202"/>
                  </a:lnTo>
                  <a:lnTo>
                    <a:pt x="78" y="204"/>
                  </a:lnTo>
                  <a:lnTo>
                    <a:pt x="78" y="205"/>
                  </a:lnTo>
                  <a:lnTo>
                    <a:pt x="78" y="206"/>
                  </a:lnTo>
                  <a:lnTo>
                    <a:pt x="78" y="207"/>
                  </a:lnTo>
                  <a:lnTo>
                    <a:pt x="78" y="208"/>
                  </a:lnTo>
                  <a:lnTo>
                    <a:pt x="78" y="210"/>
                  </a:lnTo>
                  <a:lnTo>
                    <a:pt x="79" y="211"/>
                  </a:lnTo>
                  <a:lnTo>
                    <a:pt x="79" y="212"/>
                  </a:lnTo>
                  <a:lnTo>
                    <a:pt x="79" y="213"/>
                  </a:lnTo>
                  <a:lnTo>
                    <a:pt x="79" y="214"/>
                  </a:lnTo>
                  <a:lnTo>
                    <a:pt x="79" y="216"/>
                  </a:lnTo>
                  <a:lnTo>
                    <a:pt x="79" y="218"/>
                  </a:lnTo>
                  <a:lnTo>
                    <a:pt x="79" y="219"/>
                  </a:lnTo>
                  <a:lnTo>
                    <a:pt x="79" y="220"/>
                  </a:lnTo>
                  <a:lnTo>
                    <a:pt x="79" y="223"/>
                  </a:lnTo>
                  <a:lnTo>
                    <a:pt x="80" y="224"/>
                  </a:lnTo>
                  <a:lnTo>
                    <a:pt x="80" y="225"/>
                  </a:lnTo>
                  <a:lnTo>
                    <a:pt x="80" y="226"/>
                  </a:lnTo>
                  <a:lnTo>
                    <a:pt x="80" y="228"/>
                  </a:lnTo>
                  <a:lnTo>
                    <a:pt x="80" y="229"/>
                  </a:lnTo>
                  <a:lnTo>
                    <a:pt x="80" y="230"/>
                  </a:lnTo>
                  <a:lnTo>
                    <a:pt x="80" y="231"/>
                  </a:lnTo>
                  <a:lnTo>
                    <a:pt x="80" y="232"/>
                  </a:lnTo>
                  <a:lnTo>
                    <a:pt x="80" y="234"/>
                  </a:lnTo>
                  <a:lnTo>
                    <a:pt x="80" y="235"/>
                  </a:lnTo>
                  <a:lnTo>
                    <a:pt x="80" y="236"/>
                  </a:lnTo>
                  <a:lnTo>
                    <a:pt x="81" y="237"/>
                  </a:lnTo>
                  <a:lnTo>
                    <a:pt x="81" y="238"/>
                  </a:lnTo>
                  <a:lnTo>
                    <a:pt x="81" y="240"/>
                  </a:lnTo>
                  <a:lnTo>
                    <a:pt x="81" y="241"/>
                  </a:lnTo>
                  <a:lnTo>
                    <a:pt x="81" y="242"/>
                  </a:lnTo>
                  <a:lnTo>
                    <a:pt x="81" y="243"/>
                  </a:lnTo>
                  <a:lnTo>
                    <a:pt x="81" y="244"/>
                  </a:lnTo>
                  <a:lnTo>
                    <a:pt x="82" y="244"/>
                  </a:lnTo>
                  <a:lnTo>
                    <a:pt x="82" y="246"/>
                  </a:lnTo>
                  <a:lnTo>
                    <a:pt x="82" y="247"/>
                  </a:lnTo>
                  <a:lnTo>
                    <a:pt x="82" y="248"/>
                  </a:lnTo>
                  <a:lnTo>
                    <a:pt x="82" y="249"/>
                  </a:lnTo>
                  <a:lnTo>
                    <a:pt x="82" y="250"/>
                  </a:lnTo>
                  <a:lnTo>
                    <a:pt x="84" y="252"/>
                  </a:lnTo>
                  <a:lnTo>
                    <a:pt x="84" y="253"/>
                  </a:lnTo>
                  <a:lnTo>
                    <a:pt x="84" y="254"/>
                  </a:lnTo>
                  <a:lnTo>
                    <a:pt x="84" y="255"/>
                  </a:lnTo>
                  <a:lnTo>
                    <a:pt x="84" y="256"/>
                  </a:lnTo>
                  <a:lnTo>
                    <a:pt x="85" y="256"/>
                  </a:lnTo>
                  <a:lnTo>
                    <a:pt x="85" y="258"/>
                  </a:lnTo>
                  <a:lnTo>
                    <a:pt x="85" y="259"/>
                  </a:lnTo>
                  <a:lnTo>
                    <a:pt x="85" y="260"/>
                  </a:lnTo>
                  <a:lnTo>
                    <a:pt x="85" y="261"/>
                  </a:lnTo>
                  <a:lnTo>
                    <a:pt x="85" y="262"/>
                  </a:lnTo>
                  <a:lnTo>
                    <a:pt x="85" y="264"/>
                  </a:lnTo>
                  <a:lnTo>
                    <a:pt x="85" y="265"/>
                  </a:lnTo>
                  <a:lnTo>
                    <a:pt x="85" y="266"/>
                  </a:lnTo>
                  <a:lnTo>
                    <a:pt x="85" y="267"/>
                  </a:lnTo>
                  <a:lnTo>
                    <a:pt x="85" y="268"/>
                  </a:lnTo>
                  <a:lnTo>
                    <a:pt x="85" y="270"/>
                  </a:lnTo>
                  <a:lnTo>
                    <a:pt x="85" y="271"/>
                  </a:lnTo>
                  <a:lnTo>
                    <a:pt x="85" y="272"/>
                  </a:lnTo>
                  <a:lnTo>
                    <a:pt x="85" y="274"/>
                  </a:lnTo>
                  <a:lnTo>
                    <a:pt x="84" y="276"/>
                  </a:lnTo>
                  <a:lnTo>
                    <a:pt x="84" y="278"/>
                  </a:lnTo>
                  <a:lnTo>
                    <a:pt x="84" y="279"/>
                  </a:lnTo>
                  <a:lnTo>
                    <a:pt x="84" y="282"/>
                  </a:lnTo>
                  <a:lnTo>
                    <a:pt x="84" y="284"/>
                  </a:lnTo>
                  <a:lnTo>
                    <a:pt x="84" y="28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22" name="Freeform 212">
              <a:extLst>
                <a:ext uri="{FF2B5EF4-FFF2-40B4-BE49-F238E27FC236}">
                  <a16:creationId xmlns:a16="http://schemas.microsoft.com/office/drawing/2014/main" id="{BB74CE5B-E883-4CDA-A51F-F5ED38362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088" y="4010025"/>
              <a:ext cx="66675" cy="227013"/>
            </a:xfrm>
            <a:custGeom>
              <a:avLst/>
              <a:gdLst>
                <a:gd name="T0" fmla="*/ 2147483646 w 85"/>
                <a:gd name="T1" fmla="*/ 2147483646 h 287"/>
                <a:gd name="T2" fmla="*/ 2147483646 w 85"/>
                <a:gd name="T3" fmla="*/ 2147483646 h 287"/>
                <a:gd name="T4" fmla="*/ 2147483646 w 85"/>
                <a:gd name="T5" fmla="*/ 2147483646 h 287"/>
                <a:gd name="T6" fmla="*/ 2147483646 w 85"/>
                <a:gd name="T7" fmla="*/ 2147483646 h 287"/>
                <a:gd name="T8" fmla="*/ 2147483646 w 85"/>
                <a:gd name="T9" fmla="*/ 2147483646 h 287"/>
                <a:gd name="T10" fmla="*/ 2147483646 w 85"/>
                <a:gd name="T11" fmla="*/ 2147483646 h 287"/>
                <a:gd name="T12" fmla="*/ 2147483646 w 85"/>
                <a:gd name="T13" fmla="*/ 2147483646 h 287"/>
                <a:gd name="T14" fmla="*/ 2147483646 w 85"/>
                <a:gd name="T15" fmla="*/ 2147483646 h 287"/>
                <a:gd name="T16" fmla="*/ 2147483646 w 85"/>
                <a:gd name="T17" fmla="*/ 2147483646 h 287"/>
                <a:gd name="T18" fmla="*/ 2147483646 w 85"/>
                <a:gd name="T19" fmla="*/ 2147483646 h 287"/>
                <a:gd name="T20" fmla="*/ 2147483646 w 85"/>
                <a:gd name="T21" fmla="*/ 2147483646 h 287"/>
                <a:gd name="T22" fmla="*/ 2147483646 w 85"/>
                <a:gd name="T23" fmla="*/ 2147483646 h 287"/>
                <a:gd name="T24" fmla="*/ 2147483646 w 85"/>
                <a:gd name="T25" fmla="*/ 2147483646 h 287"/>
                <a:gd name="T26" fmla="*/ 2147483646 w 85"/>
                <a:gd name="T27" fmla="*/ 2147483646 h 287"/>
                <a:gd name="T28" fmla="*/ 2147483646 w 85"/>
                <a:gd name="T29" fmla="*/ 2147483646 h 287"/>
                <a:gd name="T30" fmla="*/ 2147483646 w 85"/>
                <a:gd name="T31" fmla="*/ 2147483646 h 287"/>
                <a:gd name="T32" fmla="*/ 2147483646 w 85"/>
                <a:gd name="T33" fmla="*/ 2147483646 h 287"/>
                <a:gd name="T34" fmla="*/ 2147483646 w 85"/>
                <a:gd name="T35" fmla="*/ 2147483646 h 287"/>
                <a:gd name="T36" fmla="*/ 2147483646 w 85"/>
                <a:gd name="T37" fmla="*/ 2147483646 h 287"/>
                <a:gd name="T38" fmla="*/ 2147483646 w 85"/>
                <a:gd name="T39" fmla="*/ 2147483646 h 287"/>
                <a:gd name="T40" fmla="*/ 2147483646 w 85"/>
                <a:gd name="T41" fmla="*/ 2147483646 h 287"/>
                <a:gd name="T42" fmla="*/ 2147483646 w 85"/>
                <a:gd name="T43" fmla="*/ 2147483646 h 287"/>
                <a:gd name="T44" fmla="*/ 2147483646 w 85"/>
                <a:gd name="T45" fmla="*/ 2147483646 h 287"/>
                <a:gd name="T46" fmla="*/ 2147483646 w 85"/>
                <a:gd name="T47" fmla="*/ 2147483646 h 287"/>
                <a:gd name="T48" fmla="*/ 2147483646 w 85"/>
                <a:gd name="T49" fmla="*/ 2147483646 h 287"/>
                <a:gd name="T50" fmla="*/ 2147483646 w 85"/>
                <a:gd name="T51" fmla="*/ 2147483646 h 287"/>
                <a:gd name="T52" fmla="*/ 2147483646 w 85"/>
                <a:gd name="T53" fmla="*/ 2147483646 h 287"/>
                <a:gd name="T54" fmla="*/ 2147483646 w 85"/>
                <a:gd name="T55" fmla="*/ 2147483646 h 287"/>
                <a:gd name="T56" fmla="*/ 2147483646 w 85"/>
                <a:gd name="T57" fmla="*/ 2147483646 h 287"/>
                <a:gd name="T58" fmla="*/ 2147483646 w 85"/>
                <a:gd name="T59" fmla="*/ 2147483646 h 287"/>
                <a:gd name="T60" fmla="*/ 2147483646 w 85"/>
                <a:gd name="T61" fmla="*/ 2147483646 h 287"/>
                <a:gd name="T62" fmla="*/ 2147483646 w 85"/>
                <a:gd name="T63" fmla="*/ 2147483646 h 287"/>
                <a:gd name="T64" fmla="*/ 2147483646 w 85"/>
                <a:gd name="T65" fmla="*/ 2147483646 h 287"/>
                <a:gd name="T66" fmla="*/ 2147483646 w 85"/>
                <a:gd name="T67" fmla="*/ 2147483646 h 287"/>
                <a:gd name="T68" fmla="*/ 2147483646 w 85"/>
                <a:gd name="T69" fmla="*/ 2147483646 h 287"/>
                <a:gd name="T70" fmla="*/ 2147483646 w 85"/>
                <a:gd name="T71" fmla="*/ 2147483646 h 287"/>
                <a:gd name="T72" fmla="*/ 2147483646 w 85"/>
                <a:gd name="T73" fmla="*/ 2147483646 h 287"/>
                <a:gd name="T74" fmla="*/ 2147483646 w 85"/>
                <a:gd name="T75" fmla="*/ 2147483646 h 287"/>
                <a:gd name="T76" fmla="*/ 2147483646 w 85"/>
                <a:gd name="T77" fmla="*/ 2147483646 h 287"/>
                <a:gd name="T78" fmla="*/ 2147483646 w 85"/>
                <a:gd name="T79" fmla="*/ 2147483646 h 287"/>
                <a:gd name="T80" fmla="*/ 2147483646 w 85"/>
                <a:gd name="T81" fmla="*/ 2147483646 h 287"/>
                <a:gd name="T82" fmla="*/ 2147483646 w 85"/>
                <a:gd name="T83" fmla="*/ 2147483646 h 287"/>
                <a:gd name="T84" fmla="*/ 2147483646 w 85"/>
                <a:gd name="T85" fmla="*/ 2147483646 h 287"/>
                <a:gd name="T86" fmla="*/ 2147483646 w 85"/>
                <a:gd name="T87" fmla="*/ 2147483646 h 287"/>
                <a:gd name="T88" fmla="*/ 2147483646 w 85"/>
                <a:gd name="T89" fmla="*/ 2147483646 h 287"/>
                <a:gd name="T90" fmla="*/ 2147483646 w 85"/>
                <a:gd name="T91" fmla="*/ 2147483646 h 287"/>
                <a:gd name="T92" fmla="*/ 2147483646 w 85"/>
                <a:gd name="T93" fmla="*/ 2147483646 h 287"/>
                <a:gd name="T94" fmla="*/ 2147483646 w 85"/>
                <a:gd name="T95" fmla="*/ 2147483646 h 287"/>
                <a:gd name="T96" fmla="*/ 2147483646 w 85"/>
                <a:gd name="T97" fmla="*/ 2147483646 h 287"/>
                <a:gd name="T98" fmla="*/ 2147483646 w 85"/>
                <a:gd name="T99" fmla="*/ 2147483646 h 287"/>
                <a:gd name="T100" fmla="*/ 2147483646 w 85"/>
                <a:gd name="T101" fmla="*/ 2147483646 h 287"/>
                <a:gd name="T102" fmla="*/ 2147483646 w 85"/>
                <a:gd name="T103" fmla="*/ 2147483646 h 287"/>
                <a:gd name="T104" fmla="*/ 2147483646 w 85"/>
                <a:gd name="T105" fmla="*/ 2147483646 h 287"/>
                <a:gd name="T106" fmla="*/ 2147483646 w 85"/>
                <a:gd name="T107" fmla="*/ 2147483646 h 287"/>
                <a:gd name="T108" fmla="*/ 2147483646 w 85"/>
                <a:gd name="T109" fmla="*/ 2147483646 h 287"/>
                <a:gd name="T110" fmla="*/ 2147483646 w 85"/>
                <a:gd name="T111" fmla="*/ 2147483646 h 287"/>
                <a:gd name="T112" fmla="*/ 2147483646 w 85"/>
                <a:gd name="T113" fmla="*/ 2147483646 h 2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" h="287">
                  <a:moveTo>
                    <a:pt x="0" y="287"/>
                  </a:moveTo>
                  <a:lnTo>
                    <a:pt x="1" y="283"/>
                  </a:lnTo>
                  <a:lnTo>
                    <a:pt x="3" y="281"/>
                  </a:lnTo>
                  <a:lnTo>
                    <a:pt x="4" y="278"/>
                  </a:lnTo>
                  <a:lnTo>
                    <a:pt x="6" y="275"/>
                  </a:lnTo>
                  <a:lnTo>
                    <a:pt x="7" y="272"/>
                  </a:lnTo>
                  <a:lnTo>
                    <a:pt x="9" y="271"/>
                  </a:lnTo>
                  <a:lnTo>
                    <a:pt x="10" y="269"/>
                  </a:lnTo>
                  <a:lnTo>
                    <a:pt x="10" y="266"/>
                  </a:lnTo>
                  <a:lnTo>
                    <a:pt x="12" y="265"/>
                  </a:lnTo>
                  <a:lnTo>
                    <a:pt x="13" y="263"/>
                  </a:lnTo>
                  <a:lnTo>
                    <a:pt x="14" y="262"/>
                  </a:lnTo>
                  <a:lnTo>
                    <a:pt x="15" y="259"/>
                  </a:lnTo>
                  <a:lnTo>
                    <a:pt x="15" y="258"/>
                  </a:lnTo>
                  <a:lnTo>
                    <a:pt x="16" y="257"/>
                  </a:lnTo>
                  <a:lnTo>
                    <a:pt x="16" y="256"/>
                  </a:lnTo>
                  <a:lnTo>
                    <a:pt x="18" y="254"/>
                  </a:lnTo>
                  <a:lnTo>
                    <a:pt x="19" y="253"/>
                  </a:lnTo>
                  <a:lnTo>
                    <a:pt x="19" y="252"/>
                  </a:lnTo>
                  <a:lnTo>
                    <a:pt x="19" y="251"/>
                  </a:lnTo>
                  <a:lnTo>
                    <a:pt x="20" y="250"/>
                  </a:lnTo>
                  <a:lnTo>
                    <a:pt x="20" y="248"/>
                  </a:lnTo>
                  <a:lnTo>
                    <a:pt x="21" y="247"/>
                  </a:lnTo>
                  <a:lnTo>
                    <a:pt x="21" y="246"/>
                  </a:lnTo>
                  <a:lnTo>
                    <a:pt x="22" y="245"/>
                  </a:lnTo>
                  <a:lnTo>
                    <a:pt x="22" y="244"/>
                  </a:lnTo>
                  <a:lnTo>
                    <a:pt x="24" y="242"/>
                  </a:lnTo>
                  <a:lnTo>
                    <a:pt x="24" y="241"/>
                  </a:lnTo>
                  <a:lnTo>
                    <a:pt x="24" y="240"/>
                  </a:lnTo>
                  <a:lnTo>
                    <a:pt x="25" y="239"/>
                  </a:lnTo>
                  <a:lnTo>
                    <a:pt x="25" y="238"/>
                  </a:lnTo>
                  <a:lnTo>
                    <a:pt x="26" y="236"/>
                  </a:lnTo>
                  <a:lnTo>
                    <a:pt x="26" y="234"/>
                  </a:lnTo>
                  <a:lnTo>
                    <a:pt x="27" y="233"/>
                  </a:lnTo>
                  <a:lnTo>
                    <a:pt x="28" y="232"/>
                  </a:lnTo>
                  <a:lnTo>
                    <a:pt x="28" y="229"/>
                  </a:lnTo>
                  <a:lnTo>
                    <a:pt x="30" y="228"/>
                  </a:lnTo>
                  <a:lnTo>
                    <a:pt x="30" y="227"/>
                  </a:lnTo>
                  <a:lnTo>
                    <a:pt x="30" y="226"/>
                  </a:lnTo>
                  <a:lnTo>
                    <a:pt x="31" y="224"/>
                  </a:lnTo>
                  <a:lnTo>
                    <a:pt x="31" y="223"/>
                  </a:lnTo>
                  <a:lnTo>
                    <a:pt x="32" y="222"/>
                  </a:lnTo>
                  <a:lnTo>
                    <a:pt x="32" y="221"/>
                  </a:lnTo>
                  <a:lnTo>
                    <a:pt x="33" y="220"/>
                  </a:lnTo>
                  <a:lnTo>
                    <a:pt x="33" y="218"/>
                  </a:lnTo>
                  <a:lnTo>
                    <a:pt x="33" y="217"/>
                  </a:lnTo>
                  <a:lnTo>
                    <a:pt x="34" y="216"/>
                  </a:lnTo>
                  <a:lnTo>
                    <a:pt x="34" y="215"/>
                  </a:lnTo>
                  <a:lnTo>
                    <a:pt x="34" y="214"/>
                  </a:lnTo>
                  <a:lnTo>
                    <a:pt x="36" y="212"/>
                  </a:lnTo>
                  <a:lnTo>
                    <a:pt x="36" y="211"/>
                  </a:lnTo>
                  <a:lnTo>
                    <a:pt x="37" y="210"/>
                  </a:lnTo>
                  <a:lnTo>
                    <a:pt x="37" y="209"/>
                  </a:lnTo>
                  <a:lnTo>
                    <a:pt x="37" y="208"/>
                  </a:lnTo>
                  <a:lnTo>
                    <a:pt x="38" y="206"/>
                  </a:lnTo>
                  <a:lnTo>
                    <a:pt x="38" y="205"/>
                  </a:lnTo>
                  <a:lnTo>
                    <a:pt x="39" y="203"/>
                  </a:lnTo>
                  <a:lnTo>
                    <a:pt x="39" y="202"/>
                  </a:lnTo>
                  <a:lnTo>
                    <a:pt x="40" y="200"/>
                  </a:lnTo>
                  <a:lnTo>
                    <a:pt x="40" y="198"/>
                  </a:lnTo>
                  <a:lnTo>
                    <a:pt x="42" y="197"/>
                  </a:lnTo>
                  <a:lnTo>
                    <a:pt x="42" y="194"/>
                  </a:lnTo>
                  <a:lnTo>
                    <a:pt x="43" y="193"/>
                  </a:lnTo>
                  <a:lnTo>
                    <a:pt x="44" y="191"/>
                  </a:lnTo>
                  <a:lnTo>
                    <a:pt x="44" y="190"/>
                  </a:lnTo>
                  <a:lnTo>
                    <a:pt x="45" y="187"/>
                  </a:lnTo>
                  <a:lnTo>
                    <a:pt x="45" y="186"/>
                  </a:lnTo>
                  <a:lnTo>
                    <a:pt x="46" y="185"/>
                  </a:lnTo>
                  <a:lnTo>
                    <a:pt x="46" y="184"/>
                  </a:lnTo>
                  <a:lnTo>
                    <a:pt x="48" y="181"/>
                  </a:lnTo>
                  <a:lnTo>
                    <a:pt x="48" y="180"/>
                  </a:lnTo>
                  <a:lnTo>
                    <a:pt x="48" y="179"/>
                  </a:lnTo>
                  <a:lnTo>
                    <a:pt x="49" y="178"/>
                  </a:lnTo>
                  <a:lnTo>
                    <a:pt x="49" y="176"/>
                  </a:lnTo>
                  <a:lnTo>
                    <a:pt x="50" y="175"/>
                  </a:lnTo>
                  <a:lnTo>
                    <a:pt x="50" y="174"/>
                  </a:lnTo>
                  <a:lnTo>
                    <a:pt x="50" y="173"/>
                  </a:lnTo>
                  <a:lnTo>
                    <a:pt x="51" y="172"/>
                  </a:lnTo>
                  <a:lnTo>
                    <a:pt x="51" y="170"/>
                  </a:lnTo>
                  <a:lnTo>
                    <a:pt x="51" y="169"/>
                  </a:lnTo>
                  <a:lnTo>
                    <a:pt x="52" y="168"/>
                  </a:lnTo>
                  <a:lnTo>
                    <a:pt x="52" y="167"/>
                  </a:lnTo>
                  <a:lnTo>
                    <a:pt x="52" y="166"/>
                  </a:lnTo>
                  <a:lnTo>
                    <a:pt x="54" y="164"/>
                  </a:lnTo>
                  <a:lnTo>
                    <a:pt x="54" y="163"/>
                  </a:lnTo>
                  <a:lnTo>
                    <a:pt x="54" y="161"/>
                  </a:lnTo>
                  <a:lnTo>
                    <a:pt x="55" y="160"/>
                  </a:lnTo>
                  <a:lnTo>
                    <a:pt x="55" y="158"/>
                  </a:lnTo>
                  <a:lnTo>
                    <a:pt x="56" y="157"/>
                  </a:lnTo>
                  <a:lnTo>
                    <a:pt x="56" y="155"/>
                  </a:lnTo>
                  <a:lnTo>
                    <a:pt x="57" y="154"/>
                  </a:lnTo>
                  <a:lnTo>
                    <a:pt x="57" y="151"/>
                  </a:lnTo>
                  <a:lnTo>
                    <a:pt x="58" y="149"/>
                  </a:lnTo>
                  <a:lnTo>
                    <a:pt x="58" y="148"/>
                  </a:lnTo>
                  <a:lnTo>
                    <a:pt x="60" y="145"/>
                  </a:lnTo>
                  <a:lnTo>
                    <a:pt x="60" y="144"/>
                  </a:lnTo>
                  <a:lnTo>
                    <a:pt x="60" y="143"/>
                  </a:lnTo>
                  <a:lnTo>
                    <a:pt x="61" y="140"/>
                  </a:lnTo>
                  <a:lnTo>
                    <a:pt x="61" y="139"/>
                  </a:lnTo>
                  <a:lnTo>
                    <a:pt x="61" y="138"/>
                  </a:lnTo>
                  <a:lnTo>
                    <a:pt x="62" y="137"/>
                  </a:lnTo>
                  <a:lnTo>
                    <a:pt x="62" y="136"/>
                  </a:lnTo>
                  <a:lnTo>
                    <a:pt x="62" y="134"/>
                  </a:lnTo>
                  <a:lnTo>
                    <a:pt x="63" y="133"/>
                  </a:lnTo>
                  <a:lnTo>
                    <a:pt x="63" y="132"/>
                  </a:lnTo>
                  <a:lnTo>
                    <a:pt x="63" y="131"/>
                  </a:lnTo>
                  <a:lnTo>
                    <a:pt x="64" y="130"/>
                  </a:lnTo>
                  <a:lnTo>
                    <a:pt x="64" y="128"/>
                  </a:lnTo>
                  <a:lnTo>
                    <a:pt x="64" y="127"/>
                  </a:lnTo>
                  <a:lnTo>
                    <a:pt x="64" y="126"/>
                  </a:lnTo>
                  <a:lnTo>
                    <a:pt x="66" y="125"/>
                  </a:lnTo>
                  <a:lnTo>
                    <a:pt x="66" y="124"/>
                  </a:lnTo>
                  <a:lnTo>
                    <a:pt x="66" y="122"/>
                  </a:lnTo>
                  <a:lnTo>
                    <a:pt x="67" y="121"/>
                  </a:lnTo>
                  <a:lnTo>
                    <a:pt x="67" y="120"/>
                  </a:lnTo>
                  <a:lnTo>
                    <a:pt x="67" y="119"/>
                  </a:lnTo>
                  <a:lnTo>
                    <a:pt x="68" y="118"/>
                  </a:lnTo>
                  <a:lnTo>
                    <a:pt x="68" y="116"/>
                  </a:lnTo>
                  <a:lnTo>
                    <a:pt x="68" y="115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2" y="106"/>
                  </a:lnTo>
                  <a:lnTo>
                    <a:pt x="72" y="103"/>
                  </a:lnTo>
                  <a:lnTo>
                    <a:pt x="73" y="102"/>
                  </a:lnTo>
                  <a:lnTo>
                    <a:pt x="73" y="101"/>
                  </a:lnTo>
                  <a:lnTo>
                    <a:pt x="74" y="98"/>
                  </a:lnTo>
                  <a:lnTo>
                    <a:pt x="74" y="97"/>
                  </a:lnTo>
                  <a:lnTo>
                    <a:pt x="74" y="96"/>
                  </a:lnTo>
                  <a:lnTo>
                    <a:pt x="75" y="95"/>
                  </a:lnTo>
                  <a:lnTo>
                    <a:pt x="75" y="94"/>
                  </a:lnTo>
                  <a:lnTo>
                    <a:pt x="75" y="92"/>
                  </a:lnTo>
                  <a:lnTo>
                    <a:pt x="75" y="91"/>
                  </a:lnTo>
                  <a:lnTo>
                    <a:pt x="76" y="90"/>
                  </a:lnTo>
                  <a:lnTo>
                    <a:pt x="76" y="89"/>
                  </a:lnTo>
                  <a:lnTo>
                    <a:pt x="76" y="88"/>
                  </a:lnTo>
                  <a:lnTo>
                    <a:pt x="76" y="86"/>
                  </a:lnTo>
                  <a:lnTo>
                    <a:pt x="78" y="85"/>
                  </a:lnTo>
                  <a:lnTo>
                    <a:pt x="78" y="84"/>
                  </a:lnTo>
                  <a:lnTo>
                    <a:pt x="78" y="83"/>
                  </a:lnTo>
                  <a:lnTo>
                    <a:pt x="78" y="82"/>
                  </a:lnTo>
                  <a:lnTo>
                    <a:pt x="78" y="80"/>
                  </a:lnTo>
                  <a:lnTo>
                    <a:pt x="78" y="79"/>
                  </a:lnTo>
                  <a:lnTo>
                    <a:pt x="78" y="78"/>
                  </a:lnTo>
                  <a:lnTo>
                    <a:pt x="78" y="77"/>
                  </a:lnTo>
                  <a:lnTo>
                    <a:pt x="79" y="76"/>
                  </a:lnTo>
                  <a:lnTo>
                    <a:pt x="79" y="74"/>
                  </a:lnTo>
                  <a:lnTo>
                    <a:pt x="79" y="73"/>
                  </a:lnTo>
                  <a:lnTo>
                    <a:pt x="79" y="72"/>
                  </a:lnTo>
                  <a:lnTo>
                    <a:pt x="79" y="71"/>
                  </a:lnTo>
                  <a:lnTo>
                    <a:pt x="79" y="68"/>
                  </a:lnTo>
                  <a:lnTo>
                    <a:pt x="79" y="67"/>
                  </a:lnTo>
                  <a:lnTo>
                    <a:pt x="79" y="66"/>
                  </a:lnTo>
                  <a:lnTo>
                    <a:pt x="79" y="64"/>
                  </a:lnTo>
                  <a:lnTo>
                    <a:pt x="80" y="62"/>
                  </a:lnTo>
                  <a:lnTo>
                    <a:pt x="80" y="61"/>
                  </a:lnTo>
                  <a:lnTo>
                    <a:pt x="80" y="60"/>
                  </a:lnTo>
                  <a:lnTo>
                    <a:pt x="80" y="59"/>
                  </a:lnTo>
                  <a:lnTo>
                    <a:pt x="80" y="58"/>
                  </a:lnTo>
                  <a:lnTo>
                    <a:pt x="80" y="56"/>
                  </a:lnTo>
                  <a:lnTo>
                    <a:pt x="80" y="55"/>
                  </a:lnTo>
                  <a:lnTo>
                    <a:pt x="80" y="54"/>
                  </a:lnTo>
                  <a:lnTo>
                    <a:pt x="80" y="53"/>
                  </a:lnTo>
                  <a:lnTo>
                    <a:pt x="80" y="52"/>
                  </a:lnTo>
                  <a:lnTo>
                    <a:pt x="80" y="50"/>
                  </a:lnTo>
                  <a:lnTo>
                    <a:pt x="81" y="49"/>
                  </a:lnTo>
                  <a:lnTo>
                    <a:pt x="81" y="48"/>
                  </a:lnTo>
                  <a:lnTo>
                    <a:pt x="81" y="47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3"/>
                  </a:lnTo>
                  <a:lnTo>
                    <a:pt x="81" y="42"/>
                  </a:lnTo>
                  <a:lnTo>
                    <a:pt x="82" y="42"/>
                  </a:lnTo>
                  <a:lnTo>
                    <a:pt x="82" y="41"/>
                  </a:lnTo>
                  <a:lnTo>
                    <a:pt x="82" y="40"/>
                  </a:lnTo>
                  <a:lnTo>
                    <a:pt x="82" y="38"/>
                  </a:lnTo>
                  <a:lnTo>
                    <a:pt x="82" y="37"/>
                  </a:lnTo>
                  <a:lnTo>
                    <a:pt x="82" y="36"/>
                  </a:lnTo>
                  <a:lnTo>
                    <a:pt x="84" y="35"/>
                  </a:lnTo>
                  <a:lnTo>
                    <a:pt x="84" y="34"/>
                  </a:lnTo>
                  <a:lnTo>
                    <a:pt x="84" y="32"/>
                  </a:lnTo>
                  <a:lnTo>
                    <a:pt x="84" y="31"/>
                  </a:lnTo>
                  <a:lnTo>
                    <a:pt x="84" y="30"/>
                  </a:lnTo>
                  <a:lnTo>
                    <a:pt x="85" y="30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5"/>
                  </a:lnTo>
                  <a:lnTo>
                    <a:pt x="85" y="24"/>
                  </a:lnTo>
                  <a:lnTo>
                    <a:pt x="85" y="23"/>
                  </a:lnTo>
                  <a:lnTo>
                    <a:pt x="85" y="22"/>
                  </a:lnTo>
                  <a:lnTo>
                    <a:pt x="85" y="20"/>
                  </a:lnTo>
                  <a:lnTo>
                    <a:pt x="85" y="19"/>
                  </a:lnTo>
                  <a:lnTo>
                    <a:pt x="85" y="18"/>
                  </a:lnTo>
                  <a:lnTo>
                    <a:pt x="85" y="17"/>
                  </a:lnTo>
                  <a:lnTo>
                    <a:pt x="85" y="16"/>
                  </a:lnTo>
                  <a:lnTo>
                    <a:pt x="85" y="14"/>
                  </a:lnTo>
                  <a:lnTo>
                    <a:pt x="85" y="12"/>
                  </a:lnTo>
                  <a:lnTo>
                    <a:pt x="84" y="11"/>
                  </a:lnTo>
                  <a:lnTo>
                    <a:pt x="84" y="8"/>
                  </a:lnTo>
                  <a:lnTo>
                    <a:pt x="84" y="7"/>
                  </a:lnTo>
                  <a:lnTo>
                    <a:pt x="84" y="5"/>
                  </a:lnTo>
                  <a:lnTo>
                    <a:pt x="84" y="2"/>
                  </a:lnTo>
                  <a:lnTo>
                    <a:pt x="84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23" name="Line 213">
              <a:extLst>
                <a:ext uri="{FF2B5EF4-FFF2-40B4-BE49-F238E27FC236}">
                  <a16:creationId xmlns:a16="http://schemas.microsoft.com/office/drawing/2014/main" id="{70379A37-226F-4BA9-A670-86BF78778B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6963" y="5622925"/>
              <a:ext cx="30480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24" name="Line 214">
              <a:extLst>
                <a:ext uri="{FF2B5EF4-FFF2-40B4-BE49-F238E27FC236}">
                  <a16:creationId xmlns:a16="http://schemas.microsoft.com/office/drawing/2014/main" id="{C319E522-8BB8-4FD1-81C9-7280140094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6963" y="5489575"/>
              <a:ext cx="26670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25" name="Line 215">
              <a:extLst>
                <a:ext uri="{FF2B5EF4-FFF2-40B4-BE49-F238E27FC236}">
                  <a16:creationId xmlns:a16="http://schemas.microsoft.com/office/drawing/2014/main" id="{30F234DF-F3EA-41B4-B3CD-ECF6D92E74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7913" y="5775325"/>
              <a:ext cx="28575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26" name="Freeform 216">
              <a:extLst>
                <a:ext uri="{FF2B5EF4-FFF2-40B4-BE49-F238E27FC236}">
                  <a16:creationId xmlns:a16="http://schemas.microsoft.com/office/drawing/2014/main" id="{0AF4C7B0-6142-4FAF-A187-F862AF34E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850" y="5403850"/>
              <a:ext cx="569913" cy="225425"/>
            </a:xfrm>
            <a:custGeom>
              <a:avLst/>
              <a:gdLst>
                <a:gd name="T0" fmla="*/ 2147483646 w 717"/>
                <a:gd name="T1" fmla="*/ 0 h 284"/>
                <a:gd name="T2" fmla="*/ 2147483646 w 717"/>
                <a:gd name="T3" fmla="*/ 0 h 284"/>
                <a:gd name="T4" fmla="*/ 2147483646 w 717"/>
                <a:gd name="T5" fmla="*/ 0 h 284"/>
                <a:gd name="T6" fmla="*/ 2147483646 w 717"/>
                <a:gd name="T7" fmla="*/ 0 h 284"/>
                <a:gd name="T8" fmla="*/ 2147483646 w 717"/>
                <a:gd name="T9" fmla="*/ 2147483646 h 284"/>
                <a:gd name="T10" fmla="*/ 2147483646 w 717"/>
                <a:gd name="T11" fmla="*/ 2147483646 h 284"/>
                <a:gd name="T12" fmla="*/ 2147483646 w 717"/>
                <a:gd name="T13" fmla="*/ 2147483646 h 284"/>
                <a:gd name="T14" fmla="*/ 2147483646 w 717"/>
                <a:gd name="T15" fmla="*/ 2147483646 h 284"/>
                <a:gd name="T16" fmla="*/ 2147483646 w 717"/>
                <a:gd name="T17" fmla="*/ 2147483646 h 284"/>
                <a:gd name="T18" fmla="*/ 2147483646 w 717"/>
                <a:gd name="T19" fmla="*/ 2147483646 h 284"/>
                <a:gd name="T20" fmla="*/ 2147483646 w 717"/>
                <a:gd name="T21" fmla="*/ 2147483646 h 284"/>
                <a:gd name="T22" fmla="*/ 2147483646 w 717"/>
                <a:gd name="T23" fmla="*/ 2147483646 h 284"/>
                <a:gd name="T24" fmla="*/ 2147483646 w 717"/>
                <a:gd name="T25" fmla="*/ 2147483646 h 284"/>
                <a:gd name="T26" fmla="*/ 2147483646 w 717"/>
                <a:gd name="T27" fmla="*/ 2147483646 h 284"/>
                <a:gd name="T28" fmla="*/ 2147483646 w 717"/>
                <a:gd name="T29" fmla="*/ 2147483646 h 284"/>
                <a:gd name="T30" fmla="*/ 2147483646 w 717"/>
                <a:gd name="T31" fmla="*/ 2147483646 h 284"/>
                <a:gd name="T32" fmla="*/ 2147483646 w 717"/>
                <a:gd name="T33" fmla="*/ 2147483646 h 284"/>
                <a:gd name="T34" fmla="*/ 2147483646 w 717"/>
                <a:gd name="T35" fmla="*/ 2147483646 h 284"/>
                <a:gd name="T36" fmla="*/ 2147483646 w 717"/>
                <a:gd name="T37" fmla="*/ 2147483646 h 284"/>
                <a:gd name="T38" fmla="*/ 2147483646 w 717"/>
                <a:gd name="T39" fmla="*/ 2147483646 h 284"/>
                <a:gd name="T40" fmla="*/ 2147483646 w 717"/>
                <a:gd name="T41" fmla="*/ 2147483646 h 284"/>
                <a:gd name="T42" fmla="*/ 2147483646 w 717"/>
                <a:gd name="T43" fmla="*/ 2147483646 h 284"/>
                <a:gd name="T44" fmla="*/ 2147483646 w 717"/>
                <a:gd name="T45" fmla="*/ 2147483646 h 284"/>
                <a:gd name="T46" fmla="*/ 2147483646 w 717"/>
                <a:gd name="T47" fmla="*/ 2147483646 h 284"/>
                <a:gd name="T48" fmla="*/ 2147483646 w 717"/>
                <a:gd name="T49" fmla="*/ 2147483646 h 284"/>
                <a:gd name="T50" fmla="*/ 2147483646 w 717"/>
                <a:gd name="T51" fmla="*/ 2147483646 h 284"/>
                <a:gd name="T52" fmla="*/ 2147483646 w 717"/>
                <a:gd name="T53" fmla="*/ 2147483646 h 284"/>
                <a:gd name="T54" fmla="*/ 2147483646 w 717"/>
                <a:gd name="T55" fmla="*/ 2147483646 h 284"/>
                <a:gd name="T56" fmla="*/ 2147483646 w 717"/>
                <a:gd name="T57" fmla="*/ 2147483646 h 284"/>
                <a:gd name="T58" fmla="*/ 2147483646 w 717"/>
                <a:gd name="T59" fmla="*/ 2147483646 h 284"/>
                <a:gd name="T60" fmla="*/ 2147483646 w 717"/>
                <a:gd name="T61" fmla="*/ 2147483646 h 284"/>
                <a:gd name="T62" fmla="*/ 2147483646 w 717"/>
                <a:gd name="T63" fmla="*/ 2147483646 h 284"/>
                <a:gd name="T64" fmla="*/ 2147483646 w 717"/>
                <a:gd name="T65" fmla="*/ 2147483646 h 284"/>
                <a:gd name="T66" fmla="*/ 2147483646 w 717"/>
                <a:gd name="T67" fmla="*/ 2147483646 h 284"/>
                <a:gd name="T68" fmla="*/ 2147483646 w 717"/>
                <a:gd name="T69" fmla="*/ 2147483646 h 284"/>
                <a:gd name="T70" fmla="*/ 2147483646 w 717"/>
                <a:gd name="T71" fmla="*/ 2147483646 h 284"/>
                <a:gd name="T72" fmla="*/ 2147483646 w 717"/>
                <a:gd name="T73" fmla="*/ 2147483646 h 284"/>
                <a:gd name="T74" fmla="*/ 2147483646 w 717"/>
                <a:gd name="T75" fmla="*/ 2147483646 h 284"/>
                <a:gd name="T76" fmla="*/ 2147483646 w 717"/>
                <a:gd name="T77" fmla="*/ 2147483646 h 284"/>
                <a:gd name="T78" fmla="*/ 2147483646 w 717"/>
                <a:gd name="T79" fmla="*/ 2147483646 h 284"/>
                <a:gd name="T80" fmla="*/ 2147483646 w 717"/>
                <a:gd name="T81" fmla="*/ 2147483646 h 284"/>
                <a:gd name="T82" fmla="*/ 2147483646 w 717"/>
                <a:gd name="T83" fmla="*/ 2147483646 h 284"/>
                <a:gd name="T84" fmla="*/ 2147483646 w 717"/>
                <a:gd name="T85" fmla="*/ 2147483646 h 284"/>
                <a:gd name="T86" fmla="*/ 2147483646 w 717"/>
                <a:gd name="T87" fmla="*/ 2147483646 h 284"/>
                <a:gd name="T88" fmla="*/ 2147483646 w 717"/>
                <a:gd name="T89" fmla="*/ 2147483646 h 284"/>
                <a:gd name="T90" fmla="*/ 2147483646 w 717"/>
                <a:gd name="T91" fmla="*/ 2147483646 h 284"/>
                <a:gd name="T92" fmla="*/ 2147483646 w 717"/>
                <a:gd name="T93" fmla="*/ 2147483646 h 284"/>
                <a:gd name="T94" fmla="*/ 2147483646 w 717"/>
                <a:gd name="T95" fmla="*/ 2147483646 h 284"/>
                <a:gd name="T96" fmla="*/ 2147483646 w 717"/>
                <a:gd name="T97" fmla="*/ 2147483646 h 284"/>
                <a:gd name="T98" fmla="*/ 2147483646 w 717"/>
                <a:gd name="T99" fmla="*/ 2147483646 h 284"/>
                <a:gd name="T100" fmla="*/ 2147483646 w 717"/>
                <a:gd name="T101" fmla="*/ 2147483646 h 284"/>
                <a:gd name="T102" fmla="*/ 2147483646 w 717"/>
                <a:gd name="T103" fmla="*/ 2147483646 h 284"/>
                <a:gd name="T104" fmla="*/ 2147483646 w 717"/>
                <a:gd name="T105" fmla="*/ 2147483646 h 284"/>
                <a:gd name="T106" fmla="*/ 2147483646 w 717"/>
                <a:gd name="T107" fmla="*/ 2147483646 h 284"/>
                <a:gd name="T108" fmla="*/ 2147483646 w 717"/>
                <a:gd name="T109" fmla="*/ 2147483646 h 284"/>
                <a:gd name="T110" fmla="*/ 2147483646 w 717"/>
                <a:gd name="T111" fmla="*/ 2147483646 h 284"/>
                <a:gd name="T112" fmla="*/ 2147483646 w 717"/>
                <a:gd name="T113" fmla="*/ 2147483646 h 284"/>
                <a:gd name="T114" fmla="*/ 2147483646 w 717"/>
                <a:gd name="T115" fmla="*/ 2147483646 h 284"/>
                <a:gd name="T116" fmla="*/ 2147483646 w 717"/>
                <a:gd name="T117" fmla="*/ 2147483646 h 284"/>
                <a:gd name="T118" fmla="*/ 2147483646 w 717"/>
                <a:gd name="T119" fmla="*/ 2147483646 h 284"/>
                <a:gd name="T120" fmla="*/ 2147483646 w 717"/>
                <a:gd name="T121" fmla="*/ 2147483646 h 2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4">
                  <a:moveTo>
                    <a:pt x="0" y="0"/>
                  </a:moveTo>
                  <a:lnTo>
                    <a:pt x="27" y="0"/>
                  </a:lnTo>
                  <a:lnTo>
                    <a:pt x="54" y="0"/>
                  </a:lnTo>
                  <a:lnTo>
                    <a:pt x="78" y="0"/>
                  </a:lnTo>
                  <a:lnTo>
                    <a:pt x="99" y="0"/>
                  </a:lnTo>
                  <a:lnTo>
                    <a:pt x="121" y="0"/>
                  </a:lnTo>
                  <a:lnTo>
                    <a:pt x="140" y="0"/>
                  </a:lnTo>
                  <a:lnTo>
                    <a:pt x="158" y="0"/>
                  </a:lnTo>
                  <a:lnTo>
                    <a:pt x="175" y="0"/>
                  </a:lnTo>
                  <a:lnTo>
                    <a:pt x="191" y="0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0" y="0"/>
                  </a:lnTo>
                  <a:lnTo>
                    <a:pt x="249" y="0"/>
                  </a:lnTo>
                  <a:lnTo>
                    <a:pt x="259" y="0"/>
                  </a:lnTo>
                  <a:lnTo>
                    <a:pt x="266" y="0"/>
                  </a:lnTo>
                  <a:lnTo>
                    <a:pt x="273" y="0"/>
                  </a:lnTo>
                  <a:lnTo>
                    <a:pt x="281" y="0"/>
                  </a:lnTo>
                  <a:lnTo>
                    <a:pt x="285" y="0"/>
                  </a:lnTo>
                  <a:lnTo>
                    <a:pt x="291" y="0"/>
                  </a:lnTo>
                  <a:lnTo>
                    <a:pt x="295" y="0"/>
                  </a:lnTo>
                  <a:lnTo>
                    <a:pt x="300" y="0"/>
                  </a:lnTo>
                  <a:lnTo>
                    <a:pt x="303" y="0"/>
                  </a:lnTo>
                  <a:lnTo>
                    <a:pt x="306" y="0"/>
                  </a:lnTo>
                  <a:lnTo>
                    <a:pt x="308" y="0"/>
                  </a:lnTo>
                  <a:lnTo>
                    <a:pt x="311" y="0"/>
                  </a:lnTo>
                  <a:lnTo>
                    <a:pt x="313" y="0"/>
                  </a:lnTo>
                  <a:lnTo>
                    <a:pt x="315" y="0"/>
                  </a:lnTo>
                  <a:lnTo>
                    <a:pt x="318" y="1"/>
                  </a:lnTo>
                  <a:lnTo>
                    <a:pt x="319" y="1"/>
                  </a:lnTo>
                  <a:lnTo>
                    <a:pt x="321" y="1"/>
                  </a:lnTo>
                  <a:lnTo>
                    <a:pt x="323" y="1"/>
                  </a:lnTo>
                  <a:lnTo>
                    <a:pt x="325" y="1"/>
                  </a:lnTo>
                  <a:lnTo>
                    <a:pt x="327" y="1"/>
                  </a:lnTo>
                  <a:lnTo>
                    <a:pt x="329" y="1"/>
                  </a:lnTo>
                  <a:lnTo>
                    <a:pt x="331" y="1"/>
                  </a:lnTo>
                  <a:lnTo>
                    <a:pt x="332" y="1"/>
                  </a:lnTo>
                  <a:lnTo>
                    <a:pt x="333" y="1"/>
                  </a:lnTo>
                  <a:lnTo>
                    <a:pt x="335" y="1"/>
                  </a:lnTo>
                  <a:lnTo>
                    <a:pt x="336" y="2"/>
                  </a:lnTo>
                  <a:lnTo>
                    <a:pt x="337" y="2"/>
                  </a:lnTo>
                  <a:lnTo>
                    <a:pt x="338" y="2"/>
                  </a:lnTo>
                  <a:lnTo>
                    <a:pt x="339" y="2"/>
                  </a:lnTo>
                  <a:lnTo>
                    <a:pt x="341" y="2"/>
                  </a:lnTo>
                  <a:lnTo>
                    <a:pt x="342" y="2"/>
                  </a:lnTo>
                  <a:lnTo>
                    <a:pt x="343" y="2"/>
                  </a:lnTo>
                  <a:lnTo>
                    <a:pt x="344" y="2"/>
                  </a:lnTo>
                  <a:lnTo>
                    <a:pt x="345" y="2"/>
                  </a:lnTo>
                  <a:lnTo>
                    <a:pt x="347" y="2"/>
                  </a:lnTo>
                  <a:lnTo>
                    <a:pt x="348" y="2"/>
                  </a:lnTo>
                  <a:lnTo>
                    <a:pt x="349" y="4"/>
                  </a:lnTo>
                  <a:lnTo>
                    <a:pt x="350" y="4"/>
                  </a:lnTo>
                  <a:lnTo>
                    <a:pt x="351" y="4"/>
                  </a:lnTo>
                  <a:lnTo>
                    <a:pt x="353" y="4"/>
                  </a:lnTo>
                  <a:lnTo>
                    <a:pt x="354" y="4"/>
                  </a:lnTo>
                  <a:lnTo>
                    <a:pt x="355" y="4"/>
                  </a:lnTo>
                  <a:lnTo>
                    <a:pt x="356" y="4"/>
                  </a:lnTo>
                  <a:lnTo>
                    <a:pt x="357" y="5"/>
                  </a:lnTo>
                  <a:lnTo>
                    <a:pt x="359" y="5"/>
                  </a:lnTo>
                  <a:lnTo>
                    <a:pt x="361" y="5"/>
                  </a:lnTo>
                  <a:lnTo>
                    <a:pt x="362" y="5"/>
                  </a:lnTo>
                  <a:lnTo>
                    <a:pt x="365" y="5"/>
                  </a:lnTo>
                  <a:lnTo>
                    <a:pt x="366" y="6"/>
                  </a:lnTo>
                  <a:lnTo>
                    <a:pt x="368" y="6"/>
                  </a:lnTo>
                  <a:lnTo>
                    <a:pt x="369" y="6"/>
                  </a:lnTo>
                  <a:lnTo>
                    <a:pt x="372" y="6"/>
                  </a:lnTo>
                  <a:lnTo>
                    <a:pt x="373" y="6"/>
                  </a:lnTo>
                  <a:lnTo>
                    <a:pt x="374" y="7"/>
                  </a:lnTo>
                  <a:lnTo>
                    <a:pt x="375" y="7"/>
                  </a:lnTo>
                  <a:lnTo>
                    <a:pt x="378" y="7"/>
                  </a:lnTo>
                  <a:lnTo>
                    <a:pt x="379" y="7"/>
                  </a:lnTo>
                  <a:lnTo>
                    <a:pt x="380" y="7"/>
                  </a:lnTo>
                  <a:lnTo>
                    <a:pt x="381" y="7"/>
                  </a:lnTo>
                  <a:lnTo>
                    <a:pt x="383" y="8"/>
                  </a:lnTo>
                  <a:lnTo>
                    <a:pt x="384" y="8"/>
                  </a:lnTo>
                  <a:lnTo>
                    <a:pt x="385" y="8"/>
                  </a:lnTo>
                  <a:lnTo>
                    <a:pt x="386" y="8"/>
                  </a:lnTo>
                  <a:lnTo>
                    <a:pt x="387" y="10"/>
                  </a:lnTo>
                  <a:lnTo>
                    <a:pt x="389" y="10"/>
                  </a:lnTo>
                  <a:lnTo>
                    <a:pt x="390" y="10"/>
                  </a:lnTo>
                  <a:lnTo>
                    <a:pt x="391" y="10"/>
                  </a:lnTo>
                  <a:lnTo>
                    <a:pt x="392" y="10"/>
                  </a:lnTo>
                  <a:lnTo>
                    <a:pt x="393" y="11"/>
                  </a:lnTo>
                  <a:lnTo>
                    <a:pt x="395" y="11"/>
                  </a:lnTo>
                  <a:lnTo>
                    <a:pt x="396" y="11"/>
                  </a:lnTo>
                  <a:lnTo>
                    <a:pt x="397" y="12"/>
                  </a:lnTo>
                  <a:lnTo>
                    <a:pt x="398" y="12"/>
                  </a:lnTo>
                  <a:lnTo>
                    <a:pt x="399" y="12"/>
                  </a:lnTo>
                  <a:lnTo>
                    <a:pt x="402" y="13"/>
                  </a:lnTo>
                  <a:lnTo>
                    <a:pt x="403" y="13"/>
                  </a:lnTo>
                  <a:lnTo>
                    <a:pt x="405" y="14"/>
                  </a:lnTo>
                  <a:lnTo>
                    <a:pt x="407" y="14"/>
                  </a:lnTo>
                  <a:lnTo>
                    <a:pt x="409" y="16"/>
                  </a:lnTo>
                  <a:lnTo>
                    <a:pt x="411" y="16"/>
                  </a:lnTo>
                  <a:lnTo>
                    <a:pt x="414" y="17"/>
                  </a:lnTo>
                  <a:lnTo>
                    <a:pt x="415" y="18"/>
                  </a:lnTo>
                  <a:lnTo>
                    <a:pt x="417" y="18"/>
                  </a:lnTo>
                  <a:lnTo>
                    <a:pt x="419" y="18"/>
                  </a:lnTo>
                  <a:lnTo>
                    <a:pt x="421" y="19"/>
                  </a:lnTo>
                  <a:lnTo>
                    <a:pt x="422" y="19"/>
                  </a:lnTo>
                  <a:lnTo>
                    <a:pt x="423" y="20"/>
                  </a:lnTo>
                  <a:lnTo>
                    <a:pt x="426" y="20"/>
                  </a:lnTo>
                  <a:lnTo>
                    <a:pt x="427" y="22"/>
                  </a:lnTo>
                  <a:lnTo>
                    <a:pt x="428" y="22"/>
                  </a:lnTo>
                  <a:lnTo>
                    <a:pt x="429" y="22"/>
                  </a:lnTo>
                  <a:lnTo>
                    <a:pt x="431" y="23"/>
                  </a:lnTo>
                  <a:lnTo>
                    <a:pt x="432" y="23"/>
                  </a:lnTo>
                  <a:lnTo>
                    <a:pt x="433" y="23"/>
                  </a:lnTo>
                  <a:lnTo>
                    <a:pt x="434" y="24"/>
                  </a:lnTo>
                  <a:lnTo>
                    <a:pt x="435" y="24"/>
                  </a:lnTo>
                  <a:lnTo>
                    <a:pt x="437" y="25"/>
                  </a:lnTo>
                  <a:lnTo>
                    <a:pt x="438" y="25"/>
                  </a:lnTo>
                  <a:lnTo>
                    <a:pt x="439" y="25"/>
                  </a:lnTo>
                  <a:lnTo>
                    <a:pt x="440" y="26"/>
                  </a:lnTo>
                  <a:lnTo>
                    <a:pt x="441" y="26"/>
                  </a:lnTo>
                  <a:lnTo>
                    <a:pt x="443" y="28"/>
                  </a:lnTo>
                  <a:lnTo>
                    <a:pt x="444" y="28"/>
                  </a:lnTo>
                  <a:lnTo>
                    <a:pt x="445" y="29"/>
                  </a:lnTo>
                  <a:lnTo>
                    <a:pt x="446" y="29"/>
                  </a:lnTo>
                  <a:lnTo>
                    <a:pt x="447" y="30"/>
                  </a:lnTo>
                  <a:lnTo>
                    <a:pt x="449" y="31"/>
                  </a:lnTo>
                  <a:lnTo>
                    <a:pt x="451" y="31"/>
                  </a:lnTo>
                  <a:lnTo>
                    <a:pt x="452" y="32"/>
                  </a:lnTo>
                  <a:lnTo>
                    <a:pt x="455" y="34"/>
                  </a:lnTo>
                  <a:lnTo>
                    <a:pt x="456" y="34"/>
                  </a:lnTo>
                  <a:lnTo>
                    <a:pt x="458" y="35"/>
                  </a:lnTo>
                  <a:lnTo>
                    <a:pt x="459" y="36"/>
                  </a:lnTo>
                  <a:lnTo>
                    <a:pt x="462" y="37"/>
                  </a:lnTo>
                  <a:lnTo>
                    <a:pt x="463" y="37"/>
                  </a:lnTo>
                  <a:lnTo>
                    <a:pt x="464" y="38"/>
                  </a:lnTo>
                  <a:lnTo>
                    <a:pt x="465" y="38"/>
                  </a:lnTo>
                  <a:lnTo>
                    <a:pt x="468" y="40"/>
                  </a:lnTo>
                  <a:lnTo>
                    <a:pt x="469" y="41"/>
                  </a:lnTo>
                  <a:lnTo>
                    <a:pt x="470" y="41"/>
                  </a:lnTo>
                  <a:lnTo>
                    <a:pt x="471" y="42"/>
                  </a:lnTo>
                  <a:lnTo>
                    <a:pt x="473" y="42"/>
                  </a:lnTo>
                  <a:lnTo>
                    <a:pt x="474" y="43"/>
                  </a:lnTo>
                  <a:lnTo>
                    <a:pt x="475" y="43"/>
                  </a:lnTo>
                  <a:lnTo>
                    <a:pt x="476" y="44"/>
                  </a:lnTo>
                  <a:lnTo>
                    <a:pt x="477" y="44"/>
                  </a:lnTo>
                  <a:lnTo>
                    <a:pt x="479" y="46"/>
                  </a:lnTo>
                  <a:lnTo>
                    <a:pt x="480" y="46"/>
                  </a:lnTo>
                  <a:lnTo>
                    <a:pt x="481" y="47"/>
                  </a:lnTo>
                  <a:lnTo>
                    <a:pt x="482" y="48"/>
                  </a:lnTo>
                  <a:lnTo>
                    <a:pt x="483" y="48"/>
                  </a:lnTo>
                  <a:lnTo>
                    <a:pt x="485" y="49"/>
                  </a:lnTo>
                  <a:lnTo>
                    <a:pt x="486" y="49"/>
                  </a:lnTo>
                  <a:lnTo>
                    <a:pt x="487" y="50"/>
                  </a:lnTo>
                  <a:lnTo>
                    <a:pt x="488" y="50"/>
                  </a:lnTo>
                  <a:lnTo>
                    <a:pt x="489" y="52"/>
                  </a:lnTo>
                  <a:lnTo>
                    <a:pt x="491" y="53"/>
                  </a:lnTo>
                  <a:lnTo>
                    <a:pt x="493" y="53"/>
                  </a:lnTo>
                  <a:lnTo>
                    <a:pt x="494" y="54"/>
                  </a:lnTo>
                  <a:lnTo>
                    <a:pt x="495" y="55"/>
                  </a:lnTo>
                  <a:lnTo>
                    <a:pt x="498" y="56"/>
                  </a:lnTo>
                  <a:lnTo>
                    <a:pt x="499" y="56"/>
                  </a:lnTo>
                  <a:lnTo>
                    <a:pt x="500" y="58"/>
                  </a:lnTo>
                  <a:lnTo>
                    <a:pt x="501" y="59"/>
                  </a:lnTo>
                  <a:lnTo>
                    <a:pt x="504" y="59"/>
                  </a:lnTo>
                  <a:lnTo>
                    <a:pt x="505" y="60"/>
                  </a:lnTo>
                  <a:lnTo>
                    <a:pt x="506" y="61"/>
                  </a:lnTo>
                  <a:lnTo>
                    <a:pt x="507" y="61"/>
                  </a:lnTo>
                  <a:lnTo>
                    <a:pt x="507" y="62"/>
                  </a:lnTo>
                  <a:lnTo>
                    <a:pt x="509" y="62"/>
                  </a:lnTo>
                  <a:lnTo>
                    <a:pt x="510" y="62"/>
                  </a:lnTo>
                  <a:lnTo>
                    <a:pt x="511" y="64"/>
                  </a:lnTo>
                  <a:lnTo>
                    <a:pt x="512" y="65"/>
                  </a:lnTo>
                  <a:lnTo>
                    <a:pt x="513" y="65"/>
                  </a:lnTo>
                  <a:lnTo>
                    <a:pt x="515" y="66"/>
                  </a:lnTo>
                  <a:lnTo>
                    <a:pt x="516" y="66"/>
                  </a:lnTo>
                  <a:lnTo>
                    <a:pt x="516" y="67"/>
                  </a:lnTo>
                  <a:lnTo>
                    <a:pt x="517" y="67"/>
                  </a:lnTo>
                  <a:lnTo>
                    <a:pt x="518" y="68"/>
                  </a:lnTo>
                  <a:lnTo>
                    <a:pt x="519" y="68"/>
                  </a:lnTo>
                  <a:lnTo>
                    <a:pt x="521" y="70"/>
                  </a:lnTo>
                  <a:lnTo>
                    <a:pt x="522" y="70"/>
                  </a:lnTo>
                  <a:lnTo>
                    <a:pt x="523" y="71"/>
                  </a:lnTo>
                  <a:lnTo>
                    <a:pt x="523" y="72"/>
                  </a:lnTo>
                  <a:lnTo>
                    <a:pt x="524" y="72"/>
                  </a:lnTo>
                  <a:lnTo>
                    <a:pt x="525" y="73"/>
                  </a:lnTo>
                  <a:lnTo>
                    <a:pt x="527" y="73"/>
                  </a:lnTo>
                  <a:lnTo>
                    <a:pt x="528" y="74"/>
                  </a:lnTo>
                  <a:lnTo>
                    <a:pt x="529" y="76"/>
                  </a:lnTo>
                  <a:lnTo>
                    <a:pt x="531" y="77"/>
                  </a:lnTo>
                  <a:lnTo>
                    <a:pt x="533" y="77"/>
                  </a:lnTo>
                  <a:lnTo>
                    <a:pt x="534" y="78"/>
                  </a:lnTo>
                  <a:lnTo>
                    <a:pt x="535" y="78"/>
                  </a:lnTo>
                  <a:lnTo>
                    <a:pt x="535" y="79"/>
                  </a:lnTo>
                  <a:lnTo>
                    <a:pt x="536" y="80"/>
                  </a:lnTo>
                  <a:lnTo>
                    <a:pt x="537" y="80"/>
                  </a:lnTo>
                  <a:lnTo>
                    <a:pt x="539" y="82"/>
                  </a:lnTo>
                  <a:lnTo>
                    <a:pt x="540" y="82"/>
                  </a:lnTo>
                  <a:lnTo>
                    <a:pt x="541" y="83"/>
                  </a:lnTo>
                  <a:lnTo>
                    <a:pt x="542" y="84"/>
                  </a:lnTo>
                  <a:lnTo>
                    <a:pt x="543" y="84"/>
                  </a:lnTo>
                  <a:lnTo>
                    <a:pt x="543" y="85"/>
                  </a:lnTo>
                  <a:lnTo>
                    <a:pt x="545" y="85"/>
                  </a:lnTo>
                  <a:lnTo>
                    <a:pt x="546" y="86"/>
                  </a:lnTo>
                  <a:lnTo>
                    <a:pt x="547" y="86"/>
                  </a:lnTo>
                  <a:lnTo>
                    <a:pt x="547" y="88"/>
                  </a:lnTo>
                  <a:lnTo>
                    <a:pt x="548" y="88"/>
                  </a:lnTo>
                  <a:lnTo>
                    <a:pt x="548" y="89"/>
                  </a:lnTo>
                  <a:lnTo>
                    <a:pt x="549" y="89"/>
                  </a:lnTo>
                  <a:lnTo>
                    <a:pt x="551" y="90"/>
                  </a:lnTo>
                  <a:lnTo>
                    <a:pt x="552" y="91"/>
                  </a:lnTo>
                  <a:lnTo>
                    <a:pt x="553" y="92"/>
                  </a:lnTo>
                  <a:lnTo>
                    <a:pt x="554" y="92"/>
                  </a:lnTo>
                  <a:lnTo>
                    <a:pt x="555" y="94"/>
                  </a:lnTo>
                  <a:lnTo>
                    <a:pt x="557" y="95"/>
                  </a:lnTo>
                  <a:lnTo>
                    <a:pt x="558" y="96"/>
                  </a:lnTo>
                  <a:lnTo>
                    <a:pt x="559" y="96"/>
                  </a:lnTo>
                  <a:lnTo>
                    <a:pt x="559" y="97"/>
                  </a:lnTo>
                  <a:lnTo>
                    <a:pt x="560" y="97"/>
                  </a:lnTo>
                  <a:lnTo>
                    <a:pt x="561" y="98"/>
                  </a:lnTo>
                  <a:lnTo>
                    <a:pt x="563" y="100"/>
                  </a:lnTo>
                  <a:lnTo>
                    <a:pt x="564" y="100"/>
                  </a:lnTo>
                  <a:lnTo>
                    <a:pt x="564" y="101"/>
                  </a:lnTo>
                  <a:lnTo>
                    <a:pt x="565" y="101"/>
                  </a:lnTo>
                  <a:lnTo>
                    <a:pt x="566" y="102"/>
                  </a:lnTo>
                  <a:lnTo>
                    <a:pt x="567" y="102"/>
                  </a:lnTo>
                  <a:lnTo>
                    <a:pt x="567" y="103"/>
                  </a:lnTo>
                  <a:lnTo>
                    <a:pt x="569" y="103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6"/>
                  </a:lnTo>
                  <a:lnTo>
                    <a:pt x="572" y="106"/>
                  </a:lnTo>
                  <a:lnTo>
                    <a:pt x="572" y="107"/>
                  </a:lnTo>
                  <a:lnTo>
                    <a:pt x="573" y="107"/>
                  </a:lnTo>
                  <a:lnTo>
                    <a:pt x="575" y="108"/>
                  </a:lnTo>
                  <a:lnTo>
                    <a:pt x="576" y="108"/>
                  </a:lnTo>
                  <a:lnTo>
                    <a:pt x="577" y="109"/>
                  </a:lnTo>
                  <a:lnTo>
                    <a:pt x="578" y="110"/>
                  </a:lnTo>
                  <a:lnTo>
                    <a:pt x="579" y="112"/>
                  </a:lnTo>
                  <a:lnTo>
                    <a:pt x="581" y="112"/>
                  </a:lnTo>
                  <a:lnTo>
                    <a:pt x="582" y="113"/>
                  </a:lnTo>
                  <a:lnTo>
                    <a:pt x="583" y="113"/>
                  </a:lnTo>
                  <a:lnTo>
                    <a:pt x="583" y="114"/>
                  </a:lnTo>
                  <a:lnTo>
                    <a:pt x="584" y="114"/>
                  </a:lnTo>
                  <a:lnTo>
                    <a:pt x="584" y="115"/>
                  </a:lnTo>
                  <a:lnTo>
                    <a:pt x="585" y="115"/>
                  </a:lnTo>
                  <a:lnTo>
                    <a:pt x="587" y="115"/>
                  </a:lnTo>
                  <a:lnTo>
                    <a:pt x="587" y="116"/>
                  </a:lnTo>
                  <a:lnTo>
                    <a:pt x="588" y="116"/>
                  </a:lnTo>
                  <a:lnTo>
                    <a:pt x="588" y="118"/>
                  </a:lnTo>
                  <a:lnTo>
                    <a:pt x="589" y="118"/>
                  </a:lnTo>
                  <a:lnTo>
                    <a:pt x="589" y="119"/>
                  </a:lnTo>
                  <a:lnTo>
                    <a:pt x="590" y="119"/>
                  </a:lnTo>
                  <a:lnTo>
                    <a:pt x="591" y="120"/>
                  </a:lnTo>
                  <a:lnTo>
                    <a:pt x="593" y="121"/>
                  </a:lnTo>
                  <a:lnTo>
                    <a:pt x="594" y="122"/>
                  </a:lnTo>
                  <a:lnTo>
                    <a:pt x="595" y="124"/>
                  </a:lnTo>
                  <a:lnTo>
                    <a:pt x="595" y="125"/>
                  </a:lnTo>
                  <a:lnTo>
                    <a:pt x="596" y="125"/>
                  </a:lnTo>
                  <a:lnTo>
                    <a:pt x="597" y="126"/>
                  </a:lnTo>
                  <a:lnTo>
                    <a:pt x="599" y="127"/>
                  </a:lnTo>
                  <a:lnTo>
                    <a:pt x="599" y="128"/>
                  </a:lnTo>
                  <a:lnTo>
                    <a:pt x="600" y="130"/>
                  </a:lnTo>
                  <a:lnTo>
                    <a:pt x="601" y="131"/>
                  </a:lnTo>
                  <a:lnTo>
                    <a:pt x="602" y="132"/>
                  </a:lnTo>
                  <a:lnTo>
                    <a:pt x="603" y="133"/>
                  </a:lnTo>
                  <a:lnTo>
                    <a:pt x="605" y="134"/>
                  </a:lnTo>
                  <a:lnTo>
                    <a:pt x="606" y="136"/>
                  </a:lnTo>
                  <a:lnTo>
                    <a:pt x="607" y="136"/>
                  </a:lnTo>
                  <a:lnTo>
                    <a:pt x="607" y="137"/>
                  </a:lnTo>
                  <a:lnTo>
                    <a:pt x="608" y="138"/>
                  </a:lnTo>
                  <a:lnTo>
                    <a:pt x="609" y="139"/>
                  </a:lnTo>
                  <a:lnTo>
                    <a:pt x="611" y="140"/>
                  </a:lnTo>
                  <a:lnTo>
                    <a:pt x="612" y="142"/>
                  </a:lnTo>
                  <a:lnTo>
                    <a:pt x="613" y="143"/>
                  </a:lnTo>
                  <a:lnTo>
                    <a:pt x="614" y="144"/>
                  </a:lnTo>
                  <a:lnTo>
                    <a:pt x="614" y="145"/>
                  </a:lnTo>
                  <a:lnTo>
                    <a:pt x="615" y="145"/>
                  </a:lnTo>
                  <a:lnTo>
                    <a:pt x="615" y="146"/>
                  </a:lnTo>
                  <a:lnTo>
                    <a:pt x="617" y="148"/>
                  </a:lnTo>
                  <a:lnTo>
                    <a:pt x="618" y="148"/>
                  </a:lnTo>
                  <a:lnTo>
                    <a:pt x="618" y="149"/>
                  </a:lnTo>
                  <a:lnTo>
                    <a:pt x="619" y="150"/>
                  </a:lnTo>
                  <a:lnTo>
                    <a:pt x="620" y="151"/>
                  </a:lnTo>
                  <a:lnTo>
                    <a:pt x="621" y="152"/>
                  </a:lnTo>
                  <a:lnTo>
                    <a:pt x="623" y="154"/>
                  </a:lnTo>
                  <a:lnTo>
                    <a:pt x="623" y="155"/>
                  </a:lnTo>
                  <a:lnTo>
                    <a:pt x="624" y="156"/>
                  </a:lnTo>
                  <a:lnTo>
                    <a:pt x="625" y="157"/>
                  </a:lnTo>
                  <a:lnTo>
                    <a:pt x="626" y="158"/>
                  </a:lnTo>
                  <a:lnTo>
                    <a:pt x="627" y="160"/>
                  </a:lnTo>
                  <a:lnTo>
                    <a:pt x="629" y="161"/>
                  </a:lnTo>
                  <a:lnTo>
                    <a:pt x="630" y="163"/>
                  </a:lnTo>
                  <a:lnTo>
                    <a:pt x="631" y="164"/>
                  </a:lnTo>
                  <a:lnTo>
                    <a:pt x="632" y="166"/>
                  </a:lnTo>
                  <a:lnTo>
                    <a:pt x="633" y="168"/>
                  </a:lnTo>
                  <a:lnTo>
                    <a:pt x="635" y="169"/>
                  </a:lnTo>
                  <a:lnTo>
                    <a:pt x="636" y="170"/>
                  </a:lnTo>
                  <a:lnTo>
                    <a:pt x="637" y="172"/>
                  </a:lnTo>
                  <a:lnTo>
                    <a:pt x="638" y="173"/>
                  </a:lnTo>
                  <a:lnTo>
                    <a:pt x="639" y="174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2" y="176"/>
                  </a:lnTo>
                  <a:lnTo>
                    <a:pt x="642" y="178"/>
                  </a:lnTo>
                  <a:lnTo>
                    <a:pt x="643" y="179"/>
                  </a:lnTo>
                  <a:lnTo>
                    <a:pt x="644" y="180"/>
                  </a:lnTo>
                  <a:lnTo>
                    <a:pt x="645" y="181"/>
                  </a:lnTo>
                  <a:lnTo>
                    <a:pt x="645" y="182"/>
                  </a:lnTo>
                  <a:lnTo>
                    <a:pt x="647" y="184"/>
                  </a:lnTo>
                  <a:lnTo>
                    <a:pt x="647" y="185"/>
                  </a:lnTo>
                  <a:lnTo>
                    <a:pt x="648" y="185"/>
                  </a:lnTo>
                  <a:lnTo>
                    <a:pt x="649" y="186"/>
                  </a:lnTo>
                  <a:lnTo>
                    <a:pt x="649" y="187"/>
                  </a:lnTo>
                  <a:lnTo>
                    <a:pt x="650" y="188"/>
                  </a:lnTo>
                  <a:lnTo>
                    <a:pt x="651" y="190"/>
                  </a:lnTo>
                  <a:lnTo>
                    <a:pt x="653" y="191"/>
                  </a:lnTo>
                  <a:lnTo>
                    <a:pt x="653" y="192"/>
                  </a:lnTo>
                  <a:lnTo>
                    <a:pt x="654" y="193"/>
                  </a:lnTo>
                  <a:lnTo>
                    <a:pt x="655" y="196"/>
                  </a:lnTo>
                  <a:lnTo>
                    <a:pt x="656" y="197"/>
                  </a:lnTo>
                  <a:lnTo>
                    <a:pt x="657" y="198"/>
                  </a:lnTo>
                  <a:lnTo>
                    <a:pt x="659" y="200"/>
                  </a:lnTo>
                  <a:lnTo>
                    <a:pt x="660" y="202"/>
                  </a:lnTo>
                  <a:lnTo>
                    <a:pt x="661" y="204"/>
                  </a:lnTo>
                  <a:lnTo>
                    <a:pt x="662" y="205"/>
                  </a:lnTo>
                  <a:lnTo>
                    <a:pt x="663" y="208"/>
                  </a:lnTo>
                  <a:lnTo>
                    <a:pt x="665" y="209"/>
                  </a:lnTo>
                  <a:lnTo>
                    <a:pt x="666" y="210"/>
                  </a:lnTo>
                  <a:lnTo>
                    <a:pt x="667" y="212"/>
                  </a:lnTo>
                  <a:lnTo>
                    <a:pt x="668" y="214"/>
                  </a:lnTo>
                  <a:lnTo>
                    <a:pt x="669" y="215"/>
                  </a:lnTo>
                  <a:lnTo>
                    <a:pt x="669" y="216"/>
                  </a:lnTo>
                  <a:lnTo>
                    <a:pt x="671" y="217"/>
                  </a:lnTo>
                  <a:lnTo>
                    <a:pt x="672" y="218"/>
                  </a:lnTo>
                  <a:lnTo>
                    <a:pt x="672" y="220"/>
                  </a:lnTo>
                  <a:lnTo>
                    <a:pt x="673" y="220"/>
                  </a:lnTo>
                  <a:lnTo>
                    <a:pt x="674" y="221"/>
                  </a:lnTo>
                  <a:lnTo>
                    <a:pt x="674" y="222"/>
                  </a:lnTo>
                  <a:lnTo>
                    <a:pt x="675" y="223"/>
                  </a:lnTo>
                  <a:lnTo>
                    <a:pt x="675" y="224"/>
                  </a:lnTo>
                  <a:lnTo>
                    <a:pt x="677" y="226"/>
                  </a:lnTo>
                  <a:lnTo>
                    <a:pt x="678" y="226"/>
                  </a:lnTo>
                  <a:lnTo>
                    <a:pt x="678" y="227"/>
                  </a:lnTo>
                  <a:lnTo>
                    <a:pt x="679" y="228"/>
                  </a:lnTo>
                  <a:lnTo>
                    <a:pt x="680" y="229"/>
                  </a:lnTo>
                  <a:lnTo>
                    <a:pt x="680" y="230"/>
                  </a:lnTo>
                  <a:lnTo>
                    <a:pt x="681" y="232"/>
                  </a:lnTo>
                  <a:lnTo>
                    <a:pt x="683" y="233"/>
                  </a:lnTo>
                  <a:lnTo>
                    <a:pt x="684" y="234"/>
                  </a:lnTo>
                  <a:lnTo>
                    <a:pt x="685" y="236"/>
                  </a:lnTo>
                  <a:lnTo>
                    <a:pt x="686" y="238"/>
                  </a:lnTo>
                  <a:lnTo>
                    <a:pt x="687" y="239"/>
                  </a:lnTo>
                  <a:lnTo>
                    <a:pt x="689" y="241"/>
                  </a:lnTo>
                  <a:lnTo>
                    <a:pt x="690" y="242"/>
                  </a:lnTo>
                  <a:lnTo>
                    <a:pt x="691" y="245"/>
                  </a:lnTo>
                  <a:lnTo>
                    <a:pt x="692" y="247"/>
                  </a:lnTo>
                  <a:lnTo>
                    <a:pt x="693" y="248"/>
                  </a:lnTo>
                  <a:lnTo>
                    <a:pt x="695" y="251"/>
                  </a:lnTo>
                  <a:lnTo>
                    <a:pt x="696" y="252"/>
                  </a:lnTo>
                  <a:lnTo>
                    <a:pt x="697" y="253"/>
                  </a:lnTo>
                  <a:lnTo>
                    <a:pt x="698" y="254"/>
                  </a:lnTo>
                  <a:lnTo>
                    <a:pt x="699" y="257"/>
                  </a:lnTo>
                  <a:lnTo>
                    <a:pt x="701" y="258"/>
                  </a:lnTo>
                  <a:lnTo>
                    <a:pt x="701" y="259"/>
                  </a:lnTo>
                  <a:lnTo>
                    <a:pt x="702" y="260"/>
                  </a:lnTo>
                  <a:lnTo>
                    <a:pt x="703" y="262"/>
                  </a:lnTo>
                  <a:lnTo>
                    <a:pt x="704" y="263"/>
                  </a:lnTo>
                  <a:lnTo>
                    <a:pt x="704" y="264"/>
                  </a:lnTo>
                  <a:lnTo>
                    <a:pt x="705" y="265"/>
                  </a:lnTo>
                  <a:lnTo>
                    <a:pt x="705" y="266"/>
                  </a:lnTo>
                  <a:lnTo>
                    <a:pt x="707" y="266"/>
                  </a:lnTo>
                  <a:lnTo>
                    <a:pt x="707" y="268"/>
                  </a:lnTo>
                  <a:lnTo>
                    <a:pt x="708" y="269"/>
                  </a:lnTo>
                  <a:lnTo>
                    <a:pt x="708" y="270"/>
                  </a:lnTo>
                  <a:lnTo>
                    <a:pt x="709" y="271"/>
                  </a:lnTo>
                  <a:lnTo>
                    <a:pt x="710" y="272"/>
                  </a:lnTo>
                  <a:lnTo>
                    <a:pt x="710" y="274"/>
                  </a:lnTo>
                  <a:lnTo>
                    <a:pt x="711" y="275"/>
                  </a:lnTo>
                  <a:lnTo>
                    <a:pt x="713" y="276"/>
                  </a:lnTo>
                  <a:lnTo>
                    <a:pt x="713" y="277"/>
                  </a:lnTo>
                  <a:lnTo>
                    <a:pt x="714" y="278"/>
                  </a:lnTo>
                  <a:lnTo>
                    <a:pt x="714" y="280"/>
                  </a:lnTo>
                  <a:lnTo>
                    <a:pt x="715" y="281"/>
                  </a:lnTo>
                  <a:lnTo>
                    <a:pt x="716" y="283"/>
                  </a:lnTo>
                  <a:lnTo>
                    <a:pt x="717" y="284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27" name="Freeform 217">
              <a:extLst>
                <a:ext uri="{FF2B5EF4-FFF2-40B4-BE49-F238E27FC236}">
                  <a16:creationId xmlns:a16="http://schemas.microsoft.com/office/drawing/2014/main" id="{435E6BD1-FEAB-4CC5-B08A-99411B71A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850" y="5632450"/>
              <a:ext cx="569913" cy="225425"/>
            </a:xfrm>
            <a:custGeom>
              <a:avLst/>
              <a:gdLst>
                <a:gd name="T0" fmla="*/ 2147483646 w 717"/>
                <a:gd name="T1" fmla="*/ 2147483646 h 285"/>
                <a:gd name="T2" fmla="*/ 2147483646 w 717"/>
                <a:gd name="T3" fmla="*/ 2147483646 h 285"/>
                <a:gd name="T4" fmla="*/ 2147483646 w 717"/>
                <a:gd name="T5" fmla="*/ 2147483646 h 285"/>
                <a:gd name="T6" fmla="*/ 2147483646 w 717"/>
                <a:gd name="T7" fmla="*/ 2147483646 h 285"/>
                <a:gd name="T8" fmla="*/ 2147483646 w 717"/>
                <a:gd name="T9" fmla="*/ 2147483646 h 285"/>
                <a:gd name="T10" fmla="*/ 2147483646 w 717"/>
                <a:gd name="T11" fmla="*/ 2147483646 h 285"/>
                <a:gd name="T12" fmla="*/ 2147483646 w 717"/>
                <a:gd name="T13" fmla="*/ 2147483646 h 285"/>
                <a:gd name="T14" fmla="*/ 2147483646 w 717"/>
                <a:gd name="T15" fmla="*/ 2147483646 h 285"/>
                <a:gd name="T16" fmla="*/ 2147483646 w 717"/>
                <a:gd name="T17" fmla="*/ 2147483646 h 285"/>
                <a:gd name="T18" fmla="*/ 2147483646 w 717"/>
                <a:gd name="T19" fmla="*/ 2147483646 h 285"/>
                <a:gd name="T20" fmla="*/ 2147483646 w 717"/>
                <a:gd name="T21" fmla="*/ 2147483646 h 285"/>
                <a:gd name="T22" fmla="*/ 2147483646 w 717"/>
                <a:gd name="T23" fmla="*/ 2147483646 h 285"/>
                <a:gd name="T24" fmla="*/ 2147483646 w 717"/>
                <a:gd name="T25" fmla="*/ 2147483646 h 285"/>
                <a:gd name="T26" fmla="*/ 2147483646 w 717"/>
                <a:gd name="T27" fmla="*/ 2147483646 h 285"/>
                <a:gd name="T28" fmla="*/ 2147483646 w 717"/>
                <a:gd name="T29" fmla="*/ 2147483646 h 285"/>
                <a:gd name="T30" fmla="*/ 2147483646 w 717"/>
                <a:gd name="T31" fmla="*/ 2147483646 h 285"/>
                <a:gd name="T32" fmla="*/ 2147483646 w 717"/>
                <a:gd name="T33" fmla="*/ 2147483646 h 285"/>
                <a:gd name="T34" fmla="*/ 2147483646 w 717"/>
                <a:gd name="T35" fmla="*/ 2147483646 h 285"/>
                <a:gd name="T36" fmla="*/ 2147483646 w 717"/>
                <a:gd name="T37" fmla="*/ 2147483646 h 285"/>
                <a:gd name="T38" fmla="*/ 2147483646 w 717"/>
                <a:gd name="T39" fmla="*/ 2147483646 h 285"/>
                <a:gd name="T40" fmla="*/ 2147483646 w 717"/>
                <a:gd name="T41" fmla="*/ 2147483646 h 285"/>
                <a:gd name="T42" fmla="*/ 2147483646 w 717"/>
                <a:gd name="T43" fmla="*/ 2147483646 h 285"/>
                <a:gd name="T44" fmla="*/ 2147483646 w 717"/>
                <a:gd name="T45" fmla="*/ 2147483646 h 285"/>
                <a:gd name="T46" fmla="*/ 2147483646 w 717"/>
                <a:gd name="T47" fmla="*/ 2147483646 h 285"/>
                <a:gd name="T48" fmla="*/ 2147483646 w 717"/>
                <a:gd name="T49" fmla="*/ 2147483646 h 285"/>
                <a:gd name="T50" fmla="*/ 2147483646 w 717"/>
                <a:gd name="T51" fmla="*/ 2147483646 h 285"/>
                <a:gd name="T52" fmla="*/ 2147483646 w 717"/>
                <a:gd name="T53" fmla="*/ 2147483646 h 285"/>
                <a:gd name="T54" fmla="*/ 2147483646 w 717"/>
                <a:gd name="T55" fmla="*/ 2147483646 h 285"/>
                <a:gd name="T56" fmla="*/ 2147483646 w 717"/>
                <a:gd name="T57" fmla="*/ 2147483646 h 285"/>
                <a:gd name="T58" fmla="*/ 2147483646 w 717"/>
                <a:gd name="T59" fmla="*/ 2147483646 h 285"/>
                <a:gd name="T60" fmla="*/ 2147483646 w 717"/>
                <a:gd name="T61" fmla="*/ 2147483646 h 285"/>
                <a:gd name="T62" fmla="*/ 2147483646 w 717"/>
                <a:gd name="T63" fmla="*/ 2147483646 h 285"/>
                <a:gd name="T64" fmla="*/ 2147483646 w 717"/>
                <a:gd name="T65" fmla="*/ 2147483646 h 285"/>
                <a:gd name="T66" fmla="*/ 2147483646 w 717"/>
                <a:gd name="T67" fmla="*/ 2147483646 h 285"/>
                <a:gd name="T68" fmla="*/ 2147483646 w 717"/>
                <a:gd name="T69" fmla="*/ 2147483646 h 285"/>
                <a:gd name="T70" fmla="*/ 2147483646 w 717"/>
                <a:gd name="T71" fmla="*/ 2147483646 h 285"/>
                <a:gd name="T72" fmla="*/ 2147483646 w 717"/>
                <a:gd name="T73" fmla="*/ 2147483646 h 285"/>
                <a:gd name="T74" fmla="*/ 2147483646 w 717"/>
                <a:gd name="T75" fmla="*/ 2147483646 h 285"/>
                <a:gd name="T76" fmla="*/ 2147483646 w 717"/>
                <a:gd name="T77" fmla="*/ 2147483646 h 285"/>
                <a:gd name="T78" fmla="*/ 2147483646 w 717"/>
                <a:gd name="T79" fmla="*/ 2147483646 h 285"/>
                <a:gd name="T80" fmla="*/ 2147483646 w 717"/>
                <a:gd name="T81" fmla="*/ 2147483646 h 285"/>
                <a:gd name="T82" fmla="*/ 2147483646 w 717"/>
                <a:gd name="T83" fmla="*/ 2147483646 h 285"/>
                <a:gd name="T84" fmla="*/ 2147483646 w 717"/>
                <a:gd name="T85" fmla="*/ 2147483646 h 285"/>
                <a:gd name="T86" fmla="*/ 2147483646 w 717"/>
                <a:gd name="T87" fmla="*/ 2147483646 h 285"/>
                <a:gd name="T88" fmla="*/ 2147483646 w 717"/>
                <a:gd name="T89" fmla="*/ 2147483646 h 285"/>
                <a:gd name="T90" fmla="*/ 2147483646 w 717"/>
                <a:gd name="T91" fmla="*/ 2147483646 h 285"/>
                <a:gd name="T92" fmla="*/ 2147483646 w 717"/>
                <a:gd name="T93" fmla="*/ 2147483646 h 285"/>
                <a:gd name="T94" fmla="*/ 2147483646 w 717"/>
                <a:gd name="T95" fmla="*/ 2147483646 h 285"/>
                <a:gd name="T96" fmla="*/ 2147483646 w 717"/>
                <a:gd name="T97" fmla="*/ 2147483646 h 285"/>
                <a:gd name="T98" fmla="*/ 2147483646 w 717"/>
                <a:gd name="T99" fmla="*/ 2147483646 h 285"/>
                <a:gd name="T100" fmla="*/ 2147483646 w 717"/>
                <a:gd name="T101" fmla="*/ 2147483646 h 285"/>
                <a:gd name="T102" fmla="*/ 2147483646 w 717"/>
                <a:gd name="T103" fmla="*/ 2147483646 h 285"/>
                <a:gd name="T104" fmla="*/ 2147483646 w 717"/>
                <a:gd name="T105" fmla="*/ 2147483646 h 285"/>
                <a:gd name="T106" fmla="*/ 2147483646 w 717"/>
                <a:gd name="T107" fmla="*/ 2147483646 h 285"/>
                <a:gd name="T108" fmla="*/ 2147483646 w 717"/>
                <a:gd name="T109" fmla="*/ 2147483646 h 285"/>
                <a:gd name="T110" fmla="*/ 2147483646 w 717"/>
                <a:gd name="T111" fmla="*/ 2147483646 h 285"/>
                <a:gd name="T112" fmla="*/ 2147483646 w 717"/>
                <a:gd name="T113" fmla="*/ 2147483646 h 285"/>
                <a:gd name="T114" fmla="*/ 2147483646 w 717"/>
                <a:gd name="T115" fmla="*/ 2147483646 h 285"/>
                <a:gd name="T116" fmla="*/ 2147483646 w 717"/>
                <a:gd name="T117" fmla="*/ 2147483646 h 285"/>
                <a:gd name="T118" fmla="*/ 2147483646 w 717"/>
                <a:gd name="T119" fmla="*/ 2147483646 h 285"/>
                <a:gd name="T120" fmla="*/ 2147483646 w 717"/>
                <a:gd name="T121" fmla="*/ 2147483646 h 28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5">
                  <a:moveTo>
                    <a:pt x="0" y="285"/>
                  </a:moveTo>
                  <a:lnTo>
                    <a:pt x="27" y="285"/>
                  </a:lnTo>
                  <a:lnTo>
                    <a:pt x="54" y="285"/>
                  </a:lnTo>
                  <a:lnTo>
                    <a:pt x="78" y="285"/>
                  </a:lnTo>
                  <a:lnTo>
                    <a:pt x="99" y="285"/>
                  </a:lnTo>
                  <a:lnTo>
                    <a:pt x="121" y="285"/>
                  </a:lnTo>
                  <a:lnTo>
                    <a:pt x="140" y="285"/>
                  </a:lnTo>
                  <a:lnTo>
                    <a:pt x="158" y="285"/>
                  </a:lnTo>
                  <a:lnTo>
                    <a:pt x="175" y="285"/>
                  </a:lnTo>
                  <a:lnTo>
                    <a:pt x="191" y="285"/>
                  </a:lnTo>
                  <a:lnTo>
                    <a:pt x="204" y="285"/>
                  </a:lnTo>
                  <a:lnTo>
                    <a:pt x="217" y="285"/>
                  </a:lnTo>
                  <a:lnTo>
                    <a:pt x="229" y="285"/>
                  </a:lnTo>
                  <a:lnTo>
                    <a:pt x="240" y="285"/>
                  </a:lnTo>
                  <a:lnTo>
                    <a:pt x="249" y="285"/>
                  </a:lnTo>
                  <a:lnTo>
                    <a:pt x="259" y="285"/>
                  </a:lnTo>
                  <a:lnTo>
                    <a:pt x="266" y="285"/>
                  </a:lnTo>
                  <a:lnTo>
                    <a:pt x="273" y="285"/>
                  </a:lnTo>
                  <a:lnTo>
                    <a:pt x="281" y="285"/>
                  </a:lnTo>
                  <a:lnTo>
                    <a:pt x="285" y="285"/>
                  </a:lnTo>
                  <a:lnTo>
                    <a:pt x="291" y="285"/>
                  </a:lnTo>
                  <a:lnTo>
                    <a:pt x="295" y="284"/>
                  </a:lnTo>
                  <a:lnTo>
                    <a:pt x="300" y="284"/>
                  </a:lnTo>
                  <a:lnTo>
                    <a:pt x="303" y="284"/>
                  </a:lnTo>
                  <a:lnTo>
                    <a:pt x="306" y="284"/>
                  </a:lnTo>
                  <a:lnTo>
                    <a:pt x="308" y="284"/>
                  </a:lnTo>
                  <a:lnTo>
                    <a:pt x="311" y="284"/>
                  </a:lnTo>
                  <a:lnTo>
                    <a:pt x="313" y="284"/>
                  </a:lnTo>
                  <a:lnTo>
                    <a:pt x="315" y="284"/>
                  </a:lnTo>
                  <a:lnTo>
                    <a:pt x="318" y="284"/>
                  </a:lnTo>
                  <a:lnTo>
                    <a:pt x="319" y="284"/>
                  </a:lnTo>
                  <a:lnTo>
                    <a:pt x="321" y="284"/>
                  </a:lnTo>
                  <a:lnTo>
                    <a:pt x="323" y="284"/>
                  </a:lnTo>
                  <a:lnTo>
                    <a:pt x="325" y="284"/>
                  </a:lnTo>
                  <a:lnTo>
                    <a:pt x="327" y="283"/>
                  </a:lnTo>
                  <a:lnTo>
                    <a:pt x="329" y="283"/>
                  </a:lnTo>
                  <a:lnTo>
                    <a:pt x="331" y="283"/>
                  </a:lnTo>
                  <a:lnTo>
                    <a:pt x="332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6" y="283"/>
                  </a:lnTo>
                  <a:lnTo>
                    <a:pt x="337" y="283"/>
                  </a:lnTo>
                  <a:lnTo>
                    <a:pt x="338" y="283"/>
                  </a:lnTo>
                  <a:lnTo>
                    <a:pt x="339" y="283"/>
                  </a:lnTo>
                  <a:lnTo>
                    <a:pt x="341" y="283"/>
                  </a:lnTo>
                  <a:lnTo>
                    <a:pt x="342" y="283"/>
                  </a:lnTo>
                  <a:lnTo>
                    <a:pt x="343" y="282"/>
                  </a:lnTo>
                  <a:lnTo>
                    <a:pt x="344" y="282"/>
                  </a:lnTo>
                  <a:lnTo>
                    <a:pt x="345" y="282"/>
                  </a:lnTo>
                  <a:lnTo>
                    <a:pt x="347" y="282"/>
                  </a:lnTo>
                  <a:lnTo>
                    <a:pt x="348" y="282"/>
                  </a:lnTo>
                  <a:lnTo>
                    <a:pt x="349" y="282"/>
                  </a:lnTo>
                  <a:lnTo>
                    <a:pt x="350" y="282"/>
                  </a:lnTo>
                  <a:lnTo>
                    <a:pt x="351" y="282"/>
                  </a:lnTo>
                  <a:lnTo>
                    <a:pt x="353" y="280"/>
                  </a:lnTo>
                  <a:lnTo>
                    <a:pt x="354" y="280"/>
                  </a:lnTo>
                  <a:lnTo>
                    <a:pt x="355" y="280"/>
                  </a:lnTo>
                  <a:lnTo>
                    <a:pt x="356" y="280"/>
                  </a:lnTo>
                  <a:lnTo>
                    <a:pt x="357" y="280"/>
                  </a:lnTo>
                  <a:lnTo>
                    <a:pt x="359" y="280"/>
                  </a:lnTo>
                  <a:lnTo>
                    <a:pt x="361" y="279"/>
                  </a:lnTo>
                  <a:lnTo>
                    <a:pt x="362" y="279"/>
                  </a:lnTo>
                  <a:lnTo>
                    <a:pt x="365" y="279"/>
                  </a:lnTo>
                  <a:lnTo>
                    <a:pt x="366" y="279"/>
                  </a:lnTo>
                  <a:lnTo>
                    <a:pt x="368" y="279"/>
                  </a:lnTo>
                  <a:lnTo>
                    <a:pt x="369" y="278"/>
                  </a:lnTo>
                  <a:lnTo>
                    <a:pt x="372" y="278"/>
                  </a:lnTo>
                  <a:lnTo>
                    <a:pt x="373" y="278"/>
                  </a:lnTo>
                  <a:lnTo>
                    <a:pt x="374" y="278"/>
                  </a:lnTo>
                  <a:lnTo>
                    <a:pt x="375" y="278"/>
                  </a:lnTo>
                  <a:lnTo>
                    <a:pt x="378" y="278"/>
                  </a:lnTo>
                  <a:lnTo>
                    <a:pt x="379" y="277"/>
                  </a:lnTo>
                  <a:lnTo>
                    <a:pt x="380" y="277"/>
                  </a:lnTo>
                  <a:lnTo>
                    <a:pt x="381" y="277"/>
                  </a:lnTo>
                  <a:lnTo>
                    <a:pt x="383" y="277"/>
                  </a:lnTo>
                  <a:lnTo>
                    <a:pt x="384" y="277"/>
                  </a:lnTo>
                  <a:lnTo>
                    <a:pt x="385" y="276"/>
                  </a:lnTo>
                  <a:lnTo>
                    <a:pt x="386" y="276"/>
                  </a:lnTo>
                  <a:lnTo>
                    <a:pt x="387" y="276"/>
                  </a:lnTo>
                  <a:lnTo>
                    <a:pt x="389" y="276"/>
                  </a:lnTo>
                  <a:lnTo>
                    <a:pt x="390" y="274"/>
                  </a:lnTo>
                  <a:lnTo>
                    <a:pt x="391" y="274"/>
                  </a:lnTo>
                  <a:lnTo>
                    <a:pt x="392" y="274"/>
                  </a:lnTo>
                  <a:lnTo>
                    <a:pt x="393" y="274"/>
                  </a:lnTo>
                  <a:lnTo>
                    <a:pt x="395" y="273"/>
                  </a:lnTo>
                  <a:lnTo>
                    <a:pt x="396" y="273"/>
                  </a:lnTo>
                  <a:lnTo>
                    <a:pt x="397" y="273"/>
                  </a:lnTo>
                  <a:lnTo>
                    <a:pt x="398" y="272"/>
                  </a:lnTo>
                  <a:lnTo>
                    <a:pt x="399" y="272"/>
                  </a:lnTo>
                  <a:lnTo>
                    <a:pt x="402" y="272"/>
                  </a:lnTo>
                  <a:lnTo>
                    <a:pt x="403" y="271"/>
                  </a:lnTo>
                  <a:lnTo>
                    <a:pt x="405" y="271"/>
                  </a:lnTo>
                  <a:lnTo>
                    <a:pt x="407" y="270"/>
                  </a:lnTo>
                  <a:lnTo>
                    <a:pt x="409" y="270"/>
                  </a:lnTo>
                  <a:lnTo>
                    <a:pt x="411" y="268"/>
                  </a:lnTo>
                  <a:lnTo>
                    <a:pt x="414" y="267"/>
                  </a:lnTo>
                  <a:lnTo>
                    <a:pt x="415" y="267"/>
                  </a:lnTo>
                  <a:lnTo>
                    <a:pt x="417" y="266"/>
                  </a:lnTo>
                  <a:lnTo>
                    <a:pt x="419" y="266"/>
                  </a:lnTo>
                  <a:lnTo>
                    <a:pt x="421" y="266"/>
                  </a:lnTo>
                  <a:lnTo>
                    <a:pt x="422" y="265"/>
                  </a:lnTo>
                  <a:lnTo>
                    <a:pt x="423" y="265"/>
                  </a:lnTo>
                  <a:lnTo>
                    <a:pt x="426" y="264"/>
                  </a:lnTo>
                  <a:lnTo>
                    <a:pt x="427" y="264"/>
                  </a:lnTo>
                  <a:lnTo>
                    <a:pt x="428" y="264"/>
                  </a:lnTo>
                  <a:lnTo>
                    <a:pt x="429" y="262"/>
                  </a:lnTo>
                  <a:lnTo>
                    <a:pt x="431" y="262"/>
                  </a:lnTo>
                  <a:lnTo>
                    <a:pt x="432" y="262"/>
                  </a:lnTo>
                  <a:lnTo>
                    <a:pt x="433" y="261"/>
                  </a:lnTo>
                  <a:lnTo>
                    <a:pt x="434" y="261"/>
                  </a:lnTo>
                  <a:lnTo>
                    <a:pt x="435" y="260"/>
                  </a:lnTo>
                  <a:lnTo>
                    <a:pt x="437" y="260"/>
                  </a:lnTo>
                  <a:lnTo>
                    <a:pt x="438" y="259"/>
                  </a:lnTo>
                  <a:lnTo>
                    <a:pt x="439" y="259"/>
                  </a:lnTo>
                  <a:lnTo>
                    <a:pt x="440" y="259"/>
                  </a:lnTo>
                  <a:lnTo>
                    <a:pt x="441" y="258"/>
                  </a:lnTo>
                  <a:lnTo>
                    <a:pt x="443" y="258"/>
                  </a:lnTo>
                  <a:lnTo>
                    <a:pt x="444" y="256"/>
                  </a:lnTo>
                  <a:lnTo>
                    <a:pt x="445" y="256"/>
                  </a:lnTo>
                  <a:lnTo>
                    <a:pt x="446" y="255"/>
                  </a:lnTo>
                  <a:lnTo>
                    <a:pt x="447" y="255"/>
                  </a:lnTo>
                  <a:lnTo>
                    <a:pt x="449" y="254"/>
                  </a:lnTo>
                  <a:lnTo>
                    <a:pt x="451" y="253"/>
                  </a:lnTo>
                  <a:lnTo>
                    <a:pt x="452" y="253"/>
                  </a:lnTo>
                  <a:lnTo>
                    <a:pt x="455" y="252"/>
                  </a:lnTo>
                  <a:lnTo>
                    <a:pt x="456" y="250"/>
                  </a:lnTo>
                  <a:lnTo>
                    <a:pt x="458" y="249"/>
                  </a:lnTo>
                  <a:lnTo>
                    <a:pt x="459" y="249"/>
                  </a:lnTo>
                  <a:lnTo>
                    <a:pt x="462" y="248"/>
                  </a:lnTo>
                  <a:lnTo>
                    <a:pt x="463" y="247"/>
                  </a:lnTo>
                  <a:lnTo>
                    <a:pt x="464" y="247"/>
                  </a:lnTo>
                  <a:lnTo>
                    <a:pt x="465" y="246"/>
                  </a:lnTo>
                  <a:lnTo>
                    <a:pt x="468" y="244"/>
                  </a:lnTo>
                  <a:lnTo>
                    <a:pt x="469" y="244"/>
                  </a:lnTo>
                  <a:lnTo>
                    <a:pt x="470" y="243"/>
                  </a:lnTo>
                  <a:lnTo>
                    <a:pt x="471" y="243"/>
                  </a:lnTo>
                  <a:lnTo>
                    <a:pt x="473" y="242"/>
                  </a:lnTo>
                  <a:lnTo>
                    <a:pt x="474" y="242"/>
                  </a:lnTo>
                  <a:lnTo>
                    <a:pt x="475" y="241"/>
                  </a:lnTo>
                  <a:lnTo>
                    <a:pt x="476" y="241"/>
                  </a:lnTo>
                  <a:lnTo>
                    <a:pt x="476" y="240"/>
                  </a:lnTo>
                  <a:lnTo>
                    <a:pt x="477" y="240"/>
                  </a:lnTo>
                  <a:lnTo>
                    <a:pt x="479" y="240"/>
                  </a:lnTo>
                  <a:lnTo>
                    <a:pt x="480" y="238"/>
                  </a:lnTo>
                  <a:lnTo>
                    <a:pt x="481" y="238"/>
                  </a:lnTo>
                  <a:lnTo>
                    <a:pt x="481" y="237"/>
                  </a:lnTo>
                  <a:lnTo>
                    <a:pt x="482" y="237"/>
                  </a:lnTo>
                  <a:lnTo>
                    <a:pt x="483" y="236"/>
                  </a:lnTo>
                  <a:lnTo>
                    <a:pt x="485" y="236"/>
                  </a:lnTo>
                  <a:lnTo>
                    <a:pt x="486" y="235"/>
                  </a:lnTo>
                  <a:lnTo>
                    <a:pt x="487" y="235"/>
                  </a:lnTo>
                  <a:lnTo>
                    <a:pt x="488" y="234"/>
                  </a:lnTo>
                  <a:lnTo>
                    <a:pt x="489" y="234"/>
                  </a:lnTo>
                  <a:lnTo>
                    <a:pt x="491" y="232"/>
                  </a:lnTo>
                  <a:lnTo>
                    <a:pt x="493" y="231"/>
                  </a:lnTo>
                  <a:lnTo>
                    <a:pt x="494" y="230"/>
                  </a:lnTo>
                  <a:lnTo>
                    <a:pt x="495" y="230"/>
                  </a:lnTo>
                  <a:lnTo>
                    <a:pt x="498" y="229"/>
                  </a:lnTo>
                  <a:lnTo>
                    <a:pt x="499" y="228"/>
                  </a:lnTo>
                  <a:lnTo>
                    <a:pt x="500" y="226"/>
                  </a:lnTo>
                  <a:lnTo>
                    <a:pt x="501" y="226"/>
                  </a:lnTo>
                  <a:lnTo>
                    <a:pt x="504" y="225"/>
                  </a:lnTo>
                  <a:lnTo>
                    <a:pt x="505" y="224"/>
                  </a:lnTo>
                  <a:lnTo>
                    <a:pt x="506" y="224"/>
                  </a:lnTo>
                  <a:lnTo>
                    <a:pt x="507" y="223"/>
                  </a:lnTo>
                  <a:lnTo>
                    <a:pt x="509" y="222"/>
                  </a:lnTo>
                  <a:lnTo>
                    <a:pt x="510" y="222"/>
                  </a:lnTo>
                  <a:lnTo>
                    <a:pt x="511" y="222"/>
                  </a:lnTo>
                  <a:lnTo>
                    <a:pt x="511" y="220"/>
                  </a:lnTo>
                  <a:lnTo>
                    <a:pt x="512" y="220"/>
                  </a:lnTo>
                  <a:lnTo>
                    <a:pt x="513" y="219"/>
                  </a:lnTo>
                  <a:lnTo>
                    <a:pt x="515" y="219"/>
                  </a:lnTo>
                  <a:lnTo>
                    <a:pt x="516" y="218"/>
                  </a:lnTo>
                  <a:lnTo>
                    <a:pt x="517" y="217"/>
                  </a:lnTo>
                  <a:lnTo>
                    <a:pt x="518" y="217"/>
                  </a:lnTo>
                  <a:lnTo>
                    <a:pt x="519" y="216"/>
                  </a:lnTo>
                  <a:lnTo>
                    <a:pt x="521" y="216"/>
                  </a:lnTo>
                  <a:lnTo>
                    <a:pt x="522" y="214"/>
                  </a:lnTo>
                  <a:lnTo>
                    <a:pt x="523" y="214"/>
                  </a:lnTo>
                  <a:lnTo>
                    <a:pt x="523" y="213"/>
                  </a:lnTo>
                  <a:lnTo>
                    <a:pt x="524" y="212"/>
                  </a:lnTo>
                  <a:lnTo>
                    <a:pt x="525" y="212"/>
                  </a:lnTo>
                  <a:lnTo>
                    <a:pt x="527" y="211"/>
                  </a:lnTo>
                  <a:lnTo>
                    <a:pt x="528" y="211"/>
                  </a:lnTo>
                  <a:lnTo>
                    <a:pt x="529" y="210"/>
                  </a:lnTo>
                  <a:lnTo>
                    <a:pt x="531" y="208"/>
                  </a:lnTo>
                  <a:lnTo>
                    <a:pt x="533" y="207"/>
                  </a:lnTo>
                  <a:lnTo>
                    <a:pt x="534" y="207"/>
                  </a:lnTo>
                  <a:lnTo>
                    <a:pt x="535" y="206"/>
                  </a:lnTo>
                  <a:lnTo>
                    <a:pt x="536" y="205"/>
                  </a:lnTo>
                  <a:lnTo>
                    <a:pt x="537" y="204"/>
                  </a:lnTo>
                  <a:lnTo>
                    <a:pt x="539" y="204"/>
                  </a:lnTo>
                  <a:lnTo>
                    <a:pt x="540" y="202"/>
                  </a:lnTo>
                  <a:lnTo>
                    <a:pt x="541" y="202"/>
                  </a:lnTo>
                  <a:lnTo>
                    <a:pt x="541" y="201"/>
                  </a:lnTo>
                  <a:lnTo>
                    <a:pt x="542" y="201"/>
                  </a:lnTo>
                  <a:lnTo>
                    <a:pt x="543" y="200"/>
                  </a:lnTo>
                  <a:lnTo>
                    <a:pt x="545" y="199"/>
                  </a:lnTo>
                  <a:lnTo>
                    <a:pt x="546" y="199"/>
                  </a:lnTo>
                  <a:lnTo>
                    <a:pt x="546" y="198"/>
                  </a:lnTo>
                  <a:lnTo>
                    <a:pt x="547" y="198"/>
                  </a:lnTo>
                  <a:lnTo>
                    <a:pt x="548" y="196"/>
                  </a:lnTo>
                  <a:lnTo>
                    <a:pt x="549" y="195"/>
                  </a:lnTo>
                  <a:lnTo>
                    <a:pt x="551" y="195"/>
                  </a:lnTo>
                  <a:lnTo>
                    <a:pt x="552" y="194"/>
                  </a:lnTo>
                  <a:lnTo>
                    <a:pt x="553" y="193"/>
                  </a:lnTo>
                  <a:lnTo>
                    <a:pt x="554" y="192"/>
                  </a:lnTo>
                  <a:lnTo>
                    <a:pt x="555" y="192"/>
                  </a:lnTo>
                  <a:lnTo>
                    <a:pt x="555" y="190"/>
                  </a:lnTo>
                  <a:lnTo>
                    <a:pt x="557" y="190"/>
                  </a:lnTo>
                  <a:lnTo>
                    <a:pt x="558" y="189"/>
                  </a:lnTo>
                  <a:lnTo>
                    <a:pt x="559" y="189"/>
                  </a:lnTo>
                  <a:lnTo>
                    <a:pt x="559" y="188"/>
                  </a:lnTo>
                  <a:lnTo>
                    <a:pt x="560" y="188"/>
                  </a:lnTo>
                  <a:lnTo>
                    <a:pt x="560" y="187"/>
                  </a:lnTo>
                  <a:lnTo>
                    <a:pt x="561" y="187"/>
                  </a:lnTo>
                  <a:lnTo>
                    <a:pt x="561" y="186"/>
                  </a:lnTo>
                  <a:lnTo>
                    <a:pt x="563" y="186"/>
                  </a:lnTo>
                  <a:lnTo>
                    <a:pt x="564" y="184"/>
                  </a:lnTo>
                  <a:lnTo>
                    <a:pt x="565" y="184"/>
                  </a:lnTo>
                  <a:lnTo>
                    <a:pt x="565" y="183"/>
                  </a:lnTo>
                  <a:lnTo>
                    <a:pt x="566" y="183"/>
                  </a:lnTo>
                  <a:lnTo>
                    <a:pt x="567" y="182"/>
                  </a:lnTo>
                  <a:lnTo>
                    <a:pt x="569" y="181"/>
                  </a:lnTo>
                  <a:lnTo>
                    <a:pt x="570" y="180"/>
                  </a:lnTo>
                  <a:lnTo>
                    <a:pt x="571" y="180"/>
                  </a:lnTo>
                  <a:lnTo>
                    <a:pt x="572" y="178"/>
                  </a:lnTo>
                  <a:lnTo>
                    <a:pt x="573" y="177"/>
                  </a:lnTo>
                  <a:lnTo>
                    <a:pt x="575" y="177"/>
                  </a:lnTo>
                  <a:lnTo>
                    <a:pt x="576" y="176"/>
                  </a:lnTo>
                  <a:lnTo>
                    <a:pt x="577" y="176"/>
                  </a:lnTo>
                  <a:lnTo>
                    <a:pt x="577" y="175"/>
                  </a:lnTo>
                  <a:lnTo>
                    <a:pt x="578" y="174"/>
                  </a:lnTo>
                  <a:lnTo>
                    <a:pt x="579" y="174"/>
                  </a:lnTo>
                  <a:lnTo>
                    <a:pt x="581" y="172"/>
                  </a:lnTo>
                  <a:lnTo>
                    <a:pt x="582" y="172"/>
                  </a:lnTo>
                  <a:lnTo>
                    <a:pt x="583" y="171"/>
                  </a:lnTo>
                  <a:lnTo>
                    <a:pt x="584" y="170"/>
                  </a:lnTo>
                  <a:lnTo>
                    <a:pt x="585" y="169"/>
                  </a:lnTo>
                  <a:lnTo>
                    <a:pt x="587" y="169"/>
                  </a:lnTo>
                  <a:lnTo>
                    <a:pt x="588" y="168"/>
                  </a:lnTo>
                  <a:lnTo>
                    <a:pt x="589" y="166"/>
                  </a:lnTo>
                  <a:lnTo>
                    <a:pt x="590" y="166"/>
                  </a:lnTo>
                  <a:lnTo>
                    <a:pt x="590" y="165"/>
                  </a:lnTo>
                  <a:lnTo>
                    <a:pt x="591" y="165"/>
                  </a:lnTo>
                  <a:lnTo>
                    <a:pt x="591" y="164"/>
                  </a:lnTo>
                  <a:lnTo>
                    <a:pt x="593" y="164"/>
                  </a:lnTo>
                  <a:lnTo>
                    <a:pt x="593" y="163"/>
                  </a:lnTo>
                  <a:lnTo>
                    <a:pt x="594" y="163"/>
                  </a:lnTo>
                  <a:lnTo>
                    <a:pt x="594" y="162"/>
                  </a:lnTo>
                  <a:lnTo>
                    <a:pt x="595" y="160"/>
                  </a:lnTo>
                  <a:lnTo>
                    <a:pt x="596" y="159"/>
                  </a:lnTo>
                  <a:lnTo>
                    <a:pt x="597" y="158"/>
                  </a:lnTo>
                  <a:lnTo>
                    <a:pt x="599" y="158"/>
                  </a:lnTo>
                  <a:lnTo>
                    <a:pt x="599" y="157"/>
                  </a:lnTo>
                  <a:lnTo>
                    <a:pt x="600" y="156"/>
                  </a:lnTo>
                  <a:lnTo>
                    <a:pt x="601" y="154"/>
                  </a:lnTo>
                  <a:lnTo>
                    <a:pt x="602" y="153"/>
                  </a:lnTo>
                  <a:lnTo>
                    <a:pt x="603" y="152"/>
                  </a:lnTo>
                  <a:lnTo>
                    <a:pt x="605" y="151"/>
                  </a:lnTo>
                  <a:lnTo>
                    <a:pt x="606" y="150"/>
                  </a:lnTo>
                  <a:lnTo>
                    <a:pt x="607" y="148"/>
                  </a:lnTo>
                  <a:lnTo>
                    <a:pt x="607" y="147"/>
                  </a:lnTo>
                  <a:lnTo>
                    <a:pt x="608" y="147"/>
                  </a:lnTo>
                  <a:lnTo>
                    <a:pt x="609" y="146"/>
                  </a:lnTo>
                  <a:lnTo>
                    <a:pt x="609" y="145"/>
                  </a:lnTo>
                  <a:lnTo>
                    <a:pt x="611" y="144"/>
                  </a:lnTo>
                  <a:lnTo>
                    <a:pt x="612" y="144"/>
                  </a:lnTo>
                  <a:lnTo>
                    <a:pt x="612" y="142"/>
                  </a:lnTo>
                  <a:lnTo>
                    <a:pt x="613" y="142"/>
                  </a:lnTo>
                  <a:lnTo>
                    <a:pt x="613" y="141"/>
                  </a:lnTo>
                  <a:lnTo>
                    <a:pt x="614" y="140"/>
                  </a:lnTo>
                  <a:lnTo>
                    <a:pt x="615" y="139"/>
                  </a:lnTo>
                  <a:lnTo>
                    <a:pt x="617" y="138"/>
                  </a:lnTo>
                  <a:lnTo>
                    <a:pt x="618" y="136"/>
                  </a:lnTo>
                  <a:lnTo>
                    <a:pt x="619" y="135"/>
                  </a:lnTo>
                  <a:lnTo>
                    <a:pt x="619" y="134"/>
                  </a:lnTo>
                  <a:lnTo>
                    <a:pt x="620" y="133"/>
                  </a:lnTo>
                  <a:lnTo>
                    <a:pt x="621" y="132"/>
                  </a:lnTo>
                  <a:lnTo>
                    <a:pt x="623" y="132"/>
                  </a:lnTo>
                  <a:lnTo>
                    <a:pt x="623" y="130"/>
                  </a:lnTo>
                  <a:lnTo>
                    <a:pt x="624" y="129"/>
                  </a:lnTo>
                  <a:lnTo>
                    <a:pt x="625" y="128"/>
                  </a:lnTo>
                  <a:lnTo>
                    <a:pt x="626" y="126"/>
                  </a:lnTo>
                  <a:lnTo>
                    <a:pt x="627" y="124"/>
                  </a:lnTo>
                  <a:lnTo>
                    <a:pt x="629" y="123"/>
                  </a:lnTo>
                  <a:lnTo>
                    <a:pt x="630" y="122"/>
                  </a:lnTo>
                  <a:lnTo>
                    <a:pt x="631" y="120"/>
                  </a:lnTo>
                  <a:lnTo>
                    <a:pt x="632" y="118"/>
                  </a:lnTo>
                  <a:lnTo>
                    <a:pt x="633" y="117"/>
                  </a:lnTo>
                  <a:lnTo>
                    <a:pt x="635" y="116"/>
                  </a:lnTo>
                  <a:lnTo>
                    <a:pt x="636" y="115"/>
                  </a:lnTo>
                  <a:lnTo>
                    <a:pt x="637" y="114"/>
                  </a:lnTo>
                  <a:lnTo>
                    <a:pt x="638" y="112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41" y="109"/>
                  </a:lnTo>
                  <a:lnTo>
                    <a:pt x="642" y="108"/>
                  </a:lnTo>
                  <a:lnTo>
                    <a:pt x="642" y="106"/>
                  </a:lnTo>
                  <a:lnTo>
                    <a:pt x="643" y="106"/>
                  </a:lnTo>
                  <a:lnTo>
                    <a:pt x="644" y="105"/>
                  </a:lnTo>
                  <a:lnTo>
                    <a:pt x="644" y="104"/>
                  </a:lnTo>
                  <a:lnTo>
                    <a:pt x="645" y="103"/>
                  </a:lnTo>
                  <a:lnTo>
                    <a:pt x="647" y="102"/>
                  </a:lnTo>
                  <a:lnTo>
                    <a:pt x="647" y="100"/>
                  </a:lnTo>
                  <a:lnTo>
                    <a:pt x="648" y="99"/>
                  </a:lnTo>
                  <a:lnTo>
                    <a:pt x="649" y="98"/>
                  </a:lnTo>
                  <a:lnTo>
                    <a:pt x="649" y="97"/>
                  </a:lnTo>
                  <a:lnTo>
                    <a:pt x="650" y="96"/>
                  </a:lnTo>
                  <a:lnTo>
                    <a:pt x="651" y="94"/>
                  </a:lnTo>
                  <a:lnTo>
                    <a:pt x="653" y="93"/>
                  </a:lnTo>
                  <a:lnTo>
                    <a:pt x="653" y="92"/>
                  </a:lnTo>
                  <a:lnTo>
                    <a:pt x="654" y="91"/>
                  </a:lnTo>
                  <a:lnTo>
                    <a:pt x="655" y="90"/>
                  </a:lnTo>
                  <a:lnTo>
                    <a:pt x="656" y="88"/>
                  </a:lnTo>
                  <a:lnTo>
                    <a:pt x="657" y="86"/>
                  </a:lnTo>
                  <a:lnTo>
                    <a:pt x="659" y="85"/>
                  </a:lnTo>
                  <a:lnTo>
                    <a:pt x="660" y="82"/>
                  </a:lnTo>
                  <a:lnTo>
                    <a:pt x="661" y="80"/>
                  </a:lnTo>
                  <a:lnTo>
                    <a:pt x="662" y="79"/>
                  </a:lnTo>
                  <a:lnTo>
                    <a:pt x="663" y="78"/>
                  </a:lnTo>
                  <a:lnTo>
                    <a:pt x="665" y="75"/>
                  </a:lnTo>
                  <a:lnTo>
                    <a:pt x="666" y="74"/>
                  </a:lnTo>
                  <a:lnTo>
                    <a:pt x="667" y="73"/>
                  </a:lnTo>
                  <a:lnTo>
                    <a:pt x="668" y="72"/>
                  </a:lnTo>
                  <a:lnTo>
                    <a:pt x="669" y="70"/>
                  </a:lnTo>
                  <a:lnTo>
                    <a:pt x="669" y="69"/>
                  </a:lnTo>
                  <a:lnTo>
                    <a:pt x="671" y="68"/>
                  </a:lnTo>
                  <a:lnTo>
                    <a:pt x="672" y="67"/>
                  </a:lnTo>
                  <a:lnTo>
                    <a:pt x="672" y="66"/>
                  </a:lnTo>
                  <a:lnTo>
                    <a:pt x="673" y="64"/>
                  </a:lnTo>
                  <a:lnTo>
                    <a:pt x="674" y="63"/>
                  </a:lnTo>
                  <a:lnTo>
                    <a:pt x="674" y="62"/>
                  </a:lnTo>
                  <a:lnTo>
                    <a:pt x="675" y="62"/>
                  </a:lnTo>
                  <a:lnTo>
                    <a:pt x="675" y="61"/>
                  </a:lnTo>
                  <a:lnTo>
                    <a:pt x="677" y="60"/>
                  </a:lnTo>
                  <a:lnTo>
                    <a:pt x="678" y="58"/>
                  </a:lnTo>
                  <a:lnTo>
                    <a:pt x="678" y="57"/>
                  </a:lnTo>
                  <a:lnTo>
                    <a:pt x="679" y="56"/>
                  </a:lnTo>
                  <a:lnTo>
                    <a:pt x="680" y="55"/>
                  </a:lnTo>
                  <a:lnTo>
                    <a:pt x="680" y="54"/>
                  </a:lnTo>
                  <a:lnTo>
                    <a:pt x="681" y="52"/>
                  </a:lnTo>
                  <a:lnTo>
                    <a:pt x="683" y="51"/>
                  </a:lnTo>
                  <a:lnTo>
                    <a:pt x="684" y="50"/>
                  </a:lnTo>
                  <a:lnTo>
                    <a:pt x="685" y="49"/>
                  </a:lnTo>
                  <a:lnTo>
                    <a:pt x="686" y="46"/>
                  </a:lnTo>
                  <a:lnTo>
                    <a:pt x="687" y="45"/>
                  </a:lnTo>
                  <a:lnTo>
                    <a:pt x="689" y="44"/>
                  </a:lnTo>
                  <a:lnTo>
                    <a:pt x="690" y="42"/>
                  </a:lnTo>
                  <a:lnTo>
                    <a:pt x="691" y="39"/>
                  </a:lnTo>
                  <a:lnTo>
                    <a:pt x="692" y="38"/>
                  </a:lnTo>
                  <a:lnTo>
                    <a:pt x="693" y="36"/>
                  </a:lnTo>
                  <a:lnTo>
                    <a:pt x="695" y="34"/>
                  </a:lnTo>
                  <a:lnTo>
                    <a:pt x="696" y="32"/>
                  </a:lnTo>
                  <a:lnTo>
                    <a:pt x="697" y="31"/>
                  </a:lnTo>
                  <a:lnTo>
                    <a:pt x="698" y="30"/>
                  </a:lnTo>
                  <a:lnTo>
                    <a:pt x="699" y="28"/>
                  </a:lnTo>
                  <a:lnTo>
                    <a:pt x="701" y="27"/>
                  </a:lnTo>
                  <a:lnTo>
                    <a:pt x="701" y="26"/>
                  </a:lnTo>
                  <a:lnTo>
                    <a:pt x="702" y="25"/>
                  </a:lnTo>
                  <a:lnTo>
                    <a:pt x="703" y="24"/>
                  </a:lnTo>
                  <a:lnTo>
                    <a:pt x="703" y="22"/>
                  </a:lnTo>
                  <a:lnTo>
                    <a:pt x="704" y="21"/>
                  </a:lnTo>
                  <a:lnTo>
                    <a:pt x="704" y="20"/>
                  </a:lnTo>
                  <a:lnTo>
                    <a:pt x="705" y="20"/>
                  </a:lnTo>
                  <a:lnTo>
                    <a:pt x="705" y="19"/>
                  </a:lnTo>
                  <a:lnTo>
                    <a:pt x="707" y="18"/>
                  </a:lnTo>
                  <a:lnTo>
                    <a:pt x="707" y="16"/>
                  </a:lnTo>
                  <a:lnTo>
                    <a:pt x="708" y="15"/>
                  </a:lnTo>
                  <a:lnTo>
                    <a:pt x="709" y="14"/>
                  </a:lnTo>
                  <a:lnTo>
                    <a:pt x="709" y="13"/>
                  </a:lnTo>
                  <a:lnTo>
                    <a:pt x="710" y="12"/>
                  </a:lnTo>
                  <a:lnTo>
                    <a:pt x="710" y="10"/>
                  </a:lnTo>
                  <a:lnTo>
                    <a:pt x="711" y="9"/>
                  </a:lnTo>
                  <a:lnTo>
                    <a:pt x="713" y="9"/>
                  </a:lnTo>
                  <a:lnTo>
                    <a:pt x="713" y="7"/>
                  </a:lnTo>
                  <a:lnTo>
                    <a:pt x="714" y="6"/>
                  </a:lnTo>
                  <a:lnTo>
                    <a:pt x="714" y="4"/>
                  </a:lnTo>
                  <a:lnTo>
                    <a:pt x="715" y="3"/>
                  </a:lnTo>
                  <a:lnTo>
                    <a:pt x="716" y="2"/>
                  </a:lnTo>
                  <a:lnTo>
                    <a:pt x="717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28" name="Freeform 218">
              <a:extLst>
                <a:ext uri="{FF2B5EF4-FFF2-40B4-BE49-F238E27FC236}">
                  <a16:creationId xmlns:a16="http://schemas.microsoft.com/office/drawing/2014/main" id="{7E471B1A-9EEC-4B3D-BDBC-347F61F31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088" y="5403850"/>
              <a:ext cx="66675" cy="228600"/>
            </a:xfrm>
            <a:custGeom>
              <a:avLst/>
              <a:gdLst>
                <a:gd name="T0" fmla="*/ 2147483646 w 85"/>
                <a:gd name="T1" fmla="*/ 2147483646 h 286"/>
                <a:gd name="T2" fmla="*/ 2147483646 w 85"/>
                <a:gd name="T3" fmla="*/ 2147483646 h 286"/>
                <a:gd name="T4" fmla="*/ 2147483646 w 85"/>
                <a:gd name="T5" fmla="*/ 2147483646 h 286"/>
                <a:gd name="T6" fmla="*/ 2147483646 w 85"/>
                <a:gd name="T7" fmla="*/ 2147483646 h 286"/>
                <a:gd name="T8" fmla="*/ 2147483646 w 85"/>
                <a:gd name="T9" fmla="*/ 2147483646 h 286"/>
                <a:gd name="T10" fmla="*/ 2147483646 w 85"/>
                <a:gd name="T11" fmla="*/ 2147483646 h 286"/>
                <a:gd name="T12" fmla="*/ 2147483646 w 85"/>
                <a:gd name="T13" fmla="*/ 2147483646 h 286"/>
                <a:gd name="T14" fmla="*/ 2147483646 w 85"/>
                <a:gd name="T15" fmla="*/ 2147483646 h 286"/>
                <a:gd name="T16" fmla="*/ 2147483646 w 85"/>
                <a:gd name="T17" fmla="*/ 2147483646 h 286"/>
                <a:gd name="T18" fmla="*/ 2147483646 w 85"/>
                <a:gd name="T19" fmla="*/ 2147483646 h 286"/>
                <a:gd name="T20" fmla="*/ 2147483646 w 85"/>
                <a:gd name="T21" fmla="*/ 2147483646 h 286"/>
                <a:gd name="T22" fmla="*/ 2147483646 w 85"/>
                <a:gd name="T23" fmla="*/ 2147483646 h 286"/>
                <a:gd name="T24" fmla="*/ 2147483646 w 85"/>
                <a:gd name="T25" fmla="*/ 2147483646 h 286"/>
                <a:gd name="T26" fmla="*/ 2147483646 w 85"/>
                <a:gd name="T27" fmla="*/ 2147483646 h 286"/>
                <a:gd name="T28" fmla="*/ 2147483646 w 85"/>
                <a:gd name="T29" fmla="*/ 2147483646 h 286"/>
                <a:gd name="T30" fmla="*/ 2147483646 w 85"/>
                <a:gd name="T31" fmla="*/ 2147483646 h 286"/>
                <a:gd name="T32" fmla="*/ 2147483646 w 85"/>
                <a:gd name="T33" fmla="*/ 2147483646 h 286"/>
                <a:gd name="T34" fmla="*/ 2147483646 w 85"/>
                <a:gd name="T35" fmla="*/ 2147483646 h 286"/>
                <a:gd name="T36" fmla="*/ 2147483646 w 85"/>
                <a:gd name="T37" fmla="*/ 2147483646 h 286"/>
                <a:gd name="T38" fmla="*/ 2147483646 w 85"/>
                <a:gd name="T39" fmla="*/ 2147483646 h 286"/>
                <a:gd name="T40" fmla="*/ 2147483646 w 85"/>
                <a:gd name="T41" fmla="*/ 2147483646 h 286"/>
                <a:gd name="T42" fmla="*/ 2147483646 w 85"/>
                <a:gd name="T43" fmla="*/ 2147483646 h 286"/>
                <a:gd name="T44" fmla="*/ 2147483646 w 85"/>
                <a:gd name="T45" fmla="*/ 2147483646 h 286"/>
                <a:gd name="T46" fmla="*/ 2147483646 w 85"/>
                <a:gd name="T47" fmla="*/ 2147483646 h 286"/>
                <a:gd name="T48" fmla="*/ 2147483646 w 85"/>
                <a:gd name="T49" fmla="*/ 2147483646 h 286"/>
                <a:gd name="T50" fmla="*/ 2147483646 w 85"/>
                <a:gd name="T51" fmla="*/ 2147483646 h 286"/>
                <a:gd name="T52" fmla="*/ 2147483646 w 85"/>
                <a:gd name="T53" fmla="*/ 2147483646 h 286"/>
                <a:gd name="T54" fmla="*/ 2147483646 w 85"/>
                <a:gd name="T55" fmla="*/ 2147483646 h 286"/>
                <a:gd name="T56" fmla="*/ 2147483646 w 85"/>
                <a:gd name="T57" fmla="*/ 2147483646 h 286"/>
                <a:gd name="T58" fmla="*/ 2147483646 w 85"/>
                <a:gd name="T59" fmla="*/ 2147483646 h 286"/>
                <a:gd name="T60" fmla="*/ 2147483646 w 85"/>
                <a:gd name="T61" fmla="*/ 2147483646 h 286"/>
                <a:gd name="T62" fmla="*/ 2147483646 w 85"/>
                <a:gd name="T63" fmla="*/ 2147483646 h 286"/>
                <a:gd name="T64" fmla="*/ 2147483646 w 85"/>
                <a:gd name="T65" fmla="*/ 2147483646 h 286"/>
                <a:gd name="T66" fmla="*/ 2147483646 w 85"/>
                <a:gd name="T67" fmla="*/ 2147483646 h 286"/>
                <a:gd name="T68" fmla="*/ 2147483646 w 85"/>
                <a:gd name="T69" fmla="*/ 2147483646 h 286"/>
                <a:gd name="T70" fmla="*/ 2147483646 w 85"/>
                <a:gd name="T71" fmla="*/ 2147483646 h 286"/>
                <a:gd name="T72" fmla="*/ 2147483646 w 85"/>
                <a:gd name="T73" fmla="*/ 2147483646 h 286"/>
                <a:gd name="T74" fmla="*/ 2147483646 w 85"/>
                <a:gd name="T75" fmla="*/ 2147483646 h 286"/>
                <a:gd name="T76" fmla="*/ 2147483646 w 85"/>
                <a:gd name="T77" fmla="*/ 2147483646 h 286"/>
                <a:gd name="T78" fmla="*/ 2147483646 w 85"/>
                <a:gd name="T79" fmla="*/ 2147483646 h 286"/>
                <a:gd name="T80" fmla="*/ 2147483646 w 85"/>
                <a:gd name="T81" fmla="*/ 2147483646 h 286"/>
                <a:gd name="T82" fmla="*/ 2147483646 w 85"/>
                <a:gd name="T83" fmla="*/ 2147483646 h 286"/>
                <a:gd name="T84" fmla="*/ 2147483646 w 85"/>
                <a:gd name="T85" fmla="*/ 2147483646 h 286"/>
                <a:gd name="T86" fmla="*/ 2147483646 w 85"/>
                <a:gd name="T87" fmla="*/ 2147483646 h 286"/>
                <a:gd name="T88" fmla="*/ 2147483646 w 85"/>
                <a:gd name="T89" fmla="*/ 2147483646 h 286"/>
                <a:gd name="T90" fmla="*/ 2147483646 w 85"/>
                <a:gd name="T91" fmla="*/ 2147483646 h 286"/>
                <a:gd name="T92" fmla="*/ 2147483646 w 85"/>
                <a:gd name="T93" fmla="*/ 2147483646 h 286"/>
                <a:gd name="T94" fmla="*/ 2147483646 w 85"/>
                <a:gd name="T95" fmla="*/ 2147483646 h 286"/>
                <a:gd name="T96" fmla="*/ 2147483646 w 85"/>
                <a:gd name="T97" fmla="*/ 2147483646 h 286"/>
                <a:gd name="T98" fmla="*/ 2147483646 w 85"/>
                <a:gd name="T99" fmla="*/ 2147483646 h 286"/>
                <a:gd name="T100" fmla="*/ 2147483646 w 85"/>
                <a:gd name="T101" fmla="*/ 2147483646 h 286"/>
                <a:gd name="T102" fmla="*/ 2147483646 w 85"/>
                <a:gd name="T103" fmla="*/ 2147483646 h 286"/>
                <a:gd name="T104" fmla="*/ 2147483646 w 85"/>
                <a:gd name="T105" fmla="*/ 2147483646 h 286"/>
                <a:gd name="T106" fmla="*/ 2147483646 w 85"/>
                <a:gd name="T107" fmla="*/ 2147483646 h 286"/>
                <a:gd name="T108" fmla="*/ 2147483646 w 85"/>
                <a:gd name="T109" fmla="*/ 2147483646 h 286"/>
                <a:gd name="T110" fmla="*/ 2147483646 w 85"/>
                <a:gd name="T111" fmla="*/ 2147483646 h 286"/>
                <a:gd name="T112" fmla="*/ 2147483646 w 85"/>
                <a:gd name="T113" fmla="*/ 2147483646 h 2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" h="286">
                  <a:moveTo>
                    <a:pt x="0" y="0"/>
                  </a:moveTo>
                  <a:lnTo>
                    <a:pt x="1" y="2"/>
                  </a:lnTo>
                  <a:lnTo>
                    <a:pt x="3" y="6"/>
                  </a:lnTo>
                  <a:lnTo>
                    <a:pt x="4" y="8"/>
                  </a:lnTo>
                  <a:lnTo>
                    <a:pt x="6" y="11"/>
                  </a:lnTo>
                  <a:lnTo>
                    <a:pt x="7" y="13"/>
                  </a:lnTo>
                  <a:lnTo>
                    <a:pt x="9" y="16"/>
                  </a:lnTo>
                  <a:lnTo>
                    <a:pt x="10" y="18"/>
                  </a:lnTo>
                  <a:lnTo>
                    <a:pt x="10" y="20"/>
                  </a:lnTo>
                  <a:lnTo>
                    <a:pt x="12" y="22"/>
                  </a:lnTo>
                  <a:lnTo>
                    <a:pt x="13" y="24"/>
                  </a:lnTo>
                  <a:lnTo>
                    <a:pt x="14" y="25"/>
                  </a:lnTo>
                  <a:lnTo>
                    <a:pt x="15" y="26"/>
                  </a:lnTo>
                  <a:lnTo>
                    <a:pt x="15" y="28"/>
                  </a:lnTo>
                  <a:lnTo>
                    <a:pt x="16" y="30"/>
                  </a:lnTo>
                  <a:lnTo>
                    <a:pt x="16" y="31"/>
                  </a:lnTo>
                  <a:lnTo>
                    <a:pt x="18" y="32"/>
                  </a:lnTo>
                  <a:lnTo>
                    <a:pt x="19" y="34"/>
                  </a:lnTo>
                  <a:lnTo>
                    <a:pt x="19" y="35"/>
                  </a:lnTo>
                  <a:lnTo>
                    <a:pt x="19" y="36"/>
                  </a:lnTo>
                  <a:lnTo>
                    <a:pt x="20" y="37"/>
                  </a:lnTo>
                  <a:lnTo>
                    <a:pt x="21" y="38"/>
                  </a:lnTo>
                  <a:lnTo>
                    <a:pt x="21" y="40"/>
                  </a:lnTo>
                  <a:lnTo>
                    <a:pt x="22" y="41"/>
                  </a:lnTo>
                  <a:lnTo>
                    <a:pt x="22" y="42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4" y="46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6" y="50"/>
                  </a:lnTo>
                  <a:lnTo>
                    <a:pt x="26" y="52"/>
                  </a:lnTo>
                  <a:lnTo>
                    <a:pt x="27" y="54"/>
                  </a:lnTo>
                  <a:lnTo>
                    <a:pt x="28" y="55"/>
                  </a:lnTo>
                  <a:lnTo>
                    <a:pt x="28" y="56"/>
                  </a:lnTo>
                  <a:lnTo>
                    <a:pt x="30" y="58"/>
                  </a:lnTo>
                  <a:lnTo>
                    <a:pt x="30" y="59"/>
                  </a:lnTo>
                  <a:lnTo>
                    <a:pt x="30" y="61"/>
                  </a:lnTo>
                  <a:lnTo>
                    <a:pt x="31" y="61"/>
                  </a:lnTo>
                  <a:lnTo>
                    <a:pt x="31" y="62"/>
                  </a:lnTo>
                  <a:lnTo>
                    <a:pt x="32" y="64"/>
                  </a:lnTo>
                  <a:lnTo>
                    <a:pt x="32" y="65"/>
                  </a:lnTo>
                  <a:lnTo>
                    <a:pt x="32" y="66"/>
                  </a:lnTo>
                  <a:lnTo>
                    <a:pt x="33" y="67"/>
                  </a:lnTo>
                  <a:lnTo>
                    <a:pt x="33" y="68"/>
                  </a:lnTo>
                  <a:lnTo>
                    <a:pt x="33" y="70"/>
                  </a:lnTo>
                  <a:lnTo>
                    <a:pt x="34" y="71"/>
                  </a:lnTo>
                  <a:lnTo>
                    <a:pt x="34" y="72"/>
                  </a:lnTo>
                  <a:lnTo>
                    <a:pt x="36" y="73"/>
                  </a:lnTo>
                  <a:lnTo>
                    <a:pt x="36" y="74"/>
                  </a:lnTo>
                  <a:lnTo>
                    <a:pt x="36" y="76"/>
                  </a:lnTo>
                  <a:lnTo>
                    <a:pt x="37" y="77"/>
                  </a:lnTo>
                  <a:lnTo>
                    <a:pt x="37" y="78"/>
                  </a:lnTo>
                  <a:lnTo>
                    <a:pt x="37" y="79"/>
                  </a:lnTo>
                  <a:lnTo>
                    <a:pt x="38" y="80"/>
                  </a:lnTo>
                  <a:lnTo>
                    <a:pt x="38" y="82"/>
                  </a:lnTo>
                  <a:lnTo>
                    <a:pt x="39" y="83"/>
                  </a:lnTo>
                  <a:lnTo>
                    <a:pt x="39" y="84"/>
                  </a:lnTo>
                  <a:lnTo>
                    <a:pt x="40" y="86"/>
                  </a:lnTo>
                  <a:lnTo>
                    <a:pt x="40" y="88"/>
                  </a:lnTo>
                  <a:lnTo>
                    <a:pt x="42" y="90"/>
                  </a:lnTo>
                  <a:lnTo>
                    <a:pt x="42" y="91"/>
                  </a:lnTo>
                  <a:lnTo>
                    <a:pt x="43" y="94"/>
                  </a:lnTo>
                  <a:lnTo>
                    <a:pt x="44" y="96"/>
                  </a:lnTo>
                  <a:lnTo>
                    <a:pt x="44" y="97"/>
                  </a:lnTo>
                  <a:lnTo>
                    <a:pt x="45" y="98"/>
                  </a:lnTo>
                  <a:lnTo>
                    <a:pt x="45" y="101"/>
                  </a:lnTo>
                  <a:lnTo>
                    <a:pt x="46" y="102"/>
                  </a:lnTo>
                  <a:lnTo>
                    <a:pt x="46" y="103"/>
                  </a:lnTo>
                  <a:lnTo>
                    <a:pt x="48" y="104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9" y="108"/>
                  </a:lnTo>
                  <a:lnTo>
                    <a:pt x="49" y="109"/>
                  </a:lnTo>
                  <a:lnTo>
                    <a:pt x="49" y="110"/>
                  </a:lnTo>
                  <a:lnTo>
                    <a:pt x="50" y="112"/>
                  </a:lnTo>
                  <a:lnTo>
                    <a:pt x="50" y="113"/>
                  </a:lnTo>
                  <a:lnTo>
                    <a:pt x="50" y="114"/>
                  </a:lnTo>
                  <a:lnTo>
                    <a:pt x="51" y="114"/>
                  </a:lnTo>
                  <a:lnTo>
                    <a:pt x="51" y="115"/>
                  </a:lnTo>
                  <a:lnTo>
                    <a:pt x="51" y="116"/>
                  </a:lnTo>
                  <a:lnTo>
                    <a:pt x="51" y="118"/>
                  </a:lnTo>
                  <a:lnTo>
                    <a:pt x="52" y="119"/>
                  </a:lnTo>
                  <a:lnTo>
                    <a:pt x="52" y="120"/>
                  </a:lnTo>
                  <a:lnTo>
                    <a:pt x="52" y="121"/>
                  </a:lnTo>
                  <a:lnTo>
                    <a:pt x="54" y="122"/>
                  </a:lnTo>
                  <a:lnTo>
                    <a:pt x="54" y="124"/>
                  </a:lnTo>
                  <a:lnTo>
                    <a:pt x="54" y="125"/>
                  </a:lnTo>
                  <a:lnTo>
                    <a:pt x="55" y="126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7" y="133"/>
                  </a:lnTo>
                  <a:lnTo>
                    <a:pt x="57" y="136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40"/>
                  </a:lnTo>
                  <a:lnTo>
                    <a:pt x="60" y="143"/>
                  </a:lnTo>
                  <a:lnTo>
                    <a:pt x="60" y="144"/>
                  </a:lnTo>
                  <a:lnTo>
                    <a:pt x="61" y="145"/>
                  </a:lnTo>
                  <a:lnTo>
                    <a:pt x="61" y="146"/>
                  </a:lnTo>
                  <a:lnTo>
                    <a:pt x="61" y="149"/>
                  </a:lnTo>
                  <a:lnTo>
                    <a:pt x="62" y="150"/>
                  </a:lnTo>
                  <a:lnTo>
                    <a:pt x="62" y="151"/>
                  </a:lnTo>
                  <a:lnTo>
                    <a:pt x="63" y="152"/>
                  </a:lnTo>
                  <a:lnTo>
                    <a:pt x="63" y="154"/>
                  </a:lnTo>
                  <a:lnTo>
                    <a:pt x="63" y="155"/>
                  </a:lnTo>
                  <a:lnTo>
                    <a:pt x="63" y="156"/>
                  </a:lnTo>
                  <a:lnTo>
                    <a:pt x="64" y="157"/>
                  </a:lnTo>
                  <a:lnTo>
                    <a:pt x="64" y="158"/>
                  </a:lnTo>
                  <a:lnTo>
                    <a:pt x="64" y="160"/>
                  </a:lnTo>
                  <a:lnTo>
                    <a:pt x="66" y="161"/>
                  </a:lnTo>
                  <a:lnTo>
                    <a:pt x="66" y="162"/>
                  </a:lnTo>
                  <a:lnTo>
                    <a:pt x="66" y="163"/>
                  </a:lnTo>
                  <a:lnTo>
                    <a:pt x="67" y="164"/>
                  </a:lnTo>
                  <a:lnTo>
                    <a:pt x="67" y="166"/>
                  </a:lnTo>
                  <a:lnTo>
                    <a:pt x="67" y="167"/>
                  </a:lnTo>
                  <a:lnTo>
                    <a:pt x="68" y="168"/>
                  </a:lnTo>
                  <a:lnTo>
                    <a:pt x="68" y="170"/>
                  </a:lnTo>
                  <a:lnTo>
                    <a:pt x="68" y="172"/>
                  </a:lnTo>
                  <a:lnTo>
                    <a:pt x="69" y="173"/>
                  </a:lnTo>
                  <a:lnTo>
                    <a:pt x="69" y="175"/>
                  </a:lnTo>
                  <a:lnTo>
                    <a:pt x="70" y="176"/>
                  </a:lnTo>
                  <a:lnTo>
                    <a:pt x="70" y="179"/>
                  </a:lnTo>
                  <a:lnTo>
                    <a:pt x="72" y="181"/>
                  </a:lnTo>
                  <a:lnTo>
                    <a:pt x="72" y="182"/>
                  </a:lnTo>
                  <a:lnTo>
                    <a:pt x="73" y="185"/>
                  </a:lnTo>
                  <a:lnTo>
                    <a:pt x="73" y="186"/>
                  </a:lnTo>
                  <a:lnTo>
                    <a:pt x="74" y="187"/>
                  </a:lnTo>
                  <a:lnTo>
                    <a:pt x="74" y="188"/>
                  </a:lnTo>
                  <a:lnTo>
                    <a:pt x="74" y="191"/>
                  </a:lnTo>
                  <a:lnTo>
                    <a:pt x="75" y="192"/>
                  </a:lnTo>
                  <a:lnTo>
                    <a:pt x="75" y="193"/>
                  </a:lnTo>
                  <a:lnTo>
                    <a:pt x="75" y="194"/>
                  </a:lnTo>
                  <a:lnTo>
                    <a:pt x="75" y="196"/>
                  </a:lnTo>
                  <a:lnTo>
                    <a:pt x="76" y="196"/>
                  </a:lnTo>
                  <a:lnTo>
                    <a:pt x="76" y="197"/>
                  </a:lnTo>
                  <a:lnTo>
                    <a:pt x="76" y="198"/>
                  </a:lnTo>
                  <a:lnTo>
                    <a:pt x="76" y="199"/>
                  </a:lnTo>
                  <a:lnTo>
                    <a:pt x="76" y="200"/>
                  </a:lnTo>
                  <a:lnTo>
                    <a:pt x="78" y="202"/>
                  </a:lnTo>
                  <a:lnTo>
                    <a:pt x="78" y="203"/>
                  </a:lnTo>
                  <a:lnTo>
                    <a:pt x="78" y="204"/>
                  </a:lnTo>
                  <a:lnTo>
                    <a:pt x="78" y="205"/>
                  </a:lnTo>
                  <a:lnTo>
                    <a:pt x="78" y="206"/>
                  </a:lnTo>
                  <a:lnTo>
                    <a:pt x="78" y="208"/>
                  </a:lnTo>
                  <a:lnTo>
                    <a:pt x="78" y="209"/>
                  </a:lnTo>
                  <a:lnTo>
                    <a:pt x="79" y="210"/>
                  </a:lnTo>
                  <a:lnTo>
                    <a:pt x="79" y="211"/>
                  </a:lnTo>
                  <a:lnTo>
                    <a:pt x="79" y="214"/>
                  </a:lnTo>
                  <a:lnTo>
                    <a:pt x="79" y="215"/>
                  </a:lnTo>
                  <a:lnTo>
                    <a:pt x="79" y="216"/>
                  </a:lnTo>
                  <a:lnTo>
                    <a:pt x="79" y="217"/>
                  </a:lnTo>
                  <a:lnTo>
                    <a:pt x="79" y="220"/>
                  </a:lnTo>
                  <a:lnTo>
                    <a:pt x="79" y="221"/>
                  </a:lnTo>
                  <a:lnTo>
                    <a:pt x="79" y="223"/>
                  </a:lnTo>
                  <a:lnTo>
                    <a:pt x="80" y="224"/>
                  </a:lnTo>
                  <a:lnTo>
                    <a:pt x="80" y="226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9"/>
                  </a:lnTo>
                  <a:lnTo>
                    <a:pt x="80" y="230"/>
                  </a:lnTo>
                  <a:lnTo>
                    <a:pt x="80" y="232"/>
                  </a:lnTo>
                  <a:lnTo>
                    <a:pt x="80" y="233"/>
                  </a:lnTo>
                  <a:lnTo>
                    <a:pt x="80" y="234"/>
                  </a:lnTo>
                  <a:lnTo>
                    <a:pt x="80" y="235"/>
                  </a:lnTo>
                  <a:lnTo>
                    <a:pt x="80" y="236"/>
                  </a:lnTo>
                  <a:lnTo>
                    <a:pt x="81" y="238"/>
                  </a:lnTo>
                  <a:lnTo>
                    <a:pt x="81" y="239"/>
                  </a:lnTo>
                  <a:lnTo>
                    <a:pt x="81" y="240"/>
                  </a:lnTo>
                  <a:lnTo>
                    <a:pt x="81" y="241"/>
                  </a:lnTo>
                  <a:lnTo>
                    <a:pt x="81" y="242"/>
                  </a:lnTo>
                  <a:lnTo>
                    <a:pt x="81" y="244"/>
                  </a:lnTo>
                  <a:lnTo>
                    <a:pt x="82" y="245"/>
                  </a:lnTo>
                  <a:lnTo>
                    <a:pt x="82" y="246"/>
                  </a:lnTo>
                  <a:lnTo>
                    <a:pt x="82" y="247"/>
                  </a:lnTo>
                  <a:lnTo>
                    <a:pt x="82" y="248"/>
                  </a:lnTo>
                  <a:lnTo>
                    <a:pt x="82" y="250"/>
                  </a:lnTo>
                  <a:lnTo>
                    <a:pt x="82" y="251"/>
                  </a:lnTo>
                  <a:lnTo>
                    <a:pt x="84" y="251"/>
                  </a:lnTo>
                  <a:lnTo>
                    <a:pt x="84" y="252"/>
                  </a:lnTo>
                  <a:lnTo>
                    <a:pt x="84" y="253"/>
                  </a:lnTo>
                  <a:lnTo>
                    <a:pt x="84" y="254"/>
                  </a:lnTo>
                  <a:lnTo>
                    <a:pt x="84" y="256"/>
                  </a:lnTo>
                  <a:lnTo>
                    <a:pt x="85" y="257"/>
                  </a:lnTo>
                  <a:lnTo>
                    <a:pt x="85" y="258"/>
                  </a:lnTo>
                  <a:lnTo>
                    <a:pt x="85" y="259"/>
                  </a:lnTo>
                  <a:lnTo>
                    <a:pt x="85" y="260"/>
                  </a:lnTo>
                  <a:lnTo>
                    <a:pt x="85" y="262"/>
                  </a:lnTo>
                  <a:lnTo>
                    <a:pt x="85" y="263"/>
                  </a:lnTo>
                  <a:lnTo>
                    <a:pt x="85" y="264"/>
                  </a:lnTo>
                  <a:lnTo>
                    <a:pt x="85" y="265"/>
                  </a:lnTo>
                  <a:lnTo>
                    <a:pt x="85" y="266"/>
                  </a:lnTo>
                  <a:lnTo>
                    <a:pt x="85" y="268"/>
                  </a:lnTo>
                  <a:lnTo>
                    <a:pt x="85" y="269"/>
                  </a:lnTo>
                  <a:lnTo>
                    <a:pt x="85" y="270"/>
                  </a:lnTo>
                  <a:lnTo>
                    <a:pt x="85" y="271"/>
                  </a:lnTo>
                  <a:lnTo>
                    <a:pt x="85" y="272"/>
                  </a:lnTo>
                  <a:lnTo>
                    <a:pt x="85" y="274"/>
                  </a:lnTo>
                  <a:lnTo>
                    <a:pt x="84" y="276"/>
                  </a:lnTo>
                  <a:lnTo>
                    <a:pt x="84" y="277"/>
                  </a:lnTo>
                  <a:lnTo>
                    <a:pt x="84" y="280"/>
                  </a:lnTo>
                  <a:lnTo>
                    <a:pt x="84" y="282"/>
                  </a:lnTo>
                  <a:lnTo>
                    <a:pt x="84" y="283"/>
                  </a:lnTo>
                  <a:lnTo>
                    <a:pt x="84" y="28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29" name="Freeform 219">
              <a:extLst>
                <a:ext uri="{FF2B5EF4-FFF2-40B4-BE49-F238E27FC236}">
                  <a16:creationId xmlns:a16="http://schemas.microsoft.com/office/drawing/2014/main" id="{20E55C80-347D-41D3-B5C8-33690686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088" y="5629275"/>
              <a:ext cx="66675" cy="228600"/>
            </a:xfrm>
            <a:custGeom>
              <a:avLst/>
              <a:gdLst>
                <a:gd name="T0" fmla="*/ 2147483646 w 85"/>
                <a:gd name="T1" fmla="*/ 2147483646 h 287"/>
                <a:gd name="T2" fmla="*/ 2147483646 w 85"/>
                <a:gd name="T3" fmla="*/ 2147483646 h 287"/>
                <a:gd name="T4" fmla="*/ 2147483646 w 85"/>
                <a:gd name="T5" fmla="*/ 2147483646 h 287"/>
                <a:gd name="T6" fmla="*/ 2147483646 w 85"/>
                <a:gd name="T7" fmla="*/ 2147483646 h 287"/>
                <a:gd name="T8" fmla="*/ 2147483646 w 85"/>
                <a:gd name="T9" fmla="*/ 2147483646 h 287"/>
                <a:gd name="T10" fmla="*/ 2147483646 w 85"/>
                <a:gd name="T11" fmla="*/ 2147483646 h 287"/>
                <a:gd name="T12" fmla="*/ 2147483646 w 85"/>
                <a:gd name="T13" fmla="*/ 2147483646 h 287"/>
                <a:gd name="T14" fmla="*/ 2147483646 w 85"/>
                <a:gd name="T15" fmla="*/ 2147483646 h 287"/>
                <a:gd name="T16" fmla="*/ 2147483646 w 85"/>
                <a:gd name="T17" fmla="*/ 2147483646 h 287"/>
                <a:gd name="T18" fmla="*/ 2147483646 w 85"/>
                <a:gd name="T19" fmla="*/ 2147483646 h 287"/>
                <a:gd name="T20" fmla="*/ 2147483646 w 85"/>
                <a:gd name="T21" fmla="*/ 2147483646 h 287"/>
                <a:gd name="T22" fmla="*/ 2147483646 w 85"/>
                <a:gd name="T23" fmla="*/ 2147483646 h 287"/>
                <a:gd name="T24" fmla="*/ 2147483646 w 85"/>
                <a:gd name="T25" fmla="*/ 2147483646 h 287"/>
                <a:gd name="T26" fmla="*/ 2147483646 w 85"/>
                <a:gd name="T27" fmla="*/ 2147483646 h 287"/>
                <a:gd name="T28" fmla="*/ 2147483646 w 85"/>
                <a:gd name="T29" fmla="*/ 2147483646 h 287"/>
                <a:gd name="T30" fmla="*/ 2147483646 w 85"/>
                <a:gd name="T31" fmla="*/ 2147483646 h 287"/>
                <a:gd name="T32" fmla="*/ 2147483646 w 85"/>
                <a:gd name="T33" fmla="*/ 2147483646 h 287"/>
                <a:gd name="T34" fmla="*/ 2147483646 w 85"/>
                <a:gd name="T35" fmla="*/ 2147483646 h 287"/>
                <a:gd name="T36" fmla="*/ 2147483646 w 85"/>
                <a:gd name="T37" fmla="*/ 2147483646 h 287"/>
                <a:gd name="T38" fmla="*/ 2147483646 w 85"/>
                <a:gd name="T39" fmla="*/ 2147483646 h 287"/>
                <a:gd name="T40" fmla="*/ 2147483646 w 85"/>
                <a:gd name="T41" fmla="*/ 2147483646 h 287"/>
                <a:gd name="T42" fmla="*/ 2147483646 w 85"/>
                <a:gd name="T43" fmla="*/ 2147483646 h 287"/>
                <a:gd name="T44" fmla="*/ 2147483646 w 85"/>
                <a:gd name="T45" fmla="*/ 2147483646 h 287"/>
                <a:gd name="T46" fmla="*/ 2147483646 w 85"/>
                <a:gd name="T47" fmla="*/ 2147483646 h 287"/>
                <a:gd name="T48" fmla="*/ 2147483646 w 85"/>
                <a:gd name="T49" fmla="*/ 2147483646 h 287"/>
                <a:gd name="T50" fmla="*/ 2147483646 w 85"/>
                <a:gd name="T51" fmla="*/ 2147483646 h 287"/>
                <a:gd name="T52" fmla="*/ 2147483646 w 85"/>
                <a:gd name="T53" fmla="*/ 2147483646 h 287"/>
                <a:gd name="T54" fmla="*/ 2147483646 w 85"/>
                <a:gd name="T55" fmla="*/ 2147483646 h 287"/>
                <a:gd name="T56" fmla="*/ 2147483646 w 85"/>
                <a:gd name="T57" fmla="*/ 2147483646 h 287"/>
                <a:gd name="T58" fmla="*/ 2147483646 w 85"/>
                <a:gd name="T59" fmla="*/ 2147483646 h 287"/>
                <a:gd name="T60" fmla="*/ 2147483646 w 85"/>
                <a:gd name="T61" fmla="*/ 2147483646 h 287"/>
                <a:gd name="T62" fmla="*/ 2147483646 w 85"/>
                <a:gd name="T63" fmla="*/ 2147483646 h 287"/>
                <a:gd name="T64" fmla="*/ 2147483646 w 85"/>
                <a:gd name="T65" fmla="*/ 2147483646 h 287"/>
                <a:gd name="T66" fmla="*/ 2147483646 w 85"/>
                <a:gd name="T67" fmla="*/ 2147483646 h 287"/>
                <a:gd name="T68" fmla="*/ 2147483646 w 85"/>
                <a:gd name="T69" fmla="*/ 2147483646 h 287"/>
                <a:gd name="T70" fmla="*/ 2147483646 w 85"/>
                <a:gd name="T71" fmla="*/ 2147483646 h 287"/>
                <a:gd name="T72" fmla="*/ 2147483646 w 85"/>
                <a:gd name="T73" fmla="*/ 2147483646 h 287"/>
                <a:gd name="T74" fmla="*/ 2147483646 w 85"/>
                <a:gd name="T75" fmla="*/ 2147483646 h 287"/>
                <a:gd name="T76" fmla="*/ 2147483646 w 85"/>
                <a:gd name="T77" fmla="*/ 2147483646 h 287"/>
                <a:gd name="T78" fmla="*/ 2147483646 w 85"/>
                <a:gd name="T79" fmla="*/ 2147483646 h 287"/>
                <a:gd name="T80" fmla="*/ 2147483646 w 85"/>
                <a:gd name="T81" fmla="*/ 2147483646 h 287"/>
                <a:gd name="T82" fmla="*/ 2147483646 w 85"/>
                <a:gd name="T83" fmla="*/ 2147483646 h 287"/>
                <a:gd name="T84" fmla="*/ 2147483646 w 85"/>
                <a:gd name="T85" fmla="*/ 2147483646 h 287"/>
                <a:gd name="T86" fmla="*/ 2147483646 w 85"/>
                <a:gd name="T87" fmla="*/ 2147483646 h 287"/>
                <a:gd name="T88" fmla="*/ 2147483646 w 85"/>
                <a:gd name="T89" fmla="*/ 2147483646 h 287"/>
                <a:gd name="T90" fmla="*/ 2147483646 w 85"/>
                <a:gd name="T91" fmla="*/ 2147483646 h 287"/>
                <a:gd name="T92" fmla="*/ 2147483646 w 85"/>
                <a:gd name="T93" fmla="*/ 2147483646 h 287"/>
                <a:gd name="T94" fmla="*/ 2147483646 w 85"/>
                <a:gd name="T95" fmla="*/ 2147483646 h 287"/>
                <a:gd name="T96" fmla="*/ 2147483646 w 85"/>
                <a:gd name="T97" fmla="*/ 2147483646 h 287"/>
                <a:gd name="T98" fmla="*/ 2147483646 w 85"/>
                <a:gd name="T99" fmla="*/ 2147483646 h 287"/>
                <a:gd name="T100" fmla="*/ 2147483646 w 85"/>
                <a:gd name="T101" fmla="*/ 2147483646 h 287"/>
                <a:gd name="T102" fmla="*/ 2147483646 w 85"/>
                <a:gd name="T103" fmla="*/ 2147483646 h 287"/>
                <a:gd name="T104" fmla="*/ 2147483646 w 85"/>
                <a:gd name="T105" fmla="*/ 2147483646 h 287"/>
                <a:gd name="T106" fmla="*/ 2147483646 w 85"/>
                <a:gd name="T107" fmla="*/ 2147483646 h 287"/>
                <a:gd name="T108" fmla="*/ 2147483646 w 85"/>
                <a:gd name="T109" fmla="*/ 2147483646 h 287"/>
                <a:gd name="T110" fmla="*/ 2147483646 w 85"/>
                <a:gd name="T111" fmla="*/ 2147483646 h 287"/>
                <a:gd name="T112" fmla="*/ 2147483646 w 85"/>
                <a:gd name="T113" fmla="*/ 2147483646 h 2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" h="287">
                  <a:moveTo>
                    <a:pt x="0" y="287"/>
                  </a:moveTo>
                  <a:lnTo>
                    <a:pt x="1" y="284"/>
                  </a:lnTo>
                  <a:lnTo>
                    <a:pt x="3" y="281"/>
                  </a:lnTo>
                  <a:lnTo>
                    <a:pt x="4" y="278"/>
                  </a:lnTo>
                  <a:lnTo>
                    <a:pt x="6" y="275"/>
                  </a:lnTo>
                  <a:lnTo>
                    <a:pt x="7" y="273"/>
                  </a:lnTo>
                  <a:lnTo>
                    <a:pt x="9" y="270"/>
                  </a:lnTo>
                  <a:lnTo>
                    <a:pt x="10" y="269"/>
                  </a:lnTo>
                  <a:lnTo>
                    <a:pt x="10" y="267"/>
                  </a:lnTo>
                  <a:lnTo>
                    <a:pt x="12" y="264"/>
                  </a:lnTo>
                  <a:lnTo>
                    <a:pt x="13" y="263"/>
                  </a:lnTo>
                  <a:lnTo>
                    <a:pt x="14" y="262"/>
                  </a:lnTo>
                  <a:lnTo>
                    <a:pt x="15" y="260"/>
                  </a:lnTo>
                  <a:lnTo>
                    <a:pt x="15" y="258"/>
                  </a:lnTo>
                  <a:lnTo>
                    <a:pt x="16" y="257"/>
                  </a:lnTo>
                  <a:lnTo>
                    <a:pt x="16" y="256"/>
                  </a:lnTo>
                  <a:lnTo>
                    <a:pt x="18" y="255"/>
                  </a:lnTo>
                  <a:lnTo>
                    <a:pt x="19" y="254"/>
                  </a:lnTo>
                  <a:lnTo>
                    <a:pt x="19" y="252"/>
                  </a:lnTo>
                  <a:lnTo>
                    <a:pt x="19" y="251"/>
                  </a:lnTo>
                  <a:lnTo>
                    <a:pt x="20" y="250"/>
                  </a:lnTo>
                  <a:lnTo>
                    <a:pt x="20" y="249"/>
                  </a:lnTo>
                  <a:lnTo>
                    <a:pt x="21" y="248"/>
                  </a:lnTo>
                  <a:lnTo>
                    <a:pt x="21" y="246"/>
                  </a:lnTo>
                  <a:lnTo>
                    <a:pt x="22" y="245"/>
                  </a:lnTo>
                  <a:lnTo>
                    <a:pt x="22" y="244"/>
                  </a:lnTo>
                  <a:lnTo>
                    <a:pt x="24" y="243"/>
                  </a:lnTo>
                  <a:lnTo>
                    <a:pt x="24" y="242"/>
                  </a:lnTo>
                  <a:lnTo>
                    <a:pt x="24" y="240"/>
                  </a:lnTo>
                  <a:lnTo>
                    <a:pt x="25" y="239"/>
                  </a:lnTo>
                  <a:lnTo>
                    <a:pt x="25" y="238"/>
                  </a:lnTo>
                  <a:lnTo>
                    <a:pt x="26" y="236"/>
                  </a:lnTo>
                  <a:lnTo>
                    <a:pt x="26" y="234"/>
                  </a:lnTo>
                  <a:lnTo>
                    <a:pt x="27" y="233"/>
                  </a:lnTo>
                  <a:lnTo>
                    <a:pt x="28" y="231"/>
                  </a:lnTo>
                  <a:lnTo>
                    <a:pt x="28" y="230"/>
                  </a:lnTo>
                  <a:lnTo>
                    <a:pt x="30" y="228"/>
                  </a:lnTo>
                  <a:lnTo>
                    <a:pt x="30" y="227"/>
                  </a:lnTo>
                  <a:lnTo>
                    <a:pt x="30" y="226"/>
                  </a:lnTo>
                  <a:lnTo>
                    <a:pt x="31" y="225"/>
                  </a:lnTo>
                  <a:lnTo>
                    <a:pt x="31" y="224"/>
                  </a:lnTo>
                  <a:lnTo>
                    <a:pt x="32" y="222"/>
                  </a:lnTo>
                  <a:lnTo>
                    <a:pt x="32" y="221"/>
                  </a:lnTo>
                  <a:lnTo>
                    <a:pt x="33" y="220"/>
                  </a:lnTo>
                  <a:lnTo>
                    <a:pt x="33" y="219"/>
                  </a:lnTo>
                  <a:lnTo>
                    <a:pt x="33" y="218"/>
                  </a:lnTo>
                  <a:lnTo>
                    <a:pt x="33" y="216"/>
                  </a:lnTo>
                  <a:lnTo>
                    <a:pt x="34" y="216"/>
                  </a:lnTo>
                  <a:lnTo>
                    <a:pt x="34" y="215"/>
                  </a:lnTo>
                  <a:lnTo>
                    <a:pt x="34" y="214"/>
                  </a:lnTo>
                  <a:lnTo>
                    <a:pt x="36" y="213"/>
                  </a:lnTo>
                  <a:lnTo>
                    <a:pt x="36" y="212"/>
                  </a:lnTo>
                  <a:lnTo>
                    <a:pt x="37" y="210"/>
                  </a:lnTo>
                  <a:lnTo>
                    <a:pt x="37" y="209"/>
                  </a:lnTo>
                  <a:lnTo>
                    <a:pt x="37" y="208"/>
                  </a:lnTo>
                  <a:lnTo>
                    <a:pt x="38" y="207"/>
                  </a:lnTo>
                  <a:lnTo>
                    <a:pt x="38" y="204"/>
                  </a:lnTo>
                  <a:lnTo>
                    <a:pt x="39" y="203"/>
                  </a:lnTo>
                  <a:lnTo>
                    <a:pt x="39" y="202"/>
                  </a:lnTo>
                  <a:lnTo>
                    <a:pt x="40" y="201"/>
                  </a:lnTo>
                  <a:lnTo>
                    <a:pt x="40" y="198"/>
                  </a:lnTo>
                  <a:lnTo>
                    <a:pt x="42" y="197"/>
                  </a:lnTo>
                  <a:lnTo>
                    <a:pt x="42" y="195"/>
                  </a:lnTo>
                  <a:lnTo>
                    <a:pt x="43" y="192"/>
                  </a:lnTo>
                  <a:lnTo>
                    <a:pt x="44" y="191"/>
                  </a:lnTo>
                  <a:lnTo>
                    <a:pt x="44" y="189"/>
                  </a:lnTo>
                  <a:lnTo>
                    <a:pt x="45" y="188"/>
                  </a:lnTo>
                  <a:lnTo>
                    <a:pt x="45" y="186"/>
                  </a:lnTo>
                  <a:lnTo>
                    <a:pt x="46" y="184"/>
                  </a:lnTo>
                  <a:lnTo>
                    <a:pt x="46" y="183"/>
                  </a:lnTo>
                  <a:lnTo>
                    <a:pt x="48" y="182"/>
                  </a:lnTo>
                  <a:lnTo>
                    <a:pt x="48" y="180"/>
                  </a:lnTo>
                  <a:lnTo>
                    <a:pt x="48" y="179"/>
                  </a:lnTo>
                  <a:lnTo>
                    <a:pt x="49" y="178"/>
                  </a:lnTo>
                  <a:lnTo>
                    <a:pt x="49" y="177"/>
                  </a:lnTo>
                  <a:lnTo>
                    <a:pt x="49" y="176"/>
                  </a:lnTo>
                  <a:lnTo>
                    <a:pt x="50" y="176"/>
                  </a:lnTo>
                  <a:lnTo>
                    <a:pt x="50" y="174"/>
                  </a:lnTo>
                  <a:lnTo>
                    <a:pt x="50" y="173"/>
                  </a:lnTo>
                  <a:lnTo>
                    <a:pt x="51" y="172"/>
                  </a:lnTo>
                  <a:lnTo>
                    <a:pt x="51" y="171"/>
                  </a:lnTo>
                  <a:lnTo>
                    <a:pt x="51" y="170"/>
                  </a:lnTo>
                  <a:lnTo>
                    <a:pt x="51" y="168"/>
                  </a:lnTo>
                  <a:lnTo>
                    <a:pt x="52" y="167"/>
                  </a:lnTo>
                  <a:lnTo>
                    <a:pt x="52" y="166"/>
                  </a:lnTo>
                  <a:lnTo>
                    <a:pt x="54" y="165"/>
                  </a:lnTo>
                  <a:lnTo>
                    <a:pt x="54" y="162"/>
                  </a:lnTo>
                  <a:lnTo>
                    <a:pt x="54" y="161"/>
                  </a:lnTo>
                  <a:lnTo>
                    <a:pt x="55" y="160"/>
                  </a:lnTo>
                  <a:lnTo>
                    <a:pt x="55" y="159"/>
                  </a:lnTo>
                  <a:lnTo>
                    <a:pt x="56" y="156"/>
                  </a:lnTo>
                  <a:lnTo>
                    <a:pt x="56" y="155"/>
                  </a:lnTo>
                  <a:lnTo>
                    <a:pt x="57" y="153"/>
                  </a:lnTo>
                  <a:lnTo>
                    <a:pt x="57" y="152"/>
                  </a:lnTo>
                  <a:lnTo>
                    <a:pt x="58" y="149"/>
                  </a:lnTo>
                  <a:lnTo>
                    <a:pt x="58" y="148"/>
                  </a:lnTo>
                  <a:lnTo>
                    <a:pt x="60" y="146"/>
                  </a:lnTo>
                  <a:lnTo>
                    <a:pt x="60" y="144"/>
                  </a:lnTo>
                  <a:lnTo>
                    <a:pt x="60" y="142"/>
                  </a:lnTo>
                  <a:lnTo>
                    <a:pt x="61" y="141"/>
                  </a:lnTo>
                  <a:lnTo>
                    <a:pt x="61" y="140"/>
                  </a:lnTo>
                  <a:lnTo>
                    <a:pt x="61" y="138"/>
                  </a:lnTo>
                  <a:lnTo>
                    <a:pt x="62" y="137"/>
                  </a:lnTo>
                  <a:lnTo>
                    <a:pt x="62" y="136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1"/>
                  </a:lnTo>
                  <a:lnTo>
                    <a:pt x="63" y="130"/>
                  </a:lnTo>
                  <a:lnTo>
                    <a:pt x="64" y="130"/>
                  </a:lnTo>
                  <a:lnTo>
                    <a:pt x="64" y="129"/>
                  </a:lnTo>
                  <a:lnTo>
                    <a:pt x="64" y="128"/>
                  </a:lnTo>
                  <a:lnTo>
                    <a:pt x="64" y="126"/>
                  </a:lnTo>
                  <a:lnTo>
                    <a:pt x="66" y="125"/>
                  </a:lnTo>
                  <a:lnTo>
                    <a:pt x="66" y="124"/>
                  </a:lnTo>
                  <a:lnTo>
                    <a:pt x="66" y="123"/>
                  </a:lnTo>
                  <a:lnTo>
                    <a:pt x="67" y="122"/>
                  </a:lnTo>
                  <a:lnTo>
                    <a:pt x="67" y="120"/>
                  </a:lnTo>
                  <a:lnTo>
                    <a:pt x="67" y="119"/>
                  </a:lnTo>
                  <a:lnTo>
                    <a:pt x="68" y="118"/>
                  </a:lnTo>
                  <a:lnTo>
                    <a:pt x="68" y="117"/>
                  </a:lnTo>
                  <a:lnTo>
                    <a:pt x="68" y="114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70" y="110"/>
                  </a:lnTo>
                  <a:lnTo>
                    <a:pt x="70" y="107"/>
                  </a:lnTo>
                  <a:lnTo>
                    <a:pt x="72" y="106"/>
                  </a:lnTo>
                  <a:lnTo>
                    <a:pt x="72" y="104"/>
                  </a:lnTo>
                  <a:lnTo>
                    <a:pt x="73" y="102"/>
                  </a:lnTo>
                  <a:lnTo>
                    <a:pt x="73" y="100"/>
                  </a:lnTo>
                  <a:lnTo>
                    <a:pt x="74" y="99"/>
                  </a:lnTo>
                  <a:lnTo>
                    <a:pt x="74" y="98"/>
                  </a:lnTo>
                  <a:lnTo>
                    <a:pt x="74" y="96"/>
                  </a:lnTo>
                  <a:lnTo>
                    <a:pt x="75" y="95"/>
                  </a:lnTo>
                  <a:lnTo>
                    <a:pt x="75" y="94"/>
                  </a:lnTo>
                  <a:lnTo>
                    <a:pt x="75" y="93"/>
                  </a:lnTo>
                  <a:lnTo>
                    <a:pt x="75" y="92"/>
                  </a:lnTo>
                  <a:lnTo>
                    <a:pt x="76" y="90"/>
                  </a:lnTo>
                  <a:lnTo>
                    <a:pt x="76" y="89"/>
                  </a:lnTo>
                  <a:lnTo>
                    <a:pt x="76" y="88"/>
                  </a:lnTo>
                  <a:lnTo>
                    <a:pt x="76" y="87"/>
                  </a:lnTo>
                  <a:lnTo>
                    <a:pt x="78" y="86"/>
                  </a:lnTo>
                  <a:lnTo>
                    <a:pt x="78" y="84"/>
                  </a:lnTo>
                  <a:lnTo>
                    <a:pt x="78" y="83"/>
                  </a:lnTo>
                  <a:lnTo>
                    <a:pt x="78" y="82"/>
                  </a:lnTo>
                  <a:lnTo>
                    <a:pt x="78" y="81"/>
                  </a:lnTo>
                  <a:lnTo>
                    <a:pt x="78" y="80"/>
                  </a:lnTo>
                  <a:lnTo>
                    <a:pt x="78" y="78"/>
                  </a:lnTo>
                  <a:lnTo>
                    <a:pt x="78" y="77"/>
                  </a:lnTo>
                  <a:lnTo>
                    <a:pt x="79" y="76"/>
                  </a:lnTo>
                  <a:lnTo>
                    <a:pt x="79" y="75"/>
                  </a:lnTo>
                  <a:lnTo>
                    <a:pt x="79" y="74"/>
                  </a:lnTo>
                  <a:lnTo>
                    <a:pt x="79" y="72"/>
                  </a:lnTo>
                  <a:lnTo>
                    <a:pt x="79" y="71"/>
                  </a:lnTo>
                  <a:lnTo>
                    <a:pt x="79" y="69"/>
                  </a:lnTo>
                  <a:lnTo>
                    <a:pt x="79" y="68"/>
                  </a:lnTo>
                  <a:lnTo>
                    <a:pt x="79" y="65"/>
                  </a:lnTo>
                  <a:lnTo>
                    <a:pt x="79" y="64"/>
                  </a:lnTo>
                  <a:lnTo>
                    <a:pt x="80" y="63"/>
                  </a:lnTo>
                  <a:lnTo>
                    <a:pt x="80" y="62"/>
                  </a:lnTo>
                  <a:lnTo>
                    <a:pt x="80" y="59"/>
                  </a:lnTo>
                  <a:lnTo>
                    <a:pt x="80" y="58"/>
                  </a:lnTo>
                  <a:lnTo>
                    <a:pt x="80" y="57"/>
                  </a:lnTo>
                  <a:lnTo>
                    <a:pt x="80" y="56"/>
                  </a:lnTo>
                  <a:lnTo>
                    <a:pt x="80" y="54"/>
                  </a:lnTo>
                  <a:lnTo>
                    <a:pt x="80" y="53"/>
                  </a:lnTo>
                  <a:lnTo>
                    <a:pt x="80" y="52"/>
                  </a:lnTo>
                  <a:lnTo>
                    <a:pt x="80" y="51"/>
                  </a:lnTo>
                  <a:lnTo>
                    <a:pt x="80" y="50"/>
                  </a:lnTo>
                  <a:lnTo>
                    <a:pt x="81" y="50"/>
                  </a:lnTo>
                  <a:lnTo>
                    <a:pt x="81" y="48"/>
                  </a:lnTo>
                  <a:lnTo>
                    <a:pt x="81" y="47"/>
                  </a:lnTo>
                  <a:lnTo>
                    <a:pt x="81" y="46"/>
                  </a:lnTo>
                  <a:lnTo>
                    <a:pt x="81" y="45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2" y="42"/>
                  </a:lnTo>
                  <a:lnTo>
                    <a:pt x="82" y="41"/>
                  </a:lnTo>
                  <a:lnTo>
                    <a:pt x="82" y="40"/>
                  </a:lnTo>
                  <a:lnTo>
                    <a:pt x="82" y="39"/>
                  </a:lnTo>
                  <a:lnTo>
                    <a:pt x="82" y="38"/>
                  </a:lnTo>
                  <a:lnTo>
                    <a:pt x="82" y="36"/>
                  </a:lnTo>
                  <a:lnTo>
                    <a:pt x="84" y="35"/>
                  </a:lnTo>
                  <a:lnTo>
                    <a:pt x="84" y="34"/>
                  </a:lnTo>
                  <a:lnTo>
                    <a:pt x="84" y="33"/>
                  </a:lnTo>
                  <a:lnTo>
                    <a:pt x="84" y="32"/>
                  </a:lnTo>
                  <a:lnTo>
                    <a:pt x="84" y="30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7"/>
                  </a:lnTo>
                  <a:lnTo>
                    <a:pt x="85" y="26"/>
                  </a:lnTo>
                  <a:lnTo>
                    <a:pt x="85" y="24"/>
                  </a:lnTo>
                  <a:lnTo>
                    <a:pt x="85" y="23"/>
                  </a:lnTo>
                  <a:lnTo>
                    <a:pt x="85" y="22"/>
                  </a:lnTo>
                  <a:lnTo>
                    <a:pt x="85" y="21"/>
                  </a:lnTo>
                  <a:lnTo>
                    <a:pt x="85" y="20"/>
                  </a:lnTo>
                  <a:lnTo>
                    <a:pt x="85" y="18"/>
                  </a:lnTo>
                  <a:lnTo>
                    <a:pt x="85" y="17"/>
                  </a:lnTo>
                  <a:lnTo>
                    <a:pt x="85" y="16"/>
                  </a:lnTo>
                  <a:lnTo>
                    <a:pt x="85" y="14"/>
                  </a:lnTo>
                  <a:lnTo>
                    <a:pt x="85" y="12"/>
                  </a:lnTo>
                  <a:lnTo>
                    <a:pt x="84" y="11"/>
                  </a:lnTo>
                  <a:lnTo>
                    <a:pt x="84" y="9"/>
                  </a:lnTo>
                  <a:lnTo>
                    <a:pt x="84" y="8"/>
                  </a:lnTo>
                  <a:lnTo>
                    <a:pt x="84" y="5"/>
                  </a:lnTo>
                  <a:lnTo>
                    <a:pt x="84" y="3"/>
                  </a:lnTo>
                  <a:lnTo>
                    <a:pt x="84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30" name="Freeform 220">
              <a:extLst>
                <a:ext uri="{FF2B5EF4-FFF2-40B4-BE49-F238E27FC236}">
                  <a16:creationId xmlns:a16="http://schemas.microsoft.com/office/drawing/2014/main" id="{5BE41B37-AFB5-4117-BDD5-91EBE778C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325" y="3600450"/>
              <a:ext cx="401638" cy="266700"/>
            </a:xfrm>
            <a:custGeom>
              <a:avLst/>
              <a:gdLst>
                <a:gd name="T0" fmla="*/ 2147483646 w 504"/>
                <a:gd name="T1" fmla="*/ 2147483646 h 336"/>
                <a:gd name="T2" fmla="*/ 2147483646 w 504"/>
                <a:gd name="T3" fmla="*/ 0 h 336"/>
                <a:gd name="T4" fmla="*/ 0 w 504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336">
                  <a:moveTo>
                    <a:pt x="504" y="336"/>
                  </a:moveTo>
                  <a:lnTo>
                    <a:pt x="504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31" name="Freeform 221">
              <a:extLst>
                <a:ext uri="{FF2B5EF4-FFF2-40B4-BE49-F238E27FC236}">
                  <a16:creationId xmlns:a16="http://schemas.microsoft.com/office/drawing/2014/main" id="{454713C0-9D71-4EE3-B039-9B258FCA1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325" y="5775325"/>
              <a:ext cx="382588" cy="266700"/>
            </a:xfrm>
            <a:custGeom>
              <a:avLst/>
              <a:gdLst>
                <a:gd name="T0" fmla="*/ 2147483646 w 504"/>
                <a:gd name="T1" fmla="*/ 0 h 336"/>
                <a:gd name="T2" fmla="*/ 2147483646 w 504"/>
                <a:gd name="T3" fmla="*/ 2147483646 h 336"/>
                <a:gd name="T4" fmla="*/ 0 w 504"/>
                <a:gd name="T5" fmla="*/ 2147483646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336">
                  <a:moveTo>
                    <a:pt x="504" y="0"/>
                  </a:moveTo>
                  <a:lnTo>
                    <a:pt x="504" y="336"/>
                  </a:lnTo>
                  <a:lnTo>
                    <a:pt x="0" y="336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32" name="Line 222">
              <a:extLst>
                <a:ext uri="{FF2B5EF4-FFF2-40B4-BE49-F238E27FC236}">
                  <a16:creationId xmlns:a16="http://schemas.microsoft.com/office/drawing/2014/main" id="{566002AD-B125-4F2F-B51B-3BC8D0F873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35325" y="5222875"/>
              <a:ext cx="401638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33" name="Line 223">
              <a:extLst>
                <a:ext uri="{FF2B5EF4-FFF2-40B4-BE49-F238E27FC236}">
                  <a16:creationId xmlns:a16="http://schemas.microsoft.com/office/drawing/2014/main" id="{729503C7-1B88-4AA6-8971-0AF46546E8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36963" y="4152900"/>
              <a:ext cx="1587" cy="13366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34" name="Freeform 224">
              <a:extLst>
                <a:ext uri="{FF2B5EF4-FFF2-40B4-BE49-F238E27FC236}">
                  <a16:creationId xmlns:a16="http://schemas.microsoft.com/office/drawing/2014/main" id="{926EF56C-FBE1-4C99-8F3C-EB5E34620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213" y="4267200"/>
              <a:ext cx="38100" cy="38100"/>
            </a:xfrm>
            <a:custGeom>
              <a:avLst/>
              <a:gdLst>
                <a:gd name="T0" fmla="*/ 0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0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0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0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6" y="10"/>
                  </a:lnTo>
                  <a:lnTo>
                    <a:pt x="7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6" y="4"/>
                  </a:lnTo>
                  <a:lnTo>
                    <a:pt x="37" y="4"/>
                  </a:lnTo>
                  <a:lnTo>
                    <a:pt x="38" y="5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0" y="8"/>
                  </a:lnTo>
                  <a:lnTo>
                    <a:pt x="42" y="9"/>
                  </a:lnTo>
                  <a:lnTo>
                    <a:pt x="42" y="10"/>
                  </a:lnTo>
                  <a:lnTo>
                    <a:pt x="43" y="10"/>
                  </a:lnTo>
                  <a:lnTo>
                    <a:pt x="43" y="11"/>
                  </a:lnTo>
                  <a:lnTo>
                    <a:pt x="44" y="12"/>
                  </a:lnTo>
                  <a:lnTo>
                    <a:pt x="45" y="14"/>
                  </a:lnTo>
                  <a:lnTo>
                    <a:pt x="45" y="15"/>
                  </a:lnTo>
                  <a:lnTo>
                    <a:pt x="45" y="16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6" y="29"/>
                  </a:lnTo>
                  <a:lnTo>
                    <a:pt x="46" y="30"/>
                  </a:lnTo>
                  <a:lnTo>
                    <a:pt x="46" y="32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5" y="35"/>
                  </a:lnTo>
                  <a:lnTo>
                    <a:pt x="44" y="36"/>
                  </a:lnTo>
                  <a:lnTo>
                    <a:pt x="43" y="36"/>
                  </a:lnTo>
                  <a:lnTo>
                    <a:pt x="43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0" y="41"/>
                  </a:lnTo>
                  <a:lnTo>
                    <a:pt x="39" y="41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7" y="44"/>
                  </a:lnTo>
                  <a:lnTo>
                    <a:pt x="36" y="45"/>
                  </a:lnTo>
                  <a:lnTo>
                    <a:pt x="34" y="45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1" y="47"/>
                  </a:lnTo>
                  <a:lnTo>
                    <a:pt x="30" y="47"/>
                  </a:lnTo>
                  <a:lnTo>
                    <a:pt x="28" y="47"/>
                  </a:lnTo>
                  <a:lnTo>
                    <a:pt x="27" y="47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5" y="46"/>
                  </a:lnTo>
                  <a:lnTo>
                    <a:pt x="14" y="46"/>
                  </a:lnTo>
                  <a:lnTo>
                    <a:pt x="13" y="45"/>
                  </a:lnTo>
                  <a:lnTo>
                    <a:pt x="12" y="45"/>
                  </a:lnTo>
                  <a:lnTo>
                    <a:pt x="10" y="44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7" y="41"/>
                  </a:lnTo>
                  <a:lnTo>
                    <a:pt x="7" y="40"/>
                  </a:lnTo>
                  <a:lnTo>
                    <a:pt x="6" y="39"/>
                  </a:lnTo>
                  <a:lnTo>
                    <a:pt x="4" y="38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35" name="Freeform 225">
              <a:extLst>
                <a:ext uri="{FF2B5EF4-FFF2-40B4-BE49-F238E27FC236}">
                  <a16:creationId xmlns:a16="http://schemas.microsoft.com/office/drawing/2014/main" id="{0948D704-833B-4F3C-AEE6-B100DFCEF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913" y="5203825"/>
              <a:ext cx="38100" cy="38100"/>
            </a:xfrm>
            <a:custGeom>
              <a:avLst/>
              <a:gdLst>
                <a:gd name="T0" fmla="*/ 0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0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0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0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2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4" y="10"/>
                  </a:lnTo>
                  <a:lnTo>
                    <a:pt x="4" y="9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2" y="3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6" y="3"/>
                  </a:lnTo>
                  <a:lnTo>
                    <a:pt x="37" y="3"/>
                  </a:lnTo>
                  <a:lnTo>
                    <a:pt x="38" y="4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9"/>
                  </a:lnTo>
                  <a:lnTo>
                    <a:pt x="43" y="10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6" y="28"/>
                  </a:lnTo>
                  <a:lnTo>
                    <a:pt x="46" y="30"/>
                  </a:lnTo>
                  <a:lnTo>
                    <a:pt x="46" y="31"/>
                  </a:lnTo>
                  <a:lnTo>
                    <a:pt x="45" y="32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3" y="36"/>
                  </a:lnTo>
                  <a:lnTo>
                    <a:pt x="43" y="37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37" y="43"/>
                  </a:lnTo>
                  <a:lnTo>
                    <a:pt x="36" y="44"/>
                  </a:lnTo>
                  <a:lnTo>
                    <a:pt x="34" y="44"/>
                  </a:lnTo>
                  <a:lnTo>
                    <a:pt x="33" y="45"/>
                  </a:lnTo>
                  <a:lnTo>
                    <a:pt x="32" y="45"/>
                  </a:lnTo>
                  <a:lnTo>
                    <a:pt x="31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6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4" y="45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0" y="43"/>
                  </a:lnTo>
                  <a:lnTo>
                    <a:pt x="9" y="42"/>
                  </a:lnTo>
                  <a:lnTo>
                    <a:pt x="8" y="40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4" y="37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3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36" name="Rectangle 226">
              <a:extLst>
                <a:ext uri="{FF2B5EF4-FFF2-40B4-BE49-F238E27FC236}">
                  <a16:creationId xmlns:a16="http://schemas.microsoft.com/office/drawing/2014/main" id="{40ABE79C-A0E9-4A22-B2BB-BEF71C3F1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7750" y="3895725"/>
              <a:ext cx="809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37" name="Rectangle 227">
              <a:extLst>
                <a:ext uri="{FF2B5EF4-FFF2-40B4-BE49-F238E27FC236}">
                  <a16:creationId xmlns:a16="http://schemas.microsoft.com/office/drawing/2014/main" id="{9AF3423B-6D5B-4978-8F29-E4A99276D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5" y="3981450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38" name="Rectangle 228">
              <a:extLst>
                <a:ext uri="{FF2B5EF4-FFF2-40B4-BE49-F238E27FC236}">
                  <a16:creationId xmlns:a16="http://schemas.microsoft.com/office/drawing/2014/main" id="{3FDC7141-D7B1-4FBE-B8C3-13CC8D683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6163" y="5514975"/>
              <a:ext cx="809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39" name="Rectangle 229">
              <a:extLst>
                <a:ext uri="{FF2B5EF4-FFF2-40B4-BE49-F238E27FC236}">
                  <a16:creationId xmlns:a16="http://schemas.microsoft.com/office/drawing/2014/main" id="{ECA1C851-7822-4131-9F51-72C1D8E70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5600700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40" name="Rectangle 230">
              <a:extLst>
                <a:ext uri="{FF2B5EF4-FFF2-40B4-BE49-F238E27FC236}">
                  <a16:creationId xmlns:a16="http://schemas.microsoft.com/office/drawing/2014/main" id="{6FEAFBB9-7086-423C-AE65-A175DDA74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3886200"/>
              <a:ext cx="1063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41" name="Rectangle 231">
              <a:extLst>
                <a:ext uri="{FF2B5EF4-FFF2-40B4-BE49-F238E27FC236}">
                  <a16:creationId xmlns:a16="http://schemas.microsoft.com/office/drawing/2014/main" id="{F2CA04B5-178E-4032-B9EC-CE7C0C992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3971925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42" name="Rectangle 232">
              <a:extLst>
                <a:ext uri="{FF2B5EF4-FFF2-40B4-BE49-F238E27FC236}">
                  <a16:creationId xmlns:a16="http://schemas.microsoft.com/office/drawing/2014/main" id="{102606B3-B464-4E5D-8BBC-2E3B4E792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5510213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43" name="Line 233">
              <a:extLst>
                <a:ext uri="{FF2B5EF4-FFF2-40B4-BE49-F238E27FC236}">
                  <a16:creationId xmlns:a16="http://schemas.microsoft.com/office/drawing/2014/main" id="{E15B2B20-3719-4084-AA4C-D10ABEA6F9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19288" y="5527675"/>
              <a:ext cx="38100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44" name="Rectangle 234">
              <a:extLst>
                <a:ext uri="{FF2B5EF4-FFF2-40B4-BE49-F238E27FC236}">
                  <a16:creationId xmlns:a16="http://schemas.microsoft.com/office/drawing/2014/main" id="{C1BE82B7-7FD6-4BCD-8F99-B8BA29235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5591175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45" name="Rectangle 235">
              <a:extLst>
                <a:ext uri="{FF2B5EF4-FFF2-40B4-BE49-F238E27FC236}">
                  <a16:creationId xmlns:a16="http://schemas.microsoft.com/office/drawing/2014/main" id="{4AD343A9-5A89-4FAB-9901-3144A0D97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524668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46" name="Rectangle 236">
              <a:extLst>
                <a:ext uri="{FF2B5EF4-FFF2-40B4-BE49-F238E27FC236}">
                  <a16:creationId xmlns:a16="http://schemas.microsoft.com/office/drawing/2014/main" id="{7EBE83DB-DE29-44AA-A349-D0B91E9F5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5332413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47" name="Rectangle 237">
              <a:extLst>
                <a:ext uri="{FF2B5EF4-FFF2-40B4-BE49-F238E27FC236}">
                  <a16:creationId xmlns:a16="http://schemas.microsoft.com/office/drawing/2014/main" id="{A7AB59BD-5733-4523-B48A-EF8D0E707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604678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48" name="Rectangle 238">
              <a:extLst>
                <a:ext uri="{FF2B5EF4-FFF2-40B4-BE49-F238E27FC236}">
                  <a16:creationId xmlns:a16="http://schemas.microsoft.com/office/drawing/2014/main" id="{AF49DFC9-E040-4CF4-B039-C3773D4A7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6132513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49" name="Rectangle 239">
              <a:extLst>
                <a:ext uri="{FF2B5EF4-FFF2-40B4-BE49-F238E27FC236}">
                  <a16:creationId xmlns:a16="http://schemas.microsoft.com/office/drawing/2014/main" id="{487B7257-CC11-44F5-A42B-58BD8AF3D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470058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50" name="Line 240">
              <a:extLst>
                <a:ext uri="{FF2B5EF4-FFF2-40B4-BE49-F238E27FC236}">
                  <a16:creationId xmlns:a16="http://schemas.microsoft.com/office/drawing/2014/main" id="{6FCADA53-B705-4E37-A396-3C541F9DBB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19288" y="4727575"/>
              <a:ext cx="38100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51" name="Rectangle 241">
              <a:extLst>
                <a:ext uri="{FF2B5EF4-FFF2-40B4-BE49-F238E27FC236}">
                  <a16:creationId xmlns:a16="http://schemas.microsoft.com/office/drawing/2014/main" id="{B5167F40-5997-4D9B-91EA-CAD11AADC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4781550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52" name="Rectangle 242">
              <a:extLst>
                <a:ext uri="{FF2B5EF4-FFF2-40B4-BE49-F238E27FC236}">
                  <a16:creationId xmlns:a16="http://schemas.microsoft.com/office/drawing/2014/main" id="{FED3BCFB-CD6C-432B-A82B-F87D39350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3352800"/>
              <a:ext cx="1063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53" name="Line 243">
              <a:extLst>
                <a:ext uri="{FF2B5EF4-FFF2-40B4-BE49-F238E27FC236}">
                  <a16:creationId xmlns:a16="http://schemas.microsoft.com/office/drawing/2014/main" id="{E77CDB75-0D52-4285-9208-D0F8290FB3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19288" y="3373438"/>
              <a:ext cx="3810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54" name="Rectangle 244">
              <a:extLst>
                <a:ext uri="{FF2B5EF4-FFF2-40B4-BE49-F238E27FC236}">
                  <a16:creationId xmlns:a16="http://schemas.microsoft.com/office/drawing/2014/main" id="{86429DBD-91CA-46F8-80FB-F3081C834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3435350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55" name="Rectangle 245">
              <a:extLst>
                <a:ext uri="{FF2B5EF4-FFF2-40B4-BE49-F238E27FC236}">
                  <a16:creationId xmlns:a16="http://schemas.microsoft.com/office/drawing/2014/main" id="{5325FA55-836C-4EFC-9AC9-7629BF36B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4159250"/>
              <a:ext cx="1063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56" name="Freeform 246">
              <a:extLst>
                <a:ext uri="{FF2B5EF4-FFF2-40B4-BE49-F238E27FC236}">
                  <a16:creationId xmlns:a16="http://schemas.microsoft.com/office/drawing/2014/main" id="{2FD42A20-0417-4333-9E8D-06B452C05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875" y="5222875"/>
              <a:ext cx="171450" cy="1588"/>
            </a:xfrm>
            <a:custGeom>
              <a:avLst/>
              <a:gdLst>
                <a:gd name="T0" fmla="*/ 2147483646 w 216"/>
                <a:gd name="T1" fmla="*/ 0 h 1588"/>
                <a:gd name="T2" fmla="*/ 0 w 216"/>
                <a:gd name="T3" fmla="*/ 0 h 1588"/>
                <a:gd name="T4" fmla="*/ 2147483646 w 216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588">
                  <a:moveTo>
                    <a:pt x="216" y="0"/>
                  </a:moveTo>
                  <a:lnTo>
                    <a:pt x="0" y="0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57" name="Line 247">
              <a:extLst>
                <a:ext uri="{FF2B5EF4-FFF2-40B4-BE49-F238E27FC236}">
                  <a16:creationId xmlns:a16="http://schemas.microsoft.com/office/drawing/2014/main" id="{14C3F216-384D-49C2-BAAC-26C7279027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63875" y="5222875"/>
              <a:ext cx="17145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58" name="Rectangle 248">
              <a:extLst>
                <a:ext uri="{FF2B5EF4-FFF2-40B4-BE49-F238E27FC236}">
                  <a16:creationId xmlns:a16="http://schemas.microsoft.com/office/drawing/2014/main" id="{01AF52F7-C42D-4BD0-8310-3AAB9A11B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4246563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59" name="Rectangle 249">
              <a:extLst>
                <a:ext uri="{FF2B5EF4-FFF2-40B4-BE49-F238E27FC236}">
                  <a16:creationId xmlns:a16="http://schemas.microsoft.com/office/drawing/2014/main" id="{92FA9FC4-D16F-4B73-8C24-76F41C422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4970463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60" name="Rectangle 250">
              <a:extLst>
                <a:ext uri="{FF2B5EF4-FFF2-40B4-BE49-F238E27FC236}">
                  <a16:creationId xmlns:a16="http://schemas.microsoft.com/office/drawing/2014/main" id="{D14E0F7A-225C-47CF-82D3-9DC82FE43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5056188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61" name="Rectangle 251">
              <a:extLst>
                <a:ext uri="{FF2B5EF4-FFF2-40B4-BE49-F238E27FC236}">
                  <a16:creationId xmlns:a16="http://schemas.microsoft.com/office/drawing/2014/main" id="{1D4365BD-66FB-4B37-A625-16E3CEAC4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442753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62" name="Rectangle 252">
              <a:extLst>
                <a:ext uri="{FF2B5EF4-FFF2-40B4-BE49-F238E27FC236}">
                  <a16:creationId xmlns:a16="http://schemas.microsoft.com/office/drawing/2014/main" id="{BF73C4A7-7334-4262-8EF6-0AB01A7D5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4513263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63" name="Rectangle 253">
              <a:extLst>
                <a:ext uri="{FF2B5EF4-FFF2-40B4-BE49-F238E27FC236}">
                  <a16:creationId xmlns:a16="http://schemas.microsoft.com/office/drawing/2014/main" id="{4C43874A-FCC6-401C-B641-26F8F34D9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361473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64" name="Rectangle 254">
              <a:extLst>
                <a:ext uri="{FF2B5EF4-FFF2-40B4-BE49-F238E27FC236}">
                  <a16:creationId xmlns:a16="http://schemas.microsoft.com/office/drawing/2014/main" id="{A5A6D9BF-9C87-4F39-AF2D-475B6CE79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3700463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65" name="Rectangle 255">
              <a:extLst>
                <a:ext uri="{FF2B5EF4-FFF2-40B4-BE49-F238E27FC236}">
                  <a16:creationId xmlns:a16="http://schemas.microsoft.com/office/drawing/2014/main" id="{14B622AC-AFB2-4A63-9939-323D5CE27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5350" y="6492875"/>
              <a:ext cx="15795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(d) Combined circuit for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66" name="Rectangle 256">
              <a:extLst>
                <a:ext uri="{FF2B5EF4-FFF2-40B4-BE49-F238E27FC236}">
                  <a16:creationId xmlns:a16="http://schemas.microsoft.com/office/drawing/2014/main" id="{3750F6D6-82DC-4B5C-B9B3-DC81BC5BE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6483350"/>
              <a:ext cx="809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67" name="Rectangle 257">
              <a:extLst>
                <a:ext uri="{FF2B5EF4-FFF2-40B4-BE49-F238E27FC236}">
                  <a16:creationId xmlns:a16="http://schemas.microsoft.com/office/drawing/2014/main" id="{7FC198D3-6280-4489-9C82-765BFA5A2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838" y="6569075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68" name="Rectangle 258">
              <a:extLst>
                <a:ext uri="{FF2B5EF4-FFF2-40B4-BE49-F238E27FC236}">
                  <a16:creationId xmlns:a16="http://schemas.microsoft.com/office/drawing/2014/main" id="{48F5FAE4-9831-4C1F-BB70-B3D327285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0713" y="6483350"/>
              <a:ext cx="809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69" name="Rectangle 259">
              <a:extLst>
                <a:ext uri="{FF2B5EF4-FFF2-40B4-BE49-F238E27FC236}">
                  <a16:creationId xmlns:a16="http://schemas.microsoft.com/office/drawing/2014/main" id="{4C5A9378-1DE0-4E48-90B1-857844226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1675" y="6569075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70" name="Rectangle 260">
              <a:extLst>
                <a:ext uri="{FF2B5EF4-FFF2-40B4-BE49-F238E27FC236}">
                  <a16:creationId xmlns:a16="http://schemas.microsoft.com/office/drawing/2014/main" id="{0CC4ED23-3DBA-44B2-8605-08E40CC8B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1300" y="6492875"/>
              <a:ext cx="295275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and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71" name="Rectangle 261">
              <a:extLst>
                <a:ext uri="{FF2B5EF4-FFF2-40B4-BE49-F238E27FC236}">
                  <a16:creationId xmlns:a16="http://schemas.microsoft.com/office/drawing/2014/main" id="{F008FBAB-194A-4289-A53C-EACBE47D7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5784850"/>
              <a:ext cx="1063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72" name="Line 262">
              <a:extLst>
                <a:ext uri="{FF2B5EF4-FFF2-40B4-BE49-F238E27FC236}">
                  <a16:creationId xmlns:a16="http://schemas.microsoft.com/office/drawing/2014/main" id="{DCBC45FE-7135-4366-BE74-217C3ACB7D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19288" y="5813425"/>
              <a:ext cx="38100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73" name="Rectangle 263">
              <a:extLst>
                <a:ext uri="{FF2B5EF4-FFF2-40B4-BE49-F238E27FC236}">
                  <a16:creationId xmlns:a16="http://schemas.microsoft.com/office/drawing/2014/main" id="{C5E93188-41B8-4243-8317-8D0211623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5867400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10774" name="Group 264">
              <a:extLst>
                <a:ext uri="{FF2B5EF4-FFF2-40B4-BE49-F238E27FC236}">
                  <a16:creationId xmlns:a16="http://schemas.microsoft.com/office/drawing/2014/main" id="{21D53E5C-6F6F-4439-8C49-D5B779CCDA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70263" y="4002088"/>
              <a:ext cx="439737" cy="1622425"/>
              <a:chOff x="2773" y="1424"/>
              <a:chExt cx="369" cy="1363"/>
            </a:xfrm>
          </p:grpSpPr>
          <p:sp>
            <p:nvSpPr>
              <p:cNvPr id="110780" name="Line 265">
                <a:extLst>
                  <a:ext uri="{FF2B5EF4-FFF2-40B4-BE49-F238E27FC236}">
                    <a16:creationId xmlns:a16="http://schemas.microsoft.com/office/drawing/2014/main" id="{AD6A24B6-21DA-4E6D-B32C-C09920FA05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773" y="1424"/>
                <a:ext cx="32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781" name="Line 266">
                <a:extLst>
                  <a:ext uri="{FF2B5EF4-FFF2-40B4-BE49-F238E27FC236}">
                    <a16:creationId xmlns:a16="http://schemas.microsoft.com/office/drawing/2014/main" id="{F2BB151F-B854-4E1D-BE0E-79AD63F701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3" y="1424"/>
                <a:ext cx="0" cy="136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0782" name="Line 267">
                <a:extLst>
                  <a:ext uri="{FF2B5EF4-FFF2-40B4-BE49-F238E27FC236}">
                    <a16:creationId xmlns:a16="http://schemas.microsoft.com/office/drawing/2014/main" id="{37C92A78-E95D-4B53-B489-30512D311F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3" y="2787"/>
                <a:ext cx="36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0775" name="AutoShape 268">
              <a:extLst>
                <a:ext uri="{FF2B5EF4-FFF2-40B4-BE49-F238E27FC236}">
                  <a16:creationId xmlns:a16="http://schemas.microsoft.com/office/drawing/2014/main" id="{911C587C-08ED-4277-9F4E-9CC8D7546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5" y="5813425"/>
              <a:ext cx="514350" cy="4381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76" name="AutoShape 269">
              <a:extLst>
                <a:ext uri="{FF2B5EF4-FFF2-40B4-BE49-F238E27FC236}">
                  <a16:creationId xmlns:a16="http://schemas.microsoft.com/office/drawing/2014/main" id="{0B98A85D-3291-485E-8F03-3D1003D88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5" y="4953000"/>
              <a:ext cx="514350" cy="536575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77" name="AutoShape 270">
              <a:extLst>
                <a:ext uri="{FF2B5EF4-FFF2-40B4-BE49-F238E27FC236}">
                  <a16:creationId xmlns:a16="http://schemas.microsoft.com/office/drawing/2014/main" id="{C03DB9FB-8539-428B-B96F-C822FBC91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5" y="4057650"/>
              <a:ext cx="514350" cy="4381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78" name="AutoShape 271">
              <a:extLst>
                <a:ext uri="{FF2B5EF4-FFF2-40B4-BE49-F238E27FC236}">
                  <a16:creationId xmlns:a16="http://schemas.microsoft.com/office/drawing/2014/main" id="{94BD6C99-AAD3-4798-A047-0A434A621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5" y="3376613"/>
              <a:ext cx="514350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779" name="Line 272">
              <a:extLst>
                <a:ext uri="{FF2B5EF4-FFF2-40B4-BE49-F238E27FC236}">
                  <a16:creationId xmlns:a16="http://schemas.microsoft.com/office/drawing/2014/main" id="{374E282E-C917-4E80-A58D-A6F04B191E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49763" y="5629275"/>
              <a:ext cx="31432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cxnSp>
        <p:nvCxnSpPr>
          <p:cNvPr id="110682" name="Straight Arrow Connector 3">
            <a:extLst>
              <a:ext uri="{FF2B5EF4-FFF2-40B4-BE49-F238E27FC236}">
                <a16:creationId xmlns:a16="http://schemas.microsoft.com/office/drawing/2014/main" id="{7A102F0E-5424-4215-A43A-690ACC8204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13138" y="1890713"/>
            <a:ext cx="473075" cy="2176462"/>
          </a:xfrm>
          <a:prstGeom prst="straightConnector1">
            <a:avLst/>
          </a:prstGeom>
          <a:noFill/>
          <a:ln w="3175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0683" name="Straight Arrow Connector 192">
            <a:extLst>
              <a:ext uri="{FF2B5EF4-FFF2-40B4-BE49-F238E27FC236}">
                <a16:creationId xmlns:a16="http://schemas.microsoft.com/office/drawing/2014/main" id="{C6BE7DCA-5FFC-4D58-91CC-D923D11E3A3F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038600" y="1905000"/>
            <a:ext cx="2667000" cy="2133600"/>
          </a:xfrm>
          <a:prstGeom prst="straightConnector1">
            <a:avLst/>
          </a:prstGeom>
          <a:noFill/>
          <a:ln w="3175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pic>
        <p:nvPicPr>
          <p:cNvPr id="192" name="Picture 191">
            <a:extLst>
              <a:ext uri="{FF2B5EF4-FFF2-40B4-BE49-F238E27FC236}">
                <a16:creationId xmlns:a16="http://schemas.microsoft.com/office/drawing/2014/main" id="{67CF00AA-1B9E-4441-92C9-1F331CF1D21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869" y="3643122"/>
            <a:ext cx="2646090" cy="624078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7" name="Title 1">
            <a:extLst>
              <a:ext uri="{FF2B5EF4-FFF2-40B4-BE49-F238E27FC236}">
                <a16:creationId xmlns:a16="http://schemas.microsoft.com/office/drawing/2014/main" id="{B21DE64E-057F-48EC-B33C-0331456DF97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12700"/>
            <a:ext cx="9144000" cy="685800"/>
          </a:xfrm>
        </p:spPr>
        <p:txBody>
          <a:bodyPr/>
          <a:lstStyle/>
          <a:p>
            <a:r>
              <a:rPr lang="en-US" altLang="en-US"/>
              <a:t>Individual vs Joint Optimization</a:t>
            </a:r>
          </a:p>
        </p:txBody>
      </p:sp>
      <p:sp>
        <p:nvSpPr>
          <p:cNvPr id="111618" name="TextBox 125">
            <a:extLst>
              <a:ext uri="{FF2B5EF4-FFF2-40B4-BE49-F238E27FC236}">
                <a16:creationId xmlns:a16="http://schemas.microsoft.com/office/drawing/2014/main" id="{6BC0AFC8-242A-45CA-B6E5-9B10F0A82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75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2.65 from the textbook ]</a:t>
            </a:r>
          </a:p>
        </p:txBody>
      </p:sp>
      <p:sp>
        <p:nvSpPr>
          <p:cNvPr id="111619" name="Rectangle 46">
            <a:extLst>
              <a:ext uri="{FF2B5EF4-FFF2-40B4-BE49-F238E27FC236}">
                <a16:creationId xmlns:a16="http://schemas.microsoft.com/office/drawing/2014/main" id="{C261BEE6-E98A-408F-A392-7B172AD187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2649538"/>
            <a:ext cx="164782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(c) Optimal realization of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0" name="Rectangle 47">
            <a:extLst>
              <a:ext uri="{FF2B5EF4-FFF2-40B4-BE49-F238E27FC236}">
                <a16:creationId xmlns:a16="http://schemas.microsoft.com/office/drawing/2014/main" id="{AEE10CD1-C49D-40CE-9E15-B7289A4C82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2388" y="2649538"/>
            <a:ext cx="809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1" name="Rectangle 48">
            <a:extLst>
              <a:ext uri="{FF2B5EF4-FFF2-40B4-BE49-F238E27FC236}">
                <a16:creationId xmlns:a16="http://schemas.microsoft.com/office/drawing/2014/main" id="{DBD728A1-3203-4C46-BC8A-BC50976BF3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9063" y="2720975"/>
            <a:ext cx="85725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2" name="Rectangle 50">
            <a:extLst>
              <a:ext uri="{FF2B5EF4-FFF2-40B4-BE49-F238E27FC236}">
                <a16:creationId xmlns:a16="http://schemas.microsoft.com/office/drawing/2014/main" id="{D21C9407-5C55-43EF-8076-463BF4A85F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5563" y="1182688"/>
            <a:ext cx="681037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3" name="Line 51">
            <a:extLst>
              <a:ext uri="{FF2B5EF4-FFF2-40B4-BE49-F238E27FC236}">
                <a16:creationId xmlns:a16="http://schemas.microsoft.com/office/drawing/2014/main" id="{03C3B314-2B6E-4672-A363-E884265DF8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95563" y="1530350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4" name="Line 52">
            <a:extLst>
              <a:ext uri="{FF2B5EF4-FFF2-40B4-BE49-F238E27FC236}">
                <a16:creationId xmlns:a16="http://schemas.microsoft.com/office/drawing/2014/main" id="{6D8A71D5-FED2-47D9-A8E2-9BC2A156FB1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43225" y="1182688"/>
            <a:ext cx="1588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5" name="Line 53">
            <a:extLst>
              <a:ext uri="{FF2B5EF4-FFF2-40B4-BE49-F238E27FC236}">
                <a16:creationId xmlns:a16="http://schemas.microsoft.com/office/drawing/2014/main" id="{C258DBFE-104D-44AD-892C-873A0E29DF66}"/>
              </a:ext>
            </a:extLst>
          </p:cNvPr>
          <p:cNvSpPr>
            <a:spLocks noChangeShapeType="1"/>
          </p:cNvSpPr>
          <p:nvPr/>
        </p:nvSpPr>
        <p:spPr bwMode="auto">
          <a:xfrm>
            <a:off x="2263775" y="852488"/>
            <a:ext cx="331788" cy="3302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6" name="Rectangle 55">
            <a:extLst>
              <a:ext uri="{FF2B5EF4-FFF2-40B4-BE49-F238E27FC236}">
                <a16:creationId xmlns:a16="http://schemas.microsoft.com/office/drawing/2014/main" id="{229A7D67-4211-488A-BD36-3497903F16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1725" y="762000"/>
            <a:ext cx="10636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7" name="Rectangle 56">
            <a:extLst>
              <a:ext uri="{FF2B5EF4-FFF2-40B4-BE49-F238E27FC236}">
                <a16:creationId xmlns:a16="http://schemas.microsoft.com/office/drawing/2014/main" id="{7EA1E3A7-CE44-496F-88A7-57AA584DF9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1575" y="8382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8" name="Rectangle 57">
            <a:extLst>
              <a:ext uri="{FF2B5EF4-FFF2-40B4-BE49-F238E27FC236}">
                <a16:creationId xmlns:a16="http://schemas.microsoft.com/office/drawing/2014/main" id="{12E553B9-749A-42C3-9C7A-72979E94B3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6188" y="762000"/>
            <a:ext cx="10636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29" name="Rectangle 58">
            <a:extLst>
              <a:ext uri="{FF2B5EF4-FFF2-40B4-BE49-F238E27FC236}">
                <a16:creationId xmlns:a16="http://schemas.microsoft.com/office/drawing/2014/main" id="{FCED2943-B272-4CC1-9DF0-B4C8B81800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6038" y="8382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0" name="Rectangle 59">
            <a:extLst>
              <a:ext uri="{FF2B5EF4-FFF2-40B4-BE49-F238E27FC236}">
                <a16:creationId xmlns:a16="http://schemas.microsoft.com/office/drawing/2014/main" id="{A0495FEB-AE51-484A-8595-53551B8C8B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900113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1" name="Rectangle 60">
            <a:extLst>
              <a:ext uri="{FF2B5EF4-FFF2-40B4-BE49-F238E27FC236}">
                <a16:creationId xmlns:a16="http://schemas.microsoft.com/office/drawing/2014/main" id="{908779A6-E872-4BBC-B74B-B979E3526D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7250" y="976313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2" name="Rectangle 61">
            <a:extLst>
              <a:ext uri="{FF2B5EF4-FFF2-40B4-BE49-F238E27FC236}">
                <a16:creationId xmlns:a16="http://schemas.microsoft.com/office/drawing/2014/main" id="{F3528286-D181-48D9-A49A-AD2F54BA61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1863" y="900113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3" name="Rectangle 62">
            <a:extLst>
              <a:ext uri="{FF2B5EF4-FFF2-40B4-BE49-F238E27FC236}">
                <a16:creationId xmlns:a16="http://schemas.microsoft.com/office/drawing/2014/main" id="{180F7EA3-A575-47CE-B134-9311AACC3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1182688"/>
            <a:ext cx="665163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4" name="Line 63">
            <a:extLst>
              <a:ext uri="{FF2B5EF4-FFF2-40B4-BE49-F238E27FC236}">
                <a16:creationId xmlns:a16="http://schemas.microsoft.com/office/drawing/2014/main" id="{3F12F47B-6AC6-455B-8C6C-4B7542E065F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76600" y="1530350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5" name="Line 64">
            <a:extLst>
              <a:ext uri="{FF2B5EF4-FFF2-40B4-BE49-F238E27FC236}">
                <a16:creationId xmlns:a16="http://schemas.microsoft.com/office/drawing/2014/main" id="{53705E5B-5F4D-4EDE-B958-B66D5EC01A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08388" y="1182688"/>
            <a:ext cx="3175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6" name="Rectangle 65">
            <a:extLst>
              <a:ext uri="{FF2B5EF4-FFF2-40B4-BE49-F238E27FC236}">
                <a16:creationId xmlns:a16="http://schemas.microsoft.com/office/drawing/2014/main" id="{6D540AAA-843B-474F-9F2C-642BFE2A9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0125" y="976313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7" name="Rectangle 66">
            <a:extLst>
              <a:ext uri="{FF2B5EF4-FFF2-40B4-BE49-F238E27FC236}">
                <a16:creationId xmlns:a16="http://schemas.microsoft.com/office/drawing/2014/main" id="{4D4F8AA0-9B8B-497F-8FE6-C869AB4FD0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7163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8" name="Rectangle 67">
            <a:extLst>
              <a:ext uri="{FF2B5EF4-FFF2-40B4-BE49-F238E27FC236}">
                <a16:creationId xmlns:a16="http://schemas.microsoft.com/office/drawing/2014/main" id="{7F6AEA14-B340-4689-8A77-8E7797583B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2125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39" name="Rectangle 68">
            <a:extLst>
              <a:ext uri="{FF2B5EF4-FFF2-40B4-BE49-F238E27FC236}">
                <a16:creationId xmlns:a16="http://schemas.microsoft.com/office/drawing/2014/main" id="{621E1D49-2ADB-498D-A751-4A0C935D7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8675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40" name="Rectangle 69">
            <a:extLst>
              <a:ext uri="{FF2B5EF4-FFF2-40B4-BE49-F238E27FC236}">
                <a16:creationId xmlns:a16="http://schemas.microsoft.com/office/drawing/2014/main" id="{9F6E76DD-5A37-49F0-B559-214CB4B158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5225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41" name="Rectangle 70">
            <a:extLst>
              <a:ext uri="{FF2B5EF4-FFF2-40B4-BE49-F238E27FC236}">
                <a16:creationId xmlns:a16="http://schemas.microsoft.com/office/drawing/2014/main" id="{D778D8C6-5C81-406C-B931-C7B2FE2E74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5563" y="1862138"/>
            <a:ext cx="681037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42" name="Line 71">
            <a:extLst>
              <a:ext uri="{FF2B5EF4-FFF2-40B4-BE49-F238E27FC236}">
                <a16:creationId xmlns:a16="http://schemas.microsoft.com/office/drawing/2014/main" id="{5DCC416A-775F-4558-98EF-1B1CBFBB7C4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95563" y="2192338"/>
            <a:ext cx="681037" cy="31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43" name="Line 72">
            <a:extLst>
              <a:ext uri="{FF2B5EF4-FFF2-40B4-BE49-F238E27FC236}">
                <a16:creationId xmlns:a16="http://schemas.microsoft.com/office/drawing/2014/main" id="{93A0A25C-8C34-4791-A0D0-F21A7C60F7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43225" y="1862138"/>
            <a:ext cx="1588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44" name="Rectangle 73">
            <a:extLst>
              <a:ext uri="{FF2B5EF4-FFF2-40B4-BE49-F238E27FC236}">
                <a16:creationId xmlns:a16="http://schemas.microsoft.com/office/drawing/2014/main" id="{33E2752B-3813-44E3-8B31-F1E31C1C75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5188" y="16256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45" name="Rectangle 74">
            <a:extLst>
              <a:ext uri="{FF2B5EF4-FFF2-40B4-BE49-F238E27FC236}">
                <a16:creationId xmlns:a16="http://schemas.microsoft.com/office/drawing/2014/main" id="{6AB27773-F391-4574-8D0D-0963E8C6C0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1862138"/>
            <a:ext cx="665163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46" name="Line 75">
            <a:extLst>
              <a:ext uri="{FF2B5EF4-FFF2-40B4-BE49-F238E27FC236}">
                <a16:creationId xmlns:a16="http://schemas.microsoft.com/office/drawing/2014/main" id="{0D334EF5-8F73-42C6-8DD8-94ECB5B810E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76600" y="2192338"/>
            <a:ext cx="665163" cy="31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47" name="Line 76">
            <a:extLst>
              <a:ext uri="{FF2B5EF4-FFF2-40B4-BE49-F238E27FC236}">
                <a16:creationId xmlns:a16="http://schemas.microsoft.com/office/drawing/2014/main" id="{FABA3F61-3DDD-4DCB-BADF-9ACF0FD307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08388" y="1862138"/>
            <a:ext cx="3175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48" name="Rectangle 77">
            <a:extLst>
              <a:ext uri="{FF2B5EF4-FFF2-40B4-BE49-F238E27FC236}">
                <a16:creationId xmlns:a16="http://schemas.microsoft.com/office/drawing/2014/main" id="{30883EE7-7C0A-44B8-A950-4CC0CFB929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2088" y="19605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49" name="Rectangle 78">
            <a:extLst>
              <a:ext uri="{FF2B5EF4-FFF2-40B4-BE49-F238E27FC236}">
                <a16:creationId xmlns:a16="http://schemas.microsoft.com/office/drawing/2014/main" id="{55EADF89-FA72-4475-9A99-8610AB2B55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8638" y="19605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50" name="Rectangle 79">
            <a:extLst>
              <a:ext uri="{FF2B5EF4-FFF2-40B4-BE49-F238E27FC236}">
                <a16:creationId xmlns:a16="http://schemas.microsoft.com/office/drawing/2014/main" id="{65A8ECFF-5E5F-48E8-B0D1-326DD0D288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8638" y="22971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51" name="Rectangle 80">
            <a:extLst>
              <a:ext uri="{FF2B5EF4-FFF2-40B4-BE49-F238E27FC236}">
                <a16:creationId xmlns:a16="http://schemas.microsoft.com/office/drawing/2014/main" id="{A61B2177-9FAC-4F24-8F5C-E6E0FD4F19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12906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52" name="Rectangle 81">
            <a:extLst>
              <a:ext uri="{FF2B5EF4-FFF2-40B4-BE49-F238E27FC236}">
                <a16:creationId xmlns:a16="http://schemas.microsoft.com/office/drawing/2014/main" id="{705AE738-CD68-4A46-860C-0458716B0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1625600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53" name="Rectangle 82">
            <a:extLst>
              <a:ext uri="{FF2B5EF4-FFF2-40B4-BE49-F238E27FC236}">
                <a16:creationId xmlns:a16="http://schemas.microsoft.com/office/drawing/2014/main" id="{A39846C1-B195-441D-9AF7-31C418E692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196056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54" name="Freeform 83">
            <a:extLst>
              <a:ext uri="{FF2B5EF4-FFF2-40B4-BE49-F238E27FC236}">
                <a16:creationId xmlns:a16="http://schemas.microsoft.com/office/drawing/2014/main" id="{89F6B85C-B50A-4382-98EE-DD5B8926C04F}"/>
              </a:ext>
            </a:extLst>
          </p:cNvPr>
          <p:cNvSpPr>
            <a:spLocks/>
          </p:cNvSpPr>
          <p:nvPr/>
        </p:nvSpPr>
        <p:spPr bwMode="auto">
          <a:xfrm>
            <a:off x="2641600" y="1568450"/>
            <a:ext cx="588963" cy="587375"/>
          </a:xfrm>
          <a:custGeom>
            <a:avLst/>
            <a:gdLst>
              <a:gd name="T0" fmla="*/ 2147483646 w 892"/>
              <a:gd name="T1" fmla="*/ 0 h 895"/>
              <a:gd name="T2" fmla="*/ 2147483646 w 892"/>
              <a:gd name="T3" fmla="*/ 0 h 895"/>
              <a:gd name="T4" fmla="*/ 2147483646 w 892"/>
              <a:gd name="T5" fmla="*/ 0 h 895"/>
              <a:gd name="T6" fmla="*/ 2147483646 w 892"/>
              <a:gd name="T7" fmla="*/ 0 h 895"/>
              <a:gd name="T8" fmla="*/ 2147483646 w 892"/>
              <a:gd name="T9" fmla="*/ 0 h 895"/>
              <a:gd name="T10" fmla="*/ 2147483646 w 892"/>
              <a:gd name="T11" fmla="*/ 2147483646 h 895"/>
              <a:gd name="T12" fmla="*/ 2147483646 w 892"/>
              <a:gd name="T13" fmla="*/ 2147483646 h 895"/>
              <a:gd name="T14" fmla="*/ 2147483646 w 892"/>
              <a:gd name="T15" fmla="*/ 2147483646 h 895"/>
              <a:gd name="T16" fmla="*/ 2147483646 w 892"/>
              <a:gd name="T17" fmla="*/ 2147483646 h 895"/>
              <a:gd name="T18" fmla="*/ 2147483646 w 892"/>
              <a:gd name="T19" fmla="*/ 2147483646 h 895"/>
              <a:gd name="T20" fmla="*/ 0 w 892"/>
              <a:gd name="T21" fmla="*/ 2147483646 h 895"/>
              <a:gd name="T22" fmla="*/ 0 w 892"/>
              <a:gd name="T23" fmla="*/ 2147483646 h 895"/>
              <a:gd name="T24" fmla="*/ 0 w 892"/>
              <a:gd name="T25" fmla="*/ 2147483646 h 895"/>
              <a:gd name="T26" fmla="*/ 0 w 892"/>
              <a:gd name="T27" fmla="*/ 2147483646 h 895"/>
              <a:gd name="T28" fmla="*/ 0 w 892"/>
              <a:gd name="T29" fmla="*/ 2147483646 h 895"/>
              <a:gd name="T30" fmla="*/ 0 w 892"/>
              <a:gd name="T31" fmla="*/ 2147483646 h 895"/>
              <a:gd name="T32" fmla="*/ 0 w 892"/>
              <a:gd name="T33" fmla="*/ 2147483646 h 895"/>
              <a:gd name="T34" fmla="*/ 0 w 892"/>
              <a:gd name="T35" fmla="*/ 2147483646 h 895"/>
              <a:gd name="T36" fmla="*/ 0 w 892"/>
              <a:gd name="T37" fmla="*/ 2147483646 h 895"/>
              <a:gd name="T38" fmla="*/ 2147483646 w 892"/>
              <a:gd name="T39" fmla="*/ 2147483646 h 895"/>
              <a:gd name="T40" fmla="*/ 2147483646 w 892"/>
              <a:gd name="T41" fmla="*/ 2147483646 h 895"/>
              <a:gd name="T42" fmla="*/ 2147483646 w 892"/>
              <a:gd name="T43" fmla="*/ 2147483646 h 895"/>
              <a:gd name="T44" fmla="*/ 2147483646 w 892"/>
              <a:gd name="T45" fmla="*/ 2147483646 h 895"/>
              <a:gd name="T46" fmla="*/ 2147483646 w 892"/>
              <a:gd name="T47" fmla="*/ 2147483646 h 895"/>
              <a:gd name="T48" fmla="*/ 2147483646 w 892"/>
              <a:gd name="T49" fmla="*/ 2147483646 h 895"/>
              <a:gd name="T50" fmla="*/ 2147483646 w 892"/>
              <a:gd name="T51" fmla="*/ 2147483646 h 895"/>
              <a:gd name="T52" fmla="*/ 2147483646 w 892"/>
              <a:gd name="T53" fmla="*/ 2147483646 h 895"/>
              <a:gd name="T54" fmla="*/ 2147483646 w 892"/>
              <a:gd name="T55" fmla="*/ 2147483646 h 895"/>
              <a:gd name="T56" fmla="*/ 2147483646 w 892"/>
              <a:gd name="T57" fmla="*/ 2147483646 h 895"/>
              <a:gd name="T58" fmla="*/ 2147483646 w 892"/>
              <a:gd name="T59" fmla="*/ 2147483646 h 895"/>
              <a:gd name="T60" fmla="*/ 2147483646 w 892"/>
              <a:gd name="T61" fmla="*/ 2147483646 h 895"/>
              <a:gd name="T62" fmla="*/ 2147483646 w 892"/>
              <a:gd name="T63" fmla="*/ 2147483646 h 895"/>
              <a:gd name="T64" fmla="*/ 2147483646 w 892"/>
              <a:gd name="T65" fmla="*/ 2147483646 h 895"/>
              <a:gd name="T66" fmla="*/ 2147483646 w 892"/>
              <a:gd name="T67" fmla="*/ 2147483646 h 895"/>
              <a:gd name="T68" fmla="*/ 2147483646 w 892"/>
              <a:gd name="T69" fmla="*/ 2147483646 h 895"/>
              <a:gd name="T70" fmla="*/ 2147483646 w 892"/>
              <a:gd name="T71" fmla="*/ 2147483646 h 895"/>
              <a:gd name="T72" fmla="*/ 2147483646 w 892"/>
              <a:gd name="T73" fmla="*/ 2147483646 h 895"/>
              <a:gd name="T74" fmla="*/ 2147483646 w 892"/>
              <a:gd name="T75" fmla="*/ 2147483646 h 895"/>
              <a:gd name="T76" fmla="*/ 2147483646 w 892"/>
              <a:gd name="T77" fmla="*/ 2147483646 h 895"/>
              <a:gd name="T78" fmla="*/ 2147483646 w 892"/>
              <a:gd name="T79" fmla="*/ 2147483646 h 895"/>
              <a:gd name="T80" fmla="*/ 2147483646 w 892"/>
              <a:gd name="T81" fmla="*/ 2147483646 h 895"/>
              <a:gd name="T82" fmla="*/ 2147483646 w 892"/>
              <a:gd name="T83" fmla="*/ 2147483646 h 895"/>
              <a:gd name="T84" fmla="*/ 2147483646 w 892"/>
              <a:gd name="T85" fmla="*/ 2147483646 h 895"/>
              <a:gd name="T86" fmla="*/ 2147483646 w 892"/>
              <a:gd name="T87" fmla="*/ 2147483646 h 895"/>
              <a:gd name="T88" fmla="*/ 2147483646 w 892"/>
              <a:gd name="T89" fmla="*/ 2147483646 h 895"/>
              <a:gd name="T90" fmla="*/ 2147483646 w 892"/>
              <a:gd name="T91" fmla="*/ 2147483646 h 895"/>
              <a:gd name="T92" fmla="*/ 2147483646 w 892"/>
              <a:gd name="T93" fmla="*/ 2147483646 h 895"/>
              <a:gd name="T94" fmla="*/ 2147483646 w 892"/>
              <a:gd name="T95" fmla="*/ 2147483646 h 895"/>
              <a:gd name="T96" fmla="*/ 2147483646 w 892"/>
              <a:gd name="T97" fmla="*/ 2147483646 h 895"/>
              <a:gd name="T98" fmla="*/ 2147483646 w 892"/>
              <a:gd name="T99" fmla="*/ 2147483646 h 895"/>
              <a:gd name="T100" fmla="*/ 2147483646 w 892"/>
              <a:gd name="T101" fmla="*/ 2147483646 h 895"/>
              <a:gd name="T102" fmla="*/ 2147483646 w 892"/>
              <a:gd name="T103" fmla="*/ 2147483646 h 895"/>
              <a:gd name="T104" fmla="*/ 2147483646 w 892"/>
              <a:gd name="T105" fmla="*/ 2147483646 h 895"/>
              <a:gd name="T106" fmla="*/ 2147483646 w 892"/>
              <a:gd name="T107" fmla="*/ 2147483646 h 895"/>
              <a:gd name="T108" fmla="*/ 2147483646 w 892"/>
              <a:gd name="T109" fmla="*/ 0 h 895"/>
              <a:gd name="T110" fmla="*/ 2147483646 w 892"/>
              <a:gd name="T111" fmla="*/ 0 h 895"/>
              <a:gd name="T112" fmla="*/ 2147483646 w 892"/>
              <a:gd name="T113" fmla="*/ 0 h 895"/>
              <a:gd name="T114" fmla="*/ 2147483646 w 892"/>
              <a:gd name="T115" fmla="*/ 0 h 895"/>
              <a:gd name="T116" fmla="*/ 2147483646 w 892"/>
              <a:gd name="T117" fmla="*/ 0 h 895"/>
              <a:gd name="T118" fmla="*/ 2147483646 w 892"/>
              <a:gd name="T119" fmla="*/ 0 h 895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892" h="895">
                <a:moveTo>
                  <a:pt x="490" y="0"/>
                </a:moveTo>
                <a:lnTo>
                  <a:pt x="487" y="0"/>
                </a:lnTo>
                <a:lnTo>
                  <a:pt x="483" y="0"/>
                </a:lnTo>
                <a:lnTo>
                  <a:pt x="479" y="0"/>
                </a:lnTo>
                <a:lnTo>
                  <a:pt x="476" y="0"/>
                </a:lnTo>
                <a:lnTo>
                  <a:pt x="472" y="0"/>
                </a:lnTo>
                <a:lnTo>
                  <a:pt x="470" y="0"/>
                </a:lnTo>
                <a:lnTo>
                  <a:pt x="466" y="0"/>
                </a:lnTo>
                <a:lnTo>
                  <a:pt x="463" y="0"/>
                </a:lnTo>
                <a:lnTo>
                  <a:pt x="460" y="0"/>
                </a:lnTo>
                <a:lnTo>
                  <a:pt x="457" y="0"/>
                </a:lnTo>
                <a:lnTo>
                  <a:pt x="453" y="0"/>
                </a:lnTo>
                <a:lnTo>
                  <a:pt x="449" y="0"/>
                </a:lnTo>
                <a:lnTo>
                  <a:pt x="447" y="0"/>
                </a:lnTo>
                <a:lnTo>
                  <a:pt x="443" y="0"/>
                </a:lnTo>
                <a:lnTo>
                  <a:pt x="439" y="0"/>
                </a:lnTo>
                <a:lnTo>
                  <a:pt x="435" y="0"/>
                </a:lnTo>
                <a:lnTo>
                  <a:pt x="430" y="0"/>
                </a:lnTo>
                <a:lnTo>
                  <a:pt x="427" y="0"/>
                </a:lnTo>
                <a:lnTo>
                  <a:pt x="421" y="0"/>
                </a:lnTo>
                <a:lnTo>
                  <a:pt x="416" y="0"/>
                </a:lnTo>
                <a:lnTo>
                  <a:pt x="410" y="0"/>
                </a:lnTo>
                <a:lnTo>
                  <a:pt x="404" y="0"/>
                </a:lnTo>
                <a:lnTo>
                  <a:pt x="398" y="0"/>
                </a:lnTo>
                <a:lnTo>
                  <a:pt x="391" y="0"/>
                </a:lnTo>
                <a:lnTo>
                  <a:pt x="382" y="0"/>
                </a:lnTo>
                <a:lnTo>
                  <a:pt x="375" y="0"/>
                </a:lnTo>
                <a:lnTo>
                  <a:pt x="365" y="0"/>
                </a:lnTo>
                <a:lnTo>
                  <a:pt x="357" y="0"/>
                </a:lnTo>
                <a:lnTo>
                  <a:pt x="346" y="0"/>
                </a:lnTo>
                <a:lnTo>
                  <a:pt x="335" y="0"/>
                </a:lnTo>
                <a:lnTo>
                  <a:pt x="325" y="0"/>
                </a:lnTo>
                <a:lnTo>
                  <a:pt x="313" y="0"/>
                </a:lnTo>
                <a:lnTo>
                  <a:pt x="301" y="0"/>
                </a:lnTo>
                <a:lnTo>
                  <a:pt x="289" y="0"/>
                </a:lnTo>
                <a:lnTo>
                  <a:pt x="278" y="0"/>
                </a:lnTo>
                <a:lnTo>
                  <a:pt x="268" y="0"/>
                </a:lnTo>
                <a:lnTo>
                  <a:pt x="259" y="0"/>
                </a:lnTo>
                <a:lnTo>
                  <a:pt x="250" y="0"/>
                </a:lnTo>
                <a:lnTo>
                  <a:pt x="242" y="0"/>
                </a:lnTo>
                <a:lnTo>
                  <a:pt x="235" y="0"/>
                </a:lnTo>
                <a:lnTo>
                  <a:pt x="228" y="0"/>
                </a:lnTo>
                <a:lnTo>
                  <a:pt x="220" y="0"/>
                </a:lnTo>
                <a:lnTo>
                  <a:pt x="214" y="0"/>
                </a:lnTo>
                <a:lnTo>
                  <a:pt x="208" y="0"/>
                </a:lnTo>
                <a:lnTo>
                  <a:pt x="204" y="0"/>
                </a:lnTo>
                <a:lnTo>
                  <a:pt x="199" y="0"/>
                </a:lnTo>
                <a:lnTo>
                  <a:pt x="194" y="0"/>
                </a:lnTo>
                <a:lnTo>
                  <a:pt x="189" y="0"/>
                </a:lnTo>
                <a:lnTo>
                  <a:pt x="186" y="0"/>
                </a:lnTo>
                <a:lnTo>
                  <a:pt x="182" y="0"/>
                </a:lnTo>
                <a:lnTo>
                  <a:pt x="178" y="0"/>
                </a:lnTo>
                <a:lnTo>
                  <a:pt x="175" y="0"/>
                </a:lnTo>
                <a:lnTo>
                  <a:pt x="171" y="0"/>
                </a:lnTo>
                <a:lnTo>
                  <a:pt x="168" y="0"/>
                </a:lnTo>
                <a:lnTo>
                  <a:pt x="165" y="0"/>
                </a:lnTo>
                <a:lnTo>
                  <a:pt x="162" y="0"/>
                </a:lnTo>
                <a:lnTo>
                  <a:pt x="159" y="0"/>
                </a:lnTo>
                <a:lnTo>
                  <a:pt x="156" y="0"/>
                </a:lnTo>
                <a:lnTo>
                  <a:pt x="152" y="0"/>
                </a:lnTo>
                <a:lnTo>
                  <a:pt x="148" y="0"/>
                </a:lnTo>
                <a:lnTo>
                  <a:pt x="145" y="0"/>
                </a:lnTo>
                <a:lnTo>
                  <a:pt x="141" y="0"/>
                </a:lnTo>
                <a:lnTo>
                  <a:pt x="138" y="0"/>
                </a:lnTo>
                <a:lnTo>
                  <a:pt x="134" y="0"/>
                </a:lnTo>
                <a:lnTo>
                  <a:pt x="130" y="0"/>
                </a:lnTo>
                <a:lnTo>
                  <a:pt x="126" y="0"/>
                </a:lnTo>
                <a:lnTo>
                  <a:pt x="122" y="0"/>
                </a:lnTo>
                <a:lnTo>
                  <a:pt x="120" y="2"/>
                </a:lnTo>
                <a:lnTo>
                  <a:pt x="116" y="2"/>
                </a:lnTo>
                <a:lnTo>
                  <a:pt x="112" y="2"/>
                </a:lnTo>
                <a:lnTo>
                  <a:pt x="110" y="2"/>
                </a:lnTo>
                <a:lnTo>
                  <a:pt x="108" y="2"/>
                </a:lnTo>
                <a:lnTo>
                  <a:pt x="105" y="2"/>
                </a:lnTo>
                <a:lnTo>
                  <a:pt x="103" y="3"/>
                </a:lnTo>
                <a:lnTo>
                  <a:pt x="100" y="3"/>
                </a:lnTo>
                <a:lnTo>
                  <a:pt x="98" y="3"/>
                </a:lnTo>
                <a:lnTo>
                  <a:pt x="96" y="4"/>
                </a:lnTo>
                <a:lnTo>
                  <a:pt x="93" y="5"/>
                </a:lnTo>
                <a:lnTo>
                  <a:pt x="91" y="5"/>
                </a:lnTo>
                <a:lnTo>
                  <a:pt x="90" y="6"/>
                </a:lnTo>
                <a:lnTo>
                  <a:pt x="87" y="8"/>
                </a:lnTo>
                <a:lnTo>
                  <a:pt x="85" y="9"/>
                </a:lnTo>
                <a:lnTo>
                  <a:pt x="82" y="10"/>
                </a:lnTo>
                <a:lnTo>
                  <a:pt x="81" y="12"/>
                </a:lnTo>
                <a:lnTo>
                  <a:pt x="79" y="14"/>
                </a:lnTo>
                <a:lnTo>
                  <a:pt x="76" y="16"/>
                </a:lnTo>
                <a:lnTo>
                  <a:pt x="74" y="17"/>
                </a:lnTo>
                <a:lnTo>
                  <a:pt x="72" y="20"/>
                </a:lnTo>
                <a:lnTo>
                  <a:pt x="68" y="22"/>
                </a:lnTo>
                <a:lnTo>
                  <a:pt x="66" y="24"/>
                </a:lnTo>
                <a:lnTo>
                  <a:pt x="62" y="28"/>
                </a:lnTo>
                <a:lnTo>
                  <a:pt x="60" y="30"/>
                </a:lnTo>
                <a:lnTo>
                  <a:pt x="56" y="34"/>
                </a:lnTo>
                <a:lnTo>
                  <a:pt x="52" y="38"/>
                </a:lnTo>
                <a:lnTo>
                  <a:pt x="49" y="41"/>
                </a:lnTo>
                <a:lnTo>
                  <a:pt x="44" y="46"/>
                </a:lnTo>
                <a:lnTo>
                  <a:pt x="40" y="50"/>
                </a:lnTo>
                <a:lnTo>
                  <a:pt x="37" y="53"/>
                </a:lnTo>
                <a:lnTo>
                  <a:pt x="33" y="57"/>
                </a:lnTo>
                <a:lnTo>
                  <a:pt x="30" y="60"/>
                </a:lnTo>
                <a:lnTo>
                  <a:pt x="27" y="64"/>
                </a:lnTo>
                <a:lnTo>
                  <a:pt x="24" y="66"/>
                </a:lnTo>
                <a:lnTo>
                  <a:pt x="21" y="69"/>
                </a:lnTo>
                <a:lnTo>
                  <a:pt x="19" y="72"/>
                </a:lnTo>
                <a:lnTo>
                  <a:pt x="16" y="75"/>
                </a:lnTo>
                <a:lnTo>
                  <a:pt x="14" y="77"/>
                </a:lnTo>
                <a:lnTo>
                  <a:pt x="13" y="80"/>
                </a:lnTo>
                <a:lnTo>
                  <a:pt x="10" y="82"/>
                </a:lnTo>
                <a:lnTo>
                  <a:pt x="9" y="84"/>
                </a:lnTo>
                <a:lnTo>
                  <a:pt x="8" y="86"/>
                </a:lnTo>
                <a:lnTo>
                  <a:pt x="7" y="88"/>
                </a:lnTo>
                <a:lnTo>
                  <a:pt x="6" y="90"/>
                </a:lnTo>
                <a:lnTo>
                  <a:pt x="4" y="93"/>
                </a:lnTo>
                <a:lnTo>
                  <a:pt x="3" y="94"/>
                </a:lnTo>
                <a:lnTo>
                  <a:pt x="3" y="96"/>
                </a:lnTo>
                <a:lnTo>
                  <a:pt x="2" y="99"/>
                </a:lnTo>
                <a:lnTo>
                  <a:pt x="2" y="101"/>
                </a:lnTo>
                <a:lnTo>
                  <a:pt x="1" y="104"/>
                </a:lnTo>
                <a:lnTo>
                  <a:pt x="1" y="106"/>
                </a:lnTo>
                <a:lnTo>
                  <a:pt x="1" y="108"/>
                </a:lnTo>
                <a:lnTo>
                  <a:pt x="1" y="111"/>
                </a:lnTo>
                <a:lnTo>
                  <a:pt x="1" y="114"/>
                </a:lnTo>
                <a:lnTo>
                  <a:pt x="0" y="117"/>
                </a:lnTo>
                <a:lnTo>
                  <a:pt x="0" y="120"/>
                </a:lnTo>
                <a:lnTo>
                  <a:pt x="0" y="123"/>
                </a:lnTo>
                <a:lnTo>
                  <a:pt x="0" y="126"/>
                </a:lnTo>
                <a:lnTo>
                  <a:pt x="0" y="131"/>
                </a:lnTo>
                <a:lnTo>
                  <a:pt x="0" y="135"/>
                </a:lnTo>
                <a:lnTo>
                  <a:pt x="0" y="138"/>
                </a:lnTo>
                <a:lnTo>
                  <a:pt x="0" y="143"/>
                </a:lnTo>
                <a:lnTo>
                  <a:pt x="0" y="147"/>
                </a:lnTo>
                <a:lnTo>
                  <a:pt x="0" y="150"/>
                </a:lnTo>
                <a:lnTo>
                  <a:pt x="0" y="154"/>
                </a:lnTo>
                <a:lnTo>
                  <a:pt x="0" y="158"/>
                </a:lnTo>
                <a:lnTo>
                  <a:pt x="0" y="160"/>
                </a:lnTo>
                <a:lnTo>
                  <a:pt x="0" y="164"/>
                </a:lnTo>
                <a:lnTo>
                  <a:pt x="0" y="168"/>
                </a:lnTo>
                <a:lnTo>
                  <a:pt x="0" y="172"/>
                </a:lnTo>
                <a:lnTo>
                  <a:pt x="0" y="176"/>
                </a:lnTo>
                <a:lnTo>
                  <a:pt x="0" y="181"/>
                </a:lnTo>
                <a:lnTo>
                  <a:pt x="0" y="185"/>
                </a:lnTo>
                <a:lnTo>
                  <a:pt x="0" y="190"/>
                </a:lnTo>
                <a:lnTo>
                  <a:pt x="0" y="196"/>
                </a:lnTo>
                <a:lnTo>
                  <a:pt x="0" y="202"/>
                </a:lnTo>
                <a:lnTo>
                  <a:pt x="0" y="208"/>
                </a:lnTo>
                <a:lnTo>
                  <a:pt x="0" y="215"/>
                </a:lnTo>
                <a:lnTo>
                  <a:pt x="0" y="224"/>
                </a:lnTo>
                <a:lnTo>
                  <a:pt x="0" y="232"/>
                </a:lnTo>
                <a:lnTo>
                  <a:pt x="0" y="241"/>
                </a:lnTo>
                <a:lnTo>
                  <a:pt x="0" y="251"/>
                </a:lnTo>
                <a:lnTo>
                  <a:pt x="0" y="261"/>
                </a:lnTo>
                <a:lnTo>
                  <a:pt x="0" y="273"/>
                </a:lnTo>
                <a:lnTo>
                  <a:pt x="0" y="286"/>
                </a:lnTo>
                <a:lnTo>
                  <a:pt x="0" y="299"/>
                </a:lnTo>
                <a:lnTo>
                  <a:pt x="0" y="314"/>
                </a:lnTo>
                <a:lnTo>
                  <a:pt x="0" y="329"/>
                </a:lnTo>
                <a:lnTo>
                  <a:pt x="0" y="346"/>
                </a:lnTo>
                <a:lnTo>
                  <a:pt x="0" y="363"/>
                </a:lnTo>
                <a:lnTo>
                  <a:pt x="0" y="382"/>
                </a:lnTo>
                <a:lnTo>
                  <a:pt x="0" y="403"/>
                </a:lnTo>
                <a:lnTo>
                  <a:pt x="0" y="423"/>
                </a:lnTo>
                <a:lnTo>
                  <a:pt x="0" y="442"/>
                </a:lnTo>
                <a:lnTo>
                  <a:pt x="0" y="460"/>
                </a:lnTo>
                <a:lnTo>
                  <a:pt x="0" y="477"/>
                </a:lnTo>
                <a:lnTo>
                  <a:pt x="0" y="493"/>
                </a:lnTo>
                <a:lnTo>
                  <a:pt x="0" y="507"/>
                </a:lnTo>
                <a:lnTo>
                  <a:pt x="0" y="520"/>
                </a:lnTo>
                <a:lnTo>
                  <a:pt x="0" y="532"/>
                </a:lnTo>
                <a:lnTo>
                  <a:pt x="0" y="544"/>
                </a:lnTo>
                <a:lnTo>
                  <a:pt x="0" y="555"/>
                </a:lnTo>
                <a:lnTo>
                  <a:pt x="0" y="565"/>
                </a:lnTo>
                <a:lnTo>
                  <a:pt x="0" y="574"/>
                </a:lnTo>
                <a:lnTo>
                  <a:pt x="0" y="583"/>
                </a:lnTo>
                <a:lnTo>
                  <a:pt x="0" y="590"/>
                </a:lnTo>
                <a:lnTo>
                  <a:pt x="0" y="597"/>
                </a:lnTo>
                <a:lnTo>
                  <a:pt x="0" y="604"/>
                </a:lnTo>
                <a:lnTo>
                  <a:pt x="0" y="610"/>
                </a:lnTo>
                <a:lnTo>
                  <a:pt x="0" y="615"/>
                </a:lnTo>
                <a:lnTo>
                  <a:pt x="0" y="621"/>
                </a:lnTo>
                <a:lnTo>
                  <a:pt x="0" y="626"/>
                </a:lnTo>
                <a:lnTo>
                  <a:pt x="0" y="629"/>
                </a:lnTo>
                <a:lnTo>
                  <a:pt x="0" y="634"/>
                </a:lnTo>
                <a:lnTo>
                  <a:pt x="0" y="638"/>
                </a:lnTo>
                <a:lnTo>
                  <a:pt x="0" y="641"/>
                </a:lnTo>
                <a:lnTo>
                  <a:pt x="0" y="645"/>
                </a:lnTo>
                <a:lnTo>
                  <a:pt x="0" y="649"/>
                </a:lnTo>
                <a:lnTo>
                  <a:pt x="0" y="652"/>
                </a:lnTo>
                <a:lnTo>
                  <a:pt x="0" y="656"/>
                </a:lnTo>
                <a:lnTo>
                  <a:pt x="0" y="659"/>
                </a:lnTo>
                <a:lnTo>
                  <a:pt x="0" y="663"/>
                </a:lnTo>
                <a:lnTo>
                  <a:pt x="0" y="667"/>
                </a:lnTo>
                <a:lnTo>
                  <a:pt x="0" y="671"/>
                </a:lnTo>
                <a:lnTo>
                  <a:pt x="0" y="675"/>
                </a:lnTo>
                <a:lnTo>
                  <a:pt x="0" y="679"/>
                </a:lnTo>
                <a:lnTo>
                  <a:pt x="0" y="682"/>
                </a:lnTo>
                <a:lnTo>
                  <a:pt x="0" y="686"/>
                </a:lnTo>
                <a:lnTo>
                  <a:pt x="0" y="689"/>
                </a:lnTo>
                <a:lnTo>
                  <a:pt x="0" y="692"/>
                </a:lnTo>
                <a:lnTo>
                  <a:pt x="0" y="694"/>
                </a:lnTo>
                <a:lnTo>
                  <a:pt x="0" y="698"/>
                </a:lnTo>
                <a:lnTo>
                  <a:pt x="0" y="700"/>
                </a:lnTo>
                <a:lnTo>
                  <a:pt x="0" y="703"/>
                </a:lnTo>
                <a:lnTo>
                  <a:pt x="0" y="705"/>
                </a:lnTo>
                <a:lnTo>
                  <a:pt x="0" y="707"/>
                </a:lnTo>
                <a:lnTo>
                  <a:pt x="0" y="709"/>
                </a:lnTo>
                <a:lnTo>
                  <a:pt x="0" y="711"/>
                </a:lnTo>
                <a:lnTo>
                  <a:pt x="0" y="713"/>
                </a:lnTo>
                <a:lnTo>
                  <a:pt x="0" y="716"/>
                </a:lnTo>
                <a:lnTo>
                  <a:pt x="0" y="717"/>
                </a:lnTo>
                <a:lnTo>
                  <a:pt x="0" y="719"/>
                </a:lnTo>
                <a:lnTo>
                  <a:pt x="0" y="722"/>
                </a:lnTo>
                <a:lnTo>
                  <a:pt x="0" y="724"/>
                </a:lnTo>
                <a:lnTo>
                  <a:pt x="0" y="727"/>
                </a:lnTo>
                <a:lnTo>
                  <a:pt x="0" y="729"/>
                </a:lnTo>
                <a:lnTo>
                  <a:pt x="0" y="731"/>
                </a:lnTo>
                <a:lnTo>
                  <a:pt x="0" y="734"/>
                </a:lnTo>
                <a:lnTo>
                  <a:pt x="0" y="736"/>
                </a:lnTo>
                <a:lnTo>
                  <a:pt x="0" y="739"/>
                </a:lnTo>
                <a:lnTo>
                  <a:pt x="0" y="742"/>
                </a:lnTo>
                <a:lnTo>
                  <a:pt x="0" y="746"/>
                </a:lnTo>
                <a:lnTo>
                  <a:pt x="0" y="748"/>
                </a:lnTo>
                <a:lnTo>
                  <a:pt x="0" y="752"/>
                </a:lnTo>
                <a:lnTo>
                  <a:pt x="0" y="757"/>
                </a:lnTo>
                <a:lnTo>
                  <a:pt x="0" y="760"/>
                </a:lnTo>
                <a:lnTo>
                  <a:pt x="0" y="764"/>
                </a:lnTo>
                <a:lnTo>
                  <a:pt x="0" y="769"/>
                </a:lnTo>
                <a:lnTo>
                  <a:pt x="0" y="772"/>
                </a:lnTo>
                <a:lnTo>
                  <a:pt x="0" y="775"/>
                </a:lnTo>
                <a:lnTo>
                  <a:pt x="0" y="778"/>
                </a:lnTo>
                <a:lnTo>
                  <a:pt x="1" y="781"/>
                </a:lnTo>
                <a:lnTo>
                  <a:pt x="1" y="784"/>
                </a:lnTo>
                <a:lnTo>
                  <a:pt x="1" y="787"/>
                </a:lnTo>
                <a:lnTo>
                  <a:pt x="1" y="789"/>
                </a:lnTo>
                <a:lnTo>
                  <a:pt x="1" y="791"/>
                </a:lnTo>
                <a:lnTo>
                  <a:pt x="2" y="794"/>
                </a:lnTo>
                <a:lnTo>
                  <a:pt x="2" y="796"/>
                </a:lnTo>
                <a:lnTo>
                  <a:pt x="3" y="799"/>
                </a:lnTo>
                <a:lnTo>
                  <a:pt x="3" y="801"/>
                </a:lnTo>
                <a:lnTo>
                  <a:pt x="4" y="802"/>
                </a:lnTo>
                <a:lnTo>
                  <a:pt x="6" y="805"/>
                </a:lnTo>
                <a:lnTo>
                  <a:pt x="7" y="807"/>
                </a:lnTo>
                <a:lnTo>
                  <a:pt x="8" y="809"/>
                </a:lnTo>
                <a:lnTo>
                  <a:pt x="9" y="811"/>
                </a:lnTo>
                <a:lnTo>
                  <a:pt x="10" y="813"/>
                </a:lnTo>
                <a:lnTo>
                  <a:pt x="13" y="815"/>
                </a:lnTo>
                <a:lnTo>
                  <a:pt x="14" y="818"/>
                </a:lnTo>
                <a:lnTo>
                  <a:pt x="16" y="820"/>
                </a:lnTo>
                <a:lnTo>
                  <a:pt x="19" y="823"/>
                </a:lnTo>
                <a:lnTo>
                  <a:pt x="21" y="825"/>
                </a:lnTo>
                <a:lnTo>
                  <a:pt x="24" y="829"/>
                </a:lnTo>
                <a:lnTo>
                  <a:pt x="27" y="831"/>
                </a:lnTo>
                <a:lnTo>
                  <a:pt x="30" y="835"/>
                </a:lnTo>
                <a:lnTo>
                  <a:pt x="33" y="838"/>
                </a:lnTo>
                <a:lnTo>
                  <a:pt x="37" y="842"/>
                </a:lnTo>
                <a:lnTo>
                  <a:pt x="40" y="845"/>
                </a:lnTo>
                <a:lnTo>
                  <a:pt x="44" y="849"/>
                </a:lnTo>
                <a:lnTo>
                  <a:pt x="49" y="854"/>
                </a:lnTo>
                <a:lnTo>
                  <a:pt x="52" y="857"/>
                </a:lnTo>
                <a:lnTo>
                  <a:pt x="56" y="861"/>
                </a:lnTo>
                <a:lnTo>
                  <a:pt x="60" y="865"/>
                </a:lnTo>
                <a:lnTo>
                  <a:pt x="62" y="867"/>
                </a:lnTo>
                <a:lnTo>
                  <a:pt x="66" y="871"/>
                </a:lnTo>
                <a:lnTo>
                  <a:pt x="68" y="873"/>
                </a:lnTo>
                <a:lnTo>
                  <a:pt x="72" y="875"/>
                </a:lnTo>
                <a:lnTo>
                  <a:pt x="74" y="878"/>
                </a:lnTo>
                <a:lnTo>
                  <a:pt x="76" y="880"/>
                </a:lnTo>
                <a:lnTo>
                  <a:pt x="79" y="881"/>
                </a:lnTo>
                <a:lnTo>
                  <a:pt x="81" y="884"/>
                </a:lnTo>
                <a:lnTo>
                  <a:pt x="82" y="885"/>
                </a:lnTo>
                <a:lnTo>
                  <a:pt x="85" y="886"/>
                </a:lnTo>
                <a:lnTo>
                  <a:pt x="87" y="887"/>
                </a:lnTo>
                <a:lnTo>
                  <a:pt x="90" y="889"/>
                </a:lnTo>
                <a:lnTo>
                  <a:pt x="91" y="890"/>
                </a:lnTo>
                <a:lnTo>
                  <a:pt x="93" y="891"/>
                </a:lnTo>
                <a:lnTo>
                  <a:pt x="96" y="891"/>
                </a:lnTo>
                <a:lnTo>
                  <a:pt x="98" y="892"/>
                </a:lnTo>
                <a:lnTo>
                  <a:pt x="100" y="892"/>
                </a:lnTo>
                <a:lnTo>
                  <a:pt x="103" y="892"/>
                </a:lnTo>
                <a:lnTo>
                  <a:pt x="105" y="893"/>
                </a:lnTo>
                <a:lnTo>
                  <a:pt x="108" y="893"/>
                </a:lnTo>
                <a:lnTo>
                  <a:pt x="110" y="893"/>
                </a:lnTo>
                <a:lnTo>
                  <a:pt x="112" y="893"/>
                </a:lnTo>
                <a:lnTo>
                  <a:pt x="116" y="893"/>
                </a:lnTo>
                <a:lnTo>
                  <a:pt x="120" y="895"/>
                </a:lnTo>
                <a:lnTo>
                  <a:pt x="122" y="895"/>
                </a:lnTo>
                <a:lnTo>
                  <a:pt x="126" y="895"/>
                </a:lnTo>
                <a:lnTo>
                  <a:pt x="130" y="895"/>
                </a:lnTo>
                <a:lnTo>
                  <a:pt x="134" y="895"/>
                </a:lnTo>
                <a:lnTo>
                  <a:pt x="138" y="895"/>
                </a:lnTo>
                <a:lnTo>
                  <a:pt x="141" y="895"/>
                </a:lnTo>
                <a:lnTo>
                  <a:pt x="145" y="895"/>
                </a:lnTo>
                <a:lnTo>
                  <a:pt x="148" y="895"/>
                </a:lnTo>
                <a:lnTo>
                  <a:pt x="152" y="895"/>
                </a:lnTo>
                <a:lnTo>
                  <a:pt x="156" y="895"/>
                </a:lnTo>
                <a:lnTo>
                  <a:pt x="159" y="895"/>
                </a:lnTo>
                <a:lnTo>
                  <a:pt x="162" y="895"/>
                </a:lnTo>
                <a:lnTo>
                  <a:pt x="165" y="895"/>
                </a:lnTo>
                <a:lnTo>
                  <a:pt x="168" y="895"/>
                </a:lnTo>
                <a:lnTo>
                  <a:pt x="171" y="895"/>
                </a:lnTo>
                <a:lnTo>
                  <a:pt x="175" y="895"/>
                </a:lnTo>
                <a:lnTo>
                  <a:pt x="178" y="895"/>
                </a:lnTo>
                <a:lnTo>
                  <a:pt x="182" y="895"/>
                </a:lnTo>
                <a:lnTo>
                  <a:pt x="186" y="895"/>
                </a:lnTo>
                <a:lnTo>
                  <a:pt x="189" y="895"/>
                </a:lnTo>
                <a:lnTo>
                  <a:pt x="194" y="895"/>
                </a:lnTo>
                <a:lnTo>
                  <a:pt x="199" y="895"/>
                </a:lnTo>
                <a:lnTo>
                  <a:pt x="204" y="895"/>
                </a:lnTo>
                <a:lnTo>
                  <a:pt x="208" y="895"/>
                </a:lnTo>
                <a:lnTo>
                  <a:pt x="214" y="895"/>
                </a:lnTo>
                <a:lnTo>
                  <a:pt x="220" y="895"/>
                </a:lnTo>
                <a:lnTo>
                  <a:pt x="228" y="895"/>
                </a:lnTo>
                <a:lnTo>
                  <a:pt x="235" y="895"/>
                </a:lnTo>
                <a:lnTo>
                  <a:pt x="242" y="895"/>
                </a:lnTo>
                <a:lnTo>
                  <a:pt x="250" y="895"/>
                </a:lnTo>
                <a:lnTo>
                  <a:pt x="259" y="895"/>
                </a:lnTo>
                <a:lnTo>
                  <a:pt x="268" y="895"/>
                </a:lnTo>
                <a:lnTo>
                  <a:pt x="278" y="895"/>
                </a:lnTo>
                <a:lnTo>
                  <a:pt x="289" y="895"/>
                </a:lnTo>
                <a:lnTo>
                  <a:pt x="301" y="895"/>
                </a:lnTo>
                <a:lnTo>
                  <a:pt x="313" y="895"/>
                </a:lnTo>
                <a:lnTo>
                  <a:pt x="325" y="895"/>
                </a:lnTo>
                <a:lnTo>
                  <a:pt x="335" y="895"/>
                </a:lnTo>
                <a:lnTo>
                  <a:pt x="346" y="895"/>
                </a:lnTo>
                <a:lnTo>
                  <a:pt x="357" y="895"/>
                </a:lnTo>
                <a:lnTo>
                  <a:pt x="367" y="895"/>
                </a:lnTo>
                <a:lnTo>
                  <a:pt x="375" y="895"/>
                </a:lnTo>
                <a:lnTo>
                  <a:pt x="383" y="895"/>
                </a:lnTo>
                <a:lnTo>
                  <a:pt x="392" y="895"/>
                </a:lnTo>
                <a:lnTo>
                  <a:pt x="399" y="895"/>
                </a:lnTo>
                <a:lnTo>
                  <a:pt x="406" y="895"/>
                </a:lnTo>
                <a:lnTo>
                  <a:pt x="413" y="895"/>
                </a:lnTo>
                <a:lnTo>
                  <a:pt x="421" y="895"/>
                </a:lnTo>
                <a:lnTo>
                  <a:pt x="427" y="895"/>
                </a:lnTo>
                <a:lnTo>
                  <a:pt x="434" y="895"/>
                </a:lnTo>
                <a:lnTo>
                  <a:pt x="440" y="895"/>
                </a:lnTo>
                <a:lnTo>
                  <a:pt x="446" y="895"/>
                </a:lnTo>
                <a:lnTo>
                  <a:pt x="453" y="895"/>
                </a:lnTo>
                <a:lnTo>
                  <a:pt x="459" y="895"/>
                </a:lnTo>
                <a:lnTo>
                  <a:pt x="465" y="895"/>
                </a:lnTo>
                <a:lnTo>
                  <a:pt x="472" y="895"/>
                </a:lnTo>
                <a:lnTo>
                  <a:pt x="478" y="895"/>
                </a:lnTo>
                <a:lnTo>
                  <a:pt x="485" y="895"/>
                </a:lnTo>
                <a:lnTo>
                  <a:pt x="493" y="895"/>
                </a:lnTo>
                <a:lnTo>
                  <a:pt x="501" y="895"/>
                </a:lnTo>
                <a:lnTo>
                  <a:pt x="508" y="895"/>
                </a:lnTo>
                <a:lnTo>
                  <a:pt x="517" y="895"/>
                </a:lnTo>
                <a:lnTo>
                  <a:pt x="526" y="895"/>
                </a:lnTo>
                <a:lnTo>
                  <a:pt x="536" y="895"/>
                </a:lnTo>
                <a:lnTo>
                  <a:pt x="545" y="895"/>
                </a:lnTo>
                <a:lnTo>
                  <a:pt x="556" y="895"/>
                </a:lnTo>
                <a:lnTo>
                  <a:pt x="568" y="895"/>
                </a:lnTo>
                <a:lnTo>
                  <a:pt x="580" y="895"/>
                </a:lnTo>
                <a:lnTo>
                  <a:pt x="592" y="895"/>
                </a:lnTo>
                <a:lnTo>
                  <a:pt x="604" y="895"/>
                </a:lnTo>
                <a:lnTo>
                  <a:pt x="614" y="895"/>
                </a:lnTo>
                <a:lnTo>
                  <a:pt x="625" y="895"/>
                </a:lnTo>
                <a:lnTo>
                  <a:pt x="634" y="895"/>
                </a:lnTo>
                <a:lnTo>
                  <a:pt x="643" y="895"/>
                </a:lnTo>
                <a:lnTo>
                  <a:pt x="651" y="895"/>
                </a:lnTo>
                <a:lnTo>
                  <a:pt x="658" y="895"/>
                </a:lnTo>
                <a:lnTo>
                  <a:pt x="665" y="895"/>
                </a:lnTo>
                <a:lnTo>
                  <a:pt x="671" y="895"/>
                </a:lnTo>
                <a:lnTo>
                  <a:pt x="677" y="895"/>
                </a:lnTo>
                <a:lnTo>
                  <a:pt x="683" y="895"/>
                </a:lnTo>
                <a:lnTo>
                  <a:pt x="689" y="895"/>
                </a:lnTo>
                <a:lnTo>
                  <a:pt x="694" y="895"/>
                </a:lnTo>
                <a:lnTo>
                  <a:pt x="699" y="895"/>
                </a:lnTo>
                <a:lnTo>
                  <a:pt x="703" y="895"/>
                </a:lnTo>
                <a:lnTo>
                  <a:pt x="707" y="895"/>
                </a:lnTo>
                <a:lnTo>
                  <a:pt x="711" y="895"/>
                </a:lnTo>
                <a:lnTo>
                  <a:pt x="715" y="895"/>
                </a:lnTo>
                <a:lnTo>
                  <a:pt x="718" y="895"/>
                </a:lnTo>
                <a:lnTo>
                  <a:pt x="721" y="895"/>
                </a:lnTo>
                <a:lnTo>
                  <a:pt x="724" y="895"/>
                </a:lnTo>
                <a:lnTo>
                  <a:pt x="728" y="895"/>
                </a:lnTo>
                <a:lnTo>
                  <a:pt x="730" y="895"/>
                </a:lnTo>
                <a:lnTo>
                  <a:pt x="734" y="895"/>
                </a:lnTo>
                <a:lnTo>
                  <a:pt x="737" y="895"/>
                </a:lnTo>
                <a:lnTo>
                  <a:pt x="740" y="895"/>
                </a:lnTo>
                <a:lnTo>
                  <a:pt x="743" y="895"/>
                </a:lnTo>
                <a:lnTo>
                  <a:pt x="747" y="895"/>
                </a:lnTo>
                <a:lnTo>
                  <a:pt x="751" y="895"/>
                </a:lnTo>
                <a:lnTo>
                  <a:pt x="754" y="895"/>
                </a:lnTo>
                <a:lnTo>
                  <a:pt x="759" y="895"/>
                </a:lnTo>
                <a:lnTo>
                  <a:pt x="763" y="895"/>
                </a:lnTo>
                <a:lnTo>
                  <a:pt x="766" y="895"/>
                </a:lnTo>
                <a:lnTo>
                  <a:pt x="770" y="895"/>
                </a:lnTo>
                <a:lnTo>
                  <a:pt x="773" y="895"/>
                </a:lnTo>
                <a:lnTo>
                  <a:pt x="777" y="893"/>
                </a:lnTo>
                <a:lnTo>
                  <a:pt x="779" y="893"/>
                </a:lnTo>
                <a:lnTo>
                  <a:pt x="783" y="893"/>
                </a:lnTo>
                <a:lnTo>
                  <a:pt x="785" y="893"/>
                </a:lnTo>
                <a:lnTo>
                  <a:pt x="788" y="893"/>
                </a:lnTo>
                <a:lnTo>
                  <a:pt x="790" y="892"/>
                </a:lnTo>
                <a:lnTo>
                  <a:pt x="793" y="892"/>
                </a:lnTo>
                <a:lnTo>
                  <a:pt x="795" y="892"/>
                </a:lnTo>
                <a:lnTo>
                  <a:pt x="797" y="891"/>
                </a:lnTo>
                <a:lnTo>
                  <a:pt x="799" y="891"/>
                </a:lnTo>
                <a:lnTo>
                  <a:pt x="801" y="890"/>
                </a:lnTo>
                <a:lnTo>
                  <a:pt x="803" y="889"/>
                </a:lnTo>
                <a:lnTo>
                  <a:pt x="806" y="887"/>
                </a:lnTo>
                <a:lnTo>
                  <a:pt x="807" y="886"/>
                </a:lnTo>
                <a:lnTo>
                  <a:pt x="809" y="885"/>
                </a:lnTo>
                <a:lnTo>
                  <a:pt x="812" y="884"/>
                </a:lnTo>
                <a:lnTo>
                  <a:pt x="814" y="881"/>
                </a:lnTo>
                <a:lnTo>
                  <a:pt x="817" y="880"/>
                </a:lnTo>
                <a:lnTo>
                  <a:pt x="819" y="878"/>
                </a:lnTo>
                <a:lnTo>
                  <a:pt x="821" y="875"/>
                </a:lnTo>
                <a:lnTo>
                  <a:pt x="824" y="873"/>
                </a:lnTo>
                <a:lnTo>
                  <a:pt x="827" y="871"/>
                </a:lnTo>
                <a:lnTo>
                  <a:pt x="830" y="867"/>
                </a:lnTo>
                <a:lnTo>
                  <a:pt x="833" y="865"/>
                </a:lnTo>
                <a:lnTo>
                  <a:pt x="837" y="861"/>
                </a:lnTo>
                <a:lnTo>
                  <a:pt x="841" y="857"/>
                </a:lnTo>
                <a:lnTo>
                  <a:pt x="844" y="854"/>
                </a:lnTo>
                <a:lnTo>
                  <a:pt x="848" y="849"/>
                </a:lnTo>
                <a:lnTo>
                  <a:pt x="851" y="845"/>
                </a:lnTo>
                <a:lnTo>
                  <a:pt x="856" y="842"/>
                </a:lnTo>
                <a:lnTo>
                  <a:pt x="860" y="838"/>
                </a:lnTo>
                <a:lnTo>
                  <a:pt x="862" y="835"/>
                </a:lnTo>
                <a:lnTo>
                  <a:pt x="866" y="831"/>
                </a:lnTo>
                <a:lnTo>
                  <a:pt x="868" y="829"/>
                </a:lnTo>
                <a:lnTo>
                  <a:pt x="872" y="825"/>
                </a:lnTo>
                <a:lnTo>
                  <a:pt x="874" y="823"/>
                </a:lnTo>
                <a:lnTo>
                  <a:pt x="875" y="820"/>
                </a:lnTo>
                <a:lnTo>
                  <a:pt x="878" y="818"/>
                </a:lnTo>
                <a:lnTo>
                  <a:pt x="880" y="815"/>
                </a:lnTo>
                <a:lnTo>
                  <a:pt x="881" y="813"/>
                </a:lnTo>
                <a:lnTo>
                  <a:pt x="884" y="811"/>
                </a:lnTo>
                <a:lnTo>
                  <a:pt x="885" y="809"/>
                </a:lnTo>
                <a:lnTo>
                  <a:pt x="886" y="807"/>
                </a:lnTo>
                <a:lnTo>
                  <a:pt x="887" y="805"/>
                </a:lnTo>
                <a:lnTo>
                  <a:pt x="887" y="802"/>
                </a:lnTo>
                <a:lnTo>
                  <a:pt x="889" y="801"/>
                </a:lnTo>
                <a:lnTo>
                  <a:pt x="890" y="799"/>
                </a:lnTo>
                <a:lnTo>
                  <a:pt x="890" y="796"/>
                </a:lnTo>
                <a:lnTo>
                  <a:pt x="891" y="794"/>
                </a:lnTo>
                <a:lnTo>
                  <a:pt x="891" y="791"/>
                </a:lnTo>
                <a:lnTo>
                  <a:pt x="891" y="789"/>
                </a:lnTo>
                <a:lnTo>
                  <a:pt x="892" y="787"/>
                </a:lnTo>
                <a:lnTo>
                  <a:pt x="892" y="784"/>
                </a:lnTo>
                <a:lnTo>
                  <a:pt x="892" y="781"/>
                </a:lnTo>
                <a:lnTo>
                  <a:pt x="892" y="778"/>
                </a:lnTo>
                <a:lnTo>
                  <a:pt x="892" y="775"/>
                </a:lnTo>
                <a:lnTo>
                  <a:pt x="892" y="772"/>
                </a:lnTo>
                <a:lnTo>
                  <a:pt x="892" y="769"/>
                </a:lnTo>
                <a:lnTo>
                  <a:pt x="892" y="764"/>
                </a:lnTo>
                <a:lnTo>
                  <a:pt x="892" y="760"/>
                </a:lnTo>
                <a:lnTo>
                  <a:pt x="892" y="757"/>
                </a:lnTo>
                <a:lnTo>
                  <a:pt x="892" y="752"/>
                </a:lnTo>
                <a:lnTo>
                  <a:pt x="892" y="748"/>
                </a:lnTo>
                <a:lnTo>
                  <a:pt x="892" y="746"/>
                </a:lnTo>
                <a:lnTo>
                  <a:pt x="892" y="742"/>
                </a:lnTo>
                <a:lnTo>
                  <a:pt x="892" y="739"/>
                </a:lnTo>
                <a:lnTo>
                  <a:pt x="892" y="736"/>
                </a:lnTo>
                <a:lnTo>
                  <a:pt x="892" y="734"/>
                </a:lnTo>
                <a:lnTo>
                  <a:pt x="892" y="731"/>
                </a:lnTo>
                <a:lnTo>
                  <a:pt x="892" y="729"/>
                </a:lnTo>
                <a:lnTo>
                  <a:pt x="892" y="727"/>
                </a:lnTo>
                <a:lnTo>
                  <a:pt x="892" y="724"/>
                </a:lnTo>
                <a:lnTo>
                  <a:pt x="892" y="722"/>
                </a:lnTo>
                <a:lnTo>
                  <a:pt x="892" y="719"/>
                </a:lnTo>
                <a:lnTo>
                  <a:pt x="892" y="717"/>
                </a:lnTo>
                <a:lnTo>
                  <a:pt x="892" y="716"/>
                </a:lnTo>
                <a:lnTo>
                  <a:pt x="892" y="713"/>
                </a:lnTo>
                <a:lnTo>
                  <a:pt x="892" y="711"/>
                </a:lnTo>
                <a:lnTo>
                  <a:pt x="892" y="709"/>
                </a:lnTo>
                <a:lnTo>
                  <a:pt x="892" y="707"/>
                </a:lnTo>
                <a:lnTo>
                  <a:pt x="892" y="705"/>
                </a:lnTo>
                <a:lnTo>
                  <a:pt x="892" y="703"/>
                </a:lnTo>
                <a:lnTo>
                  <a:pt x="892" y="700"/>
                </a:lnTo>
                <a:lnTo>
                  <a:pt x="892" y="698"/>
                </a:lnTo>
                <a:lnTo>
                  <a:pt x="892" y="694"/>
                </a:lnTo>
                <a:lnTo>
                  <a:pt x="892" y="692"/>
                </a:lnTo>
                <a:lnTo>
                  <a:pt x="892" y="689"/>
                </a:lnTo>
                <a:lnTo>
                  <a:pt x="892" y="686"/>
                </a:lnTo>
                <a:lnTo>
                  <a:pt x="892" y="682"/>
                </a:lnTo>
                <a:lnTo>
                  <a:pt x="892" y="679"/>
                </a:lnTo>
                <a:lnTo>
                  <a:pt x="892" y="675"/>
                </a:lnTo>
                <a:lnTo>
                  <a:pt x="892" y="671"/>
                </a:lnTo>
                <a:lnTo>
                  <a:pt x="892" y="667"/>
                </a:lnTo>
                <a:lnTo>
                  <a:pt x="892" y="663"/>
                </a:lnTo>
                <a:lnTo>
                  <a:pt x="892" y="659"/>
                </a:lnTo>
                <a:lnTo>
                  <a:pt x="892" y="656"/>
                </a:lnTo>
                <a:lnTo>
                  <a:pt x="892" y="652"/>
                </a:lnTo>
                <a:lnTo>
                  <a:pt x="892" y="649"/>
                </a:lnTo>
                <a:lnTo>
                  <a:pt x="892" y="646"/>
                </a:lnTo>
                <a:lnTo>
                  <a:pt x="892" y="643"/>
                </a:lnTo>
                <a:lnTo>
                  <a:pt x="892" y="639"/>
                </a:lnTo>
                <a:lnTo>
                  <a:pt x="892" y="635"/>
                </a:lnTo>
                <a:lnTo>
                  <a:pt x="892" y="632"/>
                </a:lnTo>
                <a:lnTo>
                  <a:pt x="892" y="628"/>
                </a:lnTo>
                <a:lnTo>
                  <a:pt x="892" y="623"/>
                </a:lnTo>
                <a:lnTo>
                  <a:pt x="892" y="619"/>
                </a:lnTo>
                <a:lnTo>
                  <a:pt x="892" y="615"/>
                </a:lnTo>
                <a:lnTo>
                  <a:pt x="892" y="609"/>
                </a:lnTo>
                <a:lnTo>
                  <a:pt x="892" y="604"/>
                </a:lnTo>
                <a:lnTo>
                  <a:pt x="892" y="598"/>
                </a:lnTo>
                <a:lnTo>
                  <a:pt x="892" y="592"/>
                </a:lnTo>
                <a:lnTo>
                  <a:pt x="892" y="585"/>
                </a:lnTo>
                <a:lnTo>
                  <a:pt x="892" y="578"/>
                </a:lnTo>
                <a:lnTo>
                  <a:pt x="892" y="569"/>
                </a:lnTo>
                <a:lnTo>
                  <a:pt x="892" y="561"/>
                </a:lnTo>
                <a:lnTo>
                  <a:pt x="892" y="551"/>
                </a:lnTo>
                <a:lnTo>
                  <a:pt x="892" y="542"/>
                </a:lnTo>
                <a:lnTo>
                  <a:pt x="892" y="531"/>
                </a:lnTo>
                <a:lnTo>
                  <a:pt x="892" y="519"/>
                </a:lnTo>
                <a:lnTo>
                  <a:pt x="892" y="507"/>
                </a:lnTo>
                <a:lnTo>
                  <a:pt x="892" y="494"/>
                </a:lnTo>
                <a:lnTo>
                  <a:pt x="892" y="479"/>
                </a:lnTo>
                <a:lnTo>
                  <a:pt x="892" y="464"/>
                </a:lnTo>
                <a:lnTo>
                  <a:pt x="892" y="447"/>
                </a:lnTo>
                <a:lnTo>
                  <a:pt x="892" y="431"/>
                </a:lnTo>
                <a:lnTo>
                  <a:pt x="892" y="416"/>
                </a:lnTo>
                <a:lnTo>
                  <a:pt x="892" y="401"/>
                </a:lnTo>
                <a:lnTo>
                  <a:pt x="892" y="388"/>
                </a:lnTo>
                <a:lnTo>
                  <a:pt x="892" y="376"/>
                </a:lnTo>
                <a:lnTo>
                  <a:pt x="892" y="364"/>
                </a:lnTo>
                <a:lnTo>
                  <a:pt x="892" y="353"/>
                </a:lnTo>
                <a:lnTo>
                  <a:pt x="892" y="344"/>
                </a:lnTo>
                <a:lnTo>
                  <a:pt x="892" y="334"/>
                </a:lnTo>
                <a:lnTo>
                  <a:pt x="892" y="326"/>
                </a:lnTo>
                <a:lnTo>
                  <a:pt x="892" y="317"/>
                </a:lnTo>
                <a:lnTo>
                  <a:pt x="892" y="310"/>
                </a:lnTo>
                <a:lnTo>
                  <a:pt x="892" y="303"/>
                </a:lnTo>
                <a:lnTo>
                  <a:pt x="892" y="297"/>
                </a:lnTo>
                <a:lnTo>
                  <a:pt x="892" y="291"/>
                </a:lnTo>
                <a:lnTo>
                  <a:pt x="892" y="286"/>
                </a:lnTo>
                <a:lnTo>
                  <a:pt x="892" y="280"/>
                </a:lnTo>
                <a:lnTo>
                  <a:pt x="892" y="275"/>
                </a:lnTo>
                <a:lnTo>
                  <a:pt x="892" y="272"/>
                </a:lnTo>
                <a:lnTo>
                  <a:pt x="892" y="267"/>
                </a:lnTo>
                <a:lnTo>
                  <a:pt x="892" y="263"/>
                </a:lnTo>
                <a:lnTo>
                  <a:pt x="892" y="260"/>
                </a:lnTo>
                <a:lnTo>
                  <a:pt x="892" y="256"/>
                </a:lnTo>
                <a:lnTo>
                  <a:pt x="892" y="253"/>
                </a:lnTo>
                <a:lnTo>
                  <a:pt x="892" y="249"/>
                </a:lnTo>
                <a:lnTo>
                  <a:pt x="892" y="247"/>
                </a:lnTo>
                <a:lnTo>
                  <a:pt x="892" y="243"/>
                </a:lnTo>
                <a:lnTo>
                  <a:pt x="892" y="239"/>
                </a:lnTo>
                <a:lnTo>
                  <a:pt x="892" y="236"/>
                </a:lnTo>
                <a:lnTo>
                  <a:pt x="892" y="232"/>
                </a:lnTo>
                <a:lnTo>
                  <a:pt x="892" y="229"/>
                </a:lnTo>
                <a:lnTo>
                  <a:pt x="892" y="224"/>
                </a:lnTo>
                <a:lnTo>
                  <a:pt x="892" y="220"/>
                </a:lnTo>
                <a:lnTo>
                  <a:pt x="892" y="217"/>
                </a:lnTo>
                <a:lnTo>
                  <a:pt x="892" y="213"/>
                </a:lnTo>
                <a:lnTo>
                  <a:pt x="892" y="209"/>
                </a:lnTo>
                <a:lnTo>
                  <a:pt x="892" y="206"/>
                </a:lnTo>
                <a:lnTo>
                  <a:pt x="892" y="203"/>
                </a:lnTo>
                <a:lnTo>
                  <a:pt x="892" y="201"/>
                </a:lnTo>
                <a:lnTo>
                  <a:pt x="892" y="197"/>
                </a:lnTo>
                <a:lnTo>
                  <a:pt x="892" y="195"/>
                </a:lnTo>
                <a:lnTo>
                  <a:pt x="892" y="193"/>
                </a:lnTo>
                <a:lnTo>
                  <a:pt x="892" y="190"/>
                </a:lnTo>
                <a:lnTo>
                  <a:pt x="892" y="188"/>
                </a:lnTo>
                <a:lnTo>
                  <a:pt x="892" y="187"/>
                </a:lnTo>
                <a:lnTo>
                  <a:pt x="892" y="184"/>
                </a:lnTo>
                <a:lnTo>
                  <a:pt x="892" y="182"/>
                </a:lnTo>
                <a:lnTo>
                  <a:pt x="892" y="179"/>
                </a:lnTo>
                <a:lnTo>
                  <a:pt x="892" y="177"/>
                </a:lnTo>
                <a:lnTo>
                  <a:pt x="892" y="176"/>
                </a:lnTo>
                <a:lnTo>
                  <a:pt x="892" y="173"/>
                </a:lnTo>
                <a:lnTo>
                  <a:pt x="892" y="171"/>
                </a:lnTo>
                <a:lnTo>
                  <a:pt x="892" y="168"/>
                </a:lnTo>
                <a:lnTo>
                  <a:pt x="892" y="166"/>
                </a:lnTo>
                <a:lnTo>
                  <a:pt x="892" y="164"/>
                </a:lnTo>
                <a:lnTo>
                  <a:pt x="892" y="161"/>
                </a:lnTo>
                <a:lnTo>
                  <a:pt x="892" y="159"/>
                </a:lnTo>
                <a:lnTo>
                  <a:pt x="892" y="156"/>
                </a:lnTo>
                <a:lnTo>
                  <a:pt x="892" y="153"/>
                </a:lnTo>
                <a:lnTo>
                  <a:pt x="892" y="149"/>
                </a:lnTo>
                <a:lnTo>
                  <a:pt x="892" y="147"/>
                </a:lnTo>
                <a:lnTo>
                  <a:pt x="892" y="143"/>
                </a:lnTo>
                <a:lnTo>
                  <a:pt x="892" y="138"/>
                </a:lnTo>
                <a:lnTo>
                  <a:pt x="892" y="135"/>
                </a:lnTo>
                <a:lnTo>
                  <a:pt x="892" y="131"/>
                </a:lnTo>
                <a:lnTo>
                  <a:pt x="892" y="126"/>
                </a:lnTo>
                <a:lnTo>
                  <a:pt x="892" y="123"/>
                </a:lnTo>
                <a:lnTo>
                  <a:pt x="892" y="120"/>
                </a:lnTo>
                <a:lnTo>
                  <a:pt x="892" y="117"/>
                </a:lnTo>
                <a:lnTo>
                  <a:pt x="892" y="114"/>
                </a:lnTo>
                <a:lnTo>
                  <a:pt x="892" y="111"/>
                </a:lnTo>
                <a:lnTo>
                  <a:pt x="892" y="108"/>
                </a:lnTo>
                <a:lnTo>
                  <a:pt x="891" y="106"/>
                </a:lnTo>
                <a:lnTo>
                  <a:pt x="891" y="104"/>
                </a:lnTo>
                <a:lnTo>
                  <a:pt x="891" y="101"/>
                </a:lnTo>
                <a:lnTo>
                  <a:pt x="890" y="99"/>
                </a:lnTo>
                <a:lnTo>
                  <a:pt x="890" y="96"/>
                </a:lnTo>
                <a:lnTo>
                  <a:pt x="889" y="94"/>
                </a:lnTo>
                <a:lnTo>
                  <a:pt x="887" y="93"/>
                </a:lnTo>
                <a:lnTo>
                  <a:pt x="887" y="90"/>
                </a:lnTo>
                <a:lnTo>
                  <a:pt x="886" y="88"/>
                </a:lnTo>
                <a:lnTo>
                  <a:pt x="885" y="86"/>
                </a:lnTo>
                <a:lnTo>
                  <a:pt x="884" y="84"/>
                </a:lnTo>
                <a:lnTo>
                  <a:pt x="881" y="82"/>
                </a:lnTo>
                <a:lnTo>
                  <a:pt x="880" y="80"/>
                </a:lnTo>
                <a:lnTo>
                  <a:pt x="878" y="77"/>
                </a:lnTo>
                <a:lnTo>
                  <a:pt x="875" y="75"/>
                </a:lnTo>
                <a:lnTo>
                  <a:pt x="874" y="72"/>
                </a:lnTo>
                <a:lnTo>
                  <a:pt x="872" y="69"/>
                </a:lnTo>
                <a:lnTo>
                  <a:pt x="868" y="66"/>
                </a:lnTo>
                <a:lnTo>
                  <a:pt x="866" y="64"/>
                </a:lnTo>
                <a:lnTo>
                  <a:pt x="862" y="60"/>
                </a:lnTo>
                <a:lnTo>
                  <a:pt x="860" y="57"/>
                </a:lnTo>
                <a:lnTo>
                  <a:pt x="856" y="53"/>
                </a:lnTo>
                <a:lnTo>
                  <a:pt x="851" y="50"/>
                </a:lnTo>
                <a:lnTo>
                  <a:pt x="848" y="46"/>
                </a:lnTo>
                <a:lnTo>
                  <a:pt x="844" y="41"/>
                </a:lnTo>
                <a:lnTo>
                  <a:pt x="841" y="38"/>
                </a:lnTo>
                <a:lnTo>
                  <a:pt x="837" y="34"/>
                </a:lnTo>
                <a:lnTo>
                  <a:pt x="833" y="30"/>
                </a:lnTo>
                <a:lnTo>
                  <a:pt x="830" y="28"/>
                </a:lnTo>
                <a:lnTo>
                  <a:pt x="827" y="24"/>
                </a:lnTo>
                <a:lnTo>
                  <a:pt x="824" y="22"/>
                </a:lnTo>
                <a:lnTo>
                  <a:pt x="821" y="20"/>
                </a:lnTo>
                <a:lnTo>
                  <a:pt x="819" y="17"/>
                </a:lnTo>
                <a:lnTo>
                  <a:pt x="817" y="16"/>
                </a:lnTo>
                <a:lnTo>
                  <a:pt x="814" y="14"/>
                </a:lnTo>
                <a:lnTo>
                  <a:pt x="812" y="12"/>
                </a:lnTo>
                <a:lnTo>
                  <a:pt x="809" y="10"/>
                </a:lnTo>
                <a:lnTo>
                  <a:pt x="807" y="9"/>
                </a:lnTo>
                <a:lnTo>
                  <a:pt x="806" y="8"/>
                </a:lnTo>
                <a:lnTo>
                  <a:pt x="803" y="6"/>
                </a:lnTo>
                <a:lnTo>
                  <a:pt x="801" y="5"/>
                </a:lnTo>
                <a:lnTo>
                  <a:pt x="799" y="5"/>
                </a:lnTo>
                <a:lnTo>
                  <a:pt x="797" y="4"/>
                </a:lnTo>
                <a:lnTo>
                  <a:pt x="795" y="3"/>
                </a:lnTo>
                <a:lnTo>
                  <a:pt x="793" y="3"/>
                </a:lnTo>
                <a:lnTo>
                  <a:pt x="790" y="3"/>
                </a:lnTo>
                <a:lnTo>
                  <a:pt x="788" y="2"/>
                </a:lnTo>
                <a:lnTo>
                  <a:pt x="785" y="2"/>
                </a:lnTo>
                <a:lnTo>
                  <a:pt x="783" y="2"/>
                </a:lnTo>
                <a:lnTo>
                  <a:pt x="779" y="2"/>
                </a:lnTo>
                <a:lnTo>
                  <a:pt x="777" y="2"/>
                </a:lnTo>
                <a:lnTo>
                  <a:pt x="773" y="2"/>
                </a:lnTo>
                <a:lnTo>
                  <a:pt x="770" y="0"/>
                </a:lnTo>
                <a:lnTo>
                  <a:pt x="766" y="0"/>
                </a:lnTo>
                <a:lnTo>
                  <a:pt x="763" y="0"/>
                </a:lnTo>
                <a:lnTo>
                  <a:pt x="759" y="0"/>
                </a:lnTo>
                <a:lnTo>
                  <a:pt x="754" y="0"/>
                </a:lnTo>
                <a:lnTo>
                  <a:pt x="751" y="0"/>
                </a:lnTo>
                <a:lnTo>
                  <a:pt x="747" y="0"/>
                </a:lnTo>
                <a:lnTo>
                  <a:pt x="743" y="0"/>
                </a:lnTo>
                <a:lnTo>
                  <a:pt x="741" y="0"/>
                </a:lnTo>
                <a:lnTo>
                  <a:pt x="737" y="0"/>
                </a:lnTo>
                <a:lnTo>
                  <a:pt x="734" y="0"/>
                </a:lnTo>
                <a:lnTo>
                  <a:pt x="731" y="0"/>
                </a:lnTo>
                <a:lnTo>
                  <a:pt x="729" y="0"/>
                </a:lnTo>
                <a:lnTo>
                  <a:pt x="725" y="0"/>
                </a:lnTo>
                <a:lnTo>
                  <a:pt x="723" y="0"/>
                </a:lnTo>
                <a:lnTo>
                  <a:pt x="721" y="0"/>
                </a:lnTo>
                <a:lnTo>
                  <a:pt x="717" y="0"/>
                </a:lnTo>
                <a:lnTo>
                  <a:pt x="715" y="0"/>
                </a:lnTo>
                <a:lnTo>
                  <a:pt x="711" y="0"/>
                </a:lnTo>
                <a:lnTo>
                  <a:pt x="709" y="0"/>
                </a:lnTo>
                <a:lnTo>
                  <a:pt x="705" y="0"/>
                </a:lnTo>
                <a:lnTo>
                  <a:pt x="701" y="0"/>
                </a:lnTo>
                <a:lnTo>
                  <a:pt x="698" y="0"/>
                </a:lnTo>
                <a:lnTo>
                  <a:pt x="694" y="0"/>
                </a:lnTo>
                <a:lnTo>
                  <a:pt x="691" y="0"/>
                </a:lnTo>
                <a:lnTo>
                  <a:pt x="686" y="0"/>
                </a:lnTo>
                <a:lnTo>
                  <a:pt x="682" y="0"/>
                </a:lnTo>
                <a:lnTo>
                  <a:pt x="677" y="0"/>
                </a:lnTo>
                <a:lnTo>
                  <a:pt x="671" y="0"/>
                </a:lnTo>
                <a:lnTo>
                  <a:pt x="667" y="0"/>
                </a:lnTo>
                <a:lnTo>
                  <a:pt x="661" y="0"/>
                </a:lnTo>
                <a:lnTo>
                  <a:pt x="655" y="0"/>
                </a:lnTo>
                <a:lnTo>
                  <a:pt x="647" y="0"/>
                </a:lnTo>
                <a:lnTo>
                  <a:pt x="640" y="0"/>
                </a:lnTo>
                <a:lnTo>
                  <a:pt x="633" y="0"/>
                </a:lnTo>
                <a:lnTo>
                  <a:pt x="625" y="0"/>
                </a:lnTo>
                <a:lnTo>
                  <a:pt x="616" y="0"/>
                </a:lnTo>
                <a:lnTo>
                  <a:pt x="609" y="0"/>
                </a:lnTo>
                <a:lnTo>
                  <a:pt x="602" y="0"/>
                </a:lnTo>
                <a:lnTo>
                  <a:pt x="595" y="0"/>
                </a:lnTo>
                <a:lnTo>
                  <a:pt x="589" y="0"/>
                </a:lnTo>
                <a:lnTo>
                  <a:pt x="583" y="0"/>
                </a:lnTo>
                <a:lnTo>
                  <a:pt x="578" y="0"/>
                </a:lnTo>
                <a:lnTo>
                  <a:pt x="572" y="0"/>
                </a:lnTo>
                <a:lnTo>
                  <a:pt x="567" y="0"/>
                </a:lnTo>
                <a:lnTo>
                  <a:pt x="563" y="0"/>
                </a:lnTo>
                <a:lnTo>
                  <a:pt x="559" y="0"/>
                </a:lnTo>
                <a:lnTo>
                  <a:pt x="555" y="0"/>
                </a:lnTo>
                <a:lnTo>
                  <a:pt x="551" y="0"/>
                </a:lnTo>
                <a:lnTo>
                  <a:pt x="548" y="0"/>
                </a:lnTo>
                <a:lnTo>
                  <a:pt x="544" y="0"/>
                </a:lnTo>
                <a:lnTo>
                  <a:pt x="541" y="0"/>
                </a:lnTo>
                <a:lnTo>
                  <a:pt x="538" y="0"/>
                </a:lnTo>
                <a:lnTo>
                  <a:pt x="535" y="0"/>
                </a:lnTo>
                <a:lnTo>
                  <a:pt x="532" y="0"/>
                </a:lnTo>
                <a:lnTo>
                  <a:pt x="530" y="0"/>
                </a:lnTo>
                <a:lnTo>
                  <a:pt x="526" y="0"/>
                </a:lnTo>
                <a:lnTo>
                  <a:pt x="524" y="0"/>
                </a:lnTo>
                <a:lnTo>
                  <a:pt x="521" y="0"/>
                </a:lnTo>
                <a:lnTo>
                  <a:pt x="518" y="0"/>
                </a:lnTo>
                <a:lnTo>
                  <a:pt x="515" y="0"/>
                </a:lnTo>
                <a:lnTo>
                  <a:pt x="512" y="0"/>
                </a:lnTo>
                <a:lnTo>
                  <a:pt x="509" y="0"/>
                </a:lnTo>
                <a:lnTo>
                  <a:pt x="506" y="0"/>
                </a:lnTo>
                <a:lnTo>
                  <a:pt x="502" y="0"/>
                </a:lnTo>
                <a:lnTo>
                  <a:pt x="499" y="0"/>
                </a:lnTo>
                <a:lnTo>
                  <a:pt x="495" y="0"/>
                </a:lnTo>
                <a:lnTo>
                  <a:pt x="490" y="0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55" name="Rectangle 84">
            <a:extLst>
              <a:ext uri="{FF2B5EF4-FFF2-40B4-BE49-F238E27FC236}">
                <a16:creationId xmlns:a16="http://schemas.microsoft.com/office/drawing/2014/main" id="{F8024F4B-17EB-46A9-8BEB-DAA81F9E0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22971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56" name="Freeform 85">
            <a:extLst>
              <a:ext uri="{FF2B5EF4-FFF2-40B4-BE49-F238E27FC236}">
                <a16:creationId xmlns:a16="http://schemas.microsoft.com/office/drawing/2014/main" id="{9236BA88-66CA-4D64-B7C2-A7793D6A4328}"/>
              </a:ext>
            </a:extLst>
          </p:cNvPr>
          <p:cNvSpPr>
            <a:spLocks/>
          </p:cNvSpPr>
          <p:nvPr/>
        </p:nvSpPr>
        <p:spPr bwMode="auto">
          <a:xfrm>
            <a:off x="3355975" y="1577975"/>
            <a:ext cx="157163" cy="568325"/>
          </a:xfrm>
          <a:custGeom>
            <a:avLst/>
            <a:gdLst>
              <a:gd name="T0" fmla="*/ 0 w 240"/>
              <a:gd name="T1" fmla="*/ 2147483646 h 864"/>
              <a:gd name="T2" fmla="*/ 2147483646 w 240"/>
              <a:gd name="T3" fmla="*/ 2147483646 h 864"/>
              <a:gd name="T4" fmla="*/ 2147483646 w 240"/>
              <a:gd name="T5" fmla="*/ 2147483646 h 864"/>
              <a:gd name="T6" fmla="*/ 2147483646 w 240"/>
              <a:gd name="T7" fmla="*/ 2147483646 h 864"/>
              <a:gd name="T8" fmla="*/ 2147483646 w 240"/>
              <a:gd name="T9" fmla="*/ 2147483646 h 864"/>
              <a:gd name="T10" fmla="*/ 2147483646 w 240"/>
              <a:gd name="T11" fmla="*/ 2147483646 h 864"/>
              <a:gd name="T12" fmla="*/ 2147483646 w 240"/>
              <a:gd name="T13" fmla="*/ 2147483646 h 864"/>
              <a:gd name="T14" fmla="*/ 2147483646 w 240"/>
              <a:gd name="T15" fmla="*/ 2147483646 h 864"/>
              <a:gd name="T16" fmla="*/ 2147483646 w 240"/>
              <a:gd name="T17" fmla="*/ 2147483646 h 864"/>
              <a:gd name="T18" fmla="*/ 2147483646 w 240"/>
              <a:gd name="T19" fmla="*/ 2147483646 h 864"/>
              <a:gd name="T20" fmla="*/ 2147483646 w 240"/>
              <a:gd name="T21" fmla="*/ 0 h 864"/>
              <a:gd name="T22" fmla="*/ 2147483646 w 240"/>
              <a:gd name="T23" fmla="*/ 0 h 864"/>
              <a:gd name="T24" fmla="*/ 2147483646 w 240"/>
              <a:gd name="T25" fmla="*/ 2147483646 h 864"/>
              <a:gd name="T26" fmla="*/ 2147483646 w 240"/>
              <a:gd name="T27" fmla="*/ 2147483646 h 864"/>
              <a:gd name="T28" fmla="*/ 2147483646 w 240"/>
              <a:gd name="T29" fmla="*/ 2147483646 h 864"/>
              <a:gd name="T30" fmla="*/ 2147483646 w 240"/>
              <a:gd name="T31" fmla="*/ 2147483646 h 864"/>
              <a:gd name="T32" fmla="*/ 2147483646 w 240"/>
              <a:gd name="T33" fmla="*/ 2147483646 h 864"/>
              <a:gd name="T34" fmla="*/ 2147483646 w 240"/>
              <a:gd name="T35" fmla="*/ 2147483646 h 864"/>
              <a:gd name="T36" fmla="*/ 2147483646 w 240"/>
              <a:gd name="T37" fmla="*/ 2147483646 h 864"/>
              <a:gd name="T38" fmla="*/ 2147483646 w 240"/>
              <a:gd name="T39" fmla="*/ 2147483646 h 864"/>
              <a:gd name="T40" fmla="*/ 2147483646 w 240"/>
              <a:gd name="T41" fmla="*/ 2147483646 h 864"/>
              <a:gd name="T42" fmla="*/ 2147483646 w 240"/>
              <a:gd name="T43" fmla="*/ 2147483646 h 864"/>
              <a:gd name="T44" fmla="*/ 2147483646 w 240"/>
              <a:gd name="T45" fmla="*/ 2147483646 h 864"/>
              <a:gd name="T46" fmla="*/ 2147483646 w 240"/>
              <a:gd name="T47" fmla="*/ 2147483646 h 864"/>
              <a:gd name="T48" fmla="*/ 2147483646 w 240"/>
              <a:gd name="T49" fmla="*/ 2147483646 h 864"/>
              <a:gd name="T50" fmla="*/ 2147483646 w 240"/>
              <a:gd name="T51" fmla="*/ 2147483646 h 864"/>
              <a:gd name="T52" fmla="*/ 2147483646 w 240"/>
              <a:gd name="T53" fmla="*/ 2147483646 h 864"/>
              <a:gd name="T54" fmla="*/ 2147483646 w 240"/>
              <a:gd name="T55" fmla="*/ 2147483646 h 864"/>
              <a:gd name="T56" fmla="*/ 2147483646 w 240"/>
              <a:gd name="T57" fmla="*/ 2147483646 h 864"/>
              <a:gd name="T58" fmla="*/ 2147483646 w 240"/>
              <a:gd name="T59" fmla="*/ 2147483646 h 864"/>
              <a:gd name="T60" fmla="*/ 2147483646 w 240"/>
              <a:gd name="T61" fmla="*/ 2147483646 h 864"/>
              <a:gd name="T62" fmla="*/ 2147483646 w 240"/>
              <a:gd name="T63" fmla="*/ 2147483646 h 864"/>
              <a:gd name="T64" fmla="*/ 2147483646 w 240"/>
              <a:gd name="T65" fmla="*/ 2147483646 h 864"/>
              <a:gd name="T66" fmla="*/ 2147483646 w 240"/>
              <a:gd name="T67" fmla="*/ 2147483646 h 864"/>
              <a:gd name="T68" fmla="*/ 2147483646 w 240"/>
              <a:gd name="T69" fmla="*/ 2147483646 h 864"/>
              <a:gd name="T70" fmla="*/ 2147483646 w 240"/>
              <a:gd name="T71" fmla="*/ 2147483646 h 864"/>
              <a:gd name="T72" fmla="*/ 2147483646 w 240"/>
              <a:gd name="T73" fmla="*/ 2147483646 h 864"/>
              <a:gd name="T74" fmla="*/ 2147483646 w 240"/>
              <a:gd name="T75" fmla="*/ 2147483646 h 864"/>
              <a:gd name="T76" fmla="*/ 2147483646 w 240"/>
              <a:gd name="T77" fmla="*/ 2147483646 h 864"/>
              <a:gd name="T78" fmla="*/ 2147483646 w 240"/>
              <a:gd name="T79" fmla="*/ 2147483646 h 864"/>
              <a:gd name="T80" fmla="*/ 2147483646 w 240"/>
              <a:gd name="T81" fmla="*/ 2147483646 h 864"/>
              <a:gd name="T82" fmla="*/ 2147483646 w 240"/>
              <a:gd name="T83" fmla="*/ 2147483646 h 864"/>
              <a:gd name="T84" fmla="*/ 2147483646 w 240"/>
              <a:gd name="T85" fmla="*/ 2147483646 h 864"/>
              <a:gd name="T86" fmla="*/ 2147483646 w 240"/>
              <a:gd name="T87" fmla="*/ 2147483646 h 864"/>
              <a:gd name="T88" fmla="*/ 0 w 240"/>
              <a:gd name="T89" fmla="*/ 2147483646 h 86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40" h="864">
                <a:moveTo>
                  <a:pt x="0" y="736"/>
                </a:moveTo>
                <a:lnTo>
                  <a:pt x="0" y="127"/>
                </a:lnTo>
                <a:lnTo>
                  <a:pt x="0" y="121"/>
                </a:lnTo>
                <a:lnTo>
                  <a:pt x="1" y="114"/>
                </a:lnTo>
                <a:lnTo>
                  <a:pt x="1" y="108"/>
                </a:lnTo>
                <a:lnTo>
                  <a:pt x="2" y="102"/>
                </a:lnTo>
                <a:lnTo>
                  <a:pt x="3" y="96"/>
                </a:lnTo>
                <a:lnTo>
                  <a:pt x="6" y="90"/>
                </a:lnTo>
                <a:lnTo>
                  <a:pt x="8" y="84"/>
                </a:lnTo>
                <a:lnTo>
                  <a:pt x="9" y="78"/>
                </a:lnTo>
                <a:lnTo>
                  <a:pt x="13" y="72"/>
                </a:lnTo>
                <a:lnTo>
                  <a:pt x="15" y="67"/>
                </a:lnTo>
                <a:lnTo>
                  <a:pt x="18" y="61"/>
                </a:lnTo>
                <a:lnTo>
                  <a:pt x="21" y="56"/>
                </a:lnTo>
                <a:lnTo>
                  <a:pt x="25" y="52"/>
                </a:lnTo>
                <a:lnTo>
                  <a:pt x="29" y="47"/>
                </a:lnTo>
                <a:lnTo>
                  <a:pt x="33" y="42"/>
                </a:lnTo>
                <a:lnTo>
                  <a:pt x="37" y="37"/>
                </a:lnTo>
                <a:lnTo>
                  <a:pt x="42" y="32"/>
                </a:lnTo>
                <a:lnTo>
                  <a:pt x="47" y="29"/>
                </a:lnTo>
                <a:lnTo>
                  <a:pt x="51" y="25"/>
                </a:lnTo>
                <a:lnTo>
                  <a:pt x="56" y="22"/>
                </a:lnTo>
                <a:lnTo>
                  <a:pt x="61" y="18"/>
                </a:lnTo>
                <a:lnTo>
                  <a:pt x="67" y="16"/>
                </a:lnTo>
                <a:lnTo>
                  <a:pt x="72" y="12"/>
                </a:lnTo>
                <a:lnTo>
                  <a:pt x="78" y="10"/>
                </a:lnTo>
                <a:lnTo>
                  <a:pt x="84" y="7"/>
                </a:lnTo>
                <a:lnTo>
                  <a:pt x="90" y="6"/>
                </a:lnTo>
                <a:lnTo>
                  <a:pt x="96" y="4"/>
                </a:lnTo>
                <a:lnTo>
                  <a:pt x="102" y="2"/>
                </a:lnTo>
                <a:lnTo>
                  <a:pt x="108" y="1"/>
                </a:lnTo>
                <a:lnTo>
                  <a:pt x="115" y="0"/>
                </a:lnTo>
                <a:lnTo>
                  <a:pt x="121" y="0"/>
                </a:lnTo>
                <a:lnTo>
                  <a:pt x="127" y="0"/>
                </a:lnTo>
                <a:lnTo>
                  <a:pt x="113" y="0"/>
                </a:lnTo>
                <a:lnTo>
                  <a:pt x="119" y="0"/>
                </a:lnTo>
                <a:lnTo>
                  <a:pt x="126" y="0"/>
                </a:lnTo>
                <a:lnTo>
                  <a:pt x="132" y="1"/>
                </a:lnTo>
                <a:lnTo>
                  <a:pt x="138" y="2"/>
                </a:lnTo>
                <a:lnTo>
                  <a:pt x="144" y="4"/>
                </a:lnTo>
                <a:lnTo>
                  <a:pt x="150" y="6"/>
                </a:lnTo>
                <a:lnTo>
                  <a:pt x="156" y="7"/>
                </a:lnTo>
                <a:lnTo>
                  <a:pt x="162" y="10"/>
                </a:lnTo>
                <a:lnTo>
                  <a:pt x="168" y="12"/>
                </a:lnTo>
                <a:lnTo>
                  <a:pt x="173" y="16"/>
                </a:lnTo>
                <a:lnTo>
                  <a:pt x="179" y="18"/>
                </a:lnTo>
                <a:lnTo>
                  <a:pt x="183" y="22"/>
                </a:lnTo>
                <a:lnTo>
                  <a:pt x="188" y="25"/>
                </a:lnTo>
                <a:lnTo>
                  <a:pt x="193" y="29"/>
                </a:lnTo>
                <a:lnTo>
                  <a:pt x="198" y="32"/>
                </a:lnTo>
                <a:lnTo>
                  <a:pt x="203" y="37"/>
                </a:lnTo>
                <a:lnTo>
                  <a:pt x="206" y="42"/>
                </a:lnTo>
                <a:lnTo>
                  <a:pt x="211" y="47"/>
                </a:lnTo>
                <a:lnTo>
                  <a:pt x="215" y="52"/>
                </a:lnTo>
                <a:lnTo>
                  <a:pt x="218" y="56"/>
                </a:lnTo>
                <a:lnTo>
                  <a:pt x="222" y="61"/>
                </a:lnTo>
                <a:lnTo>
                  <a:pt x="224" y="67"/>
                </a:lnTo>
                <a:lnTo>
                  <a:pt x="228" y="72"/>
                </a:lnTo>
                <a:lnTo>
                  <a:pt x="230" y="78"/>
                </a:lnTo>
                <a:lnTo>
                  <a:pt x="233" y="84"/>
                </a:lnTo>
                <a:lnTo>
                  <a:pt x="234" y="90"/>
                </a:lnTo>
                <a:lnTo>
                  <a:pt x="236" y="96"/>
                </a:lnTo>
                <a:lnTo>
                  <a:pt x="237" y="102"/>
                </a:lnTo>
                <a:lnTo>
                  <a:pt x="239" y="108"/>
                </a:lnTo>
                <a:lnTo>
                  <a:pt x="240" y="114"/>
                </a:lnTo>
                <a:lnTo>
                  <a:pt x="240" y="121"/>
                </a:lnTo>
                <a:lnTo>
                  <a:pt x="240" y="127"/>
                </a:lnTo>
                <a:lnTo>
                  <a:pt x="240" y="736"/>
                </a:lnTo>
                <a:lnTo>
                  <a:pt x="240" y="743"/>
                </a:lnTo>
                <a:lnTo>
                  <a:pt x="240" y="749"/>
                </a:lnTo>
                <a:lnTo>
                  <a:pt x="239" y="756"/>
                </a:lnTo>
                <a:lnTo>
                  <a:pt x="237" y="762"/>
                </a:lnTo>
                <a:lnTo>
                  <a:pt x="236" y="768"/>
                </a:lnTo>
                <a:lnTo>
                  <a:pt x="234" y="774"/>
                </a:lnTo>
                <a:lnTo>
                  <a:pt x="233" y="780"/>
                </a:lnTo>
                <a:lnTo>
                  <a:pt x="230" y="786"/>
                </a:lnTo>
                <a:lnTo>
                  <a:pt x="228" y="792"/>
                </a:lnTo>
                <a:lnTo>
                  <a:pt x="224" y="797"/>
                </a:lnTo>
                <a:lnTo>
                  <a:pt x="222" y="803"/>
                </a:lnTo>
                <a:lnTo>
                  <a:pt x="218" y="808"/>
                </a:lnTo>
                <a:lnTo>
                  <a:pt x="215" y="813"/>
                </a:lnTo>
                <a:lnTo>
                  <a:pt x="211" y="817"/>
                </a:lnTo>
                <a:lnTo>
                  <a:pt x="206" y="822"/>
                </a:lnTo>
                <a:lnTo>
                  <a:pt x="203" y="827"/>
                </a:lnTo>
                <a:lnTo>
                  <a:pt x="198" y="831"/>
                </a:lnTo>
                <a:lnTo>
                  <a:pt x="193" y="835"/>
                </a:lnTo>
                <a:lnTo>
                  <a:pt x="188" y="839"/>
                </a:lnTo>
                <a:lnTo>
                  <a:pt x="183" y="843"/>
                </a:lnTo>
                <a:lnTo>
                  <a:pt x="179" y="845"/>
                </a:lnTo>
                <a:lnTo>
                  <a:pt x="173" y="849"/>
                </a:lnTo>
                <a:lnTo>
                  <a:pt x="168" y="851"/>
                </a:lnTo>
                <a:lnTo>
                  <a:pt x="162" y="853"/>
                </a:lnTo>
                <a:lnTo>
                  <a:pt x="156" y="856"/>
                </a:lnTo>
                <a:lnTo>
                  <a:pt x="150" y="858"/>
                </a:lnTo>
                <a:lnTo>
                  <a:pt x="144" y="859"/>
                </a:lnTo>
                <a:lnTo>
                  <a:pt x="138" y="862"/>
                </a:lnTo>
                <a:lnTo>
                  <a:pt x="132" y="863"/>
                </a:lnTo>
                <a:lnTo>
                  <a:pt x="126" y="863"/>
                </a:lnTo>
                <a:lnTo>
                  <a:pt x="119" y="864"/>
                </a:lnTo>
                <a:lnTo>
                  <a:pt x="113" y="864"/>
                </a:lnTo>
                <a:lnTo>
                  <a:pt x="127" y="864"/>
                </a:lnTo>
                <a:lnTo>
                  <a:pt x="121" y="864"/>
                </a:lnTo>
                <a:lnTo>
                  <a:pt x="115" y="863"/>
                </a:lnTo>
                <a:lnTo>
                  <a:pt x="108" y="863"/>
                </a:lnTo>
                <a:lnTo>
                  <a:pt x="102" y="862"/>
                </a:lnTo>
                <a:lnTo>
                  <a:pt x="96" y="859"/>
                </a:lnTo>
                <a:lnTo>
                  <a:pt x="90" y="858"/>
                </a:lnTo>
                <a:lnTo>
                  <a:pt x="84" y="856"/>
                </a:lnTo>
                <a:lnTo>
                  <a:pt x="78" y="853"/>
                </a:lnTo>
                <a:lnTo>
                  <a:pt x="72" y="851"/>
                </a:lnTo>
                <a:lnTo>
                  <a:pt x="67" y="849"/>
                </a:lnTo>
                <a:lnTo>
                  <a:pt x="61" y="845"/>
                </a:lnTo>
                <a:lnTo>
                  <a:pt x="56" y="843"/>
                </a:lnTo>
                <a:lnTo>
                  <a:pt x="51" y="839"/>
                </a:lnTo>
                <a:lnTo>
                  <a:pt x="47" y="835"/>
                </a:lnTo>
                <a:lnTo>
                  <a:pt x="42" y="831"/>
                </a:lnTo>
                <a:lnTo>
                  <a:pt x="37" y="827"/>
                </a:lnTo>
                <a:lnTo>
                  <a:pt x="33" y="822"/>
                </a:lnTo>
                <a:lnTo>
                  <a:pt x="29" y="817"/>
                </a:lnTo>
                <a:lnTo>
                  <a:pt x="25" y="813"/>
                </a:lnTo>
                <a:lnTo>
                  <a:pt x="21" y="808"/>
                </a:lnTo>
                <a:lnTo>
                  <a:pt x="18" y="803"/>
                </a:lnTo>
                <a:lnTo>
                  <a:pt x="15" y="797"/>
                </a:lnTo>
                <a:lnTo>
                  <a:pt x="13" y="792"/>
                </a:lnTo>
                <a:lnTo>
                  <a:pt x="9" y="786"/>
                </a:lnTo>
                <a:lnTo>
                  <a:pt x="8" y="780"/>
                </a:lnTo>
                <a:lnTo>
                  <a:pt x="6" y="774"/>
                </a:lnTo>
                <a:lnTo>
                  <a:pt x="3" y="768"/>
                </a:lnTo>
                <a:lnTo>
                  <a:pt x="2" y="762"/>
                </a:lnTo>
                <a:lnTo>
                  <a:pt x="1" y="756"/>
                </a:lnTo>
                <a:lnTo>
                  <a:pt x="1" y="749"/>
                </a:lnTo>
                <a:lnTo>
                  <a:pt x="0" y="743"/>
                </a:lnTo>
                <a:lnTo>
                  <a:pt x="0" y="736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57" name="Rectangle 86">
            <a:extLst>
              <a:ext uri="{FF2B5EF4-FFF2-40B4-BE49-F238E27FC236}">
                <a16:creationId xmlns:a16="http://schemas.microsoft.com/office/drawing/2014/main" id="{A784F562-EFA8-4A2B-8B6F-BA25119758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8638" y="16256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58" name="Rectangle 87">
            <a:extLst>
              <a:ext uri="{FF2B5EF4-FFF2-40B4-BE49-F238E27FC236}">
                <a16:creationId xmlns:a16="http://schemas.microsoft.com/office/drawing/2014/main" id="{5D247E51-6245-40BB-B3B4-929E9CF319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2088" y="16256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59" name="Freeform 88">
            <a:extLst>
              <a:ext uri="{FF2B5EF4-FFF2-40B4-BE49-F238E27FC236}">
                <a16:creationId xmlns:a16="http://schemas.microsoft.com/office/drawing/2014/main" id="{93FB28BF-2E46-4226-BEFD-26ACC402A2F3}"/>
              </a:ext>
            </a:extLst>
          </p:cNvPr>
          <p:cNvSpPr>
            <a:spLocks/>
          </p:cNvSpPr>
          <p:nvPr/>
        </p:nvSpPr>
        <p:spPr bwMode="auto">
          <a:xfrm>
            <a:off x="2990850" y="2255838"/>
            <a:ext cx="222250" cy="222250"/>
          </a:xfrm>
          <a:custGeom>
            <a:avLst/>
            <a:gdLst>
              <a:gd name="T0" fmla="*/ 0 w 336"/>
              <a:gd name="T1" fmla="*/ 2147483646 h 336"/>
              <a:gd name="T2" fmla="*/ 2147483646 w 336"/>
              <a:gd name="T3" fmla="*/ 2147483646 h 336"/>
              <a:gd name="T4" fmla="*/ 2147483646 w 336"/>
              <a:gd name="T5" fmla="*/ 2147483646 h 336"/>
              <a:gd name="T6" fmla="*/ 2147483646 w 336"/>
              <a:gd name="T7" fmla="*/ 2147483646 h 336"/>
              <a:gd name="T8" fmla="*/ 2147483646 w 336"/>
              <a:gd name="T9" fmla="*/ 2147483646 h 336"/>
              <a:gd name="T10" fmla="*/ 2147483646 w 336"/>
              <a:gd name="T11" fmla="*/ 2147483646 h 336"/>
              <a:gd name="T12" fmla="*/ 2147483646 w 336"/>
              <a:gd name="T13" fmla="*/ 2147483646 h 336"/>
              <a:gd name="T14" fmla="*/ 2147483646 w 336"/>
              <a:gd name="T15" fmla="*/ 2147483646 h 336"/>
              <a:gd name="T16" fmla="*/ 2147483646 w 336"/>
              <a:gd name="T17" fmla="*/ 2147483646 h 336"/>
              <a:gd name="T18" fmla="*/ 2147483646 w 336"/>
              <a:gd name="T19" fmla="*/ 2147483646 h 336"/>
              <a:gd name="T20" fmla="*/ 2147483646 w 336"/>
              <a:gd name="T21" fmla="*/ 0 h 336"/>
              <a:gd name="T22" fmla="*/ 2147483646 w 336"/>
              <a:gd name="T23" fmla="*/ 0 h 336"/>
              <a:gd name="T24" fmla="*/ 2147483646 w 336"/>
              <a:gd name="T25" fmla="*/ 2147483646 h 336"/>
              <a:gd name="T26" fmla="*/ 2147483646 w 336"/>
              <a:gd name="T27" fmla="*/ 2147483646 h 336"/>
              <a:gd name="T28" fmla="*/ 2147483646 w 336"/>
              <a:gd name="T29" fmla="*/ 2147483646 h 336"/>
              <a:gd name="T30" fmla="*/ 2147483646 w 336"/>
              <a:gd name="T31" fmla="*/ 2147483646 h 336"/>
              <a:gd name="T32" fmla="*/ 2147483646 w 336"/>
              <a:gd name="T33" fmla="*/ 2147483646 h 336"/>
              <a:gd name="T34" fmla="*/ 2147483646 w 336"/>
              <a:gd name="T35" fmla="*/ 2147483646 h 336"/>
              <a:gd name="T36" fmla="*/ 2147483646 w 336"/>
              <a:gd name="T37" fmla="*/ 2147483646 h 336"/>
              <a:gd name="T38" fmla="*/ 2147483646 w 336"/>
              <a:gd name="T39" fmla="*/ 2147483646 h 336"/>
              <a:gd name="T40" fmla="*/ 2147483646 w 336"/>
              <a:gd name="T41" fmla="*/ 2147483646 h 336"/>
              <a:gd name="T42" fmla="*/ 2147483646 w 336"/>
              <a:gd name="T43" fmla="*/ 2147483646 h 336"/>
              <a:gd name="T44" fmla="*/ 2147483646 w 336"/>
              <a:gd name="T45" fmla="*/ 2147483646 h 336"/>
              <a:gd name="T46" fmla="*/ 2147483646 w 336"/>
              <a:gd name="T47" fmla="*/ 2147483646 h 336"/>
              <a:gd name="T48" fmla="*/ 2147483646 w 336"/>
              <a:gd name="T49" fmla="*/ 2147483646 h 336"/>
              <a:gd name="T50" fmla="*/ 2147483646 w 336"/>
              <a:gd name="T51" fmla="*/ 2147483646 h 336"/>
              <a:gd name="T52" fmla="*/ 2147483646 w 336"/>
              <a:gd name="T53" fmla="*/ 2147483646 h 336"/>
              <a:gd name="T54" fmla="*/ 2147483646 w 336"/>
              <a:gd name="T55" fmla="*/ 2147483646 h 336"/>
              <a:gd name="T56" fmla="*/ 2147483646 w 336"/>
              <a:gd name="T57" fmla="*/ 2147483646 h 336"/>
              <a:gd name="T58" fmla="*/ 2147483646 w 336"/>
              <a:gd name="T59" fmla="*/ 2147483646 h 336"/>
              <a:gd name="T60" fmla="*/ 2147483646 w 336"/>
              <a:gd name="T61" fmla="*/ 2147483646 h 336"/>
              <a:gd name="T62" fmla="*/ 2147483646 w 336"/>
              <a:gd name="T63" fmla="*/ 2147483646 h 336"/>
              <a:gd name="T64" fmla="*/ 2147483646 w 336"/>
              <a:gd name="T65" fmla="*/ 2147483646 h 336"/>
              <a:gd name="T66" fmla="*/ 2147483646 w 336"/>
              <a:gd name="T67" fmla="*/ 2147483646 h 336"/>
              <a:gd name="T68" fmla="*/ 2147483646 w 336"/>
              <a:gd name="T69" fmla="*/ 2147483646 h 336"/>
              <a:gd name="T70" fmla="*/ 2147483646 w 336"/>
              <a:gd name="T71" fmla="*/ 2147483646 h 336"/>
              <a:gd name="T72" fmla="*/ 2147483646 w 336"/>
              <a:gd name="T73" fmla="*/ 2147483646 h 336"/>
              <a:gd name="T74" fmla="*/ 2147483646 w 336"/>
              <a:gd name="T75" fmla="*/ 2147483646 h 336"/>
              <a:gd name="T76" fmla="*/ 2147483646 w 336"/>
              <a:gd name="T77" fmla="*/ 2147483646 h 336"/>
              <a:gd name="T78" fmla="*/ 2147483646 w 336"/>
              <a:gd name="T79" fmla="*/ 2147483646 h 336"/>
              <a:gd name="T80" fmla="*/ 2147483646 w 336"/>
              <a:gd name="T81" fmla="*/ 2147483646 h 336"/>
              <a:gd name="T82" fmla="*/ 2147483646 w 336"/>
              <a:gd name="T83" fmla="*/ 2147483646 h 336"/>
              <a:gd name="T84" fmla="*/ 2147483646 w 336"/>
              <a:gd name="T85" fmla="*/ 2147483646 h 336"/>
              <a:gd name="T86" fmla="*/ 2147483646 w 336"/>
              <a:gd name="T87" fmla="*/ 2147483646 h 336"/>
              <a:gd name="T88" fmla="*/ 2147483646 w 336"/>
              <a:gd name="T89" fmla="*/ 2147483646 h 336"/>
              <a:gd name="T90" fmla="*/ 2147483646 w 336"/>
              <a:gd name="T91" fmla="*/ 2147483646 h 336"/>
              <a:gd name="T92" fmla="*/ 2147483646 w 336"/>
              <a:gd name="T93" fmla="*/ 2147483646 h 336"/>
              <a:gd name="T94" fmla="*/ 2147483646 w 336"/>
              <a:gd name="T95" fmla="*/ 2147483646 h 336"/>
              <a:gd name="T96" fmla="*/ 2147483646 w 336"/>
              <a:gd name="T97" fmla="*/ 2147483646 h 336"/>
              <a:gd name="T98" fmla="*/ 2147483646 w 336"/>
              <a:gd name="T99" fmla="*/ 2147483646 h 336"/>
              <a:gd name="T100" fmla="*/ 2147483646 w 336"/>
              <a:gd name="T101" fmla="*/ 2147483646 h 336"/>
              <a:gd name="T102" fmla="*/ 2147483646 w 336"/>
              <a:gd name="T103" fmla="*/ 2147483646 h 336"/>
              <a:gd name="T104" fmla="*/ 2147483646 w 336"/>
              <a:gd name="T105" fmla="*/ 2147483646 h 336"/>
              <a:gd name="T106" fmla="*/ 2147483646 w 336"/>
              <a:gd name="T107" fmla="*/ 2147483646 h 336"/>
              <a:gd name="T108" fmla="*/ 2147483646 w 336"/>
              <a:gd name="T109" fmla="*/ 2147483646 h 336"/>
              <a:gd name="T110" fmla="*/ 0 w 336"/>
              <a:gd name="T111" fmla="*/ 2147483646 h 3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336" h="336">
                <a:moveTo>
                  <a:pt x="0" y="166"/>
                </a:moveTo>
                <a:lnTo>
                  <a:pt x="0" y="171"/>
                </a:lnTo>
                <a:lnTo>
                  <a:pt x="0" y="161"/>
                </a:lnTo>
                <a:lnTo>
                  <a:pt x="1" y="153"/>
                </a:lnTo>
                <a:lnTo>
                  <a:pt x="2" y="144"/>
                </a:lnTo>
                <a:lnTo>
                  <a:pt x="3" y="136"/>
                </a:lnTo>
                <a:lnTo>
                  <a:pt x="6" y="127"/>
                </a:lnTo>
                <a:lnTo>
                  <a:pt x="7" y="119"/>
                </a:lnTo>
                <a:lnTo>
                  <a:pt x="11" y="112"/>
                </a:lnTo>
                <a:lnTo>
                  <a:pt x="13" y="103"/>
                </a:lnTo>
                <a:lnTo>
                  <a:pt x="17" y="96"/>
                </a:lnTo>
                <a:lnTo>
                  <a:pt x="20" y="89"/>
                </a:lnTo>
                <a:lnTo>
                  <a:pt x="25" y="82"/>
                </a:lnTo>
                <a:lnTo>
                  <a:pt x="29" y="75"/>
                </a:lnTo>
                <a:lnTo>
                  <a:pt x="33" y="69"/>
                </a:lnTo>
                <a:lnTo>
                  <a:pt x="38" y="61"/>
                </a:lnTo>
                <a:lnTo>
                  <a:pt x="44" y="55"/>
                </a:lnTo>
                <a:lnTo>
                  <a:pt x="50" y="49"/>
                </a:lnTo>
                <a:lnTo>
                  <a:pt x="56" y="45"/>
                </a:lnTo>
                <a:lnTo>
                  <a:pt x="62" y="39"/>
                </a:lnTo>
                <a:lnTo>
                  <a:pt x="68" y="34"/>
                </a:lnTo>
                <a:lnTo>
                  <a:pt x="75" y="29"/>
                </a:lnTo>
                <a:lnTo>
                  <a:pt x="81" y="24"/>
                </a:lnTo>
                <a:lnTo>
                  <a:pt x="89" y="21"/>
                </a:lnTo>
                <a:lnTo>
                  <a:pt x="96" y="17"/>
                </a:lnTo>
                <a:lnTo>
                  <a:pt x="104" y="13"/>
                </a:lnTo>
                <a:lnTo>
                  <a:pt x="111" y="10"/>
                </a:lnTo>
                <a:lnTo>
                  <a:pt x="120" y="7"/>
                </a:lnTo>
                <a:lnTo>
                  <a:pt x="127" y="5"/>
                </a:lnTo>
                <a:lnTo>
                  <a:pt x="135" y="4"/>
                </a:lnTo>
                <a:lnTo>
                  <a:pt x="144" y="1"/>
                </a:lnTo>
                <a:lnTo>
                  <a:pt x="152" y="1"/>
                </a:lnTo>
                <a:lnTo>
                  <a:pt x="162" y="0"/>
                </a:lnTo>
                <a:lnTo>
                  <a:pt x="170" y="0"/>
                </a:lnTo>
                <a:lnTo>
                  <a:pt x="165" y="0"/>
                </a:lnTo>
                <a:lnTo>
                  <a:pt x="175" y="0"/>
                </a:lnTo>
                <a:lnTo>
                  <a:pt x="183" y="1"/>
                </a:lnTo>
                <a:lnTo>
                  <a:pt x="192" y="1"/>
                </a:lnTo>
                <a:lnTo>
                  <a:pt x="200" y="4"/>
                </a:lnTo>
                <a:lnTo>
                  <a:pt x="209" y="5"/>
                </a:lnTo>
                <a:lnTo>
                  <a:pt x="216" y="7"/>
                </a:lnTo>
                <a:lnTo>
                  <a:pt x="224" y="10"/>
                </a:lnTo>
                <a:lnTo>
                  <a:pt x="231" y="13"/>
                </a:lnTo>
                <a:lnTo>
                  <a:pt x="240" y="17"/>
                </a:lnTo>
                <a:lnTo>
                  <a:pt x="247" y="21"/>
                </a:lnTo>
                <a:lnTo>
                  <a:pt x="254" y="24"/>
                </a:lnTo>
                <a:lnTo>
                  <a:pt x="261" y="29"/>
                </a:lnTo>
                <a:lnTo>
                  <a:pt x="267" y="34"/>
                </a:lnTo>
                <a:lnTo>
                  <a:pt x="273" y="39"/>
                </a:lnTo>
                <a:lnTo>
                  <a:pt x="281" y="45"/>
                </a:lnTo>
                <a:lnTo>
                  <a:pt x="287" y="49"/>
                </a:lnTo>
                <a:lnTo>
                  <a:pt x="291" y="55"/>
                </a:lnTo>
                <a:lnTo>
                  <a:pt x="297" y="61"/>
                </a:lnTo>
                <a:lnTo>
                  <a:pt x="302" y="69"/>
                </a:lnTo>
                <a:lnTo>
                  <a:pt x="307" y="75"/>
                </a:lnTo>
                <a:lnTo>
                  <a:pt x="312" y="82"/>
                </a:lnTo>
                <a:lnTo>
                  <a:pt x="315" y="89"/>
                </a:lnTo>
                <a:lnTo>
                  <a:pt x="319" y="96"/>
                </a:lnTo>
                <a:lnTo>
                  <a:pt x="323" y="103"/>
                </a:lnTo>
                <a:lnTo>
                  <a:pt x="325" y="112"/>
                </a:lnTo>
                <a:lnTo>
                  <a:pt x="329" y="119"/>
                </a:lnTo>
                <a:lnTo>
                  <a:pt x="331" y="127"/>
                </a:lnTo>
                <a:lnTo>
                  <a:pt x="332" y="136"/>
                </a:lnTo>
                <a:lnTo>
                  <a:pt x="333" y="144"/>
                </a:lnTo>
                <a:lnTo>
                  <a:pt x="335" y="153"/>
                </a:lnTo>
                <a:lnTo>
                  <a:pt x="336" y="161"/>
                </a:lnTo>
                <a:lnTo>
                  <a:pt x="336" y="171"/>
                </a:lnTo>
                <a:lnTo>
                  <a:pt x="336" y="166"/>
                </a:lnTo>
                <a:lnTo>
                  <a:pt x="336" y="174"/>
                </a:lnTo>
                <a:lnTo>
                  <a:pt x="335" y="184"/>
                </a:lnTo>
                <a:lnTo>
                  <a:pt x="333" y="192"/>
                </a:lnTo>
                <a:lnTo>
                  <a:pt x="332" y="201"/>
                </a:lnTo>
                <a:lnTo>
                  <a:pt x="331" y="208"/>
                </a:lnTo>
                <a:lnTo>
                  <a:pt x="329" y="216"/>
                </a:lnTo>
                <a:lnTo>
                  <a:pt x="325" y="225"/>
                </a:lnTo>
                <a:lnTo>
                  <a:pt x="323" y="232"/>
                </a:lnTo>
                <a:lnTo>
                  <a:pt x="319" y="240"/>
                </a:lnTo>
                <a:lnTo>
                  <a:pt x="315" y="247"/>
                </a:lnTo>
                <a:lnTo>
                  <a:pt x="312" y="255"/>
                </a:lnTo>
                <a:lnTo>
                  <a:pt x="307" y="261"/>
                </a:lnTo>
                <a:lnTo>
                  <a:pt x="302" y="268"/>
                </a:lnTo>
                <a:lnTo>
                  <a:pt x="297" y="274"/>
                </a:lnTo>
                <a:lnTo>
                  <a:pt x="291" y="280"/>
                </a:lnTo>
                <a:lnTo>
                  <a:pt x="287" y="286"/>
                </a:lnTo>
                <a:lnTo>
                  <a:pt x="281" y="292"/>
                </a:lnTo>
                <a:lnTo>
                  <a:pt x="273" y="297"/>
                </a:lnTo>
                <a:lnTo>
                  <a:pt x="267" y="303"/>
                </a:lnTo>
                <a:lnTo>
                  <a:pt x="261" y="307"/>
                </a:lnTo>
                <a:lnTo>
                  <a:pt x="254" y="311"/>
                </a:lnTo>
                <a:lnTo>
                  <a:pt x="247" y="316"/>
                </a:lnTo>
                <a:lnTo>
                  <a:pt x="240" y="319"/>
                </a:lnTo>
                <a:lnTo>
                  <a:pt x="231" y="323"/>
                </a:lnTo>
                <a:lnTo>
                  <a:pt x="224" y="325"/>
                </a:lnTo>
                <a:lnTo>
                  <a:pt x="216" y="328"/>
                </a:lnTo>
                <a:lnTo>
                  <a:pt x="209" y="330"/>
                </a:lnTo>
                <a:lnTo>
                  <a:pt x="200" y="333"/>
                </a:lnTo>
                <a:lnTo>
                  <a:pt x="192" y="334"/>
                </a:lnTo>
                <a:lnTo>
                  <a:pt x="183" y="335"/>
                </a:lnTo>
                <a:lnTo>
                  <a:pt x="175" y="336"/>
                </a:lnTo>
                <a:lnTo>
                  <a:pt x="165" y="336"/>
                </a:lnTo>
                <a:lnTo>
                  <a:pt x="170" y="336"/>
                </a:lnTo>
                <a:lnTo>
                  <a:pt x="162" y="336"/>
                </a:lnTo>
                <a:lnTo>
                  <a:pt x="152" y="335"/>
                </a:lnTo>
                <a:lnTo>
                  <a:pt x="144" y="334"/>
                </a:lnTo>
                <a:lnTo>
                  <a:pt x="135" y="333"/>
                </a:lnTo>
                <a:lnTo>
                  <a:pt x="127" y="330"/>
                </a:lnTo>
                <a:lnTo>
                  <a:pt x="120" y="328"/>
                </a:lnTo>
                <a:lnTo>
                  <a:pt x="111" y="325"/>
                </a:lnTo>
                <a:lnTo>
                  <a:pt x="104" y="323"/>
                </a:lnTo>
                <a:lnTo>
                  <a:pt x="96" y="319"/>
                </a:lnTo>
                <a:lnTo>
                  <a:pt x="89" y="316"/>
                </a:lnTo>
                <a:lnTo>
                  <a:pt x="81" y="311"/>
                </a:lnTo>
                <a:lnTo>
                  <a:pt x="75" y="307"/>
                </a:lnTo>
                <a:lnTo>
                  <a:pt x="68" y="303"/>
                </a:lnTo>
                <a:lnTo>
                  <a:pt x="62" y="297"/>
                </a:lnTo>
                <a:lnTo>
                  <a:pt x="56" y="292"/>
                </a:lnTo>
                <a:lnTo>
                  <a:pt x="50" y="286"/>
                </a:lnTo>
                <a:lnTo>
                  <a:pt x="44" y="280"/>
                </a:lnTo>
                <a:lnTo>
                  <a:pt x="38" y="274"/>
                </a:lnTo>
                <a:lnTo>
                  <a:pt x="33" y="268"/>
                </a:lnTo>
                <a:lnTo>
                  <a:pt x="29" y="261"/>
                </a:lnTo>
                <a:lnTo>
                  <a:pt x="25" y="255"/>
                </a:lnTo>
                <a:lnTo>
                  <a:pt x="20" y="247"/>
                </a:lnTo>
                <a:lnTo>
                  <a:pt x="17" y="240"/>
                </a:lnTo>
                <a:lnTo>
                  <a:pt x="13" y="232"/>
                </a:lnTo>
                <a:lnTo>
                  <a:pt x="11" y="225"/>
                </a:lnTo>
                <a:lnTo>
                  <a:pt x="7" y="216"/>
                </a:lnTo>
                <a:lnTo>
                  <a:pt x="6" y="208"/>
                </a:lnTo>
                <a:lnTo>
                  <a:pt x="3" y="201"/>
                </a:lnTo>
                <a:lnTo>
                  <a:pt x="2" y="192"/>
                </a:lnTo>
                <a:lnTo>
                  <a:pt x="1" y="184"/>
                </a:lnTo>
                <a:lnTo>
                  <a:pt x="0" y="174"/>
                </a:lnTo>
                <a:lnTo>
                  <a:pt x="0" y="166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60" name="Rectangle 93">
            <a:extLst>
              <a:ext uri="{FF2B5EF4-FFF2-40B4-BE49-F238E27FC236}">
                <a16:creationId xmlns:a16="http://schemas.microsoft.com/office/drawing/2014/main" id="{37C6C638-358D-411C-A9C1-A3E367AA88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5188" y="19605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61" name="Rectangle 129">
            <a:extLst>
              <a:ext uri="{FF2B5EF4-FFF2-40B4-BE49-F238E27FC236}">
                <a16:creationId xmlns:a16="http://schemas.microsoft.com/office/drawing/2014/main" id="{8FEAE465-1A38-4430-8193-46F487184C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9638" y="1182688"/>
            <a:ext cx="681037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62" name="Line 130">
            <a:extLst>
              <a:ext uri="{FF2B5EF4-FFF2-40B4-BE49-F238E27FC236}">
                <a16:creationId xmlns:a16="http://schemas.microsoft.com/office/drawing/2014/main" id="{0B031A03-0D69-4A60-B84B-9DF55401455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89638" y="1530350"/>
            <a:ext cx="681037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63" name="Line 131">
            <a:extLst>
              <a:ext uri="{FF2B5EF4-FFF2-40B4-BE49-F238E27FC236}">
                <a16:creationId xmlns:a16="http://schemas.microsoft.com/office/drawing/2014/main" id="{5CC3EEAE-D691-408D-B0DE-554C62D9FA4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37300" y="1182688"/>
            <a:ext cx="1588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64" name="Line 132">
            <a:extLst>
              <a:ext uri="{FF2B5EF4-FFF2-40B4-BE49-F238E27FC236}">
                <a16:creationId xmlns:a16="http://schemas.microsoft.com/office/drawing/2014/main" id="{32CCAE20-8EF3-4206-B63A-B3045FCDDAC7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6263" y="852488"/>
            <a:ext cx="333375" cy="3302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65" name="Rectangle 134">
            <a:extLst>
              <a:ext uri="{FF2B5EF4-FFF2-40B4-BE49-F238E27FC236}">
                <a16:creationId xmlns:a16="http://schemas.microsoft.com/office/drawing/2014/main" id="{6C07B286-2ABD-4714-9C68-7C29E5CD02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7388" y="762000"/>
            <a:ext cx="10636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66" name="Rectangle 135">
            <a:extLst>
              <a:ext uri="{FF2B5EF4-FFF2-40B4-BE49-F238E27FC236}">
                <a16:creationId xmlns:a16="http://schemas.microsoft.com/office/drawing/2014/main" id="{9520F199-84FE-4996-89AB-F7B91BE9CC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7238" y="8382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67" name="Rectangle 136">
            <a:extLst>
              <a:ext uri="{FF2B5EF4-FFF2-40B4-BE49-F238E27FC236}">
                <a16:creationId xmlns:a16="http://schemas.microsoft.com/office/drawing/2014/main" id="{E319EF74-B97E-4A61-BBA1-A54F173BC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1850" y="762000"/>
            <a:ext cx="10636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68" name="Rectangle 137">
            <a:extLst>
              <a:ext uri="{FF2B5EF4-FFF2-40B4-BE49-F238E27FC236}">
                <a16:creationId xmlns:a16="http://schemas.microsoft.com/office/drawing/2014/main" id="{C026455A-7862-40DF-B512-06C26958B2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1700" y="838200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69" name="Rectangle 138">
            <a:extLst>
              <a:ext uri="{FF2B5EF4-FFF2-40B4-BE49-F238E27FC236}">
                <a16:creationId xmlns:a16="http://schemas.microsoft.com/office/drawing/2014/main" id="{F1C193C5-F833-4353-9C91-5B5D13AF42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3063" y="900113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70" name="Rectangle 139">
            <a:extLst>
              <a:ext uri="{FF2B5EF4-FFF2-40B4-BE49-F238E27FC236}">
                <a16:creationId xmlns:a16="http://schemas.microsoft.com/office/drawing/2014/main" id="{46147EEB-3A2E-4386-9BD8-D18BC3E935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1325" y="976313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3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71" name="Rectangle 140">
            <a:extLst>
              <a:ext uri="{FF2B5EF4-FFF2-40B4-BE49-F238E27FC236}">
                <a16:creationId xmlns:a16="http://schemas.microsoft.com/office/drawing/2014/main" id="{AD94F625-A51A-42B8-AC7A-84CC0A8C1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97525" y="900113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72" name="Rectangle 141">
            <a:extLst>
              <a:ext uri="{FF2B5EF4-FFF2-40B4-BE49-F238E27FC236}">
                <a16:creationId xmlns:a16="http://schemas.microsoft.com/office/drawing/2014/main" id="{9D1C7A13-0481-446A-AF14-53F2C46325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1182688"/>
            <a:ext cx="665163" cy="6794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73" name="Line 142">
            <a:extLst>
              <a:ext uri="{FF2B5EF4-FFF2-40B4-BE49-F238E27FC236}">
                <a16:creationId xmlns:a16="http://schemas.microsoft.com/office/drawing/2014/main" id="{34657347-1FF1-4D07-820B-F197A47746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70675" y="1530350"/>
            <a:ext cx="665163" cy="158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74" name="Line 143">
            <a:extLst>
              <a:ext uri="{FF2B5EF4-FFF2-40B4-BE49-F238E27FC236}">
                <a16:creationId xmlns:a16="http://schemas.microsoft.com/office/drawing/2014/main" id="{1B9548FD-AB07-4F54-981E-6347281A284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02463" y="1182688"/>
            <a:ext cx="1587" cy="6794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75" name="Rectangle 144">
            <a:extLst>
              <a:ext uri="{FF2B5EF4-FFF2-40B4-BE49-F238E27FC236}">
                <a16:creationId xmlns:a16="http://schemas.microsoft.com/office/drawing/2014/main" id="{9DD6A556-F16D-4CA7-B05F-AF79B0A304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976313"/>
            <a:ext cx="952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76" name="Rectangle 145">
            <a:extLst>
              <a:ext uri="{FF2B5EF4-FFF2-40B4-BE49-F238E27FC236}">
                <a16:creationId xmlns:a16="http://schemas.microsoft.com/office/drawing/2014/main" id="{9457262F-7716-465C-B030-52CA166C0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1238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77" name="Rectangle 146">
            <a:extLst>
              <a:ext uri="{FF2B5EF4-FFF2-40B4-BE49-F238E27FC236}">
                <a16:creationId xmlns:a16="http://schemas.microsoft.com/office/drawing/2014/main" id="{92F5B629-3C0F-42F6-B239-5A83E25CB4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6200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78" name="Rectangle 147">
            <a:extLst>
              <a:ext uri="{FF2B5EF4-FFF2-40B4-BE49-F238E27FC236}">
                <a16:creationId xmlns:a16="http://schemas.microsoft.com/office/drawing/2014/main" id="{1834EBDB-50CC-4BF7-B988-C2230D9453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79" name="Rectangle 148">
            <a:extLst>
              <a:ext uri="{FF2B5EF4-FFF2-40B4-BE49-F238E27FC236}">
                <a16:creationId xmlns:a16="http://schemas.microsoft.com/office/drawing/2014/main" id="{F7F8CEA9-4F7B-4415-88BA-2C597FDB9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0888" y="10017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80" name="Rectangle 149">
            <a:extLst>
              <a:ext uri="{FF2B5EF4-FFF2-40B4-BE49-F238E27FC236}">
                <a16:creationId xmlns:a16="http://schemas.microsoft.com/office/drawing/2014/main" id="{CE4FFD5D-9DFF-48EC-A0A8-CBFE685474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0850" y="16256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81" name="Rectangle 150">
            <a:extLst>
              <a:ext uri="{FF2B5EF4-FFF2-40B4-BE49-F238E27FC236}">
                <a16:creationId xmlns:a16="http://schemas.microsoft.com/office/drawing/2014/main" id="{0177B6DA-52B3-441B-8A3C-96B7E26291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9638" y="1862138"/>
            <a:ext cx="681037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82" name="Line 151">
            <a:extLst>
              <a:ext uri="{FF2B5EF4-FFF2-40B4-BE49-F238E27FC236}">
                <a16:creationId xmlns:a16="http://schemas.microsoft.com/office/drawing/2014/main" id="{E794951A-7FBE-4C12-B6B6-4016D63C0A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89638" y="2192338"/>
            <a:ext cx="681037" cy="31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83" name="Line 152">
            <a:extLst>
              <a:ext uri="{FF2B5EF4-FFF2-40B4-BE49-F238E27FC236}">
                <a16:creationId xmlns:a16="http://schemas.microsoft.com/office/drawing/2014/main" id="{B4024C41-944D-4455-B0D6-972F9E72BC2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37300" y="1862138"/>
            <a:ext cx="1588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84" name="Rectangle 153">
            <a:extLst>
              <a:ext uri="{FF2B5EF4-FFF2-40B4-BE49-F238E27FC236}">
                <a16:creationId xmlns:a16="http://schemas.microsoft.com/office/drawing/2014/main" id="{20791CD5-42E0-4B75-8815-9059A297B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7400" y="16256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85" name="Rectangle 154">
            <a:extLst>
              <a:ext uri="{FF2B5EF4-FFF2-40B4-BE49-F238E27FC236}">
                <a16:creationId xmlns:a16="http://schemas.microsoft.com/office/drawing/2014/main" id="{7D5BC616-4F61-40EC-9A8A-5CB98BAED4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1862138"/>
            <a:ext cx="665163" cy="6635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86" name="Line 155">
            <a:extLst>
              <a:ext uri="{FF2B5EF4-FFF2-40B4-BE49-F238E27FC236}">
                <a16:creationId xmlns:a16="http://schemas.microsoft.com/office/drawing/2014/main" id="{AF32B646-2E28-4AAD-AF91-867ECAAAA5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70675" y="2192338"/>
            <a:ext cx="665163" cy="31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87" name="Line 156">
            <a:extLst>
              <a:ext uri="{FF2B5EF4-FFF2-40B4-BE49-F238E27FC236}">
                <a16:creationId xmlns:a16="http://schemas.microsoft.com/office/drawing/2014/main" id="{BD42270A-26E9-4003-8F6A-A3B8C71E331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02463" y="1862138"/>
            <a:ext cx="1587" cy="6635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88" name="Rectangle 157">
            <a:extLst>
              <a:ext uri="{FF2B5EF4-FFF2-40B4-BE49-F238E27FC236}">
                <a16:creationId xmlns:a16="http://schemas.microsoft.com/office/drawing/2014/main" id="{E26ABDB0-FB9B-4892-A035-7EF3C6D0E1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605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89" name="Rectangle 158">
            <a:extLst>
              <a:ext uri="{FF2B5EF4-FFF2-40B4-BE49-F238E27FC236}">
                <a16:creationId xmlns:a16="http://schemas.microsoft.com/office/drawing/2014/main" id="{E8E50851-D44C-4F35-9E70-6B4BD5C92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2713" y="22971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90" name="Rectangle 159">
            <a:extLst>
              <a:ext uri="{FF2B5EF4-FFF2-40B4-BE49-F238E27FC236}">
                <a16:creationId xmlns:a16="http://schemas.microsoft.com/office/drawing/2014/main" id="{5D9E44A1-A2AA-452F-B276-660CE2D45D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5963" y="1290638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91" name="Rectangle 160">
            <a:extLst>
              <a:ext uri="{FF2B5EF4-FFF2-40B4-BE49-F238E27FC236}">
                <a16:creationId xmlns:a16="http://schemas.microsoft.com/office/drawing/2014/main" id="{4E86BE22-91A4-4FAB-8561-36ED2D7A58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5963" y="1625600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01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92" name="Rectangle 161">
            <a:extLst>
              <a:ext uri="{FF2B5EF4-FFF2-40B4-BE49-F238E27FC236}">
                <a16:creationId xmlns:a16="http://schemas.microsoft.com/office/drawing/2014/main" id="{FF6EFA45-A335-4E80-B2CC-704CFABBA0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5963" y="196056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11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93" name="Rectangle 162">
            <a:extLst>
              <a:ext uri="{FF2B5EF4-FFF2-40B4-BE49-F238E27FC236}">
                <a16:creationId xmlns:a16="http://schemas.microsoft.com/office/drawing/2014/main" id="{79BA8AC5-7009-47D8-B743-B3F6D3AFE0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5963" y="2297113"/>
            <a:ext cx="1524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10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94" name="Rectangle 163">
            <a:extLst>
              <a:ext uri="{FF2B5EF4-FFF2-40B4-BE49-F238E27FC236}">
                <a16:creationId xmlns:a16="http://schemas.microsoft.com/office/drawing/2014/main" id="{A12B29D6-06BE-484B-997F-655666AC9B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6256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95" name="Rectangle 164">
            <a:extLst>
              <a:ext uri="{FF2B5EF4-FFF2-40B4-BE49-F238E27FC236}">
                <a16:creationId xmlns:a16="http://schemas.microsoft.com/office/drawing/2014/main" id="{8F33A4EE-84F0-4575-9777-50160CAA2C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0850" y="19605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96" name="Freeform 165">
            <a:extLst>
              <a:ext uri="{FF2B5EF4-FFF2-40B4-BE49-F238E27FC236}">
                <a16:creationId xmlns:a16="http://schemas.microsoft.com/office/drawing/2014/main" id="{BC73A578-42CA-4931-9202-5B21FF3189C8}"/>
              </a:ext>
            </a:extLst>
          </p:cNvPr>
          <p:cNvSpPr>
            <a:spLocks/>
          </p:cNvSpPr>
          <p:nvPr/>
        </p:nvSpPr>
        <p:spPr bwMode="auto">
          <a:xfrm>
            <a:off x="7059613" y="1581150"/>
            <a:ext cx="336550" cy="560388"/>
          </a:xfrm>
          <a:custGeom>
            <a:avLst/>
            <a:gdLst>
              <a:gd name="T0" fmla="*/ 2147483646 w 510"/>
              <a:gd name="T1" fmla="*/ 0 h 851"/>
              <a:gd name="T2" fmla="*/ 2147483646 w 510"/>
              <a:gd name="T3" fmla="*/ 0 h 851"/>
              <a:gd name="T4" fmla="*/ 2147483646 w 510"/>
              <a:gd name="T5" fmla="*/ 0 h 851"/>
              <a:gd name="T6" fmla="*/ 2147483646 w 510"/>
              <a:gd name="T7" fmla="*/ 0 h 851"/>
              <a:gd name="T8" fmla="*/ 2147483646 w 510"/>
              <a:gd name="T9" fmla="*/ 0 h 851"/>
              <a:gd name="T10" fmla="*/ 2147483646 w 510"/>
              <a:gd name="T11" fmla="*/ 0 h 851"/>
              <a:gd name="T12" fmla="*/ 2147483646 w 510"/>
              <a:gd name="T13" fmla="*/ 2147483646 h 851"/>
              <a:gd name="T14" fmla="*/ 2147483646 w 510"/>
              <a:gd name="T15" fmla="*/ 2147483646 h 851"/>
              <a:gd name="T16" fmla="*/ 2147483646 w 510"/>
              <a:gd name="T17" fmla="*/ 2147483646 h 851"/>
              <a:gd name="T18" fmla="*/ 2147483646 w 510"/>
              <a:gd name="T19" fmla="*/ 2147483646 h 851"/>
              <a:gd name="T20" fmla="*/ 2147483646 w 510"/>
              <a:gd name="T21" fmla="*/ 2147483646 h 851"/>
              <a:gd name="T22" fmla="*/ 2147483646 w 510"/>
              <a:gd name="T23" fmla="*/ 2147483646 h 851"/>
              <a:gd name="T24" fmla="*/ 2147483646 w 510"/>
              <a:gd name="T25" fmla="*/ 2147483646 h 851"/>
              <a:gd name="T26" fmla="*/ 2147483646 w 510"/>
              <a:gd name="T27" fmla="*/ 2147483646 h 851"/>
              <a:gd name="T28" fmla="*/ 2147483646 w 510"/>
              <a:gd name="T29" fmla="*/ 2147483646 h 851"/>
              <a:gd name="T30" fmla="*/ 0 w 510"/>
              <a:gd name="T31" fmla="*/ 2147483646 h 851"/>
              <a:gd name="T32" fmla="*/ 0 w 510"/>
              <a:gd name="T33" fmla="*/ 2147483646 h 851"/>
              <a:gd name="T34" fmla="*/ 0 w 510"/>
              <a:gd name="T35" fmla="*/ 2147483646 h 851"/>
              <a:gd name="T36" fmla="*/ 0 w 510"/>
              <a:gd name="T37" fmla="*/ 2147483646 h 851"/>
              <a:gd name="T38" fmla="*/ 0 w 510"/>
              <a:gd name="T39" fmla="*/ 2147483646 h 851"/>
              <a:gd name="T40" fmla="*/ 0 w 510"/>
              <a:gd name="T41" fmla="*/ 2147483646 h 851"/>
              <a:gd name="T42" fmla="*/ 0 w 510"/>
              <a:gd name="T43" fmla="*/ 2147483646 h 851"/>
              <a:gd name="T44" fmla="*/ 0 w 510"/>
              <a:gd name="T45" fmla="*/ 2147483646 h 851"/>
              <a:gd name="T46" fmla="*/ 0 w 510"/>
              <a:gd name="T47" fmla="*/ 2147483646 h 851"/>
              <a:gd name="T48" fmla="*/ 0 w 510"/>
              <a:gd name="T49" fmla="*/ 2147483646 h 851"/>
              <a:gd name="T50" fmla="*/ 0 w 510"/>
              <a:gd name="T51" fmla="*/ 2147483646 h 851"/>
              <a:gd name="T52" fmla="*/ 0 w 510"/>
              <a:gd name="T53" fmla="*/ 2147483646 h 851"/>
              <a:gd name="T54" fmla="*/ 0 w 510"/>
              <a:gd name="T55" fmla="*/ 2147483646 h 851"/>
              <a:gd name="T56" fmla="*/ 0 w 510"/>
              <a:gd name="T57" fmla="*/ 2147483646 h 851"/>
              <a:gd name="T58" fmla="*/ 0 w 510"/>
              <a:gd name="T59" fmla="*/ 2147483646 h 851"/>
              <a:gd name="T60" fmla="*/ 0 w 510"/>
              <a:gd name="T61" fmla="*/ 2147483646 h 851"/>
              <a:gd name="T62" fmla="*/ 0 w 510"/>
              <a:gd name="T63" fmla="*/ 2147483646 h 851"/>
              <a:gd name="T64" fmla="*/ 0 w 510"/>
              <a:gd name="T65" fmla="*/ 2147483646 h 851"/>
              <a:gd name="T66" fmla="*/ 0 w 510"/>
              <a:gd name="T67" fmla="*/ 2147483646 h 851"/>
              <a:gd name="T68" fmla="*/ 0 w 510"/>
              <a:gd name="T69" fmla="*/ 2147483646 h 851"/>
              <a:gd name="T70" fmla="*/ 0 w 510"/>
              <a:gd name="T71" fmla="*/ 2147483646 h 851"/>
              <a:gd name="T72" fmla="*/ 0 w 510"/>
              <a:gd name="T73" fmla="*/ 2147483646 h 851"/>
              <a:gd name="T74" fmla="*/ 0 w 510"/>
              <a:gd name="T75" fmla="*/ 2147483646 h 851"/>
              <a:gd name="T76" fmla="*/ 0 w 510"/>
              <a:gd name="T77" fmla="*/ 2147483646 h 851"/>
              <a:gd name="T78" fmla="*/ 2147483646 w 510"/>
              <a:gd name="T79" fmla="*/ 2147483646 h 851"/>
              <a:gd name="T80" fmla="*/ 2147483646 w 510"/>
              <a:gd name="T81" fmla="*/ 2147483646 h 851"/>
              <a:gd name="T82" fmla="*/ 2147483646 w 510"/>
              <a:gd name="T83" fmla="*/ 2147483646 h 851"/>
              <a:gd name="T84" fmla="*/ 2147483646 w 510"/>
              <a:gd name="T85" fmla="*/ 2147483646 h 851"/>
              <a:gd name="T86" fmla="*/ 2147483646 w 510"/>
              <a:gd name="T87" fmla="*/ 2147483646 h 851"/>
              <a:gd name="T88" fmla="*/ 2147483646 w 510"/>
              <a:gd name="T89" fmla="*/ 2147483646 h 851"/>
              <a:gd name="T90" fmla="*/ 2147483646 w 510"/>
              <a:gd name="T91" fmla="*/ 2147483646 h 851"/>
              <a:gd name="T92" fmla="*/ 2147483646 w 510"/>
              <a:gd name="T93" fmla="*/ 2147483646 h 851"/>
              <a:gd name="T94" fmla="*/ 2147483646 w 510"/>
              <a:gd name="T95" fmla="*/ 2147483646 h 851"/>
              <a:gd name="T96" fmla="*/ 2147483646 w 510"/>
              <a:gd name="T97" fmla="*/ 2147483646 h 851"/>
              <a:gd name="T98" fmla="*/ 2147483646 w 510"/>
              <a:gd name="T99" fmla="*/ 2147483646 h 851"/>
              <a:gd name="T100" fmla="*/ 2147483646 w 510"/>
              <a:gd name="T101" fmla="*/ 2147483646 h 851"/>
              <a:gd name="T102" fmla="*/ 2147483646 w 510"/>
              <a:gd name="T103" fmla="*/ 2147483646 h 851"/>
              <a:gd name="T104" fmla="*/ 2147483646 w 510"/>
              <a:gd name="T105" fmla="*/ 2147483646 h 851"/>
              <a:gd name="T106" fmla="*/ 2147483646 w 510"/>
              <a:gd name="T107" fmla="*/ 2147483646 h 851"/>
              <a:gd name="T108" fmla="*/ 2147483646 w 510"/>
              <a:gd name="T109" fmla="*/ 2147483646 h 851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10" h="851">
                <a:moveTo>
                  <a:pt x="510" y="0"/>
                </a:moveTo>
                <a:lnTo>
                  <a:pt x="480" y="0"/>
                </a:lnTo>
                <a:lnTo>
                  <a:pt x="450" y="0"/>
                </a:lnTo>
                <a:lnTo>
                  <a:pt x="424" y="0"/>
                </a:lnTo>
                <a:lnTo>
                  <a:pt x="398" y="0"/>
                </a:lnTo>
                <a:lnTo>
                  <a:pt x="374" y="0"/>
                </a:lnTo>
                <a:lnTo>
                  <a:pt x="353" y="0"/>
                </a:lnTo>
                <a:lnTo>
                  <a:pt x="332" y="0"/>
                </a:lnTo>
                <a:lnTo>
                  <a:pt x="313" y="0"/>
                </a:lnTo>
                <a:lnTo>
                  <a:pt x="295" y="0"/>
                </a:lnTo>
                <a:lnTo>
                  <a:pt x="280" y="0"/>
                </a:lnTo>
                <a:lnTo>
                  <a:pt x="265" y="0"/>
                </a:lnTo>
                <a:lnTo>
                  <a:pt x="251" y="0"/>
                </a:lnTo>
                <a:lnTo>
                  <a:pt x="239" y="0"/>
                </a:lnTo>
                <a:lnTo>
                  <a:pt x="227" y="0"/>
                </a:lnTo>
                <a:lnTo>
                  <a:pt x="217" y="0"/>
                </a:lnTo>
                <a:lnTo>
                  <a:pt x="208" y="0"/>
                </a:lnTo>
                <a:lnTo>
                  <a:pt x="199" y="0"/>
                </a:lnTo>
                <a:lnTo>
                  <a:pt x="191" y="0"/>
                </a:lnTo>
                <a:lnTo>
                  <a:pt x="184" y="0"/>
                </a:lnTo>
                <a:lnTo>
                  <a:pt x="178" y="0"/>
                </a:lnTo>
                <a:lnTo>
                  <a:pt x="172" y="0"/>
                </a:lnTo>
                <a:lnTo>
                  <a:pt x="167" y="0"/>
                </a:lnTo>
                <a:lnTo>
                  <a:pt x="162" y="0"/>
                </a:lnTo>
                <a:lnTo>
                  <a:pt x="157" y="0"/>
                </a:lnTo>
                <a:lnTo>
                  <a:pt x="154" y="0"/>
                </a:lnTo>
                <a:lnTo>
                  <a:pt x="150" y="0"/>
                </a:lnTo>
                <a:lnTo>
                  <a:pt x="146" y="0"/>
                </a:lnTo>
                <a:lnTo>
                  <a:pt x="143" y="0"/>
                </a:lnTo>
                <a:lnTo>
                  <a:pt x="139" y="0"/>
                </a:lnTo>
                <a:lnTo>
                  <a:pt x="136" y="0"/>
                </a:lnTo>
                <a:lnTo>
                  <a:pt x="132" y="0"/>
                </a:lnTo>
                <a:lnTo>
                  <a:pt x="127" y="0"/>
                </a:lnTo>
                <a:lnTo>
                  <a:pt x="124" y="0"/>
                </a:lnTo>
                <a:lnTo>
                  <a:pt x="120" y="0"/>
                </a:lnTo>
                <a:lnTo>
                  <a:pt x="116" y="0"/>
                </a:lnTo>
                <a:lnTo>
                  <a:pt x="114" y="0"/>
                </a:lnTo>
                <a:lnTo>
                  <a:pt x="110" y="0"/>
                </a:lnTo>
                <a:lnTo>
                  <a:pt x="108" y="0"/>
                </a:lnTo>
                <a:lnTo>
                  <a:pt x="106" y="1"/>
                </a:lnTo>
                <a:lnTo>
                  <a:pt x="102" y="1"/>
                </a:lnTo>
                <a:lnTo>
                  <a:pt x="100" y="1"/>
                </a:lnTo>
                <a:lnTo>
                  <a:pt x="98" y="1"/>
                </a:lnTo>
                <a:lnTo>
                  <a:pt x="96" y="2"/>
                </a:lnTo>
                <a:lnTo>
                  <a:pt x="94" y="2"/>
                </a:lnTo>
                <a:lnTo>
                  <a:pt x="91" y="4"/>
                </a:lnTo>
                <a:lnTo>
                  <a:pt x="89" y="4"/>
                </a:lnTo>
                <a:lnTo>
                  <a:pt x="88" y="5"/>
                </a:lnTo>
                <a:lnTo>
                  <a:pt x="85" y="6"/>
                </a:lnTo>
                <a:lnTo>
                  <a:pt x="83" y="7"/>
                </a:lnTo>
                <a:lnTo>
                  <a:pt x="82" y="8"/>
                </a:lnTo>
                <a:lnTo>
                  <a:pt x="79" y="10"/>
                </a:lnTo>
                <a:lnTo>
                  <a:pt x="77" y="11"/>
                </a:lnTo>
                <a:lnTo>
                  <a:pt x="74" y="12"/>
                </a:lnTo>
                <a:lnTo>
                  <a:pt x="73" y="14"/>
                </a:lnTo>
                <a:lnTo>
                  <a:pt x="71" y="16"/>
                </a:lnTo>
                <a:lnTo>
                  <a:pt x="68" y="18"/>
                </a:lnTo>
                <a:lnTo>
                  <a:pt x="65" y="20"/>
                </a:lnTo>
                <a:lnTo>
                  <a:pt x="62" y="23"/>
                </a:lnTo>
                <a:lnTo>
                  <a:pt x="60" y="25"/>
                </a:lnTo>
                <a:lnTo>
                  <a:pt x="56" y="29"/>
                </a:lnTo>
                <a:lnTo>
                  <a:pt x="54" y="32"/>
                </a:lnTo>
                <a:lnTo>
                  <a:pt x="50" y="35"/>
                </a:lnTo>
                <a:lnTo>
                  <a:pt x="47" y="38"/>
                </a:lnTo>
                <a:lnTo>
                  <a:pt x="42" y="43"/>
                </a:lnTo>
                <a:lnTo>
                  <a:pt x="38" y="47"/>
                </a:lnTo>
                <a:lnTo>
                  <a:pt x="35" y="50"/>
                </a:lnTo>
                <a:lnTo>
                  <a:pt x="31" y="54"/>
                </a:lnTo>
                <a:lnTo>
                  <a:pt x="29" y="56"/>
                </a:lnTo>
                <a:lnTo>
                  <a:pt x="25" y="60"/>
                </a:lnTo>
                <a:lnTo>
                  <a:pt x="23" y="62"/>
                </a:lnTo>
                <a:lnTo>
                  <a:pt x="20" y="66"/>
                </a:lnTo>
                <a:lnTo>
                  <a:pt x="18" y="68"/>
                </a:lnTo>
                <a:lnTo>
                  <a:pt x="16" y="71"/>
                </a:lnTo>
                <a:lnTo>
                  <a:pt x="14" y="73"/>
                </a:lnTo>
                <a:lnTo>
                  <a:pt x="12" y="74"/>
                </a:lnTo>
                <a:lnTo>
                  <a:pt x="11" y="77"/>
                </a:lnTo>
                <a:lnTo>
                  <a:pt x="8" y="79"/>
                </a:lnTo>
                <a:lnTo>
                  <a:pt x="7" y="82"/>
                </a:lnTo>
                <a:lnTo>
                  <a:pt x="6" y="83"/>
                </a:lnTo>
                <a:lnTo>
                  <a:pt x="6" y="85"/>
                </a:lnTo>
                <a:lnTo>
                  <a:pt x="5" y="88"/>
                </a:lnTo>
                <a:lnTo>
                  <a:pt x="4" y="89"/>
                </a:lnTo>
                <a:lnTo>
                  <a:pt x="2" y="91"/>
                </a:lnTo>
                <a:lnTo>
                  <a:pt x="2" y="94"/>
                </a:lnTo>
                <a:lnTo>
                  <a:pt x="2" y="96"/>
                </a:lnTo>
                <a:lnTo>
                  <a:pt x="1" y="97"/>
                </a:lnTo>
                <a:lnTo>
                  <a:pt x="1" y="100"/>
                </a:lnTo>
                <a:lnTo>
                  <a:pt x="1" y="102"/>
                </a:lnTo>
                <a:lnTo>
                  <a:pt x="0" y="106"/>
                </a:lnTo>
                <a:lnTo>
                  <a:pt x="0" y="108"/>
                </a:lnTo>
                <a:lnTo>
                  <a:pt x="0" y="110"/>
                </a:lnTo>
                <a:lnTo>
                  <a:pt x="0" y="114"/>
                </a:lnTo>
                <a:lnTo>
                  <a:pt x="0" y="116"/>
                </a:lnTo>
                <a:lnTo>
                  <a:pt x="0" y="120"/>
                </a:lnTo>
                <a:lnTo>
                  <a:pt x="0" y="124"/>
                </a:lnTo>
                <a:lnTo>
                  <a:pt x="0" y="127"/>
                </a:lnTo>
                <a:lnTo>
                  <a:pt x="0" y="132"/>
                </a:lnTo>
                <a:lnTo>
                  <a:pt x="0" y="136"/>
                </a:lnTo>
                <a:lnTo>
                  <a:pt x="0" y="139"/>
                </a:lnTo>
                <a:lnTo>
                  <a:pt x="0" y="142"/>
                </a:lnTo>
                <a:lnTo>
                  <a:pt x="0" y="145"/>
                </a:lnTo>
                <a:lnTo>
                  <a:pt x="0" y="149"/>
                </a:lnTo>
                <a:lnTo>
                  <a:pt x="0" y="151"/>
                </a:lnTo>
                <a:lnTo>
                  <a:pt x="0" y="155"/>
                </a:lnTo>
                <a:lnTo>
                  <a:pt x="0" y="157"/>
                </a:lnTo>
                <a:lnTo>
                  <a:pt x="0" y="161"/>
                </a:lnTo>
                <a:lnTo>
                  <a:pt x="0" y="163"/>
                </a:lnTo>
                <a:lnTo>
                  <a:pt x="0" y="167"/>
                </a:lnTo>
                <a:lnTo>
                  <a:pt x="0" y="171"/>
                </a:lnTo>
                <a:lnTo>
                  <a:pt x="0" y="173"/>
                </a:lnTo>
                <a:lnTo>
                  <a:pt x="0" y="177"/>
                </a:lnTo>
                <a:lnTo>
                  <a:pt x="0" y="181"/>
                </a:lnTo>
                <a:lnTo>
                  <a:pt x="0" y="185"/>
                </a:lnTo>
                <a:lnTo>
                  <a:pt x="0" y="190"/>
                </a:lnTo>
                <a:lnTo>
                  <a:pt x="0" y="195"/>
                </a:lnTo>
                <a:lnTo>
                  <a:pt x="0" y="199"/>
                </a:lnTo>
                <a:lnTo>
                  <a:pt x="0" y="204"/>
                </a:lnTo>
                <a:lnTo>
                  <a:pt x="0" y="210"/>
                </a:lnTo>
                <a:lnTo>
                  <a:pt x="0" y="217"/>
                </a:lnTo>
                <a:lnTo>
                  <a:pt x="0" y="223"/>
                </a:lnTo>
                <a:lnTo>
                  <a:pt x="0" y="231"/>
                </a:lnTo>
                <a:lnTo>
                  <a:pt x="0" y="239"/>
                </a:lnTo>
                <a:lnTo>
                  <a:pt x="0" y="247"/>
                </a:lnTo>
                <a:lnTo>
                  <a:pt x="0" y="256"/>
                </a:lnTo>
                <a:lnTo>
                  <a:pt x="0" y="265"/>
                </a:lnTo>
                <a:lnTo>
                  <a:pt x="0" y="275"/>
                </a:lnTo>
                <a:lnTo>
                  <a:pt x="0" y="287"/>
                </a:lnTo>
                <a:lnTo>
                  <a:pt x="0" y="298"/>
                </a:lnTo>
                <a:lnTo>
                  <a:pt x="0" y="310"/>
                </a:lnTo>
                <a:lnTo>
                  <a:pt x="0" y="321"/>
                </a:lnTo>
                <a:lnTo>
                  <a:pt x="0" y="330"/>
                </a:lnTo>
                <a:lnTo>
                  <a:pt x="0" y="340"/>
                </a:lnTo>
                <a:lnTo>
                  <a:pt x="0" y="349"/>
                </a:lnTo>
                <a:lnTo>
                  <a:pt x="0" y="358"/>
                </a:lnTo>
                <a:lnTo>
                  <a:pt x="0" y="365"/>
                </a:lnTo>
                <a:lnTo>
                  <a:pt x="0" y="372"/>
                </a:lnTo>
                <a:lnTo>
                  <a:pt x="0" y="379"/>
                </a:lnTo>
                <a:lnTo>
                  <a:pt x="0" y="385"/>
                </a:lnTo>
                <a:lnTo>
                  <a:pt x="0" y="391"/>
                </a:lnTo>
                <a:lnTo>
                  <a:pt x="0" y="396"/>
                </a:lnTo>
                <a:lnTo>
                  <a:pt x="0" y="402"/>
                </a:lnTo>
                <a:lnTo>
                  <a:pt x="0" y="407"/>
                </a:lnTo>
                <a:lnTo>
                  <a:pt x="0" y="411"/>
                </a:lnTo>
                <a:lnTo>
                  <a:pt x="0" y="415"/>
                </a:lnTo>
                <a:lnTo>
                  <a:pt x="0" y="419"/>
                </a:lnTo>
                <a:lnTo>
                  <a:pt x="0" y="423"/>
                </a:lnTo>
                <a:lnTo>
                  <a:pt x="0" y="426"/>
                </a:lnTo>
                <a:lnTo>
                  <a:pt x="0" y="430"/>
                </a:lnTo>
                <a:lnTo>
                  <a:pt x="0" y="432"/>
                </a:lnTo>
                <a:lnTo>
                  <a:pt x="0" y="436"/>
                </a:lnTo>
                <a:lnTo>
                  <a:pt x="0" y="438"/>
                </a:lnTo>
                <a:lnTo>
                  <a:pt x="0" y="442"/>
                </a:lnTo>
                <a:lnTo>
                  <a:pt x="0" y="444"/>
                </a:lnTo>
                <a:lnTo>
                  <a:pt x="0" y="448"/>
                </a:lnTo>
                <a:lnTo>
                  <a:pt x="0" y="450"/>
                </a:lnTo>
                <a:lnTo>
                  <a:pt x="0" y="454"/>
                </a:lnTo>
                <a:lnTo>
                  <a:pt x="0" y="457"/>
                </a:lnTo>
                <a:lnTo>
                  <a:pt x="0" y="461"/>
                </a:lnTo>
                <a:lnTo>
                  <a:pt x="0" y="465"/>
                </a:lnTo>
                <a:lnTo>
                  <a:pt x="0" y="468"/>
                </a:lnTo>
                <a:lnTo>
                  <a:pt x="0" y="472"/>
                </a:lnTo>
                <a:lnTo>
                  <a:pt x="0" y="475"/>
                </a:lnTo>
                <a:lnTo>
                  <a:pt x="0" y="479"/>
                </a:lnTo>
                <a:lnTo>
                  <a:pt x="0" y="483"/>
                </a:lnTo>
                <a:lnTo>
                  <a:pt x="0" y="485"/>
                </a:lnTo>
                <a:lnTo>
                  <a:pt x="0" y="489"/>
                </a:lnTo>
                <a:lnTo>
                  <a:pt x="0" y="491"/>
                </a:lnTo>
                <a:lnTo>
                  <a:pt x="0" y="495"/>
                </a:lnTo>
                <a:lnTo>
                  <a:pt x="0" y="497"/>
                </a:lnTo>
                <a:lnTo>
                  <a:pt x="0" y="499"/>
                </a:lnTo>
                <a:lnTo>
                  <a:pt x="0" y="502"/>
                </a:lnTo>
                <a:lnTo>
                  <a:pt x="0" y="505"/>
                </a:lnTo>
                <a:lnTo>
                  <a:pt x="0" y="508"/>
                </a:lnTo>
                <a:lnTo>
                  <a:pt x="0" y="510"/>
                </a:lnTo>
                <a:lnTo>
                  <a:pt x="0" y="513"/>
                </a:lnTo>
                <a:lnTo>
                  <a:pt x="0" y="516"/>
                </a:lnTo>
                <a:lnTo>
                  <a:pt x="0" y="519"/>
                </a:lnTo>
                <a:lnTo>
                  <a:pt x="0" y="522"/>
                </a:lnTo>
                <a:lnTo>
                  <a:pt x="0" y="526"/>
                </a:lnTo>
                <a:lnTo>
                  <a:pt x="0" y="529"/>
                </a:lnTo>
                <a:lnTo>
                  <a:pt x="0" y="533"/>
                </a:lnTo>
                <a:lnTo>
                  <a:pt x="0" y="537"/>
                </a:lnTo>
                <a:lnTo>
                  <a:pt x="0" y="541"/>
                </a:lnTo>
                <a:lnTo>
                  <a:pt x="0" y="546"/>
                </a:lnTo>
                <a:lnTo>
                  <a:pt x="0" y="551"/>
                </a:lnTo>
                <a:lnTo>
                  <a:pt x="0" y="556"/>
                </a:lnTo>
                <a:lnTo>
                  <a:pt x="0" y="562"/>
                </a:lnTo>
                <a:lnTo>
                  <a:pt x="0" y="568"/>
                </a:lnTo>
                <a:lnTo>
                  <a:pt x="0" y="574"/>
                </a:lnTo>
                <a:lnTo>
                  <a:pt x="0" y="581"/>
                </a:lnTo>
                <a:lnTo>
                  <a:pt x="0" y="588"/>
                </a:lnTo>
                <a:lnTo>
                  <a:pt x="0" y="595"/>
                </a:lnTo>
                <a:lnTo>
                  <a:pt x="0" y="604"/>
                </a:lnTo>
                <a:lnTo>
                  <a:pt x="0" y="611"/>
                </a:lnTo>
                <a:lnTo>
                  <a:pt x="0" y="617"/>
                </a:lnTo>
                <a:lnTo>
                  <a:pt x="0" y="624"/>
                </a:lnTo>
                <a:lnTo>
                  <a:pt x="0" y="630"/>
                </a:lnTo>
                <a:lnTo>
                  <a:pt x="0" y="635"/>
                </a:lnTo>
                <a:lnTo>
                  <a:pt x="0" y="641"/>
                </a:lnTo>
                <a:lnTo>
                  <a:pt x="0" y="646"/>
                </a:lnTo>
                <a:lnTo>
                  <a:pt x="0" y="651"/>
                </a:lnTo>
                <a:lnTo>
                  <a:pt x="0" y="654"/>
                </a:lnTo>
                <a:lnTo>
                  <a:pt x="0" y="658"/>
                </a:lnTo>
                <a:lnTo>
                  <a:pt x="0" y="663"/>
                </a:lnTo>
                <a:lnTo>
                  <a:pt x="0" y="666"/>
                </a:lnTo>
                <a:lnTo>
                  <a:pt x="0" y="669"/>
                </a:lnTo>
                <a:lnTo>
                  <a:pt x="0" y="672"/>
                </a:lnTo>
                <a:lnTo>
                  <a:pt x="0" y="676"/>
                </a:lnTo>
                <a:lnTo>
                  <a:pt x="0" y="678"/>
                </a:lnTo>
                <a:lnTo>
                  <a:pt x="0" y="681"/>
                </a:lnTo>
                <a:lnTo>
                  <a:pt x="0" y="684"/>
                </a:lnTo>
                <a:lnTo>
                  <a:pt x="0" y="687"/>
                </a:lnTo>
                <a:lnTo>
                  <a:pt x="0" y="689"/>
                </a:lnTo>
                <a:lnTo>
                  <a:pt x="0" y="691"/>
                </a:lnTo>
                <a:lnTo>
                  <a:pt x="0" y="695"/>
                </a:lnTo>
                <a:lnTo>
                  <a:pt x="0" y="697"/>
                </a:lnTo>
                <a:lnTo>
                  <a:pt x="0" y="700"/>
                </a:lnTo>
                <a:lnTo>
                  <a:pt x="0" y="703"/>
                </a:lnTo>
                <a:lnTo>
                  <a:pt x="0" y="706"/>
                </a:lnTo>
                <a:lnTo>
                  <a:pt x="0" y="709"/>
                </a:lnTo>
                <a:lnTo>
                  <a:pt x="0" y="712"/>
                </a:lnTo>
                <a:lnTo>
                  <a:pt x="0" y="715"/>
                </a:lnTo>
                <a:lnTo>
                  <a:pt x="0" y="719"/>
                </a:lnTo>
                <a:lnTo>
                  <a:pt x="0" y="724"/>
                </a:lnTo>
                <a:lnTo>
                  <a:pt x="0" y="727"/>
                </a:lnTo>
                <a:lnTo>
                  <a:pt x="0" y="731"/>
                </a:lnTo>
                <a:lnTo>
                  <a:pt x="0" y="735"/>
                </a:lnTo>
                <a:lnTo>
                  <a:pt x="0" y="737"/>
                </a:lnTo>
                <a:lnTo>
                  <a:pt x="0" y="741"/>
                </a:lnTo>
                <a:lnTo>
                  <a:pt x="0" y="743"/>
                </a:lnTo>
                <a:lnTo>
                  <a:pt x="0" y="747"/>
                </a:lnTo>
                <a:lnTo>
                  <a:pt x="1" y="749"/>
                </a:lnTo>
                <a:lnTo>
                  <a:pt x="1" y="751"/>
                </a:lnTo>
                <a:lnTo>
                  <a:pt x="1" y="754"/>
                </a:lnTo>
                <a:lnTo>
                  <a:pt x="2" y="755"/>
                </a:lnTo>
                <a:lnTo>
                  <a:pt x="2" y="757"/>
                </a:lnTo>
                <a:lnTo>
                  <a:pt x="2" y="760"/>
                </a:lnTo>
                <a:lnTo>
                  <a:pt x="4" y="762"/>
                </a:lnTo>
                <a:lnTo>
                  <a:pt x="5" y="763"/>
                </a:lnTo>
                <a:lnTo>
                  <a:pt x="6" y="766"/>
                </a:lnTo>
                <a:lnTo>
                  <a:pt x="6" y="768"/>
                </a:lnTo>
                <a:lnTo>
                  <a:pt x="7" y="769"/>
                </a:lnTo>
                <a:lnTo>
                  <a:pt x="8" y="772"/>
                </a:lnTo>
                <a:lnTo>
                  <a:pt x="11" y="774"/>
                </a:lnTo>
                <a:lnTo>
                  <a:pt x="12" y="777"/>
                </a:lnTo>
                <a:lnTo>
                  <a:pt x="14" y="778"/>
                </a:lnTo>
                <a:lnTo>
                  <a:pt x="16" y="780"/>
                </a:lnTo>
                <a:lnTo>
                  <a:pt x="18" y="783"/>
                </a:lnTo>
                <a:lnTo>
                  <a:pt x="20" y="786"/>
                </a:lnTo>
                <a:lnTo>
                  <a:pt x="23" y="789"/>
                </a:lnTo>
                <a:lnTo>
                  <a:pt x="25" y="791"/>
                </a:lnTo>
                <a:lnTo>
                  <a:pt x="29" y="795"/>
                </a:lnTo>
                <a:lnTo>
                  <a:pt x="31" y="797"/>
                </a:lnTo>
                <a:lnTo>
                  <a:pt x="35" y="801"/>
                </a:lnTo>
                <a:lnTo>
                  <a:pt x="38" y="804"/>
                </a:lnTo>
                <a:lnTo>
                  <a:pt x="42" y="808"/>
                </a:lnTo>
                <a:lnTo>
                  <a:pt x="47" y="813"/>
                </a:lnTo>
                <a:lnTo>
                  <a:pt x="50" y="816"/>
                </a:lnTo>
                <a:lnTo>
                  <a:pt x="54" y="819"/>
                </a:lnTo>
                <a:lnTo>
                  <a:pt x="56" y="822"/>
                </a:lnTo>
                <a:lnTo>
                  <a:pt x="60" y="826"/>
                </a:lnTo>
                <a:lnTo>
                  <a:pt x="62" y="828"/>
                </a:lnTo>
                <a:lnTo>
                  <a:pt x="65" y="831"/>
                </a:lnTo>
                <a:lnTo>
                  <a:pt x="68" y="833"/>
                </a:lnTo>
                <a:lnTo>
                  <a:pt x="71" y="835"/>
                </a:lnTo>
                <a:lnTo>
                  <a:pt x="73" y="837"/>
                </a:lnTo>
                <a:lnTo>
                  <a:pt x="74" y="839"/>
                </a:lnTo>
                <a:lnTo>
                  <a:pt x="77" y="840"/>
                </a:lnTo>
                <a:lnTo>
                  <a:pt x="79" y="841"/>
                </a:lnTo>
                <a:lnTo>
                  <a:pt x="82" y="844"/>
                </a:lnTo>
                <a:lnTo>
                  <a:pt x="83" y="845"/>
                </a:lnTo>
                <a:lnTo>
                  <a:pt x="85" y="845"/>
                </a:lnTo>
                <a:lnTo>
                  <a:pt x="88" y="846"/>
                </a:lnTo>
                <a:lnTo>
                  <a:pt x="89" y="847"/>
                </a:lnTo>
                <a:lnTo>
                  <a:pt x="91" y="847"/>
                </a:lnTo>
                <a:lnTo>
                  <a:pt x="94" y="849"/>
                </a:lnTo>
                <a:lnTo>
                  <a:pt x="96" y="849"/>
                </a:lnTo>
                <a:lnTo>
                  <a:pt x="98" y="850"/>
                </a:lnTo>
                <a:lnTo>
                  <a:pt x="100" y="850"/>
                </a:lnTo>
                <a:lnTo>
                  <a:pt x="102" y="850"/>
                </a:lnTo>
                <a:lnTo>
                  <a:pt x="106" y="850"/>
                </a:lnTo>
                <a:lnTo>
                  <a:pt x="108" y="851"/>
                </a:lnTo>
                <a:lnTo>
                  <a:pt x="110" y="851"/>
                </a:lnTo>
                <a:lnTo>
                  <a:pt x="114" y="851"/>
                </a:lnTo>
                <a:lnTo>
                  <a:pt x="116" y="851"/>
                </a:lnTo>
                <a:lnTo>
                  <a:pt x="120" y="851"/>
                </a:lnTo>
                <a:lnTo>
                  <a:pt x="124" y="851"/>
                </a:lnTo>
                <a:lnTo>
                  <a:pt x="127" y="851"/>
                </a:lnTo>
                <a:lnTo>
                  <a:pt x="132" y="851"/>
                </a:lnTo>
                <a:lnTo>
                  <a:pt x="136" y="851"/>
                </a:lnTo>
                <a:lnTo>
                  <a:pt x="139" y="851"/>
                </a:lnTo>
                <a:lnTo>
                  <a:pt x="143" y="851"/>
                </a:lnTo>
                <a:lnTo>
                  <a:pt x="146" y="851"/>
                </a:lnTo>
                <a:lnTo>
                  <a:pt x="150" y="851"/>
                </a:lnTo>
                <a:lnTo>
                  <a:pt x="154" y="851"/>
                </a:lnTo>
                <a:lnTo>
                  <a:pt x="157" y="851"/>
                </a:lnTo>
                <a:lnTo>
                  <a:pt x="162" y="851"/>
                </a:lnTo>
                <a:lnTo>
                  <a:pt x="167" y="851"/>
                </a:lnTo>
                <a:lnTo>
                  <a:pt x="172" y="851"/>
                </a:lnTo>
                <a:lnTo>
                  <a:pt x="178" y="851"/>
                </a:lnTo>
                <a:lnTo>
                  <a:pt x="184" y="851"/>
                </a:lnTo>
                <a:lnTo>
                  <a:pt x="191" y="851"/>
                </a:lnTo>
                <a:lnTo>
                  <a:pt x="199" y="851"/>
                </a:lnTo>
                <a:lnTo>
                  <a:pt x="208" y="851"/>
                </a:lnTo>
                <a:lnTo>
                  <a:pt x="217" y="851"/>
                </a:lnTo>
                <a:lnTo>
                  <a:pt x="227" y="851"/>
                </a:lnTo>
                <a:lnTo>
                  <a:pt x="239" y="851"/>
                </a:lnTo>
                <a:lnTo>
                  <a:pt x="251" y="851"/>
                </a:lnTo>
                <a:lnTo>
                  <a:pt x="265" y="851"/>
                </a:lnTo>
                <a:lnTo>
                  <a:pt x="280" y="851"/>
                </a:lnTo>
                <a:lnTo>
                  <a:pt x="295" y="851"/>
                </a:lnTo>
                <a:lnTo>
                  <a:pt x="313" y="851"/>
                </a:lnTo>
                <a:lnTo>
                  <a:pt x="332" y="851"/>
                </a:lnTo>
                <a:lnTo>
                  <a:pt x="353" y="851"/>
                </a:lnTo>
                <a:lnTo>
                  <a:pt x="374" y="851"/>
                </a:lnTo>
                <a:lnTo>
                  <a:pt x="398" y="851"/>
                </a:lnTo>
                <a:lnTo>
                  <a:pt x="424" y="851"/>
                </a:lnTo>
                <a:lnTo>
                  <a:pt x="450" y="851"/>
                </a:lnTo>
                <a:lnTo>
                  <a:pt x="480" y="851"/>
                </a:lnTo>
                <a:lnTo>
                  <a:pt x="510" y="851"/>
                </a:lnTo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97" name="Freeform 166">
            <a:extLst>
              <a:ext uri="{FF2B5EF4-FFF2-40B4-BE49-F238E27FC236}">
                <a16:creationId xmlns:a16="http://schemas.microsoft.com/office/drawing/2014/main" id="{F263E369-4673-4F08-86CA-96E20B4E9403}"/>
              </a:ext>
            </a:extLst>
          </p:cNvPr>
          <p:cNvSpPr>
            <a:spLocks/>
          </p:cNvSpPr>
          <p:nvPr/>
        </p:nvSpPr>
        <p:spPr bwMode="auto">
          <a:xfrm>
            <a:off x="5937250" y="1581150"/>
            <a:ext cx="336550" cy="560388"/>
          </a:xfrm>
          <a:custGeom>
            <a:avLst/>
            <a:gdLst>
              <a:gd name="T0" fmla="*/ 2147483646 w 510"/>
              <a:gd name="T1" fmla="*/ 0 h 851"/>
              <a:gd name="T2" fmla="*/ 2147483646 w 510"/>
              <a:gd name="T3" fmla="*/ 0 h 851"/>
              <a:gd name="T4" fmla="*/ 2147483646 w 510"/>
              <a:gd name="T5" fmla="*/ 0 h 851"/>
              <a:gd name="T6" fmla="*/ 2147483646 w 510"/>
              <a:gd name="T7" fmla="*/ 0 h 851"/>
              <a:gd name="T8" fmla="*/ 2147483646 w 510"/>
              <a:gd name="T9" fmla="*/ 0 h 851"/>
              <a:gd name="T10" fmla="*/ 2147483646 w 510"/>
              <a:gd name="T11" fmla="*/ 0 h 851"/>
              <a:gd name="T12" fmla="*/ 2147483646 w 510"/>
              <a:gd name="T13" fmla="*/ 2147483646 h 851"/>
              <a:gd name="T14" fmla="*/ 2147483646 w 510"/>
              <a:gd name="T15" fmla="*/ 2147483646 h 851"/>
              <a:gd name="T16" fmla="*/ 2147483646 w 510"/>
              <a:gd name="T17" fmla="*/ 2147483646 h 851"/>
              <a:gd name="T18" fmla="*/ 2147483646 w 510"/>
              <a:gd name="T19" fmla="*/ 2147483646 h 851"/>
              <a:gd name="T20" fmla="*/ 2147483646 w 510"/>
              <a:gd name="T21" fmla="*/ 2147483646 h 851"/>
              <a:gd name="T22" fmla="*/ 2147483646 w 510"/>
              <a:gd name="T23" fmla="*/ 2147483646 h 851"/>
              <a:gd name="T24" fmla="*/ 2147483646 w 510"/>
              <a:gd name="T25" fmla="*/ 2147483646 h 851"/>
              <a:gd name="T26" fmla="*/ 2147483646 w 510"/>
              <a:gd name="T27" fmla="*/ 2147483646 h 851"/>
              <a:gd name="T28" fmla="*/ 2147483646 w 510"/>
              <a:gd name="T29" fmla="*/ 2147483646 h 851"/>
              <a:gd name="T30" fmla="*/ 2147483646 w 510"/>
              <a:gd name="T31" fmla="*/ 2147483646 h 851"/>
              <a:gd name="T32" fmla="*/ 2147483646 w 510"/>
              <a:gd name="T33" fmla="*/ 2147483646 h 851"/>
              <a:gd name="T34" fmla="*/ 2147483646 w 510"/>
              <a:gd name="T35" fmla="*/ 2147483646 h 851"/>
              <a:gd name="T36" fmla="*/ 2147483646 w 510"/>
              <a:gd name="T37" fmla="*/ 2147483646 h 851"/>
              <a:gd name="T38" fmla="*/ 2147483646 w 510"/>
              <a:gd name="T39" fmla="*/ 2147483646 h 851"/>
              <a:gd name="T40" fmla="*/ 2147483646 w 510"/>
              <a:gd name="T41" fmla="*/ 2147483646 h 851"/>
              <a:gd name="T42" fmla="*/ 2147483646 w 510"/>
              <a:gd name="T43" fmla="*/ 2147483646 h 851"/>
              <a:gd name="T44" fmla="*/ 2147483646 w 510"/>
              <a:gd name="T45" fmla="*/ 2147483646 h 851"/>
              <a:gd name="T46" fmla="*/ 2147483646 w 510"/>
              <a:gd name="T47" fmla="*/ 2147483646 h 851"/>
              <a:gd name="T48" fmla="*/ 2147483646 w 510"/>
              <a:gd name="T49" fmla="*/ 2147483646 h 851"/>
              <a:gd name="T50" fmla="*/ 2147483646 w 510"/>
              <a:gd name="T51" fmla="*/ 2147483646 h 851"/>
              <a:gd name="T52" fmla="*/ 2147483646 w 510"/>
              <a:gd name="T53" fmla="*/ 2147483646 h 851"/>
              <a:gd name="T54" fmla="*/ 2147483646 w 510"/>
              <a:gd name="T55" fmla="*/ 2147483646 h 851"/>
              <a:gd name="T56" fmla="*/ 2147483646 w 510"/>
              <a:gd name="T57" fmla="*/ 2147483646 h 851"/>
              <a:gd name="T58" fmla="*/ 2147483646 w 510"/>
              <a:gd name="T59" fmla="*/ 2147483646 h 851"/>
              <a:gd name="T60" fmla="*/ 2147483646 w 510"/>
              <a:gd name="T61" fmla="*/ 2147483646 h 851"/>
              <a:gd name="T62" fmla="*/ 2147483646 w 510"/>
              <a:gd name="T63" fmla="*/ 2147483646 h 851"/>
              <a:gd name="T64" fmla="*/ 2147483646 w 510"/>
              <a:gd name="T65" fmla="*/ 2147483646 h 851"/>
              <a:gd name="T66" fmla="*/ 2147483646 w 510"/>
              <a:gd name="T67" fmla="*/ 2147483646 h 851"/>
              <a:gd name="T68" fmla="*/ 2147483646 w 510"/>
              <a:gd name="T69" fmla="*/ 2147483646 h 851"/>
              <a:gd name="T70" fmla="*/ 2147483646 w 510"/>
              <a:gd name="T71" fmla="*/ 2147483646 h 851"/>
              <a:gd name="T72" fmla="*/ 2147483646 w 510"/>
              <a:gd name="T73" fmla="*/ 2147483646 h 851"/>
              <a:gd name="T74" fmla="*/ 2147483646 w 510"/>
              <a:gd name="T75" fmla="*/ 2147483646 h 851"/>
              <a:gd name="T76" fmla="*/ 2147483646 w 510"/>
              <a:gd name="T77" fmla="*/ 2147483646 h 851"/>
              <a:gd name="T78" fmla="*/ 2147483646 w 510"/>
              <a:gd name="T79" fmla="*/ 2147483646 h 851"/>
              <a:gd name="T80" fmla="*/ 2147483646 w 510"/>
              <a:gd name="T81" fmla="*/ 2147483646 h 851"/>
              <a:gd name="T82" fmla="*/ 2147483646 w 510"/>
              <a:gd name="T83" fmla="*/ 2147483646 h 851"/>
              <a:gd name="T84" fmla="*/ 2147483646 w 510"/>
              <a:gd name="T85" fmla="*/ 2147483646 h 851"/>
              <a:gd name="T86" fmla="*/ 2147483646 w 510"/>
              <a:gd name="T87" fmla="*/ 2147483646 h 851"/>
              <a:gd name="T88" fmla="*/ 2147483646 w 510"/>
              <a:gd name="T89" fmla="*/ 2147483646 h 851"/>
              <a:gd name="T90" fmla="*/ 2147483646 w 510"/>
              <a:gd name="T91" fmla="*/ 2147483646 h 851"/>
              <a:gd name="T92" fmla="*/ 2147483646 w 510"/>
              <a:gd name="T93" fmla="*/ 2147483646 h 851"/>
              <a:gd name="T94" fmla="*/ 2147483646 w 510"/>
              <a:gd name="T95" fmla="*/ 2147483646 h 851"/>
              <a:gd name="T96" fmla="*/ 2147483646 w 510"/>
              <a:gd name="T97" fmla="*/ 2147483646 h 851"/>
              <a:gd name="T98" fmla="*/ 2147483646 w 510"/>
              <a:gd name="T99" fmla="*/ 2147483646 h 851"/>
              <a:gd name="T100" fmla="*/ 2147483646 w 510"/>
              <a:gd name="T101" fmla="*/ 2147483646 h 851"/>
              <a:gd name="T102" fmla="*/ 2147483646 w 510"/>
              <a:gd name="T103" fmla="*/ 2147483646 h 851"/>
              <a:gd name="T104" fmla="*/ 2147483646 w 510"/>
              <a:gd name="T105" fmla="*/ 2147483646 h 851"/>
              <a:gd name="T106" fmla="*/ 2147483646 w 510"/>
              <a:gd name="T107" fmla="*/ 2147483646 h 851"/>
              <a:gd name="T108" fmla="*/ 0 w 510"/>
              <a:gd name="T109" fmla="*/ 2147483646 h 851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10" h="851">
                <a:moveTo>
                  <a:pt x="0" y="0"/>
                </a:moveTo>
                <a:lnTo>
                  <a:pt x="31" y="0"/>
                </a:lnTo>
                <a:lnTo>
                  <a:pt x="60" y="0"/>
                </a:lnTo>
                <a:lnTo>
                  <a:pt x="86" y="0"/>
                </a:lnTo>
                <a:lnTo>
                  <a:pt x="111" y="0"/>
                </a:lnTo>
                <a:lnTo>
                  <a:pt x="135" y="0"/>
                </a:lnTo>
                <a:lnTo>
                  <a:pt x="158" y="0"/>
                </a:lnTo>
                <a:lnTo>
                  <a:pt x="179" y="0"/>
                </a:lnTo>
                <a:lnTo>
                  <a:pt x="197" y="0"/>
                </a:lnTo>
                <a:lnTo>
                  <a:pt x="215" y="0"/>
                </a:lnTo>
                <a:lnTo>
                  <a:pt x="230" y="0"/>
                </a:lnTo>
                <a:lnTo>
                  <a:pt x="246" y="0"/>
                </a:lnTo>
                <a:lnTo>
                  <a:pt x="259" y="0"/>
                </a:lnTo>
                <a:lnTo>
                  <a:pt x="271" y="0"/>
                </a:lnTo>
                <a:lnTo>
                  <a:pt x="283" y="0"/>
                </a:lnTo>
                <a:lnTo>
                  <a:pt x="293" y="0"/>
                </a:lnTo>
                <a:lnTo>
                  <a:pt x="302" y="0"/>
                </a:lnTo>
                <a:lnTo>
                  <a:pt x="311" y="0"/>
                </a:lnTo>
                <a:lnTo>
                  <a:pt x="319" y="0"/>
                </a:lnTo>
                <a:lnTo>
                  <a:pt x="326" y="0"/>
                </a:lnTo>
                <a:lnTo>
                  <a:pt x="332" y="0"/>
                </a:lnTo>
                <a:lnTo>
                  <a:pt x="338" y="0"/>
                </a:lnTo>
                <a:lnTo>
                  <a:pt x="343" y="0"/>
                </a:lnTo>
                <a:lnTo>
                  <a:pt x="348" y="0"/>
                </a:lnTo>
                <a:lnTo>
                  <a:pt x="353" y="0"/>
                </a:lnTo>
                <a:lnTo>
                  <a:pt x="356" y="0"/>
                </a:lnTo>
                <a:lnTo>
                  <a:pt x="360" y="0"/>
                </a:lnTo>
                <a:lnTo>
                  <a:pt x="363" y="0"/>
                </a:lnTo>
                <a:lnTo>
                  <a:pt x="367" y="0"/>
                </a:lnTo>
                <a:lnTo>
                  <a:pt x="371" y="0"/>
                </a:lnTo>
                <a:lnTo>
                  <a:pt x="374" y="0"/>
                </a:lnTo>
                <a:lnTo>
                  <a:pt x="378" y="0"/>
                </a:lnTo>
                <a:lnTo>
                  <a:pt x="383" y="0"/>
                </a:lnTo>
                <a:lnTo>
                  <a:pt x="386" y="0"/>
                </a:lnTo>
                <a:lnTo>
                  <a:pt x="390" y="0"/>
                </a:lnTo>
                <a:lnTo>
                  <a:pt x="393" y="0"/>
                </a:lnTo>
                <a:lnTo>
                  <a:pt x="396" y="0"/>
                </a:lnTo>
                <a:lnTo>
                  <a:pt x="399" y="0"/>
                </a:lnTo>
                <a:lnTo>
                  <a:pt x="402" y="0"/>
                </a:lnTo>
                <a:lnTo>
                  <a:pt x="405" y="1"/>
                </a:lnTo>
                <a:lnTo>
                  <a:pt x="408" y="1"/>
                </a:lnTo>
                <a:lnTo>
                  <a:pt x="410" y="1"/>
                </a:lnTo>
                <a:lnTo>
                  <a:pt x="413" y="1"/>
                </a:lnTo>
                <a:lnTo>
                  <a:pt x="415" y="2"/>
                </a:lnTo>
                <a:lnTo>
                  <a:pt x="416" y="2"/>
                </a:lnTo>
                <a:lnTo>
                  <a:pt x="419" y="4"/>
                </a:lnTo>
                <a:lnTo>
                  <a:pt x="421" y="4"/>
                </a:lnTo>
                <a:lnTo>
                  <a:pt x="422" y="5"/>
                </a:lnTo>
                <a:lnTo>
                  <a:pt x="425" y="6"/>
                </a:lnTo>
                <a:lnTo>
                  <a:pt x="427" y="7"/>
                </a:lnTo>
                <a:lnTo>
                  <a:pt x="428" y="8"/>
                </a:lnTo>
                <a:lnTo>
                  <a:pt x="431" y="10"/>
                </a:lnTo>
                <a:lnTo>
                  <a:pt x="433" y="11"/>
                </a:lnTo>
                <a:lnTo>
                  <a:pt x="435" y="12"/>
                </a:lnTo>
                <a:lnTo>
                  <a:pt x="438" y="14"/>
                </a:lnTo>
                <a:lnTo>
                  <a:pt x="439" y="16"/>
                </a:lnTo>
                <a:lnTo>
                  <a:pt x="441" y="18"/>
                </a:lnTo>
                <a:lnTo>
                  <a:pt x="445" y="20"/>
                </a:lnTo>
                <a:lnTo>
                  <a:pt x="447" y="23"/>
                </a:lnTo>
                <a:lnTo>
                  <a:pt x="450" y="25"/>
                </a:lnTo>
                <a:lnTo>
                  <a:pt x="453" y="29"/>
                </a:lnTo>
                <a:lnTo>
                  <a:pt x="456" y="32"/>
                </a:lnTo>
                <a:lnTo>
                  <a:pt x="459" y="35"/>
                </a:lnTo>
                <a:lnTo>
                  <a:pt x="463" y="38"/>
                </a:lnTo>
                <a:lnTo>
                  <a:pt x="467" y="43"/>
                </a:lnTo>
                <a:lnTo>
                  <a:pt x="471" y="47"/>
                </a:lnTo>
                <a:lnTo>
                  <a:pt x="475" y="50"/>
                </a:lnTo>
                <a:lnTo>
                  <a:pt x="479" y="54"/>
                </a:lnTo>
                <a:lnTo>
                  <a:pt x="481" y="56"/>
                </a:lnTo>
                <a:lnTo>
                  <a:pt x="485" y="60"/>
                </a:lnTo>
                <a:lnTo>
                  <a:pt x="487" y="62"/>
                </a:lnTo>
                <a:lnTo>
                  <a:pt x="489" y="66"/>
                </a:lnTo>
                <a:lnTo>
                  <a:pt x="492" y="68"/>
                </a:lnTo>
                <a:lnTo>
                  <a:pt x="494" y="71"/>
                </a:lnTo>
                <a:lnTo>
                  <a:pt x="497" y="73"/>
                </a:lnTo>
                <a:lnTo>
                  <a:pt x="498" y="74"/>
                </a:lnTo>
                <a:lnTo>
                  <a:pt x="499" y="77"/>
                </a:lnTo>
                <a:lnTo>
                  <a:pt x="501" y="79"/>
                </a:lnTo>
                <a:lnTo>
                  <a:pt x="503" y="82"/>
                </a:lnTo>
                <a:lnTo>
                  <a:pt x="504" y="83"/>
                </a:lnTo>
                <a:lnTo>
                  <a:pt x="505" y="85"/>
                </a:lnTo>
                <a:lnTo>
                  <a:pt x="505" y="88"/>
                </a:lnTo>
                <a:lnTo>
                  <a:pt x="506" y="89"/>
                </a:lnTo>
                <a:lnTo>
                  <a:pt x="507" y="91"/>
                </a:lnTo>
                <a:lnTo>
                  <a:pt x="507" y="94"/>
                </a:lnTo>
                <a:lnTo>
                  <a:pt x="509" y="96"/>
                </a:lnTo>
                <a:lnTo>
                  <a:pt x="509" y="97"/>
                </a:lnTo>
                <a:lnTo>
                  <a:pt x="509" y="100"/>
                </a:lnTo>
                <a:lnTo>
                  <a:pt x="510" y="102"/>
                </a:lnTo>
                <a:lnTo>
                  <a:pt x="510" y="106"/>
                </a:lnTo>
                <a:lnTo>
                  <a:pt x="510" y="108"/>
                </a:lnTo>
                <a:lnTo>
                  <a:pt x="510" y="110"/>
                </a:lnTo>
                <a:lnTo>
                  <a:pt x="510" y="114"/>
                </a:lnTo>
                <a:lnTo>
                  <a:pt x="510" y="116"/>
                </a:lnTo>
                <a:lnTo>
                  <a:pt x="510" y="120"/>
                </a:lnTo>
                <a:lnTo>
                  <a:pt x="510" y="124"/>
                </a:lnTo>
                <a:lnTo>
                  <a:pt x="510" y="127"/>
                </a:lnTo>
                <a:lnTo>
                  <a:pt x="510" y="132"/>
                </a:lnTo>
                <a:lnTo>
                  <a:pt x="510" y="136"/>
                </a:lnTo>
                <a:lnTo>
                  <a:pt x="510" y="139"/>
                </a:lnTo>
                <a:lnTo>
                  <a:pt x="510" y="142"/>
                </a:lnTo>
                <a:lnTo>
                  <a:pt x="510" y="145"/>
                </a:lnTo>
                <a:lnTo>
                  <a:pt x="510" y="149"/>
                </a:lnTo>
                <a:lnTo>
                  <a:pt x="510" y="151"/>
                </a:lnTo>
                <a:lnTo>
                  <a:pt x="510" y="155"/>
                </a:lnTo>
                <a:lnTo>
                  <a:pt x="510" y="157"/>
                </a:lnTo>
                <a:lnTo>
                  <a:pt x="510" y="161"/>
                </a:lnTo>
                <a:lnTo>
                  <a:pt x="510" y="163"/>
                </a:lnTo>
                <a:lnTo>
                  <a:pt x="510" y="167"/>
                </a:lnTo>
                <a:lnTo>
                  <a:pt x="510" y="171"/>
                </a:lnTo>
                <a:lnTo>
                  <a:pt x="510" y="173"/>
                </a:lnTo>
                <a:lnTo>
                  <a:pt x="510" y="177"/>
                </a:lnTo>
                <a:lnTo>
                  <a:pt x="510" y="181"/>
                </a:lnTo>
                <a:lnTo>
                  <a:pt x="510" y="185"/>
                </a:lnTo>
                <a:lnTo>
                  <a:pt x="510" y="190"/>
                </a:lnTo>
                <a:lnTo>
                  <a:pt x="510" y="195"/>
                </a:lnTo>
                <a:lnTo>
                  <a:pt x="510" y="199"/>
                </a:lnTo>
                <a:lnTo>
                  <a:pt x="510" y="204"/>
                </a:lnTo>
                <a:lnTo>
                  <a:pt x="510" y="210"/>
                </a:lnTo>
                <a:lnTo>
                  <a:pt x="510" y="217"/>
                </a:lnTo>
                <a:lnTo>
                  <a:pt x="510" y="223"/>
                </a:lnTo>
                <a:lnTo>
                  <a:pt x="510" y="231"/>
                </a:lnTo>
                <a:lnTo>
                  <a:pt x="510" y="239"/>
                </a:lnTo>
                <a:lnTo>
                  <a:pt x="510" y="247"/>
                </a:lnTo>
                <a:lnTo>
                  <a:pt x="510" y="256"/>
                </a:lnTo>
                <a:lnTo>
                  <a:pt x="510" y="265"/>
                </a:lnTo>
                <a:lnTo>
                  <a:pt x="510" y="275"/>
                </a:lnTo>
                <a:lnTo>
                  <a:pt x="510" y="287"/>
                </a:lnTo>
                <a:lnTo>
                  <a:pt x="510" y="298"/>
                </a:lnTo>
                <a:lnTo>
                  <a:pt x="510" y="310"/>
                </a:lnTo>
                <a:lnTo>
                  <a:pt x="510" y="321"/>
                </a:lnTo>
                <a:lnTo>
                  <a:pt x="510" y="330"/>
                </a:lnTo>
                <a:lnTo>
                  <a:pt x="510" y="340"/>
                </a:lnTo>
                <a:lnTo>
                  <a:pt x="510" y="349"/>
                </a:lnTo>
                <a:lnTo>
                  <a:pt x="510" y="358"/>
                </a:lnTo>
                <a:lnTo>
                  <a:pt x="510" y="365"/>
                </a:lnTo>
                <a:lnTo>
                  <a:pt x="510" y="372"/>
                </a:lnTo>
                <a:lnTo>
                  <a:pt x="510" y="379"/>
                </a:lnTo>
                <a:lnTo>
                  <a:pt x="510" y="385"/>
                </a:lnTo>
                <a:lnTo>
                  <a:pt x="510" y="391"/>
                </a:lnTo>
                <a:lnTo>
                  <a:pt x="510" y="396"/>
                </a:lnTo>
                <a:lnTo>
                  <a:pt x="510" y="402"/>
                </a:lnTo>
                <a:lnTo>
                  <a:pt x="510" y="407"/>
                </a:lnTo>
                <a:lnTo>
                  <a:pt x="510" y="411"/>
                </a:lnTo>
                <a:lnTo>
                  <a:pt x="510" y="415"/>
                </a:lnTo>
                <a:lnTo>
                  <a:pt x="510" y="419"/>
                </a:lnTo>
                <a:lnTo>
                  <a:pt x="510" y="423"/>
                </a:lnTo>
                <a:lnTo>
                  <a:pt x="510" y="426"/>
                </a:lnTo>
                <a:lnTo>
                  <a:pt x="510" y="430"/>
                </a:lnTo>
                <a:lnTo>
                  <a:pt x="510" y="432"/>
                </a:lnTo>
                <a:lnTo>
                  <a:pt x="510" y="436"/>
                </a:lnTo>
                <a:lnTo>
                  <a:pt x="510" y="438"/>
                </a:lnTo>
                <a:lnTo>
                  <a:pt x="510" y="442"/>
                </a:lnTo>
                <a:lnTo>
                  <a:pt x="510" y="444"/>
                </a:lnTo>
                <a:lnTo>
                  <a:pt x="510" y="448"/>
                </a:lnTo>
                <a:lnTo>
                  <a:pt x="510" y="450"/>
                </a:lnTo>
                <a:lnTo>
                  <a:pt x="510" y="454"/>
                </a:lnTo>
                <a:lnTo>
                  <a:pt x="510" y="457"/>
                </a:lnTo>
                <a:lnTo>
                  <a:pt x="510" y="461"/>
                </a:lnTo>
                <a:lnTo>
                  <a:pt x="510" y="465"/>
                </a:lnTo>
                <a:lnTo>
                  <a:pt x="510" y="468"/>
                </a:lnTo>
                <a:lnTo>
                  <a:pt x="510" y="472"/>
                </a:lnTo>
                <a:lnTo>
                  <a:pt x="510" y="475"/>
                </a:lnTo>
                <a:lnTo>
                  <a:pt x="510" y="479"/>
                </a:lnTo>
                <a:lnTo>
                  <a:pt x="510" y="483"/>
                </a:lnTo>
                <a:lnTo>
                  <a:pt x="510" y="485"/>
                </a:lnTo>
                <a:lnTo>
                  <a:pt x="510" y="489"/>
                </a:lnTo>
                <a:lnTo>
                  <a:pt x="510" y="491"/>
                </a:lnTo>
                <a:lnTo>
                  <a:pt x="510" y="495"/>
                </a:lnTo>
                <a:lnTo>
                  <a:pt x="510" y="497"/>
                </a:lnTo>
                <a:lnTo>
                  <a:pt x="510" y="499"/>
                </a:lnTo>
                <a:lnTo>
                  <a:pt x="510" y="502"/>
                </a:lnTo>
                <a:lnTo>
                  <a:pt x="510" y="505"/>
                </a:lnTo>
                <a:lnTo>
                  <a:pt x="510" y="508"/>
                </a:lnTo>
                <a:lnTo>
                  <a:pt x="510" y="510"/>
                </a:lnTo>
                <a:lnTo>
                  <a:pt x="510" y="513"/>
                </a:lnTo>
                <a:lnTo>
                  <a:pt x="510" y="516"/>
                </a:lnTo>
                <a:lnTo>
                  <a:pt x="510" y="519"/>
                </a:lnTo>
                <a:lnTo>
                  <a:pt x="510" y="522"/>
                </a:lnTo>
                <a:lnTo>
                  <a:pt x="510" y="526"/>
                </a:lnTo>
                <a:lnTo>
                  <a:pt x="510" y="529"/>
                </a:lnTo>
                <a:lnTo>
                  <a:pt x="510" y="533"/>
                </a:lnTo>
                <a:lnTo>
                  <a:pt x="510" y="537"/>
                </a:lnTo>
                <a:lnTo>
                  <a:pt x="510" y="541"/>
                </a:lnTo>
                <a:lnTo>
                  <a:pt x="510" y="546"/>
                </a:lnTo>
                <a:lnTo>
                  <a:pt x="510" y="551"/>
                </a:lnTo>
                <a:lnTo>
                  <a:pt x="510" y="556"/>
                </a:lnTo>
                <a:lnTo>
                  <a:pt x="510" y="562"/>
                </a:lnTo>
                <a:lnTo>
                  <a:pt x="510" y="568"/>
                </a:lnTo>
                <a:lnTo>
                  <a:pt x="510" y="574"/>
                </a:lnTo>
                <a:lnTo>
                  <a:pt x="510" y="581"/>
                </a:lnTo>
                <a:lnTo>
                  <a:pt x="510" y="588"/>
                </a:lnTo>
                <a:lnTo>
                  <a:pt x="510" y="595"/>
                </a:lnTo>
                <a:lnTo>
                  <a:pt x="510" y="604"/>
                </a:lnTo>
                <a:lnTo>
                  <a:pt x="510" y="611"/>
                </a:lnTo>
                <a:lnTo>
                  <a:pt x="510" y="617"/>
                </a:lnTo>
                <a:lnTo>
                  <a:pt x="510" y="624"/>
                </a:lnTo>
                <a:lnTo>
                  <a:pt x="510" y="630"/>
                </a:lnTo>
                <a:lnTo>
                  <a:pt x="510" y="635"/>
                </a:lnTo>
                <a:lnTo>
                  <a:pt x="510" y="641"/>
                </a:lnTo>
                <a:lnTo>
                  <a:pt x="510" y="646"/>
                </a:lnTo>
                <a:lnTo>
                  <a:pt x="510" y="651"/>
                </a:lnTo>
                <a:lnTo>
                  <a:pt x="510" y="654"/>
                </a:lnTo>
                <a:lnTo>
                  <a:pt x="510" y="658"/>
                </a:lnTo>
                <a:lnTo>
                  <a:pt x="510" y="663"/>
                </a:lnTo>
                <a:lnTo>
                  <a:pt x="510" y="666"/>
                </a:lnTo>
                <a:lnTo>
                  <a:pt x="510" y="669"/>
                </a:lnTo>
                <a:lnTo>
                  <a:pt x="510" y="672"/>
                </a:lnTo>
                <a:lnTo>
                  <a:pt x="510" y="676"/>
                </a:lnTo>
                <a:lnTo>
                  <a:pt x="510" y="678"/>
                </a:lnTo>
                <a:lnTo>
                  <a:pt x="510" y="681"/>
                </a:lnTo>
                <a:lnTo>
                  <a:pt x="510" y="684"/>
                </a:lnTo>
                <a:lnTo>
                  <a:pt x="510" y="687"/>
                </a:lnTo>
                <a:lnTo>
                  <a:pt x="510" y="689"/>
                </a:lnTo>
                <a:lnTo>
                  <a:pt x="510" y="691"/>
                </a:lnTo>
                <a:lnTo>
                  <a:pt x="510" y="695"/>
                </a:lnTo>
                <a:lnTo>
                  <a:pt x="510" y="697"/>
                </a:lnTo>
                <a:lnTo>
                  <a:pt x="510" y="700"/>
                </a:lnTo>
                <a:lnTo>
                  <a:pt x="510" y="703"/>
                </a:lnTo>
                <a:lnTo>
                  <a:pt x="510" y="706"/>
                </a:lnTo>
                <a:lnTo>
                  <a:pt x="510" y="709"/>
                </a:lnTo>
                <a:lnTo>
                  <a:pt x="510" y="712"/>
                </a:lnTo>
                <a:lnTo>
                  <a:pt x="510" y="715"/>
                </a:lnTo>
                <a:lnTo>
                  <a:pt x="510" y="719"/>
                </a:lnTo>
                <a:lnTo>
                  <a:pt x="510" y="724"/>
                </a:lnTo>
                <a:lnTo>
                  <a:pt x="510" y="727"/>
                </a:lnTo>
                <a:lnTo>
                  <a:pt x="510" y="731"/>
                </a:lnTo>
                <a:lnTo>
                  <a:pt x="510" y="735"/>
                </a:lnTo>
                <a:lnTo>
                  <a:pt x="510" y="737"/>
                </a:lnTo>
                <a:lnTo>
                  <a:pt x="510" y="741"/>
                </a:lnTo>
                <a:lnTo>
                  <a:pt x="510" y="743"/>
                </a:lnTo>
                <a:lnTo>
                  <a:pt x="510" y="747"/>
                </a:lnTo>
                <a:lnTo>
                  <a:pt x="510" y="749"/>
                </a:lnTo>
                <a:lnTo>
                  <a:pt x="509" y="751"/>
                </a:lnTo>
                <a:lnTo>
                  <a:pt x="509" y="754"/>
                </a:lnTo>
                <a:lnTo>
                  <a:pt x="509" y="755"/>
                </a:lnTo>
                <a:lnTo>
                  <a:pt x="507" y="757"/>
                </a:lnTo>
                <a:lnTo>
                  <a:pt x="507" y="760"/>
                </a:lnTo>
                <a:lnTo>
                  <a:pt x="506" y="762"/>
                </a:lnTo>
                <a:lnTo>
                  <a:pt x="505" y="763"/>
                </a:lnTo>
                <a:lnTo>
                  <a:pt x="505" y="766"/>
                </a:lnTo>
                <a:lnTo>
                  <a:pt x="504" y="768"/>
                </a:lnTo>
                <a:lnTo>
                  <a:pt x="503" y="769"/>
                </a:lnTo>
                <a:lnTo>
                  <a:pt x="501" y="772"/>
                </a:lnTo>
                <a:lnTo>
                  <a:pt x="499" y="774"/>
                </a:lnTo>
                <a:lnTo>
                  <a:pt x="498" y="777"/>
                </a:lnTo>
                <a:lnTo>
                  <a:pt x="497" y="778"/>
                </a:lnTo>
                <a:lnTo>
                  <a:pt x="494" y="780"/>
                </a:lnTo>
                <a:lnTo>
                  <a:pt x="492" y="783"/>
                </a:lnTo>
                <a:lnTo>
                  <a:pt x="489" y="786"/>
                </a:lnTo>
                <a:lnTo>
                  <a:pt x="487" y="789"/>
                </a:lnTo>
                <a:lnTo>
                  <a:pt x="485" y="791"/>
                </a:lnTo>
                <a:lnTo>
                  <a:pt x="481" y="795"/>
                </a:lnTo>
                <a:lnTo>
                  <a:pt x="479" y="797"/>
                </a:lnTo>
                <a:lnTo>
                  <a:pt x="475" y="801"/>
                </a:lnTo>
                <a:lnTo>
                  <a:pt x="471" y="804"/>
                </a:lnTo>
                <a:lnTo>
                  <a:pt x="467" y="808"/>
                </a:lnTo>
                <a:lnTo>
                  <a:pt x="463" y="813"/>
                </a:lnTo>
                <a:lnTo>
                  <a:pt x="459" y="816"/>
                </a:lnTo>
                <a:lnTo>
                  <a:pt x="456" y="819"/>
                </a:lnTo>
                <a:lnTo>
                  <a:pt x="453" y="822"/>
                </a:lnTo>
                <a:lnTo>
                  <a:pt x="450" y="826"/>
                </a:lnTo>
                <a:lnTo>
                  <a:pt x="447" y="828"/>
                </a:lnTo>
                <a:lnTo>
                  <a:pt x="445" y="831"/>
                </a:lnTo>
                <a:lnTo>
                  <a:pt x="441" y="833"/>
                </a:lnTo>
                <a:lnTo>
                  <a:pt x="439" y="835"/>
                </a:lnTo>
                <a:lnTo>
                  <a:pt x="438" y="837"/>
                </a:lnTo>
                <a:lnTo>
                  <a:pt x="435" y="839"/>
                </a:lnTo>
                <a:lnTo>
                  <a:pt x="433" y="840"/>
                </a:lnTo>
                <a:lnTo>
                  <a:pt x="431" y="841"/>
                </a:lnTo>
                <a:lnTo>
                  <a:pt x="428" y="844"/>
                </a:lnTo>
                <a:lnTo>
                  <a:pt x="427" y="845"/>
                </a:lnTo>
                <a:lnTo>
                  <a:pt x="425" y="845"/>
                </a:lnTo>
                <a:lnTo>
                  <a:pt x="422" y="846"/>
                </a:lnTo>
                <a:lnTo>
                  <a:pt x="421" y="847"/>
                </a:lnTo>
                <a:lnTo>
                  <a:pt x="419" y="847"/>
                </a:lnTo>
                <a:lnTo>
                  <a:pt x="416" y="849"/>
                </a:lnTo>
                <a:lnTo>
                  <a:pt x="415" y="849"/>
                </a:lnTo>
                <a:lnTo>
                  <a:pt x="413" y="850"/>
                </a:lnTo>
                <a:lnTo>
                  <a:pt x="410" y="850"/>
                </a:lnTo>
                <a:lnTo>
                  <a:pt x="408" y="850"/>
                </a:lnTo>
                <a:lnTo>
                  <a:pt x="405" y="850"/>
                </a:lnTo>
                <a:lnTo>
                  <a:pt x="402" y="851"/>
                </a:lnTo>
                <a:lnTo>
                  <a:pt x="399" y="851"/>
                </a:lnTo>
                <a:lnTo>
                  <a:pt x="396" y="851"/>
                </a:lnTo>
                <a:lnTo>
                  <a:pt x="393" y="851"/>
                </a:lnTo>
                <a:lnTo>
                  <a:pt x="390" y="851"/>
                </a:lnTo>
                <a:lnTo>
                  <a:pt x="386" y="851"/>
                </a:lnTo>
                <a:lnTo>
                  <a:pt x="383" y="851"/>
                </a:lnTo>
                <a:lnTo>
                  <a:pt x="378" y="851"/>
                </a:lnTo>
                <a:lnTo>
                  <a:pt x="374" y="851"/>
                </a:lnTo>
                <a:lnTo>
                  <a:pt x="371" y="851"/>
                </a:lnTo>
                <a:lnTo>
                  <a:pt x="367" y="851"/>
                </a:lnTo>
                <a:lnTo>
                  <a:pt x="363" y="851"/>
                </a:lnTo>
                <a:lnTo>
                  <a:pt x="360" y="851"/>
                </a:lnTo>
                <a:lnTo>
                  <a:pt x="356" y="851"/>
                </a:lnTo>
                <a:lnTo>
                  <a:pt x="353" y="851"/>
                </a:lnTo>
                <a:lnTo>
                  <a:pt x="348" y="851"/>
                </a:lnTo>
                <a:lnTo>
                  <a:pt x="343" y="851"/>
                </a:lnTo>
                <a:lnTo>
                  <a:pt x="338" y="851"/>
                </a:lnTo>
                <a:lnTo>
                  <a:pt x="332" y="851"/>
                </a:lnTo>
                <a:lnTo>
                  <a:pt x="326" y="851"/>
                </a:lnTo>
                <a:lnTo>
                  <a:pt x="319" y="851"/>
                </a:lnTo>
                <a:lnTo>
                  <a:pt x="311" y="851"/>
                </a:lnTo>
                <a:lnTo>
                  <a:pt x="302" y="851"/>
                </a:lnTo>
                <a:lnTo>
                  <a:pt x="293" y="851"/>
                </a:lnTo>
                <a:lnTo>
                  <a:pt x="283" y="851"/>
                </a:lnTo>
                <a:lnTo>
                  <a:pt x="271" y="851"/>
                </a:lnTo>
                <a:lnTo>
                  <a:pt x="259" y="851"/>
                </a:lnTo>
                <a:lnTo>
                  <a:pt x="246" y="851"/>
                </a:lnTo>
                <a:lnTo>
                  <a:pt x="230" y="851"/>
                </a:lnTo>
                <a:lnTo>
                  <a:pt x="215" y="851"/>
                </a:lnTo>
                <a:lnTo>
                  <a:pt x="197" y="851"/>
                </a:lnTo>
                <a:lnTo>
                  <a:pt x="179" y="851"/>
                </a:lnTo>
                <a:lnTo>
                  <a:pt x="158" y="851"/>
                </a:lnTo>
                <a:lnTo>
                  <a:pt x="135" y="851"/>
                </a:lnTo>
                <a:lnTo>
                  <a:pt x="111" y="851"/>
                </a:lnTo>
                <a:lnTo>
                  <a:pt x="86" y="851"/>
                </a:lnTo>
                <a:lnTo>
                  <a:pt x="60" y="851"/>
                </a:lnTo>
                <a:lnTo>
                  <a:pt x="31" y="851"/>
                </a:lnTo>
                <a:lnTo>
                  <a:pt x="0" y="851"/>
                </a:lnTo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98" name="Freeform 167">
            <a:extLst>
              <a:ext uri="{FF2B5EF4-FFF2-40B4-BE49-F238E27FC236}">
                <a16:creationId xmlns:a16="http://schemas.microsoft.com/office/drawing/2014/main" id="{6275D66E-111D-4EB4-B1CB-E86B5F088323}"/>
              </a:ext>
            </a:extLst>
          </p:cNvPr>
          <p:cNvSpPr>
            <a:spLocks/>
          </p:cNvSpPr>
          <p:nvPr/>
        </p:nvSpPr>
        <p:spPr bwMode="auto">
          <a:xfrm>
            <a:off x="6384925" y="2255838"/>
            <a:ext cx="222250" cy="222250"/>
          </a:xfrm>
          <a:custGeom>
            <a:avLst/>
            <a:gdLst>
              <a:gd name="T0" fmla="*/ 0 w 336"/>
              <a:gd name="T1" fmla="*/ 2147483646 h 336"/>
              <a:gd name="T2" fmla="*/ 2147483646 w 336"/>
              <a:gd name="T3" fmla="*/ 2147483646 h 336"/>
              <a:gd name="T4" fmla="*/ 2147483646 w 336"/>
              <a:gd name="T5" fmla="*/ 2147483646 h 336"/>
              <a:gd name="T6" fmla="*/ 2147483646 w 336"/>
              <a:gd name="T7" fmla="*/ 2147483646 h 336"/>
              <a:gd name="T8" fmla="*/ 2147483646 w 336"/>
              <a:gd name="T9" fmla="*/ 2147483646 h 336"/>
              <a:gd name="T10" fmla="*/ 2147483646 w 336"/>
              <a:gd name="T11" fmla="*/ 2147483646 h 336"/>
              <a:gd name="T12" fmla="*/ 2147483646 w 336"/>
              <a:gd name="T13" fmla="*/ 2147483646 h 336"/>
              <a:gd name="T14" fmla="*/ 2147483646 w 336"/>
              <a:gd name="T15" fmla="*/ 2147483646 h 336"/>
              <a:gd name="T16" fmla="*/ 2147483646 w 336"/>
              <a:gd name="T17" fmla="*/ 2147483646 h 336"/>
              <a:gd name="T18" fmla="*/ 2147483646 w 336"/>
              <a:gd name="T19" fmla="*/ 2147483646 h 336"/>
              <a:gd name="T20" fmla="*/ 2147483646 w 336"/>
              <a:gd name="T21" fmla="*/ 0 h 336"/>
              <a:gd name="T22" fmla="*/ 2147483646 w 336"/>
              <a:gd name="T23" fmla="*/ 0 h 336"/>
              <a:gd name="T24" fmla="*/ 2147483646 w 336"/>
              <a:gd name="T25" fmla="*/ 2147483646 h 336"/>
              <a:gd name="T26" fmla="*/ 2147483646 w 336"/>
              <a:gd name="T27" fmla="*/ 2147483646 h 336"/>
              <a:gd name="T28" fmla="*/ 2147483646 w 336"/>
              <a:gd name="T29" fmla="*/ 2147483646 h 336"/>
              <a:gd name="T30" fmla="*/ 2147483646 w 336"/>
              <a:gd name="T31" fmla="*/ 2147483646 h 336"/>
              <a:gd name="T32" fmla="*/ 2147483646 w 336"/>
              <a:gd name="T33" fmla="*/ 2147483646 h 336"/>
              <a:gd name="T34" fmla="*/ 2147483646 w 336"/>
              <a:gd name="T35" fmla="*/ 2147483646 h 336"/>
              <a:gd name="T36" fmla="*/ 2147483646 w 336"/>
              <a:gd name="T37" fmla="*/ 2147483646 h 336"/>
              <a:gd name="T38" fmla="*/ 2147483646 w 336"/>
              <a:gd name="T39" fmla="*/ 2147483646 h 336"/>
              <a:gd name="T40" fmla="*/ 2147483646 w 336"/>
              <a:gd name="T41" fmla="*/ 2147483646 h 336"/>
              <a:gd name="T42" fmla="*/ 2147483646 w 336"/>
              <a:gd name="T43" fmla="*/ 2147483646 h 336"/>
              <a:gd name="T44" fmla="*/ 2147483646 w 336"/>
              <a:gd name="T45" fmla="*/ 2147483646 h 336"/>
              <a:gd name="T46" fmla="*/ 2147483646 w 336"/>
              <a:gd name="T47" fmla="*/ 2147483646 h 336"/>
              <a:gd name="T48" fmla="*/ 2147483646 w 336"/>
              <a:gd name="T49" fmla="*/ 2147483646 h 336"/>
              <a:gd name="T50" fmla="*/ 2147483646 w 336"/>
              <a:gd name="T51" fmla="*/ 2147483646 h 336"/>
              <a:gd name="T52" fmla="*/ 2147483646 w 336"/>
              <a:gd name="T53" fmla="*/ 2147483646 h 336"/>
              <a:gd name="T54" fmla="*/ 2147483646 w 336"/>
              <a:gd name="T55" fmla="*/ 2147483646 h 336"/>
              <a:gd name="T56" fmla="*/ 2147483646 w 336"/>
              <a:gd name="T57" fmla="*/ 2147483646 h 336"/>
              <a:gd name="T58" fmla="*/ 2147483646 w 336"/>
              <a:gd name="T59" fmla="*/ 2147483646 h 336"/>
              <a:gd name="T60" fmla="*/ 2147483646 w 336"/>
              <a:gd name="T61" fmla="*/ 2147483646 h 336"/>
              <a:gd name="T62" fmla="*/ 2147483646 w 336"/>
              <a:gd name="T63" fmla="*/ 2147483646 h 336"/>
              <a:gd name="T64" fmla="*/ 2147483646 w 336"/>
              <a:gd name="T65" fmla="*/ 2147483646 h 336"/>
              <a:gd name="T66" fmla="*/ 2147483646 w 336"/>
              <a:gd name="T67" fmla="*/ 2147483646 h 336"/>
              <a:gd name="T68" fmla="*/ 2147483646 w 336"/>
              <a:gd name="T69" fmla="*/ 2147483646 h 336"/>
              <a:gd name="T70" fmla="*/ 2147483646 w 336"/>
              <a:gd name="T71" fmla="*/ 2147483646 h 336"/>
              <a:gd name="T72" fmla="*/ 2147483646 w 336"/>
              <a:gd name="T73" fmla="*/ 2147483646 h 336"/>
              <a:gd name="T74" fmla="*/ 2147483646 w 336"/>
              <a:gd name="T75" fmla="*/ 2147483646 h 336"/>
              <a:gd name="T76" fmla="*/ 2147483646 w 336"/>
              <a:gd name="T77" fmla="*/ 2147483646 h 336"/>
              <a:gd name="T78" fmla="*/ 2147483646 w 336"/>
              <a:gd name="T79" fmla="*/ 2147483646 h 336"/>
              <a:gd name="T80" fmla="*/ 2147483646 w 336"/>
              <a:gd name="T81" fmla="*/ 2147483646 h 336"/>
              <a:gd name="T82" fmla="*/ 2147483646 w 336"/>
              <a:gd name="T83" fmla="*/ 2147483646 h 336"/>
              <a:gd name="T84" fmla="*/ 2147483646 w 336"/>
              <a:gd name="T85" fmla="*/ 2147483646 h 336"/>
              <a:gd name="T86" fmla="*/ 2147483646 w 336"/>
              <a:gd name="T87" fmla="*/ 2147483646 h 336"/>
              <a:gd name="T88" fmla="*/ 2147483646 w 336"/>
              <a:gd name="T89" fmla="*/ 2147483646 h 336"/>
              <a:gd name="T90" fmla="*/ 2147483646 w 336"/>
              <a:gd name="T91" fmla="*/ 2147483646 h 336"/>
              <a:gd name="T92" fmla="*/ 2147483646 w 336"/>
              <a:gd name="T93" fmla="*/ 2147483646 h 336"/>
              <a:gd name="T94" fmla="*/ 2147483646 w 336"/>
              <a:gd name="T95" fmla="*/ 2147483646 h 336"/>
              <a:gd name="T96" fmla="*/ 2147483646 w 336"/>
              <a:gd name="T97" fmla="*/ 2147483646 h 336"/>
              <a:gd name="T98" fmla="*/ 2147483646 w 336"/>
              <a:gd name="T99" fmla="*/ 2147483646 h 336"/>
              <a:gd name="T100" fmla="*/ 2147483646 w 336"/>
              <a:gd name="T101" fmla="*/ 2147483646 h 336"/>
              <a:gd name="T102" fmla="*/ 2147483646 w 336"/>
              <a:gd name="T103" fmla="*/ 2147483646 h 336"/>
              <a:gd name="T104" fmla="*/ 2147483646 w 336"/>
              <a:gd name="T105" fmla="*/ 2147483646 h 336"/>
              <a:gd name="T106" fmla="*/ 2147483646 w 336"/>
              <a:gd name="T107" fmla="*/ 2147483646 h 336"/>
              <a:gd name="T108" fmla="*/ 2147483646 w 336"/>
              <a:gd name="T109" fmla="*/ 2147483646 h 336"/>
              <a:gd name="T110" fmla="*/ 0 w 336"/>
              <a:gd name="T111" fmla="*/ 2147483646 h 3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336" h="336">
                <a:moveTo>
                  <a:pt x="0" y="166"/>
                </a:moveTo>
                <a:lnTo>
                  <a:pt x="0" y="171"/>
                </a:lnTo>
                <a:lnTo>
                  <a:pt x="0" y="161"/>
                </a:lnTo>
                <a:lnTo>
                  <a:pt x="1" y="153"/>
                </a:lnTo>
                <a:lnTo>
                  <a:pt x="2" y="144"/>
                </a:lnTo>
                <a:lnTo>
                  <a:pt x="3" y="136"/>
                </a:lnTo>
                <a:lnTo>
                  <a:pt x="6" y="127"/>
                </a:lnTo>
                <a:lnTo>
                  <a:pt x="7" y="119"/>
                </a:lnTo>
                <a:lnTo>
                  <a:pt x="10" y="112"/>
                </a:lnTo>
                <a:lnTo>
                  <a:pt x="13" y="103"/>
                </a:lnTo>
                <a:lnTo>
                  <a:pt x="16" y="96"/>
                </a:lnTo>
                <a:lnTo>
                  <a:pt x="20" y="89"/>
                </a:lnTo>
                <a:lnTo>
                  <a:pt x="25" y="82"/>
                </a:lnTo>
                <a:lnTo>
                  <a:pt x="28" y="75"/>
                </a:lnTo>
                <a:lnTo>
                  <a:pt x="33" y="69"/>
                </a:lnTo>
                <a:lnTo>
                  <a:pt x="38" y="61"/>
                </a:lnTo>
                <a:lnTo>
                  <a:pt x="44" y="55"/>
                </a:lnTo>
                <a:lnTo>
                  <a:pt x="50" y="49"/>
                </a:lnTo>
                <a:lnTo>
                  <a:pt x="56" y="45"/>
                </a:lnTo>
                <a:lnTo>
                  <a:pt x="62" y="39"/>
                </a:lnTo>
                <a:lnTo>
                  <a:pt x="68" y="34"/>
                </a:lnTo>
                <a:lnTo>
                  <a:pt x="75" y="29"/>
                </a:lnTo>
                <a:lnTo>
                  <a:pt x="81" y="24"/>
                </a:lnTo>
                <a:lnTo>
                  <a:pt x="88" y="21"/>
                </a:lnTo>
                <a:lnTo>
                  <a:pt x="96" y="17"/>
                </a:lnTo>
                <a:lnTo>
                  <a:pt x="104" y="13"/>
                </a:lnTo>
                <a:lnTo>
                  <a:pt x="111" y="10"/>
                </a:lnTo>
                <a:lnTo>
                  <a:pt x="120" y="7"/>
                </a:lnTo>
                <a:lnTo>
                  <a:pt x="127" y="5"/>
                </a:lnTo>
                <a:lnTo>
                  <a:pt x="135" y="4"/>
                </a:lnTo>
                <a:lnTo>
                  <a:pt x="144" y="1"/>
                </a:lnTo>
                <a:lnTo>
                  <a:pt x="152" y="1"/>
                </a:lnTo>
                <a:lnTo>
                  <a:pt x="162" y="0"/>
                </a:lnTo>
                <a:lnTo>
                  <a:pt x="170" y="0"/>
                </a:lnTo>
                <a:lnTo>
                  <a:pt x="165" y="0"/>
                </a:lnTo>
                <a:lnTo>
                  <a:pt x="175" y="0"/>
                </a:lnTo>
                <a:lnTo>
                  <a:pt x="183" y="1"/>
                </a:lnTo>
                <a:lnTo>
                  <a:pt x="192" y="1"/>
                </a:lnTo>
                <a:lnTo>
                  <a:pt x="200" y="4"/>
                </a:lnTo>
                <a:lnTo>
                  <a:pt x="208" y="5"/>
                </a:lnTo>
                <a:lnTo>
                  <a:pt x="216" y="7"/>
                </a:lnTo>
                <a:lnTo>
                  <a:pt x="224" y="10"/>
                </a:lnTo>
                <a:lnTo>
                  <a:pt x="231" y="13"/>
                </a:lnTo>
                <a:lnTo>
                  <a:pt x="240" y="17"/>
                </a:lnTo>
                <a:lnTo>
                  <a:pt x="247" y="21"/>
                </a:lnTo>
                <a:lnTo>
                  <a:pt x="254" y="24"/>
                </a:lnTo>
                <a:lnTo>
                  <a:pt x="261" y="29"/>
                </a:lnTo>
                <a:lnTo>
                  <a:pt x="267" y="34"/>
                </a:lnTo>
                <a:lnTo>
                  <a:pt x="273" y="39"/>
                </a:lnTo>
                <a:lnTo>
                  <a:pt x="280" y="45"/>
                </a:lnTo>
                <a:lnTo>
                  <a:pt x="286" y="49"/>
                </a:lnTo>
                <a:lnTo>
                  <a:pt x="291" y="55"/>
                </a:lnTo>
                <a:lnTo>
                  <a:pt x="297" y="61"/>
                </a:lnTo>
                <a:lnTo>
                  <a:pt x="302" y="69"/>
                </a:lnTo>
                <a:lnTo>
                  <a:pt x="307" y="75"/>
                </a:lnTo>
                <a:lnTo>
                  <a:pt x="312" y="82"/>
                </a:lnTo>
                <a:lnTo>
                  <a:pt x="315" y="89"/>
                </a:lnTo>
                <a:lnTo>
                  <a:pt x="319" y="96"/>
                </a:lnTo>
                <a:lnTo>
                  <a:pt x="322" y="103"/>
                </a:lnTo>
                <a:lnTo>
                  <a:pt x="325" y="112"/>
                </a:lnTo>
                <a:lnTo>
                  <a:pt x="328" y="119"/>
                </a:lnTo>
                <a:lnTo>
                  <a:pt x="331" y="127"/>
                </a:lnTo>
                <a:lnTo>
                  <a:pt x="332" y="136"/>
                </a:lnTo>
                <a:lnTo>
                  <a:pt x="333" y="144"/>
                </a:lnTo>
                <a:lnTo>
                  <a:pt x="334" y="153"/>
                </a:lnTo>
                <a:lnTo>
                  <a:pt x="336" y="161"/>
                </a:lnTo>
                <a:lnTo>
                  <a:pt x="336" y="171"/>
                </a:lnTo>
                <a:lnTo>
                  <a:pt x="336" y="166"/>
                </a:lnTo>
                <a:lnTo>
                  <a:pt x="336" y="174"/>
                </a:lnTo>
                <a:lnTo>
                  <a:pt x="334" y="184"/>
                </a:lnTo>
                <a:lnTo>
                  <a:pt x="333" y="192"/>
                </a:lnTo>
                <a:lnTo>
                  <a:pt x="332" y="201"/>
                </a:lnTo>
                <a:lnTo>
                  <a:pt x="331" y="208"/>
                </a:lnTo>
                <a:lnTo>
                  <a:pt x="328" y="216"/>
                </a:lnTo>
                <a:lnTo>
                  <a:pt x="325" y="225"/>
                </a:lnTo>
                <a:lnTo>
                  <a:pt x="322" y="232"/>
                </a:lnTo>
                <a:lnTo>
                  <a:pt x="319" y="240"/>
                </a:lnTo>
                <a:lnTo>
                  <a:pt x="315" y="247"/>
                </a:lnTo>
                <a:lnTo>
                  <a:pt x="312" y="255"/>
                </a:lnTo>
                <a:lnTo>
                  <a:pt x="307" y="261"/>
                </a:lnTo>
                <a:lnTo>
                  <a:pt x="302" y="268"/>
                </a:lnTo>
                <a:lnTo>
                  <a:pt x="297" y="274"/>
                </a:lnTo>
                <a:lnTo>
                  <a:pt x="291" y="280"/>
                </a:lnTo>
                <a:lnTo>
                  <a:pt x="286" y="286"/>
                </a:lnTo>
                <a:lnTo>
                  <a:pt x="280" y="292"/>
                </a:lnTo>
                <a:lnTo>
                  <a:pt x="273" y="297"/>
                </a:lnTo>
                <a:lnTo>
                  <a:pt x="267" y="303"/>
                </a:lnTo>
                <a:lnTo>
                  <a:pt x="261" y="307"/>
                </a:lnTo>
                <a:lnTo>
                  <a:pt x="254" y="311"/>
                </a:lnTo>
                <a:lnTo>
                  <a:pt x="247" y="316"/>
                </a:lnTo>
                <a:lnTo>
                  <a:pt x="240" y="319"/>
                </a:lnTo>
                <a:lnTo>
                  <a:pt x="231" y="323"/>
                </a:lnTo>
                <a:lnTo>
                  <a:pt x="224" y="325"/>
                </a:lnTo>
                <a:lnTo>
                  <a:pt x="216" y="328"/>
                </a:lnTo>
                <a:lnTo>
                  <a:pt x="208" y="330"/>
                </a:lnTo>
                <a:lnTo>
                  <a:pt x="200" y="333"/>
                </a:lnTo>
                <a:lnTo>
                  <a:pt x="192" y="334"/>
                </a:lnTo>
                <a:lnTo>
                  <a:pt x="183" y="335"/>
                </a:lnTo>
                <a:lnTo>
                  <a:pt x="175" y="336"/>
                </a:lnTo>
                <a:lnTo>
                  <a:pt x="165" y="336"/>
                </a:lnTo>
                <a:lnTo>
                  <a:pt x="170" y="336"/>
                </a:lnTo>
                <a:lnTo>
                  <a:pt x="162" y="336"/>
                </a:lnTo>
                <a:lnTo>
                  <a:pt x="152" y="335"/>
                </a:lnTo>
                <a:lnTo>
                  <a:pt x="144" y="334"/>
                </a:lnTo>
                <a:lnTo>
                  <a:pt x="135" y="333"/>
                </a:lnTo>
                <a:lnTo>
                  <a:pt x="127" y="330"/>
                </a:lnTo>
                <a:lnTo>
                  <a:pt x="120" y="328"/>
                </a:lnTo>
                <a:lnTo>
                  <a:pt x="111" y="325"/>
                </a:lnTo>
                <a:lnTo>
                  <a:pt x="104" y="323"/>
                </a:lnTo>
                <a:lnTo>
                  <a:pt x="96" y="319"/>
                </a:lnTo>
                <a:lnTo>
                  <a:pt x="88" y="316"/>
                </a:lnTo>
                <a:lnTo>
                  <a:pt x="81" y="311"/>
                </a:lnTo>
                <a:lnTo>
                  <a:pt x="75" y="307"/>
                </a:lnTo>
                <a:lnTo>
                  <a:pt x="68" y="303"/>
                </a:lnTo>
                <a:lnTo>
                  <a:pt x="62" y="297"/>
                </a:lnTo>
                <a:lnTo>
                  <a:pt x="56" y="292"/>
                </a:lnTo>
                <a:lnTo>
                  <a:pt x="50" y="286"/>
                </a:lnTo>
                <a:lnTo>
                  <a:pt x="44" y="280"/>
                </a:lnTo>
                <a:lnTo>
                  <a:pt x="38" y="274"/>
                </a:lnTo>
                <a:lnTo>
                  <a:pt x="33" y="268"/>
                </a:lnTo>
                <a:lnTo>
                  <a:pt x="28" y="261"/>
                </a:lnTo>
                <a:lnTo>
                  <a:pt x="25" y="255"/>
                </a:lnTo>
                <a:lnTo>
                  <a:pt x="20" y="247"/>
                </a:lnTo>
                <a:lnTo>
                  <a:pt x="16" y="240"/>
                </a:lnTo>
                <a:lnTo>
                  <a:pt x="13" y="232"/>
                </a:lnTo>
                <a:lnTo>
                  <a:pt x="10" y="225"/>
                </a:lnTo>
                <a:lnTo>
                  <a:pt x="7" y="216"/>
                </a:lnTo>
                <a:lnTo>
                  <a:pt x="6" y="208"/>
                </a:lnTo>
                <a:lnTo>
                  <a:pt x="3" y="201"/>
                </a:lnTo>
                <a:lnTo>
                  <a:pt x="2" y="192"/>
                </a:lnTo>
                <a:lnTo>
                  <a:pt x="1" y="184"/>
                </a:lnTo>
                <a:lnTo>
                  <a:pt x="0" y="174"/>
                </a:lnTo>
                <a:lnTo>
                  <a:pt x="0" y="166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699" name="Freeform 168">
            <a:extLst>
              <a:ext uri="{FF2B5EF4-FFF2-40B4-BE49-F238E27FC236}">
                <a16:creationId xmlns:a16="http://schemas.microsoft.com/office/drawing/2014/main" id="{9D58AD3C-D75D-4E83-83AA-700B95B6EEE2}"/>
              </a:ext>
            </a:extLst>
          </p:cNvPr>
          <p:cNvSpPr>
            <a:spLocks/>
          </p:cNvSpPr>
          <p:nvPr/>
        </p:nvSpPr>
        <p:spPr bwMode="auto">
          <a:xfrm>
            <a:off x="6748463" y="1577975"/>
            <a:ext cx="174625" cy="568325"/>
          </a:xfrm>
          <a:custGeom>
            <a:avLst/>
            <a:gdLst>
              <a:gd name="T0" fmla="*/ 0 w 264"/>
              <a:gd name="T1" fmla="*/ 2147483646 h 864"/>
              <a:gd name="T2" fmla="*/ 2147483646 w 264"/>
              <a:gd name="T3" fmla="*/ 2147483646 h 864"/>
              <a:gd name="T4" fmla="*/ 2147483646 w 264"/>
              <a:gd name="T5" fmla="*/ 2147483646 h 864"/>
              <a:gd name="T6" fmla="*/ 2147483646 w 264"/>
              <a:gd name="T7" fmla="*/ 2147483646 h 864"/>
              <a:gd name="T8" fmla="*/ 2147483646 w 264"/>
              <a:gd name="T9" fmla="*/ 2147483646 h 864"/>
              <a:gd name="T10" fmla="*/ 2147483646 w 264"/>
              <a:gd name="T11" fmla="*/ 2147483646 h 864"/>
              <a:gd name="T12" fmla="*/ 2147483646 w 264"/>
              <a:gd name="T13" fmla="*/ 2147483646 h 864"/>
              <a:gd name="T14" fmla="*/ 2147483646 w 264"/>
              <a:gd name="T15" fmla="*/ 2147483646 h 864"/>
              <a:gd name="T16" fmla="*/ 2147483646 w 264"/>
              <a:gd name="T17" fmla="*/ 2147483646 h 864"/>
              <a:gd name="T18" fmla="*/ 2147483646 w 264"/>
              <a:gd name="T19" fmla="*/ 2147483646 h 864"/>
              <a:gd name="T20" fmla="*/ 2147483646 w 264"/>
              <a:gd name="T21" fmla="*/ 0 h 864"/>
              <a:gd name="T22" fmla="*/ 2147483646 w 264"/>
              <a:gd name="T23" fmla="*/ 0 h 864"/>
              <a:gd name="T24" fmla="*/ 2147483646 w 264"/>
              <a:gd name="T25" fmla="*/ 2147483646 h 864"/>
              <a:gd name="T26" fmla="*/ 2147483646 w 264"/>
              <a:gd name="T27" fmla="*/ 2147483646 h 864"/>
              <a:gd name="T28" fmla="*/ 2147483646 w 264"/>
              <a:gd name="T29" fmla="*/ 2147483646 h 864"/>
              <a:gd name="T30" fmla="*/ 2147483646 w 264"/>
              <a:gd name="T31" fmla="*/ 2147483646 h 864"/>
              <a:gd name="T32" fmla="*/ 2147483646 w 264"/>
              <a:gd name="T33" fmla="*/ 2147483646 h 864"/>
              <a:gd name="T34" fmla="*/ 2147483646 w 264"/>
              <a:gd name="T35" fmla="*/ 2147483646 h 864"/>
              <a:gd name="T36" fmla="*/ 2147483646 w 264"/>
              <a:gd name="T37" fmla="*/ 2147483646 h 864"/>
              <a:gd name="T38" fmla="*/ 2147483646 w 264"/>
              <a:gd name="T39" fmla="*/ 2147483646 h 864"/>
              <a:gd name="T40" fmla="*/ 2147483646 w 264"/>
              <a:gd name="T41" fmla="*/ 2147483646 h 864"/>
              <a:gd name="T42" fmla="*/ 2147483646 w 264"/>
              <a:gd name="T43" fmla="*/ 2147483646 h 864"/>
              <a:gd name="T44" fmla="*/ 2147483646 w 264"/>
              <a:gd name="T45" fmla="*/ 2147483646 h 864"/>
              <a:gd name="T46" fmla="*/ 2147483646 w 264"/>
              <a:gd name="T47" fmla="*/ 2147483646 h 864"/>
              <a:gd name="T48" fmla="*/ 2147483646 w 264"/>
              <a:gd name="T49" fmla="*/ 2147483646 h 864"/>
              <a:gd name="T50" fmla="*/ 2147483646 w 264"/>
              <a:gd name="T51" fmla="*/ 2147483646 h 864"/>
              <a:gd name="T52" fmla="*/ 2147483646 w 264"/>
              <a:gd name="T53" fmla="*/ 2147483646 h 864"/>
              <a:gd name="T54" fmla="*/ 2147483646 w 264"/>
              <a:gd name="T55" fmla="*/ 2147483646 h 864"/>
              <a:gd name="T56" fmla="*/ 2147483646 w 264"/>
              <a:gd name="T57" fmla="*/ 2147483646 h 864"/>
              <a:gd name="T58" fmla="*/ 2147483646 w 264"/>
              <a:gd name="T59" fmla="*/ 2147483646 h 864"/>
              <a:gd name="T60" fmla="*/ 2147483646 w 264"/>
              <a:gd name="T61" fmla="*/ 2147483646 h 864"/>
              <a:gd name="T62" fmla="*/ 2147483646 w 264"/>
              <a:gd name="T63" fmla="*/ 2147483646 h 864"/>
              <a:gd name="T64" fmla="*/ 2147483646 w 264"/>
              <a:gd name="T65" fmla="*/ 2147483646 h 864"/>
              <a:gd name="T66" fmla="*/ 2147483646 w 264"/>
              <a:gd name="T67" fmla="*/ 2147483646 h 864"/>
              <a:gd name="T68" fmla="*/ 2147483646 w 264"/>
              <a:gd name="T69" fmla="*/ 2147483646 h 864"/>
              <a:gd name="T70" fmla="*/ 2147483646 w 264"/>
              <a:gd name="T71" fmla="*/ 2147483646 h 864"/>
              <a:gd name="T72" fmla="*/ 2147483646 w 264"/>
              <a:gd name="T73" fmla="*/ 2147483646 h 864"/>
              <a:gd name="T74" fmla="*/ 2147483646 w 264"/>
              <a:gd name="T75" fmla="*/ 2147483646 h 864"/>
              <a:gd name="T76" fmla="*/ 2147483646 w 264"/>
              <a:gd name="T77" fmla="*/ 2147483646 h 864"/>
              <a:gd name="T78" fmla="*/ 2147483646 w 264"/>
              <a:gd name="T79" fmla="*/ 2147483646 h 864"/>
              <a:gd name="T80" fmla="*/ 2147483646 w 264"/>
              <a:gd name="T81" fmla="*/ 2147483646 h 864"/>
              <a:gd name="T82" fmla="*/ 2147483646 w 264"/>
              <a:gd name="T83" fmla="*/ 2147483646 h 864"/>
              <a:gd name="T84" fmla="*/ 2147483646 w 264"/>
              <a:gd name="T85" fmla="*/ 2147483646 h 864"/>
              <a:gd name="T86" fmla="*/ 2147483646 w 264"/>
              <a:gd name="T87" fmla="*/ 2147483646 h 864"/>
              <a:gd name="T88" fmla="*/ 0 w 264"/>
              <a:gd name="T89" fmla="*/ 2147483646 h 86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64" h="864">
                <a:moveTo>
                  <a:pt x="0" y="736"/>
                </a:moveTo>
                <a:lnTo>
                  <a:pt x="0" y="127"/>
                </a:lnTo>
                <a:lnTo>
                  <a:pt x="0" y="121"/>
                </a:lnTo>
                <a:lnTo>
                  <a:pt x="2" y="114"/>
                </a:lnTo>
                <a:lnTo>
                  <a:pt x="2" y="108"/>
                </a:lnTo>
                <a:lnTo>
                  <a:pt x="3" y="102"/>
                </a:lnTo>
                <a:lnTo>
                  <a:pt x="4" y="96"/>
                </a:lnTo>
                <a:lnTo>
                  <a:pt x="6" y="90"/>
                </a:lnTo>
                <a:lnTo>
                  <a:pt x="9" y="84"/>
                </a:lnTo>
                <a:lnTo>
                  <a:pt x="10" y="78"/>
                </a:lnTo>
                <a:lnTo>
                  <a:pt x="14" y="72"/>
                </a:lnTo>
                <a:lnTo>
                  <a:pt x="16" y="67"/>
                </a:lnTo>
                <a:lnTo>
                  <a:pt x="18" y="61"/>
                </a:lnTo>
                <a:lnTo>
                  <a:pt x="22" y="56"/>
                </a:lnTo>
                <a:lnTo>
                  <a:pt x="26" y="52"/>
                </a:lnTo>
                <a:lnTo>
                  <a:pt x="29" y="47"/>
                </a:lnTo>
                <a:lnTo>
                  <a:pt x="34" y="42"/>
                </a:lnTo>
                <a:lnTo>
                  <a:pt x="38" y="37"/>
                </a:lnTo>
                <a:lnTo>
                  <a:pt x="42" y="32"/>
                </a:lnTo>
                <a:lnTo>
                  <a:pt x="47" y="29"/>
                </a:lnTo>
                <a:lnTo>
                  <a:pt x="52" y="25"/>
                </a:lnTo>
                <a:lnTo>
                  <a:pt x="57" y="22"/>
                </a:lnTo>
                <a:lnTo>
                  <a:pt x="62" y="18"/>
                </a:lnTo>
                <a:lnTo>
                  <a:pt x="68" y="16"/>
                </a:lnTo>
                <a:lnTo>
                  <a:pt x="72" y="12"/>
                </a:lnTo>
                <a:lnTo>
                  <a:pt x="78" y="10"/>
                </a:lnTo>
                <a:lnTo>
                  <a:pt x="84" y="7"/>
                </a:lnTo>
                <a:lnTo>
                  <a:pt x="90" y="6"/>
                </a:lnTo>
                <a:lnTo>
                  <a:pt x="96" y="4"/>
                </a:lnTo>
                <a:lnTo>
                  <a:pt x="102" y="2"/>
                </a:lnTo>
                <a:lnTo>
                  <a:pt x="108" y="1"/>
                </a:lnTo>
                <a:lnTo>
                  <a:pt x="116" y="0"/>
                </a:lnTo>
                <a:lnTo>
                  <a:pt x="122" y="0"/>
                </a:lnTo>
                <a:lnTo>
                  <a:pt x="128" y="0"/>
                </a:lnTo>
                <a:lnTo>
                  <a:pt x="137" y="0"/>
                </a:lnTo>
                <a:lnTo>
                  <a:pt x="143" y="0"/>
                </a:lnTo>
                <a:lnTo>
                  <a:pt x="150" y="0"/>
                </a:lnTo>
                <a:lnTo>
                  <a:pt x="156" y="1"/>
                </a:lnTo>
                <a:lnTo>
                  <a:pt x="162" y="2"/>
                </a:lnTo>
                <a:lnTo>
                  <a:pt x="168" y="4"/>
                </a:lnTo>
                <a:lnTo>
                  <a:pt x="174" y="6"/>
                </a:lnTo>
                <a:lnTo>
                  <a:pt x="180" y="7"/>
                </a:lnTo>
                <a:lnTo>
                  <a:pt x="186" y="10"/>
                </a:lnTo>
                <a:lnTo>
                  <a:pt x="192" y="12"/>
                </a:lnTo>
                <a:lnTo>
                  <a:pt x="197" y="16"/>
                </a:lnTo>
                <a:lnTo>
                  <a:pt x="203" y="18"/>
                </a:lnTo>
                <a:lnTo>
                  <a:pt x="208" y="22"/>
                </a:lnTo>
                <a:lnTo>
                  <a:pt x="213" y="25"/>
                </a:lnTo>
                <a:lnTo>
                  <a:pt x="218" y="29"/>
                </a:lnTo>
                <a:lnTo>
                  <a:pt x="222" y="32"/>
                </a:lnTo>
                <a:lnTo>
                  <a:pt x="227" y="37"/>
                </a:lnTo>
                <a:lnTo>
                  <a:pt x="231" y="42"/>
                </a:lnTo>
                <a:lnTo>
                  <a:pt x="236" y="47"/>
                </a:lnTo>
                <a:lnTo>
                  <a:pt x="239" y="52"/>
                </a:lnTo>
                <a:lnTo>
                  <a:pt x="243" y="56"/>
                </a:lnTo>
                <a:lnTo>
                  <a:pt x="246" y="61"/>
                </a:lnTo>
                <a:lnTo>
                  <a:pt x="249" y="67"/>
                </a:lnTo>
                <a:lnTo>
                  <a:pt x="252" y="72"/>
                </a:lnTo>
                <a:lnTo>
                  <a:pt x="255" y="78"/>
                </a:lnTo>
                <a:lnTo>
                  <a:pt x="257" y="84"/>
                </a:lnTo>
                <a:lnTo>
                  <a:pt x="258" y="90"/>
                </a:lnTo>
                <a:lnTo>
                  <a:pt x="261" y="96"/>
                </a:lnTo>
                <a:lnTo>
                  <a:pt x="262" y="102"/>
                </a:lnTo>
                <a:lnTo>
                  <a:pt x="263" y="108"/>
                </a:lnTo>
                <a:lnTo>
                  <a:pt x="264" y="114"/>
                </a:lnTo>
                <a:lnTo>
                  <a:pt x="264" y="121"/>
                </a:lnTo>
                <a:lnTo>
                  <a:pt x="264" y="127"/>
                </a:lnTo>
                <a:lnTo>
                  <a:pt x="264" y="736"/>
                </a:lnTo>
                <a:lnTo>
                  <a:pt x="264" y="743"/>
                </a:lnTo>
                <a:lnTo>
                  <a:pt x="264" y="749"/>
                </a:lnTo>
                <a:lnTo>
                  <a:pt x="263" y="756"/>
                </a:lnTo>
                <a:lnTo>
                  <a:pt x="262" y="762"/>
                </a:lnTo>
                <a:lnTo>
                  <a:pt x="261" y="768"/>
                </a:lnTo>
                <a:lnTo>
                  <a:pt x="258" y="774"/>
                </a:lnTo>
                <a:lnTo>
                  <a:pt x="257" y="780"/>
                </a:lnTo>
                <a:lnTo>
                  <a:pt x="255" y="786"/>
                </a:lnTo>
                <a:lnTo>
                  <a:pt x="252" y="792"/>
                </a:lnTo>
                <a:lnTo>
                  <a:pt x="249" y="797"/>
                </a:lnTo>
                <a:lnTo>
                  <a:pt x="246" y="803"/>
                </a:lnTo>
                <a:lnTo>
                  <a:pt x="243" y="808"/>
                </a:lnTo>
                <a:lnTo>
                  <a:pt x="239" y="813"/>
                </a:lnTo>
                <a:lnTo>
                  <a:pt x="236" y="817"/>
                </a:lnTo>
                <a:lnTo>
                  <a:pt x="231" y="822"/>
                </a:lnTo>
                <a:lnTo>
                  <a:pt x="227" y="827"/>
                </a:lnTo>
                <a:lnTo>
                  <a:pt x="222" y="831"/>
                </a:lnTo>
                <a:lnTo>
                  <a:pt x="218" y="835"/>
                </a:lnTo>
                <a:lnTo>
                  <a:pt x="213" y="839"/>
                </a:lnTo>
                <a:lnTo>
                  <a:pt x="208" y="843"/>
                </a:lnTo>
                <a:lnTo>
                  <a:pt x="203" y="845"/>
                </a:lnTo>
                <a:lnTo>
                  <a:pt x="197" y="849"/>
                </a:lnTo>
                <a:lnTo>
                  <a:pt x="192" y="851"/>
                </a:lnTo>
                <a:lnTo>
                  <a:pt x="186" y="853"/>
                </a:lnTo>
                <a:lnTo>
                  <a:pt x="180" y="856"/>
                </a:lnTo>
                <a:lnTo>
                  <a:pt x="174" y="858"/>
                </a:lnTo>
                <a:lnTo>
                  <a:pt x="168" y="859"/>
                </a:lnTo>
                <a:lnTo>
                  <a:pt x="162" y="862"/>
                </a:lnTo>
                <a:lnTo>
                  <a:pt x="156" y="863"/>
                </a:lnTo>
                <a:lnTo>
                  <a:pt x="150" y="863"/>
                </a:lnTo>
                <a:lnTo>
                  <a:pt x="143" y="864"/>
                </a:lnTo>
                <a:lnTo>
                  <a:pt x="137" y="864"/>
                </a:lnTo>
                <a:lnTo>
                  <a:pt x="128" y="864"/>
                </a:lnTo>
                <a:lnTo>
                  <a:pt x="122" y="864"/>
                </a:lnTo>
                <a:lnTo>
                  <a:pt x="116" y="863"/>
                </a:lnTo>
                <a:lnTo>
                  <a:pt x="108" y="863"/>
                </a:lnTo>
                <a:lnTo>
                  <a:pt x="102" y="862"/>
                </a:lnTo>
                <a:lnTo>
                  <a:pt x="96" y="859"/>
                </a:lnTo>
                <a:lnTo>
                  <a:pt x="90" y="858"/>
                </a:lnTo>
                <a:lnTo>
                  <a:pt x="84" y="856"/>
                </a:lnTo>
                <a:lnTo>
                  <a:pt x="78" y="853"/>
                </a:lnTo>
                <a:lnTo>
                  <a:pt x="72" y="851"/>
                </a:lnTo>
                <a:lnTo>
                  <a:pt x="68" y="849"/>
                </a:lnTo>
                <a:lnTo>
                  <a:pt x="62" y="845"/>
                </a:lnTo>
                <a:lnTo>
                  <a:pt x="57" y="843"/>
                </a:lnTo>
                <a:lnTo>
                  <a:pt x="52" y="839"/>
                </a:lnTo>
                <a:lnTo>
                  <a:pt x="47" y="835"/>
                </a:lnTo>
                <a:lnTo>
                  <a:pt x="42" y="831"/>
                </a:lnTo>
                <a:lnTo>
                  <a:pt x="38" y="827"/>
                </a:lnTo>
                <a:lnTo>
                  <a:pt x="34" y="822"/>
                </a:lnTo>
                <a:lnTo>
                  <a:pt x="29" y="817"/>
                </a:lnTo>
                <a:lnTo>
                  <a:pt x="26" y="813"/>
                </a:lnTo>
                <a:lnTo>
                  <a:pt x="22" y="808"/>
                </a:lnTo>
                <a:lnTo>
                  <a:pt x="18" y="803"/>
                </a:lnTo>
                <a:lnTo>
                  <a:pt x="16" y="797"/>
                </a:lnTo>
                <a:lnTo>
                  <a:pt x="14" y="792"/>
                </a:lnTo>
                <a:lnTo>
                  <a:pt x="10" y="786"/>
                </a:lnTo>
                <a:lnTo>
                  <a:pt x="9" y="780"/>
                </a:lnTo>
                <a:lnTo>
                  <a:pt x="6" y="774"/>
                </a:lnTo>
                <a:lnTo>
                  <a:pt x="4" y="768"/>
                </a:lnTo>
                <a:lnTo>
                  <a:pt x="3" y="762"/>
                </a:lnTo>
                <a:lnTo>
                  <a:pt x="2" y="756"/>
                </a:lnTo>
                <a:lnTo>
                  <a:pt x="2" y="749"/>
                </a:lnTo>
                <a:lnTo>
                  <a:pt x="0" y="743"/>
                </a:lnTo>
                <a:lnTo>
                  <a:pt x="0" y="736"/>
                </a:lnTo>
                <a:close/>
              </a:path>
            </a:pathLst>
          </a:custGeom>
          <a:noFill/>
          <a:ln w="12700">
            <a:solidFill>
              <a:srgbClr val="00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700" name="Rectangle 169">
            <a:extLst>
              <a:ext uri="{FF2B5EF4-FFF2-40B4-BE49-F238E27FC236}">
                <a16:creationId xmlns:a16="http://schemas.microsoft.com/office/drawing/2014/main" id="{A496093A-1FA1-4903-863D-84A8150D7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7400" y="196056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701" name="Rectangle 170">
            <a:extLst>
              <a:ext uri="{FF2B5EF4-FFF2-40B4-BE49-F238E27FC236}">
                <a16:creationId xmlns:a16="http://schemas.microsoft.com/office/drawing/2014/main" id="{5FFA34AC-C8D4-4926-A402-9E645FF9DF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5425" y="2649538"/>
            <a:ext cx="29527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and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702" name="Rectangle 171">
            <a:extLst>
              <a:ext uri="{FF2B5EF4-FFF2-40B4-BE49-F238E27FC236}">
                <a16:creationId xmlns:a16="http://schemas.microsoft.com/office/drawing/2014/main" id="{3989DE6E-16BC-4093-B208-3EE568629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3425" y="2649538"/>
            <a:ext cx="55721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together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703" name="Rectangle 172">
            <a:extLst>
              <a:ext uri="{FF2B5EF4-FFF2-40B4-BE49-F238E27FC236}">
                <a16:creationId xmlns:a16="http://schemas.microsoft.com/office/drawing/2014/main" id="{C036D425-F50B-4B45-AF7F-26CA485F66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8800" y="2649538"/>
            <a:ext cx="809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704" name="Rectangle 173">
            <a:extLst>
              <a:ext uri="{FF2B5EF4-FFF2-40B4-BE49-F238E27FC236}">
                <a16:creationId xmlns:a16="http://schemas.microsoft.com/office/drawing/2014/main" id="{F7F726F3-E387-47AE-BEA7-617F773380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5475" y="2720975"/>
            <a:ext cx="85725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4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11705" name="Group 2">
            <a:extLst>
              <a:ext uri="{FF2B5EF4-FFF2-40B4-BE49-F238E27FC236}">
                <a16:creationId xmlns:a16="http://schemas.microsoft.com/office/drawing/2014/main" id="{2707D746-B043-4859-B18E-3C9185595821}"/>
              </a:ext>
            </a:extLst>
          </p:cNvPr>
          <p:cNvGrpSpPr>
            <a:grpSpLocks/>
          </p:cNvGrpSpPr>
          <p:nvPr/>
        </p:nvGrpSpPr>
        <p:grpSpPr bwMode="auto">
          <a:xfrm>
            <a:off x="3130550" y="3124200"/>
            <a:ext cx="3117850" cy="3352800"/>
            <a:chOff x="1905000" y="3352800"/>
            <a:chExt cx="3117850" cy="3352800"/>
          </a:xfrm>
        </p:grpSpPr>
        <p:sp>
          <p:nvSpPr>
            <p:cNvPr id="111710" name="Line 174">
              <a:extLst>
                <a:ext uri="{FF2B5EF4-FFF2-40B4-BE49-F238E27FC236}">
                  <a16:creationId xmlns:a16="http://schemas.microsoft.com/office/drawing/2014/main" id="{19D6FFFE-D1AE-46D2-A4A9-5252BAEC45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7888" y="4286250"/>
              <a:ext cx="401637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11" name="Line 175">
              <a:extLst>
                <a:ext uri="{FF2B5EF4-FFF2-40B4-BE49-F238E27FC236}">
                  <a16:creationId xmlns:a16="http://schemas.microsoft.com/office/drawing/2014/main" id="{76A3A12A-E57B-42F5-B757-9EEF9E937E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63875" y="4286250"/>
              <a:ext cx="3063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12" name="Freeform 176">
              <a:extLst>
                <a:ext uri="{FF2B5EF4-FFF2-40B4-BE49-F238E27FC236}">
                  <a16:creationId xmlns:a16="http://schemas.microsoft.com/office/drawing/2014/main" id="{5087C201-BDF4-458D-9110-18AB48FFF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4419600"/>
              <a:ext cx="211137" cy="3175"/>
            </a:xfrm>
            <a:custGeom>
              <a:avLst/>
              <a:gdLst>
                <a:gd name="T0" fmla="*/ 2147483646 w 264"/>
                <a:gd name="T1" fmla="*/ 0 h 3175"/>
                <a:gd name="T2" fmla="*/ 0 w 264"/>
                <a:gd name="T3" fmla="*/ 0 h 3175"/>
                <a:gd name="T4" fmla="*/ 2147483646 w 264"/>
                <a:gd name="T5" fmla="*/ 0 h 3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3175">
                  <a:moveTo>
                    <a:pt x="264" y="0"/>
                  </a:moveTo>
                  <a:lnTo>
                    <a:pt x="0" y="0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13" name="Line 177">
              <a:extLst>
                <a:ext uri="{FF2B5EF4-FFF2-40B4-BE49-F238E27FC236}">
                  <a16:creationId xmlns:a16="http://schemas.microsoft.com/office/drawing/2014/main" id="{207E0A1D-1998-4D88-A522-8EF3E7E37C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8388" y="4419600"/>
              <a:ext cx="211137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14" name="Freeform 178">
              <a:extLst>
                <a:ext uri="{FF2B5EF4-FFF2-40B4-BE49-F238E27FC236}">
                  <a16:creationId xmlns:a16="http://schemas.microsoft.com/office/drawing/2014/main" id="{BF8F3341-A3C9-4E99-A090-E7F44123D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4152900"/>
              <a:ext cx="211137" cy="1588"/>
            </a:xfrm>
            <a:custGeom>
              <a:avLst/>
              <a:gdLst>
                <a:gd name="T0" fmla="*/ 2147483646 w 264"/>
                <a:gd name="T1" fmla="*/ 0 h 1588"/>
                <a:gd name="T2" fmla="*/ 0 w 264"/>
                <a:gd name="T3" fmla="*/ 0 h 1588"/>
                <a:gd name="T4" fmla="*/ 2147483646 w 264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1588">
                  <a:moveTo>
                    <a:pt x="264" y="0"/>
                  </a:moveTo>
                  <a:lnTo>
                    <a:pt x="0" y="0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15" name="Freeform 179">
              <a:extLst>
                <a:ext uri="{FF2B5EF4-FFF2-40B4-BE49-F238E27FC236}">
                  <a16:creationId xmlns:a16="http://schemas.microsoft.com/office/drawing/2014/main" id="{B366C71B-9BF4-475C-AE49-058EBB181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4000500"/>
              <a:ext cx="190500" cy="152400"/>
            </a:xfrm>
            <a:custGeom>
              <a:avLst/>
              <a:gdLst>
                <a:gd name="T0" fmla="*/ 0 w 240"/>
                <a:gd name="T1" fmla="*/ 0 h 192"/>
                <a:gd name="T2" fmla="*/ 2147483646 w 240"/>
                <a:gd name="T3" fmla="*/ 0 h 192"/>
                <a:gd name="T4" fmla="*/ 2147483646 w 240"/>
                <a:gd name="T5" fmla="*/ 2147483646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192">
                  <a:moveTo>
                    <a:pt x="0" y="0"/>
                  </a:moveTo>
                  <a:lnTo>
                    <a:pt x="240" y="0"/>
                  </a:lnTo>
                  <a:lnTo>
                    <a:pt x="240" y="192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16" name="Freeform 180">
              <a:extLst>
                <a:ext uri="{FF2B5EF4-FFF2-40B4-BE49-F238E27FC236}">
                  <a16:creationId xmlns:a16="http://schemas.microsoft.com/office/drawing/2014/main" id="{5040B9BD-C3BA-4286-8AC4-80E6645CB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4419600"/>
              <a:ext cx="190500" cy="133350"/>
            </a:xfrm>
            <a:custGeom>
              <a:avLst/>
              <a:gdLst>
                <a:gd name="T0" fmla="*/ 0 w 240"/>
                <a:gd name="T1" fmla="*/ 2147483646 h 168"/>
                <a:gd name="T2" fmla="*/ 2147483646 w 240"/>
                <a:gd name="T3" fmla="*/ 2147483646 h 168"/>
                <a:gd name="T4" fmla="*/ 2147483646 w 240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168">
                  <a:moveTo>
                    <a:pt x="0" y="168"/>
                  </a:moveTo>
                  <a:lnTo>
                    <a:pt x="240" y="168"/>
                  </a:lnTo>
                  <a:lnTo>
                    <a:pt x="24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17" name="Freeform 181">
              <a:extLst>
                <a:ext uri="{FF2B5EF4-FFF2-40B4-BE49-F238E27FC236}">
                  <a16:creationId xmlns:a16="http://schemas.microsoft.com/office/drawing/2014/main" id="{AB297F56-25A8-4F23-9594-2B8FA0CB2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5299075"/>
              <a:ext cx="211137" cy="1588"/>
            </a:xfrm>
            <a:custGeom>
              <a:avLst/>
              <a:gdLst>
                <a:gd name="T0" fmla="*/ 2147483646 w 264"/>
                <a:gd name="T1" fmla="*/ 0 h 1588"/>
                <a:gd name="T2" fmla="*/ 0 w 264"/>
                <a:gd name="T3" fmla="*/ 0 h 1588"/>
                <a:gd name="T4" fmla="*/ 2147483646 w 264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1588">
                  <a:moveTo>
                    <a:pt x="264" y="0"/>
                  </a:moveTo>
                  <a:lnTo>
                    <a:pt x="0" y="0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18" name="Line 182">
              <a:extLst>
                <a:ext uri="{FF2B5EF4-FFF2-40B4-BE49-F238E27FC236}">
                  <a16:creationId xmlns:a16="http://schemas.microsoft.com/office/drawing/2014/main" id="{C246D4BD-F634-4AC7-AFC5-3DBAED97DB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8388" y="5299075"/>
              <a:ext cx="211137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19" name="Freeform 183">
              <a:extLst>
                <a:ext uri="{FF2B5EF4-FFF2-40B4-BE49-F238E27FC236}">
                  <a16:creationId xmlns:a16="http://schemas.microsoft.com/office/drawing/2014/main" id="{AED4EF02-A0C6-4F83-B6E5-5BEBF8B23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175" y="5432425"/>
              <a:ext cx="133350" cy="1588"/>
            </a:xfrm>
            <a:custGeom>
              <a:avLst/>
              <a:gdLst>
                <a:gd name="T0" fmla="*/ 2147483646 w 168"/>
                <a:gd name="T1" fmla="*/ 0 h 1588"/>
                <a:gd name="T2" fmla="*/ 0 w 168"/>
                <a:gd name="T3" fmla="*/ 0 h 1588"/>
                <a:gd name="T4" fmla="*/ 2147483646 w 168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588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20" name="Line 184">
              <a:extLst>
                <a:ext uri="{FF2B5EF4-FFF2-40B4-BE49-F238E27FC236}">
                  <a16:creationId xmlns:a16="http://schemas.microsoft.com/office/drawing/2014/main" id="{FB511FCF-D773-4CBF-8F98-896609B6FB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16175" y="5432425"/>
              <a:ext cx="13335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21" name="Freeform 185">
              <a:extLst>
                <a:ext uri="{FF2B5EF4-FFF2-40B4-BE49-F238E27FC236}">
                  <a16:creationId xmlns:a16="http://schemas.microsoft.com/office/drawing/2014/main" id="{3C5677A0-18EB-48F7-A378-9D6F9BF21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175" y="5032375"/>
              <a:ext cx="133350" cy="1588"/>
            </a:xfrm>
            <a:custGeom>
              <a:avLst/>
              <a:gdLst>
                <a:gd name="T0" fmla="*/ 2147483646 w 168"/>
                <a:gd name="T1" fmla="*/ 0 h 1588"/>
                <a:gd name="T2" fmla="*/ 0 w 168"/>
                <a:gd name="T3" fmla="*/ 0 h 1588"/>
                <a:gd name="T4" fmla="*/ 2147483646 w 168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1588">
                  <a:moveTo>
                    <a:pt x="168" y="0"/>
                  </a:moveTo>
                  <a:lnTo>
                    <a:pt x="0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22" name="Line 186">
              <a:extLst>
                <a:ext uri="{FF2B5EF4-FFF2-40B4-BE49-F238E27FC236}">
                  <a16:creationId xmlns:a16="http://schemas.microsoft.com/office/drawing/2014/main" id="{951B0C2B-3E2A-428B-BAC7-EA28D52650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16175" y="5032375"/>
              <a:ext cx="13335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23" name="Freeform 187">
              <a:extLst>
                <a:ext uri="{FF2B5EF4-FFF2-40B4-BE49-F238E27FC236}">
                  <a16:creationId xmlns:a16="http://schemas.microsoft.com/office/drawing/2014/main" id="{87E6D914-375A-495B-8712-054BD3FE3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4822825"/>
              <a:ext cx="268287" cy="209550"/>
            </a:xfrm>
            <a:custGeom>
              <a:avLst/>
              <a:gdLst>
                <a:gd name="T0" fmla="*/ 0 w 336"/>
                <a:gd name="T1" fmla="*/ 0 h 264"/>
                <a:gd name="T2" fmla="*/ 2147483646 w 336"/>
                <a:gd name="T3" fmla="*/ 0 h 264"/>
                <a:gd name="T4" fmla="*/ 2147483646 w 336"/>
                <a:gd name="T5" fmla="*/ 2147483646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264">
                  <a:moveTo>
                    <a:pt x="0" y="0"/>
                  </a:moveTo>
                  <a:lnTo>
                    <a:pt x="336" y="0"/>
                  </a:lnTo>
                  <a:lnTo>
                    <a:pt x="336" y="264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24" name="Freeform 188">
              <a:extLst>
                <a:ext uri="{FF2B5EF4-FFF2-40B4-BE49-F238E27FC236}">
                  <a16:creationId xmlns:a16="http://schemas.microsoft.com/office/drawing/2014/main" id="{BBFE9079-62CD-4815-B3C2-5C352EBCE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5432425"/>
              <a:ext cx="268287" cy="190500"/>
            </a:xfrm>
            <a:custGeom>
              <a:avLst/>
              <a:gdLst>
                <a:gd name="T0" fmla="*/ 0 w 336"/>
                <a:gd name="T1" fmla="*/ 2147483646 h 240"/>
                <a:gd name="T2" fmla="*/ 2147483646 w 336"/>
                <a:gd name="T3" fmla="*/ 2147483646 h 240"/>
                <a:gd name="T4" fmla="*/ 2147483646 w 336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240">
                  <a:moveTo>
                    <a:pt x="0" y="240"/>
                  </a:moveTo>
                  <a:lnTo>
                    <a:pt x="336" y="240"/>
                  </a:lnTo>
                  <a:lnTo>
                    <a:pt x="336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25" name="Freeform 189">
              <a:extLst>
                <a:ext uri="{FF2B5EF4-FFF2-40B4-BE49-F238E27FC236}">
                  <a16:creationId xmlns:a16="http://schemas.microsoft.com/office/drawing/2014/main" id="{039E0FCA-469A-445A-85B6-79CEC6622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5299075"/>
              <a:ext cx="190500" cy="57150"/>
            </a:xfrm>
            <a:custGeom>
              <a:avLst/>
              <a:gdLst>
                <a:gd name="T0" fmla="*/ 0 w 240"/>
                <a:gd name="T1" fmla="*/ 2147483646 h 72"/>
                <a:gd name="T2" fmla="*/ 2147483646 w 240"/>
                <a:gd name="T3" fmla="*/ 2147483646 h 72"/>
                <a:gd name="T4" fmla="*/ 2147483646 w 240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72">
                  <a:moveTo>
                    <a:pt x="0" y="72"/>
                  </a:moveTo>
                  <a:lnTo>
                    <a:pt x="240" y="72"/>
                  </a:lnTo>
                  <a:lnTo>
                    <a:pt x="24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26" name="Freeform 190">
              <a:extLst>
                <a:ext uri="{FF2B5EF4-FFF2-40B4-BE49-F238E27FC236}">
                  <a16:creationId xmlns:a16="http://schemas.microsoft.com/office/drawing/2014/main" id="{669DB3C8-4F15-4440-AA14-0E821836D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5165725"/>
              <a:ext cx="211137" cy="1588"/>
            </a:xfrm>
            <a:custGeom>
              <a:avLst/>
              <a:gdLst>
                <a:gd name="T0" fmla="*/ 2147483646 w 264"/>
                <a:gd name="T1" fmla="*/ 0 h 1588"/>
                <a:gd name="T2" fmla="*/ 0 w 264"/>
                <a:gd name="T3" fmla="*/ 0 h 1588"/>
                <a:gd name="T4" fmla="*/ 2147483646 w 264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1588">
                  <a:moveTo>
                    <a:pt x="264" y="0"/>
                  </a:moveTo>
                  <a:lnTo>
                    <a:pt x="0" y="0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27" name="Line 191">
              <a:extLst>
                <a:ext uri="{FF2B5EF4-FFF2-40B4-BE49-F238E27FC236}">
                  <a16:creationId xmlns:a16="http://schemas.microsoft.com/office/drawing/2014/main" id="{FEC7E2C3-C81D-4188-829D-FD83095B8B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8388" y="5165725"/>
              <a:ext cx="211137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28" name="Freeform 192">
              <a:extLst>
                <a:ext uri="{FF2B5EF4-FFF2-40B4-BE49-F238E27FC236}">
                  <a16:creationId xmlns:a16="http://schemas.microsoft.com/office/drawing/2014/main" id="{4ECCEAC6-4A69-47C1-A60A-1DB84E6D5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5089525"/>
              <a:ext cx="190500" cy="76200"/>
            </a:xfrm>
            <a:custGeom>
              <a:avLst/>
              <a:gdLst>
                <a:gd name="T0" fmla="*/ 0 w 240"/>
                <a:gd name="T1" fmla="*/ 0 h 96"/>
                <a:gd name="T2" fmla="*/ 2147483646 w 240"/>
                <a:gd name="T3" fmla="*/ 0 h 96"/>
                <a:gd name="T4" fmla="*/ 2147483646 w 240"/>
                <a:gd name="T5" fmla="*/ 2147483646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96">
                  <a:moveTo>
                    <a:pt x="0" y="0"/>
                  </a:moveTo>
                  <a:lnTo>
                    <a:pt x="240" y="0"/>
                  </a:lnTo>
                  <a:lnTo>
                    <a:pt x="240" y="96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29" name="Freeform 193">
              <a:extLst>
                <a:ext uri="{FF2B5EF4-FFF2-40B4-BE49-F238E27FC236}">
                  <a16:creationId xmlns:a16="http://schemas.microsoft.com/office/drawing/2014/main" id="{F001F5C8-0647-4866-914E-89BC07B9C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875" y="6042025"/>
              <a:ext cx="171450" cy="3175"/>
            </a:xfrm>
            <a:custGeom>
              <a:avLst/>
              <a:gdLst>
                <a:gd name="T0" fmla="*/ 2147483646 w 216"/>
                <a:gd name="T1" fmla="*/ 0 h 3175"/>
                <a:gd name="T2" fmla="*/ 0 w 216"/>
                <a:gd name="T3" fmla="*/ 0 h 3175"/>
                <a:gd name="T4" fmla="*/ 2147483646 w 216"/>
                <a:gd name="T5" fmla="*/ 0 h 3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3175">
                  <a:moveTo>
                    <a:pt x="216" y="0"/>
                  </a:moveTo>
                  <a:lnTo>
                    <a:pt x="0" y="0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30" name="Line 194">
              <a:extLst>
                <a:ext uri="{FF2B5EF4-FFF2-40B4-BE49-F238E27FC236}">
                  <a16:creationId xmlns:a16="http://schemas.microsoft.com/office/drawing/2014/main" id="{28E13C6A-96A8-41C5-8043-DB73753F22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63875" y="6042025"/>
              <a:ext cx="171450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31" name="Freeform 195">
              <a:extLst>
                <a:ext uri="{FF2B5EF4-FFF2-40B4-BE49-F238E27FC236}">
                  <a16:creationId xmlns:a16="http://schemas.microsoft.com/office/drawing/2014/main" id="{6A1640C8-7D28-4DC8-8868-5049D85A9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6175375"/>
              <a:ext cx="401637" cy="3175"/>
            </a:xfrm>
            <a:custGeom>
              <a:avLst/>
              <a:gdLst>
                <a:gd name="T0" fmla="*/ 2147483646 w 504"/>
                <a:gd name="T1" fmla="*/ 0 h 3175"/>
                <a:gd name="T2" fmla="*/ 0 w 504"/>
                <a:gd name="T3" fmla="*/ 0 h 3175"/>
                <a:gd name="T4" fmla="*/ 2147483646 w 504"/>
                <a:gd name="T5" fmla="*/ 0 h 3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3175">
                  <a:moveTo>
                    <a:pt x="504" y="0"/>
                  </a:moveTo>
                  <a:lnTo>
                    <a:pt x="0" y="0"/>
                  </a:lnTo>
                  <a:lnTo>
                    <a:pt x="50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32" name="Line 196">
              <a:extLst>
                <a:ext uri="{FF2B5EF4-FFF2-40B4-BE49-F238E27FC236}">
                  <a16:creationId xmlns:a16="http://schemas.microsoft.com/office/drawing/2014/main" id="{F3347F44-B893-4B99-9281-155F081A42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7888" y="6175375"/>
              <a:ext cx="401637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33" name="Freeform 197">
              <a:extLst>
                <a:ext uri="{FF2B5EF4-FFF2-40B4-BE49-F238E27FC236}">
                  <a16:creationId xmlns:a16="http://schemas.microsoft.com/office/drawing/2014/main" id="{69B91F62-5AFF-478E-AEB2-4A3E5B832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5908675"/>
              <a:ext cx="401637" cy="1588"/>
            </a:xfrm>
            <a:custGeom>
              <a:avLst/>
              <a:gdLst>
                <a:gd name="T0" fmla="*/ 2147483646 w 504"/>
                <a:gd name="T1" fmla="*/ 0 h 1588"/>
                <a:gd name="T2" fmla="*/ 0 w 504"/>
                <a:gd name="T3" fmla="*/ 0 h 1588"/>
                <a:gd name="T4" fmla="*/ 2147483646 w 504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1588">
                  <a:moveTo>
                    <a:pt x="504" y="0"/>
                  </a:moveTo>
                  <a:lnTo>
                    <a:pt x="0" y="0"/>
                  </a:lnTo>
                  <a:lnTo>
                    <a:pt x="50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34" name="Line 198">
              <a:extLst>
                <a:ext uri="{FF2B5EF4-FFF2-40B4-BE49-F238E27FC236}">
                  <a16:creationId xmlns:a16="http://schemas.microsoft.com/office/drawing/2014/main" id="{A442109B-526A-4368-8839-0FD337C014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7888" y="5908675"/>
              <a:ext cx="401637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35" name="Freeform 199">
              <a:extLst>
                <a:ext uri="{FF2B5EF4-FFF2-40B4-BE49-F238E27FC236}">
                  <a16:creationId xmlns:a16="http://schemas.microsoft.com/office/drawing/2014/main" id="{8158C516-EA19-43ED-89EB-CBB4B1FC4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875" y="3600450"/>
              <a:ext cx="171450" cy="1588"/>
            </a:xfrm>
            <a:custGeom>
              <a:avLst/>
              <a:gdLst>
                <a:gd name="T0" fmla="*/ 2147483646 w 216"/>
                <a:gd name="T1" fmla="*/ 0 h 1588"/>
                <a:gd name="T2" fmla="*/ 0 w 216"/>
                <a:gd name="T3" fmla="*/ 0 h 1588"/>
                <a:gd name="T4" fmla="*/ 2147483646 w 216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588">
                  <a:moveTo>
                    <a:pt x="216" y="0"/>
                  </a:moveTo>
                  <a:lnTo>
                    <a:pt x="0" y="0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36" name="Line 200">
              <a:extLst>
                <a:ext uri="{FF2B5EF4-FFF2-40B4-BE49-F238E27FC236}">
                  <a16:creationId xmlns:a16="http://schemas.microsoft.com/office/drawing/2014/main" id="{FE2DAEED-3C70-45DB-8C22-1848B1CE0A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63875" y="3600450"/>
              <a:ext cx="17145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37" name="Freeform 201">
              <a:extLst>
                <a:ext uri="{FF2B5EF4-FFF2-40B4-BE49-F238E27FC236}">
                  <a16:creationId xmlns:a16="http://schemas.microsoft.com/office/drawing/2014/main" id="{233526EE-907D-4221-95D9-0214B9521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3733800"/>
              <a:ext cx="401637" cy="1588"/>
            </a:xfrm>
            <a:custGeom>
              <a:avLst/>
              <a:gdLst>
                <a:gd name="T0" fmla="*/ 2147483646 w 504"/>
                <a:gd name="T1" fmla="*/ 0 h 1588"/>
                <a:gd name="T2" fmla="*/ 0 w 504"/>
                <a:gd name="T3" fmla="*/ 0 h 1588"/>
                <a:gd name="T4" fmla="*/ 2147483646 w 504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1588">
                  <a:moveTo>
                    <a:pt x="504" y="0"/>
                  </a:moveTo>
                  <a:lnTo>
                    <a:pt x="0" y="0"/>
                  </a:lnTo>
                  <a:lnTo>
                    <a:pt x="50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38" name="Line 202">
              <a:extLst>
                <a:ext uri="{FF2B5EF4-FFF2-40B4-BE49-F238E27FC236}">
                  <a16:creationId xmlns:a16="http://schemas.microsoft.com/office/drawing/2014/main" id="{63BDFEE5-416A-4444-9D3F-BE36D301C9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7888" y="3733800"/>
              <a:ext cx="401637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39" name="Freeform 203">
              <a:extLst>
                <a:ext uri="{FF2B5EF4-FFF2-40B4-BE49-F238E27FC236}">
                  <a16:creationId xmlns:a16="http://schemas.microsoft.com/office/drawing/2014/main" id="{4A2336E2-FB54-4053-BDA2-6D3119F11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888" y="3467100"/>
              <a:ext cx="401637" cy="1588"/>
            </a:xfrm>
            <a:custGeom>
              <a:avLst/>
              <a:gdLst>
                <a:gd name="T0" fmla="*/ 2147483646 w 504"/>
                <a:gd name="T1" fmla="*/ 0 h 1588"/>
                <a:gd name="T2" fmla="*/ 0 w 504"/>
                <a:gd name="T3" fmla="*/ 0 h 1588"/>
                <a:gd name="T4" fmla="*/ 2147483646 w 504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1588">
                  <a:moveTo>
                    <a:pt x="504" y="0"/>
                  </a:moveTo>
                  <a:lnTo>
                    <a:pt x="0" y="0"/>
                  </a:lnTo>
                  <a:lnTo>
                    <a:pt x="504" y="0"/>
                  </a:lnTo>
                  <a:close/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40" name="Line 204">
              <a:extLst>
                <a:ext uri="{FF2B5EF4-FFF2-40B4-BE49-F238E27FC236}">
                  <a16:creationId xmlns:a16="http://schemas.microsoft.com/office/drawing/2014/main" id="{3D355644-CBC9-4A25-A389-8D417E2FD0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7888" y="3467100"/>
              <a:ext cx="401637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41" name="Line 205">
              <a:extLst>
                <a:ext uri="{FF2B5EF4-FFF2-40B4-BE49-F238E27FC236}">
                  <a16:creationId xmlns:a16="http://schemas.microsoft.com/office/drawing/2014/main" id="{695A3C72-FDBE-48BB-81E0-D7F7237E76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6963" y="4000500"/>
              <a:ext cx="30480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42" name="Line 206">
              <a:extLst>
                <a:ext uri="{FF2B5EF4-FFF2-40B4-BE49-F238E27FC236}">
                  <a16:creationId xmlns:a16="http://schemas.microsoft.com/office/drawing/2014/main" id="{E451907A-4FE7-4417-977A-B43B242019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6963" y="3867150"/>
              <a:ext cx="26670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43" name="Line 207">
              <a:extLst>
                <a:ext uri="{FF2B5EF4-FFF2-40B4-BE49-F238E27FC236}">
                  <a16:creationId xmlns:a16="http://schemas.microsoft.com/office/drawing/2014/main" id="{93AC7892-04C7-4580-8D75-3D9AD33546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8550" y="4152900"/>
              <a:ext cx="265113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44" name="Line 208">
              <a:extLst>
                <a:ext uri="{FF2B5EF4-FFF2-40B4-BE49-F238E27FC236}">
                  <a16:creationId xmlns:a16="http://schemas.microsoft.com/office/drawing/2014/main" id="{32ECCC3A-3013-4490-9D22-B67957B480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38650" y="4006850"/>
              <a:ext cx="31273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45" name="Freeform 209">
              <a:extLst>
                <a:ext uri="{FF2B5EF4-FFF2-40B4-BE49-F238E27FC236}">
                  <a16:creationId xmlns:a16="http://schemas.microsoft.com/office/drawing/2014/main" id="{231C1843-23B7-4837-847B-8BAC8FD48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850" y="3783013"/>
              <a:ext cx="569913" cy="227012"/>
            </a:xfrm>
            <a:custGeom>
              <a:avLst/>
              <a:gdLst>
                <a:gd name="T0" fmla="*/ 2147483646 w 717"/>
                <a:gd name="T1" fmla="*/ 0 h 284"/>
                <a:gd name="T2" fmla="*/ 2147483646 w 717"/>
                <a:gd name="T3" fmla="*/ 0 h 284"/>
                <a:gd name="T4" fmla="*/ 2147483646 w 717"/>
                <a:gd name="T5" fmla="*/ 0 h 284"/>
                <a:gd name="T6" fmla="*/ 2147483646 w 717"/>
                <a:gd name="T7" fmla="*/ 2147483646 h 284"/>
                <a:gd name="T8" fmla="*/ 2147483646 w 717"/>
                <a:gd name="T9" fmla="*/ 2147483646 h 284"/>
                <a:gd name="T10" fmla="*/ 2147483646 w 717"/>
                <a:gd name="T11" fmla="*/ 2147483646 h 284"/>
                <a:gd name="T12" fmla="*/ 2147483646 w 717"/>
                <a:gd name="T13" fmla="*/ 2147483646 h 284"/>
                <a:gd name="T14" fmla="*/ 2147483646 w 717"/>
                <a:gd name="T15" fmla="*/ 2147483646 h 284"/>
                <a:gd name="T16" fmla="*/ 2147483646 w 717"/>
                <a:gd name="T17" fmla="*/ 2147483646 h 284"/>
                <a:gd name="T18" fmla="*/ 2147483646 w 717"/>
                <a:gd name="T19" fmla="*/ 2147483646 h 284"/>
                <a:gd name="T20" fmla="*/ 2147483646 w 717"/>
                <a:gd name="T21" fmla="*/ 2147483646 h 284"/>
                <a:gd name="T22" fmla="*/ 2147483646 w 717"/>
                <a:gd name="T23" fmla="*/ 2147483646 h 284"/>
                <a:gd name="T24" fmla="*/ 2147483646 w 717"/>
                <a:gd name="T25" fmla="*/ 2147483646 h 284"/>
                <a:gd name="T26" fmla="*/ 2147483646 w 717"/>
                <a:gd name="T27" fmla="*/ 2147483646 h 284"/>
                <a:gd name="T28" fmla="*/ 2147483646 w 717"/>
                <a:gd name="T29" fmla="*/ 2147483646 h 284"/>
                <a:gd name="T30" fmla="*/ 2147483646 w 717"/>
                <a:gd name="T31" fmla="*/ 2147483646 h 284"/>
                <a:gd name="T32" fmla="*/ 2147483646 w 717"/>
                <a:gd name="T33" fmla="*/ 2147483646 h 284"/>
                <a:gd name="T34" fmla="*/ 2147483646 w 717"/>
                <a:gd name="T35" fmla="*/ 2147483646 h 284"/>
                <a:gd name="T36" fmla="*/ 2147483646 w 717"/>
                <a:gd name="T37" fmla="*/ 2147483646 h 284"/>
                <a:gd name="T38" fmla="*/ 2147483646 w 717"/>
                <a:gd name="T39" fmla="*/ 2147483646 h 284"/>
                <a:gd name="T40" fmla="*/ 2147483646 w 717"/>
                <a:gd name="T41" fmla="*/ 2147483646 h 284"/>
                <a:gd name="T42" fmla="*/ 2147483646 w 717"/>
                <a:gd name="T43" fmla="*/ 2147483646 h 284"/>
                <a:gd name="T44" fmla="*/ 2147483646 w 717"/>
                <a:gd name="T45" fmla="*/ 2147483646 h 284"/>
                <a:gd name="T46" fmla="*/ 2147483646 w 717"/>
                <a:gd name="T47" fmla="*/ 2147483646 h 284"/>
                <a:gd name="T48" fmla="*/ 2147483646 w 717"/>
                <a:gd name="T49" fmla="*/ 2147483646 h 284"/>
                <a:gd name="T50" fmla="*/ 2147483646 w 717"/>
                <a:gd name="T51" fmla="*/ 2147483646 h 284"/>
                <a:gd name="T52" fmla="*/ 2147483646 w 717"/>
                <a:gd name="T53" fmla="*/ 2147483646 h 284"/>
                <a:gd name="T54" fmla="*/ 2147483646 w 717"/>
                <a:gd name="T55" fmla="*/ 2147483646 h 284"/>
                <a:gd name="T56" fmla="*/ 2147483646 w 717"/>
                <a:gd name="T57" fmla="*/ 2147483646 h 284"/>
                <a:gd name="T58" fmla="*/ 2147483646 w 717"/>
                <a:gd name="T59" fmla="*/ 2147483646 h 284"/>
                <a:gd name="T60" fmla="*/ 2147483646 w 717"/>
                <a:gd name="T61" fmla="*/ 2147483646 h 284"/>
                <a:gd name="T62" fmla="*/ 2147483646 w 717"/>
                <a:gd name="T63" fmla="*/ 2147483646 h 284"/>
                <a:gd name="T64" fmla="*/ 2147483646 w 717"/>
                <a:gd name="T65" fmla="*/ 2147483646 h 284"/>
                <a:gd name="T66" fmla="*/ 2147483646 w 717"/>
                <a:gd name="T67" fmla="*/ 2147483646 h 284"/>
                <a:gd name="T68" fmla="*/ 2147483646 w 717"/>
                <a:gd name="T69" fmla="*/ 2147483646 h 284"/>
                <a:gd name="T70" fmla="*/ 2147483646 w 717"/>
                <a:gd name="T71" fmla="*/ 2147483646 h 284"/>
                <a:gd name="T72" fmla="*/ 2147483646 w 717"/>
                <a:gd name="T73" fmla="*/ 2147483646 h 284"/>
                <a:gd name="T74" fmla="*/ 2147483646 w 717"/>
                <a:gd name="T75" fmla="*/ 2147483646 h 284"/>
                <a:gd name="T76" fmla="*/ 2147483646 w 717"/>
                <a:gd name="T77" fmla="*/ 2147483646 h 284"/>
                <a:gd name="T78" fmla="*/ 2147483646 w 717"/>
                <a:gd name="T79" fmla="*/ 2147483646 h 284"/>
                <a:gd name="T80" fmla="*/ 2147483646 w 717"/>
                <a:gd name="T81" fmla="*/ 2147483646 h 284"/>
                <a:gd name="T82" fmla="*/ 2147483646 w 717"/>
                <a:gd name="T83" fmla="*/ 2147483646 h 284"/>
                <a:gd name="T84" fmla="*/ 2147483646 w 717"/>
                <a:gd name="T85" fmla="*/ 2147483646 h 284"/>
                <a:gd name="T86" fmla="*/ 2147483646 w 717"/>
                <a:gd name="T87" fmla="*/ 2147483646 h 284"/>
                <a:gd name="T88" fmla="*/ 2147483646 w 717"/>
                <a:gd name="T89" fmla="*/ 2147483646 h 284"/>
                <a:gd name="T90" fmla="*/ 2147483646 w 717"/>
                <a:gd name="T91" fmla="*/ 2147483646 h 284"/>
                <a:gd name="T92" fmla="*/ 2147483646 w 717"/>
                <a:gd name="T93" fmla="*/ 2147483646 h 284"/>
                <a:gd name="T94" fmla="*/ 2147483646 w 717"/>
                <a:gd name="T95" fmla="*/ 2147483646 h 284"/>
                <a:gd name="T96" fmla="*/ 2147483646 w 717"/>
                <a:gd name="T97" fmla="*/ 2147483646 h 284"/>
                <a:gd name="T98" fmla="*/ 2147483646 w 717"/>
                <a:gd name="T99" fmla="*/ 2147483646 h 284"/>
                <a:gd name="T100" fmla="*/ 2147483646 w 717"/>
                <a:gd name="T101" fmla="*/ 2147483646 h 284"/>
                <a:gd name="T102" fmla="*/ 2147483646 w 717"/>
                <a:gd name="T103" fmla="*/ 2147483646 h 284"/>
                <a:gd name="T104" fmla="*/ 2147483646 w 717"/>
                <a:gd name="T105" fmla="*/ 2147483646 h 284"/>
                <a:gd name="T106" fmla="*/ 2147483646 w 717"/>
                <a:gd name="T107" fmla="*/ 2147483646 h 284"/>
                <a:gd name="T108" fmla="*/ 2147483646 w 717"/>
                <a:gd name="T109" fmla="*/ 2147483646 h 284"/>
                <a:gd name="T110" fmla="*/ 2147483646 w 717"/>
                <a:gd name="T111" fmla="*/ 2147483646 h 284"/>
                <a:gd name="T112" fmla="*/ 2147483646 w 717"/>
                <a:gd name="T113" fmla="*/ 2147483646 h 284"/>
                <a:gd name="T114" fmla="*/ 2147483646 w 717"/>
                <a:gd name="T115" fmla="*/ 2147483646 h 284"/>
                <a:gd name="T116" fmla="*/ 2147483646 w 717"/>
                <a:gd name="T117" fmla="*/ 2147483646 h 284"/>
                <a:gd name="T118" fmla="*/ 2147483646 w 717"/>
                <a:gd name="T119" fmla="*/ 2147483646 h 284"/>
                <a:gd name="T120" fmla="*/ 2147483646 w 717"/>
                <a:gd name="T121" fmla="*/ 2147483646 h 2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4">
                  <a:moveTo>
                    <a:pt x="0" y="0"/>
                  </a:moveTo>
                  <a:lnTo>
                    <a:pt x="27" y="0"/>
                  </a:lnTo>
                  <a:lnTo>
                    <a:pt x="54" y="0"/>
                  </a:lnTo>
                  <a:lnTo>
                    <a:pt x="78" y="0"/>
                  </a:lnTo>
                  <a:lnTo>
                    <a:pt x="99" y="0"/>
                  </a:lnTo>
                  <a:lnTo>
                    <a:pt x="121" y="0"/>
                  </a:lnTo>
                  <a:lnTo>
                    <a:pt x="140" y="0"/>
                  </a:lnTo>
                  <a:lnTo>
                    <a:pt x="158" y="0"/>
                  </a:lnTo>
                  <a:lnTo>
                    <a:pt x="175" y="0"/>
                  </a:lnTo>
                  <a:lnTo>
                    <a:pt x="191" y="0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0" y="0"/>
                  </a:lnTo>
                  <a:lnTo>
                    <a:pt x="249" y="0"/>
                  </a:lnTo>
                  <a:lnTo>
                    <a:pt x="259" y="0"/>
                  </a:lnTo>
                  <a:lnTo>
                    <a:pt x="266" y="0"/>
                  </a:lnTo>
                  <a:lnTo>
                    <a:pt x="273" y="0"/>
                  </a:lnTo>
                  <a:lnTo>
                    <a:pt x="281" y="0"/>
                  </a:lnTo>
                  <a:lnTo>
                    <a:pt x="285" y="0"/>
                  </a:lnTo>
                  <a:lnTo>
                    <a:pt x="291" y="0"/>
                  </a:lnTo>
                  <a:lnTo>
                    <a:pt x="295" y="0"/>
                  </a:lnTo>
                  <a:lnTo>
                    <a:pt x="300" y="0"/>
                  </a:lnTo>
                  <a:lnTo>
                    <a:pt x="303" y="0"/>
                  </a:lnTo>
                  <a:lnTo>
                    <a:pt x="306" y="0"/>
                  </a:lnTo>
                  <a:lnTo>
                    <a:pt x="308" y="0"/>
                  </a:lnTo>
                  <a:lnTo>
                    <a:pt x="311" y="0"/>
                  </a:lnTo>
                  <a:lnTo>
                    <a:pt x="313" y="1"/>
                  </a:lnTo>
                  <a:lnTo>
                    <a:pt x="315" y="1"/>
                  </a:lnTo>
                  <a:lnTo>
                    <a:pt x="318" y="1"/>
                  </a:lnTo>
                  <a:lnTo>
                    <a:pt x="319" y="1"/>
                  </a:lnTo>
                  <a:lnTo>
                    <a:pt x="321" y="1"/>
                  </a:lnTo>
                  <a:lnTo>
                    <a:pt x="323" y="1"/>
                  </a:lnTo>
                  <a:lnTo>
                    <a:pt x="325" y="1"/>
                  </a:lnTo>
                  <a:lnTo>
                    <a:pt x="327" y="1"/>
                  </a:lnTo>
                  <a:lnTo>
                    <a:pt x="329" y="1"/>
                  </a:lnTo>
                  <a:lnTo>
                    <a:pt x="331" y="1"/>
                  </a:lnTo>
                  <a:lnTo>
                    <a:pt x="332" y="2"/>
                  </a:lnTo>
                  <a:lnTo>
                    <a:pt x="333" y="2"/>
                  </a:lnTo>
                  <a:lnTo>
                    <a:pt x="335" y="2"/>
                  </a:lnTo>
                  <a:lnTo>
                    <a:pt x="336" y="2"/>
                  </a:lnTo>
                  <a:lnTo>
                    <a:pt x="337" y="2"/>
                  </a:lnTo>
                  <a:lnTo>
                    <a:pt x="338" y="2"/>
                  </a:lnTo>
                  <a:lnTo>
                    <a:pt x="339" y="2"/>
                  </a:lnTo>
                  <a:lnTo>
                    <a:pt x="341" y="2"/>
                  </a:lnTo>
                  <a:lnTo>
                    <a:pt x="342" y="2"/>
                  </a:lnTo>
                  <a:lnTo>
                    <a:pt x="343" y="2"/>
                  </a:lnTo>
                  <a:lnTo>
                    <a:pt x="344" y="2"/>
                  </a:lnTo>
                  <a:lnTo>
                    <a:pt x="345" y="2"/>
                  </a:lnTo>
                  <a:lnTo>
                    <a:pt x="347" y="3"/>
                  </a:lnTo>
                  <a:lnTo>
                    <a:pt x="348" y="3"/>
                  </a:lnTo>
                  <a:lnTo>
                    <a:pt x="349" y="3"/>
                  </a:lnTo>
                  <a:lnTo>
                    <a:pt x="350" y="3"/>
                  </a:lnTo>
                  <a:lnTo>
                    <a:pt x="351" y="3"/>
                  </a:lnTo>
                  <a:lnTo>
                    <a:pt x="353" y="3"/>
                  </a:lnTo>
                  <a:lnTo>
                    <a:pt x="354" y="3"/>
                  </a:lnTo>
                  <a:lnTo>
                    <a:pt x="355" y="3"/>
                  </a:lnTo>
                  <a:lnTo>
                    <a:pt x="356" y="4"/>
                  </a:lnTo>
                  <a:lnTo>
                    <a:pt x="357" y="4"/>
                  </a:lnTo>
                  <a:lnTo>
                    <a:pt x="359" y="4"/>
                  </a:lnTo>
                  <a:lnTo>
                    <a:pt x="361" y="4"/>
                  </a:lnTo>
                  <a:lnTo>
                    <a:pt x="362" y="4"/>
                  </a:lnTo>
                  <a:lnTo>
                    <a:pt x="365" y="6"/>
                  </a:lnTo>
                  <a:lnTo>
                    <a:pt x="366" y="6"/>
                  </a:lnTo>
                  <a:lnTo>
                    <a:pt x="368" y="6"/>
                  </a:lnTo>
                  <a:lnTo>
                    <a:pt x="369" y="6"/>
                  </a:lnTo>
                  <a:lnTo>
                    <a:pt x="372" y="6"/>
                  </a:lnTo>
                  <a:lnTo>
                    <a:pt x="373" y="7"/>
                  </a:lnTo>
                  <a:lnTo>
                    <a:pt x="374" y="7"/>
                  </a:lnTo>
                  <a:lnTo>
                    <a:pt x="375" y="7"/>
                  </a:lnTo>
                  <a:lnTo>
                    <a:pt x="378" y="7"/>
                  </a:lnTo>
                  <a:lnTo>
                    <a:pt x="379" y="7"/>
                  </a:lnTo>
                  <a:lnTo>
                    <a:pt x="380" y="7"/>
                  </a:lnTo>
                  <a:lnTo>
                    <a:pt x="381" y="8"/>
                  </a:lnTo>
                  <a:lnTo>
                    <a:pt x="383" y="8"/>
                  </a:lnTo>
                  <a:lnTo>
                    <a:pt x="384" y="8"/>
                  </a:lnTo>
                  <a:lnTo>
                    <a:pt x="385" y="8"/>
                  </a:lnTo>
                  <a:lnTo>
                    <a:pt x="386" y="9"/>
                  </a:lnTo>
                  <a:lnTo>
                    <a:pt x="387" y="9"/>
                  </a:lnTo>
                  <a:lnTo>
                    <a:pt x="389" y="9"/>
                  </a:lnTo>
                  <a:lnTo>
                    <a:pt x="390" y="9"/>
                  </a:lnTo>
                  <a:lnTo>
                    <a:pt x="391" y="9"/>
                  </a:lnTo>
                  <a:lnTo>
                    <a:pt x="392" y="10"/>
                  </a:lnTo>
                  <a:lnTo>
                    <a:pt x="393" y="10"/>
                  </a:lnTo>
                  <a:lnTo>
                    <a:pt x="395" y="10"/>
                  </a:lnTo>
                  <a:lnTo>
                    <a:pt x="396" y="12"/>
                  </a:lnTo>
                  <a:lnTo>
                    <a:pt x="397" y="12"/>
                  </a:lnTo>
                  <a:lnTo>
                    <a:pt x="398" y="12"/>
                  </a:lnTo>
                  <a:lnTo>
                    <a:pt x="399" y="13"/>
                  </a:lnTo>
                  <a:lnTo>
                    <a:pt x="402" y="13"/>
                  </a:lnTo>
                  <a:lnTo>
                    <a:pt x="403" y="14"/>
                  </a:lnTo>
                  <a:lnTo>
                    <a:pt x="405" y="14"/>
                  </a:lnTo>
                  <a:lnTo>
                    <a:pt x="407" y="15"/>
                  </a:lnTo>
                  <a:lnTo>
                    <a:pt x="409" y="15"/>
                  </a:lnTo>
                  <a:lnTo>
                    <a:pt x="411" y="16"/>
                  </a:lnTo>
                  <a:lnTo>
                    <a:pt x="414" y="16"/>
                  </a:lnTo>
                  <a:lnTo>
                    <a:pt x="415" y="18"/>
                  </a:lnTo>
                  <a:lnTo>
                    <a:pt x="417" y="18"/>
                  </a:lnTo>
                  <a:lnTo>
                    <a:pt x="419" y="19"/>
                  </a:lnTo>
                  <a:lnTo>
                    <a:pt x="421" y="19"/>
                  </a:lnTo>
                  <a:lnTo>
                    <a:pt x="422" y="20"/>
                  </a:lnTo>
                  <a:lnTo>
                    <a:pt x="423" y="20"/>
                  </a:lnTo>
                  <a:lnTo>
                    <a:pt x="426" y="20"/>
                  </a:lnTo>
                  <a:lnTo>
                    <a:pt x="427" y="21"/>
                  </a:lnTo>
                  <a:lnTo>
                    <a:pt x="428" y="21"/>
                  </a:lnTo>
                  <a:lnTo>
                    <a:pt x="429" y="21"/>
                  </a:lnTo>
                  <a:lnTo>
                    <a:pt x="431" y="22"/>
                  </a:lnTo>
                  <a:lnTo>
                    <a:pt x="432" y="22"/>
                  </a:lnTo>
                  <a:lnTo>
                    <a:pt x="433" y="22"/>
                  </a:lnTo>
                  <a:lnTo>
                    <a:pt x="434" y="24"/>
                  </a:lnTo>
                  <a:lnTo>
                    <a:pt x="435" y="25"/>
                  </a:lnTo>
                  <a:lnTo>
                    <a:pt x="437" y="25"/>
                  </a:lnTo>
                  <a:lnTo>
                    <a:pt x="438" y="25"/>
                  </a:lnTo>
                  <a:lnTo>
                    <a:pt x="439" y="26"/>
                  </a:lnTo>
                  <a:lnTo>
                    <a:pt x="440" y="26"/>
                  </a:lnTo>
                  <a:lnTo>
                    <a:pt x="441" y="27"/>
                  </a:lnTo>
                  <a:lnTo>
                    <a:pt x="443" y="27"/>
                  </a:lnTo>
                  <a:lnTo>
                    <a:pt x="444" y="27"/>
                  </a:lnTo>
                  <a:lnTo>
                    <a:pt x="445" y="28"/>
                  </a:lnTo>
                  <a:lnTo>
                    <a:pt x="446" y="30"/>
                  </a:lnTo>
                  <a:lnTo>
                    <a:pt x="447" y="30"/>
                  </a:lnTo>
                  <a:lnTo>
                    <a:pt x="449" y="31"/>
                  </a:lnTo>
                  <a:lnTo>
                    <a:pt x="451" y="31"/>
                  </a:lnTo>
                  <a:lnTo>
                    <a:pt x="452" y="32"/>
                  </a:lnTo>
                  <a:lnTo>
                    <a:pt x="455" y="33"/>
                  </a:lnTo>
                  <a:lnTo>
                    <a:pt x="456" y="34"/>
                  </a:lnTo>
                  <a:lnTo>
                    <a:pt x="458" y="34"/>
                  </a:lnTo>
                  <a:lnTo>
                    <a:pt x="459" y="36"/>
                  </a:lnTo>
                  <a:lnTo>
                    <a:pt x="462" y="37"/>
                  </a:lnTo>
                  <a:lnTo>
                    <a:pt x="463" y="37"/>
                  </a:lnTo>
                  <a:lnTo>
                    <a:pt x="464" y="38"/>
                  </a:lnTo>
                  <a:lnTo>
                    <a:pt x="465" y="39"/>
                  </a:lnTo>
                  <a:lnTo>
                    <a:pt x="468" y="39"/>
                  </a:lnTo>
                  <a:lnTo>
                    <a:pt x="469" y="40"/>
                  </a:lnTo>
                  <a:lnTo>
                    <a:pt x="470" y="40"/>
                  </a:lnTo>
                  <a:lnTo>
                    <a:pt x="471" y="42"/>
                  </a:lnTo>
                  <a:lnTo>
                    <a:pt x="473" y="43"/>
                  </a:lnTo>
                  <a:lnTo>
                    <a:pt x="474" y="43"/>
                  </a:lnTo>
                  <a:lnTo>
                    <a:pt x="475" y="43"/>
                  </a:lnTo>
                  <a:lnTo>
                    <a:pt x="476" y="44"/>
                  </a:lnTo>
                  <a:lnTo>
                    <a:pt x="477" y="45"/>
                  </a:lnTo>
                  <a:lnTo>
                    <a:pt x="479" y="45"/>
                  </a:lnTo>
                  <a:lnTo>
                    <a:pt x="480" y="45"/>
                  </a:lnTo>
                  <a:lnTo>
                    <a:pt x="481" y="46"/>
                  </a:lnTo>
                  <a:lnTo>
                    <a:pt x="482" y="48"/>
                  </a:lnTo>
                  <a:lnTo>
                    <a:pt x="483" y="48"/>
                  </a:lnTo>
                  <a:lnTo>
                    <a:pt x="485" y="49"/>
                  </a:lnTo>
                  <a:lnTo>
                    <a:pt x="486" y="49"/>
                  </a:lnTo>
                  <a:lnTo>
                    <a:pt x="487" y="50"/>
                  </a:lnTo>
                  <a:lnTo>
                    <a:pt x="488" y="50"/>
                  </a:lnTo>
                  <a:lnTo>
                    <a:pt x="489" y="51"/>
                  </a:lnTo>
                  <a:lnTo>
                    <a:pt x="491" y="52"/>
                  </a:lnTo>
                  <a:lnTo>
                    <a:pt x="493" y="52"/>
                  </a:lnTo>
                  <a:lnTo>
                    <a:pt x="494" y="54"/>
                  </a:lnTo>
                  <a:lnTo>
                    <a:pt x="495" y="55"/>
                  </a:lnTo>
                  <a:lnTo>
                    <a:pt x="498" y="56"/>
                  </a:lnTo>
                  <a:lnTo>
                    <a:pt x="499" y="57"/>
                  </a:lnTo>
                  <a:lnTo>
                    <a:pt x="500" y="57"/>
                  </a:lnTo>
                  <a:lnTo>
                    <a:pt x="501" y="58"/>
                  </a:lnTo>
                  <a:lnTo>
                    <a:pt x="504" y="60"/>
                  </a:lnTo>
                  <a:lnTo>
                    <a:pt x="505" y="60"/>
                  </a:lnTo>
                  <a:lnTo>
                    <a:pt x="506" y="61"/>
                  </a:lnTo>
                  <a:lnTo>
                    <a:pt x="507" y="61"/>
                  </a:lnTo>
                  <a:lnTo>
                    <a:pt x="507" y="62"/>
                  </a:lnTo>
                  <a:lnTo>
                    <a:pt x="509" y="62"/>
                  </a:lnTo>
                  <a:lnTo>
                    <a:pt x="510" y="63"/>
                  </a:lnTo>
                  <a:lnTo>
                    <a:pt x="511" y="63"/>
                  </a:lnTo>
                  <a:lnTo>
                    <a:pt x="511" y="64"/>
                  </a:lnTo>
                  <a:lnTo>
                    <a:pt x="512" y="64"/>
                  </a:lnTo>
                  <a:lnTo>
                    <a:pt x="513" y="64"/>
                  </a:lnTo>
                  <a:lnTo>
                    <a:pt x="515" y="66"/>
                  </a:lnTo>
                  <a:lnTo>
                    <a:pt x="516" y="67"/>
                  </a:lnTo>
                  <a:lnTo>
                    <a:pt x="517" y="67"/>
                  </a:lnTo>
                  <a:lnTo>
                    <a:pt x="518" y="68"/>
                  </a:lnTo>
                  <a:lnTo>
                    <a:pt x="519" y="68"/>
                  </a:lnTo>
                  <a:lnTo>
                    <a:pt x="519" y="69"/>
                  </a:lnTo>
                  <a:lnTo>
                    <a:pt x="521" y="69"/>
                  </a:lnTo>
                  <a:lnTo>
                    <a:pt x="522" y="70"/>
                  </a:lnTo>
                  <a:lnTo>
                    <a:pt x="523" y="70"/>
                  </a:lnTo>
                  <a:lnTo>
                    <a:pt x="523" y="72"/>
                  </a:lnTo>
                  <a:lnTo>
                    <a:pt x="524" y="72"/>
                  </a:lnTo>
                  <a:lnTo>
                    <a:pt x="525" y="73"/>
                  </a:lnTo>
                  <a:lnTo>
                    <a:pt x="527" y="74"/>
                  </a:lnTo>
                  <a:lnTo>
                    <a:pt x="528" y="74"/>
                  </a:lnTo>
                  <a:lnTo>
                    <a:pt x="529" y="75"/>
                  </a:lnTo>
                  <a:lnTo>
                    <a:pt x="531" y="76"/>
                  </a:lnTo>
                  <a:lnTo>
                    <a:pt x="533" y="76"/>
                  </a:lnTo>
                  <a:lnTo>
                    <a:pt x="534" y="78"/>
                  </a:lnTo>
                  <a:lnTo>
                    <a:pt x="535" y="79"/>
                  </a:lnTo>
                  <a:lnTo>
                    <a:pt x="536" y="80"/>
                  </a:lnTo>
                  <a:lnTo>
                    <a:pt x="537" y="80"/>
                  </a:lnTo>
                  <a:lnTo>
                    <a:pt x="539" y="81"/>
                  </a:lnTo>
                  <a:lnTo>
                    <a:pt x="540" y="82"/>
                  </a:lnTo>
                  <a:lnTo>
                    <a:pt x="541" y="82"/>
                  </a:lnTo>
                  <a:lnTo>
                    <a:pt x="542" y="84"/>
                  </a:lnTo>
                  <a:lnTo>
                    <a:pt x="543" y="85"/>
                  </a:lnTo>
                  <a:lnTo>
                    <a:pt x="545" y="85"/>
                  </a:lnTo>
                  <a:lnTo>
                    <a:pt x="545" y="86"/>
                  </a:lnTo>
                  <a:lnTo>
                    <a:pt x="546" y="86"/>
                  </a:lnTo>
                  <a:lnTo>
                    <a:pt x="547" y="87"/>
                  </a:lnTo>
                  <a:lnTo>
                    <a:pt x="548" y="87"/>
                  </a:lnTo>
                  <a:lnTo>
                    <a:pt x="548" y="88"/>
                  </a:lnTo>
                  <a:lnTo>
                    <a:pt x="549" y="88"/>
                  </a:lnTo>
                  <a:lnTo>
                    <a:pt x="551" y="90"/>
                  </a:lnTo>
                  <a:lnTo>
                    <a:pt x="552" y="91"/>
                  </a:lnTo>
                  <a:lnTo>
                    <a:pt x="553" y="92"/>
                  </a:lnTo>
                  <a:lnTo>
                    <a:pt x="554" y="92"/>
                  </a:lnTo>
                  <a:lnTo>
                    <a:pt x="555" y="93"/>
                  </a:lnTo>
                  <a:lnTo>
                    <a:pt x="555" y="94"/>
                  </a:lnTo>
                  <a:lnTo>
                    <a:pt x="557" y="94"/>
                  </a:lnTo>
                  <a:lnTo>
                    <a:pt x="558" y="96"/>
                  </a:lnTo>
                  <a:lnTo>
                    <a:pt x="559" y="96"/>
                  </a:lnTo>
                  <a:lnTo>
                    <a:pt x="559" y="97"/>
                  </a:lnTo>
                  <a:lnTo>
                    <a:pt x="560" y="97"/>
                  </a:lnTo>
                  <a:lnTo>
                    <a:pt x="560" y="98"/>
                  </a:lnTo>
                  <a:lnTo>
                    <a:pt x="561" y="98"/>
                  </a:lnTo>
                  <a:lnTo>
                    <a:pt x="563" y="99"/>
                  </a:lnTo>
                  <a:lnTo>
                    <a:pt x="564" y="100"/>
                  </a:lnTo>
                  <a:lnTo>
                    <a:pt x="565" y="100"/>
                  </a:lnTo>
                  <a:lnTo>
                    <a:pt x="565" y="102"/>
                  </a:lnTo>
                  <a:lnTo>
                    <a:pt x="566" y="102"/>
                  </a:lnTo>
                  <a:lnTo>
                    <a:pt x="567" y="102"/>
                  </a:lnTo>
                  <a:lnTo>
                    <a:pt x="567" y="103"/>
                  </a:lnTo>
                  <a:lnTo>
                    <a:pt x="569" y="103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1" y="105"/>
                  </a:lnTo>
                  <a:lnTo>
                    <a:pt x="572" y="105"/>
                  </a:lnTo>
                  <a:lnTo>
                    <a:pt x="572" y="106"/>
                  </a:lnTo>
                  <a:lnTo>
                    <a:pt x="573" y="106"/>
                  </a:lnTo>
                  <a:lnTo>
                    <a:pt x="575" y="108"/>
                  </a:lnTo>
                  <a:lnTo>
                    <a:pt x="576" y="108"/>
                  </a:lnTo>
                  <a:lnTo>
                    <a:pt x="577" y="109"/>
                  </a:lnTo>
                  <a:lnTo>
                    <a:pt x="577" y="110"/>
                  </a:lnTo>
                  <a:lnTo>
                    <a:pt x="578" y="110"/>
                  </a:lnTo>
                  <a:lnTo>
                    <a:pt x="579" y="111"/>
                  </a:lnTo>
                  <a:lnTo>
                    <a:pt x="581" y="111"/>
                  </a:lnTo>
                  <a:lnTo>
                    <a:pt x="582" y="112"/>
                  </a:lnTo>
                  <a:lnTo>
                    <a:pt x="583" y="112"/>
                  </a:lnTo>
                  <a:lnTo>
                    <a:pt x="583" y="114"/>
                  </a:lnTo>
                  <a:lnTo>
                    <a:pt x="584" y="114"/>
                  </a:lnTo>
                  <a:lnTo>
                    <a:pt x="584" y="115"/>
                  </a:lnTo>
                  <a:lnTo>
                    <a:pt x="585" y="115"/>
                  </a:lnTo>
                  <a:lnTo>
                    <a:pt x="587" y="116"/>
                  </a:lnTo>
                  <a:lnTo>
                    <a:pt x="588" y="117"/>
                  </a:lnTo>
                  <a:lnTo>
                    <a:pt x="589" y="117"/>
                  </a:lnTo>
                  <a:lnTo>
                    <a:pt x="589" y="118"/>
                  </a:lnTo>
                  <a:lnTo>
                    <a:pt x="590" y="118"/>
                  </a:lnTo>
                  <a:lnTo>
                    <a:pt x="590" y="120"/>
                  </a:lnTo>
                  <a:lnTo>
                    <a:pt x="591" y="120"/>
                  </a:lnTo>
                  <a:lnTo>
                    <a:pt x="591" y="121"/>
                  </a:lnTo>
                  <a:lnTo>
                    <a:pt x="593" y="121"/>
                  </a:lnTo>
                  <a:lnTo>
                    <a:pt x="593" y="122"/>
                  </a:lnTo>
                  <a:lnTo>
                    <a:pt x="594" y="122"/>
                  </a:lnTo>
                  <a:lnTo>
                    <a:pt x="594" y="123"/>
                  </a:lnTo>
                  <a:lnTo>
                    <a:pt x="595" y="123"/>
                  </a:lnTo>
                  <a:lnTo>
                    <a:pt x="595" y="124"/>
                  </a:lnTo>
                  <a:lnTo>
                    <a:pt x="596" y="126"/>
                  </a:lnTo>
                  <a:lnTo>
                    <a:pt x="597" y="126"/>
                  </a:lnTo>
                  <a:lnTo>
                    <a:pt x="599" y="127"/>
                  </a:lnTo>
                  <a:lnTo>
                    <a:pt x="599" y="128"/>
                  </a:lnTo>
                  <a:lnTo>
                    <a:pt x="600" y="129"/>
                  </a:lnTo>
                  <a:lnTo>
                    <a:pt x="601" y="130"/>
                  </a:lnTo>
                  <a:lnTo>
                    <a:pt x="602" y="132"/>
                  </a:lnTo>
                  <a:lnTo>
                    <a:pt x="603" y="133"/>
                  </a:lnTo>
                  <a:lnTo>
                    <a:pt x="605" y="134"/>
                  </a:lnTo>
                  <a:lnTo>
                    <a:pt x="606" y="135"/>
                  </a:lnTo>
                  <a:lnTo>
                    <a:pt x="607" y="136"/>
                  </a:lnTo>
                  <a:lnTo>
                    <a:pt x="608" y="138"/>
                  </a:lnTo>
                  <a:lnTo>
                    <a:pt x="609" y="139"/>
                  </a:lnTo>
                  <a:lnTo>
                    <a:pt x="609" y="140"/>
                  </a:lnTo>
                  <a:lnTo>
                    <a:pt x="611" y="140"/>
                  </a:lnTo>
                  <a:lnTo>
                    <a:pt x="612" y="141"/>
                  </a:lnTo>
                  <a:lnTo>
                    <a:pt x="613" y="142"/>
                  </a:lnTo>
                  <a:lnTo>
                    <a:pt x="613" y="144"/>
                  </a:lnTo>
                  <a:lnTo>
                    <a:pt x="614" y="144"/>
                  </a:lnTo>
                  <a:lnTo>
                    <a:pt x="614" y="145"/>
                  </a:lnTo>
                  <a:lnTo>
                    <a:pt x="615" y="146"/>
                  </a:lnTo>
                  <a:lnTo>
                    <a:pt x="617" y="147"/>
                  </a:lnTo>
                  <a:lnTo>
                    <a:pt x="618" y="147"/>
                  </a:lnTo>
                  <a:lnTo>
                    <a:pt x="618" y="148"/>
                  </a:lnTo>
                  <a:lnTo>
                    <a:pt x="619" y="150"/>
                  </a:lnTo>
                  <a:lnTo>
                    <a:pt x="619" y="151"/>
                  </a:lnTo>
                  <a:lnTo>
                    <a:pt x="620" y="151"/>
                  </a:lnTo>
                  <a:lnTo>
                    <a:pt x="621" y="152"/>
                  </a:lnTo>
                  <a:lnTo>
                    <a:pt x="623" y="153"/>
                  </a:lnTo>
                  <a:lnTo>
                    <a:pt x="623" y="154"/>
                  </a:lnTo>
                  <a:lnTo>
                    <a:pt x="624" y="156"/>
                  </a:lnTo>
                  <a:lnTo>
                    <a:pt x="625" y="157"/>
                  </a:lnTo>
                  <a:lnTo>
                    <a:pt x="626" y="158"/>
                  </a:lnTo>
                  <a:lnTo>
                    <a:pt x="627" y="159"/>
                  </a:lnTo>
                  <a:lnTo>
                    <a:pt x="629" y="162"/>
                  </a:lnTo>
                  <a:lnTo>
                    <a:pt x="630" y="163"/>
                  </a:lnTo>
                  <a:lnTo>
                    <a:pt x="631" y="164"/>
                  </a:lnTo>
                  <a:lnTo>
                    <a:pt x="632" y="166"/>
                  </a:lnTo>
                  <a:lnTo>
                    <a:pt x="633" y="168"/>
                  </a:lnTo>
                  <a:lnTo>
                    <a:pt x="635" y="169"/>
                  </a:lnTo>
                  <a:lnTo>
                    <a:pt x="636" y="170"/>
                  </a:lnTo>
                  <a:lnTo>
                    <a:pt x="637" y="171"/>
                  </a:lnTo>
                  <a:lnTo>
                    <a:pt x="638" y="172"/>
                  </a:lnTo>
                  <a:lnTo>
                    <a:pt x="639" y="174"/>
                  </a:lnTo>
                  <a:lnTo>
                    <a:pt x="639" y="175"/>
                  </a:lnTo>
                  <a:lnTo>
                    <a:pt x="641" y="176"/>
                  </a:lnTo>
                  <a:lnTo>
                    <a:pt x="642" y="177"/>
                  </a:lnTo>
                  <a:lnTo>
                    <a:pt x="643" y="178"/>
                  </a:lnTo>
                  <a:lnTo>
                    <a:pt x="644" y="180"/>
                  </a:lnTo>
                  <a:lnTo>
                    <a:pt x="644" y="181"/>
                  </a:lnTo>
                  <a:lnTo>
                    <a:pt x="645" y="181"/>
                  </a:lnTo>
                  <a:lnTo>
                    <a:pt x="645" y="182"/>
                  </a:lnTo>
                  <a:lnTo>
                    <a:pt x="647" y="183"/>
                  </a:lnTo>
                  <a:lnTo>
                    <a:pt x="647" y="184"/>
                  </a:lnTo>
                  <a:lnTo>
                    <a:pt x="648" y="186"/>
                  </a:lnTo>
                  <a:lnTo>
                    <a:pt x="649" y="186"/>
                  </a:lnTo>
                  <a:lnTo>
                    <a:pt x="649" y="187"/>
                  </a:lnTo>
                  <a:lnTo>
                    <a:pt x="650" y="188"/>
                  </a:lnTo>
                  <a:lnTo>
                    <a:pt x="651" y="189"/>
                  </a:lnTo>
                  <a:lnTo>
                    <a:pt x="653" y="190"/>
                  </a:lnTo>
                  <a:lnTo>
                    <a:pt x="653" y="192"/>
                  </a:lnTo>
                  <a:lnTo>
                    <a:pt x="654" y="194"/>
                  </a:lnTo>
                  <a:lnTo>
                    <a:pt x="655" y="195"/>
                  </a:lnTo>
                  <a:lnTo>
                    <a:pt x="656" y="196"/>
                  </a:lnTo>
                  <a:lnTo>
                    <a:pt x="657" y="199"/>
                  </a:lnTo>
                  <a:lnTo>
                    <a:pt x="659" y="200"/>
                  </a:lnTo>
                  <a:lnTo>
                    <a:pt x="660" y="202"/>
                  </a:lnTo>
                  <a:lnTo>
                    <a:pt x="661" y="204"/>
                  </a:lnTo>
                  <a:lnTo>
                    <a:pt x="662" y="206"/>
                  </a:lnTo>
                  <a:lnTo>
                    <a:pt x="663" y="207"/>
                  </a:lnTo>
                  <a:lnTo>
                    <a:pt x="665" y="208"/>
                  </a:lnTo>
                  <a:lnTo>
                    <a:pt x="666" y="211"/>
                  </a:lnTo>
                  <a:lnTo>
                    <a:pt x="667" y="212"/>
                  </a:lnTo>
                  <a:lnTo>
                    <a:pt x="668" y="213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71" y="217"/>
                  </a:lnTo>
                  <a:lnTo>
                    <a:pt x="672" y="218"/>
                  </a:lnTo>
                  <a:lnTo>
                    <a:pt x="672" y="219"/>
                  </a:lnTo>
                  <a:lnTo>
                    <a:pt x="673" y="220"/>
                  </a:lnTo>
                  <a:lnTo>
                    <a:pt x="674" y="220"/>
                  </a:lnTo>
                  <a:lnTo>
                    <a:pt x="674" y="222"/>
                  </a:lnTo>
                  <a:lnTo>
                    <a:pt x="675" y="223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78" y="226"/>
                  </a:lnTo>
                  <a:lnTo>
                    <a:pt x="678" y="228"/>
                  </a:lnTo>
                  <a:lnTo>
                    <a:pt x="679" y="228"/>
                  </a:lnTo>
                  <a:lnTo>
                    <a:pt x="680" y="229"/>
                  </a:lnTo>
                  <a:lnTo>
                    <a:pt x="680" y="230"/>
                  </a:lnTo>
                  <a:lnTo>
                    <a:pt x="681" y="231"/>
                  </a:lnTo>
                  <a:lnTo>
                    <a:pt x="683" y="234"/>
                  </a:lnTo>
                  <a:lnTo>
                    <a:pt x="684" y="235"/>
                  </a:lnTo>
                  <a:lnTo>
                    <a:pt x="685" y="236"/>
                  </a:lnTo>
                  <a:lnTo>
                    <a:pt x="686" y="237"/>
                  </a:lnTo>
                  <a:lnTo>
                    <a:pt x="687" y="240"/>
                  </a:lnTo>
                  <a:lnTo>
                    <a:pt x="689" y="241"/>
                  </a:lnTo>
                  <a:lnTo>
                    <a:pt x="690" y="243"/>
                  </a:lnTo>
                  <a:lnTo>
                    <a:pt x="691" y="244"/>
                  </a:lnTo>
                  <a:lnTo>
                    <a:pt x="692" y="247"/>
                  </a:lnTo>
                  <a:lnTo>
                    <a:pt x="693" y="248"/>
                  </a:lnTo>
                  <a:lnTo>
                    <a:pt x="695" y="250"/>
                  </a:lnTo>
                  <a:lnTo>
                    <a:pt x="696" y="252"/>
                  </a:lnTo>
                  <a:lnTo>
                    <a:pt x="697" y="253"/>
                  </a:lnTo>
                  <a:lnTo>
                    <a:pt x="698" y="255"/>
                  </a:lnTo>
                  <a:lnTo>
                    <a:pt x="699" y="256"/>
                  </a:lnTo>
                  <a:lnTo>
                    <a:pt x="701" y="258"/>
                  </a:lnTo>
                  <a:lnTo>
                    <a:pt x="701" y="259"/>
                  </a:lnTo>
                  <a:lnTo>
                    <a:pt x="702" y="260"/>
                  </a:lnTo>
                  <a:lnTo>
                    <a:pt x="703" y="261"/>
                  </a:lnTo>
                  <a:lnTo>
                    <a:pt x="703" y="262"/>
                  </a:lnTo>
                  <a:lnTo>
                    <a:pt x="704" y="262"/>
                  </a:lnTo>
                  <a:lnTo>
                    <a:pt x="704" y="264"/>
                  </a:lnTo>
                  <a:lnTo>
                    <a:pt x="705" y="265"/>
                  </a:lnTo>
                  <a:lnTo>
                    <a:pt x="705" y="266"/>
                  </a:lnTo>
                  <a:lnTo>
                    <a:pt x="707" y="267"/>
                  </a:lnTo>
                  <a:lnTo>
                    <a:pt x="708" y="268"/>
                  </a:lnTo>
                  <a:lnTo>
                    <a:pt x="708" y="270"/>
                  </a:lnTo>
                  <a:lnTo>
                    <a:pt x="709" y="271"/>
                  </a:lnTo>
                  <a:lnTo>
                    <a:pt x="709" y="272"/>
                  </a:lnTo>
                  <a:lnTo>
                    <a:pt x="710" y="272"/>
                  </a:lnTo>
                  <a:lnTo>
                    <a:pt x="710" y="273"/>
                  </a:lnTo>
                  <a:lnTo>
                    <a:pt x="711" y="274"/>
                  </a:lnTo>
                  <a:lnTo>
                    <a:pt x="713" y="276"/>
                  </a:lnTo>
                  <a:lnTo>
                    <a:pt x="713" y="277"/>
                  </a:lnTo>
                  <a:lnTo>
                    <a:pt x="714" y="278"/>
                  </a:lnTo>
                  <a:lnTo>
                    <a:pt x="714" y="279"/>
                  </a:lnTo>
                  <a:lnTo>
                    <a:pt x="715" y="282"/>
                  </a:lnTo>
                  <a:lnTo>
                    <a:pt x="716" y="283"/>
                  </a:lnTo>
                  <a:lnTo>
                    <a:pt x="717" y="284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46" name="Freeform 210">
              <a:extLst>
                <a:ext uri="{FF2B5EF4-FFF2-40B4-BE49-F238E27FC236}">
                  <a16:creationId xmlns:a16="http://schemas.microsoft.com/office/drawing/2014/main" id="{1BEB1459-F5C8-43B6-AB1C-E6F3A5B97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850" y="4010025"/>
              <a:ext cx="569913" cy="227013"/>
            </a:xfrm>
            <a:custGeom>
              <a:avLst/>
              <a:gdLst>
                <a:gd name="T0" fmla="*/ 2147483646 w 717"/>
                <a:gd name="T1" fmla="*/ 2147483646 h 285"/>
                <a:gd name="T2" fmla="*/ 2147483646 w 717"/>
                <a:gd name="T3" fmla="*/ 2147483646 h 285"/>
                <a:gd name="T4" fmla="*/ 2147483646 w 717"/>
                <a:gd name="T5" fmla="*/ 2147483646 h 285"/>
                <a:gd name="T6" fmla="*/ 2147483646 w 717"/>
                <a:gd name="T7" fmla="*/ 2147483646 h 285"/>
                <a:gd name="T8" fmla="*/ 2147483646 w 717"/>
                <a:gd name="T9" fmla="*/ 2147483646 h 285"/>
                <a:gd name="T10" fmla="*/ 2147483646 w 717"/>
                <a:gd name="T11" fmla="*/ 2147483646 h 285"/>
                <a:gd name="T12" fmla="*/ 2147483646 w 717"/>
                <a:gd name="T13" fmla="*/ 2147483646 h 285"/>
                <a:gd name="T14" fmla="*/ 2147483646 w 717"/>
                <a:gd name="T15" fmla="*/ 2147483646 h 285"/>
                <a:gd name="T16" fmla="*/ 2147483646 w 717"/>
                <a:gd name="T17" fmla="*/ 2147483646 h 285"/>
                <a:gd name="T18" fmla="*/ 2147483646 w 717"/>
                <a:gd name="T19" fmla="*/ 2147483646 h 285"/>
                <a:gd name="T20" fmla="*/ 2147483646 w 717"/>
                <a:gd name="T21" fmla="*/ 2147483646 h 285"/>
                <a:gd name="T22" fmla="*/ 2147483646 w 717"/>
                <a:gd name="T23" fmla="*/ 2147483646 h 285"/>
                <a:gd name="T24" fmla="*/ 2147483646 w 717"/>
                <a:gd name="T25" fmla="*/ 2147483646 h 285"/>
                <a:gd name="T26" fmla="*/ 2147483646 w 717"/>
                <a:gd name="T27" fmla="*/ 2147483646 h 285"/>
                <a:gd name="T28" fmla="*/ 2147483646 w 717"/>
                <a:gd name="T29" fmla="*/ 2147483646 h 285"/>
                <a:gd name="T30" fmla="*/ 2147483646 w 717"/>
                <a:gd name="T31" fmla="*/ 2147483646 h 285"/>
                <a:gd name="T32" fmla="*/ 2147483646 w 717"/>
                <a:gd name="T33" fmla="*/ 2147483646 h 285"/>
                <a:gd name="T34" fmla="*/ 2147483646 w 717"/>
                <a:gd name="T35" fmla="*/ 2147483646 h 285"/>
                <a:gd name="T36" fmla="*/ 2147483646 w 717"/>
                <a:gd name="T37" fmla="*/ 2147483646 h 285"/>
                <a:gd name="T38" fmla="*/ 2147483646 w 717"/>
                <a:gd name="T39" fmla="*/ 2147483646 h 285"/>
                <a:gd name="T40" fmla="*/ 2147483646 w 717"/>
                <a:gd name="T41" fmla="*/ 2147483646 h 285"/>
                <a:gd name="T42" fmla="*/ 2147483646 w 717"/>
                <a:gd name="T43" fmla="*/ 2147483646 h 285"/>
                <a:gd name="T44" fmla="*/ 2147483646 w 717"/>
                <a:gd name="T45" fmla="*/ 2147483646 h 285"/>
                <a:gd name="T46" fmla="*/ 2147483646 w 717"/>
                <a:gd name="T47" fmla="*/ 2147483646 h 285"/>
                <a:gd name="T48" fmla="*/ 2147483646 w 717"/>
                <a:gd name="T49" fmla="*/ 2147483646 h 285"/>
                <a:gd name="T50" fmla="*/ 2147483646 w 717"/>
                <a:gd name="T51" fmla="*/ 2147483646 h 285"/>
                <a:gd name="T52" fmla="*/ 2147483646 w 717"/>
                <a:gd name="T53" fmla="*/ 2147483646 h 285"/>
                <a:gd name="T54" fmla="*/ 2147483646 w 717"/>
                <a:gd name="T55" fmla="*/ 2147483646 h 285"/>
                <a:gd name="T56" fmla="*/ 2147483646 w 717"/>
                <a:gd name="T57" fmla="*/ 2147483646 h 285"/>
                <a:gd name="T58" fmla="*/ 2147483646 w 717"/>
                <a:gd name="T59" fmla="*/ 2147483646 h 285"/>
                <a:gd name="T60" fmla="*/ 2147483646 w 717"/>
                <a:gd name="T61" fmla="*/ 2147483646 h 285"/>
                <a:gd name="T62" fmla="*/ 2147483646 w 717"/>
                <a:gd name="T63" fmla="*/ 2147483646 h 285"/>
                <a:gd name="T64" fmla="*/ 2147483646 w 717"/>
                <a:gd name="T65" fmla="*/ 2147483646 h 285"/>
                <a:gd name="T66" fmla="*/ 2147483646 w 717"/>
                <a:gd name="T67" fmla="*/ 2147483646 h 285"/>
                <a:gd name="T68" fmla="*/ 2147483646 w 717"/>
                <a:gd name="T69" fmla="*/ 2147483646 h 285"/>
                <a:gd name="T70" fmla="*/ 2147483646 w 717"/>
                <a:gd name="T71" fmla="*/ 2147483646 h 285"/>
                <a:gd name="T72" fmla="*/ 2147483646 w 717"/>
                <a:gd name="T73" fmla="*/ 2147483646 h 285"/>
                <a:gd name="T74" fmla="*/ 2147483646 w 717"/>
                <a:gd name="T75" fmla="*/ 2147483646 h 285"/>
                <a:gd name="T76" fmla="*/ 2147483646 w 717"/>
                <a:gd name="T77" fmla="*/ 2147483646 h 285"/>
                <a:gd name="T78" fmla="*/ 2147483646 w 717"/>
                <a:gd name="T79" fmla="*/ 2147483646 h 285"/>
                <a:gd name="T80" fmla="*/ 2147483646 w 717"/>
                <a:gd name="T81" fmla="*/ 2147483646 h 285"/>
                <a:gd name="T82" fmla="*/ 2147483646 w 717"/>
                <a:gd name="T83" fmla="*/ 2147483646 h 285"/>
                <a:gd name="T84" fmla="*/ 2147483646 w 717"/>
                <a:gd name="T85" fmla="*/ 2147483646 h 285"/>
                <a:gd name="T86" fmla="*/ 2147483646 w 717"/>
                <a:gd name="T87" fmla="*/ 2147483646 h 285"/>
                <a:gd name="T88" fmla="*/ 2147483646 w 717"/>
                <a:gd name="T89" fmla="*/ 2147483646 h 285"/>
                <a:gd name="T90" fmla="*/ 2147483646 w 717"/>
                <a:gd name="T91" fmla="*/ 2147483646 h 285"/>
                <a:gd name="T92" fmla="*/ 2147483646 w 717"/>
                <a:gd name="T93" fmla="*/ 2147483646 h 285"/>
                <a:gd name="T94" fmla="*/ 2147483646 w 717"/>
                <a:gd name="T95" fmla="*/ 2147483646 h 285"/>
                <a:gd name="T96" fmla="*/ 2147483646 w 717"/>
                <a:gd name="T97" fmla="*/ 2147483646 h 285"/>
                <a:gd name="T98" fmla="*/ 2147483646 w 717"/>
                <a:gd name="T99" fmla="*/ 2147483646 h 285"/>
                <a:gd name="T100" fmla="*/ 2147483646 w 717"/>
                <a:gd name="T101" fmla="*/ 2147483646 h 285"/>
                <a:gd name="T102" fmla="*/ 2147483646 w 717"/>
                <a:gd name="T103" fmla="*/ 2147483646 h 285"/>
                <a:gd name="T104" fmla="*/ 2147483646 w 717"/>
                <a:gd name="T105" fmla="*/ 2147483646 h 285"/>
                <a:gd name="T106" fmla="*/ 2147483646 w 717"/>
                <a:gd name="T107" fmla="*/ 2147483646 h 285"/>
                <a:gd name="T108" fmla="*/ 2147483646 w 717"/>
                <a:gd name="T109" fmla="*/ 2147483646 h 285"/>
                <a:gd name="T110" fmla="*/ 2147483646 w 717"/>
                <a:gd name="T111" fmla="*/ 2147483646 h 285"/>
                <a:gd name="T112" fmla="*/ 2147483646 w 717"/>
                <a:gd name="T113" fmla="*/ 2147483646 h 285"/>
                <a:gd name="T114" fmla="*/ 2147483646 w 717"/>
                <a:gd name="T115" fmla="*/ 2147483646 h 285"/>
                <a:gd name="T116" fmla="*/ 2147483646 w 717"/>
                <a:gd name="T117" fmla="*/ 2147483646 h 285"/>
                <a:gd name="T118" fmla="*/ 2147483646 w 717"/>
                <a:gd name="T119" fmla="*/ 2147483646 h 285"/>
                <a:gd name="T120" fmla="*/ 2147483646 w 717"/>
                <a:gd name="T121" fmla="*/ 2147483646 h 28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5">
                  <a:moveTo>
                    <a:pt x="0" y="285"/>
                  </a:moveTo>
                  <a:lnTo>
                    <a:pt x="27" y="285"/>
                  </a:lnTo>
                  <a:lnTo>
                    <a:pt x="54" y="285"/>
                  </a:lnTo>
                  <a:lnTo>
                    <a:pt x="78" y="285"/>
                  </a:lnTo>
                  <a:lnTo>
                    <a:pt x="99" y="285"/>
                  </a:lnTo>
                  <a:lnTo>
                    <a:pt x="121" y="285"/>
                  </a:lnTo>
                  <a:lnTo>
                    <a:pt x="140" y="285"/>
                  </a:lnTo>
                  <a:lnTo>
                    <a:pt x="158" y="285"/>
                  </a:lnTo>
                  <a:lnTo>
                    <a:pt x="175" y="285"/>
                  </a:lnTo>
                  <a:lnTo>
                    <a:pt x="191" y="285"/>
                  </a:lnTo>
                  <a:lnTo>
                    <a:pt x="204" y="285"/>
                  </a:lnTo>
                  <a:lnTo>
                    <a:pt x="217" y="285"/>
                  </a:lnTo>
                  <a:lnTo>
                    <a:pt x="229" y="285"/>
                  </a:lnTo>
                  <a:lnTo>
                    <a:pt x="240" y="285"/>
                  </a:lnTo>
                  <a:lnTo>
                    <a:pt x="249" y="285"/>
                  </a:lnTo>
                  <a:lnTo>
                    <a:pt x="259" y="285"/>
                  </a:lnTo>
                  <a:lnTo>
                    <a:pt x="266" y="285"/>
                  </a:lnTo>
                  <a:lnTo>
                    <a:pt x="273" y="285"/>
                  </a:lnTo>
                  <a:lnTo>
                    <a:pt x="281" y="285"/>
                  </a:lnTo>
                  <a:lnTo>
                    <a:pt x="285" y="285"/>
                  </a:lnTo>
                  <a:lnTo>
                    <a:pt x="291" y="285"/>
                  </a:lnTo>
                  <a:lnTo>
                    <a:pt x="295" y="285"/>
                  </a:lnTo>
                  <a:lnTo>
                    <a:pt x="300" y="285"/>
                  </a:lnTo>
                  <a:lnTo>
                    <a:pt x="303" y="285"/>
                  </a:lnTo>
                  <a:lnTo>
                    <a:pt x="306" y="285"/>
                  </a:lnTo>
                  <a:lnTo>
                    <a:pt x="308" y="284"/>
                  </a:lnTo>
                  <a:lnTo>
                    <a:pt x="311" y="284"/>
                  </a:lnTo>
                  <a:lnTo>
                    <a:pt x="313" y="284"/>
                  </a:lnTo>
                  <a:lnTo>
                    <a:pt x="315" y="284"/>
                  </a:lnTo>
                  <a:lnTo>
                    <a:pt x="318" y="284"/>
                  </a:lnTo>
                  <a:lnTo>
                    <a:pt x="319" y="284"/>
                  </a:lnTo>
                  <a:lnTo>
                    <a:pt x="321" y="284"/>
                  </a:lnTo>
                  <a:lnTo>
                    <a:pt x="323" y="284"/>
                  </a:lnTo>
                  <a:lnTo>
                    <a:pt x="325" y="284"/>
                  </a:lnTo>
                  <a:lnTo>
                    <a:pt x="327" y="284"/>
                  </a:lnTo>
                  <a:lnTo>
                    <a:pt x="329" y="284"/>
                  </a:lnTo>
                  <a:lnTo>
                    <a:pt x="331" y="282"/>
                  </a:lnTo>
                  <a:lnTo>
                    <a:pt x="332" y="282"/>
                  </a:lnTo>
                  <a:lnTo>
                    <a:pt x="333" y="282"/>
                  </a:lnTo>
                  <a:lnTo>
                    <a:pt x="335" y="282"/>
                  </a:lnTo>
                  <a:lnTo>
                    <a:pt x="336" y="282"/>
                  </a:lnTo>
                  <a:lnTo>
                    <a:pt x="337" y="282"/>
                  </a:lnTo>
                  <a:lnTo>
                    <a:pt x="338" y="282"/>
                  </a:lnTo>
                  <a:lnTo>
                    <a:pt x="339" y="282"/>
                  </a:lnTo>
                  <a:lnTo>
                    <a:pt x="341" y="282"/>
                  </a:lnTo>
                  <a:lnTo>
                    <a:pt x="342" y="282"/>
                  </a:lnTo>
                  <a:lnTo>
                    <a:pt x="343" y="282"/>
                  </a:lnTo>
                  <a:lnTo>
                    <a:pt x="344" y="282"/>
                  </a:lnTo>
                  <a:lnTo>
                    <a:pt x="345" y="281"/>
                  </a:lnTo>
                  <a:lnTo>
                    <a:pt x="347" y="281"/>
                  </a:lnTo>
                  <a:lnTo>
                    <a:pt x="348" y="281"/>
                  </a:lnTo>
                  <a:lnTo>
                    <a:pt x="349" y="281"/>
                  </a:lnTo>
                  <a:lnTo>
                    <a:pt x="350" y="281"/>
                  </a:lnTo>
                  <a:lnTo>
                    <a:pt x="351" y="281"/>
                  </a:lnTo>
                  <a:lnTo>
                    <a:pt x="353" y="281"/>
                  </a:lnTo>
                  <a:lnTo>
                    <a:pt x="354" y="281"/>
                  </a:lnTo>
                  <a:lnTo>
                    <a:pt x="355" y="280"/>
                  </a:lnTo>
                  <a:lnTo>
                    <a:pt x="356" y="280"/>
                  </a:lnTo>
                  <a:lnTo>
                    <a:pt x="357" y="280"/>
                  </a:lnTo>
                  <a:lnTo>
                    <a:pt x="359" y="280"/>
                  </a:lnTo>
                  <a:lnTo>
                    <a:pt x="361" y="280"/>
                  </a:lnTo>
                  <a:lnTo>
                    <a:pt x="362" y="279"/>
                  </a:lnTo>
                  <a:lnTo>
                    <a:pt x="365" y="279"/>
                  </a:lnTo>
                  <a:lnTo>
                    <a:pt x="366" y="279"/>
                  </a:lnTo>
                  <a:lnTo>
                    <a:pt x="368" y="279"/>
                  </a:lnTo>
                  <a:lnTo>
                    <a:pt x="369" y="279"/>
                  </a:lnTo>
                  <a:lnTo>
                    <a:pt x="372" y="278"/>
                  </a:lnTo>
                  <a:lnTo>
                    <a:pt x="373" y="278"/>
                  </a:lnTo>
                  <a:lnTo>
                    <a:pt x="374" y="278"/>
                  </a:lnTo>
                  <a:lnTo>
                    <a:pt x="375" y="278"/>
                  </a:lnTo>
                  <a:lnTo>
                    <a:pt x="378" y="278"/>
                  </a:lnTo>
                  <a:lnTo>
                    <a:pt x="379" y="278"/>
                  </a:lnTo>
                  <a:lnTo>
                    <a:pt x="380" y="276"/>
                  </a:lnTo>
                  <a:lnTo>
                    <a:pt x="381" y="276"/>
                  </a:lnTo>
                  <a:lnTo>
                    <a:pt x="383" y="276"/>
                  </a:lnTo>
                  <a:lnTo>
                    <a:pt x="384" y="276"/>
                  </a:lnTo>
                  <a:lnTo>
                    <a:pt x="385" y="276"/>
                  </a:lnTo>
                  <a:lnTo>
                    <a:pt x="386" y="275"/>
                  </a:lnTo>
                  <a:lnTo>
                    <a:pt x="387" y="275"/>
                  </a:lnTo>
                  <a:lnTo>
                    <a:pt x="389" y="275"/>
                  </a:lnTo>
                  <a:lnTo>
                    <a:pt x="390" y="275"/>
                  </a:lnTo>
                  <a:lnTo>
                    <a:pt x="391" y="274"/>
                  </a:lnTo>
                  <a:lnTo>
                    <a:pt x="392" y="274"/>
                  </a:lnTo>
                  <a:lnTo>
                    <a:pt x="393" y="274"/>
                  </a:lnTo>
                  <a:lnTo>
                    <a:pt x="395" y="274"/>
                  </a:lnTo>
                  <a:lnTo>
                    <a:pt x="396" y="273"/>
                  </a:lnTo>
                  <a:lnTo>
                    <a:pt x="397" y="273"/>
                  </a:lnTo>
                  <a:lnTo>
                    <a:pt x="398" y="273"/>
                  </a:lnTo>
                  <a:lnTo>
                    <a:pt x="399" y="272"/>
                  </a:lnTo>
                  <a:lnTo>
                    <a:pt x="402" y="272"/>
                  </a:lnTo>
                  <a:lnTo>
                    <a:pt x="403" y="270"/>
                  </a:lnTo>
                  <a:lnTo>
                    <a:pt x="405" y="270"/>
                  </a:lnTo>
                  <a:lnTo>
                    <a:pt x="407" y="269"/>
                  </a:lnTo>
                  <a:lnTo>
                    <a:pt x="409" y="269"/>
                  </a:lnTo>
                  <a:lnTo>
                    <a:pt x="411" y="268"/>
                  </a:lnTo>
                  <a:lnTo>
                    <a:pt x="414" y="268"/>
                  </a:lnTo>
                  <a:lnTo>
                    <a:pt x="415" y="267"/>
                  </a:lnTo>
                  <a:lnTo>
                    <a:pt x="417" y="267"/>
                  </a:lnTo>
                  <a:lnTo>
                    <a:pt x="419" y="266"/>
                  </a:lnTo>
                  <a:lnTo>
                    <a:pt x="421" y="266"/>
                  </a:lnTo>
                  <a:lnTo>
                    <a:pt x="422" y="264"/>
                  </a:lnTo>
                  <a:lnTo>
                    <a:pt x="423" y="264"/>
                  </a:lnTo>
                  <a:lnTo>
                    <a:pt x="426" y="264"/>
                  </a:lnTo>
                  <a:lnTo>
                    <a:pt x="427" y="263"/>
                  </a:lnTo>
                  <a:lnTo>
                    <a:pt x="428" y="263"/>
                  </a:lnTo>
                  <a:lnTo>
                    <a:pt x="429" y="262"/>
                  </a:lnTo>
                  <a:lnTo>
                    <a:pt x="431" y="262"/>
                  </a:lnTo>
                  <a:lnTo>
                    <a:pt x="432" y="262"/>
                  </a:lnTo>
                  <a:lnTo>
                    <a:pt x="433" y="261"/>
                  </a:lnTo>
                  <a:lnTo>
                    <a:pt x="434" y="261"/>
                  </a:lnTo>
                  <a:lnTo>
                    <a:pt x="435" y="260"/>
                  </a:lnTo>
                  <a:lnTo>
                    <a:pt x="437" y="260"/>
                  </a:lnTo>
                  <a:lnTo>
                    <a:pt x="438" y="260"/>
                  </a:lnTo>
                  <a:lnTo>
                    <a:pt x="439" y="258"/>
                  </a:lnTo>
                  <a:lnTo>
                    <a:pt x="440" y="258"/>
                  </a:lnTo>
                  <a:lnTo>
                    <a:pt x="441" y="257"/>
                  </a:lnTo>
                  <a:lnTo>
                    <a:pt x="443" y="257"/>
                  </a:lnTo>
                  <a:lnTo>
                    <a:pt x="444" y="256"/>
                  </a:lnTo>
                  <a:lnTo>
                    <a:pt x="445" y="256"/>
                  </a:lnTo>
                  <a:lnTo>
                    <a:pt x="446" y="255"/>
                  </a:lnTo>
                  <a:lnTo>
                    <a:pt x="447" y="255"/>
                  </a:lnTo>
                  <a:lnTo>
                    <a:pt x="449" y="254"/>
                  </a:lnTo>
                  <a:lnTo>
                    <a:pt x="451" y="252"/>
                  </a:lnTo>
                  <a:lnTo>
                    <a:pt x="452" y="252"/>
                  </a:lnTo>
                  <a:lnTo>
                    <a:pt x="455" y="251"/>
                  </a:lnTo>
                  <a:lnTo>
                    <a:pt x="456" y="250"/>
                  </a:lnTo>
                  <a:lnTo>
                    <a:pt x="458" y="249"/>
                  </a:lnTo>
                  <a:lnTo>
                    <a:pt x="459" y="249"/>
                  </a:lnTo>
                  <a:lnTo>
                    <a:pt x="462" y="248"/>
                  </a:lnTo>
                  <a:lnTo>
                    <a:pt x="463" y="246"/>
                  </a:lnTo>
                  <a:lnTo>
                    <a:pt x="464" y="246"/>
                  </a:lnTo>
                  <a:lnTo>
                    <a:pt x="465" y="245"/>
                  </a:lnTo>
                  <a:lnTo>
                    <a:pt x="468" y="245"/>
                  </a:lnTo>
                  <a:lnTo>
                    <a:pt x="469" y="244"/>
                  </a:lnTo>
                  <a:lnTo>
                    <a:pt x="470" y="244"/>
                  </a:lnTo>
                  <a:lnTo>
                    <a:pt x="471" y="243"/>
                  </a:lnTo>
                  <a:lnTo>
                    <a:pt x="473" y="242"/>
                  </a:lnTo>
                  <a:lnTo>
                    <a:pt x="474" y="242"/>
                  </a:lnTo>
                  <a:lnTo>
                    <a:pt x="475" y="240"/>
                  </a:lnTo>
                  <a:lnTo>
                    <a:pt x="476" y="240"/>
                  </a:lnTo>
                  <a:lnTo>
                    <a:pt x="477" y="239"/>
                  </a:lnTo>
                  <a:lnTo>
                    <a:pt x="479" y="239"/>
                  </a:lnTo>
                  <a:lnTo>
                    <a:pt x="480" y="238"/>
                  </a:lnTo>
                  <a:lnTo>
                    <a:pt x="481" y="238"/>
                  </a:lnTo>
                  <a:lnTo>
                    <a:pt x="481" y="237"/>
                  </a:lnTo>
                  <a:lnTo>
                    <a:pt x="482" y="237"/>
                  </a:lnTo>
                  <a:lnTo>
                    <a:pt x="483" y="237"/>
                  </a:lnTo>
                  <a:lnTo>
                    <a:pt x="485" y="236"/>
                  </a:lnTo>
                  <a:lnTo>
                    <a:pt x="486" y="236"/>
                  </a:lnTo>
                  <a:lnTo>
                    <a:pt x="487" y="234"/>
                  </a:lnTo>
                  <a:lnTo>
                    <a:pt x="488" y="233"/>
                  </a:lnTo>
                  <a:lnTo>
                    <a:pt x="489" y="233"/>
                  </a:lnTo>
                  <a:lnTo>
                    <a:pt x="491" y="232"/>
                  </a:lnTo>
                  <a:lnTo>
                    <a:pt x="493" y="231"/>
                  </a:lnTo>
                  <a:lnTo>
                    <a:pt x="494" y="231"/>
                  </a:lnTo>
                  <a:lnTo>
                    <a:pt x="495" y="230"/>
                  </a:lnTo>
                  <a:lnTo>
                    <a:pt x="498" y="228"/>
                  </a:lnTo>
                  <a:lnTo>
                    <a:pt x="499" y="227"/>
                  </a:lnTo>
                  <a:lnTo>
                    <a:pt x="500" y="227"/>
                  </a:lnTo>
                  <a:lnTo>
                    <a:pt x="501" y="226"/>
                  </a:lnTo>
                  <a:lnTo>
                    <a:pt x="504" y="225"/>
                  </a:lnTo>
                  <a:lnTo>
                    <a:pt x="505" y="225"/>
                  </a:lnTo>
                  <a:lnTo>
                    <a:pt x="506" y="224"/>
                  </a:lnTo>
                  <a:lnTo>
                    <a:pt x="507" y="224"/>
                  </a:lnTo>
                  <a:lnTo>
                    <a:pt x="507" y="222"/>
                  </a:lnTo>
                  <a:lnTo>
                    <a:pt x="509" y="222"/>
                  </a:lnTo>
                  <a:lnTo>
                    <a:pt x="510" y="221"/>
                  </a:lnTo>
                  <a:lnTo>
                    <a:pt x="511" y="221"/>
                  </a:lnTo>
                  <a:lnTo>
                    <a:pt x="511" y="220"/>
                  </a:lnTo>
                  <a:lnTo>
                    <a:pt x="512" y="220"/>
                  </a:lnTo>
                  <a:lnTo>
                    <a:pt x="513" y="220"/>
                  </a:lnTo>
                  <a:lnTo>
                    <a:pt x="515" y="219"/>
                  </a:lnTo>
                  <a:lnTo>
                    <a:pt x="516" y="218"/>
                  </a:lnTo>
                  <a:lnTo>
                    <a:pt x="517" y="218"/>
                  </a:lnTo>
                  <a:lnTo>
                    <a:pt x="518" y="216"/>
                  </a:lnTo>
                  <a:lnTo>
                    <a:pt x="519" y="216"/>
                  </a:lnTo>
                  <a:lnTo>
                    <a:pt x="519" y="215"/>
                  </a:lnTo>
                  <a:lnTo>
                    <a:pt x="521" y="215"/>
                  </a:lnTo>
                  <a:lnTo>
                    <a:pt x="522" y="214"/>
                  </a:lnTo>
                  <a:lnTo>
                    <a:pt x="523" y="214"/>
                  </a:lnTo>
                  <a:lnTo>
                    <a:pt x="523" y="213"/>
                  </a:lnTo>
                  <a:lnTo>
                    <a:pt x="524" y="213"/>
                  </a:lnTo>
                  <a:lnTo>
                    <a:pt x="525" y="212"/>
                  </a:lnTo>
                  <a:lnTo>
                    <a:pt x="527" y="210"/>
                  </a:lnTo>
                  <a:lnTo>
                    <a:pt x="528" y="210"/>
                  </a:lnTo>
                  <a:lnTo>
                    <a:pt x="529" y="209"/>
                  </a:lnTo>
                  <a:lnTo>
                    <a:pt x="531" y="208"/>
                  </a:lnTo>
                  <a:lnTo>
                    <a:pt x="533" y="208"/>
                  </a:lnTo>
                  <a:lnTo>
                    <a:pt x="534" y="207"/>
                  </a:lnTo>
                  <a:lnTo>
                    <a:pt x="535" y="206"/>
                  </a:lnTo>
                  <a:lnTo>
                    <a:pt x="536" y="204"/>
                  </a:lnTo>
                  <a:lnTo>
                    <a:pt x="537" y="204"/>
                  </a:lnTo>
                  <a:lnTo>
                    <a:pt x="539" y="203"/>
                  </a:lnTo>
                  <a:lnTo>
                    <a:pt x="540" y="202"/>
                  </a:lnTo>
                  <a:lnTo>
                    <a:pt x="541" y="202"/>
                  </a:lnTo>
                  <a:lnTo>
                    <a:pt x="541" y="201"/>
                  </a:lnTo>
                  <a:lnTo>
                    <a:pt x="542" y="201"/>
                  </a:lnTo>
                  <a:lnTo>
                    <a:pt x="543" y="200"/>
                  </a:lnTo>
                  <a:lnTo>
                    <a:pt x="545" y="200"/>
                  </a:lnTo>
                  <a:lnTo>
                    <a:pt x="545" y="198"/>
                  </a:lnTo>
                  <a:lnTo>
                    <a:pt x="546" y="198"/>
                  </a:lnTo>
                  <a:lnTo>
                    <a:pt x="547" y="197"/>
                  </a:lnTo>
                  <a:lnTo>
                    <a:pt x="548" y="196"/>
                  </a:lnTo>
                  <a:lnTo>
                    <a:pt x="549" y="196"/>
                  </a:lnTo>
                  <a:lnTo>
                    <a:pt x="551" y="195"/>
                  </a:lnTo>
                  <a:lnTo>
                    <a:pt x="552" y="194"/>
                  </a:lnTo>
                  <a:lnTo>
                    <a:pt x="553" y="192"/>
                  </a:lnTo>
                  <a:lnTo>
                    <a:pt x="554" y="192"/>
                  </a:lnTo>
                  <a:lnTo>
                    <a:pt x="555" y="191"/>
                  </a:lnTo>
                  <a:lnTo>
                    <a:pt x="555" y="190"/>
                  </a:lnTo>
                  <a:lnTo>
                    <a:pt x="557" y="190"/>
                  </a:lnTo>
                  <a:lnTo>
                    <a:pt x="558" y="189"/>
                  </a:lnTo>
                  <a:lnTo>
                    <a:pt x="559" y="189"/>
                  </a:lnTo>
                  <a:lnTo>
                    <a:pt x="559" y="188"/>
                  </a:lnTo>
                  <a:lnTo>
                    <a:pt x="560" y="188"/>
                  </a:lnTo>
                  <a:lnTo>
                    <a:pt x="560" y="186"/>
                  </a:lnTo>
                  <a:lnTo>
                    <a:pt x="561" y="186"/>
                  </a:lnTo>
                  <a:lnTo>
                    <a:pt x="561" y="185"/>
                  </a:lnTo>
                  <a:lnTo>
                    <a:pt x="563" y="185"/>
                  </a:lnTo>
                  <a:lnTo>
                    <a:pt x="564" y="184"/>
                  </a:lnTo>
                  <a:lnTo>
                    <a:pt x="565" y="184"/>
                  </a:lnTo>
                  <a:lnTo>
                    <a:pt x="565" y="183"/>
                  </a:lnTo>
                  <a:lnTo>
                    <a:pt x="566" y="183"/>
                  </a:lnTo>
                  <a:lnTo>
                    <a:pt x="567" y="182"/>
                  </a:lnTo>
                  <a:lnTo>
                    <a:pt x="569" y="180"/>
                  </a:lnTo>
                  <a:lnTo>
                    <a:pt x="570" y="180"/>
                  </a:lnTo>
                  <a:lnTo>
                    <a:pt x="571" y="179"/>
                  </a:lnTo>
                  <a:lnTo>
                    <a:pt x="572" y="178"/>
                  </a:lnTo>
                  <a:lnTo>
                    <a:pt x="573" y="177"/>
                  </a:lnTo>
                  <a:lnTo>
                    <a:pt x="575" y="177"/>
                  </a:lnTo>
                  <a:lnTo>
                    <a:pt x="576" y="176"/>
                  </a:lnTo>
                  <a:lnTo>
                    <a:pt x="577" y="176"/>
                  </a:lnTo>
                  <a:lnTo>
                    <a:pt x="577" y="174"/>
                  </a:lnTo>
                  <a:lnTo>
                    <a:pt x="578" y="174"/>
                  </a:lnTo>
                  <a:lnTo>
                    <a:pt x="579" y="173"/>
                  </a:lnTo>
                  <a:lnTo>
                    <a:pt x="581" y="172"/>
                  </a:lnTo>
                  <a:lnTo>
                    <a:pt x="582" y="172"/>
                  </a:lnTo>
                  <a:lnTo>
                    <a:pt x="583" y="171"/>
                  </a:lnTo>
                  <a:lnTo>
                    <a:pt x="584" y="170"/>
                  </a:lnTo>
                  <a:lnTo>
                    <a:pt x="585" y="170"/>
                  </a:lnTo>
                  <a:lnTo>
                    <a:pt x="587" y="168"/>
                  </a:lnTo>
                  <a:lnTo>
                    <a:pt x="588" y="167"/>
                  </a:lnTo>
                  <a:lnTo>
                    <a:pt x="589" y="167"/>
                  </a:lnTo>
                  <a:lnTo>
                    <a:pt x="589" y="166"/>
                  </a:lnTo>
                  <a:lnTo>
                    <a:pt x="590" y="166"/>
                  </a:lnTo>
                  <a:lnTo>
                    <a:pt x="590" y="165"/>
                  </a:lnTo>
                  <a:lnTo>
                    <a:pt x="591" y="165"/>
                  </a:lnTo>
                  <a:lnTo>
                    <a:pt x="591" y="164"/>
                  </a:lnTo>
                  <a:lnTo>
                    <a:pt x="593" y="164"/>
                  </a:lnTo>
                  <a:lnTo>
                    <a:pt x="593" y="162"/>
                  </a:lnTo>
                  <a:lnTo>
                    <a:pt x="594" y="162"/>
                  </a:lnTo>
                  <a:lnTo>
                    <a:pt x="594" y="161"/>
                  </a:lnTo>
                  <a:lnTo>
                    <a:pt x="595" y="161"/>
                  </a:lnTo>
                  <a:lnTo>
                    <a:pt x="595" y="160"/>
                  </a:lnTo>
                  <a:lnTo>
                    <a:pt x="596" y="159"/>
                  </a:lnTo>
                  <a:lnTo>
                    <a:pt x="597" y="159"/>
                  </a:lnTo>
                  <a:lnTo>
                    <a:pt x="599" y="158"/>
                  </a:lnTo>
                  <a:lnTo>
                    <a:pt x="599" y="156"/>
                  </a:lnTo>
                  <a:lnTo>
                    <a:pt x="600" y="155"/>
                  </a:lnTo>
                  <a:lnTo>
                    <a:pt x="601" y="154"/>
                  </a:lnTo>
                  <a:lnTo>
                    <a:pt x="602" y="153"/>
                  </a:lnTo>
                  <a:lnTo>
                    <a:pt x="603" y="152"/>
                  </a:lnTo>
                  <a:lnTo>
                    <a:pt x="605" y="150"/>
                  </a:lnTo>
                  <a:lnTo>
                    <a:pt x="606" y="149"/>
                  </a:lnTo>
                  <a:lnTo>
                    <a:pt x="607" y="148"/>
                  </a:lnTo>
                  <a:lnTo>
                    <a:pt x="607" y="147"/>
                  </a:lnTo>
                  <a:lnTo>
                    <a:pt x="608" y="147"/>
                  </a:lnTo>
                  <a:lnTo>
                    <a:pt x="609" y="146"/>
                  </a:lnTo>
                  <a:lnTo>
                    <a:pt x="609" y="144"/>
                  </a:lnTo>
                  <a:lnTo>
                    <a:pt x="611" y="144"/>
                  </a:lnTo>
                  <a:lnTo>
                    <a:pt x="612" y="143"/>
                  </a:lnTo>
                  <a:lnTo>
                    <a:pt x="612" y="142"/>
                  </a:lnTo>
                  <a:lnTo>
                    <a:pt x="613" y="142"/>
                  </a:lnTo>
                  <a:lnTo>
                    <a:pt x="613" y="141"/>
                  </a:lnTo>
                  <a:lnTo>
                    <a:pt x="614" y="141"/>
                  </a:lnTo>
                  <a:lnTo>
                    <a:pt x="614" y="140"/>
                  </a:lnTo>
                  <a:lnTo>
                    <a:pt x="615" y="138"/>
                  </a:lnTo>
                  <a:lnTo>
                    <a:pt x="617" y="137"/>
                  </a:lnTo>
                  <a:lnTo>
                    <a:pt x="618" y="136"/>
                  </a:lnTo>
                  <a:lnTo>
                    <a:pt x="619" y="135"/>
                  </a:lnTo>
                  <a:lnTo>
                    <a:pt x="619" y="134"/>
                  </a:lnTo>
                  <a:lnTo>
                    <a:pt x="620" y="134"/>
                  </a:lnTo>
                  <a:lnTo>
                    <a:pt x="621" y="132"/>
                  </a:lnTo>
                  <a:lnTo>
                    <a:pt x="623" y="131"/>
                  </a:lnTo>
                  <a:lnTo>
                    <a:pt x="623" y="130"/>
                  </a:lnTo>
                  <a:lnTo>
                    <a:pt x="624" y="129"/>
                  </a:lnTo>
                  <a:lnTo>
                    <a:pt x="625" y="128"/>
                  </a:lnTo>
                  <a:lnTo>
                    <a:pt x="626" y="126"/>
                  </a:lnTo>
                  <a:lnTo>
                    <a:pt x="627" y="124"/>
                  </a:lnTo>
                  <a:lnTo>
                    <a:pt x="629" y="123"/>
                  </a:lnTo>
                  <a:lnTo>
                    <a:pt x="630" y="122"/>
                  </a:lnTo>
                  <a:lnTo>
                    <a:pt x="631" y="119"/>
                  </a:lnTo>
                  <a:lnTo>
                    <a:pt x="632" y="118"/>
                  </a:lnTo>
                  <a:lnTo>
                    <a:pt x="633" y="117"/>
                  </a:lnTo>
                  <a:lnTo>
                    <a:pt x="635" y="116"/>
                  </a:lnTo>
                  <a:lnTo>
                    <a:pt x="636" y="114"/>
                  </a:lnTo>
                  <a:lnTo>
                    <a:pt x="637" y="113"/>
                  </a:lnTo>
                  <a:lnTo>
                    <a:pt x="638" y="112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41" y="108"/>
                  </a:lnTo>
                  <a:lnTo>
                    <a:pt x="642" y="107"/>
                  </a:lnTo>
                  <a:lnTo>
                    <a:pt x="643" y="106"/>
                  </a:lnTo>
                  <a:lnTo>
                    <a:pt x="644" y="105"/>
                  </a:lnTo>
                  <a:lnTo>
                    <a:pt x="644" y="104"/>
                  </a:lnTo>
                  <a:lnTo>
                    <a:pt x="645" y="104"/>
                  </a:lnTo>
                  <a:lnTo>
                    <a:pt x="645" y="102"/>
                  </a:lnTo>
                  <a:lnTo>
                    <a:pt x="647" y="101"/>
                  </a:lnTo>
                  <a:lnTo>
                    <a:pt x="647" y="100"/>
                  </a:lnTo>
                  <a:lnTo>
                    <a:pt x="648" y="99"/>
                  </a:lnTo>
                  <a:lnTo>
                    <a:pt x="649" y="98"/>
                  </a:lnTo>
                  <a:lnTo>
                    <a:pt x="650" y="96"/>
                  </a:lnTo>
                  <a:lnTo>
                    <a:pt x="651" y="95"/>
                  </a:lnTo>
                  <a:lnTo>
                    <a:pt x="653" y="94"/>
                  </a:lnTo>
                  <a:lnTo>
                    <a:pt x="653" y="92"/>
                  </a:lnTo>
                  <a:lnTo>
                    <a:pt x="654" y="90"/>
                  </a:lnTo>
                  <a:lnTo>
                    <a:pt x="655" y="89"/>
                  </a:lnTo>
                  <a:lnTo>
                    <a:pt x="656" y="88"/>
                  </a:lnTo>
                  <a:lnTo>
                    <a:pt x="657" y="86"/>
                  </a:lnTo>
                  <a:lnTo>
                    <a:pt x="659" y="84"/>
                  </a:lnTo>
                  <a:lnTo>
                    <a:pt x="660" y="82"/>
                  </a:lnTo>
                  <a:lnTo>
                    <a:pt x="661" y="81"/>
                  </a:lnTo>
                  <a:lnTo>
                    <a:pt x="662" y="78"/>
                  </a:lnTo>
                  <a:lnTo>
                    <a:pt x="663" y="77"/>
                  </a:lnTo>
                  <a:lnTo>
                    <a:pt x="665" y="75"/>
                  </a:lnTo>
                  <a:lnTo>
                    <a:pt x="666" y="74"/>
                  </a:lnTo>
                  <a:lnTo>
                    <a:pt x="667" y="72"/>
                  </a:lnTo>
                  <a:lnTo>
                    <a:pt x="668" y="71"/>
                  </a:lnTo>
                  <a:lnTo>
                    <a:pt x="669" y="70"/>
                  </a:lnTo>
                  <a:lnTo>
                    <a:pt x="669" y="69"/>
                  </a:lnTo>
                  <a:lnTo>
                    <a:pt x="671" y="68"/>
                  </a:lnTo>
                  <a:lnTo>
                    <a:pt x="672" y="66"/>
                  </a:lnTo>
                  <a:lnTo>
                    <a:pt x="672" y="65"/>
                  </a:lnTo>
                  <a:lnTo>
                    <a:pt x="673" y="64"/>
                  </a:lnTo>
                  <a:lnTo>
                    <a:pt x="674" y="63"/>
                  </a:lnTo>
                  <a:lnTo>
                    <a:pt x="675" y="62"/>
                  </a:lnTo>
                  <a:lnTo>
                    <a:pt x="675" y="60"/>
                  </a:lnTo>
                  <a:lnTo>
                    <a:pt x="677" y="59"/>
                  </a:lnTo>
                  <a:lnTo>
                    <a:pt x="678" y="58"/>
                  </a:lnTo>
                  <a:lnTo>
                    <a:pt x="678" y="57"/>
                  </a:lnTo>
                  <a:lnTo>
                    <a:pt x="679" y="56"/>
                  </a:lnTo>
                  <a:lnTo>
                    <a:pt x="680" y="54"/>
                  </a:lnTo>
                  <a:lnTo>
                    <a:pt x="680" y="53"/>
                  </a:lnTo>
                  <a:lnTo>
                    <a:pt x="681" y="52"/>
                  </a:lnTo>
                  <a:lnTo>
                    <a:pt x="683" y="51"/>
                  </a:lnTo>
                  <a:lnTo>
                    <a:pt x="684" y="50"/>
                  </a:lnTo>
                  <a:lnTo>
                    <a:pt x="685" y="48"/>
                  </a:lnTo>
                  <a:lnTo>
                    <a:pt x="686" y="47"/>
                  </a:lnTo>
                  <a:lnTo>
                    <a:pt x="687" y="45"/>
                  </a:lnTo>
                  <a:lnTo>
                    <a:pt x="689" y="44"/>
                  </a:lnTo>
                  <a:lnTo>
                    <a:pt x="690" y="41"/>
                  </a:lnTo>
                  <a:lnTo>
                    <a:pt x="691" y="40"/>
                  </a:lnTo>
                  <a:lnTo>
                    <a:pt x="692" y="38"/>
                  </a:lnTo>
                  <a:lnTo>
                    <a:pt x="693" y="35"/>
                  </a:lnTo>
                  <a:lnTo>
                    <a:pt x="695" y="34"/>
                  </a:lnTo>
                  <a:lnTo>
                    <a:pt x="696" y="33"/>
                  </a:lnTo>
                  <a:lnTo>
                    <a:pt x="697" y="30"/>
                  </a:lnTo>
                  <a:lnTo>
                    <a:pt x="698" y="29"/>
                  </a:lnTo>
                  <a:lnTo>
                    <a:pt x="699" y="28"/>
                  </a:lnTo>
                  <a:lnTo>
                    <a:pt x="701" y="27"/>
                  </a:lnTo>
                  <a:lnTo>
                    <a:pt x="701" y="26"/>
                  </a:lnTo>
                  <a:lnTo>
                    <a:pt x="702" y="24"/>
                  </a:lnTo>
                  <a:lnTo>
                    <a:pt x="703" y="23"/>
                  </a:lnTo>
                  <a:lnTo>
                    <a:pt x="703" y="22"/>
                  </a:lnTo>
                  <a:lnTo>
                    <a:pt x="704" y="21"/>
                  </a:lnTo>
                  <a:lnTo>
                    <a:pt x="705" y="20"/>
                  </a:lnTo>
                  <a:lnTo>
                    <a:pt x="705" y="18"/>
                  </a:lnTo>
                  <a:lnTo>
                    <a:pt x="707" y="17"/>
                  </a:lnTo>
                  <a:lnTo>
                    <a:pt x="707" y="16"/>
                  </a:lnTo>
                  <a:lnTo>
                    <a:pt x="708" y="16"/>
                  </a:lnTo>
                  <a:lnTo>
                    <a:pt x="708" y="15"/>
                  </a:lnTo>
                  <a:lnTo>
                    <a:pt x="709" y="14"/>
                  </a:lnTo>
                  <a:lnTo>
                    <a:pt x="709" y="12"/>
                  </a:lnTo>
                  <a:lnTo>
                    <a:pt x="710" y="11"/>
                  </a:lnTo>
                  <a:lnTo>
                    <a:pt x="711" y="10"/>
                  </a:lnTo>
                  <a:lnTo>
                    <a:pt x="713" y="9"/>
                  </a:lnTo>
                  <a:lnTo>
                    <a:pt x="713" y="8"/>
                  </a:lnTo>
                  <a:lnTo>
                    <a:pt x="714" y="6"/>
                  </a:lnTo>
                  <a:lnTo>
                    <a:pt x="714" y="4"/>
                  </a:lnTo>
                  <a:lnTo>
                    <a:pt x="715" y="3"/>
                  </a:lnTo>
                  <a:lnTo>
                    <a:pt x="716" y="2"/>
                  </a:lnTo>
                  <a:lnTo>
                    <a:pt x="717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47" name="Freeform 211">
              <a:extLst>
                <a:ext uri="{FF2B5EF4-FFF2-40B4-BE49-F238E27FC236}">
                  <a16:creationId xmlns:a16="http://schemas.microsoft.com/office/drawing/2014/main" id="{201FC565-2E2F-46F0-A6C9-63029B116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088" y="3783013"/>
              <a:ext cx="66675" cy="227012"/>
            </a:xfrm>
            <a:custGeom>
              <a:avLst/>
              <a:gdLst>
                <a:gd name="T0" fmla="*/ 2147483646 w 85"/>
                <a:gd name="T1" fmla="*/ 2147483646 h 286"/>
                <a:gd name="T2" fmla="*/ 2147483646 w 85"/>
                <a:gd name="T3" fmla="*/ 2147483646 h 286"/>
                <a:gd name="T4" fmla="*/ 2147483646 w 85"/>
                <a:gd name="T5" fmla="*/ 2147483646 h 286"/>
                <a:gd name="T6" fmla="*/ 2147483646 w 85"/>
                <a:gd name="T7" fmla="*/ 2147483646 h 286"/>
                <a:gd name="T8" fmla="*/ 2147483646 w 85"/>
                <a:gd name="T9" fmla="*/ 2147483646 h 286"/>
                <a:gd name="T10" fmla="*/ 2147483646 w 85"/>
                <a:gd name="T11" fmla="*/ 2147483646 h 286"/>
                <a:gd name="T12" fmla="*/ 2147483646 w 85"/>
                <a:gd name="T13" fmla="*/ 2147483646 h 286"/>
                <a:gd name="T14" fmla="*/ 2147483646 w 85"/>
                <a:gd name="T15" fmla="*/ 2147483646 h 286"/>
                <a:gd name="T16" fmla="*/ 2147483646 w 85"/>
                <a:gd name="T17" fmla="*/ 2147483646 h 286"/>
                <a:gd name="T18" fmla="*/ 2147483646 w 85"/>
                <a:gd name="T19" fmla="*/ 2147483646 h 286"/>
                <a:gd name="T20" fmla="*/ 2147483646 w 85"/>
                <a:gd name="T21" fmla="*/ 2147483646 h 286"/>
                <a:gd name="T22" fmla="*/ 2147483646 w 85"/>
                <a:gd name="T23" fmla="*/ 2147483646 h 286"/>
                <a:gd name="T24" fmla="*/ 2147483646 w 85"/>
                <a:gd name="T25" fmla="*/ 2147483646 h 286"/>
                <a:gd name="T26" fmla="*/ 2147483646 w 85"/>
                <a:gd name="T27" fmla="*/ 2147483646 h 286"/>
                <a:gd name="T28" fmla="*/ 2147483646 w 85"/>
                <a:gd name="T29" fmla="*/ 2147483646 h 286"/>
                <a:gd name="T30" fmla="*/ 2147483646 w 85"/>
                <a:gd name="T31" fmla="*/ 2147483646 h 286"/>
                <a:gd name="T32" fmla="*/ 2147483646 w 85"/>
                <a:gd name="T33" fmla="*/ 2147483646 h 286"/>
                <a:gd name="T34" fmla="*/ 2147483646 w 85"/>
                <a:gd name="T35" fmla="*/ 2147483646 h 286"/>
                <a:gd name="T36" fmla="*/ 2147483646 w 85"/>
                <a:gd name="T37" fmla="*/ 2147483646 h 286"/>
                <a:gd name="T38" fmla="*/ 2147483646 w 85"/>
                <a:gd name="T39" fmla="*/ 2147483646 h 286"/>
                <a:gd name="T40" fmla="*/ 2147483646 w 85"/>
                <a:gd name="T41" fmla="*/ 2147483646 h 286"/>
                <a:gd name="T42" fmla="*/ 2147483646 w 85"/>
                <a:gd name="T43" fmla="*/ 2147483646 h 286"/>
                <a:gd name="T44" fmla="*/ 2147483646 w 85"/>
                <a:gd name="T45" fmla="*/ 2147483646 h 286"/>
                <a:gd name="T46" fmla="*/ 2147483646 w 85"/>
                <a:gd name="T47" fmla="*/ 2147483646 h 286"/>
                <a:gd name="T48" fmla="*/ 2147483646 w 85"/>
                <a:gd name="T49" fmla="*/ 2147483646 h 286"/>
                <a:gd name="T50" fmla="*/ 2147483646 w 85"/>
                <a:gd name="T51" fmla="*/ 2147483646 h 286"/>
                <a:gd name="T52" fmla="*/ 2147483646 w 85"/>
                <a:gd name="T53" fmla="*/ 2147483646 h 286"/>
                <a:gd name="T54" fmla="*/ 2147483646 w 85"/>
                <a:gd name="T55" fmla="*/ 2147483646 h 286"/>
                <a:gd name="T56" fmla="*/ 2147483646 w 85"/>
                <a:gd name="T57" fmla="*/ 2147483646 h 286"/>
                <a:gd name="T58" fmla="*/ 2147483646 w 85"/>
                <a:gd name="T59" fmla="*/ 2147483646 h 286"/>
                <a:gd name="T60" fmla="*/ 2147483646 w 85"/>
                <a:gd name="T61" fmla="*/ 2147483646 h 286"/>
                <a:gd name="T62" fmla="*/ 2147483646 w 85"/>
                <a:gd name="T63" fmla="*/ 2147483646 h 286"/>
                <a:gd name="T64" fmla="*/ 2147483646 w 85"/>
                <a:gd name="T65" fmla="*/ 2147483646 h 286"/>
                <a:gd name="T66" fmla="*/ 2147483646 w 85"/>
                <a:gd name="T67" fmla="*/ 2147483646 h 286"/>
                <a:gd name="T68" fmla="*/ 2147483646 w 85"/>
                <a:gd name="T69" fmla="*/ 2147483646 h 286"/>
                <a:gd name="T70" fmla="*/ 2147483646 w 85"/>
                <a:gd name="T71" fmla="*/ 2147483646 h 286"/>
                <a:gd name="T72" fmla="*/ 2147483646 w 85"/>
                <a:gd name="T73" fmla="*/ 2147483646 h 286"/>
                <a:gd name="T74" fmla="*/ 2147483646 w 85"/>
                <a:gd name="T75" fmla="*/ 2147483646 h 286"/>
                <a:gd name="T76" fmla="*/ 2147483646 w 85"/>
                <a:gd name="T77" fmla="*/ 2147483646 h 286"/>
                <a:gd name="T78" fmla="*/ 2147483646 w 85"/>
                <a:gd name="T79" fmla="*/ 2147483646 h 286"/>
                <a:gd name="T80" fmla="*/ 2147483646 w 85"/>
                <a:gd name="T81" fmla="*/ 2147483646 h 286"/>
                <a:gd name="T82" fmla="*/ 2147483646 w 85"/>
                <a:gd name="T83" fmla="*/ 2147483646 h 286"/>
                <a:gd name="T84" fmla="*/ 2147483646 w 85"/>
                <a:gd name="T85" fmla="*/ 2147483646 h 286"/>
                <a:gd name="T86" fmla="*/ 2147483646 w 85"/>
                <a:gd name="T87" fmla="*/ 2147483646 h 286"/>
                <a:gd name="T88" fmla="*/ 2147483646 w 85"/>
                <a:gd name="T89" fmla="*/ 2147483646 h 286"/>
                <a:gd name="T90" fmla="*/ 2147483646 w 85"/>
                <a:gd name="T91" fmla="*/ 2147483646 h 286"/>
                <a:gd name="T92" fmla="*/ 2147483646 w 85"/>
                <a:gd name="T93" fmla="*/ 2147483646 h 286"/>
                <a:gd name="T94" fmla="*/ 2147483646 w 85"/>
                <a:gd name="T95" fmla="*/ 2147483646 h 286"/>
                <a:gd name="T96" fmla="*/ 2147483646 w 85"/>
                <a:gd name="T97" fmla="*/ 2147483646 h 286"/>
                <a:gd name="T98" fmla="*/ 2147483646 w 85"/>
                <a:gd name="T99" fmla="*/ 2147483646 h 286"/>
                <a:gd name="T100" fmla="*/ 2147483646 w 85"/>
                <a:gd name="T101" fmla="*/ 2147483646 h 286"/>
                <a:gd name="T102" fmla="*/ 2147483646 w 85"/>
                <a:gd name="T103" fmla="*/ 2147483646 h 286"/>
                <a:gd name="T104" fmla="*/ 2147483646 w 85"/>
                <a:gd name="T105" fmla="*/ 2147483646 h 286"/>
                <a:gd name="T106" fmla="*/ 2147483646 w 85"/>
                <a:gd name="T107" fmla="*/ 2147483646 h 286"/>
                <a:gd name="T108" fmla="*/ 2147483646 w 85"/>
                <a:gd name="T109" fmla="*/ 2147483646 h 286"/>
                <a:gd name="T110" fmla="*/ 2147483646 w 85"/>
                <a:gd name="T111" fmla="*/ 2147483646 h 286"/>
                <a:gd name="T112" fmla="*/ 2147483646 w 85"/>
                <a:gd name="T113" fmla="*/ 2147483646 h 2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" h="286">
                  <a:moveTo>
                    <a:pt x="0" y="0"/>
                  </a:moveTo>
                  <a:lnTo>
                    <a:pt x="1" y="2"/>
                  </a:lnTo>
                  <a:lnTo>
                    <a:pt x="3" y="6"/>
                  </a:lnTo>
                  <a:lnTo>
                    <a:pt x="4" y="8"/>
                  </a:lnTo>
                  <a:lnTo>
                    <a:pt x="6" y="10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10" y="18"/>
                  </a:lnTo>
                  <a:lnTo>
                    <a:pt x="10" y="20"/>
                  </a:lnTo>
                  <a:lnTo>
                    <a:pt x="12" y="21"/>
                  </a:lnTo>
                  <a:lnTo>
                    <a:pt x="13" y="24"/>
                  </a:lnTo>
                  <a:lnTo>
                    <a:pt x="14" y="25"/>
                  </a:lnTo>
                  <a:lnTo>
                    <a:pt x="15" y="26"/>
                  </a:lnTo>
                  <a:lnTo>
                    <a:pt x="15" y="28"/>
                  </a:lnTo>
                  <a:lnTo>
                    <a:pt x="16" y="30"/>
                  </a:lnTo>
                  <a:lnTo>
                    <a:pt x="16" y="31"/>
                  </a:lnTo>
                  <a:lnTo>
                    <a:pt x="18" y="32"/>
                  </a:lnTo>
                  <a:lnTo>
                    <a:pt x="19" y="33"/>
                  </a:lnTo>
                  <a:lnTo>
                    <a:pt x="19" y="34"/>
                  </a:lnTo>
                  <a:lnTo>
                    <a:pt x="19" y="36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21" y="39"/>
                  </a:lnTo>
                  <a:lnTo>
                    <a:pt x="21" y="40"/>
                  </a:lnTo>
                  <a:lnTo>
                    <a:pt x="22" y="42"/>
                  </a:lnTo>
                  <a:lnTo>
                    <a:pt x="24" y="43"/>
                  </a:lnTo>
                  <a:lnTo>
                    <a:pt x="24" y="45"/>
                  </a:lnTo>
                  <a:lnTo>
                    <a:pt x="24" y="46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6" y="50"/>
                  </a:lnTo>
                  <a:lnTo>
                    <a:pt x="26" y="52"/>
                  </a:lnTo>
                  <a:lnTo>
                    <a:pt x="27" y="54"/>
                  </a:lnTo>
                  <a:lnTo>
                    <a:pt x="28" y="55"/>
                  </a:lnTo>
                  <a:lnTo>
                    <a:pt x="28" y="56"/>
                  </a:lnTo>
                  <a:lnTo>
                    <a:pt x="30" y="58"/>
                  </a:lnTo>
                  <a:lnTo>
                    <a:pt x="30" y="60"/>
                  </a:lnTo>
                  <a:lnTo>
                    <a:pt x="30" y="61"/>
                  </a:lnTo>
                  <a:lnTo>
                    <a:pt x="31" y="62"/>
                  </a:lnTo>
                  <a:lnTo>
                    <a:pt x="31" y="63"/>
                  </a:lnTo>
                  <a:lnTo>
                    <a:pt x="32" y="63"/>
                  </a:lnTo>
                  <a:lnTo>
                    <a:pt x="32" y="64"/>
                  </a:lnTo>
                  <a:lnTo>
                    <a:pt x="32" y="66"/>
                  </a:lnTo>
                  <a:lnTo>
                    <a:pt x="33" y="67"/>
                  </a:lnTo>
                  <a:lnTo>
                    <a:pt x="33" y="68"/>
                  </a:lnTo>
                  <a:lnTo>
                    <a:pt x="33" y="69"/>
                  </a:lnTo>
                  <a:lnTo>
                    <a:pt x="34" y="70"/>
                  </a:lnTo>
                  <a:lnTo>
                    <a:pt x="34" y="72"/>
                  </a:lnTo>
                  <a:lnTo>
                    <a:pt x="34" y="73"/>
                  </a:lnTo>
                  <a:lnTo>
                    <a:pt x="36" y="73"/>
                  </a:lnTo>
                  <a:lnTo>
                    <a:pt x="36" y="74"/>
                  </a:lnTo>
                  <a:lnTo>
                    <a:pt x="36" y="75"/>
                  </a:lnTo>
                  <a:lnTo>
                    <a:pt x="37" y="76"/>
                  </a:lnTo>
                  <a:lnTo>
                    <a:pt x="37" y="78"/>
                  </a:lnTo>
                  <a:lnTo>
                    <a:pt x="37" y="79"/>
                  </a:lnTo>
                  <a:lnTo>
                    <a:pt x="38" y="80"/>
                  </a:lnTo>
                  <a:lnTo>
                    <a:pt x="38" y="81"/>
                  </a:lnTo>
                  <a:lnTo>
                    <a:pt x="39" y="82"/>
                  </a:lnTo>
                  <a:lnTo>
                    <a:pt x="39" y="85"/>
                  </a:lnTo>
                  <a:lnTo>
                    <a:pt x="40" y="86"/>
                  </a:lnTo>
                  <a:lnTo>
                    <a:pt x="40" y="87"/>
                  </a:lnTo>
                  <a:lnTo>
                    <a:pt x="42" y="90"/>
                  </a:lnTo>
                  <a:lnTo>
                    <a:pt x="42" y="92"/>
                  </a:lnTo>
                  <a:lnTo>
                    <a:pt x="43" y="93"/>
                  </a:lnTo>
                  <a:lnTo>
                    <a:pt x="44" y="96"/>
                  </a:lnTo>
                  <a:lnTo>
                    <a:pt x="44" y="97"/>
                  </a:lnTo>
                  <a:lnTo>
                    <a:pt x="45" y="99"/>
                  </a:lnTo>
                  <a:lnTo>
                    <a:pt x="45" y="100"/>
                  </a:lnTo>
                  <a:lnTo>
                    <a:pt x="46" y="102"/>
                  </a:lnTo>
                  <a:lnTo>
                    <a:pt x="46" y="103"/>
                  </a:lnTo>
                  <a:lnTo>
                    <a:pt x="48" y="104"/>
                  </a:lnTo>
                  <a:lnTo>
                    <a:pt x="48" y="105"/>
                  </a:lnTo>
                  <a:lnTo>
                    <a:pt x="48" y="106"/>
                  </a:lnTo>
                  <a:lnTo>
                    <a:pt x="49" y="108"/>
                  </a:lnTo>
                  <a:lnTo>
                    <a:pt x="49" y="109"/>
                  </a:lnTo>
                  <a:lnTo>
                    <a:pt x="49" y="110"/>
                  </a:lnTo>
                  <a:lnTo>
                    <a:pt x="50" y="111"/>
                  </a:lnTo>
                  <a:lnTo>
                    <a:pt x="50" y="112"/>
                  </a:lnTo>
                  <a:lnTo>
                    <a:pt x="50" y="114"/>
                  </a:lnTo>
                  <a:lnTo>
                    <a:pt x="51" y="115"/>
                  </a:lnTo>
                  <a:lnTo>
                    <a:pt x="51" y="116"/>
                  </a:lnTo>
                  <a:lnTo>
                    <a:pt x="51" y="117"/>
                  </a:lnTo>
                  <a:lnTo>
                    <a:pt x="52" y="118"/>
                  </a:lnTo>
                  <a:lnTo>
                    <a:pt x="52" y="120"/>
                  </a:lnTo>
                  <a:lnTo>
                    <a:pt x="52" y="121"/>
                  </a:lnTo>
                  <a:lnTo>
                    <a:pt x="54" y="122"/>
                  </a:lnTo>
                  <a:lnTo>
                    <a:pt x="54" y="123"/>
                  </a:lnTo>
                  <a:lnTo>
                    <a:pt x="54" y="124"/>
                  </a:lnTo>
                  <a:lnTo>
                    <a:pt x="55" y="127"/>
                  </a:lnTo>
                  <a:lnTo>
                    <a:pt x="55" y="128"/>
                  </a:lnTo>
                  <a:lnTo>
                    <a:pt x="56" y="129"/>
                  </a:lnTo>
                  <a:lnTo>
                    <a:pt x="56" y="132"/>
                  </a:lnTo>
                  <a:lnTo>
                    <a:pt x="57" y="133"/>
                  </a:lnTo>
                  <a:lnTo>
                    <a:pt x="57" y="135"/>
                  </a:lnTo>
                  <a:lnTo>
                    <a:pt x="58" y="138"/>
                  </a:lnTo>
                  <a:lnTo>
                    <a:pt x="58" y="139"/>
                  </a:lnTo>
                  <a:lnTo>
                    <a:pt x="60" y="141"/>
                  </a:lnTo>
                  <a:lnTo>
                    <a:pt x="60" y="142"/>
                  </a:lnTo>
                  <a:lnTo>
                    <a:pt x="60" y="144"/>
                  </a:lnTo>
                  <a:lnTo>
                    <a:pt x="61" y="145"/>
                  </a:lnTo>
                  <a:lnTo>
                    <a:pt x="61" y="147"/>
                  </a:lnTo>
                  <a:lnTo>
                    <a:pt x="61" y="148"/>
                  </a:lnTo>
                  <a:lnTo>
                    <a:pt x="62" y="150"/>
                  </a:lnTo>
                  <a:lnTo>
                    <a:pt x="62" y="151"/>
                  </a:lnTo>
                  <a:lnTo>
                    <a:pt x="62" y="152"/>
                  </a:lnTo>
                  <a:lnTo>
                    <a:pt x="63" y="153"/>
                  </a:lnTo>
                  <a:lnTo>
                    <a:pt x="63" y="154"/>
                  </a:lnTo>
                  <a:lnTo>
                    <a:pt x="63" y="156"/>
                  </a:lnTo>
                  <a:lnTo>
                    <a:pt x="64" y="157"/>
                  </a:lnTo>
                  <a:lnTo>
                    <a:pt x="64" y="158"/>
                  </a:lnTo>
                  <a:lnTo>
                    <a:pt x="64" y="159"/>
                  </a:lnTo>
                  <a:lnTo>
                    <a:pt x="64" y="160"/>
                  </a:lnTo>
                  <a:lnTo>
                    <a:pt x="66" y="162"/>
                  </a:lnTo>
                  <a:lnTo>
                    <a:pt x="66" y="163"/>
                  </a:lnTo>
                  <a:lnTo>
                    <a:pt x="67" y="164"/>
                  </a:lnTo>
                  <a:lnTo>
                    <a:pt x="67" y="165"/>
                  </a:lnTo>
                  <a:lnTo>
                    <a:pt x="67" y="168"/>
                  </a:lnTo>
                  <a:lnTo>
                    <a:pt x="68" y="169"/>
                  </a:lnTo>
                  <a:lnTo>
                    <a:pt x="68" y="170"/>
                  </a:lnTo>
                  <a:lnTo>
                    <a:pt x="68" y="171"/>
                  </a:lnTo>
                  <a:lnTo>
                    <a:pt x="69" y="174"/>
                  </a:lnTo>
                  <a:lnTo>
                    <a:pt x="69" y="175"/>
                  </a:lnTo>
                  <a:lnTo>
                    <a:pt x="70" y="177"/>
                  </a:lnTo>
                  <a:lnTo>
                    <a:pt x="70" y="178"/>
                  </a:lnTo>
                  <a:lnTo>
                    <a:pt x="72" y="181"/>
                  </a:lnTo>
                  <a:lnTo>
                    <a:pt x="72" y="182"/>
                  </a:lnTo>
                  <a:lnTo>
                    <a:pt x="73" y="184"/>
                  </a:lnTo>
                  <a:lnTo>
                    <a:pt x="73" y="186"/>
                  </a:lnTo>
                  <a:lnTo>
                    <a:pt x="74" y="187"/>
                  </a:lnTo>
                  <a:lnTo>
                    <a:pt x="74" y="189"/>
                  </a:lnTo>
                  <a:lnTo>
                    <a:pt x="74" y="190"/>
                  </a:lnTo>
                  <a:lnTo>
                    <a:pt x="75" y="192"/>
                  </a:lnTo>
                  <a:lnTo>
                    <a:pt x="75" y="193"/>
                  </a:lnTo>
                  <a:lnTo>
                    <a:pt x="75" y="194"/>
                  </a:lnTo>
                  <a:lnTo>
                    <a:pt x="75" y="195"/>
                  </a:lnTo>
                  <a:lnTo>
                    <a:pt x="76" y="196"/>
                  </a:lnTo>
                  <a:lnTo>
                    <a:pt x="76" y="198"/>
                  </a:lnTo>
                  <a:lnTo>
                    <a:pt x="76" y="199"/>
                  </a:lnTo>
                  <a:lnTo>
                    <a:pt x="76" y="200"/>
                  </a:lnTo>
                  <a:lnTo>
                    <a:pt x="78" y="201"/>
                  </a:lnTo>
                  <a:lnTo>
                    <a:pt x="78" y="202"/>
                  </a:lnTo>
                  <a:lnTo>
                    <a:pt x="78" y="204"/>
                  </a:lnTo>
                  <a:lnTo>
                    <a:pt x="78" y="205"/>
                  </a:lnTo>
                  <a:lnTo>
                    <a:pt x="78" y="206"/>
                  </a:lnTo>
                  <a:lnTo>
                    <a:pt x="78" y="207"/>
                  </a:lnTo>
                  <a:lnTo>
                    <a:pt x="78" y="208"/>
                  </a:lnTo>
                  <a:lnTo>
                    <a:pt x="78" y="210"/>
                  </a:lnTo>
                  <a:lnTo>
                    <a:pt x="79" y="211"/>
                  </a:lnTo>
                  <a:lnTo>
                    <a:pt x="79" y="212"/>
                  </a:lnTo>
                  <a:lnTo>
                    <a:pt x="79" y="213"/>
                  </a:lnTo>
                  <a:lnTo>
                    <a:pt x="79" y="214"/>
                  </a:lnTo>
                  <a:lnTo>
                    <a:pt x="79" y="216"/>
                  </a:lnTo>
                  <a:lnTo>
                    <a:pt x="79" y="218"/>
                  </a:lnTo>
                  <a:lnTo>
                    <a:pt x="79" y="219"/>
                  </a:lnTo>
                  <a:lnTo>
                    <a:pt x="79" y="220"/>
                  </a:lnTo>
                  <a:lnTo>
                    <a:pt x="79" y="223"/>
                  </a:lnTo>
                  <a:lnTo>
                    <a:pt x="80" y="224"/>
                  </a:lnTo>
                  <a:lnTo>
                    <a:pt x="80" y="225"/>
                  </a:lnTo>
                  <a:lnTo>
                    <a:pt x="80" y="226"/>
                  </a:lnTo>
                  <a:lnTo>
                    <a:pt x="80" y="228"/>
                  </a:lnTo>
                  <a:lnTo>
                    <a:pt x="80" y="229"/>
                  </a:lnTo>
                  <a:lnTo>
                    <a:pt x="80" y="230"/>
                  </a:lnTo>
                  <a:lnTo>
                    <a:pt x="80" y="231"/>
                  </a:lnTo>
                  <a:lnTo>
                    <a:pt x="80" y="232"/>
                  </a:lnTo>
                  <a:lnTo>
                    <a:pt x="80" y="234"/>
                  </a:lnTo>
                  <a:lnTo>
                    <a:pt x="80" y="235"/>
                  </a:lnTo>
                  <a:lnTo>
                    <a:pt x="80" y="236"/>
                  </a:lnTo>
                  <a:lnTo>
                    <a:pt x="81" y="237"/>
                  </a:lnTo>
                  <a:lnTo>
                    <a:pt x="81" y="238"/>
                  </a:lnTo>
                  <a:lnTo>
                    <a:pt x="81" y="240"/>
                  </a:lnTo>
                  <a:lnTo>
                    <a:pt x="81" y="241"/>
                  </a:lnTo>
                  <a:lnTo>
                    <a:pt x="81" y="242"/>
                  </a:lnTo>
                  <a:lnTo>
                    <a:pt x="81" y="243"/>
                  </a:lnTo>
                  <a:lnTo>
                    <a:pt x="81" y="244"/>
                  </a:lnTo>
                  <a:lnTo>
                    <a:pt x="82" y="244"/>
                  </a:lnTo>
                  <a:lnTo>
                    <a:pt x="82" y="246"/>
                  </a:lnTo>
                  <a:lnTo>
                    <a:pt x="82" y="247"/>
                  </a:lnTo>
                  <a:lnTo>
                    <a:pt x="82" y="248"/>
                  </a:lnTo>
                  <a:lnTo>
                    <a:pt x="82" y="249"/>
                  </a:lnTo>
                  <a:lnTo>
                    <a:pt x="82" y="250"/>
                  </a:lnTo>
                  <a:lnTo>
                    <a:pt x="84" y="252"/>
                  </a:lnTo>
                  <a:lnTo>
                    <a:pt x="84" y="253"/>
                  </a:lnTo>
                  <a:lnTo>
                    <a:pt x="84" y="254"/>
                  </a:lnTo>
                  <a:lnTo>
                    <a:pt x="84" y="255"/>
                  </a:lnTo>
                  <a:lnTo>
                    <a:pt x="84" y="256"/>
                  </a:lnTo>
                  <a:lnTo>
                    <a:pt x="85" y="256"/>
                  </a:lnTo>
                  <a:lnTo>
                    <a:pt x="85" y="258"/>
                  </a:lnTo>
                  <a:lnTo>
                    <a:pt x="85" y="259"/>
                  </a:lnTo>
                  <a:lnTo>
                    <a:pt x="85" y="260"/>
                  </a:lnTo>
                  <a:lnTo>
                    <a:pt x="85" y="261"/>
                  </a:lnTo>
                  <a:lnTo>
                    <a:pt x="85" y="262"/>
                  </a:lnTo>
                  <a:lnTo>
                    <a:pt x="85" y="264"/>
                  </a:lnTo>
                  <a:lnTo>
                    <a:pt x="85" y="265"/>
                  </a:lnTo>
                  <a:lnTo>
                    <a:pt x="85" y="266"/>
                  </a:lnTo>
                  <a:lnTo>
                    <a:pt x="85" y="267"/>
                  </a:lnTo>
                  <a:lnTo>
                    <a:pt x="85" y="268"/>
                  </a:lnTo>
                  <a:lnTo>
                    <a:pt x="85" y="270"/>
                  </a:lnTo>
                  <a:lnTo>
                    <a:pt x="85" y="271"/>
                  </a:lnTo>
                  <a:lnTo>
                    <a:pt x="85" y="272"/>
                  </a:lnTo>
                  <a:lnTo>
                    <a:pt x="85" y="274"/>
                  </a:lnTo>
                  <a:lnTo>
                    <a:pt x="84" y="276"/>
                  </a:lnTo>
                  <a:lnTo>
                    <a:pt x="84" y="278"/>
                  </a:lnTo>
                  <a:lnTo>
                    <a:pt x="84" y="279"/>
                  </a:lnTo>
                  <a:lnTo>
                    <a:pt x="84" y="282"/>
                  </a:lnTo>
                  <a:lnTo>
                    <a:pt x="84" y="284"/>
                  </a:lnTo>
                  <a:lnTo>
                    <a:pt x="84" y="28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48" name="Freeform 212">
              <a:extLst>
                <a:ext uri="{FF2B5EF4-FFF2-40B4-BE49-F238E27FC236}">
                  <a16:creationId xmlns:a16="http://schemas.microsoft.com/office/drawing/2014/main" id="{88E50F96-515C-4378-91D6-03A539560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088" y="4010025"/>
              <a:ext cx="66675" cy="227013"/>
            </a:xfrm>
            <a:custGeom>
              <a:avLst/>
              <a:gdLst>
                <a:gd name="T0" fmla="*/ 2147483646 w 85"/>
                <a:gd name="T1" fmla="*/ 2147483646 h 287"/>
                <a:gd name="T2" fmla="*/ 2147483646 w 85"/>
                <a:gd name="T3" fmla="*/ 2147483646 h 287"/>
                <a:gd name="T4" fmla="*/ 2147483646 w 85"/>
                <a:gd name="T5" fmla="*/ 2147483646 h 287"/>
                <a:gd name="T6" fmla="*/ 2147483646 w 85"/>
                <a:gd name="T7" fmla="*/ 2147483646 h 287"/>
                <a:gd name="T8" fmla="*/ 2147483646 w 85"/>
                <a:gd name="T9" fmla="*/ 2147483646 h 287"/>
                <a:gd name="T10" fmla="*/ 2147483646 w 85"/>
                <a:gd name="T11" fmla="*/ 2147483646 h 287"/>
                <a:gd name="T12" fmla="*/ 2147483646 w 85"/>
                <a:gd name="T13" fmla="*/ 2147483646 h 287"/>
                <a:gd name="T14" fmla="*/ 2147483646 w 85"/>
                <a:gd name="T15" fmla="*/ 2147483646 h 287"/>
                <a:gd name="T16" fmla="*/ 2147483646 w 85"/>
                <a:gd name="T17" fmla="*/ 2147483646 h 287"/>
                <a:gd name="T18" fmla="*/ 2147483646 w 85"/>
                <a:gd name="T19" fmla="*/ 2147483646 h 287"/>
                <a:gd name="T20" fmla="*/ 2147483646 w 85"/>
                <a:gd name="T21" fmla="*/ 2147483646 h 287"/>
                <a:gd name="T22" fmla="*/ 2147483646 w 85"/>
                <a:gd name="T23" fmla="*/ 2147483646 h 287"/>
                <a:gd name="T24" fmla="*/ 2147483646 w 85"/>
                <a:gd name="T25" fmla="*/ 2147483646 h 287"/>
                <a:gd name="T26" fmla="*/ 2147483646 w 85"/>
                <a:gd name="T27" fmla="*/ 2147483646 h 287"/>
                <a:gd name="T28" fmla="*/ 2147483646 w 85"/>
                <a:gd name="T29" fmla="*/ 2147483646 h 287"/>
                <a:gd name="T30" fmla="*/ 2147483646 w 85"/>
                <a:gd name="T31" fmla="*/ 2147483646 h 287"/>
                <a:gd name="T32" fmla="*/ 2147483646 w 85"/>
                <a:gd name="T33" fmla="*/ 2147483646 h 287"/>
                <a:gd name="T34" fmla="*/ 2147483646 w 85"/>
                <a:gd name="T35" fmla="*/ 2147483646 h 287"/>
                <a:gd name="T36" fmla="*/ 2147483646 w 85"/>
                <a:gd name="T37" fmla="*/ 2147483646 h 287"/>
                <a:gd name="T38" fmla="*/ 2147483646 w 85"/>
                <a:gd name="T39" fmla="*/ 2147483646 h 287"/>
                <a:gd name="T40" fmla="*/ 2147483646 w 85"/>
                <a:gd name="T41" fmla="*/ 2147483646 h 287"/>
                <a:gd name="T42" fmla="*/ 2147483646 w 85"/>
                <a:gd name="T43" fmla="*/ 2147483646 h 287"/>
                <a:gd name="T44" fmla="*/ 2147483646 w 85"/>
                <a:gd name="T45" fmla="*/ 2147483646 h 287"/>
                <a:gd name="T46" fmla="*/ 2147483646 w 85"/>
                <a:gd name="T47" fmla="*/ 2147483646 h 287"/>
                <a:gd name="T48" fmla="*/ 2147483646 w 85"/>
                <a:gd name="T49" fmla="*/ 2147483646 h 287"/>
                <a:gd name="T50" fmla="*/ 2147483646 w 85"/>
                <a:gd name="T51" fmla="*/ 2147483646 h 287"/>
                <a:gd name="T52" fmla="*/ 2147483646 w 85"/>
                <a:gd name="T53" fmla="*/ 2147483646 h 287"/>
                <a:gd name="T54" fmla="*/ 2147483646 w 85"/>
                <a:gd name="T55" fmla="*/ 2147483646 h 287"/>
                <a:gd name="T56" fmla="*/ 2147483646 w 85"/>
                <a:gd name="T57" fmla="*/ 2147483646 h 287"/>
                <a:gd name="T58" fmla="*/ 2147483646 w 85"/>
                <a:gd name="T59" fmla="*/ 2147483646 h 287"/>
                <a:gd name="T60" fmla="*/ 2147483646 w 85"/>
                <a:gd name="T61" fmla="*/ 2147483646 h 287"/>
                <a:gd name="T62" fmla="*/ 2147483646 w 85"/>
                <a:gd name="T63" fmla="*/ 2147483646 h 287"/>
                <a:gd name="T64" fmla="*/ 2147483646 w 85"/>
                <a:gd name="T65" fmla="*/ 2147483646 h 287"/>
                <a:gd name="T66" fmla="*/ 2147483646 w 85"/>
                <a:gd name="T67" fmla="*/ 2147483646 h 287"/>
                <a:gd name="T68" fmla="*/ 2147483646 w 85"/>
                <a:gd name="T69" fmla="*/ 2147483646 h 287"/>
                <a:gd name="T70" fmla="*/ 2147483646 w 85"/>
                <a:gd name="T71" fmla="*/ 2147483646 h 287"/>
                <a:gd name="T72" fmla="*/ 2147483646 w 85"/>
                <a:gd name="T73" fmla="*/ 2147483646 h 287"/>
                <a:gd name="T74" fmla="*/ 2147483646 w 85"/>
                <a:gd name="T75" fmla="*/ 2147483646 h 287"/>
                <a:gd name="T76" fmla="*/ 2147483646 w 85"/>
                <a:gd name="T77" fmla="*/ 2147483646 h 287"/>
                <a:gd name="T78" fmla="*/ 2147483646 w 85"/>
                <a:gd name="T79" fmla="*/ 2147483646 h 287"/>
                <a:gd name="T80" fmla="*/ 2147483646 w 85"/>
                <a:gd name="T81" fmla="*/ 2147483646 h 287"/>
                <a:gd name="T82" fmla="*/ 2147483646 w 85"/>
                <a:gd name="T83" fmla="*/ 2147483646 h 287"/>
                <a:gd name="T84" fmla="*/ 2147483646 w 85"/>
                <a:gd name="T85" fmla="*/ 2147483646 h 287"/>
                <a:gd name="T86" fmla="*/ 2147483646 w 85"/>
                <a:gd name="T87" fmla="*/ 2147483646 h 287"/>
                <a:gd name="T88" fmla="*/ 2147483646 w 85"/>
                <a:gd name="T89" fmla="*/ 2147483646 h 287"/>
                <a:gd name="T90" fmla="*/ 2147483646 w 85"/>
                <a:gd name="T91" fmla="*/ 2147483646 h 287"/>
                <a:gd name="T92" fmla="*/ 2147483646 w 85"/>
                <a:gd name="T93" fmla="*/ 2147483646 h 287"/>
                <a:gd name="T94" fmla="*/ 2147483646 w 85"/>
                <a:gd name="T95" fmla="*/ 2147483646 h 287"/>
                <a:gd name="T96" fmla="*/ 2147483646 w 85"/>
                <a:gd name="T97" fmla="*/ 2147483646 h 287"/>
                <a:gd name="T98" fmla="*/ 2147483646 w 85"/>
                <a:gd name="T99" fmla="*/ 2147483646 h 287"/>
                <a:gd name="T100" fmla="*/ 2147483646 w 85"/>
                <a:gd name="T101" fmla="*/ 2147483646 h 287"/>
                <a:gd name="T102" fmla="*/ 2147483646 w 85"/>
                <a:gd name="T103" fmla="*/ 2147483646 h 287"/>
                <a:gd name="T104" fmla="*/ 2147483646 w 85"/>
                <a:gd name="T105" fmla="*/ 2147483646 h 287"/>
                <a:gd name="T106" fmla="*/ 2147483646 w 85"/>
                <a:gd name="T107" fmla="*/ 2147483646 h 287"/>
                <a:gd name="T108" fmla="*/ 2147483646 w 85"/>
                <a:gd name="T109" fmla="*/ 2147483646 h 287"/>
                <a:gd name="T110" fmla="*/ 2147483646 w 85"/>
                <a:gd name="T111" fmla="*/ 2147483646 h 287"/>
                <a:gd name="T112" fmla="*/ 2147483646 w 85"/>
                <a:gd name="T113" fmla="*/ 2147483646 h 2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" h="287">
                  <a:moveTo>
                    <a:pt x="0" y="287"/>
                  </a:moveTo>
                  <a:lnTo>
                    <a:pt x="1" y="283"/>
                  </a:lnTo>
                  <a:lnTo>
                    <a:pt x="3" y="281"/>
                  </a:lnTo>
                  <a:lnTo>
                    <a:pt x="4" y="278"/>
                  </a:lnTo>
                  <a:lnTo>
                    <a:pt x="6" y="275"/>
                  </a:lnTo>
                  <a:lnTo>
                    <a:pt x="7" y="272"/>
                  </a:lnTo>
                  <a:lnTo>
                    <a:pt x="9" y="271"/>
                  </a:lnTo>
                  <a:lnTo>
                    <a:pt x="10" y="269"/>
                  </a:lnTo>
                  <a:lnTo>
                    <a:pt x="10" y="266"/>
                  </a:lnTo>
                  <a:lnTo>
                    <a:pt x="12" y="265"/>
                  </a:lnTo>
                  <a:lnTo>
                    <a:pt x="13" y="263"/>
                  </a:lnTo>
                  <a:lnTo>
                    <a:pt x="14" y="262"/>
                  </a:lnTo>
                  <a:lnTo>
                    <a:pt x="15" y="259"/>
                  </a:lnTo>
                  <a:lnTo>
                    <a:pt x="15" y="258"/>
                  </a:lnTo>
                  <a:lnTo>
                    <a:pt x="16" y="257"/>
                  </a:lnTo>
                  <a:lnTo>
                    <a:pt x="16" y="256"/>
                  </a:lnTo>
                  <a:lnTo>
                    <a:pt x="18" y="254"/>
                  </a:lnTo>
                  <a:lnTo>
                    <a:pt x="19" y="253"/>
                  </a:lnTo>
                  <a:lnTo>
                    <a:pt x="19" y="252"/>
                  </a:lnTo>
                  <a:lnTo>
                    <a:pt x="19" y="251"/>
                  </a:lnTo>
                  <a:lnTo>
                    <a:pt x="20" y="250"/>
                  </a:lnTo>
                  <a:lnTo>
                    <a:pt x="20" y="248"/>
                  </a:lnTo>
                  <a:lnTo>
                    <a:pt x="21" y="247"/>
                  </a:lnTo>
                  <a:lnTo>
                    <a:pt x="21" y="246"/>
                  </a:lnTo>
                  <a:lnTo>
                    <a:pt x="22" y="245"/>
                  </a:lnTo>
                  <a:lnTo>
                    <a:pt x="22" y="244"/>
                  </a:lnTo>
                  <a:lnTo>
                    <a:pt x="24" y="242"/>
                  </a:lnTo>
                  <a:lnTo>
                    <a:pt x="24" y="241"/>
                  </a:lnTo>
                  <a:lnTo>
                    <a:pt x="24" y="240"/>
                  </a:lnTo>
                  <a:lnTo>
                    <a:pt x="25" y="239"/>
                  </a:lnTo>
                  <a:lnTo>
                    <a:pt x="25" y="238"/>
                  </a:lnTo>
                  <a:lnTo>
                    <a:pt x="26" y="236"/>
                  </a:lnTo>
                  <a:lnTo>
                    <a:pt x="26" y="234"/>
                  </a:lnTo>
                  <a:lnTo>
                    <a:pt x="27" y="233"/>
                  </a:lnTo>
                  <a:lnTo>
                    <a:pt x="28" y="232"/>
                  </a:lnTo>
                  <a:lnTo>
                    <a:pt x="28" y="229"/>
                  </a:lnTo>
                  <a:lnTo>
                    <a:pt x="30" y="228"/>
                  </a:lnTo>
                  <a:lnTo>
                    <a:pt x="30" y="227"/>
                  </a:lnTo>
                  <a:lnTo>
                    <a:pt x="30" y="226"/>
                  </a:lnTo>
                  <a:lnTo>
                    <a:pt x="31" y="224"/>
                  </a:lnTo>
                  <a:lnTo>
                    <a:pt x="31" y="223"/>
                  </a:lnTo>
                  <a:lnTo>
                    <a:pt x="32" y="222"/>
                  </a:lnTo>
                  <a:lnTo>
                    <a:pt x="32" y="221"/>
                  </a:lnTo>
                  <a:lnTo>
                    <a:pt x="33" y="220"/>
                  </a:lnTo>
                  <a:lnTo>
                    <a:pt x="33" y="218"/>
                  </a:lnTo>
                  <a:lnTo>
                    <a:pt x="33" y="217"/>
                  </a:lnTo>
                  <a:lnTo>
                    <a:pt x="34" y="216"/>
                  </a:lnTo>
                  <a:lnTo>
                    <a:pt x="34" y="215"/>
                  </a:lnTo>
                  <a:lnTo>
                    <a:pt x="34" y="214"/>
                  </a:lnTo>
                  <a:lnTo>
                    <a:pt x="36" y="212"/>
                  </a:lnTo>
                  <a:lnTo>
                    <a:pt x="36" y="211"/>
                  </a:lnTo>
                  <a:lnTo>
                    <a:pt x="37" y="210"/>
                  </a:lnTo>
                  <a:lnTo>
                    <a:pt x="37" y="209"/>
                  </a:lnTo>
                  <a:lnTo>
                    <a:pt x="37" y="208"/>
                  </a:lnTo>
                  <a:lnTo>
                    <a:pt x="38" y="206"/>
                  </a:lnTo>
                  <a:lnTo>
                    <a:pt x="38" y="205"/>
                  </a:lnTo>
                  <a:lnTo>
                    <a:pt x="39" y="203"/>
                  </a:lnTo>
                  <a:lnTo>
                    <a:pt x="39" y="202"/>
                  </a:lnTo>
                  <a:lnTo>
                    <a:pt x="40" y="200"/>
                  </a:lnTo>
                  <a:lnTo>
                    <a:pt x="40" y="198"/>
                  </a:lnTo>
                  <a:lnTo>
                    <a:pt x="42" y="197"/>
                  </a:lnTo>
                  <a:lnTo>
                    <a:pt x="42" y="194"/>
                  </a:lnTo>
                  <a:lnTo>
                    <a:pt x="43" y="193"/>
                  </a:lnTo>
                  <a:lnTo>
                    <a:pt x="44" y="191"/>
                  </a:lnTo>
                  <a:lnTo>
                    <a:pt x="44" y="190"/>
                  </a:lnTo>
                  <a:lnTo>
                    <a:pt x="45" y="187"/>
                  </a:lnTo>
                  <a:lnTo>
                    <a:pt x="45" y="186"/>
                  </a:lnTo>
                  <a:lnTo>
                    <a:pt x="46" y="185"/>
                  </a:lnTo>
                  <a:lnTo>
                    <a:pt x="46" y="184"/>
                  </a:lnTo>
                  <a:lnTo>
                    <a:pt x="48" y="181"/>
                  </a:lnTo>
                  <a:lnTo>
                    <a:pt x="48" y="180"/>
                  </a:lnTo>
                  <a:lnTo>
                    <a:pt x="48" y="179"/>
                  </a:lnTo>
                  <a:lnTo>
                    <a:pt x="49" y="178"/>
                  </a:lnTo>
                  <a:lnTo>
                    <a:pt x="49" y="176"/>
                  </a:lnTo>
                  <a:lnTo>
                    <a:pt x="50" y="175"/>
                  </a:lnTo>
                  <a:lnTo>
                    <a:pt x="50" y="174"/>
                  </a:lnTo>
                  <a:lnTo>
                    <a:pt x="50" y="173"/>
                  </a:lnTo>
                  <a:lnTo>
                    <a:pt x="51" y="172"/>
                  </a:lnTo>
                  <a:lnTo>
                    <a:pt x="51" y="170"/>
                  </a:lnTo>
                  <a:lnTo>
                    <a:pt x="51" y="169"/>
                  </a:lnTo>
                  <a:lnTo>
                    <a:pt x="52" y="168"/>
                  </a:lnTo>
                  <a:lnTo>
                    <a:pt x="52" y="167"/>
                  </a:lnTo>
                  <a:lnTo>
                    <a:pt x="52" y="166"/>
                  </a:lnTo>
                  <a:lnTo>
                    <a:pt x="54" y="164"/>
                  </a:lnTo>
                  <a:lnTo>
                    <a:pt x="54" y="163"/>
                  </a:lnTo>
                  <a:lnTo>
                    <a:pt x="54" y="161"/>
                  </a:lnTo>
                  <a:lnTo>
                    <a:pt x="55" y="160"/>
                  </a:lnTo>
                  <a:lnTo>
                    <a:pt x="55" y="158"/>
                  </a:lnTo>
                  <a:lnTo>
                    <a:pt x="56" y="157"/>
                  </a:lnTo>
                  <a:lnTo>
                    <a:pt x="56" y="155"/>
                  </a:lnTo>
                  <a:lnTo>
                    <a:pt x="57" y="154"/>
                  </a:lnTo>
                  <a:lnTo>
                    <a:pt x="57" y="151"/>
                  </a:lnTo>
                  <a:lnTo>
                    <a:pt x="58" y="149"/>
                  </a:lnTo>
                  <a:lnTo>
                    <a:pt x="58" y="148"/>
                  </a:lnTo>
                  <a:lnTo>
                    <a:pt x="60" y="145"/>
                  </a:lnTo>
                  <a:lnTo>
                    <a:pt x="60" y="144"/>
                  </a:lnTo>
                  <a:lnTo>
                    <a:pt x="60" y="143"/>
                  </a:lnTo>
                  <a:lnTo>
                    <a:pt x="61" y="140"/>
                  </a:lnTo>
                  <a:lnTo>
                    <a:pt x="61" y="139"/>
                  </a:lnTo>
                  <a:lnTo>
                    <a:pt x="61" y="138"/>
                  </a:lnTo>
                  <a:lnTo>
                    <a:pt x="62" y="137"/>
                  </a:lnTo>
                  <a:lnTo>
                    <a:pt x="62" y="136"/>
                  </a:lnTo>
                  <a:lnTo>
                    <a:pt x="62" y="134"/>
                  </a:lnTo>
                  <a:lnTo>
                    <a:pt x="63" y="133"/>
                  </a:lnTo>
                  <a:lnTo>
                    <a:pt x="63" y="132"/>
                  </a:lnTo>
                  <a:lnTo>
                    <a:pt x="63" y="131"/>
                  </a:lnTo>
                  <a:lnTo>
                    <a:pt x="64" y="130"/>
                  </a:lnTo>
                  <a:lnTo>
                    <a:pt x="64" y="128"/>
                  </a:lnTo>
                  <a:lnTo>
                    <a:pt x="64" y="127"/>
                  </a:lnTo>
                  <a:lnTo>
                    <a:pt x="64" y="126"/>
                  </a:lnTo>
                  <a:lnTo>
                    <a:pt x="66" y="125"/>
                  </a:lnTo>
                  <a:lnTo>
                    <a:pt x="66" y="124"/>
                  </a:lnTo>
                  <a:lnTo>
                    <a:pt x="66" y="122"/>
                  </a:lnTo>
                  <a:lnTo>
                    <a:pt x="67" y="121"/>
                  </a:lnTo>
                  <a:lnTo>
                    <a:pt x="67" y="120"/>
                  </a:lnTo>
                  <a:lnTo>
                    <a:pt x="67" y="119"/>
                  </a:lnTo>
                  <a:lnTo>
                    <a:pt x="68" y="118"/>
                  </a:lnTo>
                  <a:lnTo>
                    <a:pt x="68" y="116"/>
                  </a:lnTo>
                  <a:lnTo>
                    <a:pt x="68" y="115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2" y="106"/>
                  </a:lnTo>
                  <a:lnTo>
                    <a:pt x="72" y="103"/>
                  </a:lnTo>
                  <a:lnTo>
                    <a:pt x="73" y="102"/>
                  </a:lnTo>
                  <a:lnTo>
                    <a:pt x="73" y="101"/>
                  </a:lnTo>
                  <a:lnTo>
                    <a:pt x="74" y="98"/>
                  </a:lnTo>
                  <a:lnTo>
                    <a:pt x="74" y="97"/>
                  </a:lnTo>
                  <a:lnTo>
                    <a:pt x="74" y="96"/>
                  </a:lnTo>
                  <a:lnTo>
                    <a:pt x="75" y="95"/>
                  </a:lnTo>
                  <a:lnTo>
                    <a:pt x="75" y="94"/>
                  </a:lnTo>
                  <a:lnTo>
                    <a:pt x="75" y="92"/>
                  </a:lnTo>
                  <a:lnTo>
                    <a:pt x="75" y="91"/>
                  </a:lnTo>
                  <a:lnTo>
                    <a:pt x="76" y="90"/>
                  </a:lnTo>
                  <a:lnTo>
                    <a:pt x="76" y="89"/>
                  </a:lnTo>
                  <a:lnTo>
                    <a:pt x="76" y="88"/>
                  </a:lnTo>
                  <a:lnTo>
                    <a:pt x="76" y="86"/>
                  </a:lnTo>
                  <a:lnTo>
                    <a:pt x="78" y="85"/>
                  </a:lnTo>
                  <a:lnTo>
                    <a:pt x="78" y="84"/>
                  </a:lnTo>
                  <a:lnTo>
                    <a:pt x="78" y="83"/>
                  </a:lnTo>
                  <a:lnTo>
                    <a:pt x="78" y="82"/>
                  </a:lnTo>
                  <a:lnTo>
                    <a:pt x="78" y="80"/>
                  </a:lnTo>
                  <a:lnTo>
                    <a:pt x="78" y="79"/>
                  </a:lnTo>
                  <a:lnTo>
                    <a:pt x="78" y="78"/>
                  </a:lnTo>
                  <a:lnTo>
                    <a:pt x="78" y="77"/>
                  </a:lnTo>
                  <a:lnTo>
                    <a:pt x="79" y="76"/>
                  </a:lnTo>
                  <a:lnTo>
                    <a:pt x="79" y="74"/>
                  </a:lnTo>
                  <a:lnTo>
                    <a:pt x="79" y="73"/>
                  </a:lnTo>
                  <a:lnTo>
                    <a:pt x="79" y="72"/>
                  </a:lnTo>
                  <a:lnTo>
                    <a:pt x="79" y="71"/>
                  </a:lnTo>
                  <a:lnTo>
                    <a:pt x="79" y="68"/>
                  </a:lnTo>
                  <a:lnTo>
                    <a:pt x="79" y="67"/>
                  </a:lnTo>
                  <a:lnTo>
                    <a:pt x="79" y="66"/>
                  </a:lnTo>
                  <a:lnTo>
                    <a:pt x="79" y="64"/>
                  </a:lnTo>
                  <a:lnTo>
                    <a:pt x="80" y="62"/>
                  </a:lnTo>
                  <a:lnTo>
                    <a:pt x="80" y="61"/>
                  </a:lnTo>
                  <a:lnTo>
                    <a:pt x="80" y="60"/>
                  </a:lnTo>
                  <a:lnTo>
                    <a:pt x="80" y="59"/>
                  </a:lnTo>
                  <a:lnTo>
                    <a:pt x="80" y="58"/>
                  </a:lnTo>
                  <a:lnTo>
                    <a:pt x="80" y="56"/>
                  </a:lnTo>
                  <a:lnTo>
                    <a:pt x="80" y="55"/>
                  </a:lnTo>
                  <a:lnTo>
                    <a:pt x="80" y="54"/>
                  </a:lnTo>
                  <a:lnTo>
                    <a:pt x="80" y="53"/>
                  </a:lnTo>
                  <a:lnTo>
                    <a:pt x="80" y="52"/>
                  </a:lnTo>
                  <a:lnTo>
                    <a:pt x="80" y="50"/>
                  </a:lnTo>
                  <a:lnTo>
                    <a:pt x="81" y="49"/>
                  </a:lnTo>
                  <a:lnTo>
                    <a:pt x="81" y="48"/>
                  </a:lnTo>
                  <a:lnTo>
                    <a:pt x="81" y="47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3"/>
                  </a:lnTo>
                  <a:lnTo>
                    <a:pt x="81" y="42"/>
                  </a:lnTo>
                  <a:lnTo>
                    <a:pt x="82" y="42"/>
                  </a:lnTo>
                  <a:lnTo>
                    <a:pt x="82" y="41"/>
                  </a:lnTo>
                  <a:lnTo>
                    <a:pt x="82" y="40"/>
                  </a:lnTo>
                  <a:lnTo>
                    <a:pt x="82" y="38"/>
                  </a:lnTo>
                  <a:lnTo>
                    <a:pt x="82" y="37"/>
                  </a:lnTo>
                  <a:lnTo>
                    <a:pt x="82" y="36"/>
                  </a:lnTo>
                  <a:lnTo>
                    <a:pt x="84" y="35"/>
                  </a:lnTo>
                  <a:lnTo>
                    <a:pt x="84" y="34"/>
                  </a:lnTo>
                  <a:lnTo>
                    <a:pt x="84" y="32"/>
                  </a:lnTo>
                  <a:lnTo>
                    <a:pt x="84" y="31"/>
                  </a:lnTo>
                  <a:lnTo>
                    <a:pt x="84" y="30"/>
                  </a:lnTo>
                  <a:lnTo>
                    <a:pt x="85" y="30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5"/>
                  </a:lnTo>
                  <a:lnTo>
                    <a:pt x="85" y="24"/>
                  </a:lnTo>
                  <a:lnTo>
                    <a:pt x="85" y="23"/>
                  </a:lnTo>
                  <a:lnTo>
                    <a:pt x="85" y="22"/>
                  </a:lnTo>
                  <a:lnTo>
                    <a:pt x="85" y="20"/>
                  </a:lnTo>
                  <a:lnTo>
                    <a:pt x="85" y="19"/>
                  </a:lnTo>
                  <a:lnTo>
                    <a:pt x="85" y="18"/>
                  </a:lnTo>
                  <a:lnTo>
                    <a:pt x="85" y="17"/>
                  </a:lnTo>
                  <a:lnTo>
                    <a:pt x="85" y="16"/>
                  </a:lnTo>
                  <a:lnTo>
                    <a:pt x="85" y="14"/>
                  </a:lnTo>
                  <a:lnTo>
                    <a:pt x="85" y="12"/>
                  </a:lnTo>
                  <a:lnTo>
                    <a:pt x="84" y="11"/>
                  </a:lnTo>
                  <a:lnTo>
                    <a:pt x="84" y="8"/>
                  </a:lnTo>
                  <a:lnTo>
                    <a:pt x="84" y="7"/>
                  </a:lnTo>
                  <a:lnTo>
                    <a:pt x="84" y="5"/>
                  </a:lnTo>
                  <a:lnTo>
                    <a:pt x="84" y="2"/>
                  </a:lnTo>
                  <a:lnTo>
                    <a:pt x="84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49" name="Line 213">
              <a:extLst>
                <a:ext uri="{FF2B5EF4-FFF2-40B4-BE49-F238E27FC236}">
                  <a16:creationId xmlns:a16="http://schemas.microsoft.com/office/drawing/2014/main" id="{D3E7E0CB-1134-4B1A-9D48-05D294EE57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6963" y="5622925"/>
              <a:ext cx="30480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50" name="Line 214">
              <a:extLst>
                <a:ext uri="{FF2B5EF4-FFF2-40B4-BE49-F238E27FC236}">
                  <a16:creationId xmlns:a16="http://schemas.microsoft.com/office/drawing/2014/main" id="{94532C9E-4D7E-41B2-A3D5-6EE3265853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6963" y="5489575"/>
              <a:ext cx="26670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51" name="Line 215">
              <a:extLst>
                <a:ext uri="{FF2B5EF4-FFF2-40B4-BE49-F238E27FC236}">
                  <a16:creationId xmlns:a16="http://schemas.microsoft.com/office/drawing/2014/main" id="{D8AEA7A5-3F83-455E-A8FF-29FF6DA1EA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7913" y="5775325"/>
              <a:ext cx="28575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52" name="Freeform 216">
              <a:extLst>
                <a:ext uri="{FF2B5EF4-FFF2-40B4-BE49-F238E27FC236}">
                  <a16:creationId xmlns:a16="http://schemas.microsoft.com/office/drawing/2014/main" id="{27EE2A2C-49E7-4215-ACFC-84961F53D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850" y="5403850"/>
              <a:ext cx="569913" cy="225425"/>
            </a:xfrm>
            <a:custGeom>
              <a:avLst/>
              <a:gdLst>
                <a:gd name="T0" fmla="*/ 2147483646 w 717"/>
                <a:gd name="T1" fmla="*/ 0 h 284"/>
                <a:gd name="T2" fmla="*/ 2147483646 w 717"/>
                <a:gd name="T3" fmla="*/ 0 h 284"/>
                <a:gd name="T4" fmla="*/ 2147483646 w 717"/>
                <a:gd name="T5" fmla="*/ 0 h 284"/>
                <a:gd name="T6" fmla="*/ 2147483646 w 717"/>
                <a:gd name="T7" fmla="*/ 0 h 284"/>
                <a:gd name="T8" fmla="*/ 2147483646 w 717"/>
                <a:gd name="T9" fmla="*/ 2147483646 h 284"/>
                <a:gd name="T10" fmla="*/ 2147483646 w 717"/>
                <a:gd name="T11" fmla="*/ 2147483646 h 284"/>
                <a:gd name="T12" fmla="*/ 2147483646 w 717"/>
                <a:gd name="T13" fmla="*/ 2147483646 h 284"/>
                <a:gd name="T14" fmla="*/ 2147483646 w 717"/>
                <a:gd name="T15" fmla="*/ 2147483646 h 284"/>
                <a:gd name="T16" fmla="*/ 2147483646 w 717"/>
                <a:gd name="T17" fmla="*/ 2147483646 h 284"/>
                <a:gd name="T18" fmla="*/ 2147483646 w 717"/>
                <a:gd name="T19" fmla="*/ 2147483646 h 284"/>
                <a:gd name="T20" fmla="*/ 2147483646 w 717"/>
                <a:gd name="T21" fmla="*/ 2147483646 h 284"/>
                <a:gd name="T22" fmla="*/ 2147483646 w 717"/>
                <a:gd name="T23" fmla="*/ 2147483646 h 284"/>
                <a:gd name="T24" fmla="*/ 2147483646 w 717"/>
                <a:gd name="T25" fmla="*/ 2147483646 h 284"/>
                <a:gd name="T26" fmla="*/ 2147483646 w 717"/>
                <a:gd name="T27" fmla="*/ 2147483646 h 284"/>
                <a:gd name="T28" fmla="*/ 2147483646 w 717"/>
                <a:gd name="T29" fmla="*/ 2147483646 h 284"/>
                <a:gd name="T30" fmla="*/ 2147483646 w 717"/>
                <a:gd name="T31" fmla="*/ 2147483646 h 284"/>
                <a:gd name="T32" fmla="*/ 2147483646 w 717"/>
                <a:gd name="T33" fmla="*/ 2147483646 h 284"/>
                <a:gd name="T34" fmla="*/ 2147483646 w 717"/>
                <a:gd name="T35" fmla="*/ 2147483646 h 284"/>
                <a:gd name="T36" fmla="*/ 2147483646 w 717"/>
                <a:gd name="T37" fmla="*/ 2147483646 h 284"/>
                <a:gd name="T38" fmla="*/ 2147483646 w 717"/>
                <a:gd name="T39" fmla="*/ 2147483646 h 284"/>
                <a:gd name="T40" fmla="*/ 2147483646 w 717"/>
                <a:gd name="T41" fmla="*/ 2147483646 h 284"/>
                <a:gd name="T42" fmla="*/ 2147483646 w 717"/>
                <a:gd name="T43" fmla="*/ 2147483646 h 284"/>
                <a:gd name="T44" fmla="*/ 2147483646 w 717"/>
                <a:gd name="T45" fmla="*/ 2147483646 h 284"/>
                <a:gd name="T46" fmla="*/ 2147483646 w 717"/>
                <a:gd name="T47" fmla="*/ 2147483646 h 284"/>
                <a:gd name="T48" fmla="*/ 2147483646 w 717"/>
                <a:gd name="T49" fmla="*/ 2147483646 h 284"/>
                <a:gd name="T50" fmla="*/ 2147483646 w 717"/>
                <a:gd name="T51" fmla="*/ 2147483646 h 284"/>
                <a:gd name="T52" fmla="*/ 2147483646 w 717"/>
                <a:gd name="T53" fmla="*/ 2147483646 h 284"/>
                <a:gd name="T54" fmla="*/ 2147483646 w 717"/>
                <a:gd name="T55" fmla="*/ 2147483646 h 284"/>
                <a:gd name="T56" fmla="*/ 2147483646 w 717"/>
                <a:gd name="T57" fmla="*/ 2147483646 h 284"/>
                <a:gd name="T58" fmla="*/ 2147483646 w 717"/>
                <a:gd name="T59" fmla="*/ 2147483646 h 284"/>
                <a:gd name="T60" fmla="*/ 2147483646 w 717"/>
                <a:gd name="T61" fmla="*/ 2147483646 h 284"/>
                <a:gd name="T62" fmla="*/ 2147483646 w 717"/>
                <a:gd name="T63" fmla="*/ 2147483646 h 284"/>
                <a:gd name="T64" fmla="*/ 2147483646 w 717"/>
                <a:gd name="T65" fmla="*/ 2147483646 h 284"/>
                <a:gd name="T66" fmla="*/ 2147483646 w 717"/>
                <a:gd name="T67" fmla="*/ 2147483646 h 284"/>
                <a:gd name="T68" fmla="*/ 2147483646 w 717"/>
                <a:gd name="T69" fmla="*/ 2147483646 h 284"/>
                <a:gd name="T70" fmla="*/ 2147483646 w 717"/>
                <a:gd name="T71" fmla="*/ 2147483646 h 284"/>
                <a:gd name="T72" fmla="*/ 2147483646 w 717"/>
                <a:gd name="T73" fmla="*/ 2147483646 h 284"/>
                <a:gd name="T74" fmla="*/ 2147483646 w 717"/>
                <a:gd name="T75" fmla="*/ 2147483646 h 284"/>
                <a:gd name="T76" fmla="*/ 2147483646 w 717"/>
                <a:gd name="T77" fmla="*/ 2147483646 h 284"/>
                <a:gd name="T78" fmla="*/ 2147483646 w 717"/>
                <a:gd name="T79" fmla="*/ 2147483646 h 284"/>
                <a:gd name="T80" fmla="*/ 2147483646 w 717"/>
                <a:gd name="T81" fmla="*/ 2147483646 h 284"/>
                <a:gd name="T82" fmla="*/ 2147483646 w 717"/>
                <a:gd name="T83" fmla="*/ 2147483646 h 284"/>
                <a:gd name="T84" fmla="*/ 2147483646 w 717"/>
                <a:gd name="T85" fmla="*/ 2147483646 h 284"/>
                <a:gd name="T86" fmla="*/ 2147483646 w 717"/>
                <a:gd name="T87" fmla="*/ 2147483646 h 284"/>
                <a:gd name="T88" fmla="*/ 2147483646 w 717"/>
                <a:gd name="T89" fmla="*/ 2147483646 h 284"/>
                <a:gd name="T90" fmla="*/ 2147483646 w 717"/>
                <a:gd name="T91" fmla="*/ 2147483646 h 284"/>
                <a:gd name="T92" fmla="*/ 2147483646 w 717"/>
                <a:gd name="T93" fmla="*/ 2147483646 h 284"/>
                <a:gd name="T94" fmla="*/ 2147483646 w 717"/>
                <a:gd name="T95" fmla="*/ 2147483646 h 284"/>
                <a:gd name="T96" fmla="*/ 2147483646 w 717"/>
                <a:gd name="T97" fmla="*/ 2147483646 h 284"/>
                <a:gd name="T98" fmla="*/ 2147483646 w 717"/>
                <a:gd name="T99" fmla="*/ 2147483646 h 284"/>
                <a:gd name="T100" fmla="*/ 2147483646 w 717"/>
                <a:gd name="T101" fmla="*/ 2147483646 h 284"/>
                <a:gd name="T102" fmla="*/ 2147483646 w 717"/>
                <a:gd name="T103" fmla="*/ 2147483646 h 284"/>
                <a:gd name="T104" fmla="*/ 2147483646 w 717"/>
                <a:gd name="T105" fmla="*/ 2147483646 h 284"/>
                <a:gd name="T106" fmla="*/ 2147483646 w 717"/>
                <a:gd name="T107" fmla="*/ 2147483646 h 284"/>
                <a:gd name="T108" fmla="*/ 2147483646 w 717"/>
                <a:gd name="T109" fmla="*/ 2147483646 h 284"/>
                <a:gd name="T110" fmla="*/ 2147483646 w 717"/>
                <a:gd name="T111" fmla="*/ 2147483646 h 284"/>
                <a:gd name="T112" fmla="*/ 2147483646 w 717"/>
                <a:gd name="T113" fmla="*/ 2147483646 h 284"/>
                <a:gd name="T114" fmla="*/ 2147483646 w 717"/>
                <a:gd name="T115" fmla="*/ 2147483646 h 284"/>
                <a:gd name="T116" fmla="*/ 2147483646 w 717"/>
                <a:gd name="T117" fmla="*/ 2147483646 h 284"/>
                <a:gd name="T118" fmla="*/ 2147483646 w 717"/>
                <a:gd name="T119" fmla="*/ 2147483646 h 284"/>
                <a:gd name="T120" fmla="*/ 2147483646 w 717"/>
                <a:gd name="T121" fmla="*/ 2147483646 h 2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4">
                  <a:moveTo>
                    <a:pt x="0" y="0"/>
                  </a:moveTo>
                  <a:lnTo>
                    <a:pt x="27" y="0"/>
                  </a:lnTo>
                  <a:lnTo>
                    <a:pt x="54" y="0"/>
                  </a:lnTo>
                  <a:lnTo>
                    <a:pt x="78" y="0"/>
                  </a:lnTo>
                  <a:lnTo>
                    <a:pt x="99" y="0"/>
                  </a:lnTo>
                  <a:lnTo>
                    <a:pt x="121" y="0"/>
                  </a:lnTo>
                  <a:lnTo>
                    <a:pt x="140" y="0"/>
                  </a:lnTo>
                  <a:lnTo>
                    <a:pt x="158" y="0"/>
                  </a:lnTo>
                  <a:lnTo>
                    <a:pt x="175" y="0"/>
                  </a:lnTo>
                  <a:lnTo>
                    <a:pt x="191" y="0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0" y="0"/>
                  </a:lnTo>
                  <a:lnTo>
                    <a:pt x="249" y="0"/>
                  </a:lnTo>
                  <a:lnTo>
                    <a:pt x="259" y="0"/>
                  </a:lnTo>
                  <a:lnTo>
                    <a:pt x="266" y="0"/>
                  </a:lnTo>
                  <a:lnTo>
                    <a:pt x="273" y="0"/>
                  </a:lnTo>
                  <a:lnTo>
                    <a:pt x="281" y="0"/>
                  </a:lnTo>
                  <a:lnTo>
                    <a:pt x="285" y="0"/>
                  </a:lnTo>
                  <a:lnTo>
                    <a:pt x="291" y="0"/>
                  </a:lnTo>
                  <a:lnTo>
                    <a:pt x="295" y="0"/>
                  </a:lnTo>
                  <a:lnTo>
                    <a:pt x="300" y="0"/>
                  </a:lnTo>
                  <a:lnTo>
                    <a:pt x="303" y="0"/>
                  </a:lnTo>
                  <a:lnTo>
                    <a:pt x="306" y="0"/>
                  </a:lnTo>
                  <a:lnTo>
                    <a:pt x="308" y="0"/>
                  </a:lnTo>
                  <a:lnTo>
                    <a:pt x="311" y="0"/>
                  </a:lnTo>
                  <a:lnTo>
                    <a:pt x="313" y="0"/>
                  </a:lnTo>
                  <a:lnTo>
                    <a:pt x="315" y="0"/>
                  </a:lnTo>
                  <a:lnTo>
                    <a:pt x="318" y="1"/>
                  </a:lnTo>
                  <a:lnTo>
                    <a:pt x="319" y="1"/>
                  </a:lnTo>
                  <a:lnTo>
                    <a:pt x="321" y="1"/>
                  </a:lnTo>
                  <a:lnTo>
                    <a:pt x="323" y="1"/>
                  </a:lnTo>
                  <a:lnTo>
                    <a:pt x="325" y="1"/>
                  </a:lnTo>
                  <a:lnTo>
                    <a:pt x="327" y="1"/>
                  </a:lnTo>
                  <a:lnTo>
                    <a:pt x="329" y="1"/>
                  </a:lnTo>
                  <a:lnTo>
                    <a:pt x="331" y="1"/>
                  </a:lnTo>
                  <a:lnTo>
                    <a:pt x="332" y="1"/>
                  </a:lnTo>
                  <a:lnTo>
                    <a:pt x="333" y="1"/>
                  </a:lnTo>
                  <a:lnTo>
                    <a:pt x="335" y="1"/>
                  </a:lnTo>
                  <a:lnTo>
                    <a:pt x="336" y="2"/>
                  </a:lnTo>
                  <a:lnTo>
                    <a:pt x="337" y="2"/>
                  </a:lnTo>
                  <a:lnTo>
                    <a:pt x="338" y="2"/>
                  </a:lnTo>
                  <a:lnTo>
                    <a:pt x="339" y="2"/>
                  </a:lnTo>
                  <a:lnTo>
                    <a:pt x="341" y="2"/>
                  </a:lnTo>
                  <a:lnTo>
                    <a:pt x="342" y="2"/>
                  </a:lnTo>
                  <a:lnTo>
                    <a:pt x="343" y="2"/>
                  </a:lnTo>
                  <a:lnTo>
                    <a:pt x="344" y="2"/>
                  </a:lnTo>
                  <a:lnTo>
                    <a:pt x="345" y="2"/>
                  </a:lnTo>
                  <a:lnTo>
                    <a:pt x="347" y="2"/>
                  </a:lnTo>
                  <a:lnTo>
                    <a:pt x="348" y="2"/>
                  </a:lnTo>
                  <a:lnTo>
                    <a:pt x="349" y="4"/>
                  </a:lnTo>
                  <a:lnTo>
                    <a:pt x="350" y="4"/>
                  </a:lnTo>
                  <a:lnTo>
                    <a:pt x="351" y="4"/>
                  </a:lnTo>
                  <a:lnTo>
                    <a:pt x="353" y="4"/>
                  </a:lnTo>
                  <a:lnTo>
                    <a:pt x="354" y="4"/>
                  </a:lnTo>
                  <a:lnTo>
                    <a:pt x="355" y="4"/>
                  </a:lnTo>
                  <a:lnTo>
                    <a:pt x="356" y="4"/>
                  </a:lnTo>
                  <a:lnTo>
                    <a:pt x="357" y="5"/>
                  </a:lnTo>
                  <a:lnTo>
                    <a:pt x="359" y="5"/>
                  </a:lnTo>
                  <a:lnTo>
                    <a:pt x="361" y="5"/>
                  </a:lnTo>
                  <a:lnTo>
                    <a:pt x="362" y="5"/>
                  </a:lnTo>
                  <a:lnTo>
                    <a:pt x="365" y="5"/>
                  </a:lnTo>
                  <a:lnTo>
                    <a:pt x="366" y="6"/>
                  </a:lnTo>
                  <a:lnTo>
                    <a:pt x="368" y="6"/>
                  </a:lnTo>
                  <a:lnTo>
                    <a:pt x="369" y="6"/>
                  </a:lnTo>
                  <a:lnTo>
                    <a:pt x="372" y="6"/>
                  </a:lnTo>
                  <a:lnTo>
                    <a:pt x="373" y="6"/>
                  </a:lnTo>
                  <a:lnTo>
                    <a:pt x="374" y="7"/>
                  </a:lnTo>
                  <a:lnTo>
                    <a:pt x="375" y="7"/>
                  </a:lnTo>
                  <a:lnTo>
                    <a:pt x="378" y="7"/>
                  </a:lnTo>
                  <a:lnTo>
                    <a:pt x="379" y="7"/>
                  </a:lnTo>
                  <a:lnTo>
                    <a:pt x="380" y="7"/>
                  </a:lnTo>
                  <a:lnTo>
                    <a:pt x="381" y="7"/>
                  </a:lnTo>
                  <a:lnTo>
                    <a:pt x="383" y="8"/>
                  </a:lnTo>
                  <a:lnTo>
                    <a:pt x="384" y="8"/>
                  </a:lnTo>
                  <a:lnTo>
                    <a:pt x="385" y="8"/>
                  </a:lnTo>
                  <a:lnTo>
                    <a:pt x="386" y="8"/>
                  </a:lnTo>
                  <a:lnTo>
                    <a:pt x="387" y="10"/>
                  </a:lnTo>
                  <a:lnTo>
                    <a:pt x="389" y="10"/>
                  </a:lnTo>
                  <a:lnTo>
                    <a:pt x="390" y="10"/>
                  </a:lnTo>
                  <a:lnTo>
                    <a:pt x="391" y="10"/>
                  </a:lnTo>
                  <a:lnTo>
                    <a:pt x="392" y="10"/>
                  </a:lnTo>
                  <a:lnTo>
                    <a:pt x="393" y="11"/>
                  </a:lnTo>
                  <a:lnTo>
                    <a:pt x="395" y="11"/>
                  </a:lnTo>
                  <a:lnTo>
                    <a:pt x="396" y="11"/>
                  </a:lnTo>
                  <a:lnTo>
                    <a:pt x="397" y="12"/>
                  </a:lnTo>
                  <a:lnTo>
                    <a:pt x="398" y="12"/>
                  </a:lnTo>
                  <a:lnTo>
                    <a:pt x="399" y="12"/>
                  </a:lnTo>
                  <a:lnTo>
                    <a:pt x="402" y="13"/>
                  </a:lnTo>
                  <a:lnTo>
                    <a:pt x="403" y="13"/>
                  </a:lnTo>
                  <a:lnTo>
                    <a:pt x="405" y="14"/>
                  </a:lnTo>
                  <a:lnTo>
                    <a:pt x="407" y="14"/>
                  </a:lnTo>
                  <a:lnTo>
                    <a:pt x="409" y="16"/>
                  </a:lnTo>
                  <a:lnTo>
                    <a:pt x="411" y="16"/>
                  </a:lnTo>
                  <a:lnTo>
                    <a:pt x="414" y="17"/>
                  </a:lnTo>
                  <a:lnTo>
                    <a:pt x="415" y="18"/>
                  </a:lnTo>
                  <a:lnTo>
                    <a:pt x="417" y="18"/>
                  </a:lnTo>
                  <a:lnTo>
                    <a:pt x="419" y="18"/>
                  </a:lnTo>
                  <a:lnTo>
                    <a:pt x="421" y="19"/>
                  </a:lnTo>
                  <a:lnTo>
                    <a:pt x="422" y="19"/>
                  </a:lnTo>
                  <a:lnTo>
                    <a:pt x="423" y="20"/>
                  </a:lnTo>
                  <a:lnTo>
                    <a:pt x="426" y="20"/>
                  </a:lnTo>
                  <a:lnTo>
                    <a:pt x="427" y="22"/>
                  </a:lnTo>
                  <a:lnTo>
                    <a:pt x="428" y="22"/>
                  </a:lnTo>
                  <a:lnTo>
                    <a:pt x="429" y="22"/>
                  </a:lnTo>
                  <a:lnTo>
                    <a:pt x="431" y="23"/>
                  </a:lnTo>
                  <a:lnTo>
                    <a:pt x="432" y="23"/>
                  </a:lnTo>
                  <a:lnTo>
                    <a:pt x="433" y="23"/>
                  </a:lnTo>
                  <a:lnTo>
                    <a:pt x="434" y="24"/>
                  </a:lnTo>
                  <a:lnTo>
                    <a:pt x="435" y="24"/>
                  </a:lnTo>
                  <a:lnTo>
                    <a:pt x="437" y="25"/>
                  </a:lnTo>
                  <a:lnTo>
                    <a:pt x="438" y="25"/>
                  </a:lnTo>
                  <a:lnTo>
                    <a:pt x="439" y="25"/>
                  </a:lnTo>
                  <a:lnTo>
                    <a:pt x="440" y="26"/>
                  </a:lnTo>
                  <a:lnTo>
                    <a:pt x="441" y="26"/>
                  </a:lnTo>
                  <a:lnTo>
                    <a:pt x="443" y="28"/>
                  </a:lnTo>
                  <a:lnTo>
                    <a:pt x="444" y="28"/>
                  </a:lnTo>
                  <a:lnTo>
                    <a:pt x="445" y="29"/>
                  </a:lnTo>
                  <a:lnTo>
                    <a:pt x="446" y="29"/>
                  </a:lnTo>
                  <a:lnTo>
                    <a:pt x="447" y="30"/>
                  </a:lnTo>
                  <a:lnTo>
                    <a:pt x="449" y="31"/>
                  </a:lnTo>
                  <a:lnTo>
                    <a:pt x="451" y="31"/>
                  </a:lnTo>
                  <a:lnTo>
                    <a:pt x="452" y="32"/>
                  </a:lnTo>
                  <a:lnTo>
                    <a:pt x="455" y="34"/>
                  </a:lnTo>
                  <a:lnTo>
                    <a:pt x="456" y="34"/>
                  </a:lnTo>
                  <a:lnTo>
                    <a:pt x="458" y="35"/>
                  </a:lnTo>
                  <a:lnTo>
                    <a:pt x="459" y="36"/>
                  </a:lnTo>
                  <a:lnTo>
                    <a:pt x="462" y="37"/>
                  </a:lnTo>
                  <a:lnTo>
                    <a:pt x="463" y="37"/>
                  </a:lnTo>
                  <a:lnTo>
                    <a:pt x="464" y="38"/>
                  </a:lnTo>
                  <a:lnTo>
                    <a:pt x="465" y="38"/>
                  </a:lnTo>
                  <a:lnTo>
                    <a:pt x="468" y="40"/>
                  </a:lnTo>
                  <a:lnTo>
                    <a:pt x="469" y="41"/>
                  </a:lnTo>
                  <a:lnTo>
                    <a:pt x="470" y="41"/>
                  </a:lnTo>
                  <a:lnTo>
                    <a:pt x="471" y="42"/>
                  </a:lnTo>
                  <a:lnTo>
                    <a:pt x="473" y="42"/>
                  </a:lnTo>
                  <a:lnTo>
                    <a:pt x="474" y="43"/>
                  </a:lnTo>
                  <a:lnTo>
                    <a:pt x="475" y="43"/>
                  </a:lnTo>
                  <a:lnTo>
                    <a:pt x="476" y="44"/>
                  </a:lnTo>
                  <a:lnTo>
                    <a:pt x="477" y="44"/>
                  </a:lnTo>
                  <a:lnTo>
                    <a:pt x="479" y="46"/>
                  </a:lnTo>
                  <a:lnTo>
                    <a:pt x="480" y="46"/>
                  </a:lnTo>
                  <a:lnTo>
                    <a:pt x="481" y="47"/>
                  </a:lnTo>
                  <a:lnTo>
                    <a:pt x="482" y="48"/>
                  </a:lnTo>
                  <a:lnTo>
                    <a:pt x="483" y="48"/>
                  </a:lnTo>
                  <a:lnTo>
                    <a:pt x="485" y="49"/>
                  </a:lnTo>
                  <a:lnTo>
                    <a:pt x="486" y="49"/>
                  </a:lnTo>
                  <a:lnTo>
                    <a:pt x="487" y="50"/>
                  </a:lnTo>
                  <a:lnTo>
                    <a:pt x="488" y="50"/>
                  </a:lnTo>
                  <a:lnTo>
                    <a:pt x="489" y="52"/>
                  </a:lnTo>
                  <a:lnTo>
                    <a:pt x="491" y="53"/>
                  </a:lnTo>
                  <a:lnTo>
                    <a:pt x="493" y="53"/>
                  </a:lnTo>
                  <a:lnTo>
                    <a:pt x="494" y="54"/>
                  </a:lnTo>
                  <a:lnTo>
                    <a:pt x="495" y="55"/>
                  </a:lnTo>
                  <a:lnTo>
                    <a:pt x="498" y="56"/>
                  </a:lnTo>
                  <a:lnTo>
                    <a:pt x="499" y="56"/>
                  </a:lnTo>
                  <a:lnTo>
                    <a:pt x="500" y="58"/>
                  </a:lnTo>
                  <a:lnTo>
                    <a:pt x="501" y="59"/>
                  </a:lnTo>
                  <a:lnTo>
                    <a:pt x="504" y="59"/>
                  </a:lnTo>
                  <a:lnTo>
                    <a:pt x="505" y="60"/>
                  </a:lnTo>
                  <a:lnTo>
                    <a:pt x="506" y="61"/>
                  </a:lnTo>
                  <a:lnTo>
                    <a:pt x="507" y="61"/>
                  </a:lnTo>
                  <a:lnTo>
                    <a:pt x="507" y="62"/>
                  </a:lnTo>
                  <a:lnTo>
                    <a:pt x="509" y="62"/>
                  </a:lnTo>
                  <a:lnTo>
                    <a:pt x="510" y="62"/>
                  </a:lnTo>
                  <a:lnTo>
                    <a:pt x="511" y="64"/>
                  </a:lnTo>
                  <a:lnTo>
                    <a:pt x="512" y="65"/>
                  </a:lnTo>
                  <a:lnTo>
                    <a:pt x="513" y="65"/>
                  </a:lnTo>
                  <a:lnTo>
                    <a:pt x="515" y="66"/>
                  </a:lnTo>
                  <a:lnTo>
                    <a:pt x="516" y="66"/>
                  </a:lnTo>
                  <a:lnTo>
                    <a:pt x="516" y="67"/>
                  </a:lnTo>
                  <a:lnTo>
                    <a:pt x="517" y="67"/>
                  </a:lnTo>
                  <a:lnTo>
                    <a:pt x="518" y="68"/>
                  </a:lnTo>
                  <a:lnTo>
                    <a:pt x="519" y="68"/>
                  </a:lnTo>
                  <a:lnTo>
                    <a:pt x="521" y="70"/>
                  </a:lnTo>
                  <a:lnTo>
                    <a:pt x="522" y="70"/>
                  </a:lnTo>
                  <a:lnTo>
                    <a:pt x="523" y="71"/>
                  </a:lnTo>
                  <a:lnTo>
                    <a:pt x="523" y="72"/>
                  </a:lnTo>
                  <a:lnTo>
                    <a:pt x="524" y="72"/>
                  </a:lnTo>
                  <a:lnTo>
                    <a:pt x="525" y="73"/>
                  </a:lnTo>
                  <a:lnTo>
                    <a:pt x="527" y="73"/>
                  </a:lnTo>
                  <a:lnTo>
                    <a:pt x="528" y="74"/>
                  </a:lnTo>
                  <a:lnTo>
                    <a:pt x="529" y="76"/>
                  </a:lnTo>
                  <a:lnTo>
                    <a:pt x="531" y="77"/>
                  </a:lnTo>
                  <a:lnTo>
                    <a:pt x="533" y="77"/>
                  </a:lnTo>
                  <a:lnTo>
                    <a:pt x="534" y="78"/>
                  </a:lnTo>
                  <a:lnTo>
                    <a:pt x="535" y="78"/>
                  </a:lnTo>
                  <a:lnTo>
                    <a:pt x="535" y="79"/>
                  </a:lnTo>
                  <a:lnTo>
                    <a:pt x="536" y="80"/>
                  </a:lnTo>
                  <a:lnTo>
                    <a:pt x="537" y="80"/>
                  </a:lnTo>
                  <a:lnTo>
                    <a:pt x="539" y="82"/>
                  </a:lnTo>
                  <a:lnTo>
                    <a:pt x="540" y="82"/>
                  </a:lnTo>
                  <a:lnTo>
                    <a:pt x="541" y="83"/>
                  </a:lnTo>
                  <a:lnTo>
                    <a:pt x="542" y="84"/>
                  </a:lnTo>
                  <a:lnTo>
                    <a:pt x="543" y="84"/>
                  </a:lnTo>
                  <a:lnTo>
                    <a:pt x="543" y="85"/>
                  </a:lnTo>
                  <a:lnTo>
                    <a:pt x="545" y="85"/>
                  </a:lnTo>
                  <a:lnTo>
                    <a:pt x="546" y="86"/>
                  </a:lnTo>
                  <a:lnTo>
                    <a:pt x="547" y="86"/>
                  </a:lnTo>
                  <a:lnTo>
                    <a:pt x="547" y="88"/>
                  </a:lnTo>
                  <a:lnTo>
                    <a:pt x="548" y="88"/>
                  </a:lnTo>
                  <a:lnTo>
                    <a:pt x="548" y="89"/>
                  </a:lnTo>
                  <a:lnTo>
                    <a:pt x="549" y="89"/>
                  </a:lnTo>
                  <a:lnTo>
                    <a:pt x="551" y="90"/>
                  </a:lnTo>
                  <a:lnTo>
                    <a:pt x="552" y="91"/>
                  </a:lnTo>
                  <a:lnTo>
                    <a:pt x="553" y="92"/>
                  </a:lnTo>
                  <a:lnTo>
                    <a:pt x="554" y="92"/>
                  </a:lnTo>
                  <a:lnTo>
                    <a:pt x="555" y="94"/>
                  </a:lnTo>
                  <a:lnTo>
                    <a:pt x="557" y="95"/>
                  </a:lnTo>
                  <a:lnTo>
                    <a:pt x="558" y="96"/>
                  </a:lnTo>
                  <a:lnTo>
                    <a:pt x="559" y="96"/>
                  </a:lnTo>
                  <a:lnTo>
                    <a:pt x="559" y="97"/>
                  </a:lnTo>
                  <a:lnTo>
                    <a:pt x="560" y="97"/>
                  </a:lnTo>
                  <a:lnTo>
                    <a:pt x="561" y="98"/>
                  </a:lnTo>
                  <a:lnTo>
                    <a:pt x="563" y="100"/>
                  </a:lnTo>
                  <a:lnTo>
                    <a:pt x="564" y="100"/>
                  </a:lnTo>
                  <a:lnTo>
                    <a:pt x="564" y="101"/>
                  </a:lnTo>
                  <a:lnTo>
                    <a:pt x="565" y="101"/>
                  </a:lnTo>
                  <a:lnTo>
                    <a:pt x="566" y="102"/>
                  </a:lnTo>
                  <a:lnTo>
                    <a:pt x="567" y="102"/>
                  </a:lnTo>
                  <a:lnTo>
                    <a:pt x="567" y="103"/>
                  </a:lnTo>
                  <a:lnTo>
                    <a:pt x="569" y="103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6"/>
                  </a:lnTo>
                  <a:lnTo>
                    <a:pt x="572" y="106"/>
                  </a:lnTo>
                  <a:lnTo>
                    <a:pt x="572" y="107"/>
                  </a:lnTo>
                  <a:lnTo>
                    <a:pt x="573" y="107"/>
                  </a:lnTo>
                  <a:lnTo>
                    <a:pt x="575" y="108"/>
                  </a:lnTo>
                  <a:lnTo>
                    <a:pt x="576" y="108"/>
                  </a:lnTo>
                  <a:lnTo>
                    <a:pt x="577" y="109"/>
                  </a:lnTo>
                  <a:lnTo>
                    <a:pt x="578" y="110"/>
                  </a:lnTo>
                  <a:lnTo>
                    <a:pt x="579" y="112"/>
                  </a:lnTo>
                  <a:lnTo>
                    <a:pt x="581" y="112"/>
                  </a:lnTo>
                  <a:lnTo>
                    <a:pt x="582" y="113"/>
                  </a:lnTo>
                  <a:lnTo>
                    <a:pt x="583" y="113"/>
                  </a:lnTo>
                  <a:lnTo>
                    <a:pt x="583" y="114"/>
                  </a:lnTo>
                  <a:lnTo>
                    <a:pt x="584" y="114"/>
                  </a:lnTo>
                  <a:lnTo>
                    <a:pt x="584" y="115"/>
                  </a:lnTo>
                  <a:lnTo>
                    <a:pt x="585" y="115"/>
                  </a:lnTo>
                  <a:lnTo>
                    <a:pt x="587" y="115"/>
                  </a:lnTo>
                  <a:lnTo>
                    <a:pt x="587" y="116"/>
                  </a:lnTo>
                  <a:lnTo>
                    <a:pt x="588" y="116"/>
                  </a:lnTo>
                  <a:lnTo>
                    <a:pt x="588" y="118"/>
                  </a:lnTo>
                  <a:lnTo>
                    <a:pt x="589" y="118"/>
                  </a:lnTo>
                  <a:lnTo>
                    <a:pt x="589" y="119"/>
                  </a:lnTo>
                  <a:lnTo>
                    <a:pt x="590" y="119"/>
                  </a:lnTo>
                  <a:lnTo>
                    <a:pt x="591" y="120"/>
                  </a:lnTo>
                  <a:lnTo>
                    <a:pt x="593" y="121"/>
                  </a:lnTo>
                  <a:lnTo>
                    <a:pt x="594" y="122"/>
                  </a:lnTo>
                  <a:lnTo>
                    <a:pt x="595" y="124"/>
                  </a:lnTo>
                  <a:lnTo>
                    <a:pt x="595" y="125"/>
                  </a:lnTo>
                  <a:lnTo>
                    <a:pt x="596" y="125"/>
                  </a:lnTo>
                  <a:lnTo>
                    <a:pt x="597" y="126"/>
                  </a:lnTo>
                  <a:lnTo>
                    <a:pt x="599" y="127"/>
                  </a:lnTo>
                  <a:lnTo>
                    <a:pt x="599" y="128"/>
                  </a:lnTo>
                  <a:lnTo>
                    <a:pt x="600" y="130"/>
                  </a:lnTo>
                  <a:lnTo>
                    <a:pt x="601" y="131"/>
                  </a:lnTo>
                  <a:lnTo>
                    <a:pt x="602" y="132"/>
                  </a:lnTo>
                  <a:lnTo>
                    <a:pt x="603" y="133"/>
                  </a:lnTo>
                  <a:lnTo>
                    <a:pt x="605" y="134"/>
                  </a:lnTo>
                  <a:lnTo>
                    <a:pt x="606" y="136"/>
                  </a:lnTo>
                  <a:lnTo>
                    <a:pt x="607" y="136"/>
                  </a:lnTo>
                  <a:lnTo>
                    <a:pt x="607" y="137"/>
                  </a:lnTo>
                  <a:lnTo>
                    <a:pt x="608" y="138"/>
                  </a:lnTo>
                  <a:lnTo>
                    <a:pt x="609" y="139"/>
                  </a:lnTo>
                  <a:lnTo>
                    <a:pt x="611" y="140"/>
                  </a:lnTo>
                  <a:lnTo>
                    <a:pt x="612" y="142"/>
                  </a:lnTo>
                  <a:lnTo>
                    <a:pt x="613" y="143"/>
                  </a:lnTo>
                  <a:lnTo>
                    <a:pt x="614" y="144"/>
                  </a:lnTo>
                  <a:lnTo>
                    <a:pt x="614" y="145"/>
                  </a:lnTo>
                  <a:lnTo>
                    <a:pt x="615" y="145"/>
                  </a:lnTo>
                  <a:lnTo>
                    <a:pt x="615" y="146"/>
                  </a:lnTo>
                  <a:lnTo>
                    <a:pt x="617" y="148"/>
                  </a:lnTo>
                  <a:lnTo>
                    <a:pt x="618" y="148"/>
                  </a:lnTo>
                  <a:lnTo>
                    <a:pt x="618" y="149"/>
                  </a:lnTo>
                  <a:lnTo>
                    <a:pt x="619" y="150"/>
                  </a:lnTo>
                  <a:lnTo>
                    <a:pt x="620" y="151"/>
                  </a:lnTo>
                  <a:lnTo>
                    <a:pt x="621" y="152"/>
                  </a:lnTo>
                  <a:lnTo>
                    <a:pt x="623" y="154"/>
                  </a:lnTo>
                  <a:lnTo>
                    <a:pt x="623" y="155"/>
                  </a:lnTo>
                  <a:lnTo>
                    <a:pt x="624" y="156"/>
                  </a:lnTo>
                  <a:lnTo>
                    <a:pt x="625" y="157"/>
                  </a:lnTo>
                  <a:lnTo>
                    <a:pt x="626" y="158"/>
                  </a:lnTo>
                  <a:lnTo>
                    <a:pt x="627" y="160"/>
                  </a:lnTo>
                  <a:lnTo>
                    <a:pt x="629" y="161"/>
                  </a:lnTo>
                  <a:lnTo>
                    <a:pt x="630" y="163"/>
                  </a:lnTo>
                  <a:lnTo>
                    <a:pt x="631" y="164"/>
                  </a:lnTo>
                  <a:lnTo>
                    <a:pt x="632" y="166"/>
                  </a:lnTo>
                  <a:lnTo>
                    <a:pt x="633" y="168"/>
                  </a:lnTo>
                  <a:lnTo>
                    <a:pt x="635" y="169"/>
                  </a:lnTo>
                  <a:lnTo>
                    <a:pt x="636" y="170"/>
                  </a:lnTo>
                  <a:lnTo>
                    <a:pt x="637" y="172"/>
                  </a:lnTo>
                  <a:lnTo>
                    <a:pt x="638" y="173"/>
                  </a:lnTo>
                  <a:lnTo>
                    <a:pt x="639" y="174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2" y="176"/>
                  </a:lnTo>
                  <a:lnTo>
                    <a:pt x="642" y="178"/>
                  </a:lnTo>
                  <a:lnTo>
                    <a:pt x="643" y="179"/>
                  </a:lnTo>
                  <a:lnTo>
                    <a:pt x="644" y="180"/>
                  </a:lnTo>
                  <a:lnTo>
                    <a:pt x="645" y="181"/>
                  </a:lnTo>
                  <a:lnTo>
                    <a:pt x="645" y="182"/>
                  </a:lnTo>
                  <a:lnTo>
                    <a:pt x="647" y="184"/>
                  </a:lnTo>
                  <a:lnTo>
                    <a:pt x="647" y="185"/>
                  </a:lnTo>
                  <a:lnTo>
                    <a:pt x="648" y="185"/>
                  </a:lnTo>
                  <a:lnTo>
                    <a:pt x="649" y="186"/>
                  </a:lnTo>
                  <a:lnTo>
                    <a:pt x="649" y="187"/>
                  </a:lnTo>
                  <a:lnTo>
                    <a:pt x="650" y="188"/>
                  </a:lnTo>
                  <a:lnTo>
                    <a:pt x="651" y="190"/>
                  </a:lnTo>
                  <a:lnTo>
                    <a:pt x="653" y="191"/>
                  </a:lnTo>
                  <a:lnTo>
                    <a:pt x="653" y="192"/>
                  </a:lnTo>
                  <a:lnTo>
                    <a:pt x="654" y="193"/>
                  </a:lnTo>
                  <a:lnTo>
                    <a:pt x="655" y="196"/>
                  </a:lnTo>
                  <a:lnTo>
                    <a:pt x="656" y="197"/>
                  </a:lnTo>
                  <a:lnTo>
                    <a:pt x="657" y="198"/>
                  </a:lnTo>
                  <a:lnTo>
                    <a:pt x="659" y="200"/>
                  </a:lnTo>
                  <a:lnTo>
                    <a:pt x="660" y="202"/>
                  </a:lnTo>
                  <a:lnTo>
                    <a:pt x="661" y="204"/>
                  </a:lnTo>
                  <a:lnTo>
                    <a:pt x="662" y="205"/>
                  </a:lnTo>
                  <a:lnTo>
                    <a:pt x="663" y="208"/>
                  </a:lnTo>
                  <a:lnTo>
                    <a:pt x="665" y="209"/>
                  </a:lnTo>
                  <a:lnTo>
                    <a:pt x="666" y="210"/>
                  </a:lnTo>
                  <a:lnTo>
                    <a:pt x="667" y="212"/>
                  </a:lnTo>
                  <a:lnTo>
                    <a:pt x="668" y="214"/>
                  </a:lnTo>
                  <a:lnTo>
                    <a:pt x="669" y="215"/>
                  </a:lnTo>
                  <a:lnTo>
                    <a:pt x="669" y="216"/>
                  </a:lnTo>
                  <a:lnTo>
                    <a:pt x="671" y="217"/>
                  </a:lnTo>
                  <a:lnTo>
                    <a:pt x="672" y="218"/>
                  </a:lnTo>
                  <a:lnTo>
                    <a:pt x="672" y="220"/>
                  </a:lnTo>
                  <a:lnTo>
                    <a:pt x="673" y="220"/>
                  </a:lnTo>
                  <a:lnTo>
                    <a:pt x="674" y="221"/>
                  </a:lnTo>
                  <a:lnTo>
                    <a:pt x="674" y="222"/>
                  </a:lnTo>
                  <a:lnTo>
                    <a:pt x="675" y="223"/>
                  </a:lnTo>
                  <a:lnTo>
                    <a:pt x="675" y="224"/>
                  </a:lnTo>
                  <a:lnTo>
                    <a:pt x="677" y="226"/>
                  </a:lnTo>
                  <a:lnTo>
                    <a:pt x="678" y="226"/>
                  </a:lnTo>
                  <a:lnTo>
                    <a:pt x="678" y="227"/>
                  </a:lnTo>
                  <a:lnTo>
                    <a:pt x="679" y="228"/>
                  </a:lnTo>
                  <a:lnTo>
                    <a:pt x="680" y="229"/>
                  </a:lnTo>
                  <a:lnTo>
                    <a:pt x="680" y="230"/>
                  </a:lnTo>
                  <a:lnTo>
                    <a:pt x="681" y="232"/>
                  </a:lnTo>
                  <a:lnTo>
                    <a:pt x="683" y="233"/>
                  </a:lnTo>
                  <a:lnTo>
                    <a:pt x="684" y="234"/>
                  </a:lnTo>
                  <a:lnTo>
                    <a:pt x="685" y="236"/>
                  </a:lnTo>
                  <a:lnTo>
                    <a:pt x="686" y="238"/>
                  </a:lnTo>
                  <a:lnTo>
                    <a:pt x="687" y="239"/>
                  </a:lnTo>
                  <a:lnTo>
                    <a:pt x="689" y="241"/>
                  </a:lnTo>
                  <a:lnTo>
                    <a:pt x="690" y="242"/>
                  </a:lnTo>
                  <a:lnTo>
                    <a:pt x="691" y="245"/>
                  </a:lnTo>
                  <a:lnTo>
                    <a:pt x="692" y="247"/>
                  </a:lnTo>
                  <a:lnTo>
                    <a:pt x="693" y="248"/>
                  </a:lnTo>
                  <a:lnTo>
                    <a:pt x="695" y="251"/>
                  </a:lnTo>
                  <a:lnTo>
                    <a:pt x="696" y="252"/>
                  </a:lnTo>
                  <a:lnTo>
                    <a:pt x="697" y="253"/>
                  </a:lnTo>
                  <a:lnTo>
                    <a:pt x="698" y="254"/>
                  </a:lnTo>
                  <a:lnTo>
                    <a:pt x="699" y="257"/>
                  </a:lnTo>
                  <a:lnTo>
                    <a:pt x="701" y="258"/>
                  </a:lnTo>
                  <a:lnTo>
                    <a:pt x="701" y="259"/>
                  </a:lnTo>
                  <a:lnTo>
                    <a:pt x="702" y="260"/>
                  </a:lnTo>
                  <a:lnTo>
                    <a:pt x="703" y="262"/>
                  </a:lnTo>
                  <a:lnTo>
                    <a:pt x="704" y="263"/>
                  </a:lnTo>
                  <a:lnTo>
                    <a:pt x="704" y="264"/>
                  </a:lnTo>
                  <a:lnTo>
                    <a:pt x="705" y="265"/>
                  </a:lnTo>
                  <a:lnTo>
                    <a:pt x="705" y="266"/>
                  </a:lnTo>
                  <a:lnTo>
                    <a:pt x="707" y="266"/>
                  </a:lnTo>
                  <a:lnTo>
                    <a:pt x="707" y="268"/>
                  </a:lnTo>
                  <a:lnTo>
                    <a:pt x="708" y="269"/>
                  </a:lnTo>
                  <a:lnTo>
                    <a:pt x="708" y="270"/>
                  </a:lnTo>
                  <a:lnTo>
                    <a:pt x="709" y="271"/>
                  </a:lnTo>
                  <a:lnTo>
                    <a:pt x="710" y="272"/>
                  </a:lnTo>
                  <a:lnTo>
                    <a:pt x="710" y="274"/>
                  </a:lnTo>
                  <a:lnTo>
                    <a:pt x="711" y="275"/>
                  </a:lnTo>
                  <a:lnTo>
                    <a:pt x="713" y="276"/>
                  </a:lnTo>
                  <a:lnTo>
                    <a:pt x="713" y="277"/>
                  </a:lnTo>
                  <a:lnTo>
                    <a:pt x="714" y="278"/>
                  </a:lnTo>
                  <a:lnTo>
                    <a:pt x="714" y="280"/>
                  </a:lnTo>
                  <a:lnTo>
                    <a:pt x="715" y="281"/>
                  </a:lnTo>
                  <a:lnTo>
                    <a:pt x="716" y="283"/>
                  </a:lnTo>
                  <a:lnTo>
                    <a:pt x="717" y="284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53" name="Freeform 217">
              <a:extLst>
                <a:ext uri="{FF2B5EF4-FFF2-40B4-BE49-F238E27FC236}">
                  <a16:creationId xmlns:a16="http://schemas.microsoft.com/office/drawing/2014/main" id="{8B5C1209-A543-4C39-8D16-A6E83AA17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850" y="5632450"/>
              <a:ext cx="569913" cy="225425"/>
            </a:xfrm>
            <a:custGeom>
              <a:avLst/>
              <a:gdLst>
                <a:gd name="T0" fmla="*/ 2147483646 w 717"/>
                <a:gd name="T1" fmla="*/ 2147483646 h 285"/>
                <a:gd name="T2" fmla="*/ 2147483646 w 717"/>
                <a:gd name="T3" fmla="*/ 2147483646 h 285"/>
                <a:gd name="T4" fmla="*/ 2147483646 w 717"/>
                <a:gd name="T5" fmla="*/ 2147483646 h 285"/>
                <a:gd name="T6" fmla="*/ 2147483646 w 717"/>
                <a:gd name="T7" fmla="*/ 2147483646 h 285"/>
                <a:gd name="T8" fmla="*/ 2147483646 w 717"/>
                <a:gd name="T9" fmla="*/ 2147483646 h 285"/>
                <a:gd name="T10" fmla="*/ 2147483646 w 717"/>
                <a:gd name="T11" fmla="*/ 2147483646 h 285"/>
                <a:gd name="T12" fmla="*/ 2147483646 w 717"/>
                <a:gd name="T13" fmla="*/ 2147483646 h 285"/>
                <a:gd name="T14" fmla="*/ 2147483646 w 717"/>
                <a:gd name="T15" fmla="*/ 2147483646 h 285"/>
                <a:gd name="T16" fmla="*/ 2147483646 w 717"/>
                <a:gd name="T17" fmla="*/ 2147483646 h 285"/>
                <a:gd name="T18" fmla="*/ 2147483646 w 717"/>
                <a:gd name="T19" fmla="*/ 2147483646 h 285"/>
                <a:gd name="T20" fmla="*/ 2147483646 w 717"/>
                <a:gd name="T21" fmla="*/ 2147483646 h 285"/>
                <a:gd name="T22" fmla="*/ 2147483646 w 717"/>
                <a:gd name="T23" fmla="*/ 2147483646 h 285"/>
                <a:gd name="T24" fmla="*/ 2147483646 w 717"/>
                <a:gd name="T25" fmla="*/ 2147483646 h 285"/>
                <a:gd name="T26" fmla="*/ 2147483646 w 717"/>
                <a:gd name="T27" fmla="*/ 2147483646 h 285"/>
                <a:gd name="T28" fmla="*/ 2147483646 w 717"/>
                <a:gd name="T29" fmla="*/ 2147483646 h 285"/>
                <a:gd name="T30" fmla="*/ 2147483646 w 717"/>
                <a:gd name="T31" fmla="*/ 2147483646 h 285"/>
                <a:gd name="T32" fmla="*/ 2147483646 w 717"/>
                <a:gd name="T33" fmla="*/ 2147483646 h 285"/>
                <a:gd name="T34" fmla="*/ 2147483646 w 717"/>
                <a:gd name="T35" fmla="*/ 2147483646 h 285"/>
                <a:gd name="T36" fmla="*/ 2147483646 w 717"/>
                <a:gd name="T37" fmla="*/ 2147483646 h 285"/>
                <a:gd name="T38" fmla="*/ 2147483646 w 717"/>
                <a:gd name="T39" fmla="*/ 2147483646 h 285"/>
                <a:gd name="T40" fmla="*/ 2147483646 w 717"/>
                <a:gd name="T41" fmla="*/ 2147483646 h 285"/>
                <a:gd name="T42" fmla="*/ 2147483646 w 717"/>
                <a:gd name="T43" fmla="*/ 2147483646 h 285"/>
                <a:gd name="T44" fmla="*/ 2147483646 w 717"/>
                <a:gd name="T45" fmla="*/ 2147483646 h 285"/>
                <a:gd name="T46" fmla="*/ 2147483646 w 717"/>
                <a:gd name="T47" fmla="*/ 2147483646 h 285"/>
                <a:gd name="T48" fmla="*/ 2147483646 w 717"/>
                <a:gd name="T49" fmla="*/ 2147483646 h 285"/>
                <a:gd name="T50" fmla="*/ 2147483646 w 717"/>
                <a:gd name="T51" fmla="*/ 2147483646 h 285"/>
                <a:gd name="T52" fmla="*/ 2147483646 w 717"/>
                <a:gd name="T53" fmla="*/ 2147483646 h 285"/>
                <a:gd name="T54" fmla="*/ 2147483646 w 717"/>
                <a:gd name="T55" fmla="*/ 2147483646 h 285"/>
                <a:gd name="T56" fmla="*/ 2147483646 w 717"/>
                <a:gd name="T57" fmla="*/ 2147483646 h 285"/>
                <a:gd name="T58" fmla="*/ 2147483646 w 717"/>
                <a:gd name="T59" fmla="*/ 2147483646 h 285"/>
                <a:gd name="T60" fmla="*/ 2147483646 w 717"/>
                <a:gd name="T61" fmla="*/ 2147483646 h 285"/>
                <a:gd name="T62" fmla="*/ 2147483646 w 717"/>
                <a:gd name="T63" fmla="*/ 2147483646 h 285"/>
                <a:gd name="T64" fmla="*/ 2147483646 w 717"/>
                <a:gd name="T65" fmla="*/ 2147483646 h 285"/>
                <a:gd name="T66" fmla="*/ 2147483646 w 717"/>
                <a:gd name="T67" fmla="*/ 2147483646 h 285"/>
                <a:gd name="T68" fmla="*/ 2147483646 w 717"/>
                <a:gd name="T69" fmla="*/ 2147483646 h 285"/>
                <a:gd name="T70" fmla="*/ 2147483646 w 717"/>
                <a:gd name="T71" fmla="*/ 2147483646 h 285"/>
                <a:gd name="T72" fmla="*/ 2147483646 w 717"/>
                <a:gd name="T73" fmla="*/ 2147483646 h 285"/>
                <a:gd name="T74" fmla="*/ 2147483646 w 717"/>
                <a:gd name="T75" fmla="*/ 2147483646 h 285"/>
                <a:gd name="T76" fmla="*/ 2147483646 w 717"/>
                <a:gd name="T77" fmla="*/ 2147483646 h 285"/>
                <a:gd name="T78" fmla="*/ 2147483646 w 717"/>
                <a:gd name="T79" fmla="*/ 2147483646 h 285"/>
                <a:gd name="T80" fmla="*/ 2147483646 w 717"/>
                <a:gd name="T81" fmla="*/ 2147483646 h 285"/>
                <a:gd name="T82" fmla="*/ 2147483646 w 717"/>
                <a:gd name="T83" fmla="*/ 2147483646 h 285"/>
                <a:gd name="T84" fmla="*/ 2147483646 w 717"/>
                <a:gd name="T85" fmla="*/ 2147483646 h 285"/>
                <a:gd name="T86" fmla="*/ 2147483646 w 717"/>
                <a:gd name="T87" fmla="*/ 2147483646 h 285"/>
                <a:gd name="T88" fmla="*/ 2147483646 w 717"/>
                <a:gd name="T89" fmla="*/ 2147483646 h 285"/>
                <a:gd name="T90" fmla="*/ 2147483646 w 717"/>
                <a:gd name="T91" fmla="*/ 2147483646 h 285"/>
                <a:gd name="T92" fmla="*/ 2147483646 w 717"/>
                <a:gd name="T93" fmla="*/ 2147483646 h 285"/>
                <a:gd name="T94" fmla="*/ 2147483646 w 717"/>
                <a:gd name="T95" fmla="*/ 2147483646 h 285"/>
                <a:gd name="T96" fmla="*/ 2147483646 w 717"/>
                <a:gd name="T97" fmla="*/ 2147483646 h 285"/>
                <a:gd name="T98" fmla="*/ 2147483646 w 717"/>
                <a:gd name="T99" fmla="*/ 2147483646 h 285"/>
                <a:gd name="T100" fmla="*/ 2147483646 w 717"/>
                <a:gd name="T101" fmla="*/ 2147483646 h 285"/>
                <a:gd name="T102" fmla="*/ 2147483646 w 717"/>
                <a:gd name="T103" fmla="*/ 2147483646 h 285"/>
                <a:gd name="T104" fmla="*/ 2147483646 w 717"/>
                <a:gd name="T105" fmla="*/ 2147483646 h 285"/>
                <a:gd name="T106" fmla="*/ 2147483646 w 717"/>
                <a:gd name="T107" fmla="*/ 2147483646 h 285"/>
                <a:gd name="T108" fmla="*/ 2147483646 w 717"/>
                <a:gd name="T109" fmla="*/ 2147483646 h 285"/>
                <a:gd name="T110" fmla="*/ 2147483646 w 717"/>
                <a:gd name="T111" fmla="*/ 2147483646 h 285"/>
                <a:gd name="T112" fmla="*/ 2147483646 w 717"/>
                <a:gd name="T113" fmla="*/ 2147483646 h 285"/>
                <a:gd name="T114" fmla="*/ 2147483646 w 717"/>
                <a:gd name="T115" fmla="*/ 2147483646 h 285"/>
                <a:gd name="T116" fmla="*/ 2147483646 w 717"/>
                <a:gd name="T117" fmla="*/ 2147483646 h 285"/>
                <a:gd name="T118" fmla="*/ 2147483646 w 717"/>
                <a:gd name="T119" fmla="*/ 2147483646 h 285"/>
                <a:gd name="T120" fmla="*/ 2147483646 w 717"/>
                <a:gd name="T121" fmla="*/ 2147483646 h 28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17" h="285">
                  <a:moveTo>
                    <a:pt x="0" y="285"/>
                  </a:moveTo>
                  <a:lnTo>
                    <a:pt x="27" y="285"/>
                  </a:lnTo>
                  <a:lnTo>
                    <a:pt x="54" y="285"/>
                  </a:lnTo>
                  <a:lnTo>
                    <a:pt x="78" y="285"/>
                  </a:lnTo>
                  <a:lnTo>
                    <a:pt x="99" y="285"/>
                  </a:lnTo>
                  <a:lnTo>
                    <a:pt x="121" y="285"/>
                  </a:lnTo>
                  <a:lnTo>
                    <a:pt x="140" y="285"/>
                  </a:lnTo>
                  <a:lnTo>
                    <a:pt x="158" y="285"/>
                  </a:lnTo>
                  <a:lnTo>
                    <a:pt x="175" y="285"/>
                  </a:lnTo>
                  <a:lnTo>
                    <a:pt x="191" y="285"/>
                  </a:lnTo>
                  <a:lnTo>
                    <a:pt x="204" y="285"/>
                  </a:lnTo>
                  <a:lnTo>
                    <a:pt x="217" y="285"/>
                  </a:lnTo>
                  <a:lnTo>
                    <a:pt x="229" y="285"/>
                  </a:lnTo>
                  <a:lnTo>
                    <a:pt x="240" y="285"/>
                  </a:lnTo>
                  <a:lnTo>
                    <a:pt x="249" y="285"/>
                  </a:lnTo>
                  <a:lnTo>
                    <a:pt x="259" y="285"/>
                  </a:lnTo>
                  <a:lnTo>
                    <a:pt x="266" y="285"/>
                  </a:lnTo>
                  <a:lnTo>
                    <a:pt x="273" y="285"/>
                  </a:lnTo>
                  <a:lnTo>
                    <a:pt x="281" y="285"/>
                  </a:lnTo>
                  <a:lnTo>
                    <a:pt x="285" y="285"/>
                  </a:lnTo>
                  <a:lnTo>
                    <a:pt x="291" y="285"/>
                  </a:lnTo>
                  <a:lnTo>
                    <a:pt x="295" y="284"/>
                  </a:lnTo>
                  <a:lnTo>
                    <a:pt x="300" y="284"/>
                  </a:lnTo>
                  <a:lnTo>
                    <a:pt x="303" y="284"/>
                  </a:lnTo>
                  <a:lnTo>
                    <a:pt x="306" y="284"/>
                  </a:lnTo>
                  <a:lnTo>
                    <a:pt x="308" y="284"/>
                  </a:lnTo>
                  <a:lnTo>
                    <a:pt x="311" y="284"/>
                  </a:lnTo>
                  <a:lnTo>
                    <a:pt x="313" y="284"/>
                  </a:lnTo>
                  <a:lnTo>
                    <a:pt x="315" y="284"/>
                  </a:lnTo>
                  <a:lnTo>
                    <a:pt x="318" y="284"/>
                  </a:lnTo>
                  <a:lnTo>
                    <a:pt x="319" y="284"/>
                  </a:lnTo>
                  <a:lnTo>
                    <a:pt x="321" y="284"/>
                  </a:lnTo>
                  <a:lnTo>
                    <a:pt x="323" y="284"/>
                  </a:lnTo>
                  <a:lnTo>
                    <a:pt x="325" y="284"/>
                  </a:lnTo>
                  <a:lnTo>
                    <a:pt x="327" y="283"/>
                  </a:lnTo>
                  <a:lnTo>
                    <a:pt x="329" y="283"/>
                  </a:lnTo>
                  <a:lnTo>
                    <a:pt x="331" y="283"/>
                  </a:lnTo>
                  <a:lnTo>
                    <a:pt x="332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6" y="283"/>
                  </a:lnTo>
                  <a:lnTo>
                    <a:pt x="337" y="283"/>
                  </a:lnTo>
                  <a:lnTo>
                    <a:pt x="338" y="283"/>
                  </a:lnTo>
                  <a:lnTo>
                    <a:pt x="339" y="283"/>
                  </a:lnTo>
                  <a:lnTo>
                    <a:pt x="341" y="283"/>
                  </a:lnTo>
                  <a:lnTo>
                    <a:pt x="342" y="283"/>
                  </a:lnTo>
                  <a:lnTo>
                    <a:pt x="343" y="282"/>
                  </a:lnTo>
                  <a:lnTo>
                    <a:pt x="344" y="282"/>
                  </a:lnTo>
                  <a:lnTo>
                    <a:pt x="345" y="282"/>
                  </a:lnTo>
                  <a:lnTo>
                    <a:pt x="347" y="282"/>
                  </a:lnTo>
                  <a:lnTo>
                    <a:pt x="348" y="282"/>
                  </a:lnTo>
                  <a:lnTo>
                    <a:pt x="349" y="282"/>
                  </a:lnTo>
                  <a:lnTo>
                    <a:pt x="350" y="282"/>
                  </a:lnTo>
                  <a:lnTo>
                    <a:pt x="351" y="282"/>
                  </a:lnTo>
                  <a:lnTo>
                    <a:pt x="353" y="280"/>
                  </a:lnTo>
                  <a:lnTo>
                    <a:pt x="354" y="280"/>
                  </a:lnTo>
                  <a:lnTo>
                    <a:pt x="355" y="280"/>
                  </a:lnTo>
                  <a:lnTo>
                    <a:pt x="356" y="280"/>
                  </a:lnTo>
                  <a:lnTo>
                    <a:pt x="357" y="280"/>
                  </a:lnTo>
                  <a:lnTo>
                    <a:pt x="359" y="280"/>
                  </a:lnTo>
                  <a:lnTo>
                    <a:pt x="361" y="279"/>
                  </a:lnTo>
                  <a:lnTo>
                    <a:pt x="362" y="279"/>
                  </a:lnTo>
                  <a:lnTo>
                    <a:pt x="365" y="279"/>
                  </a:lnTo>
                  <a:lnTo>
                    <a:pt x="366" y="279"/>
                  </a:lnTo>
                  <a:lnTo>
                    <a:pt x="368" y="279"/>
                  </a:lnTo>
                  <a:lnTo>
                    <a:pt x="369" y="278"/>
                  </a:lnTo>
                  <a:lnTo>
                    <a:pt x="372" y="278"/>
                  </a:lnTo>
                  <a:lnTo>
                    <a:pt x="373" y="278"/>
                  </a:lnTo>
                  <a:lnTo>
                    <a:pt x="374" y="278"/>
                  </a:lnTo>
                  <a:lnTo>
                    <a:pt x="375" y="278"/>
                  </a:lnTo>
                  <a:lnTo>
                    <a:pt x="378" y="278"/>
                  </a:lnTo>
                  <a:lnTo>
                    <a:pt x="379" y="277"/>
                  </a:lnTo>
                  <a:lnTo>
                    <a:pt x="380" y="277"/>
                  </a:lnTo>
                  <a:lnTo>
                    <a:pt x="381" y="277"/>
                  </a:lnTo>
                  <a:lnTo>
                    <a:pt x="383" y="277"/>
                  </a:lnTo>
                  <a:lnTo>
                    <a:pt x="384" y="277"/>
                  </a:lnTo>
                  <a:lnTo>
                    <a:pt x="385" y="276"/>
                  </a:lnTo>
                  <a:lnTo>
                    <a:pt x="386" y="276"/>
                  </a:lnTo>
                  <a:lnTo>
                    <a:pt x="387" y="276"/>
                  </a:lnTo>
                  <a:lnTo>
                    <a:pt x="389" y="276"/>
                  </a:lnTo>
                  <a:lnTo>
                    <a:pt x="390" y="274"/>
                  </a:lnTo>
                  <a:lnTo>
                    <a:pt x="391" y="274"/>
                  </a:lnTo>
                  <a:lnTo>
                    <a:pt x="392" y="274"/>
                  </a:lnTo>
                  <a:lnTo>
                    <a:pt x="393" y="274"/>
                  </a:lnTo>
                  <a:lnTo>
                    <a:pt x="395" y="273"/>
                  </a:lnTo>
                  <a:lnTo>
                    <a:pt x="396" y="273"/>
                  </a:lnTo>
                  <a:lnTo>
                    <a:pt x="397" y="273"/>
                  </a:lnTo>
                  <a:lnTo>
                    <a:pt x="398" y="272"/>
                  </a:lnTo>
                  <a:lnTo>
                    <a:pt x="399" y="272"/>
                  </a:lnTo>
                  <a:lnTo>
                    <a:pt x="402" y="272"/>
                  </a:lnTo>
                  <a:lnTo>
                    <a:pt x="403" y="271"/>
                  </a:lnTo>
                  <a:lnTo>
                    <a:pt x="405" y="271"/>
                  </a:lnTo>
                  <a:lnTo>
                    <a:pt x="407" y="270"/>
                  </a:lnTo>
                  <a:lnTo>
                    <a:pt x="409" y="270"/>
                  </a:lnTo>
                  <a:lnTo>
                    <a:pt x="411" y="268"/>
                  </a:lnTo>
                  <a:lnTo>
                    <a:pt x="414" y="267"/>
                  </a:lnTo>
                  <a:lnTo>
                    <a:pt x="415" y="267"/>
                  </a:lnTo>
                  <a:lnTo>
                    <a:pt x="417" y="266"/>
                  </a:lnTo>
                  <a:lnTo>
                    <a:pt x="419" y="266"/>
                  </a:lnTo>
                  <a:lnTo>
                    <a:pt x="421" y="266"/>
                  </a:lnTo>
                  <a:lnTo>
                    <a:pt x="422" y="265"/>
                  </a:lnTo>
                  <a:lnTo>
                    <a:pt x="423" y="265"/>
                  </a:lnTo>
                  <a:lnTo>
                    <a:pt x="426" y="264"/>
                  </a:lnTo>
                  <a:lnTo>
                    <a:pt x="427" y="264"/>
                  </a:lnTo>
                  <a:lnTo>
                    <a:pt x="428" y="264"/>
                  </a:lnTo>
                  <a:lnTo>
                    <a:pt x="429" y="262"/>
                  </a:lnTo>
                  <a:lnTo>
                    <a:pt x="431" y="262"/>
                  </a:lnTo>
                  <a:lnTo>
                    <a:pt x="432" y="262"/>
                  </a:lnTo>
                  <a:lnTo>
                    <a:pt x="433" y="261"/>
                  </a:lnTo>
                  <a:lnTo>
                    <a:pt x="434" y="261"/>
                  </a:lnTo>
                  <a:lnTo>
                    <a:pt x="435" y="260"/>
                  </a:lnTo>
                  <a:lnTo>
                    <a:pt x="437" y="260"/>
                  </a:lnTo>
                  <a:lnTo>
                    <a:pt x="438" y="259"/>
                  </a:lnTo>
                  <a:lnTo>
                    <a:pt x="439" y="259"/>
                  </a:lnTo>
                  <a:lnTo>
                    <a:pt x="440" y="259"/>
                  </a:lnTo>
                  <a:lnTo>
                    <a:pt x="441" y="258"/>
                  </a:lnTo>
                  <a:lnTo>
                    <a:pt x="443" y="258"/>
                  </a:lnTo>
                  <a:lnTo>
                    <a:pt x="444" y="256"/>
                  </a:lnTo>
                  <a:lnTo>
                    <a:pt x="445" y="256"/>
                  </a:lnTo>
                  <a:lnTo>
                    <a:pt x="446" y="255"/>
                  </a:lnTo>
                  <a:lnTo>
                    <a:pt x="447" y="255"/>
                  </a:lnTo>
                  <a:lnTo>
                    <a:pt x="449" y="254"/>
                  </a:lnTo>
                  <a:lnTo>
                    <a:pt x="451" y="253"/>
                  </a:lnTo>
                  <a:lnTo>
                    <a:pt x="452" y="253"/>
                  </a:lnTo>
                  <a:lnTo>
                    <a:pt x="455" y="252"/>
                  </a:lnTo>
                  <a:lnTo>
                    <a:pt x="456" y="250"/>
                  </a:lnTo>
                  <a:lnTo>
                    <a:pt x="458" y="249"/>
                  </a:lnTo>
                  <a:lnTo>
                    <a:pt x="459" y="249"/>
                  </a:lnTo>
                  <a:lnTo>
                    <a:pt x="462" y="248"/>
                  </a:lnTo>
                  <a:lnTo>
                    <a:pt x="463" y="247"/>
                  </a:lnTo>
                  <a:lnTo>
                    <a:pt x="464" y="247"/>
                  </a:lnTo>
                  <a:lnTo>
                    <a:pt x="465" y="246"/>
                  </a:lnTo>
                  <a:lnTo>
                    <a:pt x="468" y="244"/>
                  </a:lnTo>
                  <a:lnTo>
                    <a:pt x="469" y="244"/>
                  </a:lnTo>
                  <a:lnTo>
                    <a:pt x="470" y="243"/>
                  </a:lnTo>
                  <a:lnTo>
                    <a:pt x="471" y="243"/>
                  </a:lnTo>
                  <a:lnTo>
                    <a:pt x="473" y="242"/>
                  </a:lnTo>
                  <a:lnTo>
                    <a:pt x="474" y="242"/>
                  </a:lnTo>
                  <a:lnTo>
                    <a:pt x="475" y="241"/>
                  </a:lnTo>
                  <a:lnTo>
                    <a:pt x="476" y="241"/>
                  </a:lnTo>
                  <a:lnTo>
                    <a:pt x="476" y="240"/>
                  </a:lnTo>
                  <a:lnTo>
                    <a:pt x="477" y="240"/>
                  </a:lnTo>
                  <a:lnTo>
                    <a:pt x="479" y="240"/>
                  </a:lnTo>
                  <a:lnTo>
                    <a:pt x="480" y="238"/>
                  </a:lnTo>
                  <a:lnTo>
                    <a:pt x="481" y="238"/>
                  </a:lnTo>
                  <a:lnTo>
                    <a:pt x="481" y="237"/>
                  </a:lnTo>
                  <a:lnTo>
                    <a:pt x="482" y="237"/>
                  </a:lnTo>
                  <a:lnTo>
                    <a:pt x="483" y="236"/>
                  </a:lnTo>
                  <a:lnTo>
                    <a:pt x="485" y="236"/>
                  </a:lnTo>
                  <a:lnTo>
                    <a:pt x="486" y="235"/>
                  </a:lnTo>
                  <a:lnTo>
                    <a:pt x="487" y="235"/>
                  </a:lnTo>
                  <a:lnTo>
                    <a:pt x="488" y="234"/>
                  </a:lnTo>
                  <a:lnTo>
                    <a:pt x="489" y="234"/>
                  </a:lnTo>
                  <a:lnTo>
                    <a:pt x="491" y="232"/>
                  </a:lnTo>
                  <a:lnTo>
                    <a:pt x="493" y="231"/>
                  </a:lnTo>
                  <a:lnTo>
                    <a:pt x="494" y="230"/>
                  </a:lnTo>
                  <a:lnTo>
                    <a:pt x="495" y="230"/>
                  </a:lnTo>
                  <a:lnTo>
                    <a:pt x="498" y="229"/>
                  </a:lnTo>
                  <a:lnTo>
                    <a:pt x="499" y="228"/>
                  </a:lnTo>
                  <a:lnTo>
                    <a:pt x="500" y="226"/>
                  </a:lnTo>
                  <a:lnTo>
                    <a:pt x="501" y="226"/>
                  </a:lnTo>
                  <a:lnTo>
                    <a:pt x="504" y="225"/>
                  </a:lnTo>
                  <a:lnTo>
                    <a:pt x="505" y="224"/>
                  </a:lnTo>
                  <a:lnTo>
                    <a:pt x="506" y="224"/>
                  </a:lnTo>
                  <a:lnTo>
                    <a:pt x="507" y="223"/>
                  </a:lnTo>
                  <a:lnTo>
                    <a:pt x="509" y="222"/>
                  </a:lnTo>
                  <a:lnTo>
                    <a:pt x="510" y="222"/>
                  </a:lnTo>
                  <a:lnTo>
                    <a:pt x="511" y="222"/>
                  </a:lnTo>
                  <a:lnTo>
                    <a:pt x="511" y="220"/>
                  </a:lnTo>
                  <a:lnTo>
                    <a:pt x="512" y="220"/>
                  </a:lnTo>
                  <a:lnTo>
                    <a:pt x="513" y="219"/>
                  </a:lnTo>
                  <a:lnTo>
                    <a:pt x="515" y="219"/>
                  </a:lnTo>
                  <a:lnTo>
                    <a:pt x="516" y="218"/>
                  </a:lnTo>
                  <a:lnTo>
                    <a:pt x="517" y="217"/>
                  </a:lnTo>
                  <a:lnTo>
                    <a:pt x="518" y="217"/>
                  </a:lnTo>
                  <a:lnTo>
                    <a:pt x="519" y="216"/>
                  </a:lnTo>
                  <a:lnTo>
                    <a:pt x="521" y="216"/>
                  </a:lnTo>
                  <a:lnTo>
                    <a:pt x="522" y="214"/>
                  </a:lnTo>
                  <a:lnTo>
                    <a:pt x="523" y="214"/>
                  </a:lnTo>
                  <a:lnTo>
                    <a:pt x="523" y="213"/>
                  </a:lnTo>
                  <a:lnTo>
                    <a:pt x="524" y="212"/>
                  </a:lnTo>
                  <a:lnTo>
                    <a:pt x="525" y="212"/>
                  </a:lnTo>
                  <a:lnTo>
                    <a:pt x="527" y="211"/>
                  </a:lnTo>
                  <a:lnTo>
                    <a:pt x="528" y="211"/>
                  </a:lnTo>
                  <a:lnTo>
                    <a:pt x="529" y="210"/>
                  </a:lnTo>
                  <a:lnTo>
                    <a:pt x="531" y="208"/>
                  </a:lnTo>
                  <a:lnTo>
                    <a:pt x="533" y="207"/>
                  </a:lnTo>
                  <a:lnTo>
                    <a:pt x="534" y="207"/>
                  </a:lnTo>
                  <a:lnTo>
                    <a:pt x="535" y="206"/>
                  </a:lnTo>
                  <a:lnTo>
                    <a:pt x="536" y="205"/>
                  </a:lnTo>
                  <a:lnTo>
                    <a:pt x="537" y="204"/>
                  </a:lnTo>
                  <a:lnTo>
                    <a:pt x="539" y="204"/>
                  </a:lnTo>
                  <a:lnTo>
                    <a:pt x="540" y="202"/>
                  </a:lnTo>
                  <a:lnTo>
                    <a:pt x="541" y="202"/>
                  </a:lnTo>
                  <a:lnTo>
                    <a:pt x="541" y="201"/>
                  </a:lnTo>
                  <a:lnTo>
                    <a:pt x="542" y="201"/>
                  </a:lnTo>
                  <a:lnTo>
                    <a:pt x="543" y="200"/>
                  </a:lnTo>
                  <a:lnTo>
                    <a:pt x="545" y="199"/>
                  </a:lnTo>
                  <a:lnTo>
                    <a:pt x="546" y="199"/>
                  </a:lnTo>
                  <a:lnTo>
                    <a:pt x="546" y="198"/>
                  </a:lnTo>
                  <a:lnTo>
                    <a:pt x="547" y="198"/>
                  </a:lnTo>
                  <a:lnTo>
                    <a:pt x="548" y="196"/>
                  </a:lnTo>
                  <a:lnTo>
                    <a:pt x="549" y="195"/>
                  </a:lnTo>
                  <a:lnTo>
                    <a:pt x="551" y="195"/>
                  </a:lnTo>
                  <a:lnTo>
                    <a:pt x="552" y="194"/>
                  </a:lnTo>
                  <a:lnTo>
                    <a:pt x="553" y="193"/>
                  </a:lnTo>
                  <a:lnTo>
                    <a:pt x="554" y="192"/>
                  </a:lnTo>
                  <a:lnTo>
                    <a:pt x="555" y="192"/>
                  </a:lnTo>
                  <a:lnTo>
                    <a:pt x="555" y="190"/>
                  </a:lnTo>
                  <a:lnTo>
                    <a:pt x="557" y="190"/>
                  </a:lnTo>
                  <a:lnTo>
                    <a:pt x="558" y="189"/>
                  </a:lnTo>
                  <a:lnTo>
                    <a:pt x="559" y="189"/>
                  </a:lnTo>
                  <a:lnTo>
                    <a:pt x="559" y="188"/>
                  </a:lnTo>
                  <a:lnTo>
                    <a:pt x="560" y="188"/>
                  </a:lnTo>
                  <a:lnTo>
                    <a:pt x="560" y="187"/>
                  </a:lnTo>
                  <a:lnTo>
                    <a:pt x="561" y="187"/>
                  </a:lnTo>
                  <a:lnTo>
                    <a:pt x="561" y="186"/>
                  </a:lnTo>
                  <a:lnTo>
                    <a:pt x="563" y="186"/>
                  </a:lnTo>
                  <a:lnTo>
                    <a:pt x="564" y="184"/>
                  </a:lnTo>
                  <a:lnTo>
                    <a:pt x="565" y="184"/>
                  </a:lnTo>
                  <a:lnTo>
                    <a:pt x="565" y="183"/>
                  </a:lnTo>
                  <a:lnTo>
                    <a:pt x="566" y="183"/>
                  </a:lnTo>
                  <a:lnTo>
                    <a:pt x="567" y="182"/>
                  </a:lnTo>
                  <a:lnTo>
                    <a:pt x="569" y="181"/>
                  </a:lnTo>
                  <a:lnTo>
                    <a:pt x="570" y="180"/>
                  </a:lnTo>
                  <a:lnTo>
                    <a:pt x="571" y="180"/>
                  </a:lnTo>
                  <a:lnTo>
                    <a:pt x="572" y="178"/>
                  </a:lnTo>
                  <a:lnTo>
                    <a:pt x="573" y="177"/>
                  </a:lnTo>
                  <a:lnTo>
                    <a:pt x="575" y="177"/>
                  </a:lnTo>
                  <a:lnTo>
                    <a:pt x="576" y="176"/>
                  </a:lnTo>
                  <a:lnTo>
                    <a:pt x="577" y="176"/>
                  </a:lnTo>
                  <a:lnTo>
                    <a:pt x="577" y="175"/>
                  </a:lnTo>
                  <a:lnTo>
                    <a:pt x="578" y="174"/>
                  </a:lnTo>
                  <a:lnTo>
                    <a:pt x="579" y="174"/>
                  </a:lnTo>
                  <a:lnTo>
                    <a:pt x="581" y="172"/>
                  </a:lnTo>
                  <a:lnTo>
                    <a:pt x="582" y="172"/>
                  </a:lnTo>
                  <a:lnTo>
                    <a:pt x="583" y="171"/>
                  </a:lnTo>
                  <a:lnTo>
                    <a:pt x="584" y="170"/>
                  </a:lnTo>
                  <a:lnTo>
                    <a:pt x="585" y="169"/>
                  </a:lnTo>
                  <a:lnTo>
                    <a:pt x="587" y="169"/>
                  </a:lnTo>
                  <a:lnTo>
                    <a:pt x="588" y="168"/>
                  </a:lnTo>
                  <a:lnTo>
                    <a:pt x="589" y="166"/>
                  </a:lnTo>
                  <a:lnTo>
                    <a:pt x="590" y="166"/>
                  </a:lnTo>
                  <a:lnTo>
                    <a:pt x="590" y="165"/>
                  </a:lnTo>
                  <a:lnTo>
                    <a:pt x="591" y="165"/>
                  </a:lnTo>
                  <a:lnTo>
                    <a:pt x="591" y="164"/>
                  </a:lnTo>
                  <a:lnTo>
                    <a:pt x="593" y="164"/>
                  </a:lnTo>
                  <a:lnTo>
                    <a:pt x="593" y="163"/>
                  </a:lnTo>
                  <a:lnTo>
                    <a:pt x="594" y="163"/>
                  </a:lnTo>
                  <a:lnTo>
                    <a:pt x="594" y="162"/>
                  </a:lnTo>
                  <a:lnTo>
                    <a:pt x="595" y="160"/>
                  </a:lnTo>
                  <a:lnTo>
                    <a:pt x="596" y="159"/>
                  </a:lnTo>
                  <a:lnTo>
                    <a:pt x="597" y="158"/>
                  </a:lnTo>
                  <a:lnTo>
                    <a:pt x="599" y="158"/>
                  </a:lnTo>
                  <a:lnTo>
                    <a:pt x="599" y="157"/>
                  </a:lnTo>
                  <a:lnTo>
                    <a:pt x="600" y="156"/>
                  </a:lnTo>
                  <a:lnTo>
                    <a:pt x="601" y="154"/>
                  </a:lnTo>
                  <a:lnTo>
                    <a:pt x="602" y="153"/>
                  </a:lnTo>
                  <a:lnTo>
                    <a:pt x="603" y="152"/>
                  </a:lnTo>
                  <a:lnTo>
                    <a:pt x="605" y="151"/>
                  </a:lnTo>
                  <a:lnTo>
                    <a:pt x="606" y="150"/>
                  </a:lnTo>
                  <a:lnTo>
                    <a:pt x="607" y="148"/>
                  </a:lnTo>
                  <a:lnTo>
                    <a:pt x="607" y="147"/>
                  </a:lnTo>
                  <a:lnTo>
                    <a:pt x="608" y="147"/>
                  </a:lnTo>
                  <a:lnTo>
                    <a:pt x="609" y="146"/>
                  </a:lnTo>
                  <a:lnTo>
                    <a:pt x="609" y="145"/>
                  </a:lnTo>
                  <a:lnTo>
                    <a:pt x="611" y="144"/>
                  </a:lnTo>
                  <a:lnTo>
                    <a:pt x="612" y="144"/>
                  </a:lnTo>
                  <a:lnTo>
                    <a:pt x="612" y="142"/>
                  </a:lnTo>
                  <a:lnTo>
                    <a:pt x="613" y="142"/>
                  </a:lnTo>
                  <a:lnTo>
                    <a:pt x="613" y="141"/>
                  </a:lnTo>
                  <a:lnTo>
                    <a:pt x="614" y="140"/>
                  </a:lnTo>
                  <a:lnTo>
                    <a:pt x="615" y="139"/>
                  </a:lnTo>
                  <a:lnTo>
                    <a:pt x="617" y="138"/>
                  </a:lnTo>
                  <a:lnTo>
                    <a:pt x="618" y="136"/>
                  </a:lnTo>
                  <a:lnTo>
                    <a:pt x="619" y="135"/>
                  </a:lnTo>
                  <a:lnTo>
                    <a:pt x="619" y="134"/>
                  </a:lnTo>
                  <a:lnTo>
                    <a:pt x="620" y="133"/>
                  </a:lnTo>
                  <a:lnTo>
                    <a:pt x="621" y="132"/>
                  </a:lnTo>
                  <a:lnTo>
                    <a:pt x="623" y="132"/>
                  </a:lnTo>
                  <a:lnTo>
                    <a:pt x="623" y="130"/>
                  </a:lnTo>
                  <a:lnTo>
                    <a:pt x="624" y="129"/>
                  </a:lnTo>
                  <a:lnTo>
                    <a:pt x="625" y="128"/>
                  </a:lnTo>
                  <a:lnTo>
                    <a:pt x="626" y="126"/>
                  </a:lnTo>
                  <a:lnTo>
                    <a:pt x="627" y="124"/>
                  </a:lnTo>
                  <a:lnTo>
                    <a:pt x="629" y="123"/>
                  </a:lnTo>
                  <a:lnTo>
                    <a:pt x="630" y="122"/>
                  </a:lnTo>
                  <a:lnTo>
                    <a:pt x="631" y="120"/>
                  </a:lnTo>
                  <a:lnTo>
                    <a:pt x="632" y="118"/>
                  </a:lnTo>
                  <a:lnTo>
                    <a:pt x="633" y="117"/>
                  </a:lnTo>
                  <a:lnTo>
                    <a:pt x="635" y="116"/>
                  </a:lnTo>
                  <a:lnTo>
                    <a:pt x="636" y="115"/>
                  </a:lnTo>
                  <a:lnTo>
                    <a:pt x="637" y="114"/>
                  </a:lnTo>
                  <a:lnTo>
                    <a:pt x="638" y="112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41" y="109"/>
                  </a:lnTo>
                  <a:lnTo>
                    <a:pt x="642" y="108"/>
                  </a:lnTo>
                  <a:lnTo>
                    <a:pt x="642" y="106"/>
                  </a:lnTo>
                  <a:lnTo>
                    <a:pt x="643" y="106"/>
                  </a:lnTo>
                  <a:lnTo>
                    <a:pt x="644" y="105"/>
                  </a:lnTo>
                  <a:lnTo>
                    <a:pt x="644" y="104"/>
                  </a:lnTo>
                  <a:lnTo>
                    <a:pt x="645" y="103"/>
                  </a:lnTo>
                  <a:lnTo>
                    <a:pt x="647" y="102"/>
                  </a:lnTo>
                  <a:lnTo>
                    <a:pt x="647" y="100"/>
                  </a:lnTo>
                  <a:lnTo>
                    <a:pt x="648" y="99"/>
                  </a:lnTo>
                  <a:lnTo>
                    <a:pt x="649" y="98"/>
                  </a:lnTo>
                  <a:lnTo>
                    <a:pt x="649" y="97"/>
                  </a:lnTo>
                  <a:lnTo>
                    <a:pt x="650" y="96"/>
                  </a:lnTo>
                  <a:lnTo>
                    <a:pt x="651" y="94"/>
                  </a:lnTo>
                  <a:lnTo>
                    <a:pt x="653" y="93"/>
                  </a:lnTo>
                  <a:lnTo>
                    <a:pt x="653" y="92"/>
                  </a:lnTo>
                  <a:lnTo>
                    <a:pt x="654" y="91"/>
                  </a:lnTo>
                  <a:lnTo>
                    <a:pt x="655" y="90"/>
                  </a:lnTo>
                  <a:lnTo>
                    <a:pt x="656" y="88"/>
                  </a:lnTo>
                  <a:lnTo>
                    <a:pt x="657" y="86"/>
                  </a:lnTo>
                  <a:lnTo>
                    <a:pt x="659" y="85"/>
                  </a:lnTo>
                  <a:lnTo>
                    <a:pt x="660" y="82"/>
                  </a:lnTo>
                  <a:lnTo>
                    <a:pt x="661" y="80"/>
                  </a:lnTo>
                  <a:lnTo>
                    <a:pt x="662" y="79"/>
                  </a:lnTo>
                  <a:lnTo>
                    <a:pt x="663" y="78"/>
                  </a:lnTo>
                  <a:lnTo>
                    <a:pt x="665" y="75"/>
                  </a:lnTo>
                  <a:lnTo>
                    <a:pt x="666" y="74"/>
                  </a:lnTo>
                  <a:lnTo>
                    <a:pt x="667" y="73"/>
                  </a:lnTo>
                  <a:lnTo>
                    <a:pt x="668" y="72"/>
                  </a:lnTo>
                  <a:lnTo>
                    <a:pt x="669" y="70"/>
                  </a:lnTo>
                  <a:lnTo>
                    <a:pt x="669" y="69"/>
                  </a:lnTo>
                  <a:lnTo>
                    <a:pt x="671" y="68"/>
                  </a:lnTo>
                  <a:lnTo>
                    <a:pt x="672" y="67"/>
                  </a:lnTo>
                  <a:lnTo>
                    <a:pt x="672" y="66"/>
                  </a:lnTo>
                  <a:lnTo>
                    <a:pt x="673" y="64"/>
                  </a:lnTo>
                  <a:lnTo>
                    <a:pt x="674" y="63"/>
                  </a:lnTo>
                  <a:lnTo>
                    <a:pt x="674" y="62"/>
                  </a:lnTo>
                  <a:lnTo>
                    <a:pt x="675" y="62"/>
                  </a:lnTo>
                  <a:lnTo>
                    <a:pt x="675" y="61"/>
                  </a:lnTo>
                  <a:lnTo>
                    <a:pt x="677" y="60"/>
                  </a:lnTo>
                  <a:lnTo>
                    <a:pt x="678" y="58"/>
                  </a:lnTo>
                  <a:lnTo>
                    <a:pt x="678" y="57"/>
                  </a:lnTo>
                  <a:lnTo>
                    <a:pt x="679" y="56"/>
                  </a:lnTo>
                  <a:lnTo>
                    <a:pt x="680" y="55"/>
                  </a:lnTo>
                  <a:lnTo>
                    <a:pt x="680" y="54"/>
                  </a:lnTo>
                  <a:lnTo>
                    <a:pt x="681" y="52"/>
                  </a:lnTo>
                  <a:lnTo>
                    <a:pt x="683" y="51"/>
                  </a:lnTo>
                  <a:lnTo>
                    <a:pt x="684" y="50"/>
                  </a:lnTo>
                  <a:lnTo>
                    <a:pt x="685" y="49"/>
                  </a:lnTo>
                  <a:lnTo>
                    <a:pt x="686" y="46"/>
                  </a:lnTo>
                  <a:lnTo>
                    <a:pt x="687" y="45"/>
                  </a:lnTo>
                  <a:lnTo>
                    <a:pt x="689" y="44"/>
                  </a:lnTo>
                  <a:lnTo>
                    <a:pt x="690" y="42"/>
                  </a:lnTo>
                  <a:lnTo>
                    <a:pt x="691" y="39"/>
                  </a:lnTo>
                  <a:lnTo>
                    <a:pt x="692" y="38"/>
                  </a:lnTo>
                  <a:lnTo>
                    <a:pt x="693" y="36"/>
                  </a:lnTo>
                  <a:lnTo>
                    <a:pt x="695" y="34"/>
                  </a:lnTo>
                  <a:lnTo>
                    <a:pt x="696" y="32"/>
                  </a:lnTo>
                  <a:lnTo>
                    <a:pt x="697" y="31"/>
                  </a:lnTo>
                  <a:lnTo>
                    <a:pt x="698" y="30"/>
                  </a:lnTo>
                  <a:lnTo>
                    <a:pt x="699" y="28"/>
                  </a:lnTo>
                  <a:lnTo>
                    <a:pt x="701" y="27"/>
                  </a:lnTo>
                  <a:lnTo>
                    <a:pt x="701" y="26"/>
                  </a:lnTo>
                  <a:lnTo>
                    <a:pt x="702" y="25"/>
                  </a:lnTo>
                  <a:lnTo>
                    <a:pt x="703" y="24"/>
                  </a:lnTo>
                  <a:lnTo>
                    <a:pt x="703" y="22"/>
                  </a:lnTo>
                  <a:lnTo>
                    <a:pt x="704" y="21"/>
                  </a:lnTo>
                  <a:lnTo>
                    <a:pt x="704" y="20"/>
                  </a:lnTo>
                  <a:lnTo>
                    <a:pt x="705" y="20"/>
                  </a:lnTo>
                  <a:lnTo>
                    <a:pt x="705" y="19"/>
                  </a:lnTo>
                  <a:lnTo>
                    <a:pt x="707" y="18"/>
                  </a:lnTo>
                  <a:lnTo>
                    <a:pt x="707" y="16"/>
                  </a:lnTo>
                  <a:lnTo>
                    <a:pt x="708" y="15"/>
                  </a:lnTo>
                  <a:lnTo>
                    <a:pt x="709" y="14"/>
                  </a:lnTo>
                  <a:lnTo>
                    <a:pt x="709" y="13"/>
                  </a:lnTo>
                  <a:lnTo>
                    <a:pt x="710" y="12"/>
                  </a:lnTo>
                  <a:lnTo>
                    <a:pt x="710" y="10"/>
                  </a:lnTo>
                  <a:lnTo>
                    <a:pt x="711" y="9"/>
                  </a:lnTo>
                  <a:lnTo>
                    <a:pt x="713" y="9"/>
                  </a:lnTo>
                  <a:lnTo>
                    <a:pt x="713" y="7"/>
                  </a:lnTo>
                  <a:lnTo>
                    <a:pt x="714" y="6"/>
                  </a:lnTo>
                  <a:lnTo>
                    <a:pt x="714" y="4"/>
                  </a:lnTo>
                  <a:lnTo>
                    <a:pt x="715" y="3"/>
                  </a:lnTo>
                  <a:lnTo>
                    <a:pt x="716" y="2"/>
                  </a:lnTo>
                  <a:lnTo>
                    <a:pt x="717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54" name="Freeform 218">
              <a:extLst>
                <a:ext uri="{FF2B5EF4-FFF2-40B4-BE49-F238E27FC236}">
                  <a16:creationId xmlns:a16="http://schemas.microsoft.com/office/drawing/2014/main" id="{E5C0854A-CCEA-4B78-AAE5-715D85D10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088" y="5403850"/>
              <a:ext cx="66675" cy="228600"/>
            </a:xfrm>
            <a:custGeom>
              <a:avLst/>
              <a:gdLst>
                <a:gd name="T0" fmla="*/ 2147483646 w 85"/>
                <a:gd name="T1" fmla="*/ 2147483646 h 286"/>
                <a:gd name="T2" fmla="*/ 2147483646 w 85"/>
                <a:gd name="T3" fmla="*/ 2147483646 h 286"/>
                <a:gd name="T4" fmla="*/ 2147483646 w 85"/>
                <a:gd name="T5" fmla="*/ 2147483646 h 286"/>
                <a:gd name="T6" fmla="*/ 2147483646 w 85"/>
                <a:gd name="T7" fmla="*/ 2147483646 h 286"/>
                <a:gd name="T8" fmla="*/ 2147483646 w 85"/>
                <a:gd name="T9" fmla="*/ 2147483646 h 286"/>
                <a:gd name="T10" fmla="*/ 2147483646 w 85"/>
                <a:gd name="T11" fmla="*/ 2147483646 h 286"/>
                <a:gd name="T12" fmla="*/ 2147483646 w 85"/>
                <a:gd name="T13" fmla="*/ 2147483646 h 286"/>
                <a:gd name="T14" fmla="*/ 2147483646 w 85"/>
                <a:gd name="T15" fmla="*/ 2147483646 h 286"/>
                <a:gd name="T16" fmla="*/ 2147483646 w 85"/>
                <a:gd name="T17" fmla="*/ 2147483646 h 286"/>
                <a:gd name="T18" fmla="*/ 2147483646 w 85"/>
                <a:gd name="T19" fmla="*/ 2147483646 h 286"/>
                <a:gd name="T20" fmla="*/ 2147483646 w 85"/>
                <a:gd name="T21" fmla="*/ 2147483646 h 286"/>
                <a:gd name="T22" fmla="*/ 2147483646 w 85"/>
                <a:gd name="T23" fmla="*/ 2147483646 h 286"/>
                <a:gd name="T24" fmla="*/ 2147483646 w 85"/>
                <a:gd name="T25" fmla="*/ 2147483646 h 286"/>
                <a:gd name="T26" fmla="*/ 2147483646 w 85"/>
                <a:gd name="T27" fmla="*/ 2147483646 h 286"/>
                <a:gd name="T28" fmla="*/ 2147483646 w 85"/>
                <a:gd name="T29" fmla="*/ 2147483646 h 286"/>
                <a:gd name="T30" fmla="*/ 2147483646 w 85"/>
                <a:gd name="T31" fmla="*/ 2147483646 h 286"/>
                <a:gd name="T32" fmla="*/ 2147483646 w 85"/>
                <a:gd name="T33" fmla="*/ 2147483646 h 286"/>
                <a:gd name="T34" fmla="*/ 2147483646 w 85"/>
                <a:gd name="T35" fmla="*/ 2147483646 h 286"/>
                <a:gd name="T36" fmla="*/ 2147483646 w 85"/>
                <a:gd name="T37" fmla="*/ 2147483646 h 286"/>
                <a:gd name="T38" fmla="*/ 2147483646 w 85"/>
                <a:gd name="T39" fmla="*/ 2147483646 h 286"/>
                <a:gd name="T40" fmla="*/ 2147483646 w 85"/>
                <a:gd name="T41" fmla="*/ 2147483646 h 286"/>
                <a:gd name="T42" fmla="*/ 2147483646 w 85"/>
                <a:gd name="T43" fmla="*/ 2147483646 h 286"/>
                <a:gd name="T44" fmla="*/ 2147483646 w 85"/>
                <a:gd name="T45" fmla="*/ 2147483646 h 286"/>
                <a:gd name="T46" fmla="*/ 2147483646 w 85"/>
                <a:gd name="T47" fmla="*/ 2147483646 h 286"/>
                <a:gd name="T48" fmla="*/ 2147483646 w 85"/>
                <a:gd name="T49" fmla="*/ 2147483646 h 286"/>
                <a:gd name="T50" fmla="*/ 2147483646 w 85"/>
                <a:gd name="T51" fmla="*/ 2147483646 h 286"/>
                <a:gd name="T52" fmla="*/ 2147483646 w 85"/>
                <a:gd name="T53" fmla="*/ 2147483646 h 286"/>
                <a:gd name="T54" fmla="*/ 2147483646 w 85"/>
                <a:gd name="T55" fmla="*/ 2147483646 h 286"/>
                <a:gd name="T56" fmla="*/ 2147483646 w 85"/>
                <a:gd name="T57" fmla="*/ 2147483646 h 286"/>
                <a:gd name="T58" fmla="*/ 2147483646 w 85"/>
                <a:gd name="T59" fmla="*/ 2147483646 h 286"/>
                <a:gd name="T60" fmla="*/ 2147483646 w 85"/>
                <a:gd name="T61" fmla="*/ 2147483646 h 286"/>
                <a:gd name="T62" fmla="*/ 2147483646 w 85"/>
                <a:gd name="T63" fmla="*/ 2147483646 h 286"/>
                <a:gd name="T64" fmla="*/ 2147483646 w 85"/>
                <a:gd name="T65" fmla="*/ 2147483646 h 286"/>
                <a:gd name="T66" fmla="*/ 2147483646 w 85"/>
                <a:gd name="T67" fmla="*/ 2147483646 h 286"/>
                <a:gd name="T68" fmla="*/ 2147483646 w 85"/>
                <a:gd name="T69" fmla="*/ 2147483646 h 286"/>
                <a:gd name="T70" fmla="*/ 2147483646 w 85"/>
                <a:gd name="T71" fmla="*/ 2147483646 h 286"/>
                <a:gd name="T72" fmla="*/ 2147483646 w 85"/>
                <a:gd name="T73" fmla="*/ 2147483646 h 286"/>
                <a:gd name="T74" fmla="*/ 2147483646 w 85"/>
                <a:gd name="T75" fmla="*/ 2147483646 h 286"/>
                <a:gd name="T76" fmla="*/ 2147483646 w 85"/>
                <a:gd name="T77" fmla="*/ 2147483646 h 286"/>
                <a:gd name="T78" fmla="*/ 2147483646 w 85"/>
                <a:gd name="T79" fmla="*/ 2147483646 h 286"/>
                <a:gd name="T80" fmla="*/ 2147483646 w 85"/>
                <a:gd name="T81" fmla="*/ 2147483646 h 286"/>
                <a:gd name="T82" fmla="*/ 2147483646 w 85"/>
                <a:gd name="T83" fmla="*/ 2147483646 h 286"/>
                <a:gd name="T84" fmla="*/ 2147483646 w 85"/>
                <a:gd name="T85" fmla="*/ 2147483646 h 286"/>
                <a:gd name="T86" fmla="*/ 2147483646 w 85"/>
                <a:gd name="T87" fmla="*/ 2147483646 h 286"/>
                <a:gd name="T88" fmla="*/ 2147483646 w 85"/>
                <a:gd name="T89" fmla="*/ 2147483646 h 286"/>
                <a:gd name="T90" fmla="*/ 2147483646 w 85"/>
                <a:gd name="T91" fmla="*/ 2147483646 h 286"/>
                <a:gd name="T92" fmla="*/ 2147483646 w 85"/>
                <a:gd name="T93" fmla="*/ 2147483646 h 286"/>
                <a:gd name="T94" fmla="*/ 2147483646 w 85"/>
                <a:gd name="T95" fmla="*/ 2147483646 h 286"/>
                <a:gd name="T96" fmla="*/ 2147483646 w 85"/>
                <a:gd name="T97" fmla="*/ 2147483646 h 286"/>
                <a:gd name="T98" fmla="*/ 2147483646 w 85"/>
                <a:gd name="T99" fmla="*/ 2147483646 h 286"/>
                <a:gd name="T100" fmla="*/ 2147483646 w 85"/>
                <a:gd name="T101" fmla="*/ 2147483646 h 286"/>
                <a:gd name="T102" fmla="*/ 2147483646 w 85"/>
                <a:gd name="T103" fmla="*/ 2147483646 h 286"/>
                <a:gd name="T104" fmla="*/ 2147483646 w 85"/>
                <a:gd name="T105" fmla="*/ 2147483646 h 286"/>
                <a:gd name="T106" fmla="*/ 2147483646 w 85"/>
                <a:gd name="T107" fmla="*/ 2147483646 h 286"/>
                <a:gd name="T108" fmla="*/ 2147483646 w 85"/>
                <a:gd name="T109" fmla="*/ 2147483646 h 286"/>
                <a:gd name="T110" fmla="*/ 2147483646 w 85"/>
                <a:gd name="T111" fmla="*/ 2147483646 h 286"/>
                <a:gd name="T112" fmla="*/ 2147483646 w 85"/>
                <a:gd name="T113" fmla="*/ 2147483646 h 2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" h="286">
                  <a:moveTo>
                    <a:pt x="0" y="0"/>
                  </a:moveTo>
                  <a:lnTo>
                    <a:pt x="1" y="2"/>
                  </a:lnTo>
                  <a:lnTo>
                    <a:pt x="3" y="6"/>
                  </a:lnTo>
                  <a:lnTo>
                    <a:pt x="4" y="8"/>
                  </a:lnTo>
                  <a:lnTo>
                    <a:pt x="6" y="11"/>
                  </a:lnTo>
                  <a:lnTo>
                    <a:pt x="7" y="13"/>
                  </a:lnTo>
                  <a:lnTo>
                    <a:pt x="9" y="16"/>
                  </a:lnTo>
                  <a:lnTo>
                    <a:pt x="10" y="18"/>
                  </a:lnTo>
                  <a:lnTo>
                    <a:pt x="10" y="20"/>
                  </a:lnTo>
                  <a:lnTo>
                    <a:pt x="12" y="22"/>
                  </a:lnTo>
                  <a:lnTo>
                    <a:pt x="13" y="24"/>
                  </a:lnTo>
                  <a:lnTo>
                    <a:pt x="14" y="25"/>
                  </a:lnTo>
                  <a:lnTo>
                    <a:pt x="15" y="26"/>
                  </a:lnTo>
                  <a:lnTo>
                    <a:pt x="15" y="28"/>
                  </a:lnTo>
                  <a:lnTo>
                    <a:pt x="16" y="30"/>
                  </a:lnTo>
                  <a:lnTo>
                    <a:pt x="16" y="31"/>
                  </a:lnTo>
                  <a:lnTo>
                    <a:pt x="18" y="32"/>
                  </a:lnTo>
                  <a:lnTo>
                    <a:pt x="19" y="34"/>
                  </a:lnTo>
                  <a:lnTo>
                    <a:pt x="19" y="35"/>
                  </a:lnTo>
                  <a:lnTo>
                    <a:pt x="19" y="36"/>
                  </a:lnTo>
                  <a:lnTo>
                    <a:pt x="20" y="37"/>
                  </a:lnTo>
                  <a:lnTo>
                    <a:pt x="21" y="38"/>
                  </a:lnTo>
                  <a:lnTo>
                    <a:pt x="21" y="40"/>
                  </a:lnTo>
                  <a:lnTo>
                    <a:pt x="22" y="41"/>
                  </a:lnTo>
                  <a:lnTo>
                    <a:pt x="22" y="42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4" y="46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6" y="50"/>
                  </a:lnTo>
                  <a:lnTo>
                    <a:pt x="26" y="52"/>
                  </a:lnTo>
                  <a:lnTo>
                    <a:pt x="27" y="54"/>
                  </a:lnTo>
                  <a:lnTo>
                    <a:pt x="28" y="55"/>
                  </a:lnTo>
                  <a:lnTo>
                    <a:pt x="28" y="56"/>
                  </a:lnTo>
                  <a:lnTo>
                    <a:pt x="30" y="58"/>
                  </a:lnTo>
                  <a:lnTo>
                    <a:pt x="30" y="59"/>
                  </a:lnTo>
                  <a:lnTo>
                    <a:pt x="30" y="61"/>
                  </a:lnTo>
                  <a:lnTo>
                    <a:pt x="31" y="61"/>
                  </a:lnTo>
                  <a:lnTo>
                    <a:pt x="31" y="62"/>
                  </a:lnTo>
                  <a:lnTo>
                    <a:pt x="32" y="64"/>
                  </a:lnTo>
                  <a:lnTo>
                    <a:pt x="32" y="65"/>
                  </a:lnTo>
                  <a:lnTo>
                    <a:pt x="32" y="66"/>
                  </a:lnTo>
                  <a:lnTo>
                    <a:pt x="33" y="67"/>
                  </a:lnTo>
                  <a:lnTo>
                    <a:pt x="33" y="68"/>
                  </a:lnTo>
                  <a:lnTo>
                    <a:pt x="33" y="70"/>
                  </a:lnTo>
                  <a:lnTo>
                    <a:pt x="34" y="71"/>
                  </a:lnTo>
                  <a:lnTo>
                    <a:pt x="34" y="72"/>
                  </a:lnTo>
                  <a:lnTo>
                    <a:pt x="36" y="73"/>
                  </a:lnTo>
                  <a:lnTo>
                    <a:pt x="36" y="74"/>
                  </a:lnTo>
                  <a:lnTo>
                    <a:pt x="36" y="76"/>
                  </a:lnTo>
                  <a:lnTo>
                    <a:pt x="37" y="77"/>
                  </a:lnTo>
                  <a:lnTo>
                    <a:pt x="37" y="78"/>
                  </a:lnTo>
                  <a:lnTo>
                    <a:pt x="37" y="79"/>
                  </a:lnTo>
                  <a:lnTo>
                    <a:pt x="38" y="80"/>
                  </a:lnTo>
                  <a:lnTo>
                    <a:pt x="38" y="82"/>
                  </a:lnTo>
                  <a:lnTo>
                    <a:pt x="39" y="83"/>
                  </a:lnTo>
                  <a:lnTo>
                    <a:pt x="39" y="84"/>
                  </a:lnTo>
                  <a:lnTo>
                    <a:pt x="40" y="86"/>
                  </a:lnTo>
                  <a:lnTo>
                    <a:pt x="40" y="88"/>
                  </a:lnTo>
                  <a:lnTo>
                    <a:pt x="42" y="90"/>
                  </a:lnTo>
                  <a:lnTo>
                    <a:pt x="42" y="91"/>
                  </a:lnTo>
                  <a:lnTo>
                    <a:pt x="43" y="94"/>
                  </a:lnTo>
                  <a:lnTo>
                    <a:pt x="44" y="96"/>
                  </a:lnTo>
                  <a:lnTo>
                    <a:pt x="44" y="97"/>
                  </a:lnTo>
                  <a:lnTo>
                    <a:pt x="45" y="98"/>
                  </a:lnTo>
                  <a:lnTo>
                    <a:pt x="45" y="101"/>
                  </a:lnTo>
                  <a:lnTo>
                    <a:pt x="46" y="102"/>
                  </a:lnTo>
                  <a:lnTo>
                    <a:pt x="46" y="103"/>
                  </a:lnTo>
                  <a:lnTo>
                    <a:pt x="48" y="104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9" y="108"/>
                  </a:lnTo>
                  <a:lnTo>
                    <a:pt x="49" y="109"/>
                  </a:lnTo>
                  <a:lnTo>
                    <a:pt x="49" y="110"/>
                  </a:lnTo>
                  <a:lnTo>
                    <a:pt x="50" y="112"/>
                  </a:lnTo>
                  <a:lnTo>
                    <a:pt x="50" y="113"/>
                  </a:lnTo>
                  <a:lnTo>
                    <a:pt x="50" y="114"/>
                  </a:lnTo>
                  <a:lnTo>
                    <a:pt x="51" y="114"/>
                  </a:lnTo>
                  <a:lnTo>
                    <a:pt x="51" y="115"/>
                  </a:lnTo>
                  <a:lnTo>
                    <a:pt x="51" y="116"/>
                  </a:lnTo>
                  <a:lnTo>
                    <a:pt x="51" y="118"/>
                  </a:lnTo>
                  <a:lnTo>
                    <a:pt x="52" y="119"/>
                  </a:lnTo>
                  <a:lnTo>
                    <a:pt x="52" y="120"/>
                  </a:lnTo>
                  <a:lnTo>
                    <a:pt x="52" y="121"/>
                  </a:lnTo>
                  <a:lnTo>
                    <a:pt x="54" y="122"/>
                  </a:lnTo>
                  <a:lnTo>
                    <a:pt x="54" y="124"/>
                  </a:lnTo>
                  <a:lnTo>
                    <a:pt x="54" y="125"/>
                  </a:lnTo>
                  <a:lnTo>
                    <a:pt x="55" y="126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7" y="133"/>
                  </a:lnTo>
                  <a:lnTo>
                    <a:pt x="57" y="136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40"/>
                  </a:lnTo>
                  <a:lnTo>
                    <a:pt x="60" y="143"/>
                  </a:lnTo>
                  <a:lnTo>
                    <a:pt x="60" y="144"/>
                  </a:lnTo>
                  <a:lnTo>
                    <a:pt x="61" y="145"/>
                  </a:lnTo>
                  <a:lnTo>
                    <a:pt x="61" y="146"/>
                  </a:lnTo>
                  <a:lnTo>
                    <a:pt x="61" y="149"/>
                  </a:lnTo>
                  <a:lnTo>
                    <a:pt x="62" y="150"/>
                  </a:lnTo>
                  <a:lnTo>
                    <a:pt x="62" y="151"/>
                  </a:lnTo>
                  <a:lnTo>
                    <a:pt x="63" y="152"/>
                  </a:lnTo>
                  <a:lnTo>
                    <a:pt x="63" y="154"/>
                  </a:lnTo>
                  <a:lnTo>
                    <a:pt x="63" y="155"/>
                  </a:lnTo>
                  <a:lnTo>
                    <a:pt x="63" y="156"/>
                  </a:lnTo>
                  <a:lnTo>
                    <a:pt x="64" y="157"/>
                  </a:lnTo>
                  <a:lnTo>
                    <a:pt x="64" y="158"/>
                  </a:lnTo>
                  <a:lnTo>
                    <a:pt x="64" y="160"/>
                  </a:lnTo>
                  <a:lnTo>
                    <a:pt x="66" y="161"/>
                  </a:lnTo>
                  <a:lnTo>
                    <a:pt x="66" y="162"/>
                  </a:lnTo>
                  <a:lnTo>
                    <a:pt x="66" y="163"/>
                  </a:lnTo>
                  <a:lnTo>
                    <a:pt x="67" y="164"/>
                  </a:lnTo>
                  <a:lnTo>
                    <a:pt x="67" y="166"/>
                  </a:lnTo>
                  <a:lnTo>
                    <a:pt x="67" y="167"/>
                  </a:lnTo>
                  <a:lnTo>
                    <a:pt x="68" y="168"/>
                  </a:lnTo>
                  <a:lnTo>
                    <a:pt x="68" y="170"/>
                  </a:lnTo>
                  <a:lnTo>
                    <a:pt x="68" y="172"/>
                  </a:lnTo>
                  <a:lnTo>
                    <a:pt x="69" y="173"/>
                  </a:lnTo>
                  <a:lnTo>
                    <a:pt x="69" y="175"/>
                  </a:lnTo>
                  <a:lnTo>
                    <a:pt x="70" y="176"/>
                  </a:lnTo>
                  <a:lnTo>
                    <a:pt x="70" y="179"/>
                  </a:lnTo>
                  <a:lnTo>
                    <a:pt x="72" y="181"/>
                  </a:lnTo>
                  <a:lnTo>
                    <a:pt x="72" y="182"/>
                  </a:lnTo>
                  <a:lnTo>
                    <a:pt x="73" y="185"/>
                  </a:lnTo>
                  <a:lnTo>
                    <a:pt x="73" y="186"/>
                  </a:lnTo>
                  <a:lnTo>
                    <a:pt x="74" y="187"/>
                  </a:lnTo>
                  <a:lnTo>
                    <a:pt x="74" y="188"/>
                  </a:lnTo>
                  <a:lnTo>
                    <a:pt x="74" y="191"/>
                  </a:lnTo>
                  <a:lnTo>
                    <a:pt x="75" y="192"/>
                  </a:lnTo>
                  <a:lnTo>
                    <a:pt x="75" y="193"/>
                  </a:lnTo>
                  <a:lnTo>
                    <a:pt x="75" y="194"/>
                  </a:lnTo>
                  <a:lnTo>
                    <a:pt x="75" y="196"/>
                  </a:lnTo>
                  <a:lnTo>
                    <a:pt x="76" y="196"/>
                  </a:lnTo>
                  <a:lnTo>
                    <a:pt x="76" y="197"/>
                  </a:lnTo>
                  <a:lnTo>
                    <a:pt x="76" y="198"/>
                  </a:lnTo>
                  <a:lnTo>
                    <a:pt x="76" y="199"/>
                  </a:lnTo>
                  <a:lnTo>
                    <a:pt x="76" y="200"/>
                  </a:lnTo>
                  <a:lnTo>
                    <a:pt x="78" y="202"/>
                  </a:lnTo>
                  <a:lnTo>
                    <a:pt x="78" y="203"/>
                  </a:lnTo>
                  <a:lnTo>
                    <a:pt x="78" y="204"/>
                  </a:lnTo>
                  <a:lnTo>
                    <a:pt x="78" y="205"/>
                  </a:lnTo>
                  <a:lnTo>
                    <a:pt x="78" y="206"/>
                  </a:lnTo>
                  <a:lnTo>
                    <a:pt x="78" y="208"/>
                  </a:lnTo>
                  <a:lnTo>
                    <a:pt x="78" y="209"/>
                  </a:lnTo>
                  <a:lnTo>
                    <a:pt x="79" y="210"/>
                  </a:lnTo>
                  <a:lnTo>
                    <a:pt x="79" y="211"/>
                  </a:lnTo>
                  <a:lnTo>
                    <a:pt x="79" y="214"/>
                  </a:lnTo>
                  <a:lnTo>
                    <a:pt x="79" y="215"/>
                  </a:lnTo>
                  <a:lnTo>
                    <a:pt x="79" y="216"/>
                  </a:lnTo>
                  <a:lnTo>
                    <a:pt x="79" y="217"/>
                  </a:lnTo>
                  <a:lnTo>
                    <a:pt x="79" y="220"/>
                  </a:lnTo>
                  <a:lnTo>
                    <a:pt x="79" y="221"/>
                  </a:lnTo>
                  <a:lnTo>
                    <a:pt x="79" y="223"/>
                  </a:lnTo>
                  <a:lnTo>
                    <a:pt x="80" y="224"/>
                  </a:lnTo>
                  <a:lnTo>
                    <a:pt x="80" y="226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9"/>
                  </a:lnTo>
                  <a:lnTo>
                    <a:pt x="80" y="230"/>
                  </a:lnTo>
                  <a:lnTo>
                    <a:pt x="80" y="232"/>
                  </a:lnTo>
                  <a:lnTo>
                    <a:pt x="80" y="233"/>
                  </a:lnTo>
                  <a:lnTo>
                    <a:pt x="80" y="234"/>
                  </a:lnTo>
                  <a:lnTo>
                    <a:pt x="80" y="235"/>
                  </a:lnTo>
                  <a:lnTo>
                    <a:pt x="80" y="236"/>
                  </a:lnTo>
                  <a:lnTo>
                    <a:pt x="81" y="238"/>
                  </a:lnTo>
                  <a:lnTo>
                    <a:pt x="81" y="239"/>
                  </a:lnTo>
                  <a:lnTo>
                    <a:pt x="81" y="240"/>
                  </a:lnTo>
                  <a:lnTo>
                    <a:pt x="81" y="241"/>
                  </a:lnTo>
                  <a:lnTo>
                    <a:pt x="81" y="242"/>
                  </a:lnTo>
                  <a:lnTo>
                    <a:pt x="81" y="244"/>
                  </a:lnTo>
                  <a:lnTo>
                    <a:pt x="82" y="245"/>
                  </a:lnTo>
                  <a:lnTo>
                    <a:pt x="82" y="246"/>
                  </a:lnTo>
                  <a:lnTo>
                    <a:pt x="82" y="247"/>
                  </a:lnTo>
                  <a:lnTo>
                    <a:pt x="82" y="248"/>
                  </a:lnTo>
                  <a:lnTo>
                    <a:pt x="82" y="250"/>
                  </a:lnTo>
                  <a:lnTo>
                    <a:pt x="82" y="251"/>
                  </a:lnTo>
                  <a:lnTo>
                    <a:pt x="84" y="251"/>
                  </a:lnTo>
                  <a:lnTo>
                    <a:pt x="84" y="252"/>
                  </a:lnTo>
                  <a:lnTo>
                    <a:pt x="84" y="253"/>
                  </a:lnTo>
                  <a:lnTo>
                    <a:pt x="84" y="254"/>
                  </a:lnTo>
                  <a:lnTo>
                    <a:pt x="84" y="256"/>
                  </a:lnTo>
                  <a:lnTo>
                    <a:pt x="85" y="257"/>
                  </a:lnTo>
                  <a:lnTo>
                    <a:pt x="85" y="258"/>
                  </a:lnTo>
                  <a:lnTo>
                    <a:pt x="85" y="259"/>
                  </a:lnTo>
                  <a:lnTo>
                    <a:pt x="85" y="260"/>
                  </a:lnTo>
                  <a:lnTo>
                    <a:pt x="85" y="262"/>
                  </a:lnTo>
                  <a:lnTo>
                    <a:pt x="85" y="263"/>
                  </a:lnTo>
                  <a:lnTo>
                    <a:pt x="85" y="264"/>
                  </a:lnTo>
                  <a:lnTo>
                    <a:pt x="85" y="265"/>
                  </a:lnTo>
                  <a:lnTo>
                    <a:pt x="85" y="266"/>
                  </a:lnTo>
                  <a:lnTo>
                    <a:pt x="85" y="268"/>
                  </a:lnTo>
                  <a:lnTo>
                    <a:pt x="85" y="269"/>
                  </a:lnTo>
                  <a:lnTo>
                    <a:pt x="85" y="270"/>
                  </a:lnTo>
                  <a:lnTo>
                    <a:pt x="85" y="271"/>
                  </a:lnTo>
                  <a:lnTo>
                    <a:pt x="85" y="272"/>
                  </a:lnTo>
                  <a:lnTo>
                    <a:pt x="85" y="274"/>
                  </a:lnTo>
                  <a:lnTo>
                    <a:pt x="84" y="276"/>
                  </a:lnTo>
                  <a:lnTo>
                    <a:pt x="84" y="277"/>
                  </a:lnTo>
                  <a:lnTo>
                    <a:pt x="84" y="280"/>
                  </a:lnTo>
                  <a:lnTo>
                    <a:pt x="84" y="282"/>
                  </a:lnTo>
                  <a:lnTo>
                    <a:pt x="84" y="283"/>
                  </a:lnTo>
                  <a:lnTo>
                    <a:pt x="84" y="28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55" name="Freeform 219">
              <a:extLst>
                <a:ext uri="{FF2B5EF4-FFF2-40B4-BE49-F238E27FC236}">
                  <a16:creationId xmlns:a16="http://schemas.microsoft.com/office/drawing/2014/main" id="{57EFDE83-7C81-45F6-A130-B4B54BAFE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088" y="5629275"/>
              <a:ext cx="66675" cy="228600"/>
            </a:xfrm>
            <a:custGeom>
              <a:avLst/>
              <a:gdLst>
                <a:gd name="T0" fmla="*/ 2147483646 w 85"/>
                <a:gd name="T1" fmla="*/ 2147483646 h 287"/>
                <a:gd name="T2" fmla="*/ 2147483646 w 85"/>
                <a:gd name="T3" fmla="*/ 2147483646 h 287"/>
                <a:gd name="T4" fmla="*/ 2147483646 w 85"/>
                <a:gd name="T5" fmla="*/ 2147483646 h 287"/>
                <a:gd name="T6" fmla="*/ 2147483646 w 85"/>
                <a:gd name="T7" fmla="*/ 2147483646 h 287"/>
                <a:gd name="T8" fmla="*/ 2147483646 w 85"/>
                <a:gd name="T9" fmla="*/ 2147483646 h 287"/>
                <a:gd name="T10" fmla="*/ 2147483646 w 85"/>
                <a:gd name="T11" fmla="*/ 2147483646 h 287"/>
                <a:gd name="T12" fmla="*/ 2147483646 w 85"/>
                <a:gd name="T13" fmla="*/ 2147483646 h 287"/>
                <a:gd name="T14" fmla="*/ 2147483646 w 85"/>
                <a:gd name="T15" fmla="*/ 2147483646 h 287"/>
                <a:gd name="T16" fmla="*/ 2147483646 w 85"/>
                <a:gd name="T17" fmla="*/ 2147483646 h 287"/>
                <a:gd name="T18" fmla="*/ 2147483646 w 85"/>
                <a:gd name="T19" fmla="*/ 2147483646 h 287"/>
                <a:gd name="T20" fmla="*/ 2147483646 w 85"/>
                <a:gd name="T21" fmla="*/ 2147483646 h 287"/>
                <a:gd name="T22" fmla="*/ 2147483646 w 85"/>
                <a:gd name="T23" fmla="*/ 2147483646 h 287"/>
                <a:gd name="T24" fmla="*/ 2147483646 w 85"/>
                <a:gd name="T25" fmla="*/ 2147483646 h 287"/>
                <a:gd name="T26" fmla="*/ 2147483646 w 85"/>
                <a:gd name="T27" fmla="*/ 2147483646 h 287"/>
                <a:gd name="T28" fmla="*/ 2147483646 w 85"/>
                <a:gd name="T29" fmla="*/ 2147483646 h 287"/>
                <a:gd name="T30" fmla="*/ 2147483646 w 85"/>
                <a:gd name="T31" fmla="*/ 2147483646 h 287"/>
                <a:gd name="T32" fmla="*/ 2147483646 w 85"/>
                <a:gd name="T33" fmla="*/ 2147483646 h 287"/>
                <a:gd name="T34" fmla="*/ 2147483646 w 85"/>
                <a:gd name="T35" fmla="*/ 2147483646 h 287"/>
                <a:gd name="T36" fmla="*/ 2147483646 w 85"/>
                <a:gd name="T37" fmla="*/ 2147483646 h 287"/>
                <a:gd name="T38" fmla="*/ 2147483646 w 85"/>
                <a:gd name="T39" fmla="*/ 2147483646 h 287"/>
                <a:gd name="T40" fmla="*/ 2147483646 w 85"/>
                <a:gd name="T41" fmla="*/ 2147483646 h 287"/>
                <a:gd name="T42" fmla="*/ 2147483646 w 85"/>
                <a:gd name="T43" fmla="*/ 2147483646 h 287"/>
                <a:gd name="T44" fmla="*/ 2147483646 w 85"/>
                <a:gd name="T45" fmla="*/ 2147483646 h 287"/>
                <a:gd name="T46" fmla="*/ 2147483646 w 85"/>
                <a:gd name="T47" fmla="*/ 2147483646 h 287"/>
                <a:gd name="T48" fmla="*/ 2147483646 w 85"/>
                <a:gd name="T49" fmla="*/ 2147483646 h 287"/>
                <a:gd name="T50" fmla="*/ 2147483646 w 85"/>
                <a:gd name="T51" fmla="*/ 2147483646 h 287"/>
                <a:gd name="T52" fmla="*/ 2147483646 w 85"/>
                <a:gd name="T53" fmla="*/ 2147483646 h 287"/>
                <a:gd name="T54" fmla="*/ 2147483646 w 85"/>
                <a:gd name="T55" fmla="*/ 2147483646 h 287"/>
                <a:gd name="T56" fmla="*/ 2147483646 w 85"/>
                <a:gd name="T57" fmla="*/ 2147483646 h 287"/>
                <a:gd name="T58" fmla="*/ 2147483646 w 85"/>
                <a:gd name="T59" fmla="*/ 2147483646 h 287"/>
                <a:gd name="T60" fmla="*/ 2147483646 w 85"/>
                <a:gd name="T61" fmla="*/ 2147483646 h 287"/>
                <a:gd name="T62" fmla="*/ 2147483646 w 85"/>
                <a:gd name="T63" fmla="*/ 2147483646 h 287"/>
                <a:gd name="T64" fmla="*/ 2147483646 w 85"/>
                <a:gd name="T65" fmla="*/ 2147483646 h 287"/>
                <a:gd name="T66" fmla="*/ 2147483646 w 85"/>
                <a:gd name="T67" fmla="*/ 2147483646 h 287"/>
                <a:gd name="T68" fmla="*/ 2147483646 w 85"/>
                <a:gd name="T69" fmla="*/ 2147483646 h 287"/>
                <a:gd name="T70" fmla="*/ 2147483646 w 85"/>
                <a:gd name="T71" fmla="*/ 2147483646 h 287"/>
                <a:gd name="T72" fmla="*/ 2147483646 w 85"/>
                <a:gd name="T73" fmla="*/ 2147483646 h 287"/>
                <a:gd name="T74" fmla="*/ 2147483646 w 85"/>
                <a:gd name="T75" fmla="*/ 2147483646 h 287"/>
                <a:gd name="T76" fmla="*/ 2147483646 w 85"/>
                <a:gd name="T77" fmla="*/ 2147483646 h 287"/>
                <a:gd name="T78" fmla="*/ 2147483646 w 85"/>
                <a:gd name="T79" fmla="*/ 2147483646 h 287"/>
                <a:gd name="T80" fmla="*/ 2147483646 w 85"/>
                <a:gd name="T81" fmla="*/ 2147483646 h 287"/>
                <a:gd name="T82" fmla="*/ 2147483646 w 85"/>
                <a:gd name="T83" fmla="*/ 2147483646 h 287"/>
                <a:gd name="T84" fmla="*/ 2147483646 w 85"/>
                <a:gd name="T85" fmla="*/ 2147483646 h 287"/>
                <a:gd name="T86" fmla="*/ 2147483646 w 85"/>
                <a:gd name="T87" fmla="*/ 2147483646 h 287"/>
                <a:gd name="T88" fmla="*/ 2147483646 w 85"/>
                <a:gd name="T89" fmla="*/ 2147483646 h 287"/>
                <a:gd name="T90" fmla="*/ 2147483646 w 85"/>
                <a:gd name="T91" fmla="*/ 2147483646 h 287"/>
                <a:gd name="T92" fmla="*/ 2147483646 w 85"/>
                <a:gd name="T93" fmla="*/ 2147483646 h 287"/>
                <a:gd name="T94" fmla="*/ 2147483646 w 85"/>
                <a:gd name="T95" fmla="*/ 2147483646 h 287"/>
                <a:gd name="T96" fmla="*/ 2147483646 w 85"/>
                <a:gd name="T97" fmla="*/ 2147483646 h 287"/>
                <a:gd name="T98" fmla="*/ 2147483646 w 85"/>
                <a:gd name="T99" fmla="*/ 2147483646 h 287"/>
                <a:gd name="T100" fmla="*/ 2147483646 w 85"/>
                <a:gd name="T101" fmla="*/ 2147483646 h 287"/>
                <a:gd name="T102" fmla="*/ 2147483646 w 85"/>
                <a:gd name="T103" fmla="*/ 2147483646 h 287"/>
                <a:gd name="T104" fmla="*/ 2147483646 w 85"/>
                <a:gd name="T105" fmla="*/ 2147483646 h 287"/>
                <a:gd name="T106" fmla="*/ 2147483646 w 85"/>
                <a:gd name="T107" fmla="*/ 2147483646 h 287"/>
                <a:gd name="T108" fmla="*/ 2147483646 w 85"/>
                <a:gd name="T109" fmla="*/ 2147483646 h 287"/>
                <a:gd name="T110" fmla="*/ 2147483646 w 85"/>
                <a:gd name="T111" fmla="*/ 2147483646 h 287"/>
                <a:gd name="T112" fmla="*/ 2147483646 w 85"/>
                <a:gd name="T113" fmla="*/ 2147483646 h 2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" h="287">
                  <a:moveTo>
                    <a:pt x="0" y="287"/>
                  </a:moveTo>
                  <a:lnTo>
                    <a:pt x="1" y="284"/>
                  </a:lnTo>
                  <a:lnTo>
                    <a:pt x="3" y="281"/>
                  </a:lnTo>
                  <a:lnTo>
                    <a:pt x="4" y="278"/>
                  </a:lnTo>
                  <a:lnTo>
                    <a:pt x="6" y="275"/>
                  </a:lnTo>
                  <a:lnTo>
                    <a:pt x="7" y="273"/>
                  </a:lnTo>
                  <a:lnTo>
                    <a:pt x="9" y="270"/>
                  </a:lnTo>
                  <a:lnTo>
                    <a:pt x="10" y="269"/>
                  </a:lnTo>
                  <a:lnTo>
                    <a:pt x="10" y="267"/>
                  </a:lnTo>
                  <a:lnTo>
                    <a:pt x="12" y="264"/>
                  </a:lnTo>
                  <a:lnTo>
                    <a:pt x="13" y="263"/>
                  </a:lnTo>
                  <a:lnTo>
                    <a:pt x="14" y="262"/>
                  </a:lnTo>
                  <a:lnTo>
                    <a:pt x="15" y="260"/>
                  </a:lnTo>
                  <a:lnTo>
                    <a:pt x="15" y="258"/>
                  </a:lnTo>
                  <a:lnTo>
                    <a:pt x="16" y="257"/>
                  </a:lnTo>
                  <a:lnTo>
                    <a:pt x="16" y="256"/>
                  </a:lnTo>
                  <a:lnTo>
                    <a:pt x="18" y="255"/>
                  </a:lnTo>
                  <a:lnTo>
                    <a:pt x="19" y="254"/>
                  </a:lnTo>
                  <a:lnTo>
                    <a:pt x="19" y="252"/>
                  </a:lnTo>
                  <a:lnTo>
                    <a:pt x="19" y="251"/>
                  </a:lnTo>
                  <a:lnTo>
                    <a:pt x="20" y="250"/>
                  </a:lnTo>
                  <a:lnTo>
                    <a:pt x="20" y="249"/>
                  </a:lnTo>
                  <a:lnTo>
                    <a:pt x="21" y="248"/>
                  </a:lnTo>
                  <a:lnTo>
                    <a:pt x="21" y="246"/>
                  </a:lnTo>
                  <a:lnTo>
                    <a:pt x="22" y="245"/>
                  </a:lnTo>
                  <a:lnTo>
                    <a:pt x="22" y="244"/>
                  </a:lnTo>
                  <a:lnTo>
                    <a:pt x="24" y="243"/>
                  </a:lnTo>
                  <a:lnTo>
                    <a:pt x="24" y="242"/>
                  </a:lnTo>
                  <a:lnTo>
                    <a:pt x="24" y="240"/>
                  </a:lnTo>
                  <a:lnTo>
                    <a:pt x="25" y="239"/>
                  </a:lnTo>
                  <a:lnTo>
                    <a:pt x="25" y="238"/>
                  </a:lnTo>
                  <a:lnTo>
                    <a:pt x="26" y="236"/>
                  </a:lnTo>
                  <a:lnTo>
                    <a:pt x="26" y="234"/>
                  </a:lnTo>
                  <a:lnTo>
                    <a:pt x="27" y="233"/>
                  </a:lnTo>
                  <a:lnTo>
                    <a:pt x="28" y="231"/>
                  </a:lnTo>
                  <a:lnTo>
                    <a:pt x="28" y="230"/>
                  </a:lnTo>
                  <a:lnTo>
                    <a:pt x="30" y="228"/>
                  </a:lnTo>
                  <a:lnTo>
                    <a:pt x="30" y="227"/>
                  </a:lnTo>
                  <a:lnTo>
                    <a:pt x="30" y="226"/>
                  </a:lnTo>
                  <a:lnTo>
                    <a:pt x="31" y="225"/>
                  </a:lnTo>
                  <a:lnTo>
                    <a:pt x="31" y="224"/>
                  </a:lnTo>
                  <a:lnTo>
                    <a:pt x="32" y="222"/>
                  </a:lnTo>
                  <a:lnTo>
                    <a:pt x="32" y="221"/>
                  </a:lnTo>
                  <a:lnTo>
                    <a:pt x="33" y="220"/>
                  </a:lnTo>
                  <a:lnTo>
                    <a:pt x="33" y="219"/>
                  </a:lnTo>
                  <a:lnTo>
                    <a:pt x="33" y="218"/>
                  </a:lnTo>
                  <a:lnTo>
                    <a:pt x="33" y="216"/>
                  </a:lnTo>
                  <a:lnTo>
                    <a:pt x="34" y="216"/>
                  </a:lnTo>
                  <a:lnTo>
                    <a:pt x="34" y="215"/>
                  </a:lnTo>
                  <a:lnTo>
                    <a:pt x="34" y="214"/>
                  </a:lnTo>
                  <a:lnTo>
                    <a:pt x="36" y="213"/>
                  </a:lnTo>
                  <a:lnTo>
                    <a:pt x="36" y="212"/>
                  </a:lnTo>
                  <a:lnTo>
                    <a:pt x="37" y="210"/>
                  </a:lnTo>
                  <a:lnTo>
                    <a:pt x="37" y="209"/>
                  </a:lnTo>
                  <a:lnTo>
                    <a:pt x="37" y="208"/>
                  </a:lnTo>
                  <a:lnTo>
                    <a:pt x="38" y="207"/>
                  </a:lnTo>
                  <a:lnTo>
                    <a:pt x="38" y="204"/>
                  </a:lnTo>
                  <a:lnTo>
                    <a:pt x="39" y="203"/>
                  </a:lnTo>
                  <a:lnTo>
                    <a:pt x="39" y="202"/>
                  </a:lnTo>
                  <a:lnTo>
                    <a:pt x="40" y="201"/>
                  </a:lnTo>
                  <a:lnTo>
                    <a:pt x="40" y="198"/>
                  </a:lnTo>
                  <a:lnTo>
                    <a:pt x="42" y="197"/>
                  </a:lnTo>
                  <a:lnTo>
                    <a:pt x="42" y="195"/>
                  </a:lnTo>
                  <a:lnTo>
                    <a:pt x="43" y="192"/>
                  </a:lnTo>
                  <a:lnTo>
                    <a:pt x="44" y="191"/>
                  </a:lnTo>
                  <a:lnTo>
                    <a:pt x="44" y="189"/>
                  </a:lnTo>
                  <a:lnTo>
                    <a:pt x="45" y="188"/>
                  </a:lnTo>
                  <a:lnTo>
                    <a:pt x="45" y="186"/>
                  </a:lnTo>
                  <a:lnTo>
                    <a:pt x="46" y="184"/>
                  </a:lnTo>
                  <a:lnTo>
                    <a:pt x="46" y="183"/>
                  </a:lnTo>
                  <a:lnTo>
                    <a:pt x="48" y="182"/>
                  </a:lnTo>
                  <a:lnTo>
                    <a:pt x="48" y="180"/>
                  </a:lnTo>
                  <a:lnTo>
                    <a:pt x="48" y="179"/>
                  </a:lnTo>
                  <a:lnTo>
                    <a:pt x="49" y="178"/>
                  </a:lnTo>
                  <a:lnTo>
                    <a:pt x="49" y="177"/>
                  </a:lnTo>
                  <a:lnTo>
                    <a:pt x="49" y="176"/>
                  </a:lnTo>
                  <a:lnTo>
                    <a:pt x="50" y="176"/>
                  </a:lnTo>
                  <a:lnTo>
                    <a:pt x="50" y="174"/>
                  </a:lnTo>
                  <a:lnTo>
                    <a:pt x="50" y="173"/>
                  </a:lnTo>
                  <a:lnTo>
                    <a:pt x="51" y="172"/>
                  </a:lnTo>
                  <a:lnTo>
                    <a:pt x="51" y="171"/>
                  </a:lnTo>
                  <a:lnTo>
                    <a:pt x="51" y="170"/>
                  </a:lnTo>
                  <a:lnTo>
                    <a:pt x="51" y="168"/>
                  </a:lnTo>
                  <a:lnTo>
                    <a:pt x="52" y="167"/>
                  </a:lnTo>
                  <a:lnTo>
                    <a:pt x="52" y="166"/>
                  </a:lnTo>
                  <a:lnTo>
                    <a:pt x="54" y="165"/>
                  </a:lnTo>
                  <a:lnTo>
                    <a:pt x="54" y="162"/>
                  </a:lnTo>
                  <a:lnTo>
                    <a:pt x="54" y="161"/>
                  </a:lnTo>
                  <a:lnTo>
                    <a:pt x="55" y="160"/>
                  </a:lnTo>
                  <a:lnTo>
                    <a:pt x="55" y="159"/>
                  </a:lnTo>
                  <a:lnTo>
                    <a:pt x="56" y="156"/>
                  </a:lnTo>
                  <a:lnTo>
                    <a:pt x="56" y="155"/>
                  </a:lnTo>
                  <a:lnTo>
                    <a:pt x="57" y="153"/>
                  </a:lnTo>
                  <a:lnTo>
                    <a:pt x="57" y="152"/>
                  </a:lnTo>
                  <a:lnTo>
                    <a:pt x="58" y="149"/>
                  </a:lnTo>
                  <a:lnTo>
                    <a:pt x="58" y="148"/>
                  </a:lnTo>
                  <a:lnTo>
                    <a:pt x="60" y="146"/>
                  </a:lnTo>
                  <a:lnTo>
                    <a:pt x="60" y="144"/>
                  </a:lnTo>
                  <a:lnTo>
                    <a:pt x="60" y="142"/>
                  </a:lnTo>
                  <a:lnTo>
                    <a:pt x="61" y="141"/>
                  </a:lnTo>
                  <a:lnTo>
                    <a:pt x="61" y="140"/>
                  </a:lnTo>
                  <a:lnTo>
                    <a:pt x="61" y="138"/>
                  </a:lnTo>
                  <a:lnTo>
                    <a:pt x="62" y="137"/>
                  </a:lnTo>
                  <a:lnTo>
                    <a:pt x="62" y="136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1"/>
                  </a:lnTo>
                  <a:lnTo>
                    <a:pt x="63" y="130"/>
                  </a:lnTo>
                  <a:lnTo>
                    <a:pt x="64" y="130"/>
                  </a:lnTo>
                  <a:lnTo>
                    <a:pt x="64" y="129"/>
                  </a:lnTo>
                  <a:lnTo>
                    <a:pt x="64" y="128"/>
                  </a:lnTo>
                  <a:lnTo>
                    <a:pt x="64" y="126"/>
                  </a:lnTo>
                  <a:lnTo>
                    <a:pt x="66" y="125"/>
                  </a:lnTo>
                  <a:lnTo>
                    <a:pt x="66" y="124"/>
                  </a:lnTo>
                  <a:lnTo>
                    <a:pt x="66" y="123"/>
                  </a:lnTo>
                  <a:lnTo>
                    <a:pt x="67" y="122"/>
                  </a:lnTo>
                  <a:lnTo>
                    <a:pt x="67" y="120"/>
                  </a:lnTo>
                  <a:lnTo>
                    <a:pt x="67" y="119"/>
                  </a:lnTo>
                  <a:lnTo>
                    <a:pt x="68" y="118"/>
                  </a:lnTo>
                  <a:lnTo>
                    <a:pt x="68" y="117"/>
                  </a:lnTo>
                  <a:lnTo>
                    <a:pt x="68" y="114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70" y="110"/>
                  </a:lnTo>
                  <a:lnTo>
                    <a:pt x="70" y="107"/>
                  </a:lnTo>
                  <a:lnTo>
                    <a:pt x="72" y="106"/>
                  </a:lnTo>
                  <a:lnTo>
                    <a:pt x="72" y="104"/>
                  </a:lnTo>
                  <a:lnTo>
                    <a:pt x="73" y="102"/>
                  </a:lnTo>
                  <a:lnTo>
                    <a:pt x="73" y="100"/>
                  </a:lnTo>
                  <a:lnTo>
                    <a:pt x="74" y="99"/>
                  </a:lnTo>
                  <a:lnTo>
                    <a:pt x="74" y="98"/>
                  </a:lnTo>
                  <a:lnTo>
                    <a:pt x="74" y="96"/>
                  </a:lnTo>
                  <a:lnTo>
                    <a:pt x="75" y="95"/>
                  </a:lnTo>
                  <a:lnTo>
                    <a:pt x="75" y="94"/>
                  </a:lnTo>
                  <a:lnTo>
                    <a:pt x="75" y="93"/>
                  </a:lnTo>
                  <a:lnTo>
                    <a:pt x="75" y="92"/>
                  </a:lnTo>
                  <a:lnTo>
                    <a:pt x="76" y="90"/>
                  </a:lnTo>
                  <a:lnTo>
                    <a:pt x="76" y="89"/>
                  </a:lnTo>
                  <a:lnTo>
                    <a:pt x="76" y="88"/>
                  </a:lnTo>
                  <a:lnTo>
                    <a:pt x="76" y="87"/>
                  </a:lnTo>
                  <a:lnTo>
                    <a:pt x="78" y="86"/>
                  </a:lnTo>
                  <a:lnTo>
                    <a:pt x="78" y="84"/>
                  </a:lnTo>
                  <a:lnTo>
                    <a:pt x="78" y="83"/>
                  </a:lnTo>
                  <a:lnTo>
                    <a:pt x="78" y="82"/>
                  </a:lnTo>
                  <a:lnTo>
                    <a:pt x="78" y="81"/>
                  </a:lnTo>
                  <a:lnTo>
                    <a:pt x="78" y="80"/>
                  </a:lnTo>
                  <a:lnTo>
                    <a:pt x="78" y="78"/>
                  </a:lnTo>
                  <a:lnTo>
                    <a:pt x="78" y="77"/>
                  </a:lnTo>
                  <a:lnTo>
                    <a:pt x="79" y="76"/>
                  </a:lnTo>
                  <a:lnTo>
                    <a:pt x="79" y="75"/>
                  </a:lnTo>
                  <a:lnTo>
                    <a:pt x="79" y="74"/>
                  </a:lnTo>
                  <a:lnTo>
                    <a:pt x="79" y="72"/>
                  </a:lnTo>
                  <a:lnTo>
                    <a:pt x="79" y="71"/>
                  </a:lnTo>
                  <a:lnTo>
                    <a:pt x="79" y="69"/>
                  </a:lnTo>
                  <a:lnTo>
                    <a:pt x="79" y="68"/>
                  </a:lnTo>
                  <a:lnTo>
                    <a:pt x="79" y="65"/>
                  </a:lnTo>
                  <a:lnTo>
                    <a:pt x="79" y="64"/>
                  </a:lnTo>
                  <a:lnTo>
                    <a:pt x="80" y="63"/>
                  </a:lnTo>
                  <a:lnTo>
                    <a:pt x="80" y="62"/>
                  </a:lnTo>
                  <a:lnTo>
                    <a:pt x="80" y="59"/>
                  </a:lnTo>
                  <a:lnTo>
                    <a:pt x="80" y="58"/>
                  </a:lnTo>
                  <a:lnTo>
                    <a:pt x="80" y="57"/>
                  </a:lnTo>
                  <a:lnTo>
                    <a:pt x="80" y="56"/>
                  </a:lnTo>
                  <a:lnTo>
                    <a:pt x="80" y="54"/>
                  </a:lnTo>
                  <a:lnTo>
                    <a:pt x="80" y="53"/>
                  </a:lnTo>
                  <a:lnTo>
                    <a:pt x="80" y="52"/>
                  </a:lnTo>
                  <a:lnTo>
                    <a:pt x="80" y="51"/>
                  </a:lnTo>
                  <a:lnTo>
                    <a:pt x="80" y="50"/>
                  </a:lnTo>
                  <a:lnTo>
                    <a:pt x="81" y="50"/>
                  </a:lnTo>
                  <a:lnTo>
                    <a:pt x="81" y="48"/>
                  </a:lnTo>
                  <a:lnTo>
                    <a:pt x="81" y="47"/>
                  </a:lnTo>
                  <a:lnTo>
                    <a:pt x="81" y="46"/>
                  </a:lnTo>
                  <a:lnTo>
                    <a:pt x="81" y="45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2" y="42"/>
                  </a:lnTo>
                  <a:lnTo>
                    <a:pt x="82" y="41"/>
                  </a:lnTo>
                  <a:lnTo>
                    <a:pt x="82" y="40"/>
                  </a:lnTo>
                  <a:lnTo>
                    <a:pt x="82" y="39"/>
                  </a:lnTo>
                  <a:lnTo>
                    <a:pt x="82" y="38"/>
                  </a:lnTo>
                  <a:lnTo>
                    <a:pt x="82" y="36"/>
                  </a:lnTo>
                  <a:lnTo>
                    <a:pt x="84" y="35"/>
                  </a:lnTo>
                  <a:lnTo>
                    <a:pt x="84" y="34"/>
                  </a:lnTo>
                  <a:lnTo>
                    <a:pt x="84" y="33"/>
                  </a:lnTo>
                  <a:lnTo>
                    <a:pt x="84" y="32"/>
                  </a:lnTo>
                  <a:lnTo>
                    <a:pt x="84" y="30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7"/>
                  </a:lnTo>
                  <a:lnTo>
                    <a:pt x="85" y="26"/>
                  </a:lnTo>
                  <a:lnTo>
                    <a:pt x="85" y="24"/>
                  </a:lnTo>
                  <a:lnTo>
                    <a:pt x="85" y="23"/>
                  </a:lnTo>
                  <a:lnTo>
                    <a:pt x="85" y="22"/>
                  </a:lnTo>
                  <a:lnTo>
                    <a:pt x="85" y="21"/>
                  </a:lnTo>
                  <a:lnTo>
                    <a:pt x="85" y="20"/>
                  </a:lnTo>
                  <a:lnTo>
                    <a:pt x="85" y="18"/>
                  </a:lnTo>
                  <a:lnTo>
                    <a:pt x="85" y="17"/>
                  </a:lnTo>
                  <a:lnTo>
                    <a:pt x="85" y="16"/>
                  </a:lnTo>
                  <a:lnTo>
                    <a:pt x="85" y="14"/>
                  </a:lnTo>
                  <a:lnTo>
                    <a:pt x="85" y="12"/>
                  </a:lnTo>
                  <a:lnTo>
                    <a:pt x="84" y="11"/>
                  </a:lnTo>
                  <a:lnTo>
                    <a:pt x="84" y="9"/>
                  </a:lnTo>
                  <a:lnTo>
                    <a:pt x="84" y="8"/>
                  </a:lnTo>
                  <a:lnTo>
                    <a:pt x="84" y="5"/>
                  </a:lnTo>
                  <a:lnTo>
                    <a:pt x="84" y="3"/>
                  </a:lnTo>
                  <a:lnTo>
                    <a:pt x="84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56" name="Freeform 220">
              <a:extLst>
                <a:ext uri="{FF2B5EF4-FFF2-40B4-BE49-F238E27FC236}">
                  <a16:creationId xmlns:a16="http://schemas.microsoft.com/office/drawing/2014/main" id="{F00B0012-FDAF-45E5-A888-E378B9678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325" y="3600450"/>
              <a:ext cx="401638" cy="266700"/>
            </a:xfrm>
            <a:custGeom>
              <a:avLst/>
              <a:gdLst>
                <a:gd name="T0" fmla="*/ 2147483646 w 504"/>
                <a:gd name="T1" fmla="*/ 2147483646 h 336"/>
                <a:gd name="T2" fmla="*/ 2147483646 w 504"/>
                <a:gd name="T3" fmla="*/ 0 h 336"/>
                <a:gd name="T4" fmla="*/ 0 w 504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336">
                  <a:moveTo>
                    <a:pt x="504" y="336"/>
                  </a:moveTo>
                  <a:lnTo>
                    <a:pt x="504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57" name="Freeform 221">
              <a:extLst>
                <a:ext uri="{FF2B5EF4-FFF2-40B4-BE49-F238E27FC236}">
                  <a16:creationId xmlns:a16="http://schemas.microsoft.com/office/drawing/2014/main" id="{1DDA40F5-13D9-46F8-9F35-68FADB069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325" y="5775325"/>
              <a:ext cx="382588" cy="266700"/>
            </a:xfrm>
            <a:custGeom>
              <a:avLst/>
              <a:gdLst>
                <a:gd name="T0" fmla="*/ 2147483646 w 504"/>
                <a:gd name="T1" fmla="*/ 0 h 336"/>
                <a:gd name="T2" fmla="*/ 2147483646 w 504"/>
                <a:gd name="T3" fmla="*/ 2147483646 h 336"/>
                <a:gd name="T4" fmla="*/ 0 w 504"/>
                <a:gd name="T5" fmla="*/ 2147483646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336">
                  <a:moveTo>
                    <a:pt x="504" y="0"/>
                  </a:moveTo>
                  <a:lnTo>
                    <a:pt x="504" y="336"/>
                  </a:lnTo>
                  <a:lnTo>
                    <a:pt x="0" y="336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58" name="Line 222">
              <a:extLst>
                <a:ext uri="{FF2B5EF4-FFF2-40B4-BE49-F238E27FC236}">
                  <a16:creationId xmlns:a16="http://schemas.microsoft.com/office/drawing/2014/main" id="{69AF4045-C182-48CA-BEDE-4018A34280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35325" y="5222875"/>
              <a:ext cx="401638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59" name="Line 223">
              <a:extLst>
                <a:ext uri="{FF2B5EF4-FFF2-40B4-BE49-F238E27FC236}">
                  <a16:creationId xmlns:a16="http://schemas.microsoft.com/office/drawing/2014/main" id="{41C701E1-28A4-4453-B7A0-C2A9971985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36963" y="4152900"/>
              <a:ext cx="1587" cy="13366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60" name="Freeform 224">
              <a:extLst>
                <a:ext uri="{FF2B5EF4-FFF2-40B4-BE49-F238E27FC236}">
                  <a16:creationId xmlns:a16="http://schemas.microsoft.com/office/drawing/2014/main" id="{B0FA3A84-4607-4BA4-AD0D-112E471A2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213" y="4267200"/>
              <a:ext cx="38100" cy="38100"/>
            </a:xfrm>
            <a:custGeom>
              <a:avLst/>
              <a:gdLst>
                <a:gd name="T0" fmla="*/ 0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0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0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0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6" y="10"/>
                  </a:lnTo>
                  <a:lnTo>
                    <a:pt x="7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6" y="4"/>
                  </a:lnTo>
                  <a:lnTo>
                    <a:pt x="37" y="4"/>
                  </a:lnTo>
                  <a:lnTo>
                    <a:pt x="38" y="5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0" y="8"/>
                  </a:lnTo>
                  <a:lnTo>
                    <a:pt x="42" y="9"/>
                  </a:lnTo>
                  <a:lnTo>
                    <a:pt x="42" y="10"/>
                  </a:lnTo>
                  <a:lnTo>
                    <a:pt x="43" y="10"/>
                  </a:lnTo>
                  <a:lnTo>
                    <a:pt x="43" y="11"/>
                  </a:lnTo>
                  <a:lnTo>
                    <a:pt x="44" y="12"/>
                  </a:lnTo>
                  <a:lnTo>
                    <a:pt x="45" y="14"/>
                  </a:lnTo>
                  <a:lnTo>
                    <a:pt x="45" y="15"/>
                  </a:lnTo>
                  <a:lnTo>
                    <a:pt x="45" y="16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6" y="29"/>
                  </a:lnTo>
                  <a:lnTo>
                    <a:pt x="46" y="30"/>
                  </a:lnTo>
                  <a:lnTo>
                    <a:pt x="46" y="32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5" y="35"/>
                  </a:lnTo>
                  <a:lnTo>
                    <a:pt x="44" y="36"/>
                  </a:lnTo>
                  <a:lnTo>
                    <a:pt x="43" y="36"/>
                  </a:lnTo>
                  <a:lnTo>
                    <a:pt x="43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0" y="41"/>
                  </a:lnTo>
                  <a:lnTo>
                    <a:pt x="39" y="41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7" y="44"/>
                  </a:lnTo>
                  <a:lnTo>
                    <a:pt x="36" y="45"/>
                  </a:lnTo>
                  <a:lnTo>
                    <a:pt x="34" y="45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1" y="47"/>
                  </a:lnTo>
                  <a:lnTo>
                    <a:pt x="30" y="47"/>
                  </a:lnTo>
                  <a:lnTo>
                    <a:pt x="28" y="47"/>
                  </a:lnTo>
                  <a:lnTo>
                    <a:pt x="27" y="47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5" y="46"/>
                  </a:lnTo>
                  <a:lnTo>
                    <a:pt x="14" y="46"/>
                  </a:lnTo>
                  <a:lnTo>
                    <a:pt x="13" y="45"/>
                  </a:lnTo>
                  <a:lnTo>
                    <a:pt x="12" y="45"/>
                  </a:lnTo>
                  <a:lnTo>
                    <a:pt x="10" y="44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7" y="41"/>
                  </a:lnTo>
                  <a:lnTo>
                    <a:pt x="7" y="40"/>
                  </a:lnTo>
                  <a:lnTo>
                    <a:pt x="6" y="39"/>
                  </a:lnTo>
                  <a:lnTo>
                    <a:pt x="4" y="38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61" name="Freeform 225">
              <a:extLst>
                <a:ext uri="{FF2B5EF4-FFF2-40B4-BE49-F238E27FC236}">
                  <a16:creationId xmlns:a16="http://schemas.microsoft.com/office/drawing/2014/main" id="{0D885A6E-8E84-4D62-A44F-A6A429F8B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913" y="5203825"/>
              <a:ext cx="38100" cy="38100"/>
            </a:xfrm>
            <a:custGeom>
              <a:avLst/>
              <a:gdLst>
                <a:gd name="T0" fmla="*/ 0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0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0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0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8" h="48">
                  <a:moveTo>
                    <a:pt x="0" y="22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4" y="10"/>
                  </a:lnTo>
                  <a:lnTo>
                    <a:pt x="4" y="9"/>
                  </a:lnTo>
                  <a:lnTo>
                    <a:pt x="6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2" y="3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6" y="3"/>
                  </a:lnTo>
                  <a:lnTo>
                    <a:pt x="37" y="3"/>
                  </a:lnTo>
                  <a:lnTo>
                    <a:pt x="38" y="4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9"/>
                  </a:lnTo>
                  <a:lnTo>
                    <a:pt x="43" y="10"/>
                  </a:lnTo>
                  <a:lnTo>
                    <a:pt x="44" y="12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6" y="28"/>
                  </a:lnTo>
                  <a:lnTo>
                    <a:pt x="46" y="30"/>
                  </a:lnTo>
                  <a:lnTo>
                    <a:pt x="46" y="31"/>
                  </a:lnTo>
                  <a:lnTo>
                    <a:pt x="45" y="32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3" y="36"/>
                  </a:lnTo>
                  <a:lnTo>
                    <a:pt x="43" y="37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37" y="43"/>
                  </a:lnTo>
                  <a:lnTo>
                    <a:pt x="36" y="44"/>
                  </a:lnTo>
                  <a:lnTo>
                    <a:pt x="34" y="44"/>
                  </a:lnTo>
                  <a:lnTo>
                    <a:pt x="33" y="45"/>
                  </a:lnTo>
                  <a:lnTo>
                    <a:pt x="32" y="45"/>
                  </a:lnTo>
                  <a:lnTo>
                    <a:pt x="31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6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4" y="45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0" y="43"/>
                  </a:lnTo>
                  <a:lnTo>
                    <a:pt x="9" y="42"/>
                  </a:lnTo>
                  <a:lnTo>
                    <a:pt x="8" y="40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4" y="37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3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62" name="Rectangle 226">
              <a:extLst>
                <a:ext uri="{FF2B5EF4-FFF2-40B4-BE49-F238E27FC236}">
                  <a16:creationId xmlns:a16="http://schemas.microsoft.com/office/drawing/2014/main" id="{7A2A332A-28B4-4E41-8475-3B22AC75A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7750" y="3895725"/>
              <a:ext cx="809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63" name="Rectangle 227">
              <a:extLst>
                <a:ext uri="{FF2B5EF4-FFF2-40B4-BE49-F238E27FC236}">
                  <a16:creationId xmlns:a16="http://schemas.microsoft.com/office/drawing/2014/main" id="{B7CBBC5A-D1AA-4994-A997-16A808832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5" y="3981450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64" name="Rectangle 228">
              <a:extLst>
                <a:ext uri="{FF2B5EF4-FFF2-40B4-BE49-F238E27FC236}">
                  <a16:creationId xmlns:a16="http://schemas.microsoft.com/office/drawing/2014/main" id="{787E241F-4EE8-469D-9BDB-61066BBF5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6163" y="5514975"/>
              <a:ext cx="809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65" name="Rectangle 229">
              <a:extLst>
                <a:ext uri="{FF2B5EF4-FFF2-40B4-BE49-F238E27FC236}">
                  <a16:creationId xmlns:a16="http://schemas.microsoft.com/office/drawing/2014/main" id="{4231106A-3823-4549-B981-93C08D8E0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3950" y="5600700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66" name="Rectangle 230">
              <a:extLst>
                <a:ext uri="{FF2B5EF4-FFF2-40B4-BE49-F238E27FC236}">
                  <a16:creationId xmlns:a16="http://schemas.microsoft.com/office/drawing/2014/main" id="{C447D3E6-D3D9-498F-8784-E70E24C6C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3886200"/>
              <a:ext cx="1063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67" name="Rectangle 231">
              <a:extLst>
                <a:ext uri="{FF2B5EF4-FFF2-40B4-BE49-F238E27FC236}">
                  <a16:creationId xmlns:a16="http://schemas.microsoft.com/office/drawing/2014/main" id="{838DFD20-14D9-4867-BF8B-A56A41DA2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3971925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68" name="Rectangle 232">
              <a:extLst>
                <a:ext uri="{FF2B5EF4-FFF2-40B4-BE49-F238E27FC236}">
                  <a16:creationId xmlns:a16="http://schemas.microsoft.com/office/drawing/2014/main" id="{D683BA01-81EF-44A7-BC5A-80B7571EB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5510213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69" name="Line 233">
              <a:extLst>
                <a:ext uri="{FF2B5EF4-FFF2-40B4-BE49-F238E27FC236}">
                  <a16:creationId xmlns:a16="http://schemas.microsoft.com/office/drawing/2014/main" id="{BDDB92DA-452B-450E-ADF4-BD97510441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19288" y="5527675"/>
              <a:ext cx="38100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70" name="Rectangle 234">
              <a:extLst>
                <a:ext uri="{FF2B5EF4-FFF2-40B4-BE49-F238E27FC236}">
                  <a16:creationId xmlns:a16="http://schemas.microsoft.com/office/drawing/2014/main" id="{EC6C6910-77AE-4964-9E1E-2C43ACA98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5591175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71" name="Rectangle 235">
              <a:extLst>
                <a:ext uri="{FF2B5EF4-FFF2-40B4-BE49-F238E27FC236}">
                  <a16:creationId xmlns:a16="http://schemas.microsoft.com/office/drawing/2014/main" id="{7E0F1C04-0629-408B-9CFF-8990882F7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524668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72" name="Rectangle 236">
              <a:extLst>
                <a:ext uri="{FF2B5EF4-FFF2-40B4-BE49-F238E27FC236}">
                  <a16:creationId xmlns:a16="http://schemas.microsoft.com/office/drawing/2014/main" id="{BFE5DDD8-FA94-4C52-A4C2-2A37C33A3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5332413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73" name="Rectangle 237">
              <a:extLst>
                <a:ext uri="{FF2B5EF4-FFF2-40B4-BE49-F238E27FC236}">
                  <a16:creationId xmlns:a16="http://schemas.microsoft.com/office/drawing/2014/main" id="{A23471E5-E739-4B07-913E-5992E39AD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604678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74" name="Rectangle 238">
              <a:extLst>
                <a:ext uri="{FF2B5EF4-FFF2-40B4-BE49-F238E27FC236}">
                  <a16:creationId xmlns:a16="http://schemas.microsoft.com/office/drawing/2014/main" id="{059AF740-7D61-42DE-9A4C-2563EE34D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6132513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75" name="Rectangle 239">
              <a:extLst>
                <a:ext uri="{FF2B5EF4-FFF2-40B4-BE49-F238E27FC236}">
                  <a16:creationId xmlns:a16="http://schemas.microsoft.com/office/drawing/2014/main" id="{9344C851-CE69-4687-A4CB-C444F98C2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470058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76" name="Line 240">
              <a:extLst>
                <a:ext uri="{FF2B5EF4-FFF2-40B4-BE49-F238E27FC236}">
                  <a16:creationId xmlns:a16="http://schemas.microsoft.com/office/drawing/2014/main" id="{EB081AFC-B580-45B5-B8E8-1EAE7AB787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19288" y="4727575"/>
              <a:ext cx="38100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77" name="Rectangle 241">
              <a:extLst>
                <a:ext uri="{FF2B5EF4-FFF2-40B4-BE49-F238E27FC236}">
                  <a16:creationId xmlns:a16="http://schemas.microsoft.com/office/drawing/2014/main" id="{F5090125-B9E0-49BF-8DBF-3FC9CD9C3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4781550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78" name="Rectangle 242">
              <a:extLst>
                <a:ext uri="{FF2B5EF4-FFF2-40B4-BE49-F238E27FC236}">
                  <a16:creationId xmlns:a16="http://schemas.microsoft.com/office/drawing/2014/main" id="{8C7BCB67-F82C-427F-A5EC-A72F9A6FD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3352800"/>
              <a:ext cx="1063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79" name="Line 243">
              <a:extLst>
                <a:ext uri="{FF2B5EF4-FFF2-40B4-BE49-F238E27FC236}">
                  <a16:creationId xmlns:a16="http://schemas.microsoft.com/office/drawing/2014/main" id="{D6CDF347-FDCE-4AD0-A26F-1114EEACD1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19288" y="3373438"/>
              <a:ext cx="3810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80" name="Rectangle 244">
              <a:extLst>
                <a:ext uri="{FF2B5EF4-FFF2-40B4-BE49-F238E27FC236}">
                  <a16:creationId xmlns:a16="http://schemas.microsoft.com/office/drawing/2014/main" id="{0D82BF11-0D5A-447C-9967-B7CD67BA3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3435350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81" name="Rectangle 245">
              <a:extLst>
                <a:ext uri="{FF2B5EF4-FFF2-40B4-BE49-F238E27FC236}">
                  <a16:creationId xmlns:a16="http://schemas.microsoft.com/office/drawing/2014/main" id="{4773A79A-D921-46CE-9DBA-FAC0710ED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4159250"/>
              <a:ext cx="1063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82" name="Freeform 246">
              <a:extLst>
                <a:ext uri="{FF2B5EF4-FFF2-40B4-BE49-F238E27FC236}">
                  <a16:creationId xmlns:a16="http://schemas.microsoft.com/office/drawing/2014/main" id="{D0DABAF0-8E3D-4D1A-A0F2-E06D0DFFB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875" y="5222875"/>
              <a:ext cx="171450" cy="1588"/>
            </a:xfrm>
            <a:custGeom>
              <a:avLst/>
              <a:gdLst>
                <a:gd name="T0" fmla="*/ 2147483646 w 216"/>
                <a:gd name="T1" fmla="*/ 0 h 1588"/>
                <a:gd name="T2" fmla="*/ 0 w 216"/>
                <a:gd name="T3" fmla="*/ 0 h 1588"/>
                <a:gd name="T4" fmla="*/ 2147483646 w 216"/>
                <a:gd name="T5" fmla="*/ 0 h 15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588">
                  <a:moveTo>
                    <a:pt x="216" y="0"/>
                  </a:moveTo>
                  <a:lnTo>
                    <a:pt x="0" y="0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83" name="Line 247">
              <a:extLst>
                <a:ext uri="{FF2B5EF4-FFF2-40B4-BE49-F238E27FC236}">
                  <a16:creationId xmlns:a16="http://schemas.microsoft.com/office/drawing/2014/main" id="{74CC590C-6C80-4CC9-8DB1-8C2084BDC0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63875" y="5222875"/>
              <a:ext cx="17145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84" name="Rectangle 248">
              <a:extLst>
                <a:ext uri="{FF2B5EF4-FFF2-40B4-BE49-F238E27FC236}">
                  <a16:creationId xmlns:a16="http://schemas.microsoft.com/office/drawing/2014/main" id="{07D63D89-EA8F-4A95-985B-938E928EF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4246563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85" name="Rectangle 249">
              <a:extLst>
                <a:ext uri="{FF2B5EF4-FFF2-40B4-BE49-F238E27FC236}">
                  <a16:creationId xmlns:a16="http://schemas.microsoft.com/office/drawing/2014/main" id="{B1F0C280-F3C4-4040-9191-992CDB3D03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4970463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86" name="Rectangle 250">
              <a:extLst>
                <a:ext uri="{FF2B5EF4-FFF2-40B4-BE49-F238E27FC236}">
                  <a16:creationId xmlns:a16="http://schemas.microsoft.com/office/drawing/2014/main" id="{542736A7-B2F7-42F7-8EE1-1EA8B9407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5056188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87" name="Rectangle 251">
              <a:extLst>
                <a:ext uri="{FF2B5EF4-FFF2-40B4-BE49-F238E27FC236}">
                  <a16:creationId xmlns:a16="http://schemas.microsoft.com/office/drawing/2014/main" id="{C3843E4C-20E6-4993-8F6B-E71715827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442753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88" name="Rectangle 252">
              <a:extLst>
                <a:ext uri="{FF2B5EF4-FFF2-40B4-BE49-F238E27FC236}">
                  <a16:creationId xmlns:a16="http://schemas.microsoft.com/office/drawing/2014/main" id="{E6C4225F-8689-4477-8164-FFB749DF4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4513263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89" name="Rectangle 253">
              <a:extLst>
                <a:ext uri="{FF2B5EF4-FFF2-40B4-BE49-F238E27FC236}">
                  <a16:creationId xmlns:a16="http://schemas.microsoft.com/office/drawing/2014/main" id="{E3BDF02B-A856-4BF3-8C35-0F1863831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3614738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90" name="Rectangle 254">
              <a:extLst>
                <a:ext uri="{FF2B5EF4-FFF2-40B4-BE49-F238E27FC236}">
                  <a16:creationId xmlns:a16="http://schemas.microsoft.com/office/drawing/2014/main" id="{2481D1D0-27F7-4C6E-8E7B-EC9E561A4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3700463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91" name="Rectangle 255">
              <a:extLst>
                <a:ext uri="{FF2B5EF4-FFF2-40B4-BE49-F238E27FC236}">
                  <a16:creationId xmlns:a16="http://schemas.microsoft.com/office/drawing/2014/main" id="{DAA2B1C0-9303-4A5F-BB55-0773A7E0EC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5350" y="6492875"/>
              <a:ext cx="15795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(d) Combined circuit for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92" name="Rectangle 256">
              <a:extLst>
                <a:ext uri="{FF2B5EF4-FFF2-40B4-BE49-F238E27FC236}">
                  <a16:creationId xmlns:a16="http://schemas.microsoft.com/office/drawing/2014/main" id="{31961F46-1A7A-4C8F-9C0F-2CA1CA4498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463" y="6483350"/>
              <a:ext cx="809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93" name="Rectangle 257">
              <a:extLst>
                <a:ext uri="{FF2B5EF4-FFF2-40B4-BE49-F238E27FC236}">
                  <a16:creationId xmlns:a16="http://schemas.microsoft.com/office/drawing/2014/main" id="{01874405-9FDF-4CD3-838A-341F320B4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838" y="6569075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94" name="Rectangle 258">
              <a:extLst>
                <a:ext uri="{FF2B5EF4-FFF2-40B4-BE49-F238E27FC236}">
                  <a16:creationId xmlns:a16="http://schemas.microsoft.com/office/drawing/2014/main" id="{14EADBFF-A487-4C98-94C4-45BB26AF3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0713" y="6483350"/>
              <a:ext cx="809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f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95" name="Rectangle 259">
              <a:extLst>
                <a:ext uri="{FF2B5EF4-FFF2-40B4-BE49-F238E27FC236}">
                  <a16:creationId xmlns:a16="http://schemas.microsoft.com/office/drawing/2014/main" id="{3CE10A9A-106B-47DE-B4E7-2B4807C50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1675" y="6569075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96" name="Rectangle 260">
              <a:extLst>
                <a:ext uri="{FF2B5EF4-FFF2-40B4-BE49-F238E27FC236}">
                  <a16:creationId xmlns:a16="http://schemas.microsoft.com/office/drawing/2014/main" id="{F0AD7043-2861-4A4F-97E2-496D4F101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1300" y="6492875"/>
              <a:ext cx="295275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Helvetica" panose="020B0604020202020204" pitchFamily="34" charset="0"/>
                  <a:ea typeface="MS PGothic" panose="020B0600070205080204" pitchFamily="34" charset="-128"/>
                  <a:cs typeface="+mn-cs"/>
                </a:rPr>
                <a:t>and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97" name="Rectangle 261">
              <a:extLst>
                <a:ext uri="{FF2B5EF4-FFF2-40B4-BE49-F238E27FC236}">
                  <a16:creationId xmlns:a16="http://schemas.microsoft.com/office/drawing/2014/main" id="{3AEA4172-4780-4BA8-838D-C446FC5F8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000" y="5784850"/>
              <a:ext cx="1063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98" name="Line 262">
              <a:extLst>
                <a:ext uri="{FF2B5EF4-FFF2-40B4-BE49-F238E27FC236}">
                  <a16:creationId xmlns:a16="http://schemas.microsoft.com/office/drawing/2014/main" id="{14EA0F32-B33D-44F0-BC0A-9B8BD6C87F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19288" y="5813425"/>
              <a:ext cx="38100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799" name="Rectangle 263">
              <a:extLst>
                <a:ext uri="{FF2B5EF4-FFF2-40B4-BE49-F238E27FC236}">
                  <a16:creationId xmlns:a16="http://schemas.microsoft.com/office/drawing/2014/main" id="{42901BBF-88BE-4190-8E87-6894317E5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963" y="5867400"/>
              <a:ext cx="85725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11800" name="Group 264">
              <a:extLst>
                <a:ext uri="{FF2B5EF4-FFF2-40B4-BE49-F238E27FC236}">
                  <a16:creationId xmlns:a16="http://schemas.microsoft.com/office/drawing/2014/main" id="{95152DB5-E756-4475-9CF8-A7B6C54859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70263" y="4002088"/>
              <a:ext cx="439737" cy="1622425"/>
              <a:chOff x="2773" y="1424"/>
              <a:chExt cx="369" cy="1363"/>
            </a:xfrm>
          </p:grpSpPr>
          <p:sp>
            <p:nvSpPr>
              <p:cNvPr id="111806" name="Line 265">
                <a:extLst>
                  <a:ext uri="{FF2B5EF4-FFF2-40B4-BE49-F238E27FC236}">
                    <a16:creationId xmlns:a16="http://schemas.microsoft.com/office/drawing/2014/main" id="{1FFBBA49-33F7-4660-A58B-BE146B517C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773" y="1424"/>
                <a:ext cx="32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807" name="Line 266">
                <a:extLst>
                  <a:ext uri="{FF2B5EF4-FFF2-40B4-BE49-F238E27FC236}">
                    <a16:creationId xmlns:a16="http://schemas.microsoft.com/office/drawing/2014/main" id="{0249629C-D9F3-4EEF-ABCF-8C2F59B6FF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3" y="1424"/>
                <a:ext cx="0" cy="136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11808" name="Line 267">
                <a:extLst>
                  <a:ext uri="{FF2B5EF4-FFF2-40B4-BE49-F238E27FC236}">
                    <a16:creationId xmlns:a16="http://schemas.microsoft.com/office/drawing/2014/main" id="{822E3D6B-3D37-48B3-939D-E8D1BF042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3" y="2787"/>
                <a:ext cx="36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1801" name="AutoShape 268">
              <a:extLst>
                <a:ext uri="{FF2B5EF4-FFF2-40B4-BE49-F238E27FC236}">
                  <a16:creationId xmlns:a16="http://schemas.microsoft.com/office/drawing/2014/main" id="{EA0D49A5-E55C-474A-9CE8-53C62EB05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5" y="5813425"/>
              <a:ext cx="514350" cy="4381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802" name="AutoShape 269">
              <a:extLst>
                <a:ext uri="{FF2B5EF4-FFF2-40B4-BE49-F238E27FC236}">
                  <a16:creationId xmlns:a16="http://schemas.microsoft.com/office/drawing/2014/main" id="{E61AA258-F708-4A4D-9C75-505BDE2DE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5" y="4953000"/>
              <a:ext cx="514350" cy="536575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803" name="AutoShape 270">
              <a:extLst>
                <a:ext uri="{FF2B5EF4-FFF2-40B4-BE49-F238E27FC236}">
                  <a16:creationId xmlns:a16="http://schemas.microsoft.com/office/drawing/2014/main" id="{91774CC4-7478-4D70-81E4-6456F1F1A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5" y="4057650"/>
              <a:ext cx="514350" cy="43815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804" name="AutoShape 271">
              <a:extLst>
                <a:ext uri="{FF2B5EF4-FFF2-40B4-BE49-F238E27FC236}">
                  <a16:creationId xmlns:a16="http://schemas.microsoft.com/office/drawing/2014/main" id="{1EAE6B76-4650-44CB-B7FE-C489E2404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5" y="3376613"/>
              <a:ext cx="514350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805" name="Line 272">
              <a:extLst>
                <a:ext uri="{FF2B5EF4-FFF2-40B4-BE49-F238E27FC236}">
                  <a16:creationId xmlns:a16="http://schemas.microsoft.com/office/drawing/2014/main" id="{CCBC3C24-B14B-469E-BDCE-001A70CD07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49763" y="5629275"/>
              <a:ext cx="31432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cxnSp>
        <p:nvCxnSpPr>
          <p:cNvPr id="111706" name="Straight Arrow Connector 3">
            <a:extLst>
              <a:ext uri="{FF2B5EF4-FFF2-40B4-BE49-F238E27FC236}">
                <a16:creationId xmlns:a16="http://schemas.microsoft.com/office/drawing/2014/main" id="{ABBC4E51-B940-4A20-9AD1-57E715564E3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13138" y="1890713"/>
            <a:ext cx="473075" cy="2176462"/>
          </a:xfrm>
          <a:prstGeom prst="straightConnector1">
            <a:avLst/>
          </a:prstGeom>
          <a:noFill/>
          <a:ln w="3175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1707" name="Straight Arrow Connector 192">
            <a:extLst>
              <a:ext uri="{FF2B5EF4-FFF2-40B4-BE49-F238E27FC236}">
                <a16:creationId xmlns:a16="http://schemas.microsoft.com/office/drawing/2014/main" id="{2C860163-7C48-44EA-840A-11DCDE2AE1C7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038600" y="1905000"/>
            <a:ext cx="2667000" cy="2133600"/>
          </a:xfrm>
          <a:prstGeom prst="straightConnector1">
            <a:avLst/>
          </a:prstGeom>
          <a:noFill/>
          <a:ln w="3175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1708" name="Straight Arrow Connector 191">
            <a:extLst>
              <a:ext uri="{FF2B5EF4-FFF2-40B4-BE49-F238E27FC236}">
                <a16:creationId xmlns:a16="http://schemas.microsoft.com/office/drawing/2014/main" id="{CD6AA855-4A6B-457D-878F-0D610800D84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111500" y="2489200"/>
            <a:ext cx="793750" cy="2549525"/>
          </a:xfrm>
          <a:prstGeom prst="straightConnector1">
            <a:avLst/>
          </a:prstGeom>
          <a:noFill/>
          <a:ln w="31750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1709" name="Straight Arrow Connector 193">
            <a:extLst>
              <a:ext uri="{FF2B5EF4-FFF2-40B4-BE49-F238E27FC236}">
                <a16:creationId xmlns:a16="http://schemas.microsoft.com/office/drawing/2014/main" id="{B6FEE644-3C2B-48F3-877C-4D17775FA6ED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025900" y="2493963"/>
            <a:ext cx="2466975" cy="2532062"/>
          </a:xfrm>
          <a:prstGeom prst="straightConnector1">
            <a:avLst/>
          </a:prstGeom>
          <a:noFill/>
          <a:ln w="31750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pic>
        <p:nvPicPr>
          <p:cNvPr id="194" name="Picture 193">
            <a:extLst>
              <a:ext uri="{FF2B5EF4-FFF2-40B4-BE49-F238E27FC236}">
                <a16:creationId xmlns:a16="http://schemas.microsoft.com/office/drawing/2014/main" id="{19ABBAFA-6AC6-4591-A942-E0A6FC73CF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869" y="3643122"/>
            <a:ext cx="2646090" cy="624078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0A3F1FB5-7C64-6847-877F-5F7E26D3157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2667000"/>
            <a:ext cx="9144000" cy="1066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Yet Another Example</a:t>
            </a:r>
          </a:p>
        </p:txBody>
      </p:sp>
    </p:spTree>
    <p:extLst>
      <p:ext uri="{BB962C8B-B14F-4D97-AF65-F5344CB8AC3E}">
        <p14:creationId xmlns:p14="http://schemas.microsoft.com/office/powerpoint/2010/main" val="124252354"/>
      </p:ext>
    </p:extLst>
  </p:cSld>
  <p:clrMapOvr>
    <a:masterClrMapping/>
  </p:clrMapOvr>
  <p:transition/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5" name="Title 1">
            <a:extLst>
              <a:ext uri="{FF2B5EF4-FFF2-40B4-BE49-F238E27FC236}">
                <a16:creationId xmlns:a16="http://schemas.microsoft.com/office/drawing/2014/main" id="{48C5F669-0332-4137-84AE-65FF900BD77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12700"/>
            <a:ext cx="9144000" cy="685800"/>
          </a:xfrm>
        </p:spPr>
        <p:txBody>
          <a:bodyPr/>
          <a:lstStyle/>
          <a:p>
            <a:r>
              <a:rPr lang="en-US" altLang="en-US"/>
              <a:t>Individual vs Joint Optimization</a:t>
            </a:r>
          </a:p>
        </p:txBody>
      </p:sp>
      <p:sp>
        <p:nvSpPr>
          <p:cNvPr id="108546" name="TextBox 125">
            <a:extLst>
              <a:ext uri="{FF2B5EF4-FFF2-40B4-BE49-F238E27FC236}">
                <a16:creationId xmlns:a16="http://schemas.microsoft.com/office/drawing/2014/main" id="{21555AF1-623B-4227-AC52-72BA26B9FD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75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2.65 from the textbook ]</a:t>
            </a:r>
          </a:p>
        </p:txBody>
      </p:sp>
      <p:sp>
        <p:nvSpPr>
          <p:cNvPr id="108551" name="Rectangle 7">
            <a:extLst>
              <a:ext uri="{FF2B5EF4-FFF2-40B4-BE49-F238E27FC236}">
                <a16:creationId xmlns:a16="http://schemas.microsoft.com/office/drawing/2014/main" id="{0FABEEB7-4E58-4366-987E-55EBD3F59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2325" y="800100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3" name="Rectangle 9">
            <a:extLst>
              <a:ext uri="{FF2B5EF4-FFF2-40B4-BE49-F238E27FC236}">
                <a16:creationId xmlns:a16="http://schemas.microsoft.com/office/drawing/2014/main" id="{D2CB3554-8939-479A-85CC-64EB54DA93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6788" y="800100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E79A5E4-BE4B-4D58-AB77-392D9592C302}"/>
              </a:ext>
            </a:extLst>
          </p:cNvPr>
          <p:cNvGrpSpPr/>
          <p:nvPr/>
        </p:nvGrpSpPr>
        <p:grpSpPr>
          <a:xfrm>
            <a:off x="3048000" y="877887"/>
            <a:ext cx="1884363" cy="1697038"/>
            <a:chOff x="3048000" y="877887"/>
            <a:chExt cx="1884363" cy="1697038"/>
          </a:xfrm>
        </p:grpSpPr>
        <p:sp>
          <p:nvSpPr>
            <p:cNvPr id="108547" name="Rectangle 3">
              <a:extLst>
                <a:ext uri="{FF2B5EF4-FFF2-40B4-BE49-F238E27FC236}">
                  <a16:creationId xmlns:a16="http://schemas.microsoft.com/office/drawing/2014/main" id="{0424115C-9348-49A7-B5F0-E976994D3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163" y="1231900"/>
              <a:ext cx="681037" cy="663575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48" name="Line 4">
              <a:extLst>
                <a:ext uri="{FF2B5EF4-FFF2-40B4-BE49-F238E27FC236}">
                  <a16:creationId xmlns:a16="http://schemas.microsoft.com/office/drawing/2014/main" id="{35D68637-01E6-4BAC-883C-2A2A776FEB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6163" y="1563687"/>
              <a:ext cx="681037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49" name="Line 5">
              <a:extLst>
                <a:ext uri="{FF2B5EF4-FFF2-40B4-BE49-F238E27FC236}">
                  <a16:creationId xmlns:a16="http://schemas.microsoft.com/office/drawing/2014/main" id="{8232F482-D43A-4114-9971-6F54E4A60A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2237" y="1231900"/>
              <a:ext cx="1588" cy="6635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0" name="Line 6">
              <a:extLst>
                <a:ext uri="{FF2B5EF4-FFF2-40B4-BE49-F238E27FC236}">
                  <a16:creationId xmlns:a16="http://schemas.microsoft.com/office/drawing/2014/main" id="{7F289F9B-0B22-4E31-B3C4-8DAC602101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4375" y="884237"/>
              <a:ext cx="331788" cy="3476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2" name="Rectangle 8">
              <a:extLst>
                <a:ext uri="{FF2B5EF4-FFF2-40B4-BE49-F238E27FC236}">
                  <a16:creationId xmlns:a16="http://schemas.microsoft.com/office/drawing/2014/main" id="{0CB9D7DD-385A-4B2B-BFBE-7879C9E95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175" y="877887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4" name="Rectangle 10">
              <a:extLst>
                <a:ext uri="{FF2B5EF4-FFF2-40B4-BE49-F238E27FC236}">
                  <a16:creationId xmlns:a16="http://schemas.microsoft.com/office/drawing/2014/main" id="{87D5B959-5A95-42A3-B221-43DA294D8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638" y="877887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5" name="Rectangle 11">
              <a:extLst>
                <a:ext uri="{FF2B5EF4-FFF2-40B4-BE49-F238E27FC236}">
                  <a16:creationId xmlns:a16="http://schemas.microsoft.com/office/drawing/2014/main" id="{2BF0E44D-CDFE-4175-A855-2B0BC3A51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938212"/>
              <a:ext cx="1063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6" name="Rectangle 12">
              <a:extLst>
                <a:ext uri="{FF2B5EF4-FFF2-40B4-BE49-F238E27FC236}">
                  <a16:creationId xmlns:a16="http://schemas.microsoft.com/office/drawing/2014/main" id="{F3D36075-A9E9-4504-9AAF-2021DCD40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850" y="1012825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7" name="Rectangle 13">
              <a:extLst>
                <a:ext uri="{FF2B5EF4-FFF2-40B4-BE49-F238E27FC236}">
                  <a16:creationId xmlns:a16="http://schemas.microsoft.com/office/drawing/2014/main" id="{93CA50E5-762F-4FC9-BD1C-2CF77A856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463" y="938212"/>
              <a:ext cx="1063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8" name="Rectangle 14">
              <a:extLst>
                <a:ext uri="{FF2B5EF4-FFF2-40B4-BE49-F238E27FC236}">
                  <a16:creationId xmlns:a16="http://schemas.microsoft.com/office/drawing/2014/main" id="{4B69893A-A075-4063-A1DF-E5D5B69E7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200" y="1231900"/>
              <a:ext cx="665163" cy="663575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9" name="Line 15">
              <a:extLst>
                <a:ext uri="{FF2B5EF4-FFF2-40B4-BE49-F238E27FC236}">
                  <a16:creationId xmlns:a16="http://schemas.microsoft.com/office/drawing/2014/main" id="{F992ADF0-53CA-4EB5-83EE-BE9EBD55C1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67200" y="1563687"/>
              <a:ext cx="665163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0" name="Line 16">
              <a:extLst>
                <a:ext uri="{FF2B5EF4-FFF2-40B4-BE49-F238E27FC236}">
                  <a16:creationId xmlns:a16="http://schemas.microsoft.com/office/drawing/2014/main" id="{9C2D11F6-8AEB-491D-BBED-AF4020E7F3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8988" y="1231900"/>
              <a:ext cx="3175" cy="6635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1" name="Rectangle 17">
              <a:extLst>
                <a:ext uri="{FF2B5EF4-FFF2-40B4-BE49-F238E27FC236}">
                  <a16:creationId xmlns:a16="http://schemas.microsoft.com/office/drawing/2014/main" id="{3B438B06-8DFC-4F49-8463-361BB1A67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725" y="1012825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2" name="Rectangle 18">
              <a:extLst>
                <a:ext uri="{FF2B5EF4-FFF2-40B4-BE49-F238E27FC236}">
                  <a16:creationId xmlns:a16="http://schemas.microsoft.com/office/drawing/2014/main" id="{70210FF0-200D-43D7-8D81-CBC794329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763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3" name="Rectangle 19">
              <a:extLst>
                <a:ext uri="{FF2B5EF4-FFF2-40B4-BE49-F238E27FC236}">
                  <a16:creationId xmlns:a16="http://schemas.microsoft.com/office/drawing/2014/main" id="{5E563755-F58F-4A48-ACF7-1A82FC7E7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72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4" name="Rectangle 20">
              <a:extLst>
                <a:ext uri="{FF2B5EF4-FFF2-40B4-BE49-F238E27FC236}">
                  <a16:creationId xmlns:a16="http://schemas.microsoft.com/office/drawing/2014/main" id="{E868CA6F-AFB7-4BDC-9CBD-2B61BE9C4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27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5" name="Rectangle 21">
              <a:extLst>
                <a:ext uri="{FF2B5EF4-FFF2-40B4-BE49-F238E27FC236}">
                  <a16:creationId xmlns:a16="http://schemas.microsoft.com/office/drawing/2014/main" id="{BDEF7E28-ACF5-40CB-977B-9A317D696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582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6" name="Rectangle 22">
              <a:extLst>
                <a:ext uri="{FF2B5EF4-FFF2-40B4-BE49-F238E27FC236}">
                  <a16:creationId xmlns:a16="http://schemas.microsoft.com/office/drawing/2014/main" id="{C1931154-DDBE-4D36-9B11-E4EA39FC8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163" y="1895475"/>
              <a:ext cx="681037" cy="67945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7" name="Line 23">
              <a:extLst>
                <a:ext uri="{FF2B5EF4-FFF2-40B4-BE49-F238E27FC236}">
                  <a16:creationId xmlns:a16="http://schemas.microsoft.com/office/drawing/2014/main" id="{0FE7314F-F031-4380-9009-10BD0F7DF2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6163" y="2243137"/>
              <a:ext cx="681037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8" name="Line 24">
              <a:extLst>
                <a:ext uri="{FF2B5EF4-FFF2-40B4-BE49-F238E27FC236}">
                  <a16:creationId xmlns:a16="http://schemas.microsoft.com/office/drawing/2014/main" id="{9BFB9B8A-1083-45C0-A061-BFE42E4DDE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3825" y="1895475"/>
              <a:ext cx="1588" cy="6794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70" name="Rectangle 26">
              <a:extLst>
                <a:ext uri="{FF2B5EF4-FFF2-40B4-BE49-F238E27FC236}">
                  <a16:creationId xmlns:a16="http://schemas.microsoft.com/office/drawing/2014/main" id="{1E71792C-7E3D-4496-A98B-2673BE81E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200" y="1895475"/>
              <a:ext cx="665163" cy="67945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71" name="Line 27">
              <a:extLst>
                <a:ext uri="{FF2B5EF4-FFF2-40B4-BE49-F238E27FC236}">
                  <a16:creationId xmlns:a16="http://schemas.microsoft.com/office/drawing/2014/main" id="{EC85F096-0447-4B32-B4CA-0B8AF8EC45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67200" y="2243137"/>
              <a:ext cx="665163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72" name="Line 28">
              <a:extLst>
                <a:ext uri="{FF2B5EF4-FFF2-40B4-BE49-F238E27FC236}">
                  <a16:creationId xmlns:a16="http://schemas.microsoft.com/office/drawing/2014/main" id="{21FFC83B-A4D9-470B-B99D-987ED81C76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8988" y="1895475"/>
              <a:ext cx="3175" cy="6794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76" name="Rectangle 32">
              <a:extLst>
                <a:ext uri="{FF2B5EF4-FFF2-40B4-BE49-F238E27FC236}">
                  <a16:creationId xmlns:a16="http://schemas.microsoft.com/office/drawing/2014/main" id="{E747772A-AB8D-434E-8333-C85DF07E7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327150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77" name="Rectangle 33">
              <a:extLst>
                <a:ext uri="{FF2B5EF4-FFF2-40B4-BE49-F238E27FC236}">
                  <a16:creationId xmlns:a16="http://schemas.microsoft.com/office/drawing/2014/main" id="{D54D89FE-A165-439F-9BD4-2A4EFBE58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663700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78" name="Rectangle 34">
              <a:extLst>
                <a:ext uri="{FF2B5EF4-FFF2-40B4-BE49-F238E27FC236}">
                  <a16:creationId xmlns:a16="http://schemas.microsoft.com/office/drawing/2014/main" id="{F253296A-7D2F-41AC-BE46-15DD4EB58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997075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80" name="Rectangle 36">
              <a:extLst>
                <a:ext uri="{FF2B5EF4-FFF2-40B4-BE49-F238E27FC236}">
                  <a16:creationId xmlns:a16="http://schemas.microsoft.com/office/drawing/2014/main" id="{1358FEE8-BC3A-41AB-A026-6D88C5714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2333625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08581" name="Rectangle 37">
            <a:extLst>
              <a:ext uri="{FF2B5EF4-FFF2-40B4-BE49-F238E27FC236}">
                <a16:creationId xmlns:a16="http://schemas.microsoft.com/office/drawing/2014/main" id="{8DB8CDFC-2126-49F7-BADC-4D634E21B2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5150" y="2686050"/>
            <a:ext cx="16557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(a) Optimal realization of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3" name="Rectangle 39">
            <a:extLst>
              <a:ext uri="{FF2B5EF4-FFF2-40B4-BE49-F238E27FC236}">
                <a16:creationId xmlns:a16="http://schemas.microsoft.com/office/drawing/2014/main" id="{3FCC5508-E422-4EB9-AA8A-FB3BD1C3A0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6138" y="2686050"/>
            <a:ext cx="16557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(b) Optimal realization of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6" name="Rectangle 42">
            <a:extLst>
              <a:ext uri="{FF2B5EF4-FFF2-40B4-BE49-F238E27FC236}">
                <a16:creationId xmlns:a16="http://schemas.microsoft.com/office/drawing/2014/main" id="{D1DC09FD-85DF-4267-A772-8212E0CBBF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4250" y="2689225"/>
            <a:ext cx="809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7" name="Rectangle 43">
            <a:extLst>
              <a:ext uri="{FF2B5EF4-FFF2-40B4-BE49-F238E27FC236}">
                <a16:creationId xmlns:a16="http://schemas.microsoft.com/office/drawing/2014/main" id="{9B305A25-C50A-482B-A8EE-F0C9C832E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160" y="2759075"/>
            <a:ext cx="8656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8" name="Rectangle 44">
            <a:extLst>
              <a:ext uri="{FF2B5EF4-FFF2-40B4-BE49-F238E27FC236}">
                <a16:creationId xmlns:a16="http://schemas.microsoft.com/office/drawing/2014/main" id="{F1E3908F-2F77-4136-A1FE-1CBA8B554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1588" y="2689225"/>
            <a:ext cx="809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9" name="Rectangle 45">
            <a:extLst>
              <a:ext uri="{FF2B5EF4-FFF2-40B4-BE49-F238E27FC236}">
                <a16:creationId xmlns:a16="http://schemas.microsoft.com/office/drawing/2014/main" id="{814C8394-A4F1-49CB-BBE1-C760B2B4B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6675" y="2759075"/>
            <a:ext cx="5770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9E9F32CD-D399-47A2-BD67-3DE194854F3C}"/>
              </a:ext>
            </a:extLst>
          </p:cNvPr>
          <p:cNvGrpSpPr/>
          <p:nvPr/>
        </p:nvGrpSpPr>
        <p:grpSpPr>
          <a:xfrm>
            <a:off x="5735637" y="844550"/>
            <a:ext cx="1884363" cy="1690688"/>
            <a:chOff x="3048000" y="884237"/>
            <a:chExt cx="1884363" cy="1690688"/>
          </a:xfrm>
        </p:grpSpPr>
        <p:sp>
          <p:nvSpPr>
            <p:cNvPr id="162" name="Rectangle 3">
              <a:extLst>
                <a:ext uri="{FF2B5EF4-FFF2-40B4-BE49-F238E27FC236}">
                  <a16:creationId xmlns:a16="http://schemas.microsoft.com/office/drawing/2014/main" id="{2FFD2B55-B794-4A29-9F22-3AF0293AB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163" y="1231900"/>
              <a:ext cx="681037" cy="663575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3" name="Line 4">
              <a:extLst>
                <a:ext uri="{FF2B5EF4-FFF2-40B4-BE49-F238E27FC236}">
                  <a16:creationId xmlns:a16="http://schemas.microsoft.com/office/drawing/2014/main" id="{4A5EC94F-6C01-44A5-B0AD-07720A8419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6163" y="1563687"/>
              <a:ext cx="681037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" name="Line 5">
              <a:extLst>
                <a:ext uri="{FF2B5EF4-FFF2-40B4-BE49-F238E27FC236}">
                  <a16:creationId xmlns:a16="http://schemas.microsoft.com/office/drawing/2014/main" id="{10CE746C-9033-429F-B336-C35F2C9AC8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2237" y="1231900"/>
              <a:ext cx="1588" cy="6635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5" name="Line 6">
              <a:extLst>
                <a:ext uri="{FF2B5EF4-FFF2-40B4-BE49-F238E27FC236}">
                  <a16:creationId xmlns:a16="http://schemas.microsoft.com/office/drawing/2014/main" id="{5146110A-FCB0-441F-AE1F-ED0A6E3B3E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4375" y="884237"/>
              <a:ext cx="331788" cy="3476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8" name="Rectangle 11">
              <a:extLst>
                <a:ext uri="{FF2B5EF4-FFF2-40B4-BE49-F238E27FC236}">
                  <a16:creationId xmlns:a16="http://schemas.microsoft.com/office/drawing/2014/main" id="{DB135614-9692-4B29-9C10-9EF27047E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938212"/>
              <a:ext cx="1063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9" name="Rectangle 12">
              <a:extLst>
                <a:ext uri="{FF2B5EF4-FFF2-40B4-BE49-F238E27FC236}">
                  <a16:creationId xmlns:a16="http://schemas.microsoft.com/office/drawing/2014/main" id="{C66B00E2-52DE-4C78-B650-AF93D63DF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850" y="1012825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0" name="Rectangle 13">
              <a:extLst>
                <a:ext uri="{FF2B5EF4-FFF2-40B4-BE49-F238E27FC236}">
                  <a16:creationId xmlns:a16="http://schemas.microsoft.com/office/drawing/2014/main" id="{AA61096D-E6AD-491F-8DF4-4C5A959D5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463" y="938212"/>
              <a:ext cx="1063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1" name="Rectangle 14">
              <a:extLst>
                <a:ext uri="{FF2B5EF4-FFF2-40B4-BE49-F238E27FC236}">
                  <a16:creationId xmlns:a16="http://schemas.microsoft.com/office/drawing/2014/main" id="{99F06E67-7CFB-431E-BF14-82EC00B69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200" y="1231900"/>
              <a:ext cx="665163" cy="663575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2" name="Line 15">
              <a:extLst>
                <a:ext uri="{FF2B5EF4-FFF2-40B4-BE49-F238E27FC236}">
                  <a16:creationId xmlns:a16="http://schemas.microsoft.com/office/drawing/2014/main" id="{1214F050-3CF1-4A82-A733-E272D8D167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67200" y="1563687"/>
              <a:ext cx="665163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3" name="Line 16">
              <a:extLst>
                <a:ext uri="{FF2B5EF4-FFF2-40B4-BE49-F238E27FC236}">
                  <a16:creationId xmlns:a16="http://schemas.microsoft.com/office/drawing/2014/main" id="{C67E9B5B-60D5-49F8-9062-583513B56C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8988" y="1231900"/>
              <a:ext cx="3175" cy="6635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" name="Rectangle 17">
              <a:extLst>
                <a:ext uri="{FF2B5EF4-FFF2-40B4-BE49-F238E27FC236}">
                  <a16:creationId xmlns:a16="http://schemas.microsoft.com/office/drawing/2014/main" id="{EAF19B6C-A5DA-4AE6-81F0-4ADA5BB0C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725" y="1012825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5" name="Rectangle 18">
              <a:extLst>
                <a:ext uri="{FF2B5EF4-FFF2-40B4-BE49-F238E27FC236}">
                  <a16:creationId xmlns:a16="http://schemas.microsoft.com/office/drawing/2014/main" id="{2ED3F846-3575-48E2-BEF4-97EF2F9A5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763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6" name="Rectangle 19">
              <a:extLst>
                <a:ext uri="{FF2B5EF4-FFF2-40B4-BE49-F238E27FC236}">
                  <a16:creationId xmlns:a16="http://schemas.microsoft.com/office/drawing/2014/main" id="{FF42C824-8F41-4C86-8D92-084757D95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72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7" name="Rectangle 20">
              <a:extLst>
                <a:ext uri="{FF2B5EF4-FFF2-40B4-BE49-F238E27FC236}">
                  <a16:creationId xmlns:a16="http://schemas.microsoft.com/office/drawing/2014/main" id="{3AD38131-8CCE-466A-9A3E-3F74BF1F8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27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8" name="Rectangle 21">
              <a:extLst>
                <a:ext uri="{FF2B5EF4-FFF2-40B4-BE49-F238E27FC236}">
                  <a16:creationId xmlns:a16="http://schemas.microsoft.com/office/drawing/2014/main" id="{FD83EB4D-18E6-456E-9B63-9BC86AFE4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582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9" name="Rectangle 22">
              <a:extLst>
                <a:ext uri="{FF2B5EF4-FFF2-40B4-BE49-F238E27FC236}">
                  <a16:creationId xmlns:a16="http://schemas.microsoft.com/office/drawing/2014/main" id="{2E40B06C-51FC-4D2F-9BFD-FE3BA39FB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163" y="1895475"/>
              <a:ext cx="681037" cy="67945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0" name="Line 23">
              <a:extLst>
                <a:ext uri="{FF2B5EF4-FFF2-40B4-BE49-F238E27FC236}">
                  <a16:creationId xmlns:a16="http://schemas.microsoft.com/office/drawing/2014/main" id="{2932A701-5103-437F-884E-95CE7A958B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6163" y="2243137"/>
              <a:ext cx="681037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1" name="Line 24">
              <a:extLst>
                <a:ext uri="{FF2B5EF4-FFF2-40B4-BE49-F238E27FC236}">
                  <a16:creationId xmlns:a16="http://schemas.microsoft.com/office/drawing/2014/main" id="{80DA7E4C-A080-4C17-8562-AFB3D3DA4D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3825" y="1895475"/>
              <a:ext cx="1588" cy="6794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2" name="Rectangle 26">
              <a:extLst>
                <a:ext uri="{FF2B5EF4-FFF2-40B4-BE49-F238E27FC236}">
                  <a16:creationId xmlns:a16="http://schemas.microsoft.com/office/drawing/2014/main" id="{B6C20312-8A45-4506-A783-E23B5ADE6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200" y="1895475"/>
              <a:ext cx="665163" cy="67945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3" name="Line 27">
              <a:extLst>
                <a:ext uri="{FF2B5EF4-FFF2-40B4-BE49-F238E27FC236}">
                  <a16:creationId xmlns:a16="http://schemas.microsoft.com/office/drawing/2014/main" id="{18A36E6B-D591-49D7-98A0-491C759280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67200" y="2243137"/>
              <a:ext cx="665163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" name="Line 28">
              <a:extLst>
                <a:ext uri="{FF2B5EF4-FFF2-40B4-BE49-F238E27FC236}">
                  <a16:creationId xmlns:a16="http://schemas.microsoft.com/office/drawing/2014/main" id="{FA290C41-D9C0-4F12-B29A-38E7076F2F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8988" y="1895475"/>
              <a:ext cx="3175" cy="6794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5" name="Rectangle 32">
              <a:extLst>
                <a:ext uri="{FF2B5EF4-FFF2-40B4-BE49-F238E27FC236}">
                  <a16:creationId xmlns:a16="http://schemas.microsoft.com/office/drawing/2014/main" id="{4C95ACD2-D8FE-487F-9599-BC06437F9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327150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6" name="Rectangle 33">
              <a:extLst>
                <a:ext uri="{FF2B5EF4-FFF2-40B4-BE49-F238E27FC236}">
                  <a16:creationId xmlns:a16="http://schemas.microsoft.com/office/drawing/2014/main" id="{A091E652-5694-4D33-8174-9C4F9DC99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663700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7" name="Rectangle 34">
              <a:extLst>
                <a:ext uri="{FF2B5EF4-FFF2-40B4-BE49-F238E27FC236}">
                  <a16:creationId xmlns:a16="http://schemas.microsoft.com/office/drawing/2014/main" id="{D6A3DA2A-6989-4A59-8930-3AE4986E3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997075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8" name="Rectangle 36">
              <a:extLst>
                <a:ext uri="{FF2B5EF4-FFF2-40B4-BE49-F238E27FC236}">
                  <a16:creationId xmlns:a16="http://schemas.microsoft.com/office/drawing/2014/main" id="{5E90D2A6-EA50-41F9-9214-54BFFDC9B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2333625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0B44B9D-71F0-434A-BA9E-ACF403C942D6}"/>
                  </a:ext>
                </a:extLst>
              </p14:cNvPr>
              <p14:cNvContentPartPr/>
              <p14:nvPr/>
            </p14:nvContentPartPr>
            <p14:xfrm>
              <a:off x="6734707" y="1295804"/>
              <a:ext cx="7920" cy="1954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0B44B9D-71F0-434A-BA9E-ACF403C942D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725707" y="1287164"/>
                <a:ext cx="25560" cy="21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0950EB81-4F79-4E9B-825A-8FC76C65BB9A}"/>
                  </a:ext>
                </a:extLst>
              </p14:cNvPr>
              <p14:cNvContentPartPr/>
              <p14:nvPr/>
            </p14:nvContentPartPr>
            <p14:xfrm>
              <a:off x="6785827" y="2298764"/>
              <a:ext cx="6840" cy="1717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0950EB81-4F79-4E9B-825A-8FC76C65BB9A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776827" y="2289764"/>
                <a:ext cx="2448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7A3DC32-6E8F-42D3-9D7D-A60B31C95DAD}"/>
                  </a:ext>
                </a:extLst>
              </p14:cNvPr>
              <p14:cNvContentPartPr/>
              <p14:nvPr/>
            </p14:nvContentPartPr>
            <p14:xfrm>
              <a:off x="7070587" y="2290844"/>
              <a:ext cx="27720" cy="1526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7A3DC32-6E8F-42D3-9D7D-A60B31C95DAD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061587" y="2281844"/>
                <a:ext cx="4536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AE93ED7E-A3E7-4B83-903E-3DB7971E011A}"/>
                  </a:ext>
                </a:extLst>
              </p14:cNvPr>
              <p14:cNvContentPartPr/>
              <p14:nvPr/>
            </p14:nvContentPartPr>
            <p14:xfrm>
              <a:off x="4056307" y="1319204"/>
              <a:ext cx="18360" cy="1792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AE93ED7E-A3E7-4B83-903E-3DB7971E011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047307" y="1310204"/>
                <a:ext cx="36000" cy="19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88B2CFC-000E-437F-8BA1-D21980D04A08}"/>
                  </a:ext>
                </a:extLst>
              </p14:cNvPr>
              <p14:cNvContentPartPr/>
              <p14:nvPr/>
            </p14:nvContentPartPr>
            <p14:xfrm>
              <a:off x="4404067" y="1294004"/>
              <a:ext cx="19440" cy="2379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88B2CFC-000E-437F-8BA1-D21980D04A0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395067" y="1285364"/>
                <a:ext cx="37080" cy="25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C9CD27BD-273D-41DA-84C2-A42B00393A7A}"/>
                  </a:ext>
                </a:extLst>
              </p14:cNvPr>
              <p14:cNvContentPartPr/>
              <p14:nvPr/>
            </p14:nvContentPartPr>
            <p14:xfrm>
              <a:off x="4055947" y="1993484"/>
              <a:ext cx="9000" cy="2433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C9CD27BD-273D-41DA-84C2-A42B00393A7A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046947" y="1984844"/>
                <a:ext cx="2664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BD2615F-7CC1-4CBE-8A45-A3B85563821D}"/>
                  </a:ext>
                </a:extLst>
              </p14:cNvPr>
              <p14:cNvContentPartPr/>
              <p14:nvPr/>
            </p14:nvContentPartPr>
            <p14:xfrm>
              <a:off x="4355467" y="1979084"/>
              <a:ext cx="18720" cy="2610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BD2615F-7CC1-4CBE-8A45-A3B85563821D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346827" y="1970444"/>
                <a:ext cx="36360" cy="27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232E9A6C-4FDF-420A-883F-E6AD0A789FB1}"/>
                  </a:ext>
                </a:extLst>
              </p14:cNvPr>
              <p14:cNvContentPartPr/>
              <p14:nvPr/>
            </p14:nvContentPartPr>
            <p14:xfrm>
              <a:off x="4061347" y="1628804"/>
              <a:ext cx="82080" cy="2037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232E9A6C-4FDF-420A-883F-E6AD0A789FB1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52707" y="1620164"/>
                <a:ext cx="99720" cy="22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16409CBA-4607-4DA4-96E7-0B1922461542}"/>
                  </a:ext>
                </a:extLst>
              </p14:cNvPr>
              <p14:cNvContentPartPr/>
              <p14:nvPr/>
            </p14:nvContentPartPr>
            <p14:xfrm>
              <a:off x="4357627" y="1609364"/>
              <a:ext cx="120240" cy="2397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16409CBA-4607-4DA4-96E7-0B1922461542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348987" y="1600724"/>
                <a:ext cx="137880" cy="25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C8005B4-7953-4298-B787-17E2C93A4C9C}"/>
                  </a:ext>
                </a:extLst>
              </p14:cNvPr>
              <p14:cNvContentPartPr/>
              <p14:nvPr/>
            </p14:nvContentPartPr>
            <p14:xfrm>
              <a:off x="4685587" y="1613324"/>
              <a:ext cx="81360" cy="2394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C8005B4-7953-4298-B787-17E2C93A4C9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676587" y="1604324"/>
                <a:ext cx="99000" cy="25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5ECAE900-5FAA-4D3A-93F0-B9AB4B545413}"/>
                  </a:ext>
                </a:extLst>
              </p14:cNvPr>
              <p14:cNvContentPartPr/>
              <p14:nvPr/>
            </p14:nvContentPartPr>
            <p14:xfrm>
              <a:off x="7052587" y="1221644"/>
              <a:ext cx="94320" cy="2120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5ECAE900-5FAA-4D3A-93F0-B9AB4B5454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043947" y="1212644"/>
                <a:ext cx="11196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3938284-8651-40F2-B744-52632CF89D00}"/>
                  </a:ext>
                </a:extLst>
              </p14:cNvPr>
              <p14:cNvContentPartPr/>
              <p14:nvPr/>
            </p14:nvContentPartPr>
            <p14:xfrm>
              <a:off x="7432027" y="1221644"/>
              <a:ext cx="103680" cy="2163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3938284-8651-40F2-B744-52632CF89D0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423027" y="1212644"/>
                <a:ext cx="1213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4DE94B81-764F-4A4C-96FB-C50F428A3CDE}"/>
                  </a:ext>
                </a:extLst>
              </p14:cNvPr>
              <p14:cNvContentPartPr/>
              <p14:nvPr/>
            </p14:nvContentPartPr>
            <p14:xfrm>
              <a:off x="6702307" y="1611164"/>
              <a:ext cx="89280" cy="1897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4DE94B81-764F-4A4C-96FB-C50F428A3CD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693667" y="1602524"/>
                <a:ext cx="106920" cy="20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08544" name="Ink 108543">
                <a:extLst>
                  <a:ext uri="{FF2B5EF4-FFF2-40B4-BE49-F238E27FC236}">
                    <a16:creationId xmlns:a16="http://schemas.microsoft.com/office/drawing/2014/main" id="{7B48A5FA-4346-4D8F-B3E1-0BAF3A3A90E4}"/>
                  </a:ext>
                </a:extLst>
              </p14:cNvPr>
              <p14:cNvContentPartPr/>
              <p14:nvPr/>
            </p14:nvContentPartPr>
            <p14:xfrm>
              <a:off x="7020547" y="1582004"/>
              <a:ext cx="119880" cy="235080"/>
            </p14:xfrm>
          </p:contentPart>
        </mc:Choice>
        <mc:Fallback xmlns="">
          <p:pic>
            <p:nvPicPr>
              <p:cNvPr id="108544" name="Ink 108543">
                <a:extLst>
                  <a:ext uri="{FF2B5EF4-FFF2-40B4-BE49-F238E27FC236}">
                    <a16:creationId xmlns:a16="http://schemas.microsoft.com/office/drawing/2014/main" id="{7B48A5FA-4346-4D8F-B3E1-0BAF3A3A90E4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7011907" y="1573004"/>
                <a:ext cx="137520" cy="25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08569" name="Ink 108568">
                <a:extLst>
                  <a:ext uri="{FF2B5EF4-FFF2-40B4-BE49-F238E27FC236}">
                    <a16:creationId xmlns:a16="http://schemas.microsoft.com/office/drawing/2014/main" id="{88726210-2526-4F07-9E58-E7B58FCFD426}"/>
                  </a:ext>
                </a:extLst>
              </p14:cNvPr>
              <p14:cNvContentPartPr/>
              <p14:nvPr/>
            </p14:nvContentPartPr>
            <p14:xfrm>
              <a:off x="3670027" y="1355924"/>
              <a:ext cx="96120" cy="128520"/>
            </p14:xfrm>
          </p:contentPart>
        </mc:Choice>
        <mc:Fallback xmlns="">
          <p:pic>
            <p:nvPicPr>
              <p:cNvPr id="108569" name="Ink 108568">
                <a:extLst>
                  <a:ext uri="{FF2B5EF4-FFF2-40B4-BE49-F238E27FC236}">
                    <a16:creationId xmlns:a16="http://schemas.microsoft.com/office/drawing/2014/main" id="{88726210-2526-4F07-9E58-E7B58FCFD42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661027" y="1346924"/>
                <a:ext cx="11376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08573" name="Ink 108572">
                <a:extLst>
                  <a:ext uri="{FF2B5EF4-FFF2-40B4-BE49-F238E27FC236}">
                    <a16:creationId xmlns:a16="http://schemas.microsoft.com/office/drawing/2014/main" id="{6B57FB04-17CB-48E8-A979-055E25B0EB48}"/>
                  </a:ext>
                </a:extLst>
              </p14:cNvPr>
              <p14:cNvContentPartPr/>
              <p14:nvPr/>
            </p14:nvContentPartPr>
            <p14:xfrm>
              <a:off x="4665787" y="1360244"/>
              <a:ext cx="102600" cy="140760"/>
            </p14:xfrm>
          </p:contentPart>
        </mc:Choice>
        <mc:Fallback xmlns="">
          <p:pic>
            <p:nvPicPr>
              <p:cNvPr id="108573" name="Ink 108572">
                <a:extLst>
                  <a:ext uri="{FF2B5EF4-FFF2-40B4-BE49-F238E27FC236}">
                    <a16:creationId xmlns:a16="http://schemas.microsoft.com/office/drawing/2014/main" id="{6B57FB04-17CB-48E8-A979-055E25B0EB48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657147" y="1351244"/>
                <a:ext cx="120240" cy="15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08574" name="Ink 108573">
                <a:extLst>
                  <a:ext uri="{FF2B5EF4-FFF2-40B4-BE49-F238E27FC236}">
                    <a16:creationId xmlns:a16="http://schemas.microsoft.com/office/drawing/2014/main" id="{FA014E5A-8AFC-41CF-AA90-6024C9428A7E}"/>
                  </a:ext>
                </a:extLst>
              </p14:cNvPr>
              <p14:cNvContentPartPr/>
              <p14:nvPr/>
            </p14:nvContentPartPr>
            <p14:xfrm>
              <a:off x="3662107" y="1689284"/>
              <a:ext cx="98640" cy="129240"/>
            </p14:xfrm>
          </p:contentPart>
        </mc:Choice>
        <mc:Fallback xmlns="">
          <p:pic>
            <p:nvPicPr>
              <p:cNvPr id="108574" name="Ink 108573">
                <a:extLst>
                  <a:ext uri="{FF2B5EF4-FFF2-40B4-BE49-F238E27FC236}">
                    <a16:creationId xmlns:a16="http://schemas.microsoft.com/office/drawing/2014/main" id="{FA014E5A-8AFC-41CF-AA90-6024C9428A7E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53107" y="1680644"/>
                <a:ext cx="116280" cy="14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08575" name="Ink 108574">
                <a:extLst>
                  <a:ext uri="{FF2B5EF4-FFF2-40B4-BE49-F238E27FC236}">
                    <a16:creationId xmlns:a16="http://schemas.microsoft.com/office/drawing/2014/main" id="{E7B5F096-2F3A-4CC3-BFC5-E068DAB67CF3}"/>
                  </a:ext>
                </a:extLst>
              </p14:cNvPr>
              <p14:cNvContentPartPr/>
              <p14:nvPr/>
            </p14:nvContentPartPr>
            <p14:xfrm>
              <a:off x="3734827" y="1990964"/>
              <a:ext cx="85320" cy="129240"/>
            </p14:xfrm>
          </p:contentPart>
        </mc:Choice>
        <mc:Fallback xmlns="">
          <p:pic>
            <p:nvPicPr>
              <p:cNvPr id="108575" name="Ink 108574">
                <a:extLst>
                  <a:ext uri="{FF2B5EF4-FFF2-40B4-BE49-F238E27FC236}">
                    <a16:creationId xmlns:a16="http://schemas.microsoft.com/office/drawing/2014/main" id="{E7B5F096-2F3A-4CC3-BFC5-E068DAB67CF3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725827" y="1981964"/>
                <a:ext cx="102960" cy="14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8579" name="Ink 108578">
                <a:extLst>
                  <a:ext uri="{FF2B5EF4-FFF2-40B4-BE49-F238E27FC236}">
                    <a16:creationId xmlns:a16="http://schemas.microsoft.com/office/drawing/2014/main" id="{5514689D-B2D3-41C7-8FA4-DCD09B667B55}"/>
                  </a:ext>
                </a:extLst>
              </p14:cNvPr>
              <p14:cNvContentPartPr/>
              <p14:nvPr/>
            </p14:nvContentPartPr>
            <p14:xfrm>
              <a:off x="3668587" y="2359244"/>
              <a:ext cx="114480" cy="156960"/>
            </p14:xfrm>
          </p:contentPart>
        </mc:Choice>
        <mc:Fallback xmlns="">
          <p:pic>
            <p:nvPicPr>
              <p:cNvPr id="108579" name="Ink 108578">
                <a:extLst>
                  <a:ext uri="{FF2B5EF4-FFF2-40B4-BE49-F238E27FC236}">
                    <a16:creationId xmlns:a16="http://schemas.microsoft.com/office/drawing/2014/main" id="{5514689D-B2D3-41C7-8FA4-DCD09B667B5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659947" y="2350244"/>
                <a:ext cx="132120" cy="17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8582" name="Ink 108581">
                <a:extLst>
                  <a:ext uri="{FF2B5EF4-FFF2-40B4-BE49-F238E27FC236}">
                    <a16:creationId xmlns:a16="http://schemas.microsoft.com/office/drawing/2014/main" id="{C1F8FB51-5E80-48C0-9D75-BE7F7867F92F}"/>
                  </a:ext>
                </a:extLst>
              </p14:cNvPr>
              <p14:cNvContentPartPr/>
              <p14:nvPr/>
            </p14:nvContentPartPr>
            <p14:xfrm>
              <a:off x="4025347" y="2356004"/>
              <a:ext cx="70560" cy="132480"/>
            </p14:xfrm>
          </p:contentPart>
        </mc:Choice>
        <mc:Fallback xmlns="">
          <p:pic>
            <p:nvPicPr>
              <p:cNvPr id="108582" name="Ink 108581">
                <a:extLst>
                  <a:ext uri="{FF2B5EF4-FFF2-40B4-BE49-F238E27FC236}">
                    <a16:creationId xmlns:a16="http://schemas.microsoft.com/office/drawing/2014/main" id="{C1F8FB51-5E80-48C0-9D75-BE7F7867F92F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016347" y="2347364"/>
                <a:ext cx="88200" cy="15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08584" name="Ink 108583">
                <a:extLst>
                  <a:ext uri="{FF2B5EF4-FFF2-40B4-BE49-F238E27FC236}">
                    <a16:creationId xmlns:a16="http://schemas.microsoft.com/office/drawing/2014/main" id="{21E24E25-2DF5-4B2E-A3EC-EC4E504DB323}"/>
                  </a:ext>
                </a:extLst>
              </p14:cNvPr>
              <p14:cNvContentPartPr/>
              <p14:nvPr/>
            </p14:nvContentPartPr>
            <p14:xfrm>
              <a:off x="4348627" y="2338364"/>
              <a:ext cx="82080" cy="128880"/>
            </p14:xfrm>
          </p:contentPart>
        </mc:Choice>
        <mc:Fallback xmlns="">
          <p:pic>
            <p:nvPicPr>
              <p:cNvPr id="108584" name="Ink 108583">
                <a:extLst>
                  <a:ext uri="{FF2B5EF4-FFF2-40B4-BE49-F238E27FC236}">
                    <a16:creationId xmlns:a16="http://schemas.microsoft.com/office/drawing/2014/main" id="{21E24E25-2DF5-4B2E-A3EC-EC4E504DB32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339987" y="2329724"/>
                <a:ext cx="99720" cy="14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8585" name="Ink 108584">
                <a:extLst>
                  <a:ext uri="{FF2B5EF4-FFF2-40B4-BE49-F238E27FC236}">
                    <a16:creationId xmlns:a16="http://schemas.microsoft.com/office/drawing/2014/main" id="{A7FF5AFA-C132-4A15-88F5-5AA62E875C46}"/>
                  </a:ext>
                </a:extLst>
              </p14:cNvPr>
              <p14:cNvContentPartPr/>
              <p14:nvPr/>
            </p14:nvContentPartPr>
            <p14:xfrm>
              <a:off x="4669027" y="2380124"/>
              <a:ext cx="101880" cy="120960"/>
            </p14:xfrm>
          </p:contentPart>
        </mc:Choice>
        <mc:Fallback xmlns="">
          <p:pic>
            <p:nvPicPr>
              <p:cNvPr id="108585" name="Ink 108584">
                <a:extLst>
                  <a:ext uri="{FF2B5EF4-FFF2-40B4-BE49-F238E27FC236}">
                    <a16:creationId xmlns:a16="http://schemas.microsoft.com/office/drawing/2014/main" id="{A7FF5AFA-C132-4A15-88F5-5AA62E875C46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660387" y="2371484"/>
                <a:ext cx="119520" cy="13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08590" name="Ink 108589">
                <a:extLst>
                  <a:ext uri="{FF2B5EF4-FFF2-40B4-BE49-F238E27FC236}">
                    <a16:creationId xmlns:a16="http://schemas.microsoft.com/office/drawing/2014/main" id="{80096FBC-4083-4045-B2BF-ACF380DB73ED}"/>
                  </a:ext>
                </a:extLst>
              </p14:cNvPr>
              <p14:cNvContentPartPr/>
              <p14:nvPr/>
            </p14:nvContentPartPr>
            <p14:xfrm>
              <a:off x="4714387" y="1999604"/>
              <a:ext cx="96120" cy="163440"/>
            </p14:xfrm>
          </p:contentPart>
        </mc:Choice>
        <mc:Fallback xmlns="">
          <p:pic>
            <p:nvPicPr>
              <p:cNvPr id="108590" name="Ink 108589">
                <a:extLst>
                  <a:ext uri="{FF2B5EF4-FFF2-40B4-BE49-F238E27FC236}">
                    <a16:creationId xmlns:a16="http://schemas.microsoft.com/office/drawing/2014/main" id="{80096FBC-4083-4045-B2BF-ACF380DB73ED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705387" y="1990964"/>
                <a:ext cx="113760" cy="18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08591" name="Ink 108590">
                <a:extLst>
                  <a:ext uri="{FF2B5EF4-FFF2-40B4-BE49-F238E27FC236}">
                    <a16:creationId xmlns:a16="http://schemas.microsoft.com/office/drawing/2014/main" id="{4F92AEE6-BE26-42FA-AAAA-49AD9D24A084}"/>
                  </a:ext>
                </a:extLst>
              </p14:cNvPr>
              <p14:cNvContentPartPr/>
              <p14:nvPr/>
            </p14:nvContentPartPr>
            <p14:xfrm>
              <a:off x="6372907" y="1290044"/>
              <a:ext cx="116640" cy="137160"/>
            </p14:xfrm>
          </p:contentPart>
        </mc:Choice>
        <mc:Fallback xmlns="">
          <p:pic>
            <p:nvPicPr>
              <p:cNvPr id="108591" name="Ink 108590">
                <a:extLst>
                  <a:ext uri="{FF2B5EF4-FFF2-40B4-BE49-F238E27FC236}">
                    <a16:creationId xmlns:a16="http://schemas.microsoft.com/office/drawing/2014/main" id="{4F92AEE6-BE26-42FA-AAAA-49AD9D24A08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64267" y="1281044"/>
                <a:ext cx="134280" cy="15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08592" name="Ink 108591">
                <a:extLst>
                  <a:ext uri="{FF2B5EF4-FFF2-40B4-BE49-F238E27FC236}">
                    <a16:creationId xmlns:a16="http://schemas.microsoft.com/office/drawing/2014/main" id="{3573267B-DF07-4C8C-8BE7-28853056588C}"/>
                  </a:ext>
                </a:extLst>
              </p14:cNvPr>
              <p14:cNvContentPartPr/>
              <p14:nvPr/>
            </p14:nvContentPartPr>
            <p14:xfrm>
              <a:off x="6400627" y="1645004"/>
              <a:ext cx="104400" cy="134640"/>
            </p14:xfrm>
          </p:contentPart>
        </mc:Choice>
        <mc:Fallback xmlns="">
          <p:pic>
            <p:nvPicPr>
              <p:cNvPr id="108592" name="Ink 108591">
                <a:extLst>
                  <a:ext uri="{FF2B5EF4-FFF2-40B4-BE49-F238E27FC236}">
                    <a16:creationId xmlns:a16="http://schemas.microsoft.com/office/drawing/2014/main" id="{3573267B-DF07-4C8C-8BE7-28853056588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391627" y="1636364"/>
                <a:ext cx="122040" cy="15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08593" name="Ink 108592">
                <a:extLst>
                  <a:ext uri="{FF2B5EF4-FFF2-40B4-BE49-F238E27FC236}">
                    <a16:creationId xmlns:a16="http://schemas.microsoft.com/office/drawing/2014/main" id="{E337ACC0-A6EA-456C-A8F6-320BF84896C2}"/>
                  </a:ext>
                </a:extLst>
              </p14:cNvPr>
              <p14:cNvContentPartPr/>
              <p14:nvPr/>
            </p14:nvContentPartPr>
            <p14:xfrm>
              <a:off x="6398467" y="1958204"/>
              <a:ext cx="88560" cy="144720"/>
            </p14:xfrm>
          </p:contentPart>
        </mc:Choice>
        <mc:Fallback xmlns="">
          <p:pic>
            <p:nvPicPr>
              <p:cNvPr id="108593" name="Ink 108592">
                <a:extLst>
                  <a:ext uri="{FF2B5EF4-FFF2-40B4-BE49-F238E27FC236}">
                    <a16:creationId xmlns:a16="http://schemas.microsoft.com/office/drawing/2014/main" id="{E337ACC0-A6EA-456C-A8F6-320BF84896C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389467" y="1949564"/>
                <a:ext cx="10620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08594" name="Ink 108593">
                <a:extLst>
                  <a:ext uri="{FF2B5EF4-FFF2-40B4-BE49-F238E27FC236}">
                    <a16:creationId xmlns:a16="http://schemas.microsoft.com/office/drawing/2014/main" id="{25675D62-0B45-453A-9947-AABB580DA670}"/>
                  </a:ext>
                </a:extLst>
              </p14:cNvPr>
              <p14:cNvContentPartPr/>
              <p14:nvPr/>
            </p14:nvContentPartPr>
            <p14:xfrm>
              <a:off x="6404947" y="2338364"/>
              <a:ext cx="109440" cy="118440"/>
            </p14:xfrm>
          </p:contentPart>
        </mc:Choice>
        <mc:Fallback xmlns="">
          <p:pic>
            <p:nvPicPr>
              <p:cNvPr id="108594" name="Ink 108593">
                <a:extLst>
                  <a:ext uri="{FF2B5EF4-FFF2-40B4-BE49-F238E27FC236}">
                    <a16:creationId xmlns:a16="http://schemas.microsoft.com/office/drawing/2014/main" id="{25675D62-0B45-453A-9947-AABB580DA670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395947" y="2329364"/>
                <a:ext cx="127080" cy="13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08595" name="Ink 108594">
                <a:extLst>
                  <a:ext uri="{FF2B5EF4-FFF2-40B4-BE49-F238E27FC236}">
                    <a16:creationId xmlns:a16="http://schemas.microsoft.com/office/drawing/2014/main" id="{7ACD7D7E-2B8B-48D2-AA21-E149AF9BCA75}"/>
                  </a:ext>
                </a:extLst>
              </p14:cNvPr>
              <p14:cNvContentPartPr/>
              <p14:nvPr/>
            </p14:nvContentPartPr>
            <p14:xfrm>
              <a:off x="6782587" y="1955684"/>
              <a:ext cx="66600" cy="151200"/>
            </p14:xfrm>
          </p:contentPart>
        </mc:Choice>
        <mc:Fallback xmlns="">
          <p:pic>
            <p:nvPicPr>
              <p:cNvPr id="108595" name="Ink 108594">
                <a:extLst>
                  <a:ext uri="{FF2B5EF4-FFF2-40B4-BE49-F238E27FC236}">
                    <a16:creationId xmlns:a16="http://schemas.microsoft.com/office/drawing/2014/main" id="{7ACD7D7E-2B8B-48D2-AA21-E149AF9BCA75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773587" y="1946684"/>
                <a:ext cx="8424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08596" name="Ink 108595">
                <a:extLst>
                  <a:ext uri="{FF2B5EF4-FFF2-40B4-BE49-F238E27FC236}">
                    <a16:creationId xmlns:a16="http://schemas.microsoft.com/office/drawing/2014/main" id="{199E1526-BA5A-4A32-9B46-0F6988789A62}"/>
                  </a:ext>
                </a:extLst>
              </p14:cNvPr>
              <p14:cNvContentPartPr/>
              <p14:nvPr/>
            </p14:nvContentPartPr>
            <p14:xfrm>
              <a:off x="7042507" y="1978004"/>
              <a:ext cx="86760" cy="141120"/>
            </p14:xfrm>
          </p:contentPart>
        </mc:Choice>
        <mc:Fallback xmlns="">
          <p:pic>
            <p:nvPicPr>
              <p:cNvPr id="108596" name="Ink 108595">
                <a:extLst>
                  <a:ext uri="{FF2B5EF4-FFF2-40B4-BE49-F238E27FC236}">
                    <a16:creationId xmlns:a16="http://schemas.microsoft.com/office/drawing/2014/main" id="{199E1526-BA5A-4A32-9B46-0F6988789A62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33507" y="1969004"/>
                <a:ext cx="104400" cy="15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08597" name="Ink 108596">
                <a:extLst>
                  <a:ext uri="{FF2B5EF4-FFF2-40B4-BE49-F238E27FC236}">
                    <a16:creationId xmlns:a16="http://schemas.microsoft.com/office/drawing/2014/main" id="{D159C9D7-8AF3-40E0-8220-64F7E603FA22}"/>
                  </a:ext>
                </a:extLst>
              </p14:cNvPr>
              <p14:cNvContentPartPr/>
              <p14:nvPr/>
            </p14:nvContentPartPr>
            <p14:xfrm>
              <a:off x="7403587" y="1637444"/>
              <a:ext cx="65160" cy="106920"/>
            </p14:xfrm>
          </p:contentPart>
        </mc:Choice>
        <mc:Fallback xmlns="">
          <p:pic>
            <p:nvPicPr>
              <p:cNvPr id="108597" name="Ink 108596">
                <a:extLst>
                  <a:ext uri="{FF2B5EF4-FFF2-40B4-BE49-F238E27FC236}">
                    <a16:creationId xmlns:a16="http://schemas.microsoft.com/office/drawing/2014/main" id="{D159C9D7-8AF3-40E0-8220-64F7E603FA22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394947" y="1628804"/>
                <a:ext cx="82800" cy="12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108598" name="Ink 108597">
                <a:extLst>
                  <a:ext uri="{FF2B5EF4-FFF2-40B4-BE49-F238E27FC236}">
                    <a16:creationId xmlns:a16="http://schemas.microsoft.com/office/drawing/2014/main" id="{E0AB8ED2-70B8-49A7-A3E9-9FBDB15CEB70}"/>
                  </a:ext>
                </a:extLst>
              </p14:cNvPr>
              <p14:cNvContentPartPr/>
              <p14:nvPr/>
            </p14:nvContentPartPr>
            <p14:xfrm>
              <a:off x="7418347" y="2014004"/>
              <a:ext cx="53280" cy="102600"/>
            </p14:xfrm>
          </p:contentPart>
        </mc:Choice>
        <mc:Fallback xmlns="">
          <p:pic>
            <p:nvPicPr>
              <p:cNvPr id="108598" name="Ink 108597">
                <a:extLst>
                  <a:ext uri="{FF2B5EF4-FFF2-40B4-BE49-F238E27FC236}">
                    <a16:creationId xmlns:a16="http://schemas.microsoft.com/office/drawing/2014/main" id="{E0AB8ED2-70B8-49A7-A3E9-9FBDB15CEB70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409347" y="2005364"/>
                <a:ext cx="70920" cy="12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108599" name="Ink 108598">
                <a:extLst>
                  <a:ext uri="{FF2B5EF4-FFF2-40B4-BE49-F238E27FC236}">
                    <a16:creationId xmlns:a16="http://schemas.microsoft.com/office/drawing/2014/main" id="{6328B0C0-C38E-4BC2-884F-C11BE0B2A0CA}"/>
                  </a:ext>
                </a:extLst>
              </p14:cNvPr>
              <p14:cNvContentPartPr/>
              <p14:nvPr/>
            </p14:nvContentPartPr>
            <p14:xfrm>
              <a:off x="7399987" y="2341604"/>
              <a:ext cx="100800" cy="145440"/>
            </p14:xfrm>
          </p:contentPart>
        </mc:Choice>
        <mc:Fallback xmlns="">
          <p:pic>
            <p:nvPicPr>
              <p:cNvPr id="108599" name="Ink 108598">
                <a:extLst>
                  <a:ext uri="{FF2B5EF4-FFF2-40B4-BE49-F238E27FC236}">
                    <a16:creationId xmlns:a16="http://schemas.microsoft.com/office/drawing/2014/main" id="{6328B0C0-C38E-4BC2-884F-C11BE0B2A0CA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91347" y="2332604"/>
                <a:ext cx="118440" cy="163080"/>
              </a:xfrm>
              <a:prstGeom prst="rect">
                <a:avLst/>
              </a:prstGeom>
            </p:spPr>
          </p:pic>
        </mc:Fallback>
      </mc:AlternateContent>
      <p:sp>
        <p:nvSpPr>
          <p:cNvPr id="118" name="Rectangle 7">
            <a:extLst>
              <a:ext uri="{FF2B5EF4-FFF2-40B4-BE49-F238E27FC236}">
                <a16:creationId xmlns:a16="http://schemas.microsoft.com/office/drawing/2014/main" id="{A421E92C-6091-43C8-842D-36C5521129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5288" y="736911"/>
            <a:ext cx="18434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x1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" name="Rectangle 9">
            <a:extLst>
              <a:ext uri="{FF2B5EF4-FFF2-40B4-BE49-F238E27FC236}">
                <a16:creationId xmlns:a16="http://schemas.microsoft.com/office/drawing/2014/main" id="{52128CBA-0BB5-4EA8-A6C8-770D314B66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1894" y="736911"/>
            <a:ext cx="18434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x2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0" name="Rectangle 7">
            <a:extLst>
              <a:ext uri="{FF2B5EF4-FFF2-40B4-BE49-F238E27FC236}">
                <a16:creationId xmlns:a16="http://schemas.microsoft.com/office/drawing/2014/main" id="{276F2318-526D-4579-BDE4-10A7B739C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0878" y="3200971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1" name="Rectangle 9">
            <a:extLst>
              <a:ext uri="{FF2B5EF4-FFF2-40B4-BE49-F238E27FC236}">
                <a16:creationId xmlns:a16="http://schemas.microsoft.com/office/drawing/2014/main" id="{6BB2DD41-891A-4827-8C74-46A79A143C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5341" y="3200971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7910F846-CB05-46BA-8C8A-562C50B2E747}"/>
              </a:ext>
            </a:extLst>
          </p:cNvPr>
          <p:cNvGrpSpPr/>
          <p:nvPr/>
        </p:nvGrpSpPr>
        <p:grpSpPr>
          <a:xfrm>
            <a:off x="3186553" y="3278758"/>
            <a:ext cx="1884363" cy="1697038"/>
            <a:chOff x="3048000" y="877887"/>
            <a:chExt cx="1884363" cy="1697038"/>
          </a:xfrm>
        </p:grpSpPr>
        <p:sp>
          <p:nvSpPr>
            <p:cNvPr id="103" name="Rectangle 3">
              <a:extLst>
                <a:ext uri="{FF2B5EF4-FFF2-40B4-BE49-F238E27FC236}">
                  <a16:creationId xmlns:a16="http://schemas.microsoft.com/office/drawing/2014/main" id="{33C9AC6D-C0E8-4527-8B42-59DE81226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163" y="1231900"/>
              <a:ext cx="681037" cy="663575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4" name="Line 4">
              <a:extLst>
                <a:ext uri="{FF2B5EF4-FFF2-40B4-BE49-F238E27FC236}">
                  <a16:creationId xmlns:a16="http://schemas.microsoft.com/office/drawing/2014/main" id="{7A9931CB-8BA5-4366-B26E-6E6E30AE8F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6163" y="1563687"/>
              <a:ext cx="681037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" name="Line 5">
              <a:extLst>
                <a:ext uri="{FF2B5EF4-FFF2-40B4-BE49-F238E27FC236}">
                  <a16:creationId xmlns:a16="http://schemas.microsoft.com/office/drawing/2014/main" id="{EA1AB98B-67D7-4301-92E2-5FED1135B5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2237" y="1231900"/>
              <a:ext cx="1588" cy="6635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" name="Line 6">
              <a:extLst>
                <a:ext uri="{FF2B5EF4-FFF2-40B4-BE49-F238E27FC236}">
                  <a16:creationId xmlns:a16="http://schemas.microsoft.com/office/drawing/2014/main" id="{DB50E567-FCE8-4730-8615-71FFACFEFF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4375" y="884237"/>
              <a:ext cx="331788" cy="3476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7" name="Rectangle 8">
              <a:extLst>
                <a:ext uri="{FF2B5EF4-FFF2-40B4-BE49-F238E27FC236}">
                  <a16:creationId xmlns:a16="http://schemas.microsoft.com/office/drawing/2014/main" id="{C288CAE3-A353-4DDF-8844-66B2AF428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175" y="877887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" name="Rectangle 10">
              <a:extLst>
                <a:ext uri="{FF2B5EF4-FFF2-40B4-BE49-F238E27FC236}">
                  <a16:creationId xmlns:a16="http://schemas.microsoft.com/office/drawing/2014/main" id="{ED6C3B16-77A0-44E4-86D0-2385BFB5A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638" y="877887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9" name="Rectangle 11">
              <a:extLst>
                <a:ext uri="{FF2B5EF4-FFF2-40B4-BE49-F238E27FC236}">
                  <a16:creationId xmlns:a16="http://schemas.microsoft.com/office/drawing/2014/main" id="{EAFCBE54-3895-4C34-B364-E165C89AD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938212"/>
              <a:ext cx="1063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0" name="Rectangle 12">
              <a:extLst>
                <a:ext uri="{FF2B5EF4-FFF2-40B4-BE49-F238E27FC236}">
                  <a16:creationId xmlns:a16="http://schemas.microsoft.com/office/drawing/2014/main" id="{43E0B397-76B1-4D99-8501-133DAFC47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850" y="1012825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" name="Rectangle 13">
              <a:extLst>
                <a:ext uri="{FF2B5EF4-FFF2-40B4-BE49-F238E27FC236}">
                  <a16:creationId xmlns:a16="http://schemas.microsoft.com/office/drawing/2014/main" id="{D7E16A4B-3E2C-4429-B627-459D4D928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463" y="938212"/>
              <a:ext cx="1063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" name="Rectangle 14">
              <a:extLst>
                <a:ext uri="{FF2B5EF4-FFF2-40B4-BE49-F238E27FC236}">
                  <a16:creationId xmlns:a16="http://schemas.microsoft.com/office/drawing/2014/main" id="{D23A068B-5315-4EB4-86B4-D1DD92278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200" y="1231900"/>
              <a:ext cx="665163" cy="663575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" name="Line 15">
              <a:extLst>
                <a:ext uri="{FF2B5EF4-FFF2-40B4-BE49-F238E27FC236}">
                  <a16:creationId xmlns:a16="http://schemas.microsoft.com/office/drawing/2014/main" id="{82B3672C-E9D8-4CC9-82F8-AA2B0C5F41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67200" y="1563687"/>
              <a:ext cx="665163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" name="Line 16">
              <a:extLst>
                <a:ext uri="{FF2B5EF4-FFF2-40B4-BE49-F238E27FC236}">
                  <a16:creationId xmlns:a16="http://schemas.microsoft.com/office/drawing/2014/main" id="{3EC45A6B-C911-4210-B2DE-A7134AD6BB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8988" y="1231900"/>
              <a:ext cx="3175" cy="6635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5" name="Rectangle 17">
              <a:extLst>
                <a:ext uri="{FF2B5EF4-FFF2-40B4-BE49-F238E27FC236}">
                  <a16:creationId xmlns:a16="http://schemas.microsoft.com/office/drawing/2014/main" id="{9A9E604B-7FB3-4484-B8E9-8FF28BFC5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725" y="1012825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6" name="Rectangle 18">
              <a:extLst>
                <a:ext uri="{FF2B5EF4-FFF2-40B4-BE49-F238E27FC236}">
                  <a16:creationId xmlns:a16="http://schemas.microsoft.com/office/drawing/2014/main" id="{D89B7652-BA58-4430-B3B0-B28F4E070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763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" name="Rectangle 19">
              <a:extLst>
                <a:ext uri="{FF2B5EF4-FFF2-40B4-BE49-F238E27FC236}">
                  <a16:creationId xmlns:a16="http://schemas.microsoft.com/office/drawing/2014/main" id="{A6A6D664-E56A-4F27-AEA1-BA55F62C9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72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0" name="Rectangle 20">
              <a:extLst>
                <a:ext uri="{FF2B5EF4-FFF2-40B4-BE49-F238E27FC236}">
                  <a16:creationId xmlns:a16="http://schemas.microsoft.com/office/drawing/2014/main" id="{1DEF5169-D0F3-4A90-AD98-937094EF8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27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1" name="Rectangle 21">
              <a:extLst>
                <a:ext uri="{FF2B5EF4-FFF2-40B4-BE49-F238E27FC236}">
                  <a16:creationId xmlns:a16="http://schemas.microsoft.com/office/drawing/2014/main" id="{9137485F-15E7-466B-8525-B15821D3F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582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2" name="Rectangle 22">
              <a:extLst>
                <a:ext uri="{FF2B5EF4-FFF2-40B4-BE49-F238E27FC236}">
                  <a16:creationId xmlns:a16="http://schemas.microsoft.com/office/drawing/2014/main" id="{81C3FB12-5BB7-44BE-AD8F-286B1B0ED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163" y="1895475"/>
              <a:ext cx="681037" cy="67945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3" name="Line 23">
              <a:extLst>
                <a:ext uri="{FF2B5EF4-FFF2-40B4-BE49-F238E27FC236}">
                  <a16:creationId xmlns:a16="http://schemas.microsoft.com/office/drawing/2014/main" id="{A3E81E71-09D4-4AC9-956E-141A069FAD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6163" y="2243137"/>
              <a:ext cx="681037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4" name="Line 24">
              <a:extLst>
                <a:ext uri="{FF2B5EF4-FFF2-40B4-BE49-F238E27FC236}">
                  <a16:creationId xmlns:a16="http://schemas.microsoft.com/office/drawing/2014/main" id="{DE7D87A0-7DC3-4E08-8A08-6535D382BE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3825" y="1895475"/>
              <a:ext cx="1588" cy="6794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5" name="Rectangle 26">
              <a:extLst>
                <a:ext uri="{FF2B5EF4-FFF2-40B4-BE49-F238E27FC236}">
                  <a16:creationId xmlns:a16="http://schemas.microsoft.com/office/drawing/2014/main" id="{9CA51DD5-A0E8-43F4-AE0B-827B1987E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200" y="1895475"/>
              <a:ext cx="665163" cy="67945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" name="Line 27">
              <a:extLst>
                <a:ext uri="{FF2B5EF4-FFF2-40B4-BE49-F238E27FC236}">
                  <a16:creationId xmlns:a16="http://schemas.microsoft.com/office/drawing/2014/main" id="{C56200B3-45FB-43DF-A7FF-217CC61B02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67200" y="2243137"/>
              <a:ext cx="665163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7" name="Line 28">
              <a:extLst>
                <a:ext uri="{FF2B5EF4-FFF2-40B4-BE49-F238E27FC236}">
                  <a16:creationId xmlns:a16="http://schemas.microsoft.com/office/drawing/2014/main" id="{22AFE0D2-8FC3-42A5-BF7E-8383D278AB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8988" y="1895475"/>
              <a:ext cx="3175" cy="6794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" name="Rectangle 32">
              <a:extLst>
                <a:ext uri="{FF2B5EF4-FFF2-40B4-BE49-F238E27FC236}">
                  <a16:creationId xmlns:a16="http://schemas.microsoft.com/office/drawing/2014/main" id="{DCBC1760-5083-4E16-AF3A-B65377F8A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327150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" name="Rectangle 33">
              <a:extLst>
                <a:ext uri="{FF2B5EF4-FFF2-40B4-BE49-F238E27FC236}">
                  <a16:creationId xmlns:a16="http://schemas.microsoft.com/office/drawing/2014/main" id="{7CB04C04-ACCB-49B5-B5F0-96425085D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663700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" name="Rectangle 34">
              <a:extLst>
                <a:ext uri="{FF2B5EF4-FFF2-40B4-BE49-F238E27FC236}">
                  <a16:creationId xmlns:a16="http://schemas.microsoft.com/office/drawing/2014/main" id="{C87ECFF1-BE0A-4B36-9A99-5B5019DA3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997075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" name="Rectangle 36">
              <a:extLst>
                <a:ext uri="{FF2B5EF4-FFF2-40B4-BE49-F238E27FC236}">
                  <a16:creationId xmlns:a16="http://schemas.microsoft.com/office/drawing/2014/main" id="{BDE3AC40-F6E5-4DAD-A695-835299C27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2333625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32" name="Rectangle 37">
            <a:extLst>
              <a:ext uri="{FF2B5EF4-FFF2-40B4-BE49-F238E27FC236}">
                <a16:creationId xmlns:a16="http://schemas.microsoft.com/office/drawing/2014/main" id="{E01F51C9-6968-493C-B142-275EA74E59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43703" y="5086921"/>
            <a:ext cx="16557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(a) Optimal realization of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3" name="Rectangle 39">
            <a:extLst>
              <a:ext uri="{FF2B5EF4-FFF2-40B4-BE49-F238E27FC236}">
                <a16:creationId xmlns:a16="http://schemas.microsoft.com/office/drawing/2014/main" id="{53C11699-55D3-44B5-83B8-AA507C1CA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4691" y="5086921"/>
            <a:ext cx="16557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(b) Optimal realization of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" name="Rectangle 42">
            <a:extLst>
              <a:ext uri="{FF2B5EF4-FFF2-40B4-BE49-F238E27FC236}">
                <a16:creationId xmlns:a16="http://schemas.microsoft.com/office/drawing/2014/main" id="{189E6D4C-5AFD-4FC2-9BBD-55E7E50ED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2803" y="5090096"/>
            <a:ext cx="809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" name="Rectangle 43">
            <a:extLst>
              <a:ext uri="{FF2B5EF4-FFF2-40B4-BE49-F238E27FC236}">
                <a16:creationId xmlns:a16="http://schemas.microsoft.com/office/drawing/2014/main" id="{358AE32C-AEA4-4F53-B7FD-221FA71D0C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0713" y="5159946"/>
            <a:ext cx="8656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" name="Rectangle 44">
            <a:extLst>
              <a:ext uri="{FF2B5EF4-FFF2-40B4-BE49-F238E27FC236}">
                <a16:creationId xmlns:a16="http://schemas.microsoft.com/office/drawing/2014/main" id="{32DC8AAA-3A89-440D-8D82-F3101662EE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0141" y="5090096"/>
            <a:ext cx="809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7" name="Rectangle 45">
            <a:extLst>
              <a:ext uri="{FF2B5EF4-FFF2-40B4-BE49-F238E27FC236}">
                <a16:creationId xmlns:a16="http://schemas.microsoft.com/office/drawing/2014/main" id="{AA237210-C1E3-410E-A7ED-493DCD2377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25228" y="5159946"/>
            <a:ext cx="5770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103F52F2-1221-4FDE-A693-F1088D7EB063}"/>
              </a:ext>
            </a:extLst>
          </p:cNvPr>
          <p:cNvGrpSpPr/>
          <p:nvPr/>
        </p:nvGrpSpPr>
        <p:grpSpPr>
          <a:xfrm>
            <a:off x="5874190" y="3245421"/>
            <a:ext cx="1884363" cy="1690688"/>
            <a:chOff x="3048000" y="884237"/>
            <a:chExt cx="1884363" cy="1690688"/>
          </a:xfrm>
        </p:grpSpPr>
        <p:sp>
          <p:nvSpPr>
            <p:cNvPr id="139" name="Rectangle 3">
              <a:extLst>
                <a:ext uri="{FF2B5EF4-FFF2-40B4-BE49-F238E27FC236}">
                  <a16:creationId xmlns:a16="http://schemas.microsoft.com/office/drawing/2014/main" id="{B00AB24E-8DAC-491F-9C19-9A3128695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163" y="1231900"/>
              <a:ext cx="681037" cy="663575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0" name="Line 4">
              <a:extLst>
                <a:ext uri="{FF2B5EF4-FFF2-40B4-BE49-F238E27FC236}">
                  <a16:creationId xmlns:a16="http://schemas.microsoft.com/office/drawing/2014/main" id="{5A8EAAE8-EB9E-4E57-8728-702B22E42B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6163" y="1563687"/>
              <a:ext cx="681037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1" name="Line 5">
              <a:extLst>
                <a:ext uri="{FF2B5EF4-FFF2-40B4-BE49-F238E27FC236}">
                  <a16:creationId xmlns:a16="http://schemas.microsoft.com/office/drawing/2014/main" id="{81C102B1-1709-4BD7-BD31-BD2DCFBF46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2237" y="1231900"/>
              <a:ext cx="1588" cy="6635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2" name="Line 6">
              <a:extLst>
                <a:ext uri="{FF2B5EF4-FFF2-40B4-BE49-F238E27FC236}">
                  <a16:creationId xmlns:a16="http://schemas.microsoft.com/office/drawing/2014/main" id="{B12BD29E-055E-4CBD-9D0A-28BE7C6952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4375" y="884237"/>
              <a:ext cx="331788" cy="3476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" name="Rectangle 11">
              <a:extLst>
                <a:ext uri="{FF2B5EF4-FFF2-40B4-BE49-F238E27FC236}">
                  <a16:creationId xmlns:a16="http://schemas.microsoft.com/office/drawing/2014/main" id="{9CF16196-6327-4339-86CD-5451D4C41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938212"/>
              <a:ext cx="1063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4" name="Rectangle 12">
              <a:extLst>
                <a:ext uri="{FF2B5EF4-FFF2-40B4-BE49-F238E27FC236}">
                  <a16:creationId xmlns:a16="http://schemas.microsoft.com/office/drawing/2014/main" id="{2EA184FC-1C9B-49AA-B792-4EE59D065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850" y="1012825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5" name="Rectangle 13">
              <a:extLst>
                <a:ext uri="{FF2B5EF4-FFF2-40B4-BE49-F238E27FC236}">
                  <a16:creationId xmlns:a16="http://schemas.microsoft.com/office/drawing/2014/main" id="{BFE3DBF5-D155-413D-8521-7195E9418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463" y="938212"/>
              <a:ext cx="1063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6" name="Rectangle 14">
              <a:extLst>
                <a:ext uri="{FF2B5EF4-FFF2-40B4-BE49-F238E27FC236}">
                  <a16:creationId xmlns:a16="http://schemas.microsoft.com/office/drawing/2014/main" id="{6ABE14A9-35E3-4FCB-A4FA-C00866038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200" y="1231900"/>
              <a:ext cx="665163" cy="663575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7" name="Line 15">
              <a:extLst>
                <a:ext uri="{FF2B5EF4-FFF2-40B4-BE49-F238E27FC236}">
                  <a16:creationId xmlns:a16="http://schemas.microsoft.com/office/drawing/2014/main" id="{E22BE69F-8E20-46E1-A324-DF207D324F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67200" y="1563687"/>
              <a:ext cx="665163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8" name="Line 16">
              <a:extLst>
                <a:ext uri="{FF2B5EF4-FFF2-40B4-BE49-F238E27FC236}">
                  <a16:creationId xmlns:a16="http://schemas.microsoft.com/office/drawing/2014/main" id="{2CBA82BB-B81B-4C6A-B6C1-5A7DF7CE79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8988" y="1231900"/>
              <a:ext cx="3175" cy="6635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9" name="Rectangle 17">
              <a:extLst>
                <a:ext uri="{FF2B5EF4-FFF2-40B4-BE49-F238E27FC236}">
                  <a16:creationId xmlns:a16="http://schemas.microsoft.com/office/drawing/2014/main" id="{6780C61B-F413-4AAA-BF10-09A7C0160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725" y="1012825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0" name="Rectangle 18">
              <a:extLst>
                <a:ext uri="{FF2B5EF4-FFF2-40B4-BE49-F238E27FC236}">
                  <a16:creationId xmlns:a16="http://schemas.microsoft.com/office/drawing/2014/main" id="{C613D6E4-2962-410B-A451-1F7FD606B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763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1" name="Rectangle 19">
              <a:extLst>
                <a:ext uri="{FF2B5EF4-FFF2-40B4-BE49-F238E27FC236}">
                  <a16:creationId xmlns:a16="http://schemas.microsoft.com/office/drawing/2014/main" id="{BDDA4C43-23FC-4250-A782-B202894A4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72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2" name="Rectangle 20">
              <a:extLst>
                <a:ext uri="{FF2B5EF4-FFF2-40B4-BE49-F238E27FC236}">
                  <a16:creationId xmlns:a16="http://schemas.microsoft.com/office/drawing/2014/main" id="{A826F735-56CB-422C-8843-2BD9E8D4B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27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" name="Rectangle 21">
              <a:extLst>
                <a:ext uri="{FF2B5EF4-FFF2-40B4-BE49-F238E27FC236}">
                  <a16:creationId xmlns:a16="http://schemas.microsoft.com/office/drawing/2014/main" id="{E28C5102-0C7D-40C1-8E0D-B31996EE9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582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4" name="Rectangle 22">
              <a:extLst>
                <a:ext uri="{FF2B5EF4-FFF2-40B4-BE49-F238E27FC236}">
                  <a16:creationId xmlns:a16="http://schemas.microsoft.com/office/drawing/2014/main" id="{6EF2CFD3-3E6F-4766-8778-5CCA9161E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163" y="1895475"/>
              <a:ext cx="681037" cy="67945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5" name="Line 23">
              <a:extLst>
                <a:ext uri="{FF2B5EF4-FFF2-40B4-BE49-F238E27FC236}">
                  <a16:creationId xmlns:a16="http://schemas.microsoft.com/office/drawing/2014/main" id="{6D3253CC-4066-4D0C-933A-ECD3AF7089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6163" y="2243137"/>
              <a:ext cx="681037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6" name="Line 24">
              <a:extLst>
                <a:ext uri="{FF2B5EF4-FFF2-40B4-BE49-F238E27FC236}">
                  <a16:creationId xmlns:a16="http://schemas.microsoft.com/office/drawing/2014/main" id="{915BC1C1-8DAD-4474-A39D-47329449D8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3825" y="1895475"/>
              <a:ext cx="1588" cy="6794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7" name="Rectangle 26">
              <a:extLst>
                <a:ext uri="{FF2B5EF4-FFF2-40B4-BE49-F238E27FC236}">
                  <a16:creationId xmlns:a16="http://schemas.microsoft.com/office/drawing/2014/main" id="{59F18358-D41D-47B0-88F9-B2AA5863B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200" y="1895475"/>
              <a:ext cx="665163" cy="67945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8" name="Line 27">
              <a:extLst>
                <a:ext uri="{FF2B5EF4-FFF2-40B4-BE49-F238E27FC236}">
                  <a16:creationId xmlns:a16="http://schemas.microsoft.com/office/drawing/2014/main" id="{914503DD-F17A-49F3-971D-5D097336A7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67200" y="2243137"/>
              <a:ext cx="665163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9" name="Line 28">
              <a:extLst>
                <a:ext uri="{FF2B5EF4-FFF2-40B4-BE49-F238E27FC236}">
                  <a16:creationId xmlns:a16="http://schemas.microsoft.com/office/drawing/2014/main" id="{F5A12A88-ACF8-4DF5-A11B-60EEEEA47D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8988" y="1895475"/>
              <a:ext cx="3175" cy="6794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0" name="Rectangle 32">
              <a:extLst>
                <a:ext uri="{FF2B5EF4-FFF2-40B4-BE49-F238E27FC236}">
                  <a16:creationId xmlns:a16="http://schemas.microsoft.com/office/drawing/2014/main" id="{1FB20E7A-2976-4CD5-A0EF-25B231D14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327150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6" name="Rectangle 33">
              <a:extLst>
                <a:ext uri="{FF2B5EF4-FFF2-40B4-BE49-F238E27FC236}">
                  <a16:creationId xmlns:a16="http://schemas.microsoft.com/office/drawing/2014/main" id="{C700A51F-2BEA-4E6F-BEFA-0D31B9669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663700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7" name="Rectangle 34">
              <a:extLst>
                <a:ext uri="{FF2B5EF4-FFF2-40B4-BE49-F238E27FC236}">
                  <a16:creationId xmlns:a16="http://schemas.microsoft.com/office/drawing/2014/main" id="{4F2A18F6-177F-4EDD-B6BB-F0FB3A8E0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997075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9" name="Rectangle 36">
              <a:extLst>
                <a:ext uri="{FF2B5EF4-FFF2-40B4-BE49-F238E27FC236}">
                  <a16:creationId xmlns:a16="http://schemas.microsoft.com/office/drawing/2014/main" id="{A18DBB6F-E90F-44E1-BD16-23356725F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2333625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90" name="Ink 189">
                <a:extLst>
                  <a:ext uri="{FF2B5EF4-FFF2-40B4-BE49-F238E27FC236}">
                    <a16:creationId xmlns:a16="http://schemas.microsoft.com/office/drawing/2014/main" id="{73FEF84B-B026-460B-853F-8F1DF8DA1401}"/>
                  </a:ext>
                </a:extLst>
              </p14:cNvPr>
              <p14:cNvContentPartPr/>
              <p14:nvPr/>
            </p14:nvContentPartPr>
            <p14:xfrm>
              <a:off x="6873260" y="3696675"/>
              <a:ext cx="7920" cy="195480"/>
            </p14:xfrm>
          </p:contentPart>
        </mc:Choice>
        <mc:Fallback xmlns="">
          <p:pic>
            <p:nvPicPr>
              <p:cNvPr id="190" name="Ink 189">
                <a:extLst>
                  <a:ext uri="{FF2B5EF4-FFF2-40B4-BE49-F238E27FC236}">
                    <a16:creationId xmlns:a16="http://schemas.microsoft.com/office/drawing/2014/main" id="{73FEF84B-B026-460B-853F-8F1DF8DA1401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864651" y="3687658"/>
                <a:ext cx="24793" cy="21315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91" name="Ink 190">
                <a:extLst>
                  <a:ext uri="{FF2B5EF4-FFF2-40B4-BE49-F238E27FC236}">
                    <a16:creationId xmlns:a16="http://schemas.microsoft.com/office/drawing/2014/main" id="{2084AF48-5AB8-4E05-ABA4-8735D09927DB}"/>
                  </a:ext>
                </a:extLst>
              </p14:cNvPr>
              <p14:cNvContentPartPr/>
              <p14:nvPr/>
            </p14:nvContentPartPr>
            <p14:xfrm>
              <a:off x="6924380" y="4699635"/>
              <a:ext cx="6840" cy="171720"/>
            </p14:xfrm>
          </p:contentPart>
        </mc:Choice>
        <mc:Fallback xmlns="">
          <p:pic>
            <p:nvPicPr>
              <p:cNvPr id="191" name="Ink 190">
                <a:extLst>
                  <a:ext uri="{FF2B5EF4-FFF2-40B4-BE49-F238E27FC236}">
                    <a16:creationId xmlns:a16="http://schemas.microsoft.com/office/drawing/2014/main" id="{2084AF48-5AB8-4E05-ABA4-8735D09927DB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915380" y="4690635"/>
                <a:ext cx="2448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92" name="Ink 191">
                <a:extLst>
                  <a:ext uri="{FF2B5EF4-FFF2-40B4-BE49-F238E27FC236}">
                    <a16:creationId xmlns:a16="http://schemas.microsoft.com/office/drawing/2014/main" id="{45860463-3C8C-4CC5-AA75-119DD779FBA8}"/>
                  </a:ext>
                </a:extLst>
              </p14:cNvPr>
              <p14:cNvContentPartPr/>
              <p14:nvPr/>
            </p14:nvContentPartPr>
            <p14:xfrm>
              <a:off x="7209140" y="4691715"/>
              <a:ext cx="27720" cy="152640"/>
            </p14:xfrm>
          </p:contentPart>
        </mc:Choice>
        <mc:Fallback xmlns="">
          <p:pic>
            <p:nvPicPr>
              <p:cNvPr id="192" name="Ink 191">
                <a:extLst>
                  <a:ext uri="{FF2B5EF4-FFF2-40B4-BE49-F238E27FC236}">
                    <a16:creationId xmlns:a16="http://schemas.microsoft.com/office/drawing/2014/main" id="{45860463-3C8C-4CC5-AA75-119DD779FBA8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200140" y="4682715"/>
                <a:ext cx="4536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93" name="Ink 192">
                <a:extLst>
                  <a:ext uri="{FF2B5EF4-FFF2-40B4-BE49-F238E27FC236}">
                    <a16:creationId xmlns:a16="http://schemas.microsoft.com/office/drawing/2014/main" id="{43563FE0-1E1C-4E87-B83E-4AE36ED2E14C}"/>
                  </a:ext>
                </a:extLst>
              </p14:cNvPr>
              <p14:cNvContentPartPr/>
              <p14:nvPr/>
            </p14:nvContentPartPr>
            <p14:xfrm>
              <a:off x="4194860" y="3720075"/>
              <a:ext cx="18360" cy="179280"/>
            </p14:xfrm>
          </p:contentPart>
        </mc:Choice>
        <mc:Fallback xmlns="">
          <p:pic>
            <p:nvPicPr>
              <p:cNvPr id="193" name="Ink 192">
                <a:extLst>
                  <a:ext uri="{FF2B5EF4-FFF2-40B4-BE49-F238E27FC236}">
                    <a16:creationId xmlns:a16="http://schemas.microsoft.com/office/drawing/2014/main" id="{43563FE0-1E1C-4E87-B83E-4AE36ED2E14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185860" y="3711075"/>
                <a:ext cx="36000" cy="19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94" name="Ink 193">
                <a:extLst>
                  <a:ext uri="{FF2B5EF4-FFF2-40B4-BE49-F238E27FC236}">
                    <a16:creationId xmlns:a16="http://schemas.microsoft.com/office/drawing/2014/main" id="{D3850C20-3443-48BB-9983-8D740C115A2C}"/>
                  </a:ext>
                </a:extLst>
              </p14:cNvPr>
              <p14:cNvContentPartPr/>
              <p14:nvPr/>
            </p14:nvContentPartPr>
            <p14:xfrm>
              <a:off x="4542620" y="3694875"/>
              <a:ext cx="19440" cy="237960"/>
            </p14:xfrm>
          </p:contentPart>
        </mc:Choice>
        <mc:Fallback xmlns="">
          <p:pic>
            <p:nvPicPr>
              <p:cNvPr id="194" name="Ink 193">
                <a:extLst>
                  <a:ext uri="{FF2B5EF4-FFF2-40B4-BE49-F238E27FC236}">
                    <a16:creationId xmlns:a16="http://schemas.microsoft.com/office/drawing/2014/main" id="{D3850C20-3443-48BB-9983-8D740C115A2C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533620" y="3685875"/>
                <a:ext cx="37080" cy="25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95" name="Ink 194">
                <a:extLst>
                  <a:ext uri="{FF2B5EF4-FFF2-40B4-BE49-F238E27FC236}">
                    <a16:creationId xmlns:a16="http://schemas.microsoft.com/office/drawing/2014/main" id="{C28A10DA-7923-45B3-AAA0-8CA6DEA0884B}"/>
                  </a:ext>
                </a:extLst>
              </p14:cNvPr>
              <p14:cNvContentPartPr/>
              <p14:nvPr/>
            </p14:nvContentPartPr>
            <p14:xfrm>
              <a:off x="4194500" y="4394355"/>
              <a:ext cx="9000" cy="243360"/>
            </p14:xfrm>
          </p:contentPart>
        </mc:Choice>
        <mc:Fallback xmlns="">
          <p:pic>
            <p:nvPicPr>
              <p:cNvPr id="195" name="Ink 194">
                <a:extLst>
                  <a:ext uri="{FF2B5EF4-FFF2-40B4-BE49-F238E27FC236}">
                    <a16:creationId xmlns:a16="http://schemas.microsoft.com/office/drawing/2014/main" id="{C28A10DA-7923-45B3-AAA0-8CA6DEA0884B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185500" y="4385355"/>
                <a:ext cx="2664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96" name="Ink 195">
                <a:extLst>
                  <a:ext uri="{FF2B5EF4-FFF2-40B4-BE49-F238E27FC236}">
                    <a16:creationId xmlns:a16="http://schemas.microsoft.com/office/drawing/2014/main" id="{05C3B167-F528-4EBC-B529-B801D95E9C5D}"/>
                  </a:ext>
                </a:extLst>
              </p14:cNvPr>
              <p14:cNvContentPartPr/>
              <p14:nvPr/>
            </p14:nvContentPartPr>
            <p14:xfrm>
              <a:off x="4494020" y="4379955"/>
              <a:ext cx="18720" cy="261000"/>
            </p14:xfrm>
          </p:contentPart>
        </mc:Choice>
        <mc:Fallback xmlns="">
          <p:pic>
            <p:nvPicPr>
              <p:cNvPr id="196" name="Ink 195">
                <a:extLst>
                  <a:ext uri="{FF2B5EF4-FFF2-40B4-BE49-F238E27FC236}">
                    <a16:creationId xmlns:a16="http://schemas.microsoft.com/office/drawing/2014/main" id="{05C3B167-F528-4EBC-B529-B801D95E9C5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485020" y="4370955"/>
                <a:ext cx="36360" cy="27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197" name="Ink 196">
                <a:extLst>
                  <a:ext uri="{FF2B5EF4-FFF2-40B4-BE49-F238E27FC236}">
                    <a16:creationId xmlns:a16="http://schemas.microsoft.com/office/drawing/2014/main" id="{F1D9CEBB-97E1-40CA-9E64-83062BC846DD}"/>
                  </a:ext>
                </a:extLst>
              </p14:cNvPr>
              <p14:cNvContentPartPr/>
              <p14:nvPr/>
            </p14:nvContentPartPr>
            <p14:xfrm>
              <a:off x="4199900" y="4029675"/>
              <a:ext cx="82080" cy="203760"/>
            </p14:xfrm>
          </p:contentPart>
        </mc:Choice>
        <mc:Fallback xmlns="">
          <p:pic>
            <p:nvPicPr>
              <p:cNvPr id="197" name="Ink 196">
                <a:extLst>
                  <a:ext uri="{FF2B5EF4-FFF2-40B4-BE49-F238E27FC236}">
                    <a16:creationId xmlns:a16="http://schemas.microsoft.com/office/drawing/2014/main" id="{F1D9CEBB-97E1-40CA-9E64-83062BC846DD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190860" y="4020659"/>
                <a:ext cx="99798" cy="2214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98" name="Ink 197">
                <a:extLst>
                  <a:ext uri="{FF2B5EF4-FFF2-40B4-BE49-F238E27FC236}">
                    <a16:creationId xmlns:a16="http://schemas.microsoft.com/office/drawing/2014/main" id="{A2BF74C6-9267-4122-8708-34B1889493B0}"/>
                  </a:ext>
                </a:extLst>
              </p14:cNvPr>
              <p14:cNvContentPartPr/>
              <p14:nvPr/>
            </p14:nvContentPartPr>
            <p14:xfrm>
              <a:off x="4496180" y="4010235"/>
              <a:ext cx="120240" cy="239760"/>
            </p14:xfrm>
          </p:contentPart>
        </mc:Choice>
        <mc:Fallback xmlns="">
          <p:pic>
            <p:nvPicPr>
              <p:cNvPr id="198" name="Ink 197">
                <a:extLst>
                  <a:ext uri="{FF2B5EF4-FFF2-40B4-BE49-F238E27FC236}">
                    <a16:creationId xmlns:a16="http://schemas.microsoft.com/office/drawing/2014/main" id="{A2BF74C6-9267-4122-8708-34B1889493B0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487180" y="4001235"/>
                <a:ext cx="137880" cy="25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99" name="Ink 198">
                <a:extLst>
                  <a:ext uri="{FF2B5EF4-FFF2-40B4-BE49-F238E27FC236}">
                    <a16:creationId xmlns:a16="http://schemas.microsoft.com/office/drawing/2014/main" id="{16E787DB-0754-4789-A88B-CBD8F18EFB97}"/>
                  </a:ext>
                </a:extLst>
              </p14:cNvPr>
              <p14:cNvContentPartPr/>
              <p14:nvPr/>
            </p14:nvContentPartPr>
            <p14:xfrm>
              <a:off x="4824140" y="4014195"/>
              <a:ext cx="81360" cy="239400"/>
            </p14:xfrm>
          </p:contentPart>
        </mc:Choice>
        <mc:Fallback xmlns="">
          <p:pic>
            <p:nvPicPr>
              <p:cNvPr id="199" name="Ink 198">
                <a:extLst>
                  <a:ext uri="{FF2B5EF4-FFF2-40B4-BE49-F238E27FC236}">
                    <a16:creationId xmlns:a16="http://schemas.microsoft.com/office/drawing/2014/main" id="{16E787DB-0754-4789-A88B-CBD8F18EFB97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815180" y="4005195"/>
                <a:ext cx="98922" cy="25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00" name="Ink 199">
                <a:extLst>
                  <a:ext uri="{FF2B5EF4-FFF2-40B4-BE49-F238E27FC236}">
                    <a16:creationId xmlns:a16="http://schemas.microsoft.com/office/drawing/2014/main" id="{B7DB79C6-DE62-4F2E-93FF-D729013849C2}"/>
                  </a:ext>
                </a:extLst>
              </p14:cNvPr>
              <p14:cNvContentPartPr/>
              <p14:nvPr/>
            </p14:nvContentPartPr>
            <p14:xfrm>
              <a:off x="7191140" y="3622515"/>
              <a:ext cx="94320" cy="212040"/>
            </p14:xfrm>
          </p:contentPart>
        </mc:Choice>
        <mc:Fallback xmlns="">
          <p:pic>
            <p:nvPicPr>
              <p:cNvPr id="200" name="Ink 199">
                <a:extLst>
                  <a:ext uri="{FF2B5EF4-FFF2-40B4-BE49-F238E27FC236}">
                    <a16:creationId xmlns:a16="http://schemas.microsoft.com/office/drawing/2014/main" id="{B7DB79C6-DE62-4F2E-93FF-D729013849C2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182140" y="3613515"/>
                <a:ext cx="11196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01" name="Ink 200">
                <a:extLst>
                  <a:ext uri="{FF2B5EF4-FFF2-40B4-BE49-F238E27FC236}">
                    <a16:creationId xmlns:a16="http://schemas.microsoft.com/office/drawing/2014/main" id="{4F4A2BD2-0AE3-498B-9D5B-251980A47B98}"/>
                  </a:ext>
                </a:extLst>
              </p14:cNvPr>
              <p14:cNvContentPartPr/>
              <p14:nvPr/>
            </p14:nvContentPartPr>
            <p14:xfrm>
              <a:off x="7570580" y="3622515"/>
              <a:ext cx="103680" cy="216360"/>
            </p14:xfrm>
          </p:contentPart>
        </mc:Choice>
        <mc:Fallback xmlns="">
          <p:pic>
            <p:nvPicPr>
              <p:cNvPr id="201" name="Ink 200">
                <a:extLst>
                  <a:ext uri="{FF2B5EF4-FFF2-40B4-BE49-F238E27FC236}">
                    <a16:creationId xmlns:a16="http://schemas.microsoft.com/office/drawing/2014/main" id="{4F4A2BD2-0AE3-498B-9D5B-251980A47B98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7561580" y="3613515"/>
                <a:ext cx="1213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202" name="Ink 201">
                <a:extLst>
                  <a:ext uri="{FF2B5EF4-FFF2-40B4-BE49-F238E27FC236}">
                    <a16:creationId xmlns:a16="http://schemas.microsoft.com/office/drawing/2014/main" id="{C5603959-99A5-4F4C-868A-69C8732595F3}"/>
                  </a:ext>
                </a:extLst>
              </p14:cNvPr>
              <p14:cNvContentPartPr/>
              <p14:nvPr/>
            </p14:nvContentPartPr>
            <p14:xfrm>
              <a:off x="6840860" y="4012035"/>
              <a:ext cx="89280" cy="189720"/>
            </p14:xfrm>
          </p:contentPart>
        </mc:Choice>
        <mc:Fallback xmlns="">
          <p:pic>
            <p:nvPicPr>
              <p:cNvPr id="202" name="Ink 201">
                <a:extLst>
                  <a:ext uri="{FF2B5EF4-FFF2-40B4-BE49-F238E27FC236}">
                    <a16:creationId xmlns:a16="http://schemas.microsoft.com/office/drawing/2014/main" id="{C5603959-99A5-4F4C-868A-69C8732595F3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831824" y="4003018"/>
                <a:ext cx="106991" cy="2073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03" name="Ink 202">
                <a:extLst>
                  <a:ext uri="{FF2B5EF4-FFF2-40B4-BE49-F238E27FC236}">
                    <a16:creationId xmlns:a16="http://schemas.microsoft.com/office/drawing/2014/main" id="{F9CA7220-FDFD-4B11-ADF9-C7F68DB7C53B}"/>
                  </a:ext>
                </a:extLst>
              </p14:cNvPr>
              <p14:cNvContentPartPr/>
              <p14:nvPr/>
            </p14:nvContentPartPr>
            <p14:xfrm>
              <a:off x="7159100" y="3982875"/>
              <a:ext cx="119880" cy="235080"/>
            </p14:xfrm>
          </p:contentPart>
        </mc:Choice>
        <mc:Fallback xmlns="">
          <p:pic>
            <p:nvPicPr>
              <p:cNvPr id="203" name="Ink 202">
                <a:extLst>
                  <a:ext uri="{FF2B5EF4-FFF2-40B4-BE49-F238E27FC236}">
                    <a16:creationId xmlns:a16="http://schemas.microsoft.com/office/drawing/2014/main" id="{F9CA7220-FDFD-4B11-ADF9-C7F68DB7C53B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7150073" y="3973875"/>
                <a:ext cx="137573" cy="25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204" name="Ink 203">
                <a:extLst>
                  <a:ext uri="{FF2B5EF4-FFF2-40B4-BE49-F238E27FC236}">
                    <a16:creationId xmlns:a16="http://schemas.microsoft.com/office/drawing/2014/main" id="{3645C9EE-BECA-4E59-B92F-F982C3C2F2B5}"/>
                  </a:ext>
                </a:extLst>
              </p14:cNvPr>
              <p14:cNvContentPartPr/>
              <p14:nvPr/>
            </p14:nvContentPartPr>
            <p14:xfrm>
              <a:off x="3808580" y="3756795"/>
              <a:ext cx="96120" cy="128520"/>
            </p14:xfrm>
          </p:contentPart>
        </mc:Choice>
        <mc:Fallback xmlns="">
          <p:pic>
            <p:nvPicPr>
              <p:cNvPr id="204" name="Ink 203">
                <a:extLst>
                  <a:ext uri="{FF2B5EF4-FFF2-40B4-BE49-F238E27FC236}">
                    <a16:creationId xmlns:a16="http://schemas.microsoft.com/office/drawing/2014/main" id="{3645C9EE-BECA-4E59-B92F-F982C3C2F2B5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3799580" y="3747795"/>
                <a:ext cx="11376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205" name="Ink 204">
                <a:extLst>
                  <a:ext uri="{FF2B5EF4-FFF2-40B4-BE49-F238E27FC236}">
                    <a16:creationId xmlns:a16="http://schemas.microsoft.com/office/drawing/2014/main" id="{1B5FDA29-43BD-4385-B6D5-1B31E8D9AE90}"/>
                  </a:ext>
                </a:extLst>
              </p14:cNvPr>
              <p14:cNvContentPartPr/>
              <p14:nvPr/>
            </p14:nvContentPartPr>
            <p14:xfrm>
              <a:off x="4804340" y="3761115"/>
              <a:ext cx="102600" cy="140760"/>
            </p14:xfrm>
          </p:contentPart>
        </mc:Choice>
        <mc:Fallback xmlns="">
          <p:pic>
            <p:nvPicPr>
              <p:cNvPr id="205" name="Ink 204">
                <a:extLst>
                  <a:ext uri="{FF2B5EF4-FFF2-40B4-BE49-F238E27FC236}">
                    <a16:creationId xmlns:a16="http://schemas.microsoft.com/office/drawing/2014/main" id="{1B5FDA29-43BD-4385-B6D5-1B31E8D9AE90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795340" y="3752115"/>
                <a:ext cx="120240" cy="15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206" name="Ink 205">
                <a:extLst>
                  <a:ext uri="{FF2B5EF4-FFF2-40B4-BE49-F238E27FC236}">
                    <a16:creationId xmlns:a16="http://schemas.microsoft.com/office/drawing/2014/main" id="{18CBB09D-9C04-48D3-B350-0DAEDC667616}"/>
                  </a:ext>
                </a:extLst>
              </p14:cNvPr>
              <p14:cNvContentPartPr/>
              <p14:nvPr/>
            </p14:nvContentPartPr>
            <p14:xfrm>
              <a:off x="3800660" y="4090155"/>
              <a:ext cx="98640" cy="129240"/>
            </p14:xfrm>
          </p:contentPart>
        </mc:Choice>
        <mc:Fallback xmlns="">
          <p:pic>
            <p:nvPicPr>
              <p:cNvPr id="206" name="Ink 205">
                <a:extLst>
                  <a:ext uri="{FF2B5EF4-FFF2-40B4-BE49-F238E27FC236}">
                    <a16:creationId xmlns:a16="http://schemas.microsoft.com/office/drawing/2014/main" id="{18CBB09D-9C04-48D3-B350-0DAEDC667616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3791660" y="4081130"/>
                <a:ext cx="116280" cy="1469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207" name="Ink 206">
                <a:extLst>
                  <a:ext uri="{FF2B5EF4-FFF2-40B4-BE49-F238E27FC236}">
                    <a16:creationId xmlns:a16="http://schemas.microsoft.com/office/drawing/2014/main" id="{24BB9F8D-2A6D-47CB-BE01-C1D3144D8DE1}"/>
                  </a:ext>
                </a:extLst>
              </p14:cNvPr>
              <p14:cNvContentPartPr/>
              <p14:nvPr/>
            </p14:nvContentPartPr>
            <p14:xfrm>
              <a:off x="3873380" y="4391835"/>
              <a:ext cx="85320" cy="129240"/>
            </p14:xfrm>
          </p:contentPart>
        </mc:Choice>
        <mc:Fallback xmlns="">
          <p:pic>
            <p:nvPicPr>
              <p:cNvPr id="207" name="Ink 206">
                <a:extLst>
                  <a:ext uri="{FF2B5EF4-FFF2-40B4-BE49-F238E27FC236}">
                    <a16:creationId xmlns:a16="http://schemas.microsoft.com/office/drawing/2014/main" id="{24BB9F8D-2A6D-47CB-BE01-C1D3144D8DE1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3864380" y="4382835"/>
                <a:ext cx="102960" cy="14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208" name="Ink 207">
                <a:extLst>
                  <a:ext uri="{FF2B5EF4-FFF2-40B4-BE49-F238E27FC236}">
                    <a16:creationId xmlns:a16="http://schemas.microsoft.com/office/drawing/2014/main" id="{4E8E9944-7419-47A8-A405-6A61D28FE250}"/>
                  </a:ext>
                </a:extLst>
              </p14:cNvPr>
              <p14:cNvContentPartPr/>
              <p14:nvPr/>
            </p14:nvContentPartPr>
            <p14:xfrm>
              <a:off x="3807140" y="4760115"/>
              <a:ext cx="114480" cy="156960"/>
            </p14:xfrm>
          </p:contentPart>
        </mc:Choice>
        <mc:Fallback xmlns="">
          <p:pic>
            <p:nvPicPr>
              <p:cNvPr id="208" name="Ink 207">
                <a:extLst>
                  <a:ext uri="{FF2B5EF4-FFF2-40B4-BE49-F238E27FC236}">
                    <a16:creationId xmlns:a16="http://schemas.microsoft.com/office/drawing/2014/main" id="{4E8E9944-7419-47A8-A405-6A61D28FE25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798140" y="4751115"/>
                <a:ext cx="132120" cy="17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9E36E08C-81C0-41C5-8F9B-C026EC9094A4}"/>
                  </a:ext>
                </a:extLst>
              </p14:cNvPr>
              <p14:cNvContentPartPr/>
              <p14:nvPr/>
            </p14:nvContentPartPr>
            <p14:xfrm>
              <a:off x="4163900" y="4756875"/>
              <a:ext cx="70560" cy="132480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9E36E08C-81C0-41C5-8F9B-C026EC9094A4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154900" y="4747875"/>
                <a:ext cx="88200" cy="15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10" name="Ink 209">
                <a:extLst>
                  <a:ext uri="{FF2B5EF4-FFF2-40B4-BE49-F238E27FC236}">
                    <a16:creationId xmlns:a16="http://schemas.microsoft.com/office/drawing/2014/main" id="{0C129039-D7AB-43CB-8A13-E408D6B10E12}"/>
                  </a:ext>
                </a:extLst>
              </p14:cNvPr>
              <p14:cNvContentPartPr/>
              <p14:nvPr/>
            </p14:nvContentPartPr>
            <p14:xfrm>
              <a:off x="4487180" y="4739235"/>
              <a:ext cx="82080" cy="128880"/>
            </p14:xfrm>
          </p:contentPart>
        </mc:Choice>
        <mc:Fallback xmlns="">
          <p:pic>
            <p:nvPicPr>
              <p:cNvPr id="210" name="Ink 209">
                <a:extLst>
                  <a:ext uri="{FF2B5EF4-FFF2-40B4-BE49-F238E27FC236}">
                    <a16:creationId xmlns:a16="http://schemas.microsoft.com/office/drawing/2014/main" id="{0C129039-D7AB-43CB-8A13-E408D6B10E12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478180" y="4730235"/>
                <a:ext cx="99720" cy="14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E881D231-217F-49FB-B781-9049D5C23484}"/>
                  </a:ext>
                </a:extLst>
              </p14:cNvPr>
              <p14:cNvContentPartPr/>
              <p14:nvPr/>
            </p14:nvContentPartPr>
            <p14:xfrm>
              <a:off x="4807580" y="4780995"/>
              <a:ext cx="101880" cy="120960"/>
            </p14:xfrm>
          </p:contentPart>
        </mc:Choice>
        <mc:Fallback xmlns=""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E881D231-217F-49FB-B781-9049D5C23484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798580" y="4771995"/>
                <a:ext cx="119520" cy="13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76B261F0-EA4A-43D5-AD2E-97844517B7D0}"/>
                  </a:ext>
                </a:extLst>
              </p14:cNvPr>
              <p14:cNvContentPartPr/>
              <p14:nvPr/>
            </p14:nvContentPartPr>
            <p14:xfrm>
              <a:off x="4852940" y="4400475"/>
              <a:ext cx="96120" cy="16344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76B261F0-EA4A-43D5-AD2E-97844517B7D0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843940" y="4391475"/>
                <a:ext cx="113760" cy="18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213" name="Ink 212">
                <a:extLst>
                  <a:ext uri="{FF2B5EF4-FFF2-40B4-BE49-F238E27FC236}">
                    <a16:creationId xmlns:a16="http://schemas.microsoft.com/office/drawing/2014/main" id="{756E916F-AC62-42CE-BEDE-8A18AC432070}"/>
                  </a:ext>
                </a:extLst>
              </p14:cNvPr>
              <p14:cNvContentPartPr/>
              <p14:nvPr/>
            </p14:nvContentPartPr>
            <p14:xfrm>
              <a:off x="6511460" y="3690915"/>
              <a:ext cx="116640" cy="137160"/>
            </p14:xfrm>
          </p:contentPart>
        </mc:Choice>
        <mc:Fallback xmlns="">
          <p:pic>
            <p:nvPicPr>
              <p:cNvPr id="213" name="Ink 212">
                <a:extLst>
                  <a:ext uri="{FF2B5EF4-FFF2-40B4-BE49-F238E27FC236}">
                    <a16:creationId xmlns:a16="http://schemas.microsoft.com/office/drawing/2014/main" id="{756E916F-AC62-42CE-BEDE-8A18AC432070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6502460" y="3681915"/>
                <a:ext cx="134280" cy="15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214" name="Ink 213">
                <a:extLst>
                  <a:ext uri="{FF2B5EF4-FFF2-40B4-BE49-F238E27FC236}">
                    <a16:creationId xmlns:a16="http://schemas.microsoft.com/office/drawing/2014/main" id="{775DFDAD-9710-4EB1-8117-52B749BAF5F1}"/>
                  </a:ext>
                </a:extLst>
              </p14:cNvPr>
              <p14:cNvContentPartPr/>
              <p14:nvPr/>
            </p14:nvContentPartPr>
            <p14:xfrm>
              <a:off x="6539180" y="4045875"/>
              <a:ext cx="104400" cy="134640"/>
            </p14:xfrm>
          </p:contentPart>
        </mc:Choice>
        <mc:Fallback xmlns="">
          <p:pic>
            <p:nvPicPr>
              <p:cNvPr id="214" name="Ink 213">
                <a:extLst>
                  <a:ext uri="{FF2B5EF4-FFF2-40B4-BE49-F238E27FC236}">
                    <a16:creationId xmlns:a16="http://schemas.microsoft.com/office/drawing/2014/main" id="{775DFDAD-9710-4EB1-8117-52B749BAF5F1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530211" y="4036851"/>
                <a:ext cx="121979" cy="1523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AB1EAA53-70B9-4175-BD4E-3AE22226998E}"/>
                  </a:ext>
                </a:extLst>
              </p14:cNvPr>
              <p14:cNvContentPartPr/>
              <p14:nvPr/>
            </p14:nvContentPartPr>
            <p14:xfrm>
              <a:off x="6537020" y="4359075"/>
              <a:ext cx="88560" cy="14472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AB1EAA53-70B9-4175-BD4E-3AE22226998E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528020" y="4350075"/>
                <a:ext cx="10620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216" name="Ink 215">
                <a:extLst>
                  <a:ext uri="{FF2B5EF4-FFF2-40B4-BE49-F238E27FC236}">
                    <a16:creationId xmlns:a16="http://schemas.microsoft.com/office/drawing/2014/main" id="{E3C0F170-1968-4CC4-B1D1-F5247C5B7668}"/>
                  </a:ext>
                </a:extLst>
              </p14:cNvPr>
              <p14:cNvContentPartPr/>
              <p14:nvPr/>
            </p14:nvContentPartPr>
            <p14:xfrm>
              <a:off x="6543500" y="4739235"/>
              <a:ext cx="109440" cy="118440"/>
            </p14:xfrm>
          </p:contentPart>
        </mc:Choice>
        <mc:Fallback xmlns="">
          <p:pic>
            <p:nvPicPr>
              <p:cNvPr id="216" name="Ink 215">
                <a:extLst>
                  <a:ext uri="{FF2B5EF4-FFF2-40B4-BE49-F238E27FC236}">
                    <a16:creationId xmlns:a16="http://schemas.microsoft.com/office/drawing/2014/main" id="{E3C0F170-1968-4CC4-B1D1-F5247C5B7668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6534500" y="4730235"/>
                <a:ext cx="127080" cy="13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217" name="Ink 216">
                <a:extLst>
                  <a:ext uri="{FF2B5EF4-FFF2-40B4-BE49-F238E27FC236}">
                    <a16:creationId xmlns:a16="http://schemas.microsoft.com/office/drawing/2014/main" id="{EA674C3D-AD6F-4B1C-9351-8F6DEF9780AD}"/>
                  </a:ext>
                </a:extLst>
              </p14:cNvPr>
              <p14:cNvContentPartPr/>
              <p14:nvPr/>
            </p14:nvContentPartPr>
            <p14:xfrm>
              <a:off x="6921140" y="4356555"/>
              <a:ext cx="66600" cy="151200"/>
            </p14:xfrm>
          </p:contentPart>
        </mc:Choice>
        <mc:Fallback xmlns="">
          <p:pic>
            <p:nvPicPr>
              <p:cNvPr id="217" name="Ink 216">
                <a:extLst>
                  <a:ext uri="{FF2B5EF4-FFF2-40B4-BE49-F238E27FC236}">
                    <a16:creationId xmlns:a16="http://schemas.microsoft.com/office/drawing/2014/main" id="{EA674C3D-AD6F-4B1C-9351-8F6DEF9780AD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912188" y="4347555"/>
                <a:ext cx="84145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218" name="Ink 217">
                <a:extLst>
                  <a:ext uri="{FF2B5EF4-FFF2-40B4-BE49-F238E27FC236}">
                    <a16:creationId xmlns:a16="http://schemas.microsoft.com/office/drawing/2014/main" id="{C563DD63-D4D6-4BAE-AFC7-FB4917643166}"/>
                  </a:ext>
                </a:extLst>
              </p14:cNvPr>
              <p14:cNvContentPartPr/>
              <p14:nvPr/>
            </p14:nvContentPartPr>
            <p14:xfrm>
              <a:off x="7181060" y="4378875"/>
              <a:ext cx="86760" cy="141120"/>
            </p14:xfrm>
          </p:contentPart>
        </mc:Choice>
        <mc:Fallback xmlns="">
          <p:pic>
            <p:nvPicPr>
              <p:cNvPr id="218" name="Ink 217">
                <a:extLst>
                  <a:ext uri="{FF2B5EF4-FFF2-40B4-BE49-F238E27FC236}">
                    <a16:creationId xmlns:a16="http://schemas.microsoft.com/office/drawing/2014/main" id="{C563DD63-D4D6-4BAE-AFC7-FB4917643166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7172060" y="4369898"/>
                <a:ext cx="104400" cy="15871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19" name="Ink 218">
                <a:extLst>
                  <a:ext uri="{FF2B5EF4-FFF2-40B4-BE49-F238E27FC236}">
                    <a16:creationId xmlns:a16="http://schemas.microsoft.com/office/drawing/2014/main" id="{7EC57363-1064-4344-AE7D-31093B727943}"/>
                  </a:ext>
                </a:extLst>
              </p14:cNvPr>
              <p14:cNvContentPartPr/>
              <p14:nvPr/>
            </p14:nvContentPartPr>
            <p14:xfrm>
              <a:off x="7542140" y="4038315"/>
              <a:ext cx="65160" cy="106920"/>
            </p14:xfrm>
          </p:contentPart>
        </mc:Choice>
        <mc:Fallback xmlns="">
          <p:pic>
            <p:nvPicPr>
              <p:cNvPr id="219" name="Ink 218">
                <a:extLst>
                  <a:ext uri="{FF2B5EF4-FFF2-40B4-BE49-F238E27FC236}">
                    <a16:creationId xmlns:a16="http://schemas.microsoft.com/office/drawing/2014/main" id="{7EC57363-1064-4344-AE7D-31093B727943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7533140" y="4029315"/>
                <a:ext cx="82800" cy="12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20" name="Ink 219">
                <a:extLst>
                  <a:ext uri="{FF2B5EF4-FFF2-40B4-BE49-F238E27FC236}">
                    <a16:creationId xmlns:a16="http://schemas.microsoft.com/office/drawing/2014/main" id="{6BB65526-13A5-4782-83CA-69C71900E47F}"/>
                  </a:ext>
                </a:extLst>
              </p14:cNvPr>
              <p14:cNvContentPartPr/>
              <p14:nvPr/>
            </p14:nvContentPartPr>
            <p14:xfrm>
              <a:off x="7556900" y="4414875"/>
              <a:ext cx="53280" cy="102600"/>
            </p14:xfrm>
          </p:contentPart>
        </mc:Choice>
        <mc:Fallback xmlns="">
          <p:pic>
            <p:nvPicPr>
              <p:cNvPr id="220" name="Ink 219">
                <a:extLst>
                  <a:ext uri="{FF2B5EF4-FFF2-40B4-BE49-F238E27FC236}">
                    <a16:creationId xmlns:a16="http://schemas.microsoft.com/office/drawing/2014/main" id="{6BB65526-13A5-4782-83CA-69C71900E47F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547900" y="4405875"/>
                <a:ext cx="70920" cy="12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221" name="Ink 220">
                <a:extLst>
                  <a:ext uri="{FF2B5EF4-FFF2-40B4-BE49-F238E27FC236}">
                    <a16:creationId xmlns:a16="http://schemas.microsoft.com/office/drawing/2014/main" id="{D24C1860-4795-4443-9889-A7765A22FFB2}"/>
                  </a:ext>
                </a:extLst>
              </p14:cNvPr>
              <p14:cNvContentPartPr/>
              <p14:nvPr/>
            </p14:nvContentPartPr>
            <p14:xfrm>
              <a:off x="7538540" y="4742475"/>
              <a:ext cx="100800" cy="145440"/>
            </p14:xfrm>
          </p:contentPart>
        </mc:Choice>
        <mc:Fallback xmlns="">
          <p:pic>
            <p:nvPicPr>
              <p:cNvPr id="221" name="Ink 220">
                <a:extLst>
                  <a:ext uri="{FF2B5EF4-FFF2-40B4-BE49-F238E27FC236}">
                    <a16:creationId xmlns:a16="http://schemas.microsoft.com/office/drawing/2014/main" id="{D24C1860-4795-4443-9889-A7765A22FFB2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529540" y="4733497"/>
                <a:ext cx="118440" cy="163036"/>
              </a:xfrm>
              <a:prstGeom prst="rect">
                <a:avLst/>
              </a:prstGeom>
            </p:spPr>
          </p:pic>
        </mc:Fallback>
      </mc:AlternateContent>
      <p:sp>
        <p:nvSpPr>
          <p:cNvPr id="222" name="Rectangle 7">
            <a:extLst>
              <a:ext uri="{FF2B5EF4-FFF2-40B4-BE49-F238E27FC236}">
                <a16:creationId xmlns:a16="http://schemas.microsoft.com/office/drawing/2014/main" id="{60B66FEA-557B-4253-B8C6-4FCE57F77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3841" y="3137782"/>
            <a:ext cx="18434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x1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23" name="Rectangle 9">
            <a:extLst>
              <a:ext uri="{FF2B5EF4-FFF2-40B4-BE49-F238E27FC236}">
                <a16:creationId xmlns:a16="http://schemas.microsoft.com/office/drawing/2014/main" id="{E633FCEA-1940-4D8D-99A8-EC5E68BD8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447" y="3137782"/>
            <a:ext cx="18434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x2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13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F7A9F220-E491-43C9-A417-0832946FA356}"/>
                  </a:ext>
                </a:extLst>
              </p14:cNvPr>
              <p14:cNvContentPartPr/>
              <p14:nvPr/>
            </p14:nvContentPartPr>
            <p14:xfrm>
              <a:off x="3899160" y="1034640"/>
              <a:ext cx="3550680" cy="403344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F7A9F220-E491-43C9-A417-0832946FA356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3889800" y="1025280"/>
                <a:ext cx="3569400" cy="4052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591926110"/>
      </p:ext>
    </p:extLst>
  </p:cSld>
  <p:clrMapOvr>
    <a:masterClrMapping/>
  </p:clrMapOvr>
  <p:transition/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5" name="Title 1">
            <a:extLst>
              <a:ext uri="{FF2B5EF4-FFF2-40B4-BE49-F238E27FC236}">
                <a16:creationId xmlns:a16="http://schemas.microsoft.com/office/drawing/2014/main" id="{48C5F669-0332-4137-84AE-65FF900BD77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12700"/>
            <a:ext cx="9144000" cy="533400"/>
          </a:xfrm>
        </p:spPr>
        <p:txBody>
          <a:bodyPr/>
          <a:lstStyle/>
          <a:p>
            <a:r>
              <a:rPr lang="en-US" altLang="en-US" dirty="0"/>
              <a:t>Individual vs Joint Optimization</a:t>
            </a:r>
          </a:p>
        </p:txBody>
      </p:sp>
      <p:sp>
        <p:nvSpPr>
          <p:cNvPr id="108546" name="TextBox 125">
            <a:extLst>
              <a:ext uri="{FF2B5EF4-FFF2-40B4-BE49-F238E27FC236}">
                <a16:creationId xmlns:a16="http://schemas.microsoft.com/office/drawing/2014/main" id="{21555AF1-623B-4227-AC52-72BA26B9FD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75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2.65 from the textbook ]</a:t>
            </a:r>
          </a:p>
        </p:txBody>
      </p:sp>
      <p:sp>
        <p:nvSpPr>
          <p:cNvPr id="108551" name="Rectangle 7">
            <a:extLst>
              <a:ext uri="{FF2B5EF4-FFF2-40B4-BE49-F238E27FC236}">
                <a16:creationId xmlns:a16="http://schemas.microsoft.com/office/drawing/2014/main" id="{0FABEEB7-4E58-4366-987E-55EBD3F59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2325" y="800100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3" name="Rectangle 9">
            <a:extLst>
              <a:ext uri="{FF2B5EF4-FFF2-40B4-BE49-F238E27FC236}">
                <a16:creationId xmlns:a16="http://schemas.microsoft.com/office/drawing/2014/main" id="{D2CB3554-8939-479A-85CC-64EB54DA93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6788" y="800100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E79A5E4-BE4B-4D58-AB77-392D9592C302}"/>
              </a:ext>
            </a:extLst>
          </p:cNvPr>
          <p:cNvGrpSpPr/>
          <p:nvPr/>
        </p:nvGrpSpPr>
        <p:grpSpPr>
          <a:xfrm>
            <a:off x="3048000" y="877887"/>
            <a:ext cx="1884363" cy="1697038"/>
            <a:chOff x="3048000" y="877887"/>
            <a:chExt cx="1884363" cy="1697038"/>
          </a:xfrm>
        </p:grpSpPr>
        <p:sp>
          <p:nvSpPr>
            <p:cNvPr id="108547" name="Rectangle 3">
              <a:extLst>
                <a:ext uri="{FF2B5EF4-FFF2-40B4-BE49-F238E27FC236}">
                  <a16:creationId xmlns:a16="http://schemas.microsoft.com/office/drawing/2014/main" id="{0424115C-9348-49A7-B5F0-E976994D3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163" y="1231900"/>
              <a:ext cx="681037" cy="663575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48" name="Line 4">
              <a:extLst>
                <a:ext uri="{FF2B5EF4-FFF2-40B4-BE49-F238E27FC236}">
                  <a16:creationId xmlns:a16="http://schemas.microsoft.com/office/drawing/2014/main" id="{35D68637-01E6-4BAC-883C-2A2A776FEB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6163" y="1563687"/>
              <a:ext cx="681037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49" name="Line 5">
              <a:extLst>
                <a:ext uri="{FF2B5EF4-FFF2-40B4-BE49-F238E27FC236}">
                  <a16:creationId xmlns:a16="http://schemas.microsoft.com/office/drawing/2014/main" id="{8232F482-D43A-4114-9971-6F54E4A60A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2237" y="1231900"/>
              <a:ext cx="1588" cy="6635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0" name="Line 6">
              <a:extLst>
                <a:ext uri="{FF2B5EF4-FFF2-40B4-BE49-F238E27FC236}">
                  <a16:creationId xmlns:a16="http://schemas.microsoft.com/office/drawing/2014/main" id="{7F289F9B-0B22-4E31-B3C4-8DAC602101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4375" y="884237"/>
              <a:ext cx="331788" cy="3476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2" name="Rectangle 8">
              <a:extLst>
                <a:ext uri="{FF2B5EF4-FFF2-40B4-BE49-F238E27FC236}">
                  <a16:creationId xmlns:a16="http://schemas.microsoft.com/office/drawing/2014/main" id="{0CB9D7DD-385A-4B2B-BFBE-7879C9E95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175" y="877887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4" name="Rectangle 10">
              <a:extLst>
                <a:ext uri="{FF2B5EF4-FFF2-40B4-BE49-F238E27FC236}">
                  <a16:creationId xmlns:a16="http://schemas.microsoft.com/office/drawing/2014/main" id="{87D5B959-5A95-42A3-B221-43DA294D8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638" y="877887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5" name="Rectangle 11">
              <a:extLst>
                <a:ext uri="{FF2B5EF4-FFF2-40B4-BE49-F238E27FC236}">
                  <a16:creationId xmlns:a16="http://schemas.microsoft.com/office/drawing/2014/main" id="{2BF0E44D-CDFE-4175-A855-2B0BC3A51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938212"/>
              <a:ext cx="1063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6" name="Rectangle 12">
              <a:extLst>
                <a:ext uri="{FF2B5EF4-FFF2-40B4-BE49-F238E27FC236}">
                  <a16:creationId xmlns:a16="http://schemas.microsoft.com/office/drawing/2014/main" id="{F3D36075-A9E9-4504-9AAF-2021DCD40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850" y="1012825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7" name="Rectangle 13">
              <a:extLst>
                <a:ext uri="{FF2B5EF4-FFF2-40B4-BE49-F238E27FC236}">
                  <a16:creationId xmlns:a16="http://schemas.microsoft.com/office/drawing/2014/main" id="{93CA50E5-762F-4FC9-BD1C-2CF77A856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463" y="938212"/>
              <a:ext cx="1063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8" name="Rectangle 14">
              <a:extLst>
                <a:ext uri="{FF2B5EF4-FFF2-40B4-BE49-F238E27FC236}">
                  <a16:creationId xmlns:a16="http://schemas.microsoft.com/office/drawing/2014/main" id="{4B69893A-A075-4063-A1DF-E5D5B69E7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200" y="1231900"/>
              <a:ext cx="665163" cy="663575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9" name="Line 15">
              <a:extLst>
                <a:ext uri="{FF2B5EF4-FFF2-40B4-BE49-F238E27FC236}">
                  <a16:creationId xmlns:a16="http://schemas.microsoft.com/office/drawing/2014/main" id="{F992ADF0-53CA-4EB5-83EE-BE9EBD55C1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67200" y="1563687"/>
              <a:ext cx="665163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0" name="Line 16">
              <a:extLst>
                <a:ext uri="{FF2B5EF4-FFF2-40B4-BE49-F238E27FC236}">
                  <a16:creationId xmlns:a16="http://schemas.microsoft.com/office/drawing/2014/main" id="{9C2D11F6-8AEB-491D-BBED-AF4020E7F3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8988" y="1231900"/>
              <a:ext cx="3175" cy="6635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1" name="Rectangle 17">
              <a:extLst>
                <a:ext uri="{FF2B5EF4-FFF2-40B4-BE49-F238E27FC236}">
                  <a16:creationId xmlns:a16="http://schemas.microsoft.com/office/drawing/2014/main" id="{3B438B06-8DFC-4F49-8463-361BB1A67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725" y="1012825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2" name="Rectangle 18">
              <a:extLst>
                <a:ext uri="{FF2B5EF4-FFF2-40B4-BE49-F238E27FC236}">
                  <a16:creationId xmlns:a16="http://schemas.microsoft.com/office/drawing/2014/main" id="{70210FF0-200D-43D7-8D81-CBC794329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763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3" name="Rectangle 19">
              <a:extLst>
                <a:ext uri="{FF2B5EF4-FFF2-40B4-BE49-F238E27FC236}">
                  <a16:creationId xmlns:a16="http://schemas.microsoft.com/office/drawing/2014/main" id="{5E563755-F58F-4A48-ACF7-1A82FC7E7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72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4" name="Rectangle 20">
              <a:extLst>
                <a:ext uri="{FF2B5EF4-FFF2-40B4-BE49-F238E27FC236}">
                  <a16:creationId xmlns:a16="http://schemas.microsoft.com/office/drawing/2014/main" id="{E868CA6F-AFB7-4BDC-9CBD-2B61BE9C4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27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5" name="Rectangle 21">
              <a:extLst>
                <a:ext uri="{FF2B5EF4-FFF2-40B4-BE49-F238E27FC236}">
                  <a16:creationId xmlns:a16="http://schemas.microsoft.com/office/drawing/2014/main" id="{BDEF7E28-ACF5-40CB-977B-9A317D696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582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6" name="Rectangle 22">
              <a:extLst>
                <a:ext uri="{FF2B5EF4-FFF2-40B4-BE49-F238E27FC236}">
                  <a16:creationId xmlns:a16="http://schemas.microsoft.com/office/drawing/2014/main" id="{C1931154-DDBE-4D36-9B11-E4EA39FC8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163" y="1895475"/>
              <a:ext cx="681037" cy="67945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7" name="Line 23">
              <a:extLst>
                <a:ext uri="{FF2B5EF4-FFF2-40B4-BE49-F238E27FC236}">
                  <a16:creationId xmlns:a16="http://schemas.microsoft.com/office/drawing/2014/main" id="{0FE7314F-F031-4380-9009-10BD0F7DF2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6163" y="2243137"/>
              <a:ext cx="681037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8" name="Line 24">
              <a:extLst>
                <a:ext uri="{FF2B5EF4-FFF2-40B4-BE49-F238E27FC236}">
                  <a16:creationId xmlns:a16="http://schemas.microsoft.com/office/drawing/2014/main" id="{9BFB9B8A-1083-45C0-A061-BFE42E4DDE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3825" y="1895475"/>
              <a:ext cx="1588" cy="6794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70" name="Rectangle 26">
              <a:extLst>
                <a:ext uri="{FF2B5EF4-FFF2-40B4-BE49-F238E27FC236}">
                  <a16:creationId xmlns:a16="http://schemas.microsoft.com/office/drawing/2014/main" id="{1E71792C-7E3D-4496-A98B-2673BE81E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200" y="1895475"/>
              <a:ext cx="665163" cy="67945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71" name="Line 27">
              <a:extLst>
                <a:ext uri="{FF2B5EF4-FFF2-40B4-BE49-F238E27FC236}">
                  <a16:creationId xmlns:a16="http://schemas.microsoft.com/office/drawing/2014/main" id="{EC85F096-0447-4B32-B4CA-0B8AF8EC45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67200" y="2243137"/>
              <a:ext cx="665163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72" name="Line 28">
              <a:extLst>
                <a:ext uri="{FF2B5EF4-FFF2-40B4-BE49-F238E27FC236}">
                  <a16:creationId xmlns:a16="http://schemas.microsoft.com/office/drawing/2014/main" id="{21FFC83B-A4D9-470B-B99D-987ED81C76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8988" y="1895475"/>
              <a:ext cx="3175" cy="6794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76" name="Rectangle 32">
              <a:extLst>
                <a:ext uri="{FF2B5EF4-FFF2-40B4-BE49-F238E27FC236}">
                  <a16:creationId xmlns:a16="http://schemas.microsoft.com/office/drawing/2014/main" id="{E747772A-AB8D-434E-8333-C85DF07E7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327150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77" name="Rectangle 33">
              <a:extLst>
                <a:ext uri="{FF2B5EF4-FFF2-40B4-BE49-F238E27FC236}">
                  <a16:creationId xmlns:a16="http://schemas.microsoft.com/office/drawing/2014/main" id="{D54D89FE-A165-439F-9BD4-2A4EFBE58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663700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78" name="Rectangle 34">
              <a:extLst>
                <a:ext uri="{FF2B5EF4-FFF2-40B4-BE49-F238E27FC236}">
                  <a16:creationId xmlns:a16="http://schemas.microsoft.com/office/drawing/2014/main" id="{F253296A-7D2F-41AC-BE46-15DD4EB58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997075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80" name="Rectangle 36">
              <a:extLst>
                <a:ext uri="{FF2B5EF4-FFF2-40B4-BE49-F238E27FC236}">
                  <a16:creationId xmlns:a16="http://schemas.microsoft.com/office/drawing/2014/main" id="{1358FEE8-BC3A-41AB-A026-6D88C5714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2333625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08581" name="Rectangle 37">
            <a:extLst>
              <a:ext uri="{FF2B5EF4-FFF2-40B4-BE49-F238E27FC236}">
                <a16:creationId xmlns:a16="http://schemas.microsoft.com/office/drawing/2014/main" id="{8DB8CDFC-2126-49F7-BADC-4D634E21B2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5150" y="2686050"/>
            <a:ext cx="16557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(a) Optimal realization of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3" name="Rectangle 39">
            <a:extLst>
              <a:ext uri="{FF2B5EF4-FFF2-40B4-BE49-F238E27FC236}">
                <a16:creationId xmlns:a16="http://schemas.microsoft.com/office/drawing/2014/main" id="{3FCC5508-E422-4EB9-AA8A-FB3BD1C3A0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6138" y="2686050"/>
            <a:ext cx="16557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(b) Optimal realization of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6" name="Rectangle 42">
            <a:extLst>
              <a:ext uri="{FF2B5EF4-FFF2-40B4-BE49-F238E27FC236}">
                <a16:creationId xmlns:a16="http://schemas.microsoft.com/office/drawing/2014/main" id="{D1DC09FD-85DF-4267-A772-8212E0CBBF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4250" y="2689225"/>
            <a:ext cx="809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7" name="Rectangle 43">
            <a:extLst>
              <a:ext uri="{FF2B5EF4-FFF2-40B4-BE49-F238E27FC236}">
                <a16:creationId xmlns:a16="http://schemas.microsoft.com/office/drawing/2014/main" id="{9B305A25-C50A-482B-A8EE-F0C9C832E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160" y="2759075"/>
            <a:ext cx="8656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8" name="Rectangle 44">
            <a:extLst>
              <a:ext uri="{FF2B5EF4-FFF2-40B4-BE49-F238E27FC236}">
                <a16:creationId xmlns:a16="http://schemas.microsoft.com/office/drawing/2014/main" id="{F1E3908F-2F77-4136-A1FE-1CBA8B554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1588" y="2689225"/>
            <a:ext cx="809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9" name="Rectangle 45">
            <a:extLst>
              <a:ext uri="{FF2B5EF4-FFF2-40B4-BE49-F238E27FC236}">
                <a16:creationId xmlns:a16="http://schemas.microsoft.com/office/drawing/2014/main" id="{814C8394-A4F1-49CB-BBE1-C760B2B4B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6675" y="2759075"/>
            <a:ext cx="5770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9E9F32CD-D399-47A2-BD67-3DE194854F3C}"/>
              </a:ext>
            </a:extLst>
          </p:cNvPr>
          <p:cNvGrpSpPr/>
          <p:nvPr/>
        </p:nvGrpSpPr>
        <p:grpSpPr>
          <a:xfrm>
            <a:off x="5735637" y="833941"/>
            <a:ext cx="1884363" cy="1701297"/>
            <a:chOff x="3048000" y="873628"/>
            <a:chExt cx="1884363" cy="1701297"/>
          </a:xfrm>
        </p:grpSpPr>
        <p:sp>
          <p:nvSpPr>
            <p:cNvPr id="162" name="Rectangle 3">
              <a:extLst>
                <a:ext uri="{FF2B5EF4-FFF2-40B4-BE49-F238E27FC236}">
                  <a16:creationId xmlns:a16="http://schemas.microsoft.com/office/drawing/2014/main" id="{2FFD2B55-B794-4A29-9F22-3AF0293AB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163" y="1231900"/>
              <a:ext cx="681037" cy="663575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3" name="Line 4">
              <a:extLst>
                <a:ext uri="{FF2B5EF4-FFF2-40B4-BE49-F238E27FC236}">
                  <a16:creationId xmlns:a16="http://schemas.microsoft.com/office/drawing/2014/main" id="{4A5EC94F-6C01-44A5-B0AD-07720A8419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6163" y="1563687"/>
              <a:ext cx="681037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" name="Line 5">
              <a:extLst>
                <a:ext uri="{FF2B5EF4-FFF2-40B4-BE49-F238E27FC236}">
                  <a16:creationId xmlns:a16="http://schemas.microsoft.com/office/drawing/2014/main" id="{10CE746C-9033-429F-B336-C35F2C9AC8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2237" y="1231900"/>
              <a:ext cx="1588" cy="6635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5" name="Line 6">
              <a:extLst>
                <a:ext uri="{FF2B5EF4-FFF2-40B4-BE49-F238E27FC236}">
                  <a16:creationId xmlns:a16="http://schemas.microsoft.com/office/drawing/2014/main" id="{5146110A-FCB0-441F-AE1F-ED0A6E3B3E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4375" y="884237"/>
              <a:ext cx="331788" cy="3476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6" name="Rectangle 8">
              <a:extLst>
                <a:ext uri="{FF2B5EF4-FFF2-40B4-BE49-F238E27FC236}">
                  <a16:creationId xmlns:a16="http://schemas.microsoft.com/office/drawing/2014/main" id="{99F015AA-2DB0-4A95-908F-80F1D7225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175" y="877887"/>
              <a:ext cx="18915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X1 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7" name="Rectangle 10">
              <a:extLst>
                <a:ext uri="{FF2B5EF4-FFF2-40B4-BE49-F238E27FC236}">
                  <a16:creationId xmlns:a16="http://schemas.microsoft.com/office/drawing/2014/main" id="{BCAD3230-7A04-44D9-B5C6-9D52F7723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5405" y="873628"/>
              <a:ext cx="16030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x2 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8" name="Rectangle 11">
              <a:extLst>
                <a:ext uri="{FF2B5EF4-FFF2-40B4-BE49-F238E27FC236}">
                  <a16:creationId xmlns:a16="http://schemas.microsoft.com/office/drawing/2014/main" id="{DB135614-9692-4B29-9C10-9EF27047E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938212"/>
              <a:ext cx="1063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9" name="Rectangle 12">
              <a:extLst>
                <a:ext uri="{FF2B5EF4-FFF2-40B4-BE49-F238E27FC236}">
                  <a16:creationId xmlns:a16="http://schemas.microsoft.com/office/drawing/2014/main" id="{C66B00E2-52DE-4C78-B650-AF93D63DF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850" y="1012825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0" name="Rectangle 13">
              <a:extLst>
                <a:ext uri="{FF2B5EF4-FFF2-40B4-BE49-F238E27FC236}">
                  <a16:creationId xmlns:a16="http://schemas.microsoft.com/office/drawing/2014/main" id="{AA61096D-E6AD-491F-8DF4-4C5A959D5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463" y="938212"/>
              <a:ext cx="1063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1" name="Rectangle 14">
              <a:extLst>
                <a:ext uri="{FF2B5EF4-FFF2-40B4-BE49-F238E27FC236}">
                  <a16:creationId xmlns:a16="http://schemas.microsoft.com/office/drawing/2014/main" id="{99F06E67-7CFB-431E-BF14-82EC00B69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200" y="1231900"/>
              <a:ext cx="665163" cy="663575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2" name="Line 15">
              <a:extLst>
                <a:ext uri="{FF2B5EF4-FFF2-40B4-BE49-F238E27FC236}">
                  <a16:creationId xmlns:a16="http://schemas.microsoft.com/office/drawing/2014/main" id="{1214F050-3CF1-4A82-A733-E272D8D167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67200" y="1563687"/>
              <a:ext cx="665163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3" name="Line 16">
              <a:extLst>
                <a:ext uri="{FF2B5EF4-FFF2-40B4-BE49-F238E27FC236}">
                  <a16:creationId xmlns:a16="http://schemas.microsoft.com/office/drawing/2014/main" id="{C67E9B5B-60D5-49F8-9062-583513B56C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8988" y="1231900"/>
              <a:ext cx="3175" cy="6635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" name="Rectangle 17">
              <a:extLst>
                <a:ext uri="{FF2B5EF4-FFF2-40B4-BE49-F238E27FC236}">
                  <a16:creationId xmlns:a16="http://schemas.microsoft.com/office/drawing/2014/main" id="{EAF19B6C-A5DA-4AE6-81F0-4ADA5BB0C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725" y="1012825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5" name="Rectangle 18">
              <a:extLst>
                <a:ext uri="{FF2B5EF4-FFF2-40B4-BE49-F238E27FC236}">
                  <a16:creationId xmlns:a16="http://schemas.microsoft.com/office/drawing/2014/main" id="{2ED3F846-3575-48E2-BEF4-97EF2F9A5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763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6" name="Rectangle 19">
              <a:extLst>
                <a:ext uri="{FF2B5EF4-FFF2-40B4-BE49-F238E27FC236}">
                  <a16:creationId xmlns:a16="http://schemas.microsoft.com/office/drawing/2014/main" id="{FF42C824-8F41-4C86-8D92-084757D95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72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7" name="Rectangle 20">
              <a:extLst>
                <a:ext uri="{FF2B5EF4-FFF2-40B4-BE49-F238E27FC236}">
                  <a16:creationId xmlns:a16="http://schemas.microsoft.com/office/drawing/2014/main" id="{3AD38131-8CCE-466A-9A3E-3F74BF1F8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27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8" name="Rectangle 21">
              <a:extLst>
                <a:ext uri="{FF2B5EF4-FFF2-40B4-BE49-F238E27FC236}">
                  <a16:creationId xmlns:a16="http://schemas.microsoft.com/office/drawing/2014/main" id="{FD83EB4D-18E6-456E-9B63-9BC86AFE4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582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9" name="Rectangle 22">
              <a:extLst>
                <a:ext uri="{FF2B5EF4-FFF2-40B4-BE49-F238E27FC236}">
                  <a16:creationId xmlns:a16="http://schemas.microsoft.com/office/drawing/2014/main" id="{2E40B06C-51FC-4D2F-9BFD-FE3BA39FB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163" y="1895475"/>
              <a:ext cx="681037" cy="67945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0" name="Line 23">
              <a:extLst>
                <a:ext uri="{FF2B5EF4-FFF2-40B4-BE49-F238E27FC236}">
                  <a16:creationId xmlns:a16="http://schemas.microsoft.com/office/drawing/2014/main" id="{2932A701-5103-437F-884E-95CE7A958B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6163" y="2243137"/>
              <a:ext cx="681037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1" name="Line 24">
              <a:extLst>
                <a:ext uri="{FF2B5EF4-FFF2-40B4-BE49-F238E27FC236}">
                  <a16:creationId xmlns:a16="http://schemas.microsoft.com/office/drawing/2014/main" id="{80DA7E4C-A080-4C17-8562-AFB3D3DA4D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3825" y="1895475"/>
              <a:ext cx="1588" cy="6794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2" name="Rectangle 26">
              <a:extLst>
                <a:ext uri="{FF2B5EF4-FFF2-40B4-BE49-F238E27FC236}">
                  <a16:creationId xmlns:a16="http://schemas.microsoft.com/office/drawing/2014/main" id="{B6C20312-8A45-4506-A783-E23B5ADE6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200" y="1895475"/>
              <a:ext cx="665163" cy="67945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3" name="Line 27">
              <a:extLst>
                <a:ext uri="{FF2B5EF4-FFF2-40B4-BE49-F238E27FC236}">
                  <a16:creationId xmlns:a16="http://schemas.microsoft.com/office/drawing/2014/main" id="{18A36E6B-D591-49D7-98A0-491C759280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67200" y="2243137"/>
              <a:ext cx="665163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" name="Line 28">
              <a:extLst>
                <a:ext uri="{FF2B5EF4-FFF2-40B4-BE49-F238E27FC236}">
                  <a16:creationId xmlns:a16="http://schemas.microsoft.com/office/drawing/2014/main" id="{FA290C41-D9C0-4F12-B29A-38E7076F2F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8988" y="1895475"/>
              <a:ext cx="3175" cy="6794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5" name="Rectangle 32">
              <a:extLst>
                <a:ext uri="{FF2B5EF4-FFF2-40B4-BE49-F238E27FC236}">
                  <a16:creationId xmlns:a16="http://schemas.microsoft.com/office/drawing/2014/main" id="{4C95ACD2-D8FE-487F-9599-BC06437F9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327150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6" name="Rectangle 33">
              <a:extLst>
                <a:ext uri="{FF2B5EF4-FFF2-40B4-BE49-F238E27FC236}">
                  <a16:creationId xmlns:a16="http://schemas.microsoft.com/office/drawing/2014/main" id="{A091E652-5694-4D33-8174-9C4F9DC99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663700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7" name="Rectangle 34">
              <a:extLst>
                <a:ext uri="{FF2B5EF4-FFF2-40B4-BE49-F238E27FC236}">
                  <a16:creationId xmlns:a16="http://schemas.microsoft.com/office/drawing/2014/main" id="{D6A3DA2A-6989-4A59-8930-3AE4986E3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997075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8" name="Rectangle 36">
              <a:extLst>
                <a:ext uri="{FF2B5EF4-FFF2-40B4-BE49-F238E27FC236}">
                  <a16:creationId xmlns:a16="http://schemas.microsoft.com/office/drawing/2014/main" id="{5E90D2A6-EA50-41F9-9214-54BFFDC9B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2333625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0B44B9D-71F0-434A-BA9E-ACF403C942D6}"/>
                  </a:ext>
                </a:extLst>
              </p14:cNvPr>
              <p14:cNvContentPartPr/>
              <p14:nvPr/>
            </p14:nvContentPartPr>
            <p14:xfrm>
              <a:off x="6734707" y="1295804"/>
              <a:ext cx="7920" cy="1954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0B44B9D-71F0-434A-BA9E-ACF403C942D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725707" y="1287164"/>
                <a:ext cx="25560" cy="21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0950EB81-4F79-4E9B-825A-8FC76C65BB9A}"/>
                  </a:ext>
                </a:extLst>
              </p14:cNvPr>
              <p14:cNvContentPartPr/>
              <p14:nvPr/>
            </p14:nvContentPartPr>
            <p14:xfrm>
              <a:off x="6785827" y="2298764"/>
              <a:ext cx="6840" cy="1717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0950EB81-4F79-4E9B-825A-8FC76C65BB9A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776827" y="2289764"/>
                <a:ext cx="2448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7A3DC32-6E8F-42D3-9D7D-A60B31C95DAD}"/>
                  </a:ext>
                </a:extLst>
              </p14:cNvPr>
              <p14:cNvContentPartPr/>
              <p14:nvPr/>
            </p14:nvContentPartPr>
            <p14:xfrm>
              <a:off x="7070587" y="2290844"/>
              <a:ext cx="27720" cy="1526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7A3DC32-6E8F-42D3-9D7D-A60B31C95DAD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061587" y="2281844"/>
                <a:ext cx="4536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AE93ED7E-A3E7-4B83-903E-3DB7971E011A}"/>
                  </a:ext>
                </a:extLst>
              </p14:cNvPr>
              <p14:cNvContentPartPr/>
              <p14:nvPr/>
            </p14:nvContentPartPr>
            <p14:xfrm>
              <a:off x="4056307" y="1319204"/>
              <a:ext cx="18360" cy="1792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AE93ED7E-A3E7-4B83-903E-3DB7971E011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047307" y="1310204"/>
                <a:ext cx="36000" cy="19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88B2CFC-000E-437F-8BA1-D21980D04A08}"/>
                  </a:ext>
                </a:extLst>
              </p14:cNvPr>
              <p14:cNvContentPartPr/>
              <p14:nvPr/>
            </p14:nvContentPartPr>
            <p14:xfrm>
              <a:off x="4404067" y="1294004"/>
              <a:ext cx="19440" cy="2379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88B2CFC-000E-437F-8BA1-D21980D04A0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395067" y="1285364"/>
                <a:ext cx="37080" cy="25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C9CD27BD-273D-41DA-84C2-A42B00393A7A}"/>
                  </a:ext>
                </a:extLst>
              </p14:cNvPr>
              <p14:cNvContentPartPr/>
              <p14:nvPr/>
            </p14:nvContentPartPr>
            <p14:xfrm>
              <a:off x="4055947" y="1993484"/>
              <a:ext cx="9000" cy="2433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C9CD27BD-273D-41DA-84C2-A42B00393A7A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046947" y="1984844"/>
                <a:ext cx="2664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BD2615F-7CC1-4CBE-8A45-A3B85563821D}"/>
                  </a:ext>
                </a:extLst>
              </p14:cNvPr>
              <p14:cNvContentPartPr/>
              <p14:nvPr/>
            </p14:nvContentPartPr>
            <p14:xfrm>
              <a:off x="4355467" y="1979084"/>
              <a:ext cx="18720" cy="2610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BD2615F-7CC1-4CBE-8A45-A3B85563821D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346827" y="1970444"/>
                <a:ext cx="36360" cy="27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232E9A6C-4FDF-420A-883F-E6AD0A789FB1}"/>
                  </a:ext>
                </a:extLst>
              </p14:cNvPr>
              <p14:cNvContentPartPr/>
              <p14:nvPr/>
            </p14:nvContentPartPr>
            <p14:xfrm>
              <a:off x="4061347" y="1628804"/>
              <a:ext cx="82080" cy="2037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232E9A6C-4FDF-420A-883F-E6AD0A789FB1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52707" y="1620164"/>
                <a:ext cx="99720" cy="22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16409CBA-4607-4DA4-96E7-0B1922461542}"/>
                  </a:ext>
                </a:extLst>
              </p14:cNvPr>
              <p14:cNvContentPartPr/>
              <p14:nvPr/>
            </p14:nvContentPartPr>
            <p14:xfrm>
              <a:off x="4357627" y="1609364"/>
              <a:ext cx="120240" cy="2397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16409CBA-4607-4DA4-96E7-0B1922461542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348987" y="1600724"/>
                <a:ext cx="137880" cy="25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C8005B4-7953-4298-B787-17E2C93A4C9C}"/>
                  </a:ext>
                </a:extLst>
              </p14:cNvPr>
              <p14:cNvContentPartPr/>
              <p14:nvPr/>
            </p14:nvContentPartPr>
            <p14:xfrm>
              <a:off x="4685587" y="1613324"/>
              <a:ext cx="81360" cy="2394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C8005B4-7953-4298-B787-17E2C93A4C9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676587" y="1604324"/>
                <a:ext cx="99000" cy="25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5ECAE900-5FAA-4D3A-93F0-B9AB4B545413}"/>
                  </a:ext>
                </a:extLst>
              </p14:cNvPr>
              <p14:cNvContentPartPr/>
              <p14:nvPr/>
            </p14:nvContentPartPr>
            <p14:xfrm>
              <a:off x="7052587" y="1221644"/>
              <a:ext cx="94320" cy="2120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5ECAE900-5FAA-4D3A-93F0-B9AB4B5454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043947" y="1212644"/>
                <a:ext cx="11196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3938284-8651-40F2-B744-52632CF89D00}"/>
                  </a:ext>
                </a:extLst>
              </p14:cNvPr>
              <p14:cNvContentPartPr/>
              <p14:nvPr/>
            </p14:nvContentPartPr>
            <p14:xfrm>
              <a:off x="7432027" y="1221644"/>
              <a:ext cx="103680" cy="2163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3938284-8651-40F2-B744-52632CF89D0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423027" y="1212644"/>
                <a:ext cx="1213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4DE94B81-764F-4A4C-96FB-C50F428A3CDE}"/>
                  </a:ext>
                </a:extLst>
              </p14:cNvPr>
              <p14:cNvContentPartPr/>
              <p14:nvPr/>
            </p14:nvContentPartPr>
            <p14:xfrm>
              <a:off x="6702307" y="1611164"/>
              <a:ext cx="89280" cy="1897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4DE94B81-764F-4A4C-96FB-C50F428A3CD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693667" y="1602524"/>
                <a:ext cx="106920" cy="20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08544" name="Ink 108543">
                <a:extLst>
                  <a:ext uri="{FF2B5EF4-FFF2-40B4-BE49-F238E27FC236}">
                    <a16:creationId xmlns:a16="http://schemas.microsoft.com/office/drawing/2014/main" id="{7B48A5FA-4346-4D8F-B3E1-0BAF3A3A90E4}"/>
                  </a:ext>
                </a:extLst>
              </p14:cNvPr>
              <p14:cNvContentPartPr/>
              <p14:nvPr/>
            </p14:nvContentPartPr>
            <p14:xfrm>
              <a:off x="7020547" y="1582004"/>
              <a:ext cx="119880" cy="235080"/>
            </p14:xfrm>
          </p:contentPart>
        </mc:Choice>
        <mc:Fallback xmlns="">
          <p:pic>
            <p:nvPicPr>
              <p:cNvPr id="108544" name="Ink 108543">
                <a:extLst>
                  <a:ext uri="{FF2B5EF4-FFF2-40B4-BE49-F238E27FC236}">
                    <a16:creationId xmlns:a16="http://schemas.microsoft.com/office/drawing/2014/main" id="{7B48A5FA-4346-4D8F-B3E1-0BAF3A3A90E4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7011907" y="1573004"/>
                <a:ext cx="137520" cy="25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08569" name="Ink 108568">
                <a:extLst>
                  <a:ext uri="{FF2B5EF4-FFF2-40B4-BE49-F238E27FC236}">
                    <a16:creationId xmlns:a16="http://schemas.microsoft.com/office/drawing/2014/main" id="{88726210-2526-4F07-9E58-E7B58FCFD426}"/>
                  </a:ext>
                </a:extLst>
              </p14:cNvPr>
              <p14:cNvContentPartPr/>
              <p14:nvPr/>
            </p14:nvContentPartPr>
            <p14:xfrm>
              <a:off x="3670027" y="1355924"/>
              <a:ext cx="96120" cy="128520"/>
            </p14:xfrm>
          </p:contentPart>
        </mc:Choice>
        <mc:Fallback xmlns="">
          <p:pic>
            <p:nvPicPr>
              <p:cNvPr id="108569" name="Ink 108568">
                <a:extLst>
                  <a:ext uri="{FF2B5EF4-FFF2-40B4-BE49-F238E27FC236}">
                    <a16:creationId xmlns:a16="http://schemas.microsoft.com/office/drawing/2014/main" id="{88726210-2526-4F07-9E58-E7B58FCFD42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661027" y="1346924"/>
                <a:ext cx="11376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08573" name="Ink 108572">
                <a:extLst>
                  <a:ext uri="{FF2B5EF4-FFF2-40B4-BE49-F238E27FC236}">
                    <a16:creationId xmlns:a16="http://schemas.microsoft.com/office/drawing/2014/main" id="{6B57FB04-17CB-48E8-A979-055E25B0EB48}"/>
                  </a:ext>
                </a:extLst>
              </p14:cNvPr>
              <p14:cNvContentPartPr/>
              <p14:nvPr/>
            </p14:nvContentPartPr>
            <p14:xfrm>
              <a:off x="4665787" y="1360244"/>
              <a:ext cx="102600" cy="140760"/>
            </p14:xfrm>
          </p:contentPart>
        </mc:Choice>
        <mc:Fallback xmlns="">
          <p:pic>
            <p:nvPicPr>
              <p:cNvPr id="108573" name="Ink 108572">
                <a:extLst>
                  <a:ext uri="{FF2B5EF4-FFF2-40B4-BE49-F238E27FC236}">
                    <a16:creationId xmlns:a16="http://schemas.microsoft.com/office/drawing/2014/main" id="{6B57FB04-17CB-48E8-A979-055E25B0EB48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657147" y="1351244"/>
                <a:ext cx="120240" cy="15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08574" name="Ink 108573">
                <a:extLst>
                  <a:ext uri="{FF2B5EF4-FFF2-40B4-BE49-F238E27FC236}">
                    <a16:creationId xmlns:a16="http://schemas.microsoft.com/office/drawing/2014/main" id="{FA014E5A-8AFC-41CF-AA90-6024C9428A7E}"/>
                  </a:ext>
                </a:extLst>
              </p14:cNvPr>
              <p14:cNvContentPartPr/>
              <p14:nvPr/>
            </p14:nvContentPartPr>
            <p14:xfrm>
              <a:off x="3662107" y="1689284"/>
              <a:ext cx="98640" cy="129240"/>
            </p14:xfrm>
          </p:contentPart>
        </mc:Choice>
        <mc:Fallback xmlns="">
          <p:pic>
            <p:nvPicPr>
              <p:cNvPr id="108574" name="Ink 108573">
                <a:extLst>
                  <a:ext uri="{FF2B5EF4-FFF2-40B4-BE49-F238E27FC236}">
                    <a16:creationId xmlns:a16="http://schemas.microsoft.com/office/drawing/2014/main" id="{FA014E5A-8AFC-41CF-AA90-6024C9428A7E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53107" y="1680644"/>
                <a:ext cx="116280" cy="14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08575" name="Ink 108574">
                <a:extLst>
                  <a:ext uri="{FF2B5EF4-FFF2-40B4-BE49-F238E27FC236}">
                    <a16:creationId xmlns:a16="http://schemas.microsoft.com/office/drawing/2014/main" id="{E7B5F096-2F3A-4CC3-BFC5-E068DAB67CF3}"/>
                  </a:ext>
                </a:extLst>
              </p14:cNvPr>
              <p14:cNvContentPartPr/>
              <p14:nvPr/>
            </p14:nvContentPartPr>
            <p14:xfrm>
              <a:off x="3734827" y="1990964"/>
              <a:ext cx="85320" cy="129240"/>
            </p14:xfrm>
          </p:contentPart>
        </mc:Choice>
        <mc:Fallback xmlns="">
          <p:pic>
            <p:nvPicPr>
              <p:cNvPr id="108575" name="Ink 108574">
                <a:extLst>
                  <a:ext uri="{FF2B5EF4-FFF2-40B4-BE49-F238E27FC236}">
                    <a16:creationId xmlns:a16="http://schemas.microsoft.com/office/drawing/2014/main" id="{E7B5F096-2F3A-4CC3-BFC5-E068DAB67CF3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725827" y="1981964"/>
                <a:ext cx="102960" cy="14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8579" name="Ink 108578">
                <a:extLst>
                  <a:ext uri="{FF2B5EF4-FFF2-40B4-BE49-F238E27FC236}">
                    <a16:creationId xmlns:a16="http://schemas.microsoft.com/office/drawing/2014/main" id="{5514689D-B2D3-41C7-8FA4-DCD09B667B55}"/>
                  </a:ext>
                </a:extLst>
              </p14:cNvPr>
              <p14:cNvContentPartPr/>
              <p14:nvPr/>
            </p14:nvContentPartPr>
            <p14:xfrm>
              <a:off x="3668587" y="2359244"/>
              <a:ext cx="114480" cy="156960"/>
            </p14:xfrm>
          </p:contentPart>
        </mc:Choice>
        <mc:Fallback xmlns="">
          <p:pic>
            <p:nvPicPr>
              <p:cNvPr id="108579" name="Ink 108578">
                <a:extLst>
                  <a:ext uri="{FF2B5EF4-FFF2-40B4-BE49-F238E27FC236}">
                    <a16:creationId xmlns:a16="http://schemas.microsoft.com/office/drawing/2014/main" id="{5514689D-B2D3-41C7-8FA4-DCD09B667B5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659947" y="2350244"/>
                <a:ext cx="132120" cy="17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8582" name="Ink 108581">
                <a:extLst>
                  <a:ext uri="{FF2B5EF4-FFF2-40B4-BE49-F238E27FC236}">
                    <a16:creationId xmlns:a16="http://schemas.microsoft.com/office/drawing/2014/main" id="{C1F8FB51-5E80-48C0-9D75-BE7F7867F92F}"/>
                  </a:ext>
                </a:extLst>
              </p14:cNvPr>
              <p14:cNvContentPartPr/>
              <p14:nvPr/>
            </p14:nvContentPartPr>
            <p14:xfrm>
              <a:off x="4025347" y="2356004"/>
              <a:ext cx="70560" cy="132480"/>
            </p14:xfrm>
          </p:contentPart>
        </mc:Choice>
        <mc:Fallback xmlns="">
          <p:pic>
            <p:nvPicPr>
              <p:cNvPr id="108582" name="Ink 108581">
                <a:extLst>
                  <a:ext uri="{FF2B5EF4-FFF2-40B4-BE49-F238E27FC236}">
                    <a16:creationId xmlns:a16="http://schemas.microsoft.com/office/drawing/2014/main" id="{C1F8FB51-5E80-48C0-9D75-BE7F7867F92F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016347" y="2347364"/>
                <a:ext cx="88200" cy="15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08584" name="Ink 108583">
                <a:extLst>
                  <a:ext uri="{FF2B5EF4-FFF2-40B4-BE49-F238E27FC236}">
                    <a16:creationId xmlns:a16="http://schemas.microsoft.com/office/drawing/2014/main" id="{21E24E25-2DF5-4B2E-A3EC-EC4E504DB323}"/>
                  </a:ext>
                </a:extLst>
              </p14:cNvPr>
              <p14:cNvContentPartPr/>
              <p14:nvPr/>
            </p14:nvContentPartPr>
            <p14:xfrm>
              <a:off x="4348627" y="2338364"/>
              <a:ext cx="82080" cy="128880"/>
            </p14:xfrm>
          </p:contentPart>
        </mc:Choice>
        <mc:Fallback xmlns="">
          <p:pic>
            <p:nvPicPr>
              <p:cNvPr id="108584" name="Ink 108583">
                <a:extLst>
                  <a:ext uri="{FF2B5EF4-FFF2-40B4-BE49-F238E27FC236}">
                    <a16:creationId xmlns:a16="http://schemas.microsoft.com/office/drawing/2014/main" id="{21E24E25-2DF5-4B2E-A3EC-EC4E504DB32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339987" y="2329724"/>
                <a:ext cx="99720" cy="14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8585" name="Ink 108584">
                <a:extLst>
                  <a:ext uri="{FF2B5EF4-FFF2-40B4-BE49-F238E27FC236}">
                    <a16:creationId xmlns:a16="http://schemas.microsoft.com/office/drawing/2014/main" id="{A7FF5AFA-C132-4A15-88F5-5AA62E875C46}"/>
                  </a:ext>
                </a:extLst>
              </p14:cNvPr>
              <p14:cNvContentPartPr/>
              <p14:nvPr/>
            </p14:nvContentPartPr>
            <p14:xfrm>
              <a:off x="4669027" y="2380124"/>
              <a:ext cx="101880" cy="120960"/>
            </p14:xfrm>
          </p:contentPart>
        </mc:Choice>
        <mc:Fallback xmlns="">
          <p:pic>
            <p:nvPicPr>
              <p:cNvPr id="108585" name="Ink 108584">
                <a:extLst>
                  <a:ext uri="{FF2B5EF4-FFF2-40B4-BE49-F238E27FC236}">
                    <a16:creationId xmlns:a16="http://schemas.microsoft.com/office/drawing/2014/main" id="{A7FF5AFA-C132-4A15-88F5-5AA62E875C46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660387" y="2371484"/>
                <a:ext cx="119520" cy="13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08590" name="Ink 108589">
                <a:extLst>
                  <a:ext uri="{FF2B5EF4-FFF2-40B4-BE49-F238E27FC236}">
                    <a16:creationId xmlns:a16="http://schemas.microsoft.com/office/drawing/2014/main" id="{80096FBC-4083-4045-B2BF-ACF380DB73ED}"/>
                  </a:ext>
                </a:extLst>
              </p14:cNvPr>
              <p14:cNvContentPartPr/>
              <p14:nvPr/>
            </p14:nvContentPartPr>
            <p14:xfrm>
              <a:off x="4714387" y="1999604"/>
              <a:ext cx="96120" cy="163440"/>
            </p14:xfrm>
          </p:contentPart>
        </mc:Choice>
        <mc:Fallback xmlns="">
          <p:pic>
            <p:nvPicPr>
              <p:cNvPr id="108590" name="Ink 108589">
                <a:extLst>
                  <a:ext uri="{FF2B5EF4-FFF2-40B4-BE49-F238E27FC236}">
                    <a16:creationId xmlns:a16="http://schemas.microsoft.com/office/drawing/2014/main" id="{80096FBC-4083-4045-B2BF-ACF380DB73ED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705387" y="1990964"/>
                <a:ext cx="113760" cy="18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08591" name="Ink 108590">
                <a:extLst>
                  <a:ext uri="{FF2B5EF4-FFF2-40B4-BE49-F238E27FC236}">
                    <a16:creationId xmlns:a16="http://schemas.microsoft.com/office/drawing/2014/main" id="{4F92AEE6-BE26-42FA-AAAA-49AD9D24A084}"/>
                  </a:ext>
                </a:extLst>
              </p14:cNvPr>
              <p14:cNvContentPartPr/>
              <p14:nvPr/>
            </p14:nvContentPartPr>
            <p14:xfrm>
              <a:off x="6372907" y="1290044"/>
              <a:ext cx="116640" cy="137160"/>
            </p14:xfrm>
          </p:contentPart>
        </mc:Choice>
        <mc:Fallback xmlns="">
          <p:pic>
            <p:nvPicPr>
              <p:cNvPr id="108591" name="Ink 108590">
                <a:extLst>
                  <a:ext uri="{FF2B5EF4-FFF2-40B4-BE49-F238E27FC236}">
                    <a16:creationId xmlns:a16="http://schemas.microsoft.com/office/drawing/2014/main" id="{4F92AEE6-BE26-42FA-AAAA-49AD9D24A08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64267" y="1281044"/>
                <a:ext cx="134280" cy="15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08592" name="Ink 108591">
                <a:extLst>
                  <a:ext uri="{FF2B5EF4-FFF2-40B4-BE49-F238E27FC236}">
                    <a16:creationId xmlns:a16="http://schemas.microsoft.com/office/drawing/2014/main" id="{3573267B-DF07-4C8C-8BE7-28853056588C}"/>
                  </a:ext>
                </a:extLst>
              </p14:cNvPr>
              <p14:cNvContentPartPr/>
              <p14:nvPr/>
            </p14:nvContentPartPr>
            <p14:xfrm>
              <a:off x="6400627" y="1645004"/>
              <a:ext cx="104400" cy="134640"/>
            </p14:xfrm>
          </p:contentPart>
        </mc:Choice>
        <mc:Fallback xmlns="">
          <p:pic>
            <p:nvPicPr>
              <p:cNvPr id="108592" name="Ink 108591">
                <a:extLst>
                  <a:ext uri="{FF2B5EF4-FFF2-40B4-BE49-F238E27FC236}">
                    <a16:creationId xmlns:a16="http://schemas.microsoft.com/office/drawing/2014/main" id="{3573267B-DF07-4C8C-8BE7-28853056588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391627" y="1636364"/>
                <a:ext cx="122040" cy="15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08593" name="Ink 108592">
                <a:extLst>
                  <a:ext uri="{FF2B5EF4-FFF2-40B4-BE49-F238E27FC236}">
                    <a16:creationId xmlns:a16="http://schemas.microsoft.com/office/drawing/2014/main" id="{E337ACC0-A6EA-456C-A8F6-320BF84896C2}"/>
                  </a:ext>
                </a:extLst>
              </p14:cNvPr>
              <p14:cNvContentPartPr/>
              <p14:nvPr/>
            </p14:nvContentPartPr>
            <p14:xfrm>
              <a:off x="6398467" y="1958204"/>
              <a:ext cx="88560" cy="144720"/>
            </p14:xfrm>
          </p:contentPart>
        </mc:Choice>
        <mc:Fallback xmlns="">
          <p:pic>
            <p:nvPicPr>
              <p:cNvPr id="108593" name="Ink 108592">
                <a:extLst>
                  <a:ext uri="{FF2B5EF4-FFF2-40B4-BE49-F238E27FC236}">
                    <a16:creationId xmlns:a16="http://schemas.microsoft.com/office/drawing/2014/main" id="{E337ACC0-A6EA-456C-A8F6-320BF84896C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389467" y="1949564"/>
                <a:ext cx="10620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08594" name="Ink 108593">
                <a:extLst>
                  <a:ext uri="{FF2B5EF4-FFF2-40B4-BE49-F238E27FC236}">
                    <a16:creationId xmlns:a16="http://schemas.microsoft.com/office/drawing/2014/main" id="{25675D62-0B45-453A-9947-AABB580DA670}"/>
                  </a:ext>
                </a:extLst>
              </p14:cNvPr>
              <p14:cNvContentPartPr/>
              <p14:nvPr/>
            </p14:nvContentPartPr>
            <p14:xfrm>
              <a:off x="6404947" y="2338364"/>
              <a:ext cx="109440" cy="118440"/>
            </p14:xfrm>
          </p:contentPart>
        </mc:Choice>
        <mc:Fallback xmlns="">
          <p:pic>
            <p:nvPicPr>
              <p:cNvPr id="108594" name="Ink 108593">
                <a:extLst>
                  <a:ext uri="{FF2B5EF4-FFF2-40B4-BE49-F238E27FC236}">
                    <a16:creationId xmlns:a16="http://schemas.microsoft.com/office/drawing/2014/main" id="{25675D62-0B45-453A-9947-AABB580DA670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395947" y="2329364"/>
                <a:ext cx="127080" cy="13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08595" name="Ink 108594">
                <a:extLst>
                  <a:ext uri="{FF2B5EF4-FFF2-40B4-BE49-F238E27FC236}">
                    <a16:creationId xmlns:a16="http://schemas.microsoft.com/office/drawing/2014/main" id="{7ACD7D7E-2B8B-48D2-AA21-E149AF9BCA75}"/>
                  </a:ext>
                </a:extLst>
              </p14:cNvPr>
              <p14:cNvContentPartPr/>
              <p14:nvPr/>
            </p14:nvContentPartPr>
            <p14:xfrm>
              <a:off x="6782587" y="1955684"/>
              <a:ext cx="66600" cy="151200"/>
            </p14:xfrm>
          </p:contentPart>
        </mc:Choice>
        <mc:Fallback xmlns="">
          <p:pic>
            <p:nvPicPr>
              <p:cNvPr id="108595" name="Ink 108594">
                <a:extLst>
                  <a:ext uri="{FF2B5EF4-FFF2-40B4-BE49-F238E27FC236}">
                    <a16:creationId xmlns:a16="http://schemas.microsoft.com/office/drawing/2014/main" id="{7ACD7D7E-2B8B-48D2-AA21-E149AF9BCA75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773587" y="1946684"/>
                <a:ext cx="8424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08596" name="Ink 108595">
                <a:extLst>
                  <a:ext uri="{FF2B5EF4-FFF2-40B4-BE49-F238E27FC236}">
                    <a16:creationId xmlns:a16="http://schemas.microsoft.com/office/drawing/2014/main" id="{199E1526-BA5A-4A32-9B46-0F6988789A62}"/>
                  </a:ext>
                </a:extLst>
              </p14:cNvPr>
              <p14:cNvContentPartPr/>
              <p14:nvPr/>
            </p14:nvContentPartPr>
            <p14:xfrm>
              <a:off x="7042507" y="1978004"/>
              <a:ext cx="86760" cy="141120"/>
            </p14:xfrm>
          </p:contentPart>
        </mc:Choice>
        <mc:Fallback xmlns="">
          <p:pic>
            <p:nvPicPr>
              <p:cNvPr id="108596" name="Ink 108595">
                <a:extLst>
                  <a:ext uri="{FF2B5EF4-FFF2-40B4-BE49-F238E27FC236}">
                    <a16:creationId xmlns:a16="http://schemas.microsoft.com/office/drawing/2014/main" id="{199E1526-BA5A-4A32-9B46-0F6988789A62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33507" y="1969004"/>
                <a:ext cx="104400" cy="15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08597" name="Ink 108596">
                <a:extLst>
                  <a:ext uri="{FF2B5EF4-FFF2-40B4-BE49-F238E27FC236}">
                    <a16:creationId xmlns:a16="http://schemas.microsoft.com/office/drawing/2014/main" id="{D159C9D7-8AF3-40E0-8220-64F7E603FA22}"/>
                  </a:ext>
                </a:extLst>
              </p14:cNvPr>
              <p14:cNvContentPartPr/>
              <p14:nvPr/>
            </p14:nvContentPartPr>
            <p14:xfrm>
              <a:off x="7403587" y="1637444"/>
              <a:ext cx="65160" cy="106920"/>
            </p14:xfrm>
          </p:contentPart>
        </mc:Choice>
        <mc:Fallback xmlns="">
          <p:pic>
            <p:nvPicPr>
              <p:cNvPr id="108597" name="Ink 108596">
                <a:extLst>
                  <a:ext uri="{FF2B5EF4-FFF2-40B4-BE49-F238E27FC236}">
                    <a16:creationId xmlns:a16="http://schemas.microsoft.com/office/drawing/2014/main" id="{D159C9D7-8AF3-40E0-8220-64F7E603FA22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394947" y="1628804"/>
                <a:ext cx="82800" cy="12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108598" name="Ink 108597">
                <a:extLst>
                  <a:ext uri="{FF2B5EF4-FFF2-40B4-BE49-F238E27FC236}">
                    <a16:creationId xmlns:a16="http://schemas.microsoft.com/office/drawing/2014/main" id="{E0AB8ED2-70B8-49A7-A3E9-9FBDB15CEB70}"/>
                  </a:ext>
                </a:extLst>
              </p14:cNvPr>
              <p14:cNvContentPartPr/>
              <p14:nvPr/>
            </p14:nvContentPartPr>
            <p14:xfrm>
              <a:off x="7418347" y="2014004"/>
              <a:ext cx="53280" cy="102600"/>
            </p14:xfrm>
          </p:contentPart>
        </mc:Choice>
        <mc:Fallback xmlns="">
          <p:pic>
            <p:nvPicPr>
              <p:cNvPr id="108598" name="Ink 108597">
                <a:extLst>
                  <a:ext uri="{FF2B5EF4-FFF2-40B4-BE49-F238E27FC236}">
                    <a16:creationId xmlns:a16="http://schemas.microsoft.com/office/drawing/2014/main" id="{E0AB8ED2-70B8-49A7-A3E9-9FBDB15CEB70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409347" y="2005364"/>
                <a:ext cx="70920" cy="12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108599" name="Ink 108598">
                <a:extLst>
                  <a:ext uri="{FF2B5EF4-FFF2-40B4-BE49-F238E27FC236}">
                    <a16:creationId xmlns:a16="http://schemas.microsoft.com/office/drawing/2014/main" id="{6328B0C0-C38E-4BC2-884F-C11BE0B2A0CA}"/>
                  </a:ext>
                </a:extLst>
              </p14:cNvPr>
              <p14:cNvContentPartPr/>
              <p14:nvPr/>
            </p14:nvContentPartPr>
            <p14:xfrm>
              <a:off x="7399987" y="2341604"/>
              <a:ext cx="100800" cy="145440"/>
            </p14:xfrm>
          </p:contentPart>
        </mc:Choice>
        <mc:Fallback xmlns="">
          <p:pic>
            <p:nvPicPr>
              <p:cNvPr id="108599" name="Ink 108598">
                <a:extLst>
                  <a:ext uri="{FF2B5EF4-FFF2-40B4-BE49-F238E27FC236}">
                    <a16:creationId xmlns:a16="http://schemas.microsoft.com/office/drawing/2014/main" id="{6328B0C0-C38E-4BC2-884F-C11BE0B2A0CA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91347" y="2332604"/>
                <a:ext cx="1184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69237B9-9A91-4309-99F9-CA1355BFCECF}"/>
                  </a:ext>
                </a:extLst>
              </p14:cNvPr>
              <p14:cNvContentPartPr/>
              <p14:nvPr/>
            </p14:nvContentPartPr>
            <p14:xfrm>
              <a:off x="3969187" y="1227044"/>
              <a:ext cx="559440" cy="6512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69237B9-9A91-4309-99F9-CA1355BFCECF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951547" y="1209044"/>
                <a:ext cx="595080" cy="68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0622B882-6E2D-4517-A15D-C92A31A8B552}"/>
                  </a:ext>
                </a:extLst>
              </p14:cNvPr>
              <p14:cNvContentPartPr/>
              <p14:nvPr/>
            </p14:nvContentPartPr>
            <p14:xfrm>
              <a:off x="6589627" y="1218764"/>
              <a:ext cx="645840" cy="66204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0622B882-6E2D-4517-A15D-C92A31A8B552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571627" y="1201124"/>
                <a:ext cx="681480" cy="69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D01E5D4-13C7-40B4-8D28-E38AADE33257}"/>
                  </a:ext>
                </a:extLst>
              </p14:cNvPr>
              <p14:cNvContentPartPr/>
              <p14:nvPr/>
            </p14:nvContentPartPr>
            <p14:xfrm>
              <a:off x="6625267" y="1081964"/>
              <a:ext cx="608400" cy="4273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D01E5D4-13C7-40B4-8D28-E38AADE3325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6607267" y="1063964"/>
                <a:ext cx="644040" cy="46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0DCC2710-C82E-400A-AC8F-7EBE738B612D}"/>
                  </a:ext>
                </a:extLst>
              </p14:cNvPr>
              <p14:cNvContentPartPr/>
              <p14:nvPr/>
            </p14:nvContentPartPr>
            <p14:xfrm>
              <a:off x="6700147" y="2296964"/>
              <a:ext cx="28080" cy="3520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0DCC2710-C82E-400A-AC8F-7EBE738B612D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6682507" y="2278964"/>
                <a:ext cx="63720" cy="38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F5926FCF-5C4B-469C-88EE-31C5BA1635CF}"/>
                  </a:ext>
                </a:extLst>
              </p14:cNvPr>
              <p14:cNvContentPartPr/>
              <p14:nvPr/>
            </p14:nvContentPartPr>
            <p14:xfrm>
              <a:off x="6714187" y="2250884"/>
              <a:ext cx="443160" cy="4165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F5926FCF-5C4B-469C-88EE-31C5BA1635CF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696187" y="2233244"/>
                <a:ext cx="478800" cy="452160"/>
              </a:xfrm>
              <a:prstGeom prst="rect">
                <a:avLst/>
              </a:prstGeom>
            </p:spPr>
          </p:pic>
        </mc:Fallback>
      </mc:AlternateContent>
      <p:grpSp>
        <p:nvGrpSpPr>
          <p:cNvPr id="190" name="Group 189">
            <a:extLst>
              <a:ext uri="{FF2B5EF4-FFF2-40B4-BE49-F238E27FC236}">
                <a16:creationId xmlns:a16="http://schemas.microsoft.com/office/drawing/2014/main" id="{786F78F4-4CD2-42A5-AB89-3B20A7EB7B1A}"/>
              </a:ext>
            </a:extLst>
          </p:cNvPr>
          <p:cNvGrpSpPr/>
          <p:nvPr/>
        </p:nvGrpSpPr>
        <p:grpSpPr>
          <a:xfrm>
            <a:off x="7158787" y="2605844"/>
            <a:ext cx="922680" cy="752400"/>
            <a:chOff x="7158787" y="2605844"/>
            <a:chExt cx="922680" cy="752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EE8DEB77-C372-4F15-AADE-EE108DA02647}"/>
                    </a:ext>
                  </a:extLst>
                </p14:cNvPr>
                <p14:cNvContentPartPr/>
                <p14:nvPr/>
              </p14:nvContentPartPr>
              <p14:xfrm>
                <a:off x="7158787" y="2605844"/>
                <a:ext cx="251280" cy="35208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EE8DEB77-C372-4F15-AADE-EE108DA02647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7141147" y="2588204"/>
                  <a:ext cx="286920" cy="38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714D66D2-262C-4DA6-9052-FF49F2BAE208}"/>
                    </a:ext>
                  </a:extLst>
                </p14:cNvPr>
                <p14:cNvContentPartPr/>
                <p14:nvPr/>
              </p14:nvContentPartPr>
              <p14:xfrm>
                <a:off x="7327627" y="2906084"/>
                <a:ext cx="109080" cy="11376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714D66D2-262C-4DA6-9052-FF49F2BAE208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7309627" y="2888084"/>
                  <a:ext cx="14472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108601" name="Ink 108600">
                  <a:extLst>
                    <a:ext uri="{FF2B5EF4-FFF2-40B4-BE49-F238E27FC236}">
                      <a16:creationId xmlns:a16="http://schemas.microsoft.com/office/drawing/2014/main" id="{BD4F61CA-6244-4043-9589-4766055B588A}"/>
                    </a:ext>
                  </a:extLst>
                </p14:cNvPr>
                <p14:cNvContentPartPr/>
                <p14:nvPr/>
              </p14:nvContentPartPr>
              <p14:xfrm>
                <a:off x="7493587" y="3111284"/>
                <a:ext cx="96480" cy="242640"/>
              </p14:xfrm>
            </p:contentPart>
          </mc:Choice>
          <mc:Fallback xmlns="">
            <p:pic>
              <p:nvPicPr>
                <p:cNvPr id="108601" name="Ink 108600">
                  <a:extLst>
                    <a:ext uri="{FF2B5EF4-FFF2-40B4-BE49-F238E27FC236}">
                      <a16:creationId xmlns:a16="http://schemas.microsoft.com/office/drawing/2014/main" id="{BD4F61CA-6244-4043-9589-4766055B588A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7475947" y="3093644"/>
                  <a:ext cx="13212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108602" name="Ink 108601">
                  <a:extLst>
                    <a:ext uri="{FF2B5EF4-FFF2-40B4-BE49-F238E27FC236}">
                      <a16:creationId xmlns:a16="http://schemas.microsoft.com/office/drawing/2014/main" id="{2E8B1689-F764-430D-9F02-E648A8F93885}"/>
                    </a:ext>
                  </a:extLst>
                </p14:cNvPr>
                <p14:cNvContentPartPr/>
                <p14:nvPr/>
              </p14:nvContentPartPr>
              <p14:xfrm>
                <a:off x="7445347" y="3196244"/>
                <a:ext cx="141840" cy="84600"/>
              </p14:xfrm>
            </p:contentPart>
          </mc:Choice>
          <mc:Fallback xmlns="">
            <p:pic>
              <p:nvPicPr>
                <p:cNvPr id="108602" name="Ink 108601">
                  <a:extLst>
                    <a:ext uri="{FF2B5EF4-FFF2-40B4-BE49-F238E27FC236}">
                      <a16:creationId xmlns:a16="http://schemas.microsoft.com/office/drawing/2014/main" id="{2E8B1689-F764-430D-9F02-E648A8F93885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7427707" y="3178604"/>
                  <a:ext cx="17748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108603" name="Ink 108602">
                  <a:extLst>
                    <a:ext uri="{FF2B5EF4-FFF2-40B4-BE49-F238E27FC236}">
                      <a16:creationId xmlns:a16="http://schemas.microsoft.com/office/drawing/2014/main" id="{5B1C223D-DB4C-48C4-AEB9-8A7AD7AA9978}"/>
                    </a:ext>
                  </a:extLst>
                </p14:cNvPr>
                <p14:cNvContentPartPr/>
                <p14:nvPr/>
              </p14:nvContentPartPr>
              <p14:xfrm>
                <a:off x="7653067" y="3222164"/>
                <a:ext cx="129240" cy="136080"/>
              </p14:xfrm>
            </p:contentPart>
          </mc:Choice>
          <mc:Fallback xmlns="">
            <p:pic>
              <p:nvPicPr>
                <p:cNvPr id="108603" name="Ink 108602">
                  <a:extLst>
                    <a:ext uri="{FF2B5EF4-FFF2-40B4-BE49-F238E27FC236}">
                      <a16:creationId xmlns:a16="http://schemas.microsoft.com/office/drawing/2014/main" id="{5B1C223D-DB4C-48C4-AEB9-8A7AD7AA9978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7635067" y="3204164"/>
                  <a:ext cx="16488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108605" name="Ink 108604">
                  <a:extLst>
                    <a:ext uri="{FF2B5EF4-FFF2-40B4-BE49-F238E27FC236}">
                      <a16:creationId xmlns:a16="http://schemas.microsoft.com/office/drawing/2014/main" id="{7245E183-651F-4EF9-81A0-42F00C236F0A}"/>
                    </a:ext>
                  </a:extLst>
                </p14:cNvPr>
                <p14:cNvContentPartPr/>
                <p14:nvPr/>
              </p14:nvContentPartPr>
              <p14:xfrm>
                <a:off x="7799227" y="2970164"/>
                <a:ext cx="42480" cy="254880"/>
              </p14:xfrm>
            </p:contentPart>
          </mc:Choice>
          <mc:Fallback xmlns="">
            <p:pic>
              <p:nvPicPr>
                <p:cNvPr id="108605" name="Ink 108604">
                  <a:extLst>
                    <a:ext uri="{FF2B5EF4-FFF2-40B4-BE49-F238E27FC236}">
                      <a16:creationId xmlns:a16="http://schemas.microsoft.com/office/drawing/2014/main" id="{7245E183-651F-4EF9-81A0-42F00C236F0A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781227" y="2952524"/>
                  <a:ext cx="78120" cy="29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108606" name="Ink 108605">
                  <a:extLst>
                    <a:ext uri="{FF2B5EF4-FFF2-40B4-BE49-F238E27FC236}">
                      <a16:creationId xmlns:a16="http://schemas.microsoft.com/office/drawing/2014/main" id="{B9C01E01-6A87-4ECE-8EFA-1F14AA6AF516}"/>
                    </a:ext>
                  </a:extLst>
                </p14:cNvPr>
                <p14:cNvContentPartPr/>
                <p14:nvPr/>
              </p14:nvContentPartPr>
              <p14:xfrm>
                <a:off x="7705987" y="3110924"/>
                <a:ext cx="213120" cy="20160"/>
              </p14:xfrm>
            </p:contentPart>
          </mc:Choice>
          <mc:Fallback xmlns="">
            <p:pic>
              <p:nvPicPr>
                <p:cNvPr id="108606" name="Ink 108605">
                  <a:extLst>
                    <a:ext uri="{FF2B5EF4-FFF2-40B4-BE49-F238E27FC236}">
                      <a16:creationId xmlns:a16="http://schemas.microsoft.com/office/drawing/2014/main" id="{B9C01E01-6A87-4ECE-8EFA-1F14AA6AF516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687987" y="3093284"/>
                  <a:ext cx="24876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108607" name="Ink 108606">
                  <a:extLst>
                    <a:ext uri="{FF2B5EF4-FFF2-40B4-BE49-F238E27FC236}">
                      <a16:creationId xmlns:a16="http://schemas.microsoft.com/office/drawing/2014/main" id="{84F79631-F636-4AF4-B932-B6DBA11952B7}"/>
                    </a:ext>
                  </a:extLst>
                </p14:cNvPr>
                <p14:cNvContentPartPr/>
                <p14:nvPr/>
              </p14:nvContentPartPr>
              <p14:xfrm>
                <a:off x="7976347" y="3027404"/>
                <a:ext cx="77760" cy="102600"/>
              </p14:xfrm>
            </p:contentPart>
          </mc:Choice>
          <mc:Fallback xmlns="">
            <p:pic>
              <p:nvPicPr>
                <p:cNvPr id="108607" name="Ink 108606">
                  <a:extLst>
                    <a:ext uri="{FF2B5EF4-FFF2-40B4-BE49-F238E27FC236}">
                      <a16:creationId xmlns:a16="http://schemas.microsoft.com/office/drawing/2014/main" id="{84F79631-F636-4AF4-B932-B6DBA11952B7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958347" y="3009404"/>
                  <a:ext cx="11340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01C80DAD-D8AF-43D1-9695-34D01DB53D71}"/>
                    </a:ext>
                  </a:extLst>
                </p14:cNvPr>
                <p14:cNvContentPartPr/>
                <p14:nvPr/>
              </p14:nvContentPartPr>
              <p14:xfrm>
                <a:off x="8006227" y="3039284"/>
                <a:ext cx="75240" cy="12024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01C80DAD-D8AF-43D1-9695-34D01DB53D71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988227" y="3021644"/>
                  <a:ext cx="11088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EC0AC966-E0BA-4578-A69E-B8B44E149F3F}"/>
                    </a:ext>
                  </a:extLst>
                </p14:cNvPr>
                <p14:cNvContentPartPr/>
                <p14:nvPr/>
              </p14:nvContentPartPr>
              <p14:xfrm>
                <a:off x="7664227" y="2917244"/>
                <a:ext cx="177480" cy="13356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EC0AC966-E0BA-4578-A69E-B8B44E149F3F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646587" y="2899604"/>
                  <a:ext cx="213120" cy="169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619" name="Group 108618">
            <a:extLst>
              <a:ext uri="{FF2B5EF4-FFF2-40B4-BE49-F238E27FC236}">
                <a16:creationId xmlns:a16="http://schemas.microsoft.com/office/drawing/2014/main" id="{98818D3D-1486-4786-A126-031977D5F8A1}"/>
              </a:ext>
            </a:extLst>
          </p:cNvPr>
          <p:cNvGrpSpPr/>
          <p:nvPr/>
        </p:nvGrpSpPr>
        <p:grpSpPr>
          <a:xfrm>
            <a:off x="6919747" y="533684"/>
            <a:ext cx="882360" cy="709560"/>
            <a:chOff x="6919747" y="533684"/>
            <a:chExt cx="882360" cy="70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80AC54B4-B5D7-41B5-93A9-2CBDAD48DE89}"/>
                    </a:ext>
                  </a:extLst>
                </p14:cNvPr>
                <p14:cNvContentPartPr/>
                <p14:nvPr/>
              </p14:nvContentPartPr>
              <p14:xfrm>
                <a:off x="6919747" y="882884"/>
                <a:ext cx="298080" cy="36036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80AC54B4-B5D7-41B5-93A9-2CBDAD48DE89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901747" y="864884"/>
                  <a:ext cx="333720" cy="39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108608" name="Ink 108607">
                  <a:extLst>
                    <a:ext uri="{FF2B5EF4-FFF2-40B4-BE49-F238E27FC236}">
                      <a16:creationId xmlns:a16="http://schemas.microsoft.com/office/drawing/2014/main" id="{DE9C30DA-81DC-4E2A-B508-7457B3597746}"/>
                    </a:ext>
                  </a:extLst>
                </p14:cNvPr>
                <p14:cNvContentPartPr/>
                <p14:nvPr/>
              </p14:nvContentPartPr>
              <p14:xfrm>
                <a:off x="7118467" y="856244"/>
                <a:ext cx="149040" cy="75600"/>
              </p14:xfrm>
            </p:contentPart>
          </mc:Choice>
          <mc:Fallback xmlns="">
            <p:pic>
              <p:nvPicPr>
                <p:cNvPr id="108608" name="Ink 108607">
                  <a:extLst>
                    <a:ext uri="{FF2B5EF4-FFF2-40B4-BE49-F238E27FC236}">
                      <a16:creationId xmlns:a16="http://schemas.microsoft.com/office/drawing/2014/main" id="{DE9C30DA-81DC-4E2A-B508-7457B3597746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7100467" y="838604"/>
                  <a:ext cx="18468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108610" name="Ink 108609">
                  <a:extLst>
                    <a:ext uri="{FF2B5EF4-FFF2-40B4-BE49-F238E27FC236}">
                      <a16:creationId xmlns:a16="http://schemas.microsoft.com/office/drawing/2014/main" id="{A0827DD0-1534-4284-A1C8-E28F79A18C21}"/>
                    </a:ext>
                  </a:extLst>
                </p14:cNvPr>
                <p14:cNvContentPartPr/>
                <p14:nvPr/>
              </p14:nvContentPartPr>
              <p14:xfrm>
                <a:off x="7322587" y="673004"/>
                <a:ext cx="79920" cy="240480"/>
              </p14:xfrm>
            </p:contentPart>
          </mc:Choice>
          <mc:Fallback xmlns="">
            <p:pic>
              <p:nvPicPr>
                <p:cNvPr id="108610" name="Ink 108609">
                  <a:extLst>
                    <a:ext uri="{FF2B5EF4-FFF2-40B4-BE49-F238E27FC236}">
                      <a16:creationId xmlns:a16="http://schemas.microsoft.com/office/drawing/2014/main" id="{A0827DD0-1534-4284-A1C8-E28F79A18C21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7304947" y="655004"/>
                  <a:ext cx="11556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108611" name="Ink 108610">
                  <a:extLst>
                    <a:ext uri="{FF2B5EF4-FFF2-40B4-BE49-F238E27FC236}">
                      <a16:creationId xmlns:a16="http://schemas.microsoft.com/office/drawing/2014/main" id="{422C57E6-733F-4C8D-AF95-A9B8DF15CC47}"/>
                    </a:ext>
                  </a:extLst>
                </p14:cNvPr>
                <p14:cNvContentPartPr/>
                <p14:nvPr/>
              </p14:nvContentPartPr>
              <p14:xfrm>
                <a:off x="7282267" y="743204"/>
                <a:ext cx="155520" cy="107280"/>
              </p14:xfrm>
            </p:contentPart>
          </mc:Choice>
          <mc:Fallback xmlns="">
            <p:pic>
              <p:nvPicPr>
                <p:cNvPr id="108611" name="Ink 108610">
                  <a:extLst>
                    <a:ext uri="{FF2B5EF4-FFF2-40B4-BE49-F238E27FC236}">
                      <a16:creationId xmlns:a16="http://schemas.microsoft.com/office/drawing/2014/main" id="{422C57E6-733F-4C8D-AF95-A9B8DF15CC47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7264267" y="725204"/>
                  <a:ext cx="19116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108612" name="Ink 108611">
                  <a:extLst>
                    <a:ext uri="{FF2B5EF4-FFF2-40B4-BE49-F238E27FC236}">
                      <a16:creationId xmlns:a16="http://schemas.microsoft.com/office/drawing/2014/main" id="{19F0CB2F-C695-46B3-ADFC-E38E9D6E3522}"/>
                    </a:ext>
                  </a:extLst>
                </p14:cNvPr>
                <p14:cNvContentPartPr/>
                <p14:nvPr/>
              </p14:nvContentPartPr>
              <p14:xfrm>
                <a:off x="7455067" y="768764"/>
                <a:ext cx="132480" cy="146160"/>
              </p14:xfrm>
            </p:contentPart>
          </mc:Choice>
          <mc:Fallback xmlns="">
            <p:pic>
              <p:nvPicPr>
                <p:cNvPr id="108612" name="Ink 108611">
                  <a:extLst>
                    <a:ext uri="{FF2B5EF4-FFF2-40B4-BE49-F238E27FC236}">
                      <a16:creationId xmlns:a16="http://schemas.microsoft.com/office/drawing/2014/main" id="{19F0CB2F-C695-46B3-ADFC-E38E9D6E3522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437067" y="751124"/>
                  <a:ext cx="16812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108614" name="Ink 108613">
                  <a:extLst>
                    <a:ext uri="{FF2B5EF4-FFF2-40B4-BE49-F238E27FC236}">
                      <a16:creationId xmlns:a16="http://schemas.microsoft.com/office/drawing/2014/main" id="{60BD4B85-8AE9-49F0-8721-70E162199970}"/>
                    </a:ext>
                  </a:extLst>
                </p14:cNvPr>
                <p14:cNvContentPartPr/>
                <p14:nvPr/>
              </p14:nvContentPartPr>
              <p14:xfrm>
                <a:off x="7566307" y="634124"/>
                <a:ext cx="59760" cy="197640"/>
              </p14:xfrm>
            </p:contentPart>
          </mc:Choice>
          <mc:Fallback xmlns="">
            <p:pic>
              <p:nvPicPr>
                <p:cNvPr id="108614" name="Ink 108613">
                  <a:extLst>
                    <a:ext uri="{FF2B5EF4-FFF2-40B4-BE49-F238E27FC236}">
                      <a16:creationId xmlns:a16="http://schemas.microsoft.com/office/drawing/2014/main" id="{60BD4B85-8AE9-49F0-8721-70E162199970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548307" y="616484"/>
                  <a:ext cx="9540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108615" name="Ink 108614">
                  <a:extLst>
                    <a:ext uri="{FF2B5EF4-FFF2-40B4-BE49-F238E27FC236}">
                      <a16:creationId xmlns:a16="http://schemas.microsoft.com/office/drawing/2014/main" id="{72804D65-0397-48BB-9F5A-E1AA8BF2A6EE}"/>
                    </a:ext>
                  </a:extLst>
                </p14:cNvPr>
                <p14:cNvContentPartPr/>
                <p14:nvPr/>
              </p14:nvContentPartPr>
              <p14:xfrm>
                <a:off x="7516267" y="673004"/>
                <a:ext cx="145440" cy="91800"/>
              </p14:xfrm>
            </p:contentPart>
          </mc:Choice>
          <mc:Fallback xmlns="">
            <p:pic>
              <p:nvPicPr>
                <p:cNvPr id="108615" name="Ink 108614">
                  <a:extLst>
                    <a:ext uri="{FF2B5EF4-FFF2-40B4-BE49-F238E27FC236}">
                      <a16:creationId xmlns:a16="http://schemas.microsoft.com/office/drawing/2014/main" id="{72804D65-0397-48BB-9F5A-E1AA8BF2A6EE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498267" y="655004"/>
                  <a:ext cx="18108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108616" name="Ink 108615">
                  <a:extLst>
                    <a:ext uri="{FF2B5EF4-FFF2-40B4-BE49-F238E27FC236}">
                      <a16:creationId xmlns:a16="http://schemas.microsoft.com/office/drawing/2014/main" id="{1E8FE93B-C5ED-4DC2-9099-830373FFD0B7}"/>
                    </a:ext>
                  </a:extLst>
                </p14:cNvPr>
                <p14:cNvContentPartPr/>
                <p14:nvPr/>
              </p14:nvContentPartPr>
              <p14:xfrm>
                <a:off x="7691587" y="699644"/>
                <a:ext cx="110520" cy="118080"/>
              </p14:xfrm>
            </p:contentPart>
          </mc:Choice>
          <mc:Fallback xmlns="">
            <p:pic>
              <p:nvPicPr>
                <p:cNvPr id="108616" name="Ink 108615">
                  <a:extLst>
                    <a:ext uri="{FF2B5EF4-FFF2-40B4-BE49-F238E27FC236}">
                      <a16:creationId xmlns:a16="http://schemas.microsoft.com/office/drawing/2014/main" id="{1E8FE93B-C5ED-4DC2-9099-830373FFD0B7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673947" y="682004"/>
                  <a:ext cx="14616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108618" name="Ink 108617">
                  <a:extLst>
                    <a:ext uri="{FF2B5EF4-FFF2-40B4-BE49-F238E27FC236}">
                      <a16:creationId xmlns:a16="http://schemas.microsoft.com/office/drawing/2014/main" id="{2D62A675-E1CA-4AB6-86ED-862BEAAC57C3}"/>
                    </a:ext>
                  </a:extLst>
                </p14:cNvPr>
                <p14:cNvContentPartPr/>
                <p14:nvPr/>
              </p14:nvContentPartPr>
              <p14:xfrm>
                <a:off x="7487827" y="533684"/>
                <a:ext cx="123840" cy="88920"/>
              </p14:xfrm>
            </p:contentPart>
          </mc:Choice>
          <mc:Fallback xmlns="">
            <p:pic>
              <p:nvPicPr>
                <p:cNvPr id="108618" name="Ink 108617">
                  <a:extLst>
                    <a:ext uri="{FF2B5EF4-FFF2-40B4-BE49-F238E27FC236}">
                      <a16:creationId xmlns:a16="http://schemas.microsoft.com/office/drawing/2014/main" id="{2D62A675-E1CA-4AB6-86ED-862BEAAC57C3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7470187" y="516044"/>
                  <a:ext cx="159480" cy="12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630" name="Group 108629">
            <a:extLst>
              <a:ext uri="{FF2B5EF4-FFF2-40B4-BE49-F238E27FC236}">
                <a16:creationId xmlns:a16="http://schemas.microsoft.com/office/drawing/2014/main" id="{6A7FE140-896F-42AA-B88B-B7C3DE5A840F}"/>
              </a:ext>
            </a:extLst>
          </p:cNvPr>
          <p:cNvGrpSpPr/>
          <p:nvPr/>
        </p:nvGrpSpPr>
        <p:grpSpPr>
          <a:xfrm>
            <a:off x="4167547" y="621164"/>
            <a:ext cx="713880" cy="618840"/>
            <a:chOff x="4167547" y="621164"/>
            <a:chExt cx="713880" cy="61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108620" name="Ink 108619">
                  <a:extLst>
                    <a:ext uri="{FF2B5EF4-FFF2-40B4-BE49-F238E27FC236}">
                      <a16:creationId xmlns:a16="http://schemas.microsoft.com/office/drawing/2014/main" id="{E78CFB39-2892-40A9-8234-04ADFCC3E89C}"/>
                    </a:ext>
                  </a:extLst>
                </p14:cNvPr>
                <p14:cNvContentPartPr/>
                <p14:nvPr/>
              </p14:nvContentPartPr>
              <p14:xfrm>
                <a:off x="4167547" y="976124"/>
                <a:ext cx="146520" cy="263880"/>
              </p14:xfrm>
            </p:contentPart>
          </mc:Choice>
          <mc:Fallback xmlns="">
            <p:pic>
              <p:nvPicPr>
                <p:cNvPr id="108620" name="Ink 108619">
                  <a:extLst>
                    <a:ext uri="{FF2B5EF4-FFF2-40B4-BE49-F238E27FC236}">
                      <a16:creationId xmlns:a16="http://schemas.microsoft.com/office/drawing/2014/main" id="{E78CFB39-2892-40A9-8234-04ADFCC3E89C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149547" y="958124"/>
                  <a:ext cx="18216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08621" name="Ink 108620">
                  <a:extLst>
                    <a:ext uri="{FF2B5EF4-FFF2-40B4-BE49-F238E27FC236}">
                      <a16:creationId xmlns:a16="http://schemas.microsoft.com/office/drawing/2014/main" id="{E5747871-B604-4E29-9C4B-BC91BFA7C478}"/>
                    </a:ext>
                  </a:extLst>
                </p14:cNvPr>
                <p14:cNvContentPartPr/>
                <p14:nvPr/>
              </p14:nvContentPartPr>
              <p14:xfrm>
                <a:off x="4225507" y="943004"/>
                <a:ext cx="93960" cy="91440"/>
              </p14:xfrm>
            </p:contentPart>
          </mc:Choice>
          <mc:Fallback xmlns="">
            <p:pic>
              <p:nvPicPr>
                <p:cNvPr id="108621" name="Ink 108620">
                  <a:extLst>
                    <a:ext uri="{FF2B5EF4-FFF2-40B4-BE49-F238E27FC236}">
                      <a16:creationId xmlns:a16="http://schemas.microsoft.com/office/drawing/2014/main" id="{E5747871-B604-4E29-9C4B-BC91BFA7C478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207507" y="925364"/>
                  <a:ext cx="12960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08623" name="Ink 108622">
                  <a:extLst>
                    <a:ext uri="{FF2B5EF4-FFF2-40B4-BE49-F238E27FC236}">
                      <a16:creationId xmlns:a16="http://schemas.microsoft.com/office/drawing/2014/main" id="{91411AD5-97E2-42C5-8E9F-9D668B4A812A}"/>
                    </a:ext>
                  </a:extLst>
                </p14:cNvPr>
                <p14:cNvContentPartPr/>
                <p14:nvPr/>
              </p14:nvContentPartPr>
              <p14:xfrm>
                <a:off x="4434307" y="777044"/>
                <a:ext cx="43920" cy="172080"/>
              </p14:xfrm>
            </p:contentPart>
          </mc:Choice>
          <mc:Fallback xmlns="">
            <p:pic>
              <p:nvPicPr>
                <p:cNvPr id="108623" name="Ink 108622">
                  <a:extLst>
                    <a:ext uri="{FF2B5EF4-FFF2-40B4-BE49-F238E27FC236}">
                      <a16:creationId xmlns:a16="http://schemas.microsoft.com/office/drawing/2014/main" id="{91411AD5-97E2-42C5-8E9F-9D668B4A812A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416307" y="759044"/>
                  <a:ext cx="7956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08624" name="Ink 108623">
                  <a:extLst>
                    <a:ext uri="{FF2B5EF4-FFF2-40B4-BE49-F238E27FC236}">
                      <a16:creationId xmlns:a16="http://schemas.microsoft.com/office/drawing/2014/main" id="{282C84A7-3C1E-4215-89B3-976FC8C4A8CD}"/>
                    </a:ext>
                  </a:extLst>
                </p14:cNvPr>
                <p14:cNvContentPartPr/>
                <p14:nvPr/>
              </p14:nvContentPartPr>
              <p14:xfrm>
                <a:off x="4369867" y="850484"/>
                <a:ext cx="132840" cy="51840"/>
              </p14:xfrm>
            </p:contentPart>
          </mc:Choice>
          <mc:Fallback xmlns="">
            <p:pic>
              <p:nvPicPr>
                <p:cNvPr id="108624" name="Ink 108623">
                  <a:extLst>
                    <a:ext uri="{FF2B5EF4-FFF2-40B4-BE49-F238E27FC236}">
                      <a16:creationId xmlns:a16="http://schemas.microsoft.com/office/drawing/2014/main" id="{282C84A7-3C1E-4215-89B3-976FC8C4A8CD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351867" y="832484"/>
                  <a:ext cx="16848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08625" name="Ink 108624">
                  <a:extLst>
                    <a:ext uri="{FF2B5EF4-FFF2-40B4-BE49-F238E27FC236}">
                      <a16:creationId xmlns:a16="http://schemas.microsoft.com/office/drawing/2014/main" id="{6B17CBB8-14EE-4F90-B196-F7CAB4E71EBB}"/>
                    </a:ext>
                  </a:extLst>
                </p14:cNvPr>
                <p14:cNvContentPartPr/>
                <p14:nvPr/>
              </p14:nvContentPartPr>
              <p14:xfrm>
                <a:off x="4535827" y="841124"/>
                <a:ext cx="125640" cy="105120"/>
              </p14:xfrm>
            </p:contentPart>
          </mc:Choice>
          <mc:Fallback xmlns="">
            <p:pic>
              <p:nvPicPr>
                <p:cNvPr id="108625" name="Ink 108624">
                  <a:extLst>
                    <a:ext uri="{FF2B5EF4-FFF2-40B4-BE49-F238E27FC236}">
                      <a16:creationId xmlns:a16="http://schemas.microsoft.com/office/drawing/2014/main" id="{6B17CBB8-14EE-4F90-B196-F7CAB4E71EBB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4518187" y="823484"/>
                  <a:ext cx="16128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08626" name="Ink 108625">
                  <a:extLst>
                    <a:ext uri="{FF2B5EF4-FFF2-40B4-BE49-F238E27FC236}">
                      <a16:creationId xmlns:a16="http://schemas.microsoft.com/office/drawing/2014/main" id="{B15F21A0-D06D-4A04-8EF8-256F42A5E7DD}"/>
                    </a:ext>
                  </a:extLst>
                </p14:cNvPr>
                <p14:cNvContentPartPr/>
                <p14:nvPr/>
              </p14:nvContentPartPr>
              <p14:xfrm>
                <a:off x="4680547" y="678764"/>
                <a:ext cx="52200" cy="191880"/>
              </p14:xfrm>
            </p:contentPart>
          </mc:Choice>
          <mc:Fallback xmlns="">
            <p:pic>
              <p:nvPicPr>
                <p:cNvPr id="108626" name="Ink 108625">
                  <a:extLst>
                    <a:ext uri="{FF2B5EF4-FFF2-40B4-BE49-F238E27FC236}">
                      <a16:creationId xmlns:a16="http://schemas.microsoft.com/office/drawing/2014/main" id="{B15F21A0-D06D-4A04-8EF8-256F42A5E7DD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4662547" y="660764"/>
                  <a:ext cx="8784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08627" name="Ink 108626">
                  <a:extLst>
                    <a:ext uri="{FF2B5EF4-FFF2-40B4-BE49-F238E27FC236}">
                      <a16:creationId xmlns:a16="http://schemas.microsoft.com/office/drawing/2014/main" id="{DFEB8E93-66A8-49F2-9172-6F642F6650D0}"/>
                    </a:ext>
                  </a:extLst>
                </p14:cNvPr>
                <p14:cNvContentPartPr/>
                <p14:nvPr/>
              </p14:nvContentPartPr>
              <p14:xfrm>
                <a:off x="4622587" y="757604"/>
                <a:ext cx="123840" cy="64080"/>
              </p14:xfrm>
            </p:contentPart>
          </mc:Choice>
          <mc:Fallback xmlns="">
            <p:pic>
              <p:nvPicPr>
                <p:cNvPr id="108627" name="Ink 108626">
                  <a:extLst>
                    <a:ext uri="{FF2B5EF4-FFF2-40B4-BE49-F238E27FC236}">
                      <a16:creationId xmlns:a16="http://schemas.microsoft.com/office/drawing/2014/main" id="{DFEB8E93-66A8-49F2-9172-6F642F6650D0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604947" y="739964"/>
                  <a:ext cx="15948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08628" name="Ink 108627">
                  <a:extLst>
                    <a:ext uri="{FF2B5EF4-FFF2-40B4-BE49-F238E27FC236}">
                      <a16:creationId xmlns:a16="http://schemas.microsoft.com/office/drawing/2014/main" id="{540AF835-BBD6-4EBC-8E2E-D47D6E5F40E5}"/>
                    </a:ext>
                  </a:extLst>
                </p14:cNvPr>
                <p14:cNvContentPartPr/>
                <p14:nvPr/>
              </p14:nvContentPartPr>
              <p14:xfrm>
                <a:off x="4778107" y="745364"/>
                <a:ext cx="103320" cy="123480"/>
              </p14:xfrm>
            </p:contentPart>
          </mc:Choice>
          <mc:Fallback xmlns="">
            <p:pic>
              <p:nvPicPr>
                <p:cNvPr id="108628" name="Ink 108627">
                  <a:extLst>
                    <a:ext uri="{FF2B5EF4-FFF2-40B4-BE49-F238E27FC236}">
                      <a16:creationId xmlns:a16="http://schemas.microsoft.com/office/drawing/2014/main" id="{540AF835-BBD6-4EBC-8E2E-D47D6E5F40E5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760107" y="727724"/>
                  <a:ext cx="13896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08629" name="Ink 108628">
                  <a:extLst>
                    <a:ext uri="{FF2B5EF4-FFF2-40B4-BE49-F238E27FC236}">
                      <a16:creationId xmlns:a16="http://schemas.microsoft.com/office/drawing/2014/main" id="{D5671AC9-FB4D-4D6F-825C-5B2460DD96FE}"/>
                    </a:ext>
                  </a:extLst>
                </p14:cNvPr>
                <p14:cNvContentPartPr/>
                <p14:nvPr/>
              </p14:nvContentPartPr>
              <p14:xfrm>
                <a:off x="4548067" y="621164"/>
                <a:ext cx="159840" cy="112320"/>
              </p14:xfrm>
            </p:contentPart>
          </mc:Choice>
          <mc:Fallback xmlns="">
            <p:pic>
              <p:nvPicPr>
                <p:cNvPr id="108629" name="Ink 108628">
                  <a:extLst>
                    <a:ext uri="{FF2B5EF4-FFF2-40B4-BE49-F238E27FC236}">
                      <a16:creationId xmlns:a16="http://schemas.microsoft.com/office/drawing/2014/main" id="{D5671AC9-FB4D-4D6F-825C-5B2460DD96FE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530427" y="603524"/>
                  <a:ext cx="195480" cy="147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108631" name="Ink 108630">
                <a:extLst>
                  <a:ext uri="{FF2B5EF4-FFF2-40B4-BE49-F238E27FC236}">
                    <a16:creationId xmlns:a16="http://schemas.microsoft.com/office/drawing/2014/main" id="{789A4F27-8489-4A3F-BD2D-BE7127D841DC}"/>
                  </a:ext>
                </a:extLst>
              </p14:cNvPr>
              <p14:cNvContentPartPr/>
              <p14:nvPr/>
            </p14:nvContentPartPr>
            <p14:xfrm>
              <a:off x="3910147" y="1640324"/>
              <a:ext cx="611640" cy="621720"/>
            </p14:xfrm>
          </p:contentPart>
        </mc:Choice>
        <mc:Fallback xmlns="">
          <p:pic>
            <p:nvPicPr>
              <p:cNvPr id="108631" name="Ink 108630">
                <a:extLst>
                  <a:ext uri="{FF2B5EF4-FFF2-40B4-BE49-F238E27FC236}">
                    <a16:creationId xmlns:a16="http://schemas.microsoft.com/office/drawing/2014/main" id="{789A4F27-8489-4A3F-BD2D-BE7127D841DC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3892147" y="1622684"/>
                <a:ext cx="647280" cy="657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08643" name="Group 108642">
            <a:extLst>
              <a:ext uri="{FF2B5EF4-FFF2-40B4-BE49-F238E27FC236}">
                <a16:creationId xmlns:a16="http://schemas.microsoft.com/office/drawing/2014/main" id="{15BDC709-43BD-4EDA-8B01-D7BF5C45BB51}"/>
              </a:ext>
            </a:extLst>
          </p:cNvPr>
          <p:cNvGrpSpPr/>
          <p:nvPr/>
        </p:nvGrpSpPr>
        <p:grpSpPr>
          <a:xfrm>
            <a:off x="4513507" y="1269524"/>
            <a:ext cx="1205280" cy="615600"/>
            <a:chOff x="4513507" y="1269524"/>
            <a:chExt cx="1205280" cy="61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08632" name="Ink 108631">
                  <a:extLst>
                    <a:ext uri="{FF2B5EF4-FFF2-40B4-BE49-F238E27FC236}">
                      <a16:creationId xmlns:a16="http://schemas.microsoft.com/office/drawing/2014/main" id="{D64A32E9-8C2B-426E-BE93-E77005215237}"/>
                    </a:ext>
                  </a:extLst>
                </p14:cNvPr>
                <p14:cNvContentPartPr/>
                <p14:nvPr/>
              </p14:nvContentPartPr>
              <p14:xfrm>
                <a:off x="4513507" y="1513244"/>
                <a:ext cx="573120" cy="371880"/>
              </p14:xfrm>
            </p:contentPart>
          </mc:Choice>
          <mc:Fallback xmlns="">
            <p:pic>
              <p:nvPicPr>
                <p:cNvPr id="108632" name="Ink 108631">
                  <a:extLst>
                    <a:ext uri="{FF2B5EF4-FFF2-40B4-BE49-F238E27FC236}">
                      <a16:creationId xmlns:a16="http://schemas.microsoft.com/office/drawing/2014/main" id="{D64A32E9-8C2B-426E-BE93-E77005215237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4495507" y="1495604"/>
                  <a:ext cx="608760" cy="40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08633" name="Ink 108632">
                  <a:extLst>
                    <a:ext uri="{FF2B5EF4-FFF2-40B4-BE49-F238E27FC236}">
                      <a16:creationId xmlns:a16="http://schemas.microsoft.com/office/drawing/2014/main" id="{5041B0D8-048D-4E25-82F6-DC39A861597B}"/>
                    </a:ext>
                  </a:extLst>
                </p14:cNvPr>
                <p14:cNvContentPartPr/>
                <p14:nvPr/>
              </p14:nvContentPartPr>
              <p14:xfrm>
                <a:off x="4961707" y="1486244"/>
                <a:ext cx="93960" cy="147600"/>
              </p14:xfrm>
            </p:contentPart>
          </mc:Choice>
          <mc:Fallback xmlns="">
            <p:pic>
              <p:nvPicPr>
                <p:cNvPr id="108633" name="Ink 108632">
                  <a:extLst>
                    <a:ext uri="{FF2B5EF4-FFF2-40B4-BE49-F238E27FC236}">
                      <a16:creationId xmlns:a16="http://schemas.microsoft.com/office/drawing/2014/main" id="{5041B0D8-048D-4E25-82F6-DC39A861597B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4944067" y="1468244"/>
                  <a:ext cx="12960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08635" name="Ink 108634">
                  <a:extLst>
                    <a:ext uri="{FF2B5EF4-FFF2-40B4-BE49-F238E27FC236}">
                      <a16:creationId xmlns:a16="http://schemas.microsoft.com/office/drawing/2014/main" id="{4C4E16D6-E3CB-4C0B-B718-6CD6871194D4}"/>
                    </a:ext>
                  </a:extLst>
                </p14:cNvPr>
                <p14:cNvContentPartPr/>
                <p14:nvPr/>
              </p14:nvContentPartPr>
              <p14:xfrm>
                <a:off x="5204707" y="1382564"/>
                <a:ext cx="41040" cy="265680"/>
              </p14:xfrm>
            </p:contentPart>
          </mc:Choice>
          <mc:Fallback xmlns="">
            <p:pic>
              <p:nvPicPr>
                <p:cNvPr id="108635" name="Ink 108634">
                  <a:extLst>
                    <a:ext uri="{FF2B5EF4-FFF2-40B4-BE49-F238E27FC236}">
                      <a16:creationId xmlns:a16="http://schemas.microsoft.com/office/drawing/2014/main" id="{4C4E16D6-E3CB-4C0B-B718-6CD6871194D4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5186707" y="1364564"/>
                  <a:ext cx="76680" cy="30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08636" name="Ink 108635">
                  <a:extLst>
                    <a:ext uri="{FF2B5EF4-FFF2-40B4-BE49-F238E27FC236}">
                      <a16:creationId xmlns:a16="http://schemas.microsoft.com/office/drawing/2014/main" id="{57997735-F318-4035-96AA-2A89812E35A7}"/>
                    </a:ext>
                  </a:extLst>
                </p14:cNvPr>
                <p14:cNvContentPartPr/>
                <p14:nvPr/>
              </p14:nvContentPartPr>
              <p14:xfrm>
                <a:off x="5161147" y="1456364"/>
                <a:ext cx="131040" cy="94680"/>
              </p14:xfrm>
            </p:contentPart>
          </mc:Choice>
          <mc:Fallback xmlns="">
            <p:pic>
              <p:nvPicPr>
                <p:cNvPr id="108636" name="Ink 108635">
                  <a:extLst>
                    <a:ext uri="{FF2B5EF4-FFF2-40B4-BE49-F238E27FC236}">
                      <a16:creationId xmlns:a16="http://schemas.microsoft.com/office/drawing/2014/main" id="{57997735-F318-4035-96AA-2A89812E35A7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143507" y="1438724"/>
                  <a:ext cx="16668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08637" name="Ink 108636">
                  <a:extLst>
                    <a:ext uri="{FF2B5EF4-FFF2-40B4-BE49-F238E27FC236}">
                      <a16:creationId xmlns:a16="http://schemas.microsoft.com/office/drawing/2014/main" id="{5C73440F-DB00-4155-8778-1969C16008ED}"/>
                    </a:ext>
                  </a:extLst>
                </p14:cNvPr>
                <p14:cNvContentPartPr/>
                <p14:nvPr/>
              </p14:nvContentPartPr>
              <p14:xfrm>
                <a:off x="5322427" y="1467524"/>
                <a:ext cx="135360" cy="121680"/>
              </p14:xfrm>
            </p:contentPart>
          </mc:Choice>
          <mc:Fallback xmlns="">
            <p:pic>
              <p:nvPicPr>
                <p:cNvPr id="108637" name="Ink 108636">
                  <a:extLst>
                    <a:ext uri="{FF2B5EF4-FFF2-40B4-BE49-F238E27FC236}">
                      <a16:creationId xmlns:a16="http://schemas.microsoft.com/office/drawing/2014/main" id="{5C73440F-DB00-4155-8778-1969C16008ED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304427" y="1449524"/>
                  <a:ext cx="17100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08639" name="Ink 108638">
                  <a:extLst>
                    <a:ext uri="{FF2B5EF4-FFF2-40B4-BE49-F238E27FC236}">
                      <a16:creationId xmlns:a16="http://schemas.microsoft.com/office/drawing/2014/main" id="{77D2361B-E368-48A0-8273-4132FF5BA8D4}"/>
                    </a:ext>
                  </a:extLst>
                </p14:cNvPr>
                <p14:cNvContentPartPr/>
                <p14:nvPr/>
              </p14:nvContentPartPr>
              <p14:xfrm>
                <a:off x="5447707" y="1269524"/>
                <a:ext cx="74160" cy="244080"/>
              </p14:xfrm>
            </p:contentPart>
          </mc:Choice>
          <mc:Fallback xmlns="">
            <p:pic>
              <p:nvPicPr>
                <p:cNvPr id="108639" name="Ink 108638">
                  <a:extLst>
                    <a:ext uri="{FF2B5EF4-FFF2-40B4-BE49-F238E27FC236}">
                      <a16:creationId xmlns:a16="http://schemas.microsoft.com/office/drawing/2014/main" id="{77D2361B-E368-48A0-8273-4132FF5BA8D4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430067" y="1251524"/>
                  <a:ext cx="10980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08640" name="Ink 108639">
                  <a:extLst>
                    <a:ext uri="{FF2B5EF4-FFF2-40B4-BE49-F238E27FC236}">
                      <a16:creationId xmlns:a16="http://schemas.microsoft.com/office/drawing/2014/main" id="{E344E75E-6757-4B98-A273-A37BD559AC75}"/>
                    </a:ext>
                  </a:extLst>
                </p14:cNvPr>
                <p14:cNvContentPartPr/>
                <p14:nvPr/>
              </p14:nvContentPartPr>
              <p14:xfrm>
                <a:off x="5385067" y="1351604"/>
                <a:ext cx="153360" cy="81000"/>
              </p14:xfrm>
            </p:contentPart>
          </mc:Choice>
          <mc:Fallback xmlns="">
            <p:pic>
              <p:nvPicPr>
                <p:cNvPr id="108640" name="Ink 108639">
                  <a:extLst>
                    <a:ext uri="{FF2B5EF4-FFF2-40B4-BE49-F238E27FC236}">
                      <a16:creationId xmlns:a16="http://schemas.microsoft.com/office/drawing/2014/main" id="{E344E75E-6757-4B98-A273-A37BD559AC75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5367067" y="1333604"/>
                  <a:ext cx="18900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08641" name="Ink 108640">
                  <a:extLst>
                    <a:ext uri="{FF2B5EF4-FFF2-40B4-BE49-F238E27FC236}">
                      <a16:creationId xmlns:a16="http://schemas.microsoft.com/office/drawing/2014/main" id="{B95D45B3-581D-412D-90B9-218262CC84A8}"/>
                    </a:ext>
                  </a:extLst>
                </p14:cNvPr>
                <p14:cNvContentPartPr/>
                <p14:nvPr/>
              </p14:nvContentPartPr>
              <p14:xfrm>
                <a:off x="5582707" y="1334324"/>
                <a:ext cx="88920" cy="106560"/>
              </p14:xfrm>
            </p:contentPart>
          </mc:Choice>
          <mc:Fallback xmlns="">
            <p:pic>
              <p:nvPicPr>
                <p:cNvPr id="108641" name="Ink 108640">
                  <a:extLst>
                    <a:ext uri="{FF2B5EF4-FFF2-40B4-BE49-F238E27FC236}">
                      <a16:creationId xmlns:a16="http://schemas.microsoft.com/office/drawing/2014/main" id="{B95D45B3-581D-412D-90B9-218262CC84A8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5564707" y="1316684"/>
                  <a:ext cx="12456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08642" name="Ink 108641">
                  <a:extLst>
                    <a:ext uri="{FF2B5EF4-FFF2-40B4-BE49-F238E27FC236}">
                      <a16:creationId xmlns:a16="http://schemas.microsoft.com/office/drawing/2014/main" id="{4FC2F957-5FC4-4CF4-B7B6-3953133F7A1D}"/>
                    </a:ext>
                  </a:extLst>
                </p14:cNvPr>
                <p14:cNvContentPartPr/>
                <p14:nvPr/>
              </p14:nvContentPartPr>
              <p14:xfrm>
                <a:off x="5614027" y="1362404"/>
                <a:ext cx="104760" cy="115920"/>
              </p14:xfrm>
            </p:contentPart>
          </mc:Choice>
          <mc:Fallback xmlns="">
            <p:pic>
              <p:nvPicPr>
                <p:cNvPr id="108642" name="Ink 108641">
                  <a:extLst>
                    <a:ext uri="{FF2B5EF4-FFF2-40B4-BE49-F238E27FC236}">
                      <a16:creationId xmlns:a16="http://schemas.microsoft.com/office/drawing/2014/main" id="{4FC2F957-5FC4-4CF4-B7B6-3953133F7A1D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5596027" y="1344404"/>
                  <a:ext cx="140400" cy="1515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4073453319"/>
      </p:ext>
    </p:extLst>
  </p:cSld>
  <p:clrMapOvr>
    <a:masterClrMapping/>
  </p:clrMapOvr>
  <p:transition/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5" name="Title 1">
            <a:extLst>
              <a:ext uri="{FF2B5EF4-FFF2-40B4-BE49-F238E27FC236}">
                <a16:creationId xmlns:a16="http://schemas.microsoft.com/office/drawing/2014/main" id="{48C5F669-0332-4137-84AE-65FF900BD77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12700"/>
            <a:ext cx="9144000" cy="533400"/>
          </a:xfrm>
        </p:spPr>
        <p:txBody>
          <a:bodyPr/>
          <a:lstStyle/>
          <a:p>
            <a:r>
              <a:rPr lang="en-US" altLang="en-US" dirty="0"/>
              <a:t>Individual vs Joint Optimization</a:t>
            </a:r>
          </a:p>
        </p:txBody>
      </p:sp>
      <p:sp>
        <p:nvSpPr>
          <p:cNvPr id="108546" name="TextBox 125">
            <a:extLst>
              <a:ext uri="{FF2B5EF4-FFF2-40B4-BE49-F238E27FC236}">
                <a16:creationId xmlns:a16="http://schemas.microsoft.com/office/drawing/2014/main" id="{21555AF1-623B-4227-AC52-72BA26B9FD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7500" y="6550025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rPr>
              <a:t>[ Figure 2.65 from the textbook ]</a:t>
            </a:r>
          </a:p>
        </p:txBody>
      </p:sp>
      <p:sp>
        <p:nvSpPr>
          <p:cNvPr id="108551" name="Rectangle 7">
            <a:extLst>
              <a:ext uri="{FF2B5EF4-FFF2-40B4-BE49-F238E27FC236}">
                <a16:creationId xmlns:a16="http://schemas.microsoft.com/office/drawing/2014/main" id="{0FABEEB7-4E58-4366-987E-55EBD3F59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2325" y="800100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53" name="Rectangle 9">
            <a:extLst>
              <a:ext uri="{FF2B5EF4-FFF2-40B4-BE49-F238E27FC236}">
                <a16:creationId xmlns:a16="http://schemas.microsoft.com/office/drawing/2014/main" id="{D2CB3554-8939-479A-85CC-64EB54DA93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6788" y="800100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x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E79A5E4-BE4B-4D58-AB77-392D9592C302}"/>
              </a:ext>
            </a:extLst>
          </p:cNvPr>
          <p:cNvGrpSpPr/>
          <p:nvPr/>
        </p:nvGrpSpPr>
        <p:grpSpPr>
          <a:xfrm>
            <a:off x="3048000" y="877887"/>
            <a:ext cx="1884363" cy="1697038"/>
            <a:chOff x="3048000" y="877887"/>
            <a:chExt cx="1884363" cy="1697038"/>
          </a:xfrm>
        </p:grpSpPr>
        <p:sp>
          <p:nvSpPr>
            <p:cNvPr id="108547" name="Rectangle 3">
              <a:extLst>
                <a:ext uri="{FF2B5EF4-FFF2-40B4-BE49-F238E27FC236}">
                  <a16:creationId xmlns:a16="http://schemas.microsoft.com/office/drawing/2014/main" id="{0424115C-9348-49A7-B5F0-E976994D3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163" y="1231900"/>
              <a:ext cx="681037" cy="663575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48" name="Line 4">
              <a:extLst>
                <a:ext uri="{FF2B5EF4-FFF2-40B4-BE49-F238E27FC236}">
                  <a16:creationId xmlns:a16="http://schemas.microsoft.com/office/drawing/2014/main" id="{35D68637-01E6-4BAC-883C-2A2A776FEB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6163" y="1563687"/>
              <a:ext cx="681037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49" name="Line 5">
              <a:extLst>
                <a:ext uri="{FF2B5EF4-FFF2-40B4-BE49-F238E27FC236}">
                  <a16:creationId xmlns:a16="http://schemas.microsoft.com/office/drawing/2014/main" id="{8232F482-D43A-4114-9971-6F54E4A60A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2237" y="1231900"/>
              <a:ext cx="1588" cy="6635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0" name="Line 6">
              <a:extLst>
                <a:ext uri="{FF2B5EF4-FFF2-40B4-BE49-F238E27FC236}">
                  <a16:creationId xmlns:a16="http://schemas.microsoft.com/office/drawing/2014/main" id="{7F289F9B-0B22-4E31-B3C4-8DAC602101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4375" y="884237"/>
              <a:ext cx="331788" cy="3476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2" name="Rectangle 8">
              <a:extLst>
                <a:ext uri="{FF2B5EF4-FFF2-40B4-BE49-F238E27FC236}">
                  <a16:creationId xmlns:a16="http://schemas.microsoft.com/office/drawing/2014/main" id="{0CB9D7DD-385A-4B2B-BFBE-7879C9E95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175" y="877887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4" name="Rectangle 10">
              <a:extLst>
                <a:ext uri="{FF2B5EF4-FFF2-40B4-BE49-F238E27FC236}">
                  <a16:creationId xmlns:a16="http://schemas.microsoft.com/office/drawing/2014/main" id="{87D5B959-5A95-42A3-B221-43DA294D8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638" y="877887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2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5" name="Rectangle 11">
              <a:extLst>
                <a:ext uri="{FF2B5EF4-FFF2-40B4-BE49-F238E27FC236}">
                  <a16:creationId xmlns:a16="http://schemas.microsoft.com/office/drawing/2014/main" id="{2BF0E44D-CDFE-4175-A855-2B0BC3A51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938212"/>
              <a:ext cx="1063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6" name="Rectangle 12">
              <a:extLst>
                <a:ext uri="{FF2B5EF4-FFF2-40B4-BE49-F238E27FC236}">
                  <a16:creationId xmlns:a16="http://schemas.microsoft.com/office/drawing/2014/main" id="{F3D36075-A9E9-4504-9AAF-2021DCD40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850" y="1012825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7" name="Rectangle 13">
              <a:extLst>
                <a:ext uri="{FF2B5EF4-FFF2-40B4-BE49-F238E27FC236}">
                  <a16:creationId xmlns:a16="http://schemas.microsoft.com/office/drawing/2014/main" id="{93CA50E5-762F-4FC9-BD1C-2CF77A856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463" y="938212"/>
              <a:ext cx="1063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8" name="Rectangle 14">
              <a:extLst>
                <a:ext uri="{FF2B5EF4-FFF2-40B4-BE49-F238E27FC236}">
                  <a16:creationId xmlns:a16="http://schemas.microsoft.com/office/drawing/2014/main" id="{4B69893A-A075-4063-A1DF-E5D5B69E7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200" y="1231900"/>
              <a:ext cx="665163" cy="663575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59" name="Line 15">
              <a:extLst>
                <a:ext uri="{FF2B5EF4-FFF2-40B4-BE49-F238E27FC236}">
                  <a16:creationId xmlns:a16="http://schemas.microsoft.com/office/drawing/2014/main" id="{F992ADF0-53CA-4EB5-83EE-BE9EBD55C1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67200" y="1563687"/>
              <a:ext cx="665163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0" name="Line 16">
              <a:extLst>
                <a:ext uri="{FF2B5EF4-FFF2-40B4-BE49-F238E27FC236}">
                  <a16:creationId xmlns:a16="http://schemas.microsoft.com/office/drawing/2014/main" id="{9C2D11F6-8AEB-491D-BBED-AF4020E7F3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8988" y="1231900"/>
              <a:ext cx="3175" cy="6635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1" name="Rectangle 17">
              <a:extLst>
                <a:ext uri="{FF2B5EF4-FFF2-40B4-BE49-F238E27FC236}">
                  <a16:creationId xmlns:a16="http://schemas.microsoft.com/office/drawing/2014/main" id="{3B438B06-8DFC-4F49-8463-361BB1A67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725" y="1012825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2" name="Rectangle 18">
              <a:extLst>
                <a:ext uri="{FF2B5EF4-FFF2-40B4-BE49-F238E27FC236}">
                  <a16:creationId xmlns:a16="http://schemas.microsoft.com/office/drawing/2014/main" id="{70210FF0-200D-43D7-8D81-CBC794329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763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3" name="Rectangle 19">
              <a:extLst>
                <a:ext uri="{FF2B5EF4-FFF2-40B4-BE49-F238E27FC236}">
                  <a16:creationId xmlns:a16="http://schemas.microsoft.com/office/drawing/2014/main" id="{5E563755-F58F-4A48-ACF7-1A82FC7E7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72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4" name="Rectangle 20">
              <a:extLst>
                <a:ext uri="{FF2B5EF4-FFF2-40B4-BE49-F238E27FC236}">
                  <a16:creationId xmlns:a16="http://schemas.microsoft.com/office/drawing/2014/main" id="{E868CA6F-AFB7-4BDC-9CBD-2B61BE9C4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27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5" name="Rectangle 21">
              <a:extLst>
                <a:ext uri="{FF2B5EF4-FFF2-40B4-BE49-F238E27FC236}">
                  <a16:creationId xmlns:a16="http://schemas.microsoft.com/office/drawing/2014/main" id="{BDEF7E28-ACF5-40CB-977B-9A317D696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582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6" name="Rectangle 22">
              <a:extLst>
                <a:ext uri="{FF2B5EF4-FFF2-40B4-BE49-F238E27FC236}">
                  <a16:creationId xmlns:a16="http://schemas.microsoft.com/office/drawing/2014/main" id="{C1931154-DDBE-4D36-9B11-E4EA39FC8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163" y="1895475"/>
              <a:ext cx="681037" cy="67945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7" name="Line 23">
              <a:extLst>
                <a:ext uri="{FF2B5EF4-FFF2-40B4-BE49-F238E27FC236}">
                  <a16:creationId xmlns:a16="http://schemas.microsoft.com/office/drawing/2014/main" id="{0FE7314F-F031-4380-9009-10BD0F7DF2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6163" y="2243137"/>
              <a:ext cx="681037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68" name="Line 24">
              <a:extLst>
                <a:ext uri="{FF2B5EF4-FFF2-40B4-BE49-F238E27FC236}">
                  <a16:creationId xmlns:a16="http://schemas.microsoft.com/office/drawing/2014/main" id="{9BFB9B8A-1083-45C0-A061-BFE42E4DDE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3825" y="1895475"/>
              <a:ext cx="1588" cy="6794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70" name="Rectangle 26">
              <a:extLst>
                <a:ext uri="{FF2B5EF4-FFF2-40B4-BE49-F238E27FC236}">
                  <a16:creationId xmlns:a16="http://schemas.microsoft.com/office/drawing/2014/main" id="{1E71792C-7E3D-4496-A98B-2673BE81E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200" y="1895475"/>
              <a:ext cx="665163" cy="67945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71" name="Line 27">
              <a:extLst>
                <a:ext uri="{FF2B5EF4-FFF2-40B4-BE49-F238E27FC236}">
                  <a16:creationId xmlns:a16="http://schemas.microsoft.com/office/drawing/2014/main" id="{EC85F096-0447-4B32-B4CA-0B8AF8EC45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67200" y="2243137"/>
              <a:ext cx="665163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72" name="Line 28">
              <a:extLst>
                <a:ext uri="{FF2B5EF4-FFF2-40B4-BE49-F238E27FC236}">
                  <a16:creationId xmlns:a16="http://schemas.microsoft.com/office/drawing/2014/main" id="{21FFC83B-A4D9-470B-B99D-987ED81C76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8988" y="1895475"/>
              <a:ext cx="3175" cy="6794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76" name="Rectangle 32">
              <a:extLst>
                <a:ext uri="{FF2B5EF4-FFF2-40B4-BE49-F238E27FC236}">
                  <a16:creationId xmlns:a16="http://schemas.microsoft.com/office/drawing/2014/main" id="{E747772A-AB8D-434E-8333-C85DF07E7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327150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77" name="Rectangle 33">
              <a:extLst>
                <a:ext uri="{FF2B5EF4-FFF2-40B4-BE49-F238E27FC236}">
                  <a16:creationId xmlns:a16="http://schemas.microsoft.com/office/drawing/2014/main" id="{D54D89FE-A165-439F-9BD4-2A4EFBE58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663700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78" name="Rectangle 34">
              <a:extLst>
                <a:ext uri="{FF2B5EF4-FFF2-40B4-BE49-F238E27FC236}">
                  <a16:creationId xmlns:a16="http://schemas.microsoft.com/office/drawing/2014/main" id="{F253296A-7D2F-41AC-BE46-15DD4EB58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997075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580" name="Rectangle 36">
              <a:extLst>
                <a:ext uri="{FF2B5EF4-FFF2-40B4-BE49-F238E27FC236}">
                  <a16:creationId xmlns:a16="http://schemas.microsoft.com/office/drawing/2014/main" id="{1358FEE8-BC3A-41AB-A026-6D88C5714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2333625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08581" name="Rectangle 37">
            <a:extLst>
              <a:ext uri="{FF2B5EF4-FFF2-40B4-BE49-F238E27FC236}">
                <a16:creationId xmlns:a16="http://schemas.microsoft.com/office/drawing/2014/main" id="{8DB8CDFC-2126-49F7-BADC-4D634E21B2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5150" y="2686050"/>
            <a:ext cx="16557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(a) Optimal realization of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3" name="Rectangle 39">
            <a:extLst>
              <a:ext uri="{FF2B5EF4-FFF2-40B4-BE49-F238E27FC236}">
                <a16:creationId xmlns:a16="http://schemas.microsoft.com/office/drawing/2014/main" id="{3FCC5508-E422-4EB9-AA8A-FB3BD1C3A0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6138" y="2686050"/>
            <a:ext cx="16557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" panose="020B0604020202020204" pitchFamily="34" charset="0"/>
                <a:ea typeface="MS PGothic" panose="020B0600070205080204" pitchFamily="34" charset="-128"/>
                <a:cs typeface="+mn-cs"/>
              </a:rPr>
              <a:t>(b) Optimal realization of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6" name="Rectangle 42">
            <a:extLst>
              <a:ext uri="{FF2B5EF4-FFF2-40B4-BE49-F238E27FC236}">
                <a16:creationId xmlns:a16="http://schemas.microsoft.com/office/drawing/2014/main" id="{D1DC09FD-85DF-4267-A772-8212E0CBBF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4250" y="2689225"/>
            <a:ext cx="809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7" name="Rectangle 43">
            <a:extLst>
              <a:ext uri="{FF2B5EF4-FFF2-40B4-BE49-F238E27FC236}">
                <a16:creationId xmlns:a16="http://schemas.microsoft.com/office/drawing/2014/main" id="{9B305A25-C50A-482B-A8EE-F0C9C832E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160" y="2759075"/>
            <a:ext cx="8656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1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8" name="Rectangle 44">
            <a:extLst>
              <a:ext uri="{FF2B5EF4-FFF2-40B4-BE49-F238E27FC236}">
                <a16:creationId xmlns:a16="http://schemas.microsoft.com/office/drawing/2014/main" id="{F1E3908F-2F77-4136-A1FE-1CBA8B554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1588" y="2689225"/>
            <a:ext cx="809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f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589" name="Rectangle 45">
            <a:extLst>
              <a:ext uri="{FF2B5EF4-FFF2-40B4-BE49-F238E27FC236}">
                <a16:creationId xmlns:a16="http://schemas.microsoft.com/office/drawing/2014/main" id="{814C8394-A4F1-49CB-BBE1-C760B2B4B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6675" y="2759075"/>
            <a:ext cx="5770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9E9F32CD-D399-47A2-BD67-3DE194854F3C}"/>
              </a:ext>
            </a:extLst>
          </p:cNvPr>
          <p:cNvGrpSpPr/>
          <p:nvPr/>
        </p:nvGrpSpPr>
        <p:grpSpPr>
          <a:xfrm>
            <a:off x="5735637" y="833941"/>
            <a:ext cx="1884363" cy="1701297"/>
            <a:chOff x="3048000" y="873628"/>
            <a:chExt cx="1884363" cy="1701297"/>
          </a:xfrm>
        </p:grpSpPr>
        <p:sp>
          <p:nvSpPr>
            <p:cNvPr id="162" name="Rectangle 3">
              <a:extLst>
                <a:ext uri="{FF2B5EF4-FFF2-40B4-BE49-F238E27FC236}">
                  <a16:creationId xmlns:a16="http://schemas.microsoft.com/office/drawing/2014/main" id="{2FFD2B55-B794-4A29-9F22-3AF0293AB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163" y="1231900"/>
              <a:ext cx="681037" cy="663575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3" name="Line 4">
              <a:extLst>
                <a:ext uri="{FF2B5EF4-FFF2-40B4-BE49-F238E27FC236}">
                  <a16:creationId xmlns:a16="http://schemas.microsoft.com/office/drawing/2014/main" id="{4A5EC94F-6C01-44A5-B0AD-07720A8419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6163" y="1563687"/>
              <a:ext cx="681037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" name="Line 5">
              <a:extLst>
                <a:ext uri="{FF2B5EF4-FFF2-40B4-BE49-F238E27FC236}">
                  <a16:creationId xmlns:a16="http://schemas.microsoft.com/office/drawing/2014/main" id="{10CE746C-9033-429F-B336-C35F2C9AC8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2237" y="1231900"/>
              <a:ext cx="1588" cy="6635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5" name="Line 6">
              <a:extLst>
                <a:ext uri="{FF2B5EF4-FFF2-40B4-BE49-F238E27FC236}">
                  <a16:creationId xmlns:a16="http://schemas.microsoft.com/office/drawing/2014/main" id="{5146110A-FCB0-441F-AE1F-ED0A6E3B3E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4375" y="884237"/>
              <a:ext cx="331788" cy="3476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6" name="Rectangle 8">
              <a:extLst>
                <a:ext uri="{FF2B5EF4-FFF2-40B4-BE49-F238E27FC236}">
                  <a16:creationId xmlns:a16="http://schemas.microsoft.com/office/drawing/2014/main" id="{99F015AA-2DB0-4A95-908F-80F1D7225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175" y="877887"/>
              <a:ext cx="18915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X1 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7" name="Rectangle 10">
              <a:extLst>
                <a:ext uri="{FF2B5EF4-FFF2-40B4-BE49-F238E27FC236}">
                  <a16:creationId xmlns:a16="http://schemas.microsoft.com/office/drawing/2014/main" id="{BCAD3230-7A04-44D9-B5C6-9D52F7723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5405" y="873628"/>
              <a:ext cx="16030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x2 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8" name="Rectangle 11">
              <a:extLst>
                <a:ext uri="{FF2B5EF4-FFF2-40B4-BE49-F238E27FC236}">
                  <a16:creationId xmlns:a16="http://schemas.microsoft.com/office/drawing/2014/main" id="{DB135614-9692-4B29-9C10-9EF27047E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938212"/>
              <a:ext cx="10636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9" name="Rectangle 12">
              <a:extLst>
                <a:ext uri="{FF2B5EF4-FFF2-40B4-BE49-F238E27FC236}">
                  <a16:creationId xmlns:a16="http://schemas.microsoft.com/office/drawing/2014/main" id="{C66B00E2-52DE-4C78-B650-AF93D63DF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850" y="1012825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3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0" name="Rectangle 13">
              <a:extLst>
                <a:ext uri="{FF2B5EF4-FFF2-40B4-BE49-F238E27FC236}">
                  <a16:creationId xmlns:a16="http://schemas.microsoft.com/office/drawing/2014/main" id="{AA61096D-E6AD-491F-8DF4-4C5A959D5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463" y="938212"/>
              <a:ext cx="106362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x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1" name="Rectangle 14">
              <a:extLst>
                <a:ext uri="{FF2B5EF4-FFF2-40B4-BE49-F238E27FC236}">
                  <a16:creationId xmlns:a16="http://schemas.microsoft.com/office/drawing/2014/main" id="{99F06E67-7CFB-431E-BF14-82EC00B69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200" y="1231900"/>
              <a:ext cx="665163" cy="663575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2" name="Line 15">
              <a:extLst>
                <a:ext uri="{FF2B5EF4-FFF2-40B4-BE49-F238E27FC236}">
                  <a16:creationId xmlns:a16="http://schemas.microsoft.com/office/drawing/2014/main" id="{1214F050-3CF1-4A82-A733-E272D8D167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67200" y="1563687"/>
              <a:ext cx="665163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3" name="Line 16">
              <a:extLst>
                <a:ext uri="{FF2B5EF4-FFF2-40B4-BE49-F238E27FC236}">
                  <a16:creationId xmlns:a16="http://schemas.microsoft.com/office/drawing/2014/main" id="{C67E9B5B-60D5-49F8-9062-583513B56C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8988" y="1231900"/>
              <a:ext cx="3175" cy="6635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4" name="Rectangle 17">
              <a:extLst>
                <a:ext uri="{FF2B5EF4-FFF2-40B4-BE49-F238E27FC236}">
                  <a16:creationId xmlns:a16="http://schemas.microsoft.com/office/drawing/2014/main" id="{EAF19B6C-A5DA-4AE6-81F0-4ADA5BB0C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725" y="1012825"/>
              <a:ext cx="952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4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5" name="Rectangle 18">
              <a:extLst>
                <a:ext uri="{FF2B5EF4-FFF2-40B4-BE49-F238E27FC236}">
                  <a16:creationId xmlns:a16="http://schemas.microsoft.com/office/drawing/2014/main" id="{2ED3F846-3575-48E2-BEF4-97EF2F9A5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763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6" name="Rectangle 19">
              <a:extLst>
                <a:ext uri="{FF2B5EF4-FFF2-40B4-BE49-F238E27FC236}">
                  <a16:creationId xmlns:a16="http://schemas.microsoft.com/office/drawing/2014/main" id="{FF42C824-8F41-4C86-8D92-084757D95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72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7" name="Rectangle 20">
              <a:extLst>
                <a:ext uri="{FF2B5EF4-FFF2-40B4-BE49-F238E27FC236}">
                  <a16:creationId xmlns:a16="http://schemas.microsoft.com/office/drawing/2014/main" id="{3AD38131-8CCE-466A-9A3E-3F74BF1F8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27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8" name="Rectangle 21">
              <a:extLst>
                <a:ext uri="{FF2B5EF4-FFF2-40B4-BE49-F238E27FC236}">
                  <a16:creationId xmlns:a16="http://schemas.microsoft.com/office/drawing/2014/main" id="{FD83EB4D-18E6-456E-9B63-9BC86AFE4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5825" y="1039812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9" name="Rectangle 22">
              <a:extLst>
                <a:ext uri="{FF2B5EF4-FFF2-40B4-BE49-F238E27FC236}">
                  <a16:creationId xmlns:a16="http://schemas.microsoft.com/office/drawing/2014/main" id="{2E40B06C-51FC-4D2F-9BFD-FE3BA39FB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163" y="1895475"/>
              <a:ext cx="681037" cy="67945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0" name="Line 23">
              <a:extLst>
                <a:ext uri="{FF2B5EF4-FFF2-40B4-BE49-F238E27FC236}">
                  <a16:creationId xmlns:a16="http://schemas.microsoft.com/office/drawing/2014/main" id="{2932A701-5103-437F-884E-95CE7A958B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6163" y="2243137"/>
              <a:ext cx="681037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1" name="Line 24">
              <a:extLst>
                <a:ext uri="{FF2B5EF4-FFF2-40B4-BE49-F238E27FC236}">
                  <a16:creationId xmlns:a16="http://schemas.microsoft.com/office/drawing/2014/main" id="{80DA7E4C-A080-4C17-8562-AFB3D3DA4D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3825" y="1895475"/>
              <a:ext cx="1588" cy="6794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2" name="Rectangle 26">
              <a:extLst>
                <a:ext uri="{FF2B5EF4-FFF2-40B4-BE49-F238E27FC236}">
                  <a16:creationId xmlns:a16="http://schemas.microsoft.com/office/drawing/2014/main" id="{B6C20312-8A45-4506-A783-E23B5ADE6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200" y="1895475"/>
              <a:ext cx="665163" cy="679450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3" name="Line 27">
              <a:extLst>
                <a:ext uri="{FF2B5EF4-FFF2-40B4-BE49-F238E27FC236}">
                  <a16:creationId xmlns:a16="http://schemas.microsoft.com/office/drawing/2014/main" id="{18A36E6B-D591-49D7-98A0-491C759280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67200" y="2243137"/>
              <a:ext cx="665163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4" name="Line 28">
              <a:extLst>
                <a:ext uri="{FF2B5EF4-FFF2-40B4-BE49-F238E27FC236}">
                  <a16:creationId xmlns:a16="http://schemas.microsoft.com/office/drawing/2014/main" id="{FA290C41-D9C0-4F12-B29A-38E7076F2F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8988" y="1895475"/>
              <a:ext cx="3175" cy="6794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5" name="Rectangle 32">
              <a:extLst>
                <a:ext uri="{FF2B5EF4-FFF2-40B4-BE49-F238E27FC236}">
                  <a16:creationId xmlns:a16="http://schemas.microsoft.com/office/drawing/2014/main" id="{4C95ACD2-D8FE-487F-9599-BC06437F9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327150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6" name="Rectangle 33">
              <a:extLst>
                <a:ext uri="{FF2B5EF4-FFF2-40B4-BE49-F238E27FC236}">
                  <a16:creationId xmlns:a16="http://schemas.microsoft.com/office/drawing/2014/main" id="{A091E652-5694-4D33-8174-9C4F9DC99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663700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01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7" name="Rectangle 34">
              <a:extLst>
                <a:ext uri="{FF2B5EF4-FFF2-40B4-BE49-F238E27FC236}">
                  <a16:creationId xmlns:a16="http://schemas.microsoft.com/office/drawing/2014/main" id="{D6A3DA2A-6989-4A59-8930-3AE4986E3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1997075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88" name="Rectangle 36">
              <a:extLst>
                <a:ext uri="{FF2B5EF4-FFF2-40B4-BE49-F238E27FC236}">
                  <a16:creationId xmlns:a16="http://schemas.microsoft.com/office/drawing/2014/main" id="{5E90D2A6-EA50-41F9-9214-54BFFDC9B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488" y="2333625"/>
              <a:ext cx="1524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MS PGothic" panose="020B0600070205080204" pitchFamily="34" charset="-128"/>
                  <a:cs typeface="+mn-cs"/>
                </a:rPr>
                <a:t>10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0B44B9D-71F0-434A-BA9E-ACF403C942D6}"/>
                  </a:ext>
                </a:extLst>
              </p14:cNvPr>
              <p14:cNvContentPartPr/>
              <p14:nvPr/>
            </p14:nvContentPartPr>
            <p14:xfrm>
              <a:off x="6734707" y="1295804"/>
              <a:ext cx="7920" cy="1954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0B44B9D-71F0-434A-BA9E-ACF403C942D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725707" y="1287164"/>
                <a:ext cx="25560" cy="21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0950EB81-4F79-4E9B-825A-8FC76C65BB9A}"/>
                  </a:ext>
                </a:extLst>
              </p14:cNvPr>
              <p14:cNvContentPartPr/>
              <p14:nvPr/>
            </p14:nvContentPartPr>
            <p14:xfrm>
              <a:off x="6785827" y="2298764"/>
              <a:ext cx="6840" cy="1717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0950EB81-4F79-4E9B-825A-8FC76C65BB9A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776827" y="2289764"/>
                <a:ext cx="2448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7A3DC32-6E8F-42D3-9D7D-A60B31C95DAD}"/>
                  </a:ext>
                </a:extLst>
              </p14:cNvPr>
              <p14:cNvContentPartPr/>
              <p14:nvPr/>
            </p14:nvContentPartPr>
            <p14:xfrm>
              <a:off x="7070587" y="2290844"/>
              <a:ext cx="27720" cy="1526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7A3DC32-6E8F-42D3-9D7D-A60B31C95DAD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061587" y="2281844"/>
                <a:ext cx="4536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AE93ED7E-A3E7-4B83-903E-3DB7971E011A}"/>
                  </a:ext>
                </a:extLst>
              </p14:cNvPr>
              <p14:cNvContentPartPr/>
              <p14:nvPr/>
            </p14:nvContentPartPr>
            <p14:xfrm>
              <a:off x="4056307" y="1319204"/>
              <a:ext cx="18360" cy="1792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AE93ED7E-A3E7-4B83-903E-3DB7971E011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047307" y="1310204"/>
                <a:ext cx="36000" cy="19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88B2CFC-000E-437F-8BA1-D21980D04A08}"/>
                  </a:ext>
                </a:extLst>
              </p14:cNvPr>
              <p14:cNvContentPartPr/>
              <p14:nvPr/>
            </p14:nvContentPartPr>
            <p14:xfrm>
              <a:off x="4404067" y="1294004"/>
              <a:ext cx="19440" cy="2379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88B2CFC-000E-437F-8BA1-D21980D04A0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395067" y="1285364"/>
                <a:ext cx="37080" cy="25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C9CD27BD-273D-41DA-84C2-A42B00393A7A}"/>
                  </a:ext>
                </a:extLst>
              </p14:cNvPr>
              <p14:cNvContentPartPr/>
              <p14:nvPr/>
            </p14:nvContentPartPr>
            <p14:xfrm>
              <a:off x="4055947" y="1993484"/>
              <a:ext cx="9000" cy="2433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C9CD27BD-273D-41DA-84C2-A42B00393A7A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046947" y="1984844"/>
                <a:ext cx="2664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BD2615F-7CC1-4CBE-8A45-A3B85563821D}"/>
                  </a:ext>
                </a:extLst>
              </p14:cNvPr>
              <p14:cNvContentPartPr/>
              <p14:nvPr/>
            </p14:nvContentPartPr>
            <p14:xfrm>
              <a:off x="4355467" y="1979084"/>
              <a:ext cx="18720" cy="2610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BD2615F-7CC1-4CBE-8A45-A3B85563821D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346827" y="1970444"/>
                <a:ext cx="36360" cy="27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232E9A6C-4FDF-420A-883F-E6AD0A789FB1}"/>
                  </a:ext>
                </a:extLst>
              </p14:cNvPr>
              <p14:cNvContentPartPr/>
              <p14:nvPr/>
            </p14:nvContentPartPr>
            <p14:xfrm>
              <a:off x="4061347" y="1628804"/>
              <a:ext cx="82080" cy="2037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232E9A6C-4FDF-420A-883F-E6AD0A789FB1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52707" y="1620164"/>
                <a:ext cx="99720" cy="22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16409CBA-4607-4DA4-96E7-0B1922461542}"/>
                  </a:ext>
                </a:extLst>
              </p14:cNvPr>
              <p14:cNvContentPartPr/>
              <p14:nvPr/>
            </p14:nvContentPartPr>
            <p14:xfrm>
              <a:off x="4357627" y="1609364"/>
              <a:ext cx="120240" cy="2397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16409CBA-4607-4DA4-96E7-0B1922461542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348987" y="1600724"/>
                <a:ext cx="137880" cy="25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C8005B4-7953-4298-B787-17E2C93A4C9C}"/>
                  </a:ext>
                </a:extLst>
              </p14:cNvPr>
              <p14:cNvContentPartPr/>
              <p14:nvPr/>
            </p14:nvContentPartPr>
            <p14:xfrm>
              <a:off x="4685587" y="1613324"/>
              <a:ext cx="81360" cy="2394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C8005B4-7953-4298-B787-17E2C93A4C9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676587" y="1604324"/>
                <a:ext cx="99000" cy="25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5ECAE900-5FAA-4D3A-93F0-B9AB4B545413}"/>
                  </a:ext>
                </a:extLst>
              </p14:cNvPr>
              <p14:cNvContentPartPr/>
              <p14:nvPr/>
            </p14:nvContentPartPr>
            <p14:xfrm>
              <a:off x="7052587" y="1221644"/>
              <a:ext cx="94320" cy="2120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5ECAE900-5FAA-4D3A-93F0-B9AB4B5454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043947" y="1212644"/>
                <a:ext cx="11196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3938284-8651-40F2-B744-52632CF89D00}"/>
                  </a:ext>
                </a:extLst>
              </p14:cNvPr>
              <p14:cNvContentPartPr/>
              <p14:nvPr/>
            </p14:nvContentPartPr>
            <p14:xfrm>
              <a:off x="7432027" y="1221644"/>
              <a:ext cx="103680" cy="2163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3938284-8651-40F2-B744-52632CF89D0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423027" y="1212644"/>
                <a:ext cx="1213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4DE94B81-764F-4A4C-96FB-C50F428A3CDE}"/>
                  </a:ext>
                </a:extLst>
              </p14:cNvPr>
              <p14:cNvContentPartPr/>
              <p14:nvPr/>
            </p14:nvContentPartPr>
            <p14:xfrm>
              <a:off x="6702307" y="1611164"/>
              <a:ext cx="89280" cy="1897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4DE94B81-764F-4A4C-96FB-C50F428A3CD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693667" y="1602524"/>
                <a:ext cx="106920" cy="20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08544" name="Ink 108543">
                <a:extLst>
                  <a:ext uri="{FF2B5EF4-FFF2-40B4-BE49-F238E27FC236}">
                    <a16:creationId xmlns:a16="http://schemas.microsoft.com/office/drawing/2014/main" id="{7B48A5FA-4346-4D8F-B3E1-0BAF3A3A90E4}"/>
                  </a:ext>
                </a:extLst>
              </p14:cNvPr>
              <p14:cNvContentPartPr/>
              <p14:nvPr/>
            </p14:nvContentPartPr>
            <p14:xfrm>
              <a:off x="7020547" y="1582004"/>
              <a:ext cx="119880" cy="235080"/>
            </p14:xfrm>
          </p:contentPart>
        </mc:Choice>
        <mc:Fallback xmlns="">
          <p:pic>
            <p:nvPicPr>
              <p:cNvPr id="108544" name="Ink 108543">
                <a:extLst>
                  <a:ext uri="{FF2B5EF4-FFF2-40B4-BE49-F238E27FC236}">
                    <a16:creationId xmlns:a16="http://schemas.microsoft.com/office/drawing/2014/main" id="{7B48A5FA-4346-4D8F-B3E1-0BAF3A3A90E4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7011907" y="1573004"/>
                <a:ext cx="137520" cy="25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08569" name="Ink 108568">
                <a:extLst>
                  <a:ext uri="{FF2B5EF4-FFF2-40B4-BE49-F238E27FC236}">
                    <a16:creationId xmlns:a16="http://schemas.microsoft.com/office/drawing/2014/main" id="{88726210-2526-4F07-9E58-E7B58FCFD426}"/>
                  </a:ext>
                </a:extLst>
              </p14:cNvPr>
              <p14:cNvContentPartPr/>
              <p14:nvPr/>
            </p14:nvContentPartPr>
            <p14:xfrm>
              <a:off x="3670027" y="1355924"/>
              <a:ext cx="96120" cy="128520"/>
            </p14:xfrm>
          </p:contentPart>
        </mc:Choice>
        <mc:Fallback xmlns="">
          <p:pic>
            <p:nvPicPr>
              <p:cNvPr id="108569" name="Ink 108568">
                <a:extLst>
                  <a:ext uri="{FF2B5EF4-FFF2-40B4-BE49-F238E27FC236}">
                    <a16:creationId xmlns:a16="http://schemas.microsoft.com/office/drawing/2014/main" id="{88726210-2526-4F07-9E58-E7B58FCFD42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661027" y="1346924"/>
                <a:ext cx="11376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08573" name="Ink 108572">
                <a:extLst>
                  <a:ext uri="{FF2B5EF4-FFF2-40B4-BE49-F238E27FC236}">
                    <a16:creationId xmlns:a16="http://schemas.microsoft.com/office/drawing/2014/main" id="{6B57FB04-17CB-48E8-A979-055E25B0EB48}"/>
                  </a:ext>
                </a:extLst>
              </p14:cNvPr>
              <p14:cNvContentPartPr/>
              <p14:nvPr/>
            </p14:nvContentPartPr>
            <p14:xfrm>
              <a:off x="4665787" y="1360244"/>
              <a:ext cx="102600" cy="140760"/>
            </p14:xfrm>
          </p:contentPart>
        </mc:Choice>
        <mc:Fallback xmlns="">
          <p:pic>
            <p:nvPicPr>
              <p:cNvPr id="108573" name="Ink 108572">
                <a:extLst>
                  <a:ext uri="{FF2B5EF4-FFF2-40B4-BE49-F238E27FC236}">
                    <a16:creationId xmlns:a16="http://schemas.microsoft.com/office/drawing/2014/main" id="{6B57FB04-17CB-48E8-A979-055E25B0EB48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657147" y="1351244"/>
                <a:ext cx="120240" cy="15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08574" name="Ink 108573">
                <a:extLst>
                  <a:ext uri="{FF2B5EF4-FFF2-40B4-BE49-F238E27FC236}">
                    <a16:creationId xmlns:a16="http://schemas.microsoft.com/office/drawing/2014/main" id="{FA014E5A-8AFC-41CF-AA90-6024C9428A7E}"/>
                  </a:ext>
                </a:extLst>
              </p14:cNvPr>
              <p14:cNvContentPartPr/>
              <p14:nvPr/>
            </p14:nvContentPartPr>
            <p14:xfrm>
              <a:off x="3662107" y="1689284"/>
              <a:ext cx="98640" cy="129240"/>
            </p14:xfrm>
          </p:contentPart>
        </mc:Choice>
        <mc:Fallback xmlns="">
          <p:pic>
            <p:nvPicPr>
              <p:cNvPr id="108574" name="Ink 108573">
                <a:extLst>
                  <a:ext uri="{FF2B5EF4-FFF2-40B4-BE49-F238E27FC236}">
                    <a16:creationId xmlns:a16="http://schemas.microsoft.com/office/drawing/2014/main" id="{FA014E5A-8AFC-41CF-AA90-6024C9428A7E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53107" y="1680644"/>
                <a:ext cx="116280" cy="14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08575" name="Ink 108574">
                <a:extLst>
                  <a:ext uri="{FF2B5EF4-FFF2-40B4-BE49-F238E27FC236}">
                    <a16:creationId xmlns:a16="http://schemas.microsoft.com/office/drawing/2014/main" id="{E7B5F096-2F3A-4CC3-BFC5-E068DAB67CF3}"/>
                  </a:ext>
                </a:extLst>
              </p14:cNvPr>
              <p14:cNvContentPartPr/>
              <p14:nvPr/>
            </p14:nvContentPartPr>
            <p14:xfrm>
              <a:off x="3734827" y="1990964"/>
              <a:ext cx="85320" cy="129240"/>
            </p14:xfrm>
          </p:contentPart>
        </mc:Choice>
        <mc:Fallback xmlns="">
          <p:pic>
            <p:nvPicPr>
              <p:cNvPr id="108575" name="Ink 108574">
                <a:extLst>
                  <a:ext uri="{FF2B5EF4-FFF2-40B4-BE49-F238E27FC236}">
                    <a16:creationId xmlns:a16="http://schemas.microsoft.com/office/drawing/2014/main" id="{E7B5F096-2F3A-4CC3-BFC5-E068DAB67CF3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725827" y="1981964"/>
                <a:ext cx="102960" cy="14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8579" name="Ink 108578">
                <a:extLst>
                  <a:ext uri="{FF2B5EF4-FFF2-40B4-BE49-F238E27FC236}">
                    <a16:creationId xmlns:a16="http://schemas.microsoft.com/office/drawing/2014/main" id="{5514689D-B2D3-41C7-8FA4-DCD09B667B55}"/>
                  </a:ext>
                </a:extLst>
              </p14:cNvPr>
              <p14:cNvContentPartPr/>
              <p14:nvPr/>
            </p14:nvContentPartPr>
            <p14:xfrm>
              <a:off x="3668587" y="2359244"/>
              <a:ext cx="114480" cy="156960"/>
            </p14:xfrm>
          </p:contentPart>
        </mc:Choice>
        <mc:Fallback xmlns="">
          <p:pic>
            <p:nvPicPr>
              <p:cNvPr id="108579" name="Ink 108578">
                <a:extLst>
                  <a:ext uri="{FF2B5EF4-FFF2-40B4-BE49-F238E27FC236}">
                    <a16:creationId xmlns:a16="http://schemas.microsoft.com/office/drawing/2014/main" id="{5514689D-B2D3-41C7-8FA4-DCD09B667B5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659947" y="2350244"/>
                <a:ext cx="132120" cy="17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8582" name="Ink 108581">
                <a:extLst>
                  <a:ext uri="{FF2B5EF4-FFF2-40B4-BE49-F238E27FC236}">
                    <a16:creationId xmlns:a16="http://schemas.microsoft.com/office/drawing/2014/main" id="{C1F8FB51-5E80-48C0-9D75-BE7F7867F92F}"/>
                  </a:ext>
                </a:extLst>
              </p14:cNvPr>
              <p14:cNvContentPartPr/>
              <p14:nvPr/>
            </p14:nvContentPartPr>
            <p14:xfrm>
              <a:off x="4025347" y="2356004"/>
              <a:ext cx="70560" cy="132480"/>
            </p14:xfrm>
          </p:contentPart>
        </mc:Choice>
        <mc:Fallback xmlns="">
          <p:pic>
            <p:nvPicPr>
              <p:cNvPr id="108582" name="Ink 108581">
                <a:extLst>
                  <a:ext uri="{FF2B5EF4-FFF2-40B4-BE49-F238E27FC236}">
                    <a16:creationId xmlns:a16="http://schemas.microsoft.com/office/drawing/2014/main" id="{C1F8FB51-5E80-48C0-9D75-BE7F7867F92F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016347" y="2347364"/>
                <a:ext cx="88200" cy="15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08584" name="Ink 108583">
                <a:extLst>
                  <a:ext uri="{FF2B5EF4-FFF2-40B4-BE49-F238E27FC236}">
                    <a16:creationId xmlns:a16="http://schemas.microsoft.com/office/drawing/2014/main" id="{21E24E25-2DF5-4B2E-A3EC-EC4E504DB323}"/>
                  </a:ext>
                </a:extLst>
              </p14:cNvPr>
              <p14:cNvContentPartPr/>
              <p14:nvPr/>
            </p14:nvContentPartPr>
            <p14:xfrm>
              <a:off x="4348627" y="2338364"/>
              <a:ext cx="82080" cy="128880"/>
            </p14:xfrm>
          </p:contentPart>
        </mc:Choice>
        <mc:Fallback xmlns="">
          <p:pic>
            <p:nvPicPr>
              <p:cNvPr id="108584" name="Ink 108583">
                <a:extLst>
                  <a:ext uri="{FF2B5EF4-FFF2-40B4-BE49-F238E27FC236}">
                    <a16:creationId xmlns:a16="http://schemas.microsoft.com/office/drawing/2014/main" id="{21E24E25-2DF5-4B2E-A3EC-EC4E504DB32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339987" y="2329724"/>
                <a:ext cx="99720" cy="14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8585" name="Ink 108584">
                <a:extLst>
                  <a:ext uri="{FF2B5EF4-FFF2-40B4-BE49-F238E27FC236}">
                    <a16:creationId xmlns:a16="http://schemas.microsoft.com/office/drawing/2014/main" id="{A7FF5AFA-C132-4A15-88F5-5AA62E875C46}"/>
                  </a:ext>
                </a:extLst>
              </p14:cNvPr>
              <p14:cNvContentPartPr/>
              <p14:nvPr/>
            </p14:nvContentPartPr>
            <p14:xfrm>
              <a:off x="4669027" y="2380124"/>
              <a:ext cx="101880" cy="120960"/>
            </p14:xfrm>
          </p:contentPart>
        </mc:Choice>
        <mc:Fallback xmlns="">
          <p:pic>
            <p:nvPicPr>
              <p:cNvPr id="108585" name="Ink 108584">
                <a:extLst>
                  <a:ext uri="{FF2B5EF4-FFF2-40B4-BE49-F238E27FC236}">
                    <a16:creationId xmlns:a16="http://schemas.microsoft.com/office/drawing/2014/main" id="{A7FF5AFA-C132-4A15-88F5-5AA62E875C46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660387" y="2371484"/>
                <a:ext cx="119520" cy="13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08590" name="Ink 108589">
                <a:extLst>
                  <a:ext uri="{FF2B5EF4-FFF2-40B4-BE49-F238E27FC236}">
                    <a16:creationId xmlns:a16="http://schemas.microsoft.com/office/drawing/2014/main" id="{80096FBC-4083-4045-B2BF-ACF380DB73ED}"/>
                  </a:ext>
                </a:extLst>
              </p14:cNvPr>
              <p14:cNvContentPartPr/>
              <p14:nvPr/>
            </p14:nvContentPartPr>
            <p14:xfrm>
              <a:off x="4714387" y="1999604"/>
              <a:ext cx="96120" cy="163440"/>
            </p14:xfrm>
          </p:contentPart>
        </mc:Choice>
        <mc:Fallback xmlns="">
          <p:pic>
            <p:nvPicPr>
              <p:cNvPr id="108590" name="Ink 108589">
                <a:extLst>
                  <a:ext uri="{FF2B5EF4-FFF2-40B4-BE49-F238E27FC236}">
                    <a16:creationId xmlns:a16="http://schemas.microsoft.com/office/drawing/2014/main" id="{80096FBC-4083-4045-B2BF-ACF380DB73ED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705387" y="1990964"/>
                <a:ext cx="113760" cy="18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08591" name="Ink 108590">
                <a:extLst>
                  <a:ext uri="{FF2B5EF4-FFF2-40B4-BE49-F238E27FC236}">
                    <a16:creationId xmlns:a16="http://schemas.microsoft.com/office/drawing/2014/main" id="{4F92AEE6-BE26-42FA-AAAA-49AD9D24A084}"/>
                  </a:ext>
                </a:extLst>
              </p14:cNvPr>
              <p14:cNvContentPartPr/>
              <p14:nvPr/>
            </p14:nvContentPartPr>
            <p14:xfrm>
              <a:off x="6372907" y="1290044"/>
              <a:ext cx="116640" cy="137160"/>
            </p14:xfrm>
          </p:contentPart>
        </mc:Choice>
        <mc:Fallback xmlns="">
          <p:pic>
            <p:nvPicPr>
              <p:cNvPr id="108591" name="Ink 108590">
                <a:extLst>
                  <a:ext uri="{FF2B5EF4-FFF2-40B4-BE49-F238E27FC236}">
                    <a16:creationId xmlns:a16="http://schemas.microsoft.com/office/drawing/2014/main" id="{4F92AEE6-BE26-42FA-AAAA-49AD9D24A08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64267" y="1281044"/>
                <a:ext cx="134280" cy="15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08592" name="Ink 108591">
                <a:extLst>
                  <a:ext uri="{FF2B5EF4-FFF2-40B4-BE49-F238E27FC236}">
                    <a16:creationId xmlns:a16="http://schemas.microsoft.com/office/drawing/2014/main" id="{3573267B-DF07-4C8C-8BE7-28853056588C}"/>
                  </a:ext>
                </a:extLst>
              </p14:cNvPr>
              <p14:cNvContentPartPr/>
              <p14:nvPr/>
            </p14:nvContentPartPr>
            <p14:xfrm>
              <a:off x="6400627" y="1645004"/>
              <a:ext cx="104400" cy="134640"/>
            </p14:xfrm>
          </p:contentPart>
        </mc:Choice>
        <mc:Fallback xmlns="">
          <p:pic>
            <p:nvPicPr>
              <p:cNvPr id="108592" name="Ink 108591">
                <a:extLst>
                  <a:ext uri="{FF2B5EF4-FFF2-40B4-BE49-F238E27FC236}">
                    <a16:creationId xmlns:a16="http://schemas.microsoft.com/office/drawing/2014/main" id="{3573267B-DF07-4C8C-8BE7-28853056588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391627" y="1636364"/>
                <a:ext cx="122040" cy="15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08593" name="Ink 108592">
                <a:extLst>
                  <a:ext uri="{FF2B5EF4-FFF2-40B4-BE49-F238E27FC236}">
                    <a16:creationId xmlns:a16="http://schemas.microsoft.com/office/drawing/2014/main" id="{E337ACC0-A6EA-456C-A8F6-320BF84896C2}"/>
                  </a:ext>
                </a:extLst>
              </p14:cNvPr>
              <p14:cNvContentPartPr/>
              <p14:nvPr/>
            </p14:nvContentPartPr>
            <p14:xfrm>
              <a:off x="6398467" y="1958204"/>
              <a:ext cx="88560" cy="144720"/>
            </p14:xfrm>
          </p:contentPart>
        </mc:Choice>
        <mc:Fallback xmlns="">
          <p:pic>
            <p:nvPicPr>
              <p:cNvPr id="108593" name="Ink 108592">
                <a:extLst>
                  <a:ext uri="{FF2B5EF4-FFF2-40B4-BE49-F238E27FC236}">
                    <a16:creationId xmlns:a16="http://schemas.microsoft.com/office/drawing/2014/main" id="{E337ACC0-A6EA-456C-A8F6-320BF84896C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389467" y="1949564"/>
                <a:ext cx="10620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08594" name="Ink 108593">
                <a:extLst>
                  <a:ext uri="{FF2B5EF4-FFF2-40B4-BE49-F238E27FC236}">
                    <a16:creationId xmlns:a16="http://schemas.microsoft.com/office/drawing/2014/main" id="{25675D62-0B45-453A-9947-AABB580DA670}"/>
                  </a:ext>
                </a:extLst>
              </p14:cNvPr>
              <p14:cNvContentPartPr/>
              <p14:nvPr/>
            </p14:nvContentPartPr>
            <p14:xfrm>
              <a:off x="6404947" y="2338364"/>
              <a:ext cx="109440" cy="118440"/>
            </p14:xfrm>
          </p:contentPart>
        </mc:Choice>
        <mc:Fallback xmlns="">
          <p:pic>
            <p:nvPicPr>
              <p:cNvPr id="108594" name="Ink 108593">
                <a:extLst>
                  <a:ext uri="{FF2B5EF4-FFF2-40B4-BE49-F238E27FC236}">
                    <a16:creationId xmlns:a16="http://schemas.microsoft.com/office/drawing/2014/main" id="{25675D62-0B45-453A-9947-AABB580DA670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395947" y="2329364"/>
                <a:ext cx="127080" cy="13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08595" name="Ink 108594">
                <a:extLst>
                  <a:ext uri="{FF2B5EF4-FFF2-40B4-BE49-F238E27FC236}">
                    <a16:creationId xmlns:a16="http://schemas.microsoft.com/office/drawing/2014/main" id="{7ACD7D7E-2B8B-48D2-AA21-E149AF9BCA75}"/>
                  </a:ext>
                </a:extLst>
              </p14:cNvPr>
              <p14:cNvContentPartPr/>
              <p14:nvPr/>
            </p14:nvContentPartPr>
            <p14:xfrm>
              <a:off x="6782587" y="1955684"/>
              <a:ext cx="66600" cy="151200"/>
            </p14:xfrm>
          </p:contentPart>
        </mc:Choice>
        <mc:Fallback xmlns="">
          <p:pic>
            <p:nvPicPr>
              <p:cNvPr id="108595" name="Ink 108594">
                <a:extLst>
                  <a:ext uri="{FF2B5EF4-FFF2-40B4-BE49-F238E27FC236}">
                    <a16:creationId xmlns:a16="http://schemas.microsoft.com/office/drawing/2014/main" id="{7ACD7D7E-2B8B-48D2-AA21-E149AF9BCA75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773587" y="1946684"/>
                <a:ext cx="8424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08596" name="Ink 108595">
                <a:extLst>
                  <a:ext uri="{FF2B5EF4-FFF2-40B4-BE49-F238E27FC236}">
                    <a16:creationId xmlns:a16="http://schemas.microsoft.com/office/drawing/2014/main" id="{199E1526-BA5A-4A32-9B46-0F6988789A62}"/>
                  </a:ext>
                </a:extLst>
              </p14:cNvPr>
              <p14:cNvContentPartPr/>
              <p14:nvPr/>
            </p14:nvContentPartPr>
            <p14:xfrm>
              <a:off x="7042507" y="1978004"/>
              <a:ext cx="86760" cy="141120"/>
            </p14:xfrm>
          </p:contentPart>
        </mc:Choice>
        <mc:Fallback xmlns="">
          <p:pic>
            <p:nvPicPr>
              <p:cNvPr id="108596" name="Ink 108595">
                <a:extLst>
                  <a:ext uri="{FF2B5EF4-FFF2-40B4-BE49-F238E27FC236}">
                    <a16:creationId xmlns:a16="http://schemas.microsoft.com/office/drawing/2014/main" id="{199E1526-BA5A-4A32-9B46-0F6988789A62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33507" y="1969004"/>
                <a:ext cx="104400" cy="15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08597" name="Ink 108596">
                <a:extLst>
                  <a:ext uri="{FF2B5EF4-FFF2-40B4-BE49-F238E27FC236}">
                    <a16:creationId xmlns:a16="http://schemas.microsoft.com/office/drawing/2014/main" id="{D159C9D7-8AF3-40E0-8220-64F7E603FA22}"/>
                  </a:ext>
                </a:extLst>
              </p14:cNvPr>
              <p14:cNvContentPartPr/>
              <p14:nvPr/>
            </p14:nvContentPartPr>
            <p14:xfrm>
              <a:off x="7403587" y="1637444"/>
              <a:ext cx="65160" cy="106920"/>
            </p14:xfrm>
          </p:contentPart>
        </mc:Choice>
        <mc:Fallback xmlns="">
          <p:pic>
            <p:nvPicPr>
              <p:cNvPr id="108597" name="Ink 108596">
                <a:extLst>
                  <a:ext uri="{FF2B5EF4-FFF2-40B4-BE49-F238E27FC236}">
                    <a16:creationId xmlns:a16="http://schemas.microsoft.com/office/drawing/2014/main" id="{D159C9D7-8AF3-40E0-8220-64F7E603FA22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394947" y="1628804"/>
                <a:ext cx="82800" cy="12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108598" name="Ink 108597">
                <a:extLst>
                  <a:ext uri="{FF2B5EF4-FFF2-40B4-BE49-F238E27FC236}">
                    <a16:creationId xmlns:a16="http://schemas.microsoft.com/office/drawing/2014/main" id="{E0AB8ED2-70B8-49A7-A3E9-9FBDB15CEB70}"/>
                  </a:ext>
                </a:extLst>
              </p14:cNvPr>
              <p14:cNvContentPartPr/>
              <p14:nvPr/>
            </p14:nvContentPartPr>
            <p14:xfrm>
              <a:off x="7418347" y="2014004"/>
              <a:ext cx="53280" cy="102600"/>
            </p14:xfrm>
          </p:contentPart>
        </mc:Choice>
        <mc:Fallback xmlns="">
          <p:pic>
            <p:nvPicPr>
              <p:cNvPr id="108598" name="Ink 108597">
                <a:extLst>
                  <a:ext uri="{FF2B5EF4-FFF2-40B4-BE49-F238E27FC236}">
                    <a16:creationId xmlns:a16="http://schemas.microsoft.com/office/drawing/2014/main" id="{E0AB8ED2-70B8-49A7-A3E9-9FBDB15CEB70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409347" y="2005364"/>
                <a:ext cx="70920" cy="12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108599" name="Ink 108598">
                <a:extLst>
                  <a:ext uri="{FF2B5EF4-FFF2-40B4-BE49-F238E27FC236}">
                    <a16:creationId xmlns:a16="http://schemas.microsoft.com/office/drawing/2014/main" id="{6328B0C0-C38E-4BC2-884F-C11BE0B2A0CA}"/>
                  </a:ext>
                </a:extLst>
              </p14:cNvPr>
              <p14:cNvContentPartPr/>
              <p14:nvPr/>
            </p14:nvContentPartPr>
            <p14:xfrm>
              <a:off x="7399987" y="2341604"/>
              <a:ext cx="100800" cy="145440"/>
            </p14:xfrm>
          </p:contentPart>
        </mc:Choice>
        <mc:Fallback xmlns="">
          <p:pic>
            <p:nvPicPr>
              <p:cNvPr id="108599" name="Ink 108598">
                <a:extLst>
                  <a:ext uri="{FF2B5EF4-FFF2-40B4-BE49-F238E27FC236}">
                    <a16:creationId xmlns:a16="http://schemas.microsoft.com/office/drawing/2014/main" id="{6328B0C0-C38E-4BC2-884F-C11BE0B2A0CA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91347" y="2332604"/>
                <a:ext cx="1184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69237B9-9A91-4309-99F9-CA1355BFCECF}"/>
                  </a:ext>
                </a:extLst>
              </p14:cNvPr>
              <p14:cNvContentPartPr/>
              <p14:nvPr/>
            </p14:nvContentPartPr>
            <p14:xfrm>
              <a:off x="3969187" y="1227044"/>
              <a:ext cx="559440" cy="6512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69237B9-9A91-4309-99F9-CA1355BFCECF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951547" y="1209044"/>
                <a:ext cx="595080" cy="68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0622B882-6E2D-4517-A15D-C92A31A8B552}"/>
                  </a:ext>
                </a:extLst>
              </p14:cNvPr>
              <p14:cNvContentPartPr/>
              <p14:nvPr/>
            </p14:nvContentPartPr>
            <p14:xfrm>
              <a:off x="6589627" y="1218764"/>
              <a:ext cx="645840" cy="66204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0622B882-6E2D-4517-A15D-C92A31A8B552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571627" y="1201124"/>
                <a:ext cx="681480" cy="69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D01E5D4-13C7-40B4-8D28-E38AADE33257}"/>
                  </a:ext>
                </a:extLst>
              </p14:cNvPr>
              <p14:cNvContentPartPr/>
              <p14:nvPr/>
            </p14:nvContentPartPr>
            <p14:xfrm>
              <a:off x="6625267" y="1081964"/>
              <a:ext cx="608400" cy="4273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D01E5D4-13C7-40B4-8D28-E38AADE3325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6607267" y="1063964"/>
                <a:ext cx="644040" cy="46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0DCC2710-C82E-400A-AC8F-7EBE738B612D}"/>
                  </a:ext>
                </a:extLst>
              </p14:cNvPr>
              <p14:cNvContentPartPr/>
              <p14:nvPr/>
            </p14:nvContentPartPr>
            <p14:xfrm>
              <a:off x="6700147" y="2296964"/>
              <a:ext cx="28080" cy="3520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0DCC2710-C82E-400A-AC8F-7EBE738B612D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6682507" y="2278964"/>
                <a:ext cx="63720" cy="38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F5926FCF-5C4B-469C-88EE-31C5BA1635CF}"/>
                  </a:ext>
                </a:extLst>
              </p14:cNvPr>
              <p14:cNvContentPartPr/>
              <p14:nvPr/>
            </p14:nvContentPartPr>
            <p14:xfrm>
              <a:off x="6714187" y="2250884"/>
              <a:ext cx="443160" cy="4165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F5926FCF-5C4B-469C-88EE-31C5BA1635CF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696187" y="2233244"/>
                <a:ext cx="478800" cy="452160"/>
              </a:xfrm>
              <a:prstGeom prst="rect">
                <a:avLst/>
              </a:prstGeom>
            </p:spPr>
          </p:pic>
        </mc:Fallback>
      </mc:AlternateContent>
      <p:grpSp>
        <p:nvGrpSpPr>
          <p:cNvPr id="190" name="Group 189">
            <a:extLst>
              <a:ext uri="{FF2B5EF4-FFF2-40B4-BE49-F238E27FC236}">
                <a16:creationId xmlns:a16="http://schemas.microsoft.com/office/drawing/2014/main" id="{786F78F4-4CD2-42A5-AB89-3B20A7EB7B1A}"/>
              </a:ext>
            </a:extLst>
          </p:cNvPr>
          <p:cNvGrpSpPr/>
          <p:nvPr/>
        </p:nvGrpSpPr>
        <p:grpSpPr>
          <a:xfrm>
            <a:off x="7158787" y="2605844"/>
            <a:ext cx="922680" cy="752400"/>
            <a:chOff x="7158787" y="2605844"/>
            <a:chExt cx="922680" cy="752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EE8DEB77-C372-4F15-AADE-EE108DA02647}"/>
                    </a:ext>
                  </a:extLst>
                </p14:cNvPr>
                <p14:cNvContentPartPr/>
                <p14:nvPr/>
              </p14:nvContentPartPr>
              <p14:xfrm>
                <a:off x="7158787" y="2605844"/>
                <a:ext cx="251280" cy="35208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EE8DEB77-C372-4F15-AADE-EE108DA02647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7141147" y="2588204"/>
                  <a:ext cx="286920" cy="38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714D66D2-262C-4DA6-9052-FF49F2BAE208}"/>
                    </a:ext>
                  </a:extLst>
                </p14:cNvPr>
                <p14:cNvContentPartPr/>
                <p14:nvPr/>
              </p14:nvContentPartPr>
              <p14:xfrm>
                <a:off x="7327627" y="2906084"/>
                <a:ext cx="109080" cy="11376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714D66D2-262C-4DA6-9052-FF49F2BAE208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7309627" y="2888084"/>
                  <a:ext cx="14472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108601" name="Ink 108600">
                  <a:extLst>
                    <a:ext uri="{FF2B5EF4-FFF2-40B4-BE49-F238E27FC236}">
                      <a16:creationId xmlns:a16="http://schemas.microsoft.com/office/drawing/2014/main" id="{BD4F61CA-6244-4043-9589-4766055B588A}"/>
                    </a:ext>
                  </a:extLst>
                </p14:cNvPr>
                <p14:cNvContentPartPr/>
                <p14:nvPr/>
              </p14:nvContentPartPr>
              <p14:xfrm>
                <a:off x="7493587" y="3111284"/>
                <a:ext cx="96480" cy="242640"/>
              </p14:xfrm>
            </p:contentPart>
          </mc:Choice>
          <mc:Fallback xmlns="">
            <p:pic>
              <p:nvPicPr>
                <p:cNvPr id="108601" name="Ink 108600">
                  <a:extLst>
                    <a:ext uri="{FF2B5EF4-FFF2-40B4-BE49-F238E27FC236}">
                      <a16:creationId xmlns:a16="http://schemas.microsoft.com/office/drawing/2014/main" id="{BD4F61CA-6244-4043-9589-4766055B588A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7475947" y="3093644"/>
                  <a:ext cx="13212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108602" name="Ink 108601">
                  <a:extLst>
                    <a:ext uri="{FF2B5EF4-FFF2-40B4-BE49-F238E27FC236}">
                      <a16:creationId xmlns:a16="http://schemas.microsoft.com/office/drawing/2014/main" id="{2E8B1689-F764-430D-9F02-E648A8F93885}"/>
                    </a:ext>
                  </a:extLst>
                </p14:cNvPr>
                <p14:cNvContentPartPr/>
                <p14:nvPr/>
              </p14:nvContentPartPr>
              <p14:xfrm>
                <a:off x="7445347" y="3196244"/>
                <a:ext cx="141840" cy="84600"/>
              </p14:xfrm>
            </p:contentPart>
          </mc:Choice>
          <mc:Fallback xmlns="">
            <p:pic>
              <p:nvPicPr>
                <p:cNvPr id="108602" name="Ink 108601">
                  <a:extLst>
                    <a:ext uri="{FF2B5EF4-FFF2-40B4-BE49-F238E27FC236}">
                      <a16:creationId xmlns:a16="http://schemas.microsoft.com/office/drawing/2014/main" id="{2E8B1689-F764-430D-9F02-E648A8F93885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7427707" y="3178604"/>
                  <a:ext cx="17748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108603" name="Ink 108602">
                  <a:extLst>
                    <a:ext uri="{FF2B5EF4-FFF2-40B4-BE49-F238E27FC236}">
                      <a16:creationId xmlns:a16="http://schemas.microsoft.com/office/drawing/2014/main" id="{5B1C223D-DB4C-48C4-AEB9-8A7AD7AA9978}"/>
                    </a:ext>
                  </a:extLst>
                </p14:cNvPr>
                <p14:cNvContentPartPr/>
                <p14:nvPr/>
              </p14:nvContentPartPr>
              <p14:xfrm>
                <a:off x="7653067" y="3222164"/>
                <a:ext cx="129240" cy="136080"/>
              </p14:xfrm>
            </p:contentPart>
          </mc:Choice>
          <mc:Fallback xmlns="">
            <p:pic>
              <p:nvPicPr>
                <p:cNvPr id="108603" name="Ink 108602">
                  <a:extLst>
                    <a:ext uri="{FF2B5EF4-FFF2-40B4-BE49-F238E27FC236}">
                      <a16:creationId xmlns:a16="http://schemas.microsoft.com/office/drawing/2014/main" id="{5B1C223D-DB4C-48C4-AEB9-8A7AD7AA9978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7635067" y="3204164"/>
                  <a:ext cx="16488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108605" name="Ink 108604">
                  <a:extLst>
                    <a:ext uri="{FF2B5EF4-FFF2-40B4-BE49-F238E27FC236}">
                      <a16:creationId xmlns:a16="http://schemas.microsoft.com/office/drawing/2014/main" id="{7245E183-651F-4EF9-81A0-42F00C236F0A}"/>
                    </a:ext>
                  </a:extLst>
                </p14:cNvPr>
                <p14:cNvContentPartPr/>
                <p14:nvPr/>
              </p14:nvContentPartPr>
              <p14:xfrm>
                <a:off x="7799227" y="2970164"/>
                <a:ext cx="42480" cy="254880"/>
              </p14:xfrm>
            </p:contentPart>
          </mc:Choice>
          <mc:Fallback xmlns="">
            <p:pic>
              <p:nvPicPr>
                <p:cNvPr id="108605" name="Ink 108604">
                  <a:extLst>
                    <a:ext uri="{FF2B5EF4-FFF2-40B4-BE49-F238E27FC236}">
                      <a16:creationId xmlns:a16="http://schemas.microsoft.com/office/drawing/2014/main" id="{7245E183-651F-4EF9-81A0-42F00C236F0A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781227" y="2952524"/>
                  <a:ext cx="78120" cy="29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108606" name="Ink 108605">
                  <a:extLst>
                    <a:ext uri="{FF2B5EF4-FFF2-40B4-BE49-F238E27FC236}">
                      <a16:creationId xmlns:a16="http://schemas.microsoft.com/office/drawing/2014/main" id="{B9C01E01-6A87-4ECE-8EFA-1F14AA6AF516}"/>
                    </a:ext>
                  </a:extLst>
                </p14:cNvPr>
                <p14:cNvContentPartPr/>
                <p14:nvPr/>
              </p14:nvContentPartPr>
              <p14:xfrm>
                <a:off x="7705987" y="3110924"/>
                <a:ext cx="213120" cy="20160"/>
              </p14:xfrm>
            </p:contentPart>
          </mc:Choice>
          <mc:Fallback xmlns="">
            <p:pic>
              <p:nvPicPr>
                <p:cNvPr id="108606" name="Ink 108605">
                  <a:extLst>
                    <a:ext uri="{FF2B5EF4-FFF2-40B4-BE49-F238E27FC236}">
                      <a16:creationId xmlns:a16="http://schemas.microsoft.com/office/drawing/2014/main" id="{B9C01E01-6A87-4ECE-8EFA-1F14AA6AF516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687987" y="3093284"/>
                  <a:ext cx="24876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108607" name="Ink 108606">
                  <a:extLst>
                    <a:ext uri="{FF2B5EF4-FFF2-40B4-BE49-F238E27FC236}">
                      <a16:creationId xmlns:a16="http://schemas.microsoft.com/office/drawing/2014/main" id="{84F79631-F636-4AF4-B932-B6DBA11952B7}"/>
                    </a:ext>
                  </a:extLst>
                </p14:cNvPr>
                <p14:cNvContentPartPr/>
                <p14:nvPr/>
              </p14:nvContentPartPr>
              <p14:xfrm>
                <a:off x="7976347" y="3027404"/>
                <a:ext cx="77760" cy="102600"/>
              </p14:xfrm>
            </p:contentPart>
          </mc:Choice>
          <mc:Fallback xmlns="">
            <p:pic>
              <p:nvPicPr>
                <p:cNvPr id="108607" name="Ink 108606">
                  <a:extLst>
                    <a:ext uri="{FF2B5EF4-FFF2-40B4-BE49-F238E27FC236}">
                      <a16:creationId xmlns:a16="http://schemas.microsoft.com/office/drawing/2014/main" id="{84F79631-F636-4AF4-B932-B6DBA11952B7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958347" y="3009404"/>
                  <a:ext cx="11340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01C80DAD-D8AF-43D1-9695-34D01DB53D71}"/>
                    </a:ext>
                  </a:extLst>
                </p14:cNvPr>
                <p14:cNvContentPartPr/>
                <p14:nvPr/>
              </p14:nvContentPartPr>
              <p14:xfrm>
                <a:off x="8006227" y="3039284"/>
                <a:ext cx="75240" cy="12024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01C80DAD-D8AF-43D1-9695-34D01DB53D71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988227" y="3021644"/>
                  <a:ext cx="11088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EC0AC966-E0BA-4578-A69E-B8B44E149F3F}"/>
                    </a:ext>
                  </a:extLst>
                </p14:cNvPr>
                <p14:cNvContentPartPr/>
                <p14:nvPr/>
              </p14:nvContentPartPr>
              <p14:xfrm>
                <a:off x="7664227" y="2917244"/>
                <a:ext cx="177480" cy="13356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EC0AC966-E0BA-4578-A69E-B8B44E149F3F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646587" y="2899604"/>
                  <a:ext cx="213120" cy="169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619" name="Group 108618">
            <a:extLst>
              <a:ext uri="{FF2B5EF4-FFF2-40B4-BE49-F238E27FC236}">
                <a16:creationId xmlns:a16="http://schemas.microsoft.com/office/drawing/2014/main" id="{98818D3D-1486-4786-A126-031977D5F8A1}"/>
              </a:ext>
            </a:extLst>
          </p:cNvPr>
          <p:cNvGrpSpPr/>
          <p:nvPr/>
        </p:nvGrpSpPr>
        <p:grpSpPr>
          <a:xfrm>
            <a:off x="6919747" y="533684"/>
            <a:ext cx="882360" cy="709560"/>
            <a:chOff x="6919747" y="533684"/>
            <a:chExt cx="882360" cy="70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80AC54B4-B5D7-41B5-93A9-2CBDAD48DE89}"/>
                    </a:ext>
                  </a:extLst>
                </p14:cNvPr>
                <p14:cNvContentPartPr/>
                <p14:nvPr/>
              </p14:nvContentPartPr>
              <p14:xfrm>
                <a:off x="6919747" y="882884"/>
                <a:ext cx="298080" cy="36036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80AC54B4-B5D7-41B5-93A9-2CBDAD48DE89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901747" y="864884"/>
                  <a:ext cx="333720" cy="39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108608" name="Ink 108607">
                  <a:extLst>
                    <a:ext uri="{FF2B5EF4-FFF2-40B4-BE49-F238E27FC236}">
                      <a16:creationId xmlns:a16="http://schemas.microsoft.com/office/drawing/2014/main" id="{DE9C30DA-81DC-4E2A-B508-7457B3597746}"/>
                    </a:ext>
                  </a:extLst>
                </p14:cNvPr>
                <p14:cNvContentPartPr/>
                <p14:nvPr/>
              </p14:nvContentPartPr>
              <p14:xfrm>
                <a:off x="7118467" y="856244"/>
                <a:ext cx="149040" cy="75600"/>
              </p14:xfrm>
            </p:contentPart>
          </mc:Choice>
          <mc:Fallback xmlns="">
            <p:pic>
              <p:nvPicPr>
                <p:cNvPr id="108608" name="Ink 108607">
                  <a:extLst>
                    <a:ext uri="{FF2B5EF4-FFF2-40B4-BE49-F238E27FC236}">
                      <a16:creationId xmlns:a16="http://schemas.microsoft.com/office/drawing/2014/main" id="{DE9C30DA-81DC-4E2A-B508-7457B3597746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7100467" y="838604"/>
                  <a:ext cx="18468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108610" name="Ink 108609">
                  <a:extLst>
                    <a:ext uri="{FF2B5EF4-FFF2-40B4-BE49-F238E27FC236}">
                      <a16:creationId xmlns:a16="http://schemas.microsoft.com/office/drawing/2014/main" id="{A0827DD0-1534-4284-A1C8-E28F79A18C21}"/>
                    </a:ext>
                  </a:extLst>
                </p14:cNvPr>
                <p14:cNvContentPartPr/>
                <p14:nvPr/>
              </p14:nvContentPartPr>
              <p14:xfrm>
                <a:off x="7322587" y="673004"/>
                <a:ext cx="79920" cy="240480"/>
              </p14:xfrm>
            </p:contentPart>
          </mc:Choice>
          <mc:Fallback xmlns="">
            <p:pic>
              <p:nvPicPr>
                <p:cNvPr id="108610" name="Ink 108609">
                  <a:extLst>
                    <a:ext uri="{FF2B5EF4-FFF2-40B4-BE49-F238E27FC236}">
                      <a16:creationId xmlns:a16="http://schemas.microsoft.com/office/drawing/2014/main" id="{A0827DD0-1534-4284-A1C8-E28F79A18C21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7304947" y="655004"/>
                  <a:ext cx="11556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108611" name="Ink 108610">
                  <a:extLst>
                    <a:ext uri="{FF2B5EF4-FFF2-40B4-BE49-F238E27FC236}">
                      <a16:creationId xmlns:a16="http://schemas.microsoft.com/office/drawing/2014/main" id="{422C57E6-733F-4C8D-AF95-A9B8DF15CC47}"/>
                    </a:ext>
                  </a:extLst>
                </p14:cNvPr>
                <p14:cNvContentPartPr/>
                <p14:nvPr/>
              </p14:nvContentPartPr>
              <p14:xfrm>
                <a:off x="7282267" y="743204"/>
                <a:ext cx="155520" cy="107280"/>
              </p14:xfrm>
            </p:contentPart>
          </mc:Choice>
          <mc:Fallback xmlns="">
            <p:pic>
              <p:nvPicPr>
                <p:cNvPr id="108611" name="Ink 108610">
                  <a:extLst>
                    <a:ext uri="{FF2B5EF4-FFF2-40B4-BE49-F238E27FC236}">
                      <a16:creationId xmlns:a16="http://schemas.microsoft.com/office/drawing/2014/main" id="{422C57E6-733F-4C8D-AF95-A9B8DF15CC47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7264267" y="725204"/>
                  <a:ext cx="19116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108612" name="Ink 108611">
                  <a:extLst>
                    <a:ext uri="{FF2B5EF4-FFF2-40B4-BE49-F238E27FC236}">
                      <a16:creationId xmlns:a16="http://schemas.microsoft.com/office/drawing/2014/main" id="{19F0CB2F-C695-46B3-ADFC-E38E9D6E3522}"/>
                    </a:ext>
                  </a:extLst>
                </p14:cNvPr>
                <p14:cNvContentPartPr/>
                <p14:nvPr/>
              </p14:nvContentPartPr>
              <p14:xfrm>
                <a:off x="7455067" y="768764"/>
                <a:ext cx="132480" cy="146160"/>
              </p14:xfrm>
            </p:contentPart>
          </mc:Choice>
          <mc:Fallback xmlns="">
            <p:pic>
              <p:nvPicPr>
                <p:cNvPr id="108612" name="Ink 108611">
                  <a:extLst>
                    <a:ext uri="{FF2B5EF4-FFF2-40B4-BE49-F238E27FC236}">
                      <a16:creationId xmlns:a16="http://schemas.microsoft.com/office/drawing/2014/main" id="{19F0CB2F-C695-46B3-ADFC-E38E9D6E3522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437067" y="751124"/>
                  <a:ext cx="16812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108614" name="Ink 108613">
                  <a:extLst>
                    <a:ext uri="{FF2B5EF4-FFF2-40B4-BE49-F238E27FC236}">
                      <a16:creationId xmlns:a16="http://schemas.microsoft.com/office/drawing/2014/main" id="{60BD4B85-8AE9-49F0-8721-70E162199970}"/>
                    </a:ext>
                  </a:extLst>
                </p14:cNvPr>
                <p14:cNvContentPartPr/>
                <p14:nvPr/>
              </p14:nvContentPartPr>
              <p14:xfrm>
                <a:off x="7566307" y="634124"/>
                <a:ext cx="59760" cy="197640"/>
              </p14:xfrm>
            </p:contentPart>
          </mc:Choice>
          <mc:Fallback xmlns="">
            <p:pic>
              <p:nvPicPr>
                <p:cNvPr id="108614" name="Ink 108613">
                  <a:extLst>
                    <a:ext uri="{FF2B5EF4-FFF2-40B4-BE49-F238E27FC236}">
                      <a16:creationId xmlns:a16="http://schemas.microsoft.com/office/drawing/2014/main" id="{60BD4B85-8AE9-49F0-8721-70E162199970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548307" y="616484"/>
                  <a:ext cx="9540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108615" name="Ink 108614">
                  <a:extLst>
                    <a:ext uri="{FF2B5EF4-FFF2-40B4-BE49-F238E27FC236}">
                      <a16:creationId xmlns:a16="http://schemas.microsoft.com/office/drawing/2014/main" id="{72804D65-0397-48BB-9F5A-E1AA8BF2A6EE}"/>
                    </a:ext>
                  </a:extLst>
                </p14:cNvPr>
                <p14:cNvContentPartPr/>
                <p14:nvPr/>
              </p14:nvContentPartPr>
              <p14:xfrm>
                <a:off x="7516267" y="673004"/>
                <a:ext cx="145440" cy="91800"/>
              </p14:xfrm>
            </p:contentPart>
          </mc:Choice>
          <mc:Fallback xmlns="">
            <p:pic>
              <p:nvPicPr>
                <p:cNvPr id="108615" name="Ink 108614">
                  <a:extLst>
                    <a:ext uri="{FF2B5EF4-FFF2-40B4-BE49-F238E27FC236}">
                      <a16:creationId xmlns:a16="http://schemas.microsoft.com/office/drawing/2014/main" id="{72804D65-0397-48BB-9F5A-E1AA8BF2A6EE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498267" y="655004"/>
                  <a:ext cx="18108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108616" name="Ink 108615">
                  <a:extLst>
                    <a:ext uri="{FF2B5EF4-FFF2-40B4-BE49-F238E27FC236}">
                      <a16:creationId xmlns:a16="http://schemas.microsoft.com/office/drawing/2014/main" id="{1E8FE93B-C5ED-4DC2-9099-830373FFD0B7}"/>
                    </a:ext>
                  </a:extLst>
                </p14:cNvPr>
                <p14:cNvContentPartPr/>
                <p14:nvPr/>
              </p14:nvContentPartPr>
              <p14:xfrm>
                <a:off x="7691587" y="699644"/>
                <a:ext cx="110520" cy="118080"/>
              </p14:xfrm>
            </p:contentPart>
          </mc:Choice>
          <mc:Fallback xmlns="">
            <p:pic>
              <p:nvPicPr>
                <p:cNvPr id="108616" name="Ink 108615">
                  <a:extLst>
                    <a:ext uri="{FF2B5EF4-FFF2-40B4-BE49-F238E27FC236}">
                      <a16:creationId xmlns:a16="http://schemas.microsoft.com/office/drawing/2014/main" id="{1E8FE93B-C5ED-4DC2-9099-830373FFD0B7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673947" y="682004"/>
                  <a:ext cx="14616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108618" name="Ink 108617">
                  <a:extLst>
                    <a:ext uri="{FF2B5EF4-FFF2-40B4-BE49-F238E27FC236}">
                      <a16:creationId xmlns:a16="http://schemas.microsoft.com/office/drawing/2014/main" id="{2D62A675-E1CA-4AB6-86ED-862BEAAC57C3}"/>
                    </a:ext>
                  </a:extLst>
                </p14:cNvPr>
                <p14:cNvContentPartPr/>
                <p14:nvPr/>
              </p14:nvContentPartPr>
              <p14:xfrm>
                <a:off x="7487827" y="533684"/>
                <a:ext cx="123840" cy="88920"/>
              </p14:xfrm>
            </p:contentPart>
          </mc:Choice>
          <mc:Fallback xmlns="">
            <p:pic>
              <p:nvPicPr>
                <p:cNvPr id="108618" name="Ink 108617">
                  <a:extLst>
                    <a:ext uri="{FF2B5EF4-FFF2-40B4-BE49-F238E27FC236}">
                      <a16:creationId xmlns:a16="http://schemas.microsoft.com/office/drawing/2014/main" id="{2D62A675-E1CA-4AB6-86ED-862BEAAC57C3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7470187" y="516044"/>
                  <a:ext cx="159480" cy="12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630" name="Group 108629">
            <a:extLst>
              <a:ext uri="{FF2B5EF4-FFF2-40B4-BE49-F238E27FC236}">
                <a16:creationId xmlns:a16="http://schemas.microsoft.com/office/drawing/2014/main" id="{6A7FE140-896F-42AA-B88B-B7C3DE5A840F}"/>
              </a:ext>
            </a:extLst>
          </p:cNvPr>
          <p:cNvGrpSpPr/>
          <p:nvPr/>
        </p:nvGrpSpPr>
        <p:grpSpPr>
          <a:xfrm>
            <a:off x="4167547" y="621164"/>
            <a:ext cx="713880" cy="618840"/>
            <a:chOff x="4167547" y="621164"/>
            <a:chExt cx="713880" cy="61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108620" name="Ink 108619">
                  <a:extLst>
                    <a:ext uri="{FF2B5EF4-FFF2-40B4-BE49-F238E27FC236}">
                      <a16:creationId xmlns:a16="http://schemas.microsoft.com/office/drawing/2014/main" id="{E78CFB39-2892-40A9-8234-04ADFCC3E89C}"/>
                    </a:ext>
                  </a:extLst>
                </p14:cNvPr>
                <p14:cNvContentPartPr/>
                <p14:nvPr/>
              </p14:nvContentPartPr>
              <p14:xfrm>
                <a:off x="4167547" y="976124"/>
                <a:ext cx="146520" cy="263880"/>
              </p14:xfrm>
            </p:contentPart>
          </mc:Choice>
          <mc:Fallback xmlns="">
            <p:pic>
              <p:nvPicPr>
                <p:cNvPr id="108620" name="Ink 108619">
                  <a:extLst>
                    <a:ext uri="{FF2B5EF4-FFF2-40B4-BE49-F238E27FC236}">
                      <a16:creationId xmlns:a16="http://schemas.microsoft.com/office/drawing/2014/main" id="{E78CFB39-2892-40A9-8234-04ADFCC3E89C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149547" y="958124"/>
                  <a:ext cx="18216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08621" name="Ink 108620">
                  <a:extLst>
                    <a:ext uri="{FF2B5EF4-FFF2-40B4-BE49-F238E27FC236}">
                      <a16:creationId xmlns:a16="http://schemas.microsoft.com/office/drawing/2014/main" id="{E5747871-B604-4E29-9C4B-BC91BFA7C478}"/>
                    </a:ext>
                  </a:extLst>
                </p14:cNvPr>
                <p14:cNvContentPartPr/>
                <p14:nvPr/>
              </p14:nvContentPartPr>
              <p14:xfrm>
                <a:off x="4225507" y="943004"/>
                <a:ext cx="93960" cy="91440"/>
              </p14:xfrm>
            </p:contentPart>
          </mc:Choice>
          <mc:Fallback xmlns="">
            <p:pic>
              <p:nvPicPr>
                <p:cNvPr id="108621" name="Ink 108620">
                  <a:extLst>
                    <a:ext uri="{FF2B5EF4-FFF2-40B4-BE49-F238E27FC236}">
                      <a16:creationId xmlns:a16="http://schemas.microsoft.com/office/drawing/2014/main" id="{E5747871-B604-4E29-9C4B-BC91BFA7C478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207507" y="925364"/>
                  <a:ext cx="12960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08623" name="Ink 108622">
                  <a:extLst>
                    <a:ext uri="{FF2B5EF4-FFF2-40B4-BE49-F238E27FC236}">
                      <a16:creationId xmlns:a16="http://schemas.microsoft.com/office/drawing/2014/main" id="{91411AD5-97E2-42C5-8E9F-9D668B4A812A}"/>
                    </a:ext>
                  </a:extLst>
                </p14:cNvPr>
                <p14:cNvContentPartPr/>
                <p14:nvPr/>
              </p14:nvContentPartPr>
              <p14:xfrm>
                <a:off x="4434307" y="777044"/>
                <a:ext cx="43920" cy="172080"/>
              </p14:xfrm>
            </p:contentPart>
          </mc:Choice>
          <mc:Fallback xmlns="">
            <p:pic>
              <p:nvPicPr>
                <p:cNvPr id="108623" name="Ink 108622">
                  <a:extLst>
                    <a:ext uri="{FF2B5EF4-FFF2-40B4-BE49-F238E27FC236}">
                      <a16:creationId xmlns:a16="http://schemas.microsoft.com/office/drawing/2014/main" id="{91411AD5-97E2-42C5-8E9F-9D668B4A812A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416307" y="759044"/>
                  <a:ext cx="7956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08624" name="Ink 108623">
                  <a:extLst>
                    <a:ext uri="{FF2B5EF4-FFF2-40B4-BE49-F238E27FC236}">
                      <a16:creationId xmlns:a16="http://schemas.microsoft.com/office/drawing/2014/main" id="{282C84A7-3C1E-4215-89B3-976FC8C4A8CD}"/>
                    </a:ext>
                  </a:extLst>
                </p14:cNvPr>
                <p14:cNvContentPartPr/>
                <p14:nvPr/>
              </p14:nvContentPartPr>
              <p14:xfrm>
                <a:off x="4369867" y="850484"/>
                <a:ext cx="132840" cy="51840"/>
              </p14:xfrm>
            </p:contentPart>
          </mc:Choice>
          <mc:Fallback xmlns="">
            <p:pic>
              <p:nvPicPr>
                <p:cNvPr id="108624" name="Ink 108623">
                  <a:extLst>
                    <a:ext uri="{FF2B5EF4-FFF2-40B4-BE49-F238E27FC236}">
                      <a16:creationId xmlns:a16="http://schemas.microsoft.com/office/drawing/2014/main" id="{282C84A7-3C1E-4215-89B3-976FC8C4A8CD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351867" y="832484"/>
                  <a:ext cx="16848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08625" name="Ink 108624">
                  <a:extLst>
                    <a:ext uri="{FF2B5EF4-FFF2-40B4-BE49-F238E27FC236}">
                      <a16:creationId xmlns:a16="http://schemas.microsoft.com/office/drawing/2014/main" id="{6B17CBB8-14EE-4F90-B196-F7CAB4E71EBB}"/>
                    </a:ext>
                  </a:extLst>
                </p14:cNvPr>
                <p14:cNvContentPartPr/>
                <p14:nvPr/>
              </p14:nvContentPartPr>
              <p14:xfrm>
                <a:off x="4535827" y="841124"/>
                <a:ext cx="125640" cy="105120"/>
              </p14:xfrm>
            </p:contentPart>
          </mc:Choice>
          <mc:Fallback xmlns="">
            <p:pic>
              <p:nvPicPr>
                <p:cNvPr id="108625" name="Ink 108624">
                  <a:extLst>
                    <a:ext uri="{FF2B5EF4-FFF2-40B4-BE49-F238E27FC236}">
                      <a16:creationId xmlns:a16="http://schemas.microsoft.com/office/drawing/2014/main" id="{6B17CBB8-14EE-4F90-B196-F7CAB4E71EBB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4518187" y="823484"/>
                  <a:ext cx="16128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08626" name="Ink 108625">
                  <a:extLst>
                    <a:ext uri="{FF2B5EF4-FFF2-40B4-BE49-F238E27FC236}">
                      <a16:creationId xmlns:a16="http://schemas.microsoft.com/office/drawing/2014/main" id="{B15F21A0-D06D-4A04-8EF8-256F42A5E7DD}"/>
                    </a:ext>
                  </a:extLst>
                </p14:cNvPr>
                <p14:cNvContentPartPr/>
                <p14:nvPr/>
              </p14:nvContentPartPr>
              <p14:xfrm>
                <a:off x="4680547" y="678764"/>
                <a:ext cx="52200" cy="191880"/>
              </p14:xfrm>
            </p:contentPart>
          </mc:Choice>
          <mc:Fallback xmlns="">
            <p:pic>
              <p:nvPicPr>
                <p:cNvPr id="108626" name="Ink 108625">
                  <a:extLst>
                    <a:ext uri="{FF2B5EF4-FFF2-40B4-BE49-F238E27FC236}">
                      <a16:creationId xmlns:a16="http://schemas.microsoft.com/office/drawing/2014/main" id="{B15F21A0-D06D-4A04-8EF8-256F42A5E7DD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4662547" y="660764"/>
                  <a:ext cx="8784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08627" name="Ink 108626">
                  <a:extLst>
                    <a:ext uri="{FF2B5EF4-FFF2-40B4-BE49-F238E27FC236}">
                      <a16:creationId xmlns:a16="http://schemas.microsoft.com/office/drawing/2014/main" id="{DFEB8E93-66A8-49F2-9172-6F642F6650D0}"/>
                    </a:ext>
                  </a:extLst>
                </p14:cNvPr>
                <p14:cNvContentPartPr/>
                <p14:nvPr/>
              </p14:nvContentPartPr>
              <p14:xfrm>
                <a:off x="4622587" y="757604"/>
                <a:ext cx="123840" cy="64080"/>
              </p14:xfrm>
            </p:contentPart>
          </mc:Choice>
          <mc:Fallback xmlns="">
            <p:pic>
              <p:nvPicPr>
                <p:cNvPr id="108627" name="Ink 108626">
                  <a:extLst>
                    <a:ext uri="{FF2B5EF4-FFF2-40B4-BE49-F238E27FC236}">
                      <a16:creationId xmlns:a16="http://schemas.microsoft.com/office/drawing/2014/main" id="{DFEB8E93-66A8-49F2-9172-6F642F6650D0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604947" y="739964"/>
                  <a:ext cx="15948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08628" name="Ink 108627">
                  <a:extLst>
                    <a:ext uri="{FF2B5EF4-FFF2-40B4-BE49-F238E27FC236}">
                      <a16:creationId xmlns:a16="http://schemas.microsoft.com/office/drawing/2014/main" id="{540AF835-BBD6-4EBC-8E2E-D47D6E5F40E5}"/>
                    </a:ext>
                  </a:extLst>
                </p14:cNvPr>
                <p14:cNvContentPartPr/>
                <p14:nvPr/>
              </p14:nvContentPartPr>
              <p14:xfrm>
                <a:off x="4778107" y="745364"/>
                <a:ext cx="103320" cy="123480"/>
              </p14:xfrm>
            </p:contentPart>
          </mc:Choice>
          <mc:Fallback xmlns="">
            <p:pic>
              <p:nvPicPr>
                <p:cNvPr id="108628" name="Ink 108627">
                  <a:extLst>
                    <a:ext uri="{FF2B5EF4-FFF2-40B4-BE49-F238E27FC236}">
                      <a16:creationId xmlns:a16="http://schemas.microsoft.com/office/drawing/2014/main" id="{540AF835-BBD6-4EBC-8E2E-D47D6E5F40E5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760107" y="727724"/>
                  <a:ext cx="13896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08629" name="Ink 108628">
                  <a:extLst>
                    <a:ext uri="{FF2B5EF4-FFF2-40B4-BE49-F238E27FC236}">
                      <a16:creationId xmlns:a16="http://schemas.microsoft.com/office/drawing/2014/main" id="{D5671AC9-FB4D-4D6F-825C-5B2460DD96FE}"/>
                    </a:ext>
                  </a:extLst>
                </p14:cNvPr>
                <p14:cNvContentPartPr/>
                <p14:nvPr/>
              </p14:nvContentPartPr>
              <p14:xfrm>
                <a:off x="4548067" y="621164"/>
                <a:ext cx="159840" cy="112320"/>
              </p14:xfrm>
            </p:contentPart>
          </mc:Choice>
          <mc:Fallback xmlns="">
            <p:pic>
              <p:nvPicPr>
                <p:cNvPr id="108629" name="Ink 108628">
                  <a:extLst>
                    <a:ext uri="{FF2B5EF4-FFF2-40B4-BE49-F238E27FC236}">
                      <a16:creationId xmlns:a16="http://schemas.microsoft.com/office/drawing/2014/main" id="{D5671AC9-FB4D-4D6F-825C-5B2460DD96FE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530427" y="603524"/>
                  <a:ext cx="195480" cy="147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108631" name="Ink 108630">
                <a:extLst>
                  <a:ext uri="{FF2B5EF4-FFF2-40B4-BE49-F238E27FC236}">
                    <a16:creationId xmlns:a16="http://schemas.microsoft.com/office/drawing/2014/main" id="{789A4F27-8489-4A3F-BD2D-BE7127D841DC}"/>
                  </a:ext>
                </a:extLst>
              </p14:cNvPr>
              <p14:cNvContentPartPr/>
              <p14:nvPr/>
            </p14:nvContentPartPr>
            <p14:xfrm>
              <a:off x="3910147" y="1640324"/>
              <a:ext cx="611640" cy="621720"/>
            </p14:xfrm>
          </p:contentPart>
        </mc:Choice>
        <mc:Fallback xmlns="">
          <p:pic>
            <p:nvPicPr>
              <p:cNvPr id="108631" name="Ink 108630">
                <a:extLst>
                  <a:ext uri="{FF2B5EF4-FFF2-40B4-BE49-F238E27FC236}">
                    <a16:creationId xmlns:a16="http://schemas.microsoft.com/office/drawing/2014/main" id="{789A4F27-8489-4A3F-BD2D-BE7127D841DC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3892147" y="1622684"/>
                <a:ext cx="647280" cy="657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08643" name="Group 108642">
            <a:extLst>
              <a:ext uri="{FF2B5EF4-FFF2-40B4-BE49-F238E27FC236}">
                <a16:creationId xmlns:a16="http://schemas.microsoft.com/office/drawing/2014/main" id="{15BDC709-43BD-4EDA-8B01-D7BF5C45BB51}"/>
              </a:ext>
            </a:extLst>
          </p:cNvPr>
          <p:cNvGrpSpPr/>
          <p:nvPr/>
        </p:nvGrpSpPr>
        <p:grpSpPr>
          <a:xfrm>
            <a:off x="4513507" y="1269524"/>
            <a:ext cx="1205280" cy="615600"/>
            <a:chOff x="4513507" y="1269524"/>
            <a:chExt cx="1205280" cy="61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08632" name="Ink 108631">
                  <a:extLst>
                    <a:ext uri="{FF2B5EF4-FFF2-40B4-BE49-F238E27FC236}">
                      <a16:creationId xmlns:a16="http://schemas.microsoft.com/office/drawing/2014/main" id="{D64A32E9-8C2B-426E-BE93-E77005215237}"/>
                    </a:ext>
                  </a:extLst>
                </p14:cNvPr>
                <p14:cNvContentPartPr/>
                <p14:nvPr/>
              </p14:nvContentPartPr>
              <p14:xfrm>
                <a:off x="4513507" y="1513244"/>
                <a:ext cx="573120" cy="371880"/>
              </p14:xfrm>
            </p:contentPart>
          </mc:Choice>
          <mc:Fallback xmlns="">
            <p:pic>
              <p:nvPicPr>
                <p:cNvPr id="108632" name="Ink 108631">
                  <a:extLst>
                    <a:ext uri="{FF2B5EF4-FFF2-40B4-BE49-F238E27FC236}">
                      <a16:creationId xmlns:a16="http://schemas.microsoft.com/office/drawing/2014/main" id="{D64A32E9-8C2B-426E-BE93-E77005215237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4495507" y="1495604"/>
                  <a:ext cx="608760" cy="40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08633" name="Ink 108632">
                  <a:extLst>
                    <a:ext uri="{FF2B5EF4-FFF2-40B4-BE49-F238E27FC236}">
                      <a16:creationId xmlns:a16="http://schemas.microsoft.com/office/drawing/2014/main" id="{5041B0D8-048D-4E25-82F6-DC39A861597B}"/>
                    </a:ext>
                  </a:extLst>
                </p14:cNvPr>
                <p14:cNvContentPartPr/>
                <p14:nvPr/>
              </p14:nvContentPartPr>
              <p14:xfrm>
                <a:off x="4961707" y="1486244"/>
                <a:ext cx="93960" cy="147600"/>
              </p14:xfrm>
            </p:contentPart>
          </mc:Choice>
          <mc:Fallback xmlns="">
            <p:pic>
              <p:nvPicPr>
                <p:cNvPr id="108633" name="Ink 108632">
                  <a:extLst>
                    <a:ext uri="{FF2B5EF4-FFF2-40B4-BE49-F238E27FC236}">
                      <a16:creationId xmlns:a16="http://schemas.microsoft.com/office/drawing/2014/main" id="{5041B0D8-048D-4E25-82F6-DC39A861597B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4944067" y="1468244"/>
                  <a:ext cx="12960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08635" name="Ink 108634">
                  <a:extLst>
                    <a:ext uri="{FF2B5EF4-FFF2-40B4-BE49-F238E27FC236}">
                      <a16:creationId xmlns:a16="http://schemas.microsoft.com/office/drawing/2014/main" id="{4C4E16D6-E3CB-4C0B-B718-6CD6871194D4}"/>
                    </a:ext>
                  </a:extLst>
                </p14:cNvPr>
                <p14:cNvContentPartPr/>
                <p14:nvPr/>
              </p14:nvContentPartPr>
              <p14:xfrm>
                <a:off x="5204707" y="1382564"/>
                <a:ext cx="41040" cy="265680"/>
              </p14:xfrm>
            </p:contentPart>
          </mc:Choice>
          <mc:Fallback xmlns="">
            <p:pic>
              <p:nvPicPr>
                <p:cNvPr id="108635" name="Ink 108634">
                  <a:extLst>
                    <a:ext uri="{FF2B5EF4-FFF2-40B4-BE49-F238E27FC236}">
                      <a16:creationId xmlns:a16="http://schemas.microsoft.com/office/drawing/2014/main" id="{4C4E16D6-E3CB-4C0B-B718-6CD6871194D4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5186707" y="1364564"/>
                  <a:ext cx="76680" cy="30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08636" name="Ink 108635">
                  <a:extLst>
                    <a:ext uri="{FF2B5EF4-FFF2-40B4-BE49-F238E27FC236}">
                      <a16:creationId xmlns:a16="http://schemas.microsoft.com/office/drawing/2014/main" id="{57997735-F318-4035-96AA-2A89812E35A7}"/>
                    </a:ext>
                  </a:extLst>
                </p14:cNvPr>
                <p14:cNvContentPartPr/>
                <p14:nvPr/>
              </p14:nvContentPartPr>
              <p14:xfrm>
                <a:off x="5161147" y="1456364"/>
                <a:ext cx="131040" cy="94680"/>
              </p14:xfrm>
            </p:contentPart>
          </mc:Choice>
          <mc:Fallback xmlns="">
            <p:pic>
              <p:nvPicPr>
                <p:cNvPr id="108636" name="Ink 108635">
                  <a:extLst>
                    <a:ext uri="{FF2B5EF4-FFF2-40B4-BE49-F238E27FC236}">
                      <a16:creationId xmlns:a16="http://schemas.microsoft.com/office/drawing/2014/main" id="{57997735-F318-4035-96AA-2A89812E35A7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143507" y="1438724"/>
                  <a:ext cx="16668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08637" name="Ink 108636">
                  <a:extLst>
                    <a:ext uri="{FF2B5EF4-FFF2-40B4-BE49-F238E27FC236}">
                      <a16:creationId xmlns:a16="http://schemas.microsoft.com/office/drawing/2014/main" id="{5C73440F-DB00-4155-8778-1969C16008ED}"/>
                    </a:ext>
                  </a:extLst>
                </p14:cNvPr>
                <p14:cNvContentPartPr/>
                <p14:nvPr/>
              </p14:nvContentPartPr>
              <p14:xfrm>
                <a:off x="5322427" y="1467524"/>
                <a:ext cx="135360" cy="121680"/>
              </p14:xfrm>
            </p:contentPart>
          </mc:Choice>
          <mc:Fallback xmlns="">
            <p:pic>
              <p:nvPicPr>
                <p:cNvPr id="108637" name="Ink 108636">
                  <a:extLst>
                    <a:ext uri="{FF2B5EF4-FFF2-40B4-BE49-F238E27FC236}">
                      <a16:creationId xmlns:a16="http://schemas.microsoft.com/office/drawing/2014/main" id="{5C73440F-DB00-4155-8778-1969C16008ED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304427" y="1449524"/>
                  <a:ext cx="17100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08639" name="Ink 108638">
                  <a:extLst>
                    <a:ext uri="{FF2B5EF4-FFF2-40B4-BE49-F238E27FC236}">
                      <a16:creationId xmlns:a16="http://schemas.microsoft.com/office/drawing/2014/main" id="{77D2361B-E368-48A0-8273-4132FF5BA8D4}"/>
                    </a:ext>
                  </a:extLst>
                </p14:cNvPr>
                <p14:cNvContentPartPr/>
                <p14:nvPr/>
              </p14:nvContentPartPr>
              <p14:xfrm>
                <a:off x="5447707" y="1269524"/>
                <a:ext cx="74160" cy="244080"/>
              </p14:xfrm>
            </p:contentPart>
          </mc:Choice>
          <mc:Fallback xmlns="">
            <p:pic>
              <p:nvPicPr>
                <p:cNvPr id="108639" name="Ink 108638">
                  <a:extLst>
                    <a:ext uri="{FF2B5EF4-FFF2-40B4-BE49-F238E27FC236}">
                      <a16:creationId xmlns:a16="http://schemas.microsoft.com/office/drawing/2014/main" id="{77D2361B-E368-48A0-8273-4132FF5BA8D4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430067" y="1251524"/>
                  <a:ext cx="10980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08640" name="Ink 108639">
                  <a:extLst>
                    <a:ext uri="{FF2B5EF4-FFF2-40B4-BE49-F238E27FC236}">
                      <a16:creationId xmlns:a16="http://schemas.microsoft.com/office/drawing/2014/main" id="{E344E75E-6757-4B98-A273-A37BD559AC75}"/>
                    </a:ext>
                  </a:extLst>
                </p14:cNvPr>
                <p14:cNvContentPartPr/>
                <p14:nvPr/>
              </p14:nvContentPartPr>
              <p14:xfrm>
                <a:off x="5385067" y="1351604"/>
                <a:ext cx="153360" cy="81000"/>
              </p14:xfrm>
            </p:contentPart>
          </mc:Choice>
          <mc:Fallback xmlns="">
            <p:pic>
              <p:nvPicPr>
                <p:cNvPr id="108640" name="Ink 108639">
                  <a:extLst>
                    <a:ext uri="{FF2B5EF4-FFF2-40B4-BE49-F238E27FC236}">
                      <a16:creationId xmlns:a16="http://schemas.microsoft.com/office/drawing/2014/main" id="{E344E75E-6757-4B98-A273-A37BD559AC75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5367067" y="1333604"/>
                  <a:ext cx="18900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08641" name="Ink 108640">
                  <a:extLst>
                    <a:ext uri="{FF2B5EF4-FFF2-40B4-BE49-F238E27FC236}">
                      <a16:creationId xmlns:a16="http://schemas.microsoft.com/office/drawing/2014/main" id="{B95D45B3-581D-412D-90B9-218262CC84A8}"/>
                    </a:ext>
                  </a:extLst>
                </p14:cNvPr>
                <p14:cNvContentPartPr/>
                <p14:nvPr/>
              </p14:nvContentPartPr>
              <p14:xfrm>
                <a:off x="5582707" y="1334324"/>
                <a:ext cx="88920" cy="106560"/>
              </p14:xfrm>
            </p:contentPart>
          </mc:Choice>
          <mc:Fallback xmlns="">
            <p:pic>
              <p:nvPicPr>
                <p:cNvPr id="108641" name="Ink 108640">
                  <a:extLst>
                    <a:ext uri="{FF2B5EF4-FFF2-40B4-BE49-F238E27FC236}">
                      <a16:creationId xmlns:a16="http://schemas.microsoft.com/office/drawing/2014/main" id="{B95D45B3-581D-412D-90B9-218262CC84A8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5564707" y="1316684"/>
                  <a:ext cx="12456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08642" name="Ink 108641">
                  <a:extLst>
                    <a:ext uri="{FF2B5EF4-FFF2-40B4-BE49-F238E27FC236}">
                      <a16:creationId xmlns:a16="http://schemas.microsoft.com/office/drawing/2014/main" id="{4FC2F957-5FC4-4CF4-B7B6-3953133F7A1D}"/>
                    </a:ext>
                  </a:extLst>
                </p14:cNvPr>
                <p14:cNvContentPartPr/>
                <p14:nvPr/>
              </p14:nvContentPartPr>
              <p14:xfrm>
                <a:off x="5614027" y="1362404"/>
                <a:ext cx="104760" cy="115920"/>
              </p14:xfrm>
            </p:contentPart>
          </mc:Choice>
          <mc:Fallback xmlns="">
            <p:pic>
              <p:nvPicPr>
                <p:cNvPr id="108642" name="Ink 108641">
                  <a:extLst>
                    <a:ext uri="{FF2B5EF4-FFF2-40B4-BE49-F238E27FC236}">
                      <a16:creationId xmlns:a16="http://schemas.microsoft.com/office/drawing/2014/main" id="{4FC2F957-5FC4-4CF4-B7B6-3953133F7A1D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5596027" y="1344404"/>
                  <a:ext cx="140400" cy="151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108694" name="Ink 108693">
                <a:extLst>
                  <a:ext uri="{FF2B5EF4-FFF2-40B4-BE49-F238E27FC236}">
                    <a16:creationId xmlns:a16="http://schemas.microsoft.com/office/drawing/2014/main" id="{404B01FF-546D-472C-AF59-6BDC19E4F779}"/>
                  </a:ext>
                </a:extLst>
              </p14:cNvPr>
              <p14:cNvContentPartPr/>
              <p14:nvPr/>
            </p14:nvContentPartPr>
            <p14:xfrm>
              <a:off x="1321827" y="4842374"/>
              <a:ext cx="3075840" cy="192240"/>
            </p14:xfrm>
          </p:contentPart>
        </mc:Choice>
        <mc:Fallback xmlns="">
          <p:pic>
            <p:nvPicPr>
              <p:cNvPr id="108694" name="Ink 108693">
                <a:extLst>
                  <a:ext uri="{FF2B5EF4-FFF2-40B4-BE49-F238E27FC236}">
                    <a16:creationId xmlns:a16="http://schemas.microsoft.com/office/drawing/2014/main" id="{404B01FF-546D-472C-AF59-6BDC19E4F77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1313187" y="4833374"/>
                <a:ext cx="309348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08702" name="Ink 108701">
                <a:extLst>
                  <a:ext uri="{FF2B5EF4-FFF2-40B4-BE49-F238E27FC236}">
                    <a16:creationId xmlns:a16="http://schemas.microsoft.com/office/drawing/2014/main" id="{862D062A-271A-411C-8B5E-8E2D4D749A67}"/>
                  </a:ext>
                </a:extLst>
              </p14:cNvPr>
              <p14:cNvContentPartPr/>
              <p14:nvPr/>
            </p14:nvContentPartPr>
            <p14:xfrm>
              <a:off x="3792867" y="5410814"/>
              <a:ext cx="731880" cy="122760"/>
            </p14:xfrm>
          </p:contentPart>
        </mc:Choice>
        <mc:Fallback xmlns="">
          <p:pic>
            <p:nvPicPr>
              <p:cNvPr id="108702" name="Ink 108701">
                <a:extLst>
                  <a:ext uri="{FF2B5EF4-FFF2-40B4-BE49-F238E27FC236}">
                    <a16:creationId xmlns:a16="http://schemas.microsoft.com/office/drawing/2014/main" id="{862D062A-271A-411C-8B5E-8E2D4D749A67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783867" y="5401814"/>
                <a:ext cx="749520" cy="14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08715" name="Ink 108714">
                <a:extLst>
                  <a:ext uri="{FF2B5EF4-FFF2-40B4-BE49-F238E27FC236}">
                    <a16:creationId xmlns:a16="http://schemas.microsoft.com/office/drawing/2014/main" id="{787E6556-ECB1-4C63-8FAA-AAA971489FEA}"/>
                  </a:ext>
                </a:extLst>
              </p14:cNvPr>
              <p14:cNvContentPartPr/>
              <p14:nvPr/>
            </p14:nvContentPartPr>
            <p14:xfrm>
              <a:off x="1285467" y="4988894"/>
              <a:ext cx="67320" cy="91800"/>
            </p14:xfrm>
          </p:contentPart>
        </mc:Choice>
        <mc:Fallback xmlns="">
          <p:pic>
            <p:nvPicPr>
              <p:cNvPr id="108715" name="Ink 108714">
                <a:extLst>
                  <a:ext uri="{FF2B5EF4-FFF2-40B4-BE49-F238E27FC236}">
                    <a16:creationId xmlns:a16="http://schemas.microsoft.com/office/drawing/2014/main" id="{787E6556-ECB1-4C63-8FAA-AAA971489FEA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1276827" y="4980254"/>
                <a:ext cx="84960" cy="10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08792" name="Ink 108791">
                <a:extLst>
                  <a:ext uri="{FF2B5EF4-FFF2-40B4-BE49-F238E27FC236}">
                    <a16:creationId xmlns:a16="http://schemas.microsoft.com/office/drawing/2014/main" id="{47F4115B-461C-4680-A76A-DDB37AD75519}"/>
                  </a:ext>
                </a:extLst>
              </p14:cNvPr>
              <p14:cNvContentPartPr/>
              <p14:nvPr/>
            </p14:nvContentPartPr>
            <p14:xfrm>
              <a:off x="2602267" y="4021004"/>
              <a:ext cx="32760" cy="346320"/>
            </p14:xfrm>
          </p:contentPart>
        </mc:Choice>
        <mc:Fallback xmlns="">
          <p:pic>
            <p:nvPicPr>
              <p:cNvPr id="108792" name="Ink 108791">
                <a:extLst>
                  <a:ext uri="{FF2B5EF4-FFF2-40B4-BE49-F238E27FC236}">
                    <a16:creationId xmlns:a16="http://schemas.microsoft.com/office/drawing/2014/main" id="{47F4115B-461C-4680-A76A-DDB37AD75519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593627" y="4012364"/>
                <a:ext cx="50400" cy="363960"/>
              </a:xfrm>
              <a:prstGeom prst="rect">
                <a:avLst/>
              </a:prstGeom>
            </p:spPr>
          </p:pic>
        </mc:Fallback>
      </mc:AlternateContent>
      <p:grpSp>
        <p:nvGrpSpPr>
          <p:cNvPr id="108796" name="Group 108795">
            <a:extLst>
              <a:ext uri="{FF2B5EF4-FFF2-40B4-BE49-F238E27FC236}">
                <a16:creationId xmlns:a16="http://schemas.microsoft.com/office/drawing/2014/main" id="{B78396EA-9C54-434B-BDD4-D5D7EC50532D}"/>
              </a:ext>
            </a:extLst>
          </p:cNvPr>
          <p:cNvGrpSpPr/>
          <p:nvPr/>
        </p:nvGrpSpPr>
        <p:grpSpPr>
          <a:xfrm>
            <a:off x="1028693" y="3072057"/>
            <a:ext cx="7726054" cy="2761757"/>
            <a:chOff x="1028693" y="3072057"/>
            <a:chExt cx="7726054" cy="2761757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2F732D26-0801-44B9-AE13-9CB34B213C9E}"/>
                    </a:ext>
                  </a:extLst>
                </p14:cNvPr>
                <p14:cNvContentPartPr/>
                <p14:nvPr/>
              </p14:nvContentPartPr>
              <p14:xfrm>
                <a:off x="1302293" y="3411537"/>
                <a:ext cx="90360" cy="216252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2F732D26-0801-44B9-AE13-9CB34B213C9E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293653" y="3402897"/>
                  <a:ext cx="108000" cy="218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E0260624-B009-4261-A6BA-3B6ACED6F31E}"/>
                    </a:ext>
                  </a:extLst>
                </p14:cNvPr>
                <p14:cNvContentPartPr/>
                <p14:nvPr/>
              </p14:nvContentPartPr>
              <p14:xfrm>
                <a:off x="1045973" y="3082497"/>
                <a:ext cx="136800" cy="2192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E0260624-B009-4261-A6BA-3B6ACED6F31E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036973" y="3073857"/>
                  <a:ext cx="15444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1ABC99E7-4837-42AB-AB7D-B85686C2B539}"/>
                    </a:ext>
                  </a:extLst>
                </p14:cNvPr>
                <p14:cNvContentPartPr/>
                <p14:nvPr/>
              </p14:nvContentPartPr>
              <p14:xfrm>
                <a:off x="1028693" y="3127497"/>
                <a:ext cx="132840" cy="14940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1ABC99E7-4837-42AB-AB7D-B85686C2B539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019693" y="3118497"/>
                  <a:ext cx="1504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DB0093C8-3B7A-4F45-910F-54B507FE3D50}"/>
                    </a:ext>
                  </a:extLst>
                </p14:cNvPr>
                <p14:cNvContentPartPr/>
                <p14:nvPr/>
              </p14:nvContentPartPr>
              <p14:xfrm>
                <a:off x="1178453" y="3204537"/>
                <a:ext cx="129960" cy="10476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DB0093C8-3B7A-4F45-910F-54B507FE3D50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169813" y="3195897"/>
                  <a:ext cx="14760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8658" name="Ink 108657">
                  <a:extLst>
                    <a:ext uri="{FF2B5EF4-FFF2-40B4-BE49-F238E27FC236}">
                      <a16:creationId xmlns:a16="http://schemas.microsoft.com/office/drawing/2014/main" id="{3A74BA75-3E29-470C-BF01-93B9429C2B99}"/>
                    </a:ext>
                  </a:extLst>
                </p14:cNvPr>
                <p14:cNvContentPartPr/>
                <p14:nvPr/>
              </p14:nvContentPartPr>
              <p14:xfrm>
                <a:off x="2250893" y="3565617"/>
                <a:ext cx="334800" cy="194760"/>
              </p14:xfrm>
            </p:contentPart>
          </mc:Choice>
          <mc:Fallback xmlns="">
            <p:pic>
              <p:nvPicPr>
                <p:cNvPr id="108658" name="Ink 108657">
                  <a:extLst>
                    <a:ext uri="{FF2B5EF4-FFF2-40B4-BE49-F238E27FC236}">
                      <a16:creationId xmlns:a16="http://schemas.microsoft.com/office/drawing/2014/main" id="{3A74BA75-3E29-470C-BF01-93B9429C2B99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2242253" y="3556617"/>
                  <a:ext cx="35244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8659" name="Ink 108658">
                  <a:extLst>
                    <a:ext uri="{FF2B5EF4-FFF2-40B4-BE49-F238E27FC236}">
                      <a16:creationId xmlns:a16="http://schemas.microsoft.com/office/drawing/2014/main" id="{8D19D81F-FDA6-4F04-BEEB-59103A7E41D0}"/>
                    </a:ext>
                  </a:extLst>
                </p14:cNvPr>
                <p14:cNvContentPartPr/>
                <p14:nvPr/>
              </p14:nvContentPartPr>
              <p14:xfrm>
                <a:off x="2458973" y="3770817"/>
                <a:ext cx="180360" cy="21240"/>
              </p14:xfrm>
            </p:contentPart>
          </mc:Choice>
          <mc:Fallback xmlns="">
            <p:pic>
              <p:nvPicPr>
                <p:cNvPr id="108659" name="Ink 108658">
                  <a:extLst>
                    <a:ext uri="{FF2B5EF4-FFF2-40B4-BE49-F238E27FC236}">
                      <a16:creationId xmlns:a16="http://schemas.microsoft.com/office/drawing/2014/main" id="{8D19D81F-FDA6-4F04-BEEB-59103A7E41D0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2450333" y="3762177"/>
                  <a:ext cx="19800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8660" name="Ink 108659">
                  <a:extLst>
                    <a:ext uri="{FF2B5EF4-FFF2-40B4-BE49-F238E27FC236}">
                      <a16:creationId xmlns:a16="http://schemas.microsoft.com/office/drawing/2014/main" id="{904714E3-51F5-4A5C-9AA8-528F68CE238D}"/>
                    </a:ext>
                  </a:extLst>
                </p14:cNvPr>
                <p14:cNvContentPartPr/>
                <p14:nvPr/>
              </p14:nvContentPartPr>
              <p14:xfrm>
                <a:off x="2451053" y="3787377"/>
                <a:ext cx="201600" cy="136440"/>
              </p14:xfrm>
            </p:contentPart>
          </mc:Choice>
          <mc:Fallback xmlns="">
            <p:pic>
              <p:nvPicPr>
                <p:cNvPr id="108660" name="Ink 108659">
                  <a:extLst>
                    <a:ext uri="{FF2B5EF4-FFF2-40B4-BE49-F238E27FC236}">
                      <a16:creationId xmlns:a16="http://schemas.microsoft.com/office/drawing/2014/main" id="{904714E3-51F5-4A5C-9AA8-528F68CE238D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442413" y="3778737"/>
                  <a:ext cx="21924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8661" name="Ink 108660">
                  <a:extLst>
                    <a:ext uri="{FF2B5EF4-FFF2-40B4-BE49-F238E27FC236}">
                      <a16:creationId xmlns:a16="http://schemas.microsoft.com/office/drawing/2014/main" id="{BC6F3993-8DA5-471D-A9A6-71C6818A23FD}"/>
                    </a:ext>
                  </a:extLst>
                </p14:cNvPr>
                <p14:cNvContentPartPr/>
                <p14:nvPr/>
              </p14:nvContentPartPr>
              <p14:xfrm>
                <a:off x="2452133" y="3778377"/>
                <a:ext cx="48960" cy="30960"/>
              </p14:xfrm>
            </p:contentPart>
          </mc:Choice>
          <mc:Fallback xmlns="">
            <p:pic>
              <p:nvPicPr>
                <p:cNvPr id="108661" name="Ink 108660">
                  <a:extLst>
                    <a:ext uri="{FF2B5EF4-FFF2-40B4-BE49-F238E27FC236}">
                      <a16:creationId xmlns:a16="http://schemas.microsoft.com/office/drawing/2014/main" id="{BC6F3993-8DA5-471D-A9A6-71C6818A23FD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443133" y="3769737"/>
                  <a:ext cx="6660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8662" name="Ink 108661">
                  <a:extLst>
                    <a:ext uri="{FF2B5EF4-FFF2-40B4-BE49-F238E27FC236}">
                      <a16:creationId xmlns:a16="http://schemas.microsoft.com/office/drawing/2014/main" id="{19FE81F6-DE43-4FE2-99A5-F699C8BD0731}"/>
                    </a:ext>
                  </a:extLst>
                </p14:cNvPr>
                <p14:cNvContentPartPr/>
                <p14:nvPr/>
              </p14:nvContentPartPr>
              <p14:xfrm>
                <a:off x="2551493" y="3959457"/>
                <a:ext cx="105120" cy="103320"/>
              </p14:xfrm>
            </p:contentPart>
          </mc:Choice>
          <mc:Fallback xmlns="">
            <p:pic>
              <p:nvPicPr>
                <p:cNvPr id="108662" name="Ink 108661">
                  <a:extLst>
                    <a:ext uri="{FF2B5EF4-FFF2-40B4-BE49-F238E27FC236}">
                      <a16:creationId xmlns:a16="http://schemas.microsoft.com/office/drawing/2014/main" id="{19FE81F6-DE43-4FE2-99A5-F699C8BD0731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542853" y="3950457"/>
                  <a:ext cx="12276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8664" name="Ink 108663">
                  <a:extLst>
                    <a:ext uri="{FF2B5EF4-FFF2-40B4-BE49-F238E27FC236}">
                      <a16:creationId xmlns:a16="http://schemas.microsoft.com/office/drawing/2014/main" id="{26C8A8D5-2BF0-4DD1-983A-74ABF476E534}"/>
                    </a:ext>
                  </a:extLst>
                </p14:cNvPr>
                <p14:cNvContentPartPr/>
                <p14:nvPr/>
              </p14:nvContentPartPr>
              <p14:xfrm>
                <a:off x="2578133" y="3911577"/>
                <a:ext cx="5400" cy="18720"/>
              </p14:xfrm>
            </p:contentPart>
          </mc:Choice>
          <mc:Fallback xmlns="">
            <p:pic>
              <p:nvPicPr>
                <p:cNvPr id="108664" name="Ink 108663">
                  <a:extLst>
                    <a:ext uri="{FF2B5EF4-FFF2-40B4-BE49-F238E27FC236}">
                      <a16:creationId xmlns:a16="http://schemas.microsoft.com/office/drawing/2014/main" id="{26C8A8D5-2BF0-4DD1-983A-74ABF476E534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2569493" y="3902937"/>
                  <a:ext cx="2304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8672" name="Ink 108671">
                  <a:extLst>
                    <a:ext uri="{FF2B5EF4-FFF2-40B4-BE49-F238E27FC236}">
                      <a16:creationId xmlns:a16="http://schemas.microsoft.com/office/drawing/2014/main" id="{1B7641B9-E487-4C56-90A8-B8902E686F47}"/>
                    </a:ext>
                  </a:extLst>
                </p14:cNvPr>
                <p14:cNvContentPartPr/>
                <p14:nvPr/>
              </p14:nvContentPartPr>
              <p14:xfrm>
                <a:off x="2582093" y="3925617"/>
                <a:ext cx="22680" cy="12600"/>
              </p14:xfrm>
            </p:contentPart>
          </mc:Choice>
          <mc:Fallback xmlns="">
            <p:pic>
              <p:nvPicPr>
                <p:cNvPr id="108672" name="Ink 108671">
                  <a:extLst>
                    <a:ext uri="{FF2B5EF4-FFF2-40B4-BE49-F238E27FC236}">
                      <a16:creationId xmlns:a16="http://schemas.microsoft.com/office/drawing/2014/main" id="{1B7641B9-E487-4C56-90A8-B8902E686F47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2573093" y="3916977"/>
                  <a:ext cx="403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8673" name="Ink 108672">
                  <a:extLst>
                    <a:ext uri="{FF2B5EF4-FFF2-40B4-BE49-F238E27FC236}">
                      <a16:creationId xmlns:a16="http://schemas.microsoft.com/office/drawing/2014/main" id="{AE41C621-B788-4F81-A241-51CDD9067A8C}"/>
                    </a:ext>
                  </a:extLst>
                </p14:cNvPr>
                <p14:cNvContentPartPr/>
                <p14:nvPr/>
              </p14:nvContentPartPr>
              <p14:xfrm>
                <a:off x="2583533" y="3931377"/>
                <a:ext cx="5400" cy="31680"/>
              </p14:xfrm>
            </p:contentPart>
          </mc:Choice>
          <mc:Fallback xmlns="">
            <p:pic>
              <p:nvPicPr>
                <p:cNvPr id="108673" name="Ink 108672">
                  <a:extLst>
                    <a:ext uri="{FF2B5EF4-FFF2-40B4-BE49-F238E27FC236}">
                      <a16:creationId xmlns:a16="http://schemas.microsoft.com/office/drawing/2014/main" id="{AE41C621-B788-4F81-A241-51CDD9067A8C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574533" y="3922737"/>
                  <a:ext cx="2304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8667" name="Ink 108666">
                  <a:extLst>
                    <a:ext uri="{FF2B5EF4-FFF2-40B4-BE49-F238E27FC236}">
                      <a16:creationId xmlns:a16="http://schemas.microsoft.com/office/drawing/2014/main" id="{F5B17FD1-AEDD-4612-800A-DCA2A19C3269}"/>
                    </a:ext>
                  </a:extLst>
                </p14:cNvPr>
                <p14:cNvContentPartPr/>
                <p14:nvPr/>
              </p14:nvContentPartPr>
              <p14:xfrm>
                <a:off x="3002933" y="3072057"/>
                <a:ext cx="183240" cy="212760"/>
              </p14:xfrm>
            </p:contentPart>
          </mc:Choice>
          <mc:Fallback xmlns="">
            <p:pic>
              <p:nvPicPr>
                <p:cNvPr id="108667" name="Ink 108666">
                  <a:extLst>
                    <a:ext uri="{FF2B5EF4-FFF2-40B4-BE49-F238E27FC236}">
                      <a16:creationId xmlns:a16="http://schemas.microsoft.com/office/drawing/2014/main" id="{F5B17FD1-AEDD-4612-800A-DCA2A19C3269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994293" y="3063057"/>
                  <a:ext cx="20088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8668" name="Ink 108667">
                  <a:extLst>
                    <a:ext uri="{FF2B5EF4-FFF2-40B4-BE49-F238E27FC236}">
                      <a16:creationId xmlns:a16="http://schemas.microsoft.com/office/drawing/2014/main" id="{895FA829-0CBF-4A92-A919-5C6AD7C16285}"/>
                    </a:ext>
                  </a:extLst>
                </p14:cNvPr>
                <p14:cNvContentPartPr/>
                <p14:nvPr/>
              </p14:nvContentPartPr>
              <p14:xfrm>
                <a:off x="2986733" y="3114177"/>
                <a:ext cx="152280" cy="145080"/>
              </p14:xfrm>
            </p:contentPart>
          </mc:Choice>
          <mc:Fallback xmlns="">
            <p:pic>
              <p:nvPicPr>
                <p:cNvPr id="108668" name="Ink 108667">
                  <a:extLst>
                    <a:ext uri="{FF2B5EF4-FFF2-40B4-BE49-F238E27FC236}">
                      <a16:creationId xmlns:a16="http://schemas.microsoft.com/office/drawing/2014/main" id="{895FA829-0CBF-4A92-A919-5C6AD7C16285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978093" y="3105177"/>
                  <a:ext cx="16992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8669" name="Ink 108668">
                  <a:extLst>
                    <a:ext uri="{FF2B5EF4-FFF2-40B4-BE49-F238E27FC236}">
                      <a16:creationId xmlns:a16="http://schemas.microsoft.com/office/drawing/2014/main" id="{41AB7072-7B22-44F4-96D9-F2C2DE173B01}"/>
                    </a:ext>
                  </a:extLst>
                </p14:cNvPr>
                <p14:cNvContentPartPr/>
                <p14:nvPr/>
              </p14:nvContentPartPr>
              <p14:xfrm>
                <a:off x="3168173" y="3158817"/>
                <a:ext cx="136800" cy="199800"/>
              </p14:xfrm>
            </p:contentPart>
          </mc:Choice>
          <mc:Fallback xmlns="">
            <p:pic>
              <p:nvPicPr>
                <p:cNvPr id="108669" name="Ink 108668">
                  <a:extLst>
                    <a:ext uri="{FF2B5EF4-FFF2-40B4-BE49-F238E27FC236}">
                      <a16:creationId xmlns:a16="http://schemas.microsoft.com/office/drawing/2014/main" id="{41AB7072-7B22-44F4-96D9-F2C2DE173B01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3159533" y="3149817"/>
                  <a:ext cx="15444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8604" name="Ink 108603">
                  <a:extLst>
                    <a:ext uri="{FF2B5EF4-FFF2-40B4-BE49-F238E27FC236}">
                      <a16:creationId xmlns:a16="http://schemas.microsoft.com/office/drawing/2014/main" id="{79206AD5-B450-46C3-A6EC-91633FF101A4}"/>
                    </a:ext>
                  </a:extLst>
                </p14:cNvPr>
                <p14:cNvContentPartPr/>
                <p14:nvPr/>
              </p14:nvContentPartPr>
              <p14:xfrm>
                <a:off x="3140813" y="3433497"/>
                <a:ext cx="423000" cy="233280"/>
              </p14:xfrm>
            </p:contentPart>
          </mc:Choice>
          <mc:Fallback xmlns="">
            <p:pic>
              <p:nvPicPr>
                <p:cNvPr id="108604" name="Ink 108603">
                  <a:extLst>
                    <a:ext uri="{FF2B5EF4-FFF2-40B4-BE49-F238E27FC236}">
                      <a16:creationId xmlns:a16="http://schemas.microsoft.com/office/drawing/2014/main" id="{79206AD5-B450-46C3-A6EC-91633FF101A4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3131813" y="3424497"/>
                  <a:ext cx="44064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8609" name="Ink 108608">
                  <a:extLst>
                    <a:ext uri="{FF2B5EF4-FFF2-40B4-BE49-F238E27FC236}">
                      <a16:creationId xmlns:a16="http://schemas.microsoft.com/office/drawing/2014/main" id="{71E72F2A-9014-402D-8549-D29640620DB6}"/>
                    </a:ext>
                  </a:extLst>
                </p14:cNvPr>
                <p14:cNvContentPartPr/>
                <p14:nvPr/>
              </p14:nvContentPartPr>
              <p14:xfrm>
                <a:off x="3436013" y="3650937"/>
                <a:ext cx="176400" cy="14400"/>
              </p14:xfrm>
            </p:contentPart>
          </mc:Choice>
          <mc:Fallback xmlns="">
            <p:pic>
              <p:nvPicPr>
                <p:cNvPr id="108609" name="Ink 108608">
                  <a:extLst>
                    <a:ext uri="{FF2B5EF4-FFF2-40B4-BE49-F238E27FC236}">
                      <a16:creationId xmlns:a16="http://schemas.microsoft.com/office/drawing/2014/main" id="{71E72F2A-9014-402D-8549-D29640620DB6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3427373" y="3642297"/>
                  <a:ext cx="19404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08613" name="Ink 108612">
                  <a:extLst>
                    <a:ext uri="{FF2B5EF4-FFF2-40B4-BE49-F238E27FC236}">
                      <a16:creationId xmlns:a16="http://schemas.microsoft.com/office/drawing/2014/main" id="{6A942999-2DAB-410D-892F-A53087D24315}"/>
                    </a:ext>
                  </a:extLst>
                </p14:cNvPr>
                <p14:cNvContentPartPr/>
                <p14:nvPr/>
              </p14:nvContentPartPr>
              <p14:xfrm>
                <a:off x="3444293" y="3649497"/>
                <a:ext cx="216720" cy="129240"/>
              </p14:xfrm>
            </p:contentPart>
          </mc:Choice>
          <mc:Fallback xmlns="">
            <p:pic>
              <p:nvPicPr>
                <p:cNvPr id="108613" name="Ink 108612">
                  <a:extLst>
                    <a:ext uri="{FF2B5EF4-FFF2-40B4-BE49-F238E27FC236}">
                      <a16:creationId xmlns:a16="http://schemas.microsoft.com/office/drawing/2014/main" id="{6A942999-2DAB-410D-892F-A53087D24315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3435653" y="3640857"/>
                  <a:ext cx="23436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08617" name="Ink 108616">
                  <a:extLst>
                    <a:ext uri="{FF2B5EF4-FFF2-40B4-BE49-F238E27FC236}">
                      <a16:creationId xmlns:a16="http://schemas.microsoft.com/office/drawing/2014/main" id="{6E7C39FA-3BEE-4E70-80F2-630AF10077E3}"/>
                    </a:ext>
                  </a:extLst>
                </p14:cNvPr>
                <p14:cNvContentPartPr/>
                <p14:nvPr/>
              </p14:nvContentPartPr>
              <p14:xfrm>
                <a:off x="3563453" y="3808257"/>
                <a:ext cx="73080" cy="95760"/>
              </p14:xfrm>
            </p:contentPart>
          </mc:Choice>
          <mc:Fallback xmlns="">
            <p:pic>
              <p:nvPicPr>
                <p:cNvPr id="108617" name="Ink 108616">
                  <a:extLst>
                    <a:ext uri="{FF2B5EF4-FFF2-40B4-BE49-F238E27FC236}">
                      <a16:creationId xmlns:a16="http://schemas.microsoft.com/office/drawing/2014/main" id="{6E7C39FA-3BEE-4E70-80F2-630AF10077E3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3554813" y="3799617"/>
                  <a:ext cx="9072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08634" name="Ink 108633">
                  <a:extLst>
                    <a:ext uri="{FF2B5EF4-FFF2-40B4-BE49-F238E27FC236}">
                      <a16:creationId xmlns:a16="http://schemas.microsoft.com/office/drawing/2014/main" id="{7CF08080-7B4C-40A0-927A-409749AB5B9E}"/>
                    </a:ext>
                  </a:extLst>
                </p14:cNvPr>
                <p14:cNvContentPartPr/>
                <p14:nvPr/>
              </p14:nvContentPartPr>
              <p14:xfrm>
                <a:off x="3585773" y="3774057"/>
                <a:ext cx="360" cy="360"/>
              </p14:xfrm>
            </p:contentPart>
          </mc:Choice>
          <mc:Fallback xmlns="">
            <p:pic>
              <p:nvPicPr>
                <p:cNvPr id="108634" name="Ink 108633">
                  <a:extLst>
                    <a:ext uri="{FF2B5EF4-FFF2-40B4-BE49-F238E27FC236}">
                      <a16:creationId xmlns:a16="http://schemas.microsoft.com/office/drawing/2014/main" id="{7CF08080-7B4C-40A0-927A-409749AB5B9E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3577133" y="3765057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08675" name="Ink 108674">
                  <a:extLst>
                    <a:ext uri="{FF2B5EF4-FFF2-40B4-BE49-F238E27FC236}">
                      <a16:creationId xmlns:a16="http://schemas.microsoft.com/office/drawing/2014/main" id="{083C2586-5384-414B-A937-117DD877ADDF}"/>
                    </a:ext>
                  </a:extLst>
                </p14:cNvPr>
                <p14:cNvContentPartPr/>
                <p14:nvPr/>
              </p14:nvContentPartPr>
              <p14:xfrm>
                <a:off x="3574973" y="3778377"/>
                <a:ext cx="21960" cy="13680"/>
              </p14:xfrm>
            </p:contentPart>
          </mc:Choice>
          <mc:Fallback xmlns="">
            <p:pic>
              <p:nvPicPr>
                <p:cNvPr id="108675" name="Ink 108674">
                  <a:extLst>
                    <a:ext uri="{FF2B5EF4-FFF2-40B4-BE49-F238E27FC236}">
                      <a16:creationId xmlns:a16="http://schemas.microsoft.com/office/drawing/2014/main" id="{083C2586-5384-414B-A937-117DD877ADDF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3566333" y="3769737"/>
                  <a:ext cx="396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08676" name="Ink 108675">
                  <a:extLst>
                    <a:ext uri="{FF2B5EF4-FFF2-40B4-BE49-F238E27FC236}">
                      <a16:creationId xmlns:a16="http://schemas.microsoft.com/office/drawing/2014/main" id="{9288D39A-93DC-4927-8B21-11C0B1D12096}"/>
                    </a:ext>
                  </a:extLst>
                </p14:cNvPr>
                <p14:cNvContentPartPr/>
                <p14:nvPr/>
              </p14:nvContentPartPr>
              <p14:xfrm>
                <a:off x="3573893" y="3783057"/>
                <a:ext cx="34200" cy="24120"/>
              </p14:xfrm>
            </p:contentPart>
          </mc:Choice>
          <mc:Fallback xmlns="">
            <p:pic>
              <p:nvPicPr>
                <p:cNvPr id="108676" name="Ink 108675">
                  <a:extLst>
                    <a:ext uri="{FF2B5EF4-FFF2-40B4-BE49-F238E27FC236}">
                      <a16:creationId xmlns:a16="http://schemas.microsoft.com/office/drawing/2014/main" id="{9288D39A-93DC-4927-8B21-11C0B1D12096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3564893" y="3774057"/>
                  <a:ext cx="5184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08677" name="Ink 108676">
                  <a:extLst>
                    <a:ext uri="{FF2B5EF4-FFF2-40B4-BE49-F238E27FC236}">
                      <a16:creationId xmlns:a16="http://schemas.microsoft.com/office/drawing/2014/main" id="{C69A1DCD-363A-46B3-A245-C3CF29E7099F}"/>
                    </a:ext>
                  </a:extLst>
                </p14:cNvPr>
                <p14:cNvContentPartPr/>
                <p14:nvPr/>
              </p14:nvContentPartPr>
              <p14:xfrm>
                <a:off x="3599813" y="3927057"/>
                <a:ext cx="196920" cy="1500840"/>
              </p14:xfrm>
            </p:contentPart>
          </mc:Choice>
          <mc:Fallback xmlns="">
            <p:pic>
              <p:nvPicPr>
                <p:cNvPr id="108677" name="Ink 108676">
                  <a:extLst>
                    <a:ext uri="{FF2B5EF4-FFF2-40B4-BE49-F238E27FC236}">
                      <a16:creationId xmlns:a16="http://schemas.microsoft.com/office/drawing/2014/main" id="{C69A1DCD-363A-46B3-A245-C3CF29E7099F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3591173" y="3918417"/>
                  <a:ext cx="214560" cy="151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08680" name="Ink 108679">
                  <a:extLst>
                    <a:ext uri="{FF2B5EF4-FFF2-40B4-BE49-F238E27FC236}">
                      <a16:creationId xmlns:a16="http://schemas.microsoft.com/office/drawing/2014/main" id="{9543FDBA-ED7F-4343-B3E7-EEEA86EE3868}"/>
                    </a:ext>
                  </a:extLst>
                </p14:cNvPr>
                <p14:cNvContentPartPr/>
                <p14:nvPr/>
              </p14:nvContentPartPr>
              <p14:xfrm>
                <a:off x="2621427" y="4326134"/>
                <a:ext cx="53280" cy="64080"/>
              </p14:xfrm>
            </p:contentPart>
          </mc:Choice>
          <mc:Fallback xmlns="">
            <p:pic>
              <p:nvPicPr>
                <p:cNvPr id="108680" name="Ink 108679">
                  <a:extLst>
                    <a:ext uri="{FF2B5EF4-FFF2-40B4-BE49-F238E27FC236}">
                      <a16:creationId xmlns:a16="http://schemas.microsoft.com/office/drawing/2014/main" id="{9543FDBA-ED7F-4343-B3E7-EEEA86EE3868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2612787" y="4317134"/>
                  <a:ext cx="7092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08681" name="Ink 108680">
                  <a:extLst>
                    <a:ext uri="{FF2B5EF4-FFF2-40B4-BE49-F238E27FC236}">
                      <a16:creationId xmlns:a16="http://schemas.microsoft.com/office/drawing/2014/main" id="{7559BEB9-EB90-4A92-8A21-DB510A65E32C}"/>
                    </a:ext>
                  </a:extLst>
                </p14:cNvPr>
                <p14:cNvContentPartPr/>
                <p14:nvPr/>
              </p14:nvContentPartPr>
              <p14:xfrm>
                <a:off x="2648787" y="4176014"/>
                <a:ext cx="1674360" cy="174600"/>
              </p14:xfrm>
            </p:contentPart>
          </mc:Choice>
          <mc:Fallback xmlns="">
            <p:pic>
              <p:nvPicPr>
                <p:cNvPr id="108681" name="Ink 108680">
                  <a:extLst>
                    <a:ext uri="{FF2B5EF4-FFF2-40B4-BE49-F238E27FC236}">
                      <a16:creationId xmlns:a16="http://schemas.microsoft.com/office/drawing/2014/main" id="{7559BEB9-EB90-4A92-8A21-DB510A65E32C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2640147" y="4167374"/>
                  <a:ext cx="169200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08683" name="Ink 108682">
                  <a:extLst>
                    <a:ext uri="{FF2B5EF4-FFF2-40B4-BE49-F238E27FC236}">
                      <a16:creationId xmlns:a16="http://schemas.microsoft.com/office/drawing/2014/main" id="{C603E436-E9D5-4017-B2BD-BAF052716F89}"/>
                    </a:ext>
                  </a:extLst>
                </p14:cNvPr>
                <p14:cNvContentPartPr/>
                <p14:nvPr/>
              </p14:nvContentPartPr>
              <p14:xfrm>
                <a:off x="1281507" y="4628894"/>
                <a:ext cx="61560" cy="88920"/>
              </p14:xfrm>
            </p:contentPart>
          </mc:Choice>
          <mc:Fallback xmlns="">
            <p:pic>
              <p:nvPicPr>
                <p:cNvPr id="108683" name="Ink 108682">
                  <a:extLst>
                    <a:ext uri="{FF2B5EF4-FFF2-40B4-BE49-F238E27FC236}">
                      <a16:creationId xmlns:a16="http://schemas.microsoft.com/office/drawing/2014/main" id="{C603E436-E9D5-4017-B2BD-BAF052716F89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272867" y="4620254"/>
                  <a:ext cx="7920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08684" name="Ink 108683">
                  <a:extLst>
                    <a:ext uri="{FF2B5EF4-FFF2-40B4-BE49-F238E27FC236}">
                      <a16:creationId xmlns:a16="http://schemas.microsoft.com/office/drawing/2014/main" id="{C40A7DD9-F959-4988-BF9E-E943F1BDDD98}"/>
                    </a:ext>
                  </a:extLst>
                </p14:cNvPr>
                <p14:cNvContentPartPr/>
                <p14:nvPr/>
              </p14:nvContentPartPr>
              <p14:xfrm>
                <a:off x="1344147" y="4390574"/>
                <a:ext cx="3069360" cy="318960"/>
              </p14:xfrm>
            </p:contentPart>
          </mc:Choice>
          <mc:Fallback xmlns="">
            <p:pic>
              <p:nvPicPr>
                <p:cNvPr id="108684" name="Ink 108683">
                  <a:extLst>
                    <a:ext uri="{FF2B5EF4-FFF2-40B4-BE49-F238E27FC236}">
                      <a16:creationId xmlns:a16="http://schemas.microsoft.com/office/drawing/2014/main" id="{C40A7DD9-F959-4988-BF9E-E943F1BDDD98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335507" y="4381934"/>
                  <a:ext cx="3087000" cy="33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08686" name="Ink 108685">
                  <a:extLst>
                    <a:ext uri="{FF2B5EF4-FFF2-40B4-BE49-F238E27FC236}">
                      <a16:creationId xmlns:a16="http://schemas.microsoft.com/office/drawing/2014/main" id="{2265A50E-31A5-41B2-9F86-FDBC802E10D8}"/>
                    </a:ext>
                  </a:extLst>
                </p14:cNvPr>
                <p14:cNvContentPartPr/>
                <p14:nvPr/>
              </p14:nvContentPartPr>
              <p14:xfrm>
                <a:off x="4286427" y="4045694"/>
                <a:ext cx="210240" cy="465480"/>
              </p14:xfrm>
            </p:contentPart>
          </mc:Choice>
          <mc:Fallback xmlns="">
            <p:pic>
              <p:nvPicPr>
                <p:cNvPr id="108686" name="Ink 108685">
                  <a:extLst>
                    <a:ext uri="{FF2B5EF4-FFF2-40B4-BE49-F238E27FC236}">
                      <a16:creationId xmlns:a16="http://schemas.microsoft.com/office/drawing/2014/main" id="{2265A50E-31A5-41B2-9F86-FDBC802E10D8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4277787" y="4036694"/>
                  <a:ext cx="227880" cy="48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08687" name="Ink 108686">
                  <a:extLst>
                    <a:ext uri="{FF2B5EF4-FFF2-40B4-BE49-F238E27FC236}">
                      <a16:creationId xmlns:a16="http://schemas.microsoft.com/office/drawing/2014/main" id="{ED292F6A-F78D-4401-A47C-D6259B9A9786}"/>
                    </a:ext>
                  </a:extLst>
                </p14:cNvPr>
                <p14:cNvContentPartPr/>
                <p14:nvPr/>
              </p14:nvContentPartPr>
              <p14:xfrm>
                <a:off x="4373547" y="4501454"/>
                <a:ext cx="139320" cy="12600"/>
              </p14:xfrm>
            </p:contentPart>
          </mc:Choice>
          <mc:Fallback xmlns="">
            <p:pic>
              <p:nvPicPr>
                <p:cNvPr id="108687" name="Ink 108686">
                  <a:extLst>
                    <a:ext uri="{FF2B5EF4-FFF2-40B4-BE49-F238E27FC236}">
                      <a16:creationId xmlns:a16="http://schemas.microsoft.com/office/drawing/2014/main" id="{ED292F6A-F78D-4401-A47C-D6259B9A9786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4364547" y="4492454"/>
                  <a:ext cx="15696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08688" name="Ink 108687">
                  <a:extLst>
                    <a:ext uri="{FF2B5EF4-FFF2-40B4-BE49-F238E27FC236}">
                      <a16:creationId xmlns:a16="http://schemas.microsoft.com/office/drawing/2014/main" id="{3A3F08BE-AE53-47DF-AC5D-2443ED319EBF}"/>
                    </a:ext>
                  </a:extLst>
                </p14:cNvPr>
                <p14:cNvContentPartPr/>
                <p14:nvPr/>
              </p14:nvContentPartPr>
              <p14:xfrm>
                <a:off x="4470747" y="4065494"/>
                <a:ext cx="273960" cy="455040"/>
              </p14:xfrm>
            </p:contentPart>
          </mc:Choice>
          <mc:Fallback xmlns="">
            <p:pic>
              <p:nvPicPr>
                <p:cNvPr id="108688" name="Ink 108687">
                  <a:extLst>
                    <a:ext uri="{FF2B5EF4-FFF2-40B4-BE49-F238E27FC236}">
                      <a16:creationId xmlns:a16="http://schemas.microsoft.com/office/drawing/2014/main" id="{3A3F08BE-AE53-47DF-AC5D-2443ED319EBF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4462107" y="4056854"/>
                  <a:ext cx="291600" cy="47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08690" name="Ink 108689">
                  <a:extLst>
                    <a:ext uri="{FF2B5EF4-FFF2-40B4-BE49-F238E27FC236}">
                      <a16:creationId xmlns:a16="http://schemas.microsoft.com/office/drawing/2014/main" id="{254EDE4F-6D3B-43CE-98FA-46EDC155AFF4}"/>
                    </a:ext>
                  </a:extLst>
                </p14:cNvPr>
                <p14:cNvContentPartPr/>
                <p14:nvPr/>
              </p14:nvContentPartPr>
              <p14:xfrm>
                <a:off x="4702227" y="4205534"/>
                <a:ext cx="626760" cy="48240"/>
              </p14:xfrm>
            </p:contentPart>
          </mc:Choice>
          <mc:Fallback xmlns="">
            <p:pic>
              <p:nvPicPr>
                <p:cNvPr id="108690" name="Ink 108689">
                  <a:extLst>
                    <a:ext uri="{FF2B5EF4-FFF2-40B4-BE49-F238E27FC236}">
                      <a16:creationId xmlns:a16="http://schemas.microsoft.com/office/drawing/2014/main" id="{254EDE4F-6D3B-43CE-98FA-46EDC155AFF4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4693587" y="4196534"/>
                  <a:ext cx="64440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08696" name="Ink 108695">
                  <a:extLst>
                    <a:ext uri="{FF2B5EF4-FFF2-40B4-BE49-F238E27FC236}">
                      <a16:creationId xmlns:a16="http://schemas.microsoft.com/office/drawing/2014/main" id="{EFDF0DBC-A013-4436-9E3D-04A628648561}"/>
                    </a:ext>
                  </a:extLst>
                </p14:cNvPr>
                <p14:cNvContentPartPr/>
                <p14:nvPr/>
              </p14:nvContentPartPr>
              <p14:xfrm>
                <a:off x="3348987" y="5104814"/>
                <a:ext cx="1128960" cy="78120"/>
              </p14:xfrm>
            </p:contentPart>
          </mc:Choice>
          <mc:Fallback xmlns="">
            <p:pic>
              <p:nvPicPr>
                <p:cNvPr id="108696" name="Ink 108695">
                  <a:extLst>
                    <a:ext uri="{FF2B5EF4-FFF2-40B4-BE49-F238E27FC236}">
                      <a16:creationId xmlns:a16="http://schemas.microsoft.com/office/drawing/2014/main" id="{EFDF0DBC-A013-4436-9E3D-04A628648561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3340347" y="5095814"/>
                  <a:ext cx="114660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08697" name="Ink 108696">
                  <a:extLst>
                    <a:ext uri="{FF2B5EF4-FFF2-40B4-BE49-F238E27FC236}">
                      <a16:creationId xmlns:a16="http://schemas.microsoft.com/office/drawing/2014/main" id="{02F6F4FE-CF07-446A-AA79-E12CB07D23F4}"/>
                    </a:ext>
                  </a:extLst>
                </p14:cNvPr>
                <p14:cNvContentPartPr/>
                <p14:nvPr/>
              </p14:nvContentPartPr>
              <p14:xfrm>
                <a:off x="4371387" y="4746974"/>
                <a:ext cx="180000" cy="432360"/>
              </p14:xfrm>
            </p:contentPart>
          </mc:Choice>
          <mc:Fallback xmlns="">
            <p:pic>
              <p:nvPicPr>
                <p:cNvPr id="108697" name="Ink 108696">
                  <a:extLst>
                    <a:ext uri="{FF2B5EF4-FFF2-40B4-BE49-F238E27FC236}">
                      <a16:creationId xmlns:a16="http://schemas.microsoft.com/office/drawing/2014/main" id="{02F6F4FE-CF07-446A-AA79-E12CB07D23F4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4362387" y="4737974"/>
                  <a:ext cx="197640" cy="45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08698" name="Ink 108697">
                  <a:extLst>
                    <a:ext uri="{FF2B5EF4-FFF2-40B4-BE49-F238E27FC236}">
                      <a16:creationId xmlns:a16="http://schemas.microsoft.com/office/drawing/2014/main" id="{DB2AF834-00D5-46B2-BA2F-1C488CC8D479}"/>
                    </a:ext>
                  </a:extLst>
                </p14:cNvPr>
                <p14:cNvContentPartPr/>
                <p14:nvPr/>
              </p14:nvContentPartPr>
              <p14:xfrm>
                <a:off x="4488027" y="5167094"/>
                <a:ext cx="117720" cy="21240"/>
              </p14:xfrm>
            </p:contentPart>
          </mc:Choice>
          <mc:Fallback xmlns="">
            <p:pic>
              <p:nvPicPr>
                <p:cNvPr id="108698" name="Ink 108697">
                  <a:extLst>
                    <a:ext uri="{FF2B5EF4-FFF2-40B4-BE49-F238E27FC236}">
                      <a16:creationId xmlns:a16="http://schemas.microsoft.com/office/drawing/2014/main" id="{DB2AF834-00D5-46B2-BA2F-1C488CC8D479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4479387" y="5158094"/>
                  <a:ext cx="13536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08699" name="Ink 108698">
                  <a:extLst>
                    <a:ext uri="{FF2B5EF4-FFF2-40B4-BE49-F238E27FC236}">
                      <a16:creationId xmlns:a16="http://schemas.microsoft.com/office/drawing/2014/main" id="{B79AD54A-1610-4EB4-8080-087037B7C22F}"/>
                    </a:ext>
                  </a:extLst>
                </p14:cNvPr>
                <p14:cNvContentPartPr/>
                <p14:nvPr/>
              </p14:nvContentPartPr>
              <p14:xfrm>
                <a:off x="4530507" y="4772174"/>
                <a:ext cx="262440" cy="400320"/>
              </p14:xfrm>
            </p:contentPart>
          </mc:Choice>
          <mc:Fallback xmlns="">
            <p:pic>
              <p:nvPicPr>
                <p:cNvPr id="108699" name="Ink 108698">
                  <a:extLst>
                    <a:ext uri="{FF2B5EF4-FFF2-40B4-BE49-F238E27FC236}">
                      <a16:creationId xmlns:a16="http://schemas.microsoft.com/office/drawing/2014/main" id="{B79AD54A-1610-4EB4-8080-087037B7C22F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4521507" y="4763174"/>
                  <a:ext cx="280080" cy="41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08700" name="Ink 108699">
                  <a:extLst>
                    <a:ext uri="{FF2B5EF4-FFF2-40B4-BE49-F238E27FC236}">
                      <a16:creationId xmlns:a16="http://schemas.microsoft.com/office/drawing/2014/main" id="{4EEECFA8-7AED-42C9-8E99-99BB33D61CA8}"/>
                    </a:ext>
                  </a:extLst>
                </p14:cNvPr>
                <p14:cNvContentPartPr/>
                <p14:nvPr/>
              </p14:nvContentPartPr>
              <p14:xfrm>
                <a:off x="4773147" y="4881974"/>
                <a:ext cx="738720" cy="72360"/>
              </p14:xfrm>
            </p:contentPart>
          </mc:Choice>
          <mc:Fallback xmlns="">
            <p:pic>
              <p:nvPicPr>
                <p:cNvPr id="108700" name="Ink 108699">
                  <a:extLst>
                    <a:ext uri="{FF2B5EF4-FFF2-40B4-BE49-F238E27FC236}">
                      <a16:creationId xmlns:a16="http://schemas.microsoft.com/office/drawing/2014/main" id="{4EEECFA8-7AED-42C9-8E99-99BB33D61CA8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4764147" y="4873334"/>
                  <a:ext cx="756360" cy="9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08703" name="Ink 108702">
                  <a:extLst>
                    <a:ext uri="{FF2B5EF4-FFF2-40B4-BE49-F238E27FC236}">
                      <a16:creationId xmlns:a16="http://schemas.microsoft.com/office/drawing/2014/main" id="{85D7841A-4DDC-4E25-9003-E06A65AD30F9}"/>
                    </a:ext>
                  </a:extLst>
                </p14:cNvPr>
                <p14:cNvContentPartPr/>
                <p14:nvPr/>
              </p14:nvContentPartPr>
              <p14:xfrm>
                <a:off x="1334067" y="5556254"/>
                <a:ext cx="3253320" cy="277560"/>
              </p14:xfrm>
            </p:contentPart>
          </mc:Choice>
          <mc:Fallback xmlns="">
            <p:pic>
              <p:nvPicPr>
                <p:cNvPr id="108703" name="Ink 108702">
                  <a:extLst>
                    <a:ext uri="{FF2B5EF4-FFF2-40B4-BE49-F238E27FC236}">
                      <a16:creationId xmlns:a16="http://schemas.microsoft.com/office/drawing/2014/main" id="{85D7841A-4DDC-4E25-9003-E06A65AD30F9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325067" y="5547614"/>
                  <a:ext cx="327096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08704" name="Ink 108703">
                  <a:extLst>
                    <a:ext uri="{FF2B5EF4-FFF2-40B4-BE49-F238E27FC236}">
                      <a16:creationId xmlns:a16="http://schemas.microsoft.com/office/drawing/2014/main" id="{B1F8D612-C164-41BD-B08D-60BF69F1719E}"/>
                    </a:ext>
                  </a:extLst>
                </p14:cNvPr>
                <p14:cNvContentPartPr/>
                <p14:nvPr/>
              </p14:nvContentPartPr>
              <p14:xfrm>
                <a:off x="4495227" y="5363654"/>
                <a:ext cx="164160" cy="385560"/>
              </p14:xfrm>
            </p:contentPart>
          </mc:Choice>
          <mc:Fallback xmlns="">
            <p:pic>
              <p:nvPicPr>
                <p:cNvPr id="108704" name="Ink 108703">
                  <a:extLst>
                    <a:ext uri="{FF2B5EF4-FFF2-40B4-BE49-F238E27FC236}">
                      <a16:creationId xmlns:a16="http://schemas.microsoft.com/office/drawing/2014/main" id="{B1F8D612-C164-41BD-B08D-60BF69F1719E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4486227" y="5354654"/>
                  <a:ext cx="181800" cy="40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08705" name="Ink 108704">
                  <a:extLst>
                    <a:ext uri="{FF2B5EF4-FFF2-40B4-BE49-F238E27FC236}">
                      <a16:creationId xmlns:a16="http://schemas.microsoft.com/office/drawing/2014/main" id="{E8400168-1E1F-4E49-B8DB-3B3FB08315FA}"/>
                    </a:ext>
                  </a:extLst>
                </p14:cNvPr>
                <p14:cNvContentPartPr/>
                <p14:nvPr/>
              </p14:nvContentPartPr>
              <p14:xfrm>
                <a:off x="4579827" y="5738414"/>
                <a:ext cx="117720" cy="24120"/>
              </p14:xfrm>
            </p:contentPart>
          </mc:Choice>
          <mc:Fallback xmlns="">
            <p:pic>
              <p:nvPicPr>
                <p:cNvPr id="108705" name="Ink 108704">
                  <a:extLst>
                    <a:ext uri="{FF2B5EF4-FFF2-40B4-BE49-F238E27FC236}">
                      <a16:creationId xmlns:a16="http://schemas.microsoft.com/office/drawing/2014/main" id="{E8400168-1E1F-4E49-B8DB-3B3FB08315FA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4571187" y="5729414"/>
                  <a:ext cx="1353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08708" name="Ink 108707">
                  <a:extLst>
                    <a:ext uri="{FF2B5EF4-FFF2-40B4-BE49-F238E27FC236}">
                      <a16:creationId xmlns:a16="http://schemas.microsoft.com/office/drawing/2014/main" id="{696085C8-DC57-4802-A9FD-5ED1FA9D27A0}"/>
                    </a:ext>
                  </a:extLst>
                </p14:cNvPr>
                <p14:cNvContentPartPr/>
                <p14:nvPr/>
              </p14:nvContentPartPr>
              <p14:xfrm>
                <a:off x="4645707" y="5374094"/>
                <a:ext cx="221760" cy="393480"/>
              </p14:xfrm>
            </p:contentPart>
          </mc:Choice>
          <mc:Fallback xmlns="">
            <p:pic>
              <p:nvPicPr>
                <p:cNvPr id="108708" name="Ink 108707">
                  <a:extLst>
                    <a:ext uri="{FF2B5EF4-FFF2-40B4-BE49-F238E27FC236}">
                      <a16:creationId xmlns:a16="http://schemas.microsoft.com/office/drawing/2014/main" id="{696085C8-DC57-4802-A9FD-5ED1FA9D27A0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4636707" y="5365094"/>
                  <a:ext cx="239400" cy="41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08709" name="Ink 108708">
                  <a:extLst>
                    <a:ext uri="{FF2B5EF4-FFF2-40B4-BE49-F238E27FC236}">
                      <a16:creationId xmlns:a16="http://schemas.microsoft.com/office/drawing/2014/main" id="{B3E07AD6-07D6-4BF7-9B15-EAA52A6BEC98}"/>
                    </a:ext>
                  </a:extLst>
                </p14:cNvPr>
                <p14:cNvContentPartPr/>
                <p14:nvPr/>
              </p14:nvContentPartPr>
              <p14:xfrm>
                <a:off x="4854147" y="5454374"/>
                <a:ext cx="754920" cy="92160"/>
              </p14:xfrm>
            </p:contentPart>
          </mc:Choice>
          <mc:Fallback xmlns="">
            <p:pic>
              <p:nvPicPr>
                <p:cNvPr id="108709" name="Ink 108708">
                  <a:extLst>
                    <a:ext uri="{FF2B5EF4-FFF2-40B4-BE49-F238E27FC236}">
                      <a16:creationId xmlns:a16="http://schemas.microsoft.com/office/drawing/2014/main" id="{B3E07AD6-07D6-4BF7-9B15-EAA52A6BEC98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4845147" y="5445734"/>
                  <a:ext cx="77256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08711" name="Ink 108710">
                  <a:extLst>
                    <a:ext uri="{FF2B5EF4-FFF2-40B4-BE49-F238E27FC236}">
                      <a16:creationId xmlns:a16="http://schemas.microsoft.com/office/drawing/2014/main" id="{140CC20E-D192-4A35-9BAC-E8A63A5B77A5}"/>
                    </a:ext>
                  </a:extLst>
                </p14:cNvPr>
                <p14:cNvContentPartPr/>
                <p14:nvPr/>
              </p14:nvContentPartPr>
              <p14:xfrm>
                <a:off x="3312627" y="5111294"/>
                <a:ext cx="70920" cy="98640"/>
              </p14:xfrm>
            </p:contentPart>
          </mc:Choice>
          <mc:Fallback xmlns="">
            <p:pic>
              <p:nvPicPr>
                <p:cNvPr id="108711" name="Ink 108710">
                  <a:extLst>
                    <a:ext uri="{FF2B5EF4-FFF2-40B4-BE49-F238E27FC236}">
                      <a16:creationId xmlns:a16="http://schemas.microsoft.com/office/drawing/2014/main" id="{140CC20E-D192-4A35-9BAC-E8A63A5B77A5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3303987" y="5102654"/>
                  <a:ext cx="8856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08712" name="Ink 108711">
                  <a:extLst>
                    <a:ext uri="{FF2B5EF4-FFF2-40B4-BE49-F238E27FC236}">
                      <a16:creationId xmlns:a16="http://schemas.microsoft.com/office/drawing/2014/main" id="{19A8BA44-01CF-4B15-850A-8F6D85BF8CC2}"/>
                    </a:ext>
                  </a:extLst>
                </p14:cNvPr>
                <p14:cNvContentPartPr/>
                <p14:nvPr/>
              </p14:nvContentPartPr>
              <p14:xfrm>
                <a:off x="2591547" y="4314974"/>
                <a:ext cx="95400" cy="99000"/>
              </p14:xfrm>
            </p:contentPart>
          </mc:Choice>
          <mc:Fallback xmlns="">
            <p:pic>
              <p:nvPicPr>
                <p:cNvPr id="108712" name="Ink 108711">
                  <a:extLst>
                    <a:ext uri="{FF2B5EF4-FFF2-40B4-BE49-F238E27FC236}">
                      <a16:creationId xmlns:a16="http://schemas.microsoft.com/office/drawing/2014/main" id="{19A8BA44-01CF-4B15-850A-8F6D85BF8CC2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2582907" y="4306334"/>
                  <a:ext cx="11304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08713" name="Ink 108712">
                  <a:extLst>
                    <a:ext uri="{FF2B5EF4-FFF2-40B4-BE49-F238E27FC236}">
                      <a16:creationId xmlns:a16="http://schemas.microsoft.com/office/drawing/2014/main" id="{CB8C1A16-6F8D-478B-B075-02E114E834D6}"/>
                    </a:ext>
                  </a:extLst>
                </p14:cNvPr>
                <p14:cNvContentPartPr/>
                <p14:nvPr/>
              </p14:nvContentPartPr>
              <p14:xfrm>
                <a:off x="1287267" y="4682174"/>
                <a:ext cx="70560" cy="81360"/>
              </p14:xfrm>
            </p:contentPart>
          </mc:Choice>
          <mc:Fallback xmlns="">
            <p:pic>
              <p:nvPicPr>
                <p:cNvPr id="108713" name="Ink 108712">
                  <a:extLst>
                    <a:ext uri="{FF2B5EF4-FFF2-40B4-BE49-F238E27FC236}">
                      <a16:creationId xmlns:a16="http://schemas.microsoft.com/office/drawing/2014/main" id="{CB8C1A16-6F8D-478B-B075-02E114E834D6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278627" y="4673174"/>
                  <a:ext cx="8820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08716" name="Ink 108715">
                  <a:extLst>
                    <a:ext uri="{FF2B5EF4-FFF2-40B4-BE49-F238E27FC236}">
                      <a16:creationId xmlns:a16="http://schemas.microsoft.com/office/drawing/2014/main" id="{1668952A-57C4-48F9-8725-A3D907B0BA6B}"/>
                    </a:ext>
                  </a:extLst>
                </p14:cNvPr>
                <p14:cNvContentPartPr/>
                <p14:nvPr/>
              </p14:nvContentPartPr>
              <p14:xfrm>
                <a:off x="5433747" y="4417214"/>
                <a:ext cx="407880" cy="460800"/>
              </p14:xfrm>
            </p:contentPart>
          </mc:Choice>
          <mc:Fallback xmlns="">
            <p:pic>
              <p:nvPicPr>
                <p:cNvPr id="108716" name="Ink 108715">
                  <a:extLst>
                    <a:ext uri="{FF2B5EF4-FFF2-40B4-BE49-F238E27FC236}">
                      <a16:creationId xmlns:a16="http://schemas.microsoft.com/office/drawing/2014/main" id="{1668952A-57C4-48F9-8725-A3D907B0BA6B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5424747" y="4408574"/>
                  <a:ext cx="425520" cy="47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08717" name="Ink 108716">
                  <a:extLst>
                    <a:ext uri="{FF2B5EF4-FFF2-40B4-BE49-F238E27FC236}">
                      <a16:creationId xmlns:a16="http://schemas.microsoft.com/office/drawing/2014/main" id="{8D713A60-9C0E-4738-BD98-7EE0D30D365D}"/>
                    </a:ext>
                  </a:extLst>
                </p14:cNvPr>
                <p14:cNvContentPartPr/>
                <p14:nvPr/>
              </p14:nvContentPartPr>
              <p14:xfrm>
                <a:off x="5309547" y="4170614"/>
                <a:ext cx="471600" cy="30960"/>
              </p14:xfrm>
            </p:contentPart>
          </mc:Choice>
          <mc:Fallback xmlns="">
            <p:pic>
              <p:nvPicPr>
                <p:cNvPr id="108717" name="Ink 108716">
                  <a:extLst>
                    <a:ext uri="{FF2B5EF4-FFF2-40B4-BE49-F238E27FC236}">
                      <a16:creationId xmlns:a16="http://schemas.microsoft.com/office/drawing/2014/main" id="{8D713A60-9C0E-4738-BD98-7EE0D30D365D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5300907" y="4161614"/>
                  <a:ext cx="48924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08718" name="Ink 108717">
                  <a:extLst>
                    <a:ext uri="{FF2B5EF4-FFF2-40B4-BE49-F238E27FC236}">
                      <a16:creationId xmlns:a16="http://schemas.microsoft.com/office/drawing/2014/main" id="{B62F2EF2-EB7A-4E3A-A589-38D5F5272F8A}"/>
                    </a:ext>
                  </a:extLst>
                </p14:cNvPr>
                <p14:cNvContentPartPr/>
                <p14:nvPr/>
              </p14:nvContentPartPr>
              <p14:xfrm>
                <a:off x="5572347" y="4021574"/>
                <a:ext cx="598320" cy="623160"/>
              </p14:xfrm>
            </p:contentPart>
          </mc:Choice>
          <mc:Fallback xmlns="">
            <p:pic>
              <p:nvPicPr>
                <p:cNvPr id="108718" name="Ink 108717">
                  <a:extLst>
                    <a:ext uri="{FF2B5EF4-FFF2-40B4-BE49-F238E27FC236}">
                      <a16:creationId xmlns:a16="http://schemas.microsoft.com/office/drawing/2014/main" id="{B62F2EF2-EB7A-4E3A-A589-38D5F5272F8A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5563707" y="4012934"/>
                  <a:ext cx="615960" cy="64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08719" name="Ink 108718">
                  <a:extLst>
                    <a:ext uri="{FF2B5EF4-FFF2-40B4-BE49-F238E27FC236}">
                      <a16:creationId xmlns:a16="http://schemas.microsoft.com/office/drawing/2014/main" id="{B149F59F-FB15-41EB-983A-81CFF68E4C21}"/>
                    </a:ext>
                  </a:extLst>
                </p14:cNvPr>
                <p14:cNvContentPartPr/>
                <p14:nvPr/>
              </p14:nvContentPartPr>
              <p14:xfrm>
                <a:off x="5604747" y="3991334"/>
                <a:ext cx="573480" cy="288000"/>
              </p14:xfrm>
            </p:contentPart>
          </mc:Choice>
          <mc:Fallback xmlns="">
            <p:pic>
              <p:nvPicPr>
                <p:cNvPr id="108719" name="Ink 108718">
                  <a:extLst>
                    <a:ext uri="{FF2B5EF4-FFF2-40B4-BE49-F238E27FC236}">
                      <a16:creationId xmlns:a16="http://schemas.microsoft.com/office/drawing/2014/main" id="{B149F59F-FB15-41EB-983A-81CFF68E4C21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5595747" y="3982694"/>
                  <a:ext cx="591120" cy="30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08720" name="Ink 108719">
                  <a:extLst>
                    <a:ext uri="{FF2B5EF4-FFF2-40B4-BE49-F238E27FC236}">
                      <a16:creationId xmlns:a16="http://schemas.microsoft.com/office/drawing/2014/main" id="{3359A39B-67CD-46FF-8B9A-6DD06511A432}"/>
                    </a:ext>
                  </a:extLst>
                </p14:cNvPr>
                <p14:cNvContentPartPr/>
                <p14:nvPr/>
              </p14:nvContentPartPr>
              <p14:xfrm>
                <a:off x="6186867" y="4212014"/>
                <a:ext cx="567360" cy="73080"/>
              </p14:xfrm>
            </p:contentPart>
          </mc:Choice>
          <mc:Fallback xmlns="">
            <p:pic>
              <p:nvPicPr>
                <p:cNvPr id="108720" name="Ink 108719">
                  <a:extLst>
                    <a:ext uri="{FF2B5EF4-FFF2-40B4-BE49-F238E27FC236}">
                      <a16:creationId xmlns:a16="http://schemas.microsoft.com/office/drawing/2014/main" id="{3359A39B-67CD-46FF-8B9A-6DD06511A432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6177867" y="4203014"/>
                  <a:ext cx="58500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08722" name="Ink 108721">
                  <a:extLst>
                    <a:ext uri="{FF2B5EF4-FFF2-40B4-BE49-F238E27FC236}">
                      <a16:creationId xmlns:a16="http://schemas.microsoft.com/office/drawing/2014/main" id="{D79F3AB2-5F75-472C-813F-6B9DB7B67F77}"/>
                    </a:ext>
                  </a:extLst>
                </p14:cNvPr>
                <p14:cNvContentPartPr/>
                <p14:nvPr/>
              </p14:nvContentPartPr>
              <p14:xfrm>
                <a:off x="6380907" y="3754094"/>
                <a:ext cx="90720" cy="312120"/>
              </p14:xfrm>
            </p:contentPart>
          </mc:Choice>
          <mc:Fallback xmlns="">
            <p:pic>
              <p:nvPicPr>
                <p:cNvPr id="108722" name="Ink 108721">
                  <a:extLst>
                    <a:ext uri="{FF2B5EF4-FFF2-40B4-BE49-F238E27FC236}">
                      <a16:creationId xmlns:a16="http://schemas.microsoft.com/office/drawing/2014/main" id="{D79F3AB2-5F75-472C-813F-6B9DB7B67F77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6371907" y="3745454"/>
                  <a:ext cx="108360" cy="32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08723" name="Ink 108722">
                  <a:extLst>
                    <a:ext uri="{FF2B5EF4-FFF2-40B4-BE49-F238E27FC236}">
                      <a16:creationId xmlns:a16="http://schemas.microsoft.com/office/drawing/2014/main" id="{E6D18E94-55C5-4669-BD17-03F892505FC8}"/>
                    </a:ext>
                  </a:extLst>
                </p14:cNvPr>
                <p14:cNvContentPartPr/>
                <p14:nvPr/>
              </p14:nvContentPartPr>
              <p14:xfrm>
                <a:off x="6352107" y="3933734"/>
                <a:ext cx="133200" cy="40680"/>
              </p14:xfrm>
            </p:contentPart>
          </mc:Choice>
          <mc:Fallback xmlns="">
            <p:pic>
              <p:nvPicPr>
                <p:cNvPr id="108723" name="Ink 108722">
                  <a:extLst>
                    <a:ext uri="{FF2B5EF4-FFF2-40B4-BE49-F238E27FC236}">
                      <a16:creationId xmlns:a16="http://schemas.microsoft.com/office/drawing/2014/main" id="{E6D18E94-55C5-4669-BD17-03F892505FC8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6343107" y="3925094"/>
                  <a:ext cx="15084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08724" name="Ink 108723">
                  <a:extLst>
                    <a:ext uri="{FF2B5EF4-FFF2-40B4-BE49-F238E27FC236}">
                      <a16:creationId xmlns:a16="http://schemas.microsoft.com/office/drawing/2014/main" id="{37E3FABD-E587-43E6-96C3-AD5F6FCAA39B}"/>
                    </a:ext>
                  </a:extLst>
                </p14:cNvPr>
                <p14:cNvContentPartPr/>
                <p14:nvPr/>
              </p14:nvContentPartPr>
              <p14:xfrm>
                <a:off x="6515907" y="3911414"/>
                <a:ext cx="41760" cy="158040"/>
              </p14:xfrm>
            </p:contentPart>
          </mc:Choice>
          <mc:Fallback xmlns="">
            <p:pic>
              <p:nvPicPr>
                <p:cNvPr id="108724" name="Ink 108723">
                  <a:extLst>
                    <a:ext uri="{FF2B5EF4-FFF2-40B4-BE49-F238E27FC236}">
                      <a16:creationId xmlns:a16="http://schemas.microsoft.com/office/drawing/2014/main" id="{37E3FABD-E587-43E6-96C3-AD5F6FCAA39B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6507267" y="3902774"/>
                  <a:ext cx="5940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08726" name="Ink 108725">
                  <a:extLst>
                    <a:ext uri="{FF2B5EF4-FFF2-40B4-BE49-F238E27FC236}">
                      <a16:creationId xmlns:a16="http://schemas.microsoft.com/office/drawing/2014/main" id="{10B9DE4B-FE3C-4FB5-B46D-1745DC4520DC}"/>
                    </a:ext>
                  </a:extLst>
                </p14:cNvPr>
                <p14:cNvContentPartPr/>
                <p14:nvPr/>
              </p14:nvContentPartPr>
              <p14:xfrm>
                <a:off x="4996347" y="4190054"/>
                <a:ext cx="68400" cy="98640"/>
              </p14:xfrm>
            </p:contentPart>
          </mc:Choice>
          <mc:Fallback xmlns="">
            <p:pic>
              <p:nvPicPr>
                <p:cNvPr id="108726" name="Ink 108725">
                  <a:extLst>
                    <a:ext uri="{FF2B5EF4-FFF2-40B4-BE49-F238E27FC236}">
                      <a16:creationId xmlns:a16="http://schemas.microsoft.com/office/drawing/2014/main" id="{10B9DE4B-FE3C-4FB5-B46D-1745DC4520DC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4987347" y="4181414"/>
                  <a:ext cx="8604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08727" name="Ink 108726">
                  <a:extLst>
                    <a:ext uri="{FF2B5EF4-FFF2-40B4-BE49-F238E27FC236}">
                      <a16:creationId xmlns:a16="http://schemas.microsoft.com/office/drawing/2014/main" id="{30FF3571-FA99-40D4-A216-344985C7A6CE}"/>
                    </a:ext>
                  </a:extLst>
                </p14:cNvPr>
                <p14:cNvContentPartPr/>
                <p14:nvPr/>
              </p14:nvContentPartPr>
              <p14:xfrm>
                <a:off x="5035227" y="4274654"/>
                <a:ext cx="144000" cy="840600"/>
              </p14:xfrm>
            </p:contentPart>
          </mc:Choice>
          <mc:Fallback xmlns="">
            <p:pic>
              <p:nvPicPr>
                <p:cNvPr id="108727" name="Ink 108726">
                  <a:extLst>
                    <a:ext uri="{FF2B5EF4-FFF2-40B4-BE49-F238E27FC236}">
                      <a16:creationId xmlns:a16="http://schemas.microsoft.com/office/drawing/2014/main" id="{30FF3571-FA99-40D4-A216-344985C7A6CE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5026227" y="4265654"/>
                  <a:ext cx="161640" cy="85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08731" name="Ink 108730">
                  <a:extLst>
                    <a:ext uri="{FF2B5EF4-FFF2-40B4-BE49-F238E27FC236}">
                      <a16:creationId xmlns:a16="http://schemas.microsoft.com/office/drawing/2014/main" id="{141641B8-B7FA-45A9-B43B-4C79905A48D7}"/>
                    </a:ext>
                  </a:extLst>
                </p14:cNvPr>
                <p14:cNvContentPartPr/>
                <p14:nvPr/>
              </p14:nvContentPartPr>
              <p14:xfrm>
                <a:off x="5589267" y="5438534"/>
                <a:ext cx="380880" cy="28080"/>
              </p14:xfrm>
            </p:contentPart>
          </mc:Choice>
          <mc:Fallback xmlns="">
            <p:pic>
              <p:nvPicPr>
                <p:cNvPr id="108731" name="Ink 108730">
                  <a:extLst>
                    <a:ext uri="{FF2B5EF4-FFF2-40B4-BE49-F238E27FC236}">
                      <a16:creationId xmlns:a16="http://schemas.microsoft.com/office/drawing/2014/main" id="{141641B8-B7FA-45A9-B43B-4C79905A48D7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5580627" y="5429534"/>
                  <a:ext cx="39852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08732" name="Ink 108731">
                  <a:extLst>
                    <a:ext uri="{FF2B5EF4-FFF2-40B4-BE49-F238E27FC236}">
                      <a16:creationId xmlns:a16="http://schemas.microsoft.com/office/drawing/2014/main" id="{F3C75BDE-15E3-4C9A-B40D-1380684C8A05}"/>
                    </a:ext>
                  </a:extLst>
                </p14:cNvPr>
                <p14:cNvContentPartPr/>
                <p14:nvPr/>
              </p14:nvContentPartPr>
              <p14:xfrm>
                <a:off x="5147547" y="5094734"/>
                <a:ext cx="786240" cy="99360"/>
              </p14:xfrm>
            </p:contentPart>
          </mc:Choice>
          <mc:Fallback xmlns="">
            <p:pic>
              <p:nvPicPr>
                <p:cNvPr id="108732" name="Ink 108731">
                  <a:extLst>
                    <a:ext uri="{FF2B5EF4-FFF2-40B4-BE49-F238E27FC236}">
                      <a16:creationId xmlns:a16="http://schemas.microsoft.com/office/drawing/2014/main" id="{F3C75BDE-15E3-4C9A-B40D-1380684C8A05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138547" y="5086094"/>
                  <a:ext cx="80388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08733" name="Ink 108732">
                  <a:extLst>
                    <a:ext uri="{FF2B5EF4-FFF2-40B4-BE49-F238E27FC236}">
                      <a16:creationId xmlns:a16="http://schemas.microsoft.com/office/drawing/2014/main" id="{BAE67087-8D29-4EF2-A4BF-A6E5C6C63324}"/>
                    </a:ext>
                  </a:extLst>
                </p14:cNvPr>
                <p14:cNvContentPartPr/>
                <p14:nvPr/>
              </p14:nvContentPartPr>
              <p14:xfrm>
                <a:off x="5821467" y="4989254"/>
                <a:ext cx="490320" cy="612000"/>
              </p14:xfrm>
            </p:contentPart>
          </mc:Choice>
          <mc:Fallback xmlns="">
            <p:pic>
              <p:nvPicPr>
                <p:cNvPr id="108733" name="Ink 108732">
                  <a:extLst>
                    <a:ext uri="{FF2B5EF4-FFF2-40B4-BE49-F238E27FC236}">
                      <a16:creationId xmlns:a16="http://schemas.microsoft.com/office/drawing/2014/main" id="{BAE67087-8D29-4EF2-A4BF-A6E5C6C63324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5812827" y="4980254"/>
                  <a:ext cx="507960" cy="62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08735" name="Ink 108734">
                  <a:extLst>
                    <a:ext uri="{FF2B5EF4-FFF2-40B4-BE49-F238E27FC236}">
                      <a16:creationId xmlns:a16="http://schemas.microsoft.com/office/drawing/2014/main" id="{F8CADF86-F8F2-4AB4-A2E0-EDE414E0463C}"/>
                    </a:ext>
                  </a:extLst>
                </p14:cNvPr>
                <p14:cNvContentPartPr/>
                <p14:nvPr/>
              </p14:nvContentPartPr>
              <p14:xfrm>
                <a:off x="5826147" y="4973414"/>
                <a:ext cx="528120" cy="276840"/>
              </p14:xfrm>
            </p:contentPart>
          </mc:Choice>
          <mc:Fallback xmlns="">
            <p:pic>
              <p:nvPicPr>
                <p:cNvPr id="108735" name="Ink 108734">
                  <a:extLst>
                    <a:ext uri="{FF2B5EF4-FFF2-40B4-BE49-F238E27FC236}">
                      <a16:creationId xmlns:a16="http://schemas.microsoft.com/office/drawing/2014/main" id="{F8CADF86-F8F2-4AB4-A2E0-EDE414E0463C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5817507" y="4964774"/>
                  <a:ext cx="54576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08736" name="Ink 108735">
                  <a:extLst>
                    <a:ext uri="{FF2B5EF4-FFF2-40B4-BE49-F238E27FC236}">
                      <a16:creationId xmlns:a16="http://schemas.microsoft.com/office/drawing/2014/main" id="{3E7117ED-2B70-45A1-AA12-27D5F5BDF267}"/>
                    </a:ext>
                  </a:extLst>
                </p14:cNvPr>
                <p14:cNvContentPartPr/>
                <p14:nvPr/>
              </p14:nvContentPartPr>
              <p14:xfrm>
                <a:off x="6315027" y="5147294"/>
                <a:ext cx="698040" cy="102960"/>
              </p14:xfrm>
            </p:contentPart>
          </mc:Choice>
          <mc:Fallback xmlns="">
            <p:pic>
              <p:nvPicPr>
                <p:cNvPr id="108736" name="Ink 108735">
                  <a:extLst>
                    <a:ext uri="{FF2B5EF4-FFF2-40B4-BE49-F238E27FC236}">
                      <a16:creationId xmlns:a16="http://schemas.microsoft.com/office/drawing/2014/main" id="{3E7117ED-2B70-45A1-AA12-27D5F5BDF267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6306387" y="5138654"/>
                  <a:ext cx="71568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08737" name="Ink 108736">
                  <a:extLst>
                    <a:ext uri="{FF2B5EF4-FFF2-40B4-BE49-F238E27FC236}">
                      <a16:creationId xmlns:a16="http://schemas.microsoft.com/office/drawing/2014/main" id="{325B7EFF-69EE-457B-9ACF-26BB6C7EC025}"/>
                    </a:ext>
                  </a:extLst>
                </p14:cNvPr>
                <p14:cNvContentPartPr/>
                <p14:nvPr/>
              </p14:nvContentPartPr>
              <p14:xfrm>
                <a:off x="6714987" y="4679294"/>
                <a:ext cx="82800" cy="376560"/>
              </p14:xfrm>
            </p:contentPart>
          </mc:Choice>
          <mc:Fallback xmlns="">
            <p:pic>
              <p:nvPicPr>
                <p:cNvPr id="108737" name="Ink 108736">
                  <a:extLst>
                    <a:ext uri="{FF2B5EF4-FFF2-40B4-BE49-F238E27FC236}">
                      <a16:creationId xmlns:a16="http://schemas.microsoft.com/office/drawing/2014/main" id="{325B7EFF-69EE-457B-9ACF-26BB6C7EC025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6705987" y="4670654"/>
                  <a:ext cx="100440" cy="39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08738" name="Ink 108737">
                  <a:extLst>
                    <a:ext uri="{FF2B5EF4-FFF2-40B4-BE49-F238E27FC236}">
                      <a16:creationId xmlns:a16="http://schemas.microsoft.com/office/drawing/2014/main" id="{3B9156AA-B151-429B-9A64-CA9B7D44D543}"/>
                    </a:ext>
                  </a:extLst>
                </p14:cNvPr>
                <p14:cNvContentPartPr/>
                <p14:nvPr/>
              </p14:nvContentPartPr>
              <p14:xfrm>
                <a:off x="6659547" y="4910414"/>
                <a:ext cx="176400" cy="24480"/>
              </p14:xfrm>
            </p:contentPart>
          </mc:Choice>
          <mc:Fallback xmlns="">
            <p:pic>
              <p:nvPicPr>
                <p:cNvPr id="108738" name="Ink 108737">
                  <a:extLst>
                    <a:ext uri="{FF2B5EF4-FFF2-40B4-BE49-F238E27FC236}">
                      <a16:creationId xmlns:a16="http://schemas.microsoft.com/office/drawing/2014/main" id="{3B9156AA-B151-429B-9A64-CA9B7D44D543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6650547" y="4901414"/>
                  <a:ext cx="19404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08739" name="Ink 108738">
                  <a:extLst>
                    <a:ext uri="{FF2B5EF4-FFF2-40B4-BE49-F238E27FC236}">
                      <a16:creationId xmlns:a16="http://schemas.microsoft.com/office/drawing/2014/main" id="{FD9E9A10-E92B-48AE-89C2-04092BED6FD4}"/>
                    </a:ext>
                  </a:extLst>
                </p14:cNvPr>
                <p14:cNvContentPartPr/>
                <p14:nvPr/>
              </p14:nvContentPartPr>
              <p14:xfrm>
                <a:off x="6869787" y="4880534"/>
                <a:ext cx="141840" cy="153360"/>
              </p14:xfrm>
            </p:contentPart>
          </mc:Choice>
          <mc:Fallback xmlns="">
            <p:pic>
              <p:nvPicPr>
                <p:cNvPr id="108739" name="Ink 108738">
                  <a:extLst>
                    <a:ext uri="{FF2B5EF4-FFF2-40B4-BE49-F238E27FC236}">
                      <a16:creationId xmlns:a16="http://schemas.microsoft.com/office/drawing/2014/main" id="{FD9E9A10-E92B-48AE-89C2-04092BED6FD4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6861147" y="4871534"/>
                  <a:ext cx="15948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08744" name="Ink 108743">
                  <a:extLst>
                    <a:ext uri="{FF2B5EF4-FFF2-40B4-BE49-F238E27FC236}">
                      <a16:creationId xmlns:a16="http://schemas.microsoft.com/office/drawing/2014/main" id="{0AC86BA7-2756-4227-A9B2-0DF17BEE9555}"/>
                    </a:ext>
                  </a:extLst>
                </p14:cNvPr>
                <p14:cNvContentPartPr/>
                <p14:nvPr/>
              </p14:nvContentPartPr>
              <p14:xfrm>
                <a:off x="4977267" y="4212734"/>
                <a:ext cx="90000" cy="82440"/>
              </p14:xfrm>
            </p:contentPart>
          </mc:Choice>
          <mc:Fallback xmlns="">
            <p:pic>
              <p:nvPicPr>
                <p:cNvPr id="108744" name="Ink 108743">
                  <a:extLst>
                    <a:ext uri="{FF2B5EF4-FFF2-40B4-BE49-F238E27FC236}">
                      <a16:creationId xmlns:a16="http://schemas.microsoft.com/office/drawing/2014/main" id="{0AC86BA7-2756-4227-A9B2-0DF17BEE9555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4968267" y="4203734"/>
                  <a:ext cx="10764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08745" name="Ink 108744">
                  <a:extLst>
                    <a:ext uri="{FF2B5EF4-FFF2-40B4-BE49-F238E27FC236}">
                      <a16:creationId xmlns:a16="http://schemas.microsoft.com/office/drawing/2014/main" id="{928C0DD8-1E69-4F74-B352-9B7266503649}"/>
                    </a:ext>
                  </a:extLst>
                </p14:cNvPr>
                <p14:cNvContentPartPr/>
                <p14:nvPr/>
              </p14:nvContentPartPr>
              <p14:xfrm>
                <a:off x="4956027" y="4204814"/>
                <a:ext cx="95040" cy="77760"/>
              </p14:xfrm>
            </p:contentPart>
          </mc:Choice>
          <mc:Fallback xmlns="">
            <p:pic>
              <p:nvPicPr>
                <p:cNvPr id="108745" name="Ink 108744">
                  <a:extLst>
                    <a:ext uri="{FF2B5EF4-FFF2-40B4-BE49-F238E27FC236}">
                      <a16:creationId xmlns:a16="http://schemas.microsoft.com/office/drawing/2014/main" id="{928C0DD8-1E69-4F74-B352-9B7266503649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4947387" y="4196174"/>
                  <a:ext cx="11268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08747" name="Ink 108746">
                  <a:extLst>
                    <a:ext uri="{FF2B5EF4-FFF2-40B4-BE49-F238E27FC236}">
                      <a16:creationId xmlns:a16="http://schemas.microsoft.com/office/drawing/2014/main" id="{777F9EC2-C4EC-4BF6-8FF1-7F8BED0605B0}"/>
                    </a:ext>
                  </a:extLst>
                </p14:cNvPr>
                <p14:cNvContentPartPr/>
                <p14:nvPr/>
              </p14:nvContentPartPr>
              <p14:xfrm>
                <a:off x="3296067" y="5103374"/>
                <a:ext cx="67320" cy="81720"/>
              </p14:xfrm>
            </p:contentPart>
          </mc:Choice>
          <mc:Fallback xmlns="">
            <p:pic>
              <p:nvPicPr>
                <p:cNvPr id="108747" name="Ink 108746">
                  <a:extLst>
                    <a:ext uri="{FF2B5EF4-FFF2-40B4-BE49-F238E27FC236}">
                      <a16:creationId xmlns:a16="http://schemas.microsoft.com/office/drawing/2014/main" id="{777F9EC2-C4EC-4BF6-8FF1-7F8BED0605B0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3287067" y="5094374"/>
                  <a:ext cx="8496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08748" name="Ink 108747">
                  <a:extLst>
                    <a:ext uri="{FF2B5EF4-FFF2-40B4-BE49-F238E27FC236}">
                      <a16:creationId xmlns:a16="http://schemas.microsoft.com/office/drawing/2014/main" id="{DD2EE385-976C-4E3F-9F66-E26C05C5881F}"/>
                    </a:ext>
                  </a:extLst>
                </p14:cNvPr>
                <p14:cNvContentPartPr/>
                <p14:nvPr/>
              </p14:nvContentPartPr>
              <p14:xfrm>
                <a:off x="3796107" y="5480294"/>
                <a:ext cx="57960" cy="69120"/>
              </p14:xfrm>
            </p:contentPart>
          </mc:Choice>
          <mc:Fallback xmlns="">
            <p:pic>
              <p:nvPicPr>
                <p:cNvPr id="108748" name="Ink 108747">
                  <a:extLst>
                    <a:ext uri="{FF2B5EF4-FFF2-40B4-BE49-F238E27FC236}">
                      <a16:creationId xmlns:a16="http://schemas.microsoft.com/office/drawing/2014/main" id="{DD2EE385-976C-4E3F-9F66-E26C05C5881F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3787107" y="5471654"/>
                  <a:ext cx="7560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08749" name="Ink 108748">
                  <a:extLst>
                    <a:ext uri="{FF2B5EF4-FFF2-40B4-BE49-F238E27FC236}">
                      <a16:creationId xmlns:a16="http://schemas.microsoft.com/office/drawing/2014/main" id="{D7375257-2C71-45A1-8E3A-055D69C79295}"/>
                    </a:ext>
                  </a:extLst>
                </p14:cNvPr>
                <p14:cNvContentPartPr/>
                <p14:nvPr/>
              </p14:nvContentPartPr>
              <p14:xfrm>
                <a:off x="1356387" y="5517374"/>
                <a:ext cx="45000" cy="303840"/>
              </p14:xfrm>
            </p:contentPart>
          </mc:Choice>
          <mc:Fallback xmlns="">
            <p:pic>
              <p:nvPicPr>
                <p:cNvPr id="108749" name="Ink 108748">
                  <a:extLst>
                    <a:ext uri="{FF2B5EF4-FFF2-40B4-BE49-F238E27FC236}">
                      <a16:creationId xmlns:a16="http://schemas.microsoft.com/office/drawing/2014/main" id="{D7375257-2C71-45A1-8E3A-055D69C79295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347387" y="5508374"/>
                  <a:ext cx="62640" cy="32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08750" name="Ink 108749">
                  <a:extLst>
                    <a:ext uri="{FF2B5EF4-FFF2-40B4-BE49-F238E27FC236}">
                      <a16:creationId xmlns:a16="http://schemas.microsoft.com/office/drawing/2014/main" id="{B412A60D-1118-43A1-A326-7F3B148864CF}"/>
                    </a:ext>
                  </a:extLst>
                </p14:cNvPr>
                <p14:cNvContentPartPr/>
                <p14:nvPr/>
              </p14:nvContentPartPr>
              <p14:xfrm>
                <a:off x="1357827" y="5540054"/>
                <a:ext cx="40320" cy="255960"/>
              </p14:xfrm>
            </p:contentPart>
          </mc:Choice>
          <mc:Fallback xmlns="">
            <p:pic>
              <p:nvPicPr>
                <p:cNvPr id="108750" name="Ink 108749">
                  <a:extLst>
                    <a:ext uri="{FF2B5EF4-FFF2-40B4-BE49-F238E27FC236}">
                      <a16:creationId xmlns:a16="http://schemas.microsoft.com/office/drawing/2014/main" id="{B412A60D-1118-43A1-A326-7F3B148864CF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349187" y="5531414"/>
                  <a:ext cx="5796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08752" name="Ink 108751">
                  <a:extLst>
                    <a:ext uri="{FF2B5EF4-FFF2-40B4-BE49-F238E27FC236}">
                      <a16:creationId xmlns:a16="http://schemas.microsoft.com/office/drawing/2014/main" id="{80360326-00C5-4DE0-8272-F5D3A58AD682}"/>
                    </a:ext>
                  </a:extLst>
                </p14:cNvPr>
                <p14:cNvContentPartPr/>
                <p14:nvPr/>
              </p14:nvContentPartPr>
              <p14:xfrm>
                <a:off x="6732987" y="3913934"/>
                <a:ext cx="133200" cy="38880"/>
              </p14:xfrm>
            </p:contentPart>
          </mc:Choice>
          <mc:Fallback xmlns="">
            <p:pic>
              <p:nvPicPr>
                <p:cNvPr id="108752" name="Ink 108751">
                  <a:extLst>
                    <a:ext uri="{FF2B5EF4-FFF2-40B4-BE49-F238E27FC236}">
                      <a16:creationId xmlns:a16="http://schemas.microsoft.com/office/drawing/2014/main" id="{80360326-00C5-4DE0-8272-F5D3A58AD682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6724347" y="3905294"/>
                  <a:ext cx="15084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08753" name="Ink 108752">
                  <a:extLst>
                    <a:ext uri="{FF2B5EF4-FFF2-40B4-BE49-F238E27FC236}">
                      <a16:creationId xmlns:a16="http://schemas.microsoft.com/office/drawing/2014/main" id="{E395C912-3777-4061-A019-970FE74EEA35}"/>
                    </a:ext>
                  </a:extLst>
                </p14:cNvPr>
                <p14:cNvContentPartPr/>
                <p14:nvPr/>
              </p14:nvContentPartPr>
              <p14:xfrm>
                <a:off x="6748107" y="3998174"/>
                <a:ext cx="156240" cy="26640"/>
              </p14:xfrm>
            </p:contentPart>
          </mc:Choice>
          <mc:Fallback xmlns="">
            <p:pic>
              <p:nvPicPr>
                <p:cNvPr id="108753" name="Ink 108752">
                  <a:extLst>
                    <a:ext uri="{FF2B5EF4-FFF2-40B4-BE49-F238E27FC236}">
                      <a16:creationId xmlns:a16="http://schemas.microsoft.com/office/drawing/2014/main" id="{E395C912-3777-4061-A019-970FE74EEA35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6739467" y="3989534"/>
                  <a:ext cx="17388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08755" name="Ink 108754">
                  <a:extLst>
                    <a:ext uri="{FF2B5EF4-FFF2-40B4-BE49-F238E27FC236}">
                      <a16:creationId xmlns:a16="http://schemas.microsoft.com/office/drawing/2014/main" id="{E7607363-D4F3-45F5-8AC1-5CCC055AAE82}"/>
                    </a:ext>
                  </a:extLst>
                </p14:cNvPr>
                <p14:cNvContentPartPr/>
                <p14:nvPr/>
              </p14:nvContentPartPr>
              <p14:xfrm>
                <a:off x="7040067" y="3789734"/>
                <a:ext cx="150840" cy="212040"/>
              </p14:xfrm>
            </p:contentPart>
          </mc:Choice>
          <mc:Fallback xmlns="">
            <p:pic>
              <p:nvPicPr>
                <p:cNvPr id="108755" name="Ink 108754">
                  <a:extLst>
                    <a:ext uri="{FF2B5EF4-FFF2-40B4-BE49-F238E27FC236}">
                      <a16:creationId xmlns:a16="http://schemas.microsoft.com/office/drawing/2014/main" id="{E7607363-D4F3-45F5-8AC1-5CCC055AAE82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7031427" y="3781094"/>
                  <a:ext cx="16848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08756" name="Ink 108755">
                  <a:extLst>
                    <a:ext uri="{FF2B5EF4-FFF2-40B4-BE49-F238E27FC236}">
                      <a16:creationId xmlns:a16="http://schemas.microsoft.com/office/drawing/2014/main" id="{8D487C2F-D518-407D-8D23-6B65513CB8A7}"/>
                    </a:ext>
                  </a:extLst>
                </p14:cNvPr>
                <p14:cNvContentPartPr/>
                <p14:nvPr/>
              </p14:nvContentPartPr>
              <p14:xfrm>
                <a:off x="7216107" y="3899894"/>
                <a:ext cx="138600" cy="153000"/>
              </p14:xfrm>
            </p:contentPart>
          </mc:Choice>
          <mc:Fallback xmlns="">
            <p:pic>
              <p:nvPicPr>
                <p:cNvPr id="108756" name="Ink 108755">
                  <a:extLst>
                    <a:ext uri="{FF2B5EF4-FFF2-40B4-BE49-F238E27FC236}">
                      <a16:creationId xmlns:a16="http://schemas.microsoft.com/office/drawing/2014/main" id="{8D487C2F-D518-407D-8D23-6B65513CB8A7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7207467" y="3891254"/>
                  <a:ext cx="15624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08757" name="Ink 108756">
                  <a:extLst>
                    <a:ext uri="{FF2B5EF4-FFF2-40B4-BE49-F238E27FC236}">
                      <a16:creationId xmlns:a16="http://schemas.microsoft.com/office/drawing/2014/main" id="{FF10E96F-E79D-444C-B823-B3B04AD08CF1}"/>
                    </a:ext>
                  </a:extLst>
                </p14:cNvPr>
                <p14:cNvContentPartPr/>
                <p14:nvPr/>
              </p14:nvContentPartPr>
              <p14:xfrm>
                <a:off x="7337427" y="3816014"/>
                <a:ext cx="259920" cy="214920"/>
              </p14:xfrm>
            </p:contentPart>
          </mc:Choice>
          <mc:Fallback xmlns="">
            <p:pic>
              <p:nvPicPr>
                <p:cNvPr id="108757" name="Ink 108756">
                  <a:extLst>
                    <a:ext uri="{FF2B5EF4-FFF2-40B4-BE49-F238E27FC236}">
                      <a16:creationId xmlns:a16="http://schemas.microsoft.com/office/drawing/2014/main" id="{FF10E96F-E79D-444C-B823-B3B04AD08CF1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328427" y="3807374"/>
                  <a:ext cx="27756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08758" name="Ink 108757">
                  <a:extLst>
                    <a:ext uri="{FF2B5EF4-FFF2-40B4-BE49-F238E27FC236}">
                      <a16:creationId xmlns:a16="http://schemas.microsoft.com/office/drawing/2014/main" id="{E26CCE19-3DFB-43F4-A1B1-A773655A3F07}"/>
                    </a:ext>
                  </a:extLst>
                </p14:cNvPr>
                <p14:cNvContentPartPr/>
                <p14:nvPr/>
              </p14:nvContentPartPr>
              <p14:xfrm>
                <a:off x="7293147" y="3739334"/>
                <a:ext cx="227520" cy="42120"/>
              </p14:xfrm>
            </p:contentPart>
          </mc:Choice>
          <mc:Fallback xmlns="">
            <p:pic>
              <p:nvPicPr>
                <p:cNvPr id="108758" name="Ink 108757">
                  <a:extLst>
                    <a:ext uri="{FF2B5EF4-FFF2-40B4-BE49-F238E27FC236}">
                      <a16:creationId xmlns:a16="http://schemas.microsoft.com/office/drawing/2014/main" id="{E26CCE19-3DFB-43F4-A1B1-A773655A3F07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284507" y="3730694"/>
                  <a:ext cx="24516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08759" name="Ink 108758">
                  <a:extLst>
                    <a:ext uri="{FF2B5EF4-FFF2-40B4-BE49-F238E27FC236}">
                      <a16:creationId xmlns:a16="http://schemas.microsoft.com/office/drawing/2014/main" id="{307A83EB-63A0-424D-8769-08D2FC321299}"/>
                    </a:ext>
                  </a:extLst>
                </p14:cNvPr>
                <p14:cNvContentPartPr/>
                <p14:nvPr/>
              </p14:nvContentPartPr>
              <p14:xfrm>
                <a:off x="7702107" y="3852734"/>
                <a:ext cx="163800" cy="50400"/>
              </p14:xfrm>
            </p:contentPart>
          </mc:Choice>
          <mc:Fallback xmlns="">
            <p:pic>
              <p:nvPicPr>
                <p:cNvPr id="108759" name="Ink 108758">
                  <a:extLst>
                    <a:ext uri="{FF2B5EF4-FFF2-40B4-BE49-F238E27FC236}">
                      <a16:creationId xmlns:a16="http://schemas.microsoft.com/office/drawing/2014/main" id="{307A83EB-63A0-424D-8769-08D2FC321299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693107" y="3844094"/>
                  <a:ext cx="18144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08760" name="Ink 108759">
                  <a:extLst>
                    <a:ext uri="{FF2B5EF4-FFF2-40B4-BE49-F238E27FC236}">
                      <a16:creationId xmlns:a16="http://schemas.microsoft.com/office/drawing/2014/main" id="{BAE815F8-A362-42AE-88A6-D70A59188600}"/>
                    </a:ext>
                  </a:extLst>
                </p14:cNvPr>
                <p14:cNvContentPartPr/>
                <p14:nvPr/>
              </p14:nvContentPartPr>
              <p14:xfrm>
                <a:off x="7770147" y="3801974"/>
                <a:ext cx="43560" cy="172440"/>
              </p14:xfrm>
            </p:contentPart>
          </mc:Choice>
          <mc:Fallback xmlns="">
            <p:pic>
              <p:nvPicPr>
                <p:cNvPr id="108760" name="Ink 108759">
                  <a:extLst>
                    <a:ext uri="{FF2B5EF4-FFF2-40B4-BE49-F238E27FC236}">
                      <a16:creationId xmlns:a16="http://schemas.microsoft.com/office/drawing/2014/main" id="{BAE815F8-A362-42AE-88A6-D70A59188600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761507" y="3792974"/>
                  <a:ext cx="6120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08761" name="Ink 108760">
                  <a:extLst>
                    <a:ext uri="{FF2B5EF4-FFF2-40B4-BE49-F238E27FC236}">
                      <a16:creationId xmlns:a16="http://schemas.microsoft.com/office/drawing/2014/main" id="{F3A3C573-415F-4FC4-9880-CF3CA32F584A}"/>
                    </a:ext>
                  </a:extLst>
                </p14:cNvPr>
                <p14:cNvContentPartPr/>
                <p14:nvPr/>
              </p14:nvContentPartPr>
              <p14:xfrm>
                <a:off x="7996587" y="3659414"/>
                <a:ext cx="117720" cy="204480"/>
              </p14:xfrm>
            </p:contentPart>
          </mc:Choice>
          <mc:Fallback xmlns="">
            <p:pic>
              <p:nvPicPr>
                <p:cNvPr id="108761" name="Ink 108760">
                  <a:extLst>
                    <a:ext uri="{FF2B5EF4-FFF2-40B4-BE49-F238E27FC236}">
                      <a16:creationId xmlns:a16="http://schemas.microsoft.com/office/drawing/2014/main" id="{F3A3C573-415F-4FC4-9880-CF3CA32F584A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7987947" y="3650774"/>
                  <a:ext cx="13536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08762" name="Ink 108761">
                  <a:extLst>
                    <a:ext uri="{FF2B5EF4-FFF2-40B4-BE49-F238E27FC236}">
                      <a16:creationId xmlns:a16="http://schemas.microsoft.com/office/drawing/2014/main" id="{18B601C3-C2BD-4B20-903B-A285D9700C1F}"/>
                    </a:ext>
                  </a:extLst>
                </p14:cNvPr>
                <p14:cNvContentPartPr/>
                <p14:nvPr/>
              </p14:nvContentPartPr>
              <p14:xfrm>
                <a:off x="7975347" y="3720974"/>
                <a:ext cx="108000" cy="118080"/>
              </p14:xfrm>
            </p:contentPart>
          </mc:Choice>
          <mc:Fallback xmlns="">
            <p:pic>
              <p:nvPicPr>
                <p:cNvPr id="108762" name="Ink 108761">
                  <a:extLst>
                    <a:ext uri="{FF2B5EF4-FFF2-40B4-BE49-F238E27FC236}">
                      <a16:creationId xmlns:a16="http://schemas.microsoft.com/office/drawing/2014/main" id="{18B601C3-C2BD-4B20-903B-A285D9700C1F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7966347" y="3712334"/>
                  <a:ext cx="12564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08763" name="Ink 108762">
                  <a:extLst>
                    <a:ext uri="{FF2B5EF4-FFF2-40B4-BE49-F238E27FC236}">
                      <a16:creationId xmlns:a16="http://schemas.microsoft.com/office/drawing/2014/main" id="{48F9288F-F090-4594-80B8-7EFBA58E34DB}"/>
                    </a:ext>
                  </a:extLst>
                </p14:cNvPr>
                <p14:cNvContentPartPr/>
                <p14:nvPr/>
              </p14:nvContentPartPr>
              <p14:xfrm>
                <a:off x="8131227" y="3777854"/>
                <a:ext cx="136800" cy="131040"/>
              </p14:xfrm>
            </p:contentPart>
          </mc:Choice>
          <mc:Fallback xmlns="">
            <p:pic>
              <p:nvPicPr>
                <p:cNvPr id="108763" name="Ink 108762">
                  <a:extLst>
                    <a:ext uri="{FF2B5EF4-FFF2-40B4-BE49-F238E27FC236}">
                      <a16:creationId xmlns:a16="http://schemas.microsoft.com/office/drawing/2014/main" id="{48F9288F-F090-4594-80B8-7EFBA58E34DB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8122587" y="3769214"/>
                  <a:ext cx="15444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08764" name="Ink 108763">
                  <a:extLst>
                    <a:ext uri="{FF2B5EF4-FFF2-40B4-BE49-F238E27FC236}">
                      <a16:creationId xmlns:a16="http://schemas.microsoft.com/office/drawing/2014/main" id="{E80B2A94-9783-4050-8F98-90B27BFE262E}"/>
                    </a:ext>
                  </a:extLst>
                </p14:cNvPr>
                <p14:cNvContentPartPr/>
                <p14:nvPr/>
              </p14:nvContentPartPr>
              <p14:xfrm>
                <a:off x="8293227" y="3636014"/>
                <a:ext cx="136800" cy="215640"/>
              </p14:xfrm>
            </p:contentPart>
          </mc:Choice>
          <mc:Fallback xmlns="">
            <p:pic>
              <p:nvPicPr>
                <p:cNvPr id="108764" name="Ink 108763">
                  <a:extLst>
                    <a:ext uri="{FF2B5EF4-FFF2-40B4-BE49-F238E27FC236}">
                      <a16:creationId xmlns:a16="http://schemas.microsoft.com/office/drawing/2014/main" id="{E80B2A94-9783-4050-8F98-90B27BFE262E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8284587" y="3627014"/>
                  <a:ext cx="15444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08765" name="Ink 108764">
                  <a:extLst>
                    <a:ext uri="{FF2B5EF4-FFF2-40B4-BE49-F238E27FC236}">
                      <a16:creationId xmlns:a16="http://schemas.microsoft.com/office/drawing/2014/main" id="{637CE583-00E0-419F-8738-8E63A4B6FD9B}"/>
                    </a:ext>
                  </a:extLst>
                </p14:cNvPr>
                <p14:cNvContentPartPr/>
                <p14:nvPr/>
              </p14:nvContentPartPr>
              <p14:xfrm>
                <a:off x="8288547" y="3676334"/>
                <a:ext cx="136440" cy="120240"/>
              </p14:xfrm>
            </p:contentPart>
          </mc:Choice>
          <mc:Fallback xmlns="">
            <p:pic>
              <p:nvPicPr>
                <p:cNvPr id="108765" name="Ink 108764">
                  <a:extLst>
                    <a:ext uri="{FF2B5EF4-FFF2-40B4-BE49-F238E27FC236}">
                      <a16:creationId xmlns:a16="http://schemas.microsoft.com/office/drawing/2014/main" id="{637CE583-00E0-419F-8738-8E63A4B6FD9B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8279907" y="3667334"/>
                  <a:ext cx="15408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08766" name="Ink 108765">
                  <a:extLst>
                    <a:ext uri="{FF2B5EF4-FFF2-40B4-BE49-F238E27FC236}">
                      <a16:creationId xmlns:a16="http://schemas.microsoft.com/office/drawing/2014/main" id="{11E5A0D1-0494-43B0-B18A-80D3DBE9AE9F}"/>
                    </a:ext>
                  </a:extLst>
                </p14:cNvPr>
                <p14:cNvContentPartPr/>
                <p14:nvPr/>
              </p14:nvContentPartPr>
              <p14:xfrm>
                <a:off x="8437587" y="3735014"/>
                <a:ext cx="137160" cy="116640"/>
              </p14:xfrm>
            </p:contentPart>
          </mc:Choice>
          <mc:Fallback xmlns="">
            <p:pic>
              <p:nvPicPr>
                <p:cNvPr id="108766" name="Ink 108765">
                  <a:extLst>
                    <a:ext uri="{FF2B5EF4-FFF2-40B4-BE49-F238E27FC236}">
                      <a16:creationId xmlns:a16="http://schemas.microsoft.com/office/drawing/2014/main" id="{11E5A0D1-0494-43B0-B18A-80D3DBE9AE9F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8428587" y="3726014"/>
                  <a:ext cx="15480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08767" name="Ink 108766">
                  <a:extLst>
                    <a:ext uri="{FF2B5EF4-FFF2-40B4-BE49-F238E27FC236}">
                      <a16:creationId xmlns:a16="http://schemas.microsoft.com/office/drawing/2014/main" id="{82166E1C-1040-4A16-8DB5-409EB0E1D5DA}"/>
                    </a:ext>
                  </a:extLst>
                </p14:cNvPr>
                <p14:cNvContentPartPr/>
                <p14:nvPr/>
              </p14:nvContentPartPr>
              <p14:xfrm>
                <a:off x="8514627" y="3740774"/>
                <a:ext cx="43200" cy="185760"/>
              </p14:xfrm>
            </p:contentPart>
          </mc:Choice>
          <mc:Fallback xmlns="">
            <p:pic>
              <p:nvPicPr>
                <p:cNvPr id="108767" name="Ink 108766">
                  <a:extLst>
                    <a:ext uri="{FF2B5EF4-FFF2-40B4-BE49-F238E27FC236}">
                      <a16:creationId xmlns:a16="http://schemas.microsoft.com/office/drawing/2014/main" id="{82166E1C-1040-4A16-8DB5-409EB0E1D5DA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8505627" y="3731774"/>
                  <a:ext cx="6084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08769" name="Ink 108768">
                  <a:extLst>
                    <a:ext uri="{FF2B5EF4-FFF2-40B4-BE49-F238E27FC236}">
                      <a16:creationId xmlns:a16="http://schemas.microsoft.com/office/drawing/2014/main" id="{9231BB6E-E973-43F4-9756-928B1F0826D4}"/>
                    </a:ext>
                  </a:extLst>
                </p14:cNvPr>
                <p14:cNvContentPartPr/>
                <p14:nvPr/>
              </p14:nvContentPartPr>
              <p14:xfrm>
                <a:off x="7102707" y="4852814"/>
                <a:ext cx="132120" cy="41760"/>
              </p14:xfrm>
            </p:contentPart>
          </mc:Choice>
          <mc:Fallback xmlns="">
            <p:pic>
              <p:nvPicPr>
                <p:cNvPr id="108769" name="Ink 108768">
                  <a:extLst>
                    <a:ext uri="{FF2B5EF4-FFF2-40B4-BE49-F238E27FC236}">
                      <a16:creationId xmlns:a16="http://schemas.microsoft.com/office/drawing/2014/main" id="{9231BB6E-E973-43F4-9756-928B1F0826D4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7093707" y="4843814"/>
                  <a:ext cx="14976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08770" name="Ink 108769">
                  <a:extLst>
                    <a:ext uri="{FF2B5EF4-FFF2-40B4-BE49-F238E27FC236}">
                      <a16:creationId xmlns:a16="http://schemas.microsoft.com/office/drawing/2014/main" id="{2ACB8EB8-996A-4D7B-BE44-CEE65E43B88C}"/>
                    </a:ext>
                  </a:extLst>
                </p14:cNvPr>
                <p14:cNvContentPartPr/>
                <p14:nvPr/>
              </p14:nvContentPartPr>
              <p14:xfrm>
                <a:off x="7136907" y="4917254"/>
                <a:ext cx="144000" cy="52560"/>
              </p14:xfrm>
            </p:contentPart>
          </mc:Choice>
          <mc:Fallback xmlns="">
            <p:pic>
              <p:nvPicPr>
                <p:cNvPr id="108770" name="Ink 108769">
                  <a:extLst>
                    <a:ext uri="{FF2B5EF4-FFF2-40B4-BE49-F238E27FC236}">
                      <a16:creationId xmlns:a16="http://schemas.microsoft.com/office/drawing/2014/main" id="{2ACB8EB8-996A-4D7B-BE44-CEE65E43B88C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7128267" y="4908254"/>
                  <a:ext cx="16164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08771" name="Ink 108770">
                  <a:extLst>
                    <a:ext uri="{FF2B5EF4-FFF2-40B4-BE49-F238E27FC236}">
                      <a16:creationId xmlns:a16="http://schemas.microsoft.com/office/drawing/2014/main" id="{18752F3C-1C06-492D-8E42-6A316AE4A584}"/>
                    </a:ext>
                  </a:extLst>
                </p14:cNvPr>
                <p14:cNvContentPartPr/>
                <p14:nvPr/>
              </p14:nvContentPartPr>
              <p14:xfrm>
                <a:off x="7339227" y="4723214"/>
                <a:ext cx="156240" cy="197280"/>
              </p14:xfrm>
            </p:contentPart>
          </mc:Choice>
          <mc:Fallback xmlns="">
            <p:pic>
              <p:nvPicPr>
                <p:cNvPr id="108771" name="Ink 108770">
                  <a:extLst>
                    <a:ext uri="{FF2B5EF4-FFF2-40B4-BE49-F238E27FC236}">
                      <a16:creationId xmlns:a16="http://schemas.microsoft.com/office/drawing/2014/main" id="{18752F3C-1C06-492D-8E42-6A316AE4A584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7330227" y="4714574"/>
                  <a:ext cx="17388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08772" name="Ink 108771">
                  <a:extLst>
                    <a:ext uri="{FF2B5EF4-FFF2-40B4-BE49-F238E27FC236}">
                      <a16:creationId xmlns:a16="http://schemas.microsoft.com/office/drawing/2014/main" id="{6C38EE17-71E2-4B3C-84D6-2B4EF6D9FADA}"/>
                    </a:ext>
                  </a:extLst>
                </p14:cNvPr>
                <p14:cNvContentPartPr/>
                <p14:nvPr/>
              </p14:nvContentPartPr>
              <p14:xfrm>
                <a:off x="7361547" y="4761014"/>
                <a:ext cx="107640" cy="127440"/>
              </p14:xfrm>
            </p:contentPart>
          </mc:Choice>
          <mc:Fallback xmlns="">
            <p:pic>
              <p:nvPicPr>
                <p:cNvPr id="108772" name="Ink 108771">
                  <a:extLst>
                    <a:ext uri="{FF2B5EF4-FFF2-40B4-BE49-F238E27FC236}">
                      <a16:creationId xmlns:a16="http://schemas.microsoft.com/office/drawing/2014/main" id="{6C38EE17-71E2-4B3C-84D6-2B4EF6D9FADA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7352547" y="4752014"/>
                  <a:ext cx="12528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08773" name="Ink 108772">
                  <a:extLst>
                    <a:ext uri="{FF2B5EF4-FFF2-40B4-BE49-F238E27FC236}">
                      <a16:creationId xmlns:a16="http://schemas.microsoft.com/office/drawing/2014/main" id="{0C2314A6-9EFE-458E-81F9-086BA60A5464}"/>
                    </a:ext>
                  </a:extLst>
                </p14:cNvPr>
                <p14:cNvContentPartPr/>
                <p14:nvPr/>
              </p14:nvContentPartPr>
              <p14:xfrm>
                <a:off x="7481427" y="4804574"/>
                <a:ext cx="151560" cy="111960"/>
              </p14:xfrm>
            </p:contentPart>
          </mc:Choice>
          <mc:Fallback xmlns="">
            <p:pic>
              <p:nvPicPr>
                <p:cNvPr id="108773" name="Ink 108772">
                  <a:extLst>
                    <a:ext uri="{FF2B5EF4-FFF2-40B4-BE49-F238E27FC236}">
                      <a16:creationId xmlns:a16="http://schemas.microsoft.com/office/drawing/2014/main" id="{0C2314A6-9EFE-458E-81F9-086BA60A5464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7472787" y="4795574"/>
                  <a:ext cx="16920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08774" name="Ink 108773">
                  <a:extLst>
                    <a:ext uri="{FF2B5EF4-FFF2-40B4-BE49-F238E27FC236}">
                      <a16:creationId xmlns:a16="http://schemas.microsoft.com/office/drawing/2014/main" id="{ED6DECFB-0DD2-4976-8503-D1C94845C49C}"/>
                    </a:ext>
                  </a:extLst>
                </p14:cNvPr>
                <p14:cNvContentPartPr/>
                <p14:nvPr/>
              </p14:nvContentPartPr>
              <p14:xfrm>
                <a:off x="7627227" y="4667054"/>
                <a:ext cx="118440" cy="199800"/>
              </p14:xfrm>
            </p:contentPart>
          </mc:Choice>
          <mc:Fallback xmlns="">
            <p:pic>
              <p:nvPicPr>
                <p:cNvPr id="108774" name="Ink 108773">
                  <a:extLst>
                    <a:ext uri="{FF2B5EF4-FFF2-40B4-BE49-F238E27FC236}">
                      <a16:creationId xmlns:a16="http://schemas.microsoft.com/office/drawing/2014/main" id="{ED6DECFB-0DD2-4976-8503-D1C94845C49C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7618227" y="4658414"/>
                  <a:ext cx="13608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08775" name="Ink 108774">
                  <a:extLst>
                    <a:ext uri="{FF2B5EF4-FFF2-40B4-BE49-F238E27FC236}">
                      <a16:creationId xmlns:a16="http://schemas.microsoft.com/office/drawing/2014/main" id="{879E0C05-194B-4694-9AC7-CEF5AEC6925B}"/>
                    </a:ext>
                  </a:extLst>
                </p14:cNvPr>
                <p14:cNvContentPartPr/>
                <p14:nvPr/>
              </p14:nvContentPartPr>
              <p14:xfrm>
                <a:off x="7758267" y="4754174"/>
                <a:ext cx="126360" cy="169560"/>
              </p14:xfrm>
            </p:contentPart>
          </mc:Choice>
          <mc:Fallback xmlns="">
            <p:pic>
              <p:nvPicPr>
                <p:cNvPr id="108775" name="Ink 108774">
                  <a:extLst>
                    <a:ext uri="{FF2B5EF4-FFF2-40B4-BE49-F238E27FC236}">
                      <a16:creationId xmlns:a16="http://schemas.microsoft.com/office/drawing/2014/main" id="{879E0C05-194B-4694-9AC7-CEF5AEC6925B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7749267" y="4745534"/>
                  <a:ext cx="14400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08776" name="Ink 108775">
                  <a:extLst>
                    <a:ext uri="{FF2B5EF4-FFF2-40B4-BE49-F238E27FC236}">
                      <a16:creationId xmlns:a16="http://schemas.microsoft.com/office/drawing/2014/main" id="{D444159F-CFF3-4FFE-83FB-AACA81852C03}"/>
                    </a:ext>
                  </a:extLst>
                </p14:cNvPr>
                <p14:cNvContentPartPr/>
                <p14:nvPr/>
              </p14:nvContentPartPr>
              <p14:xfrm>
                <a:off x="7574307" y="4587134"/>
                <a:ext cx="215280" cy="61920"/>
              </p14:xfrm>
            </p:contentPart>
          </mc:Choice>
          <mc:Fallback xmlns="">
            <p:pic>
              <p:nvPicPr>
                <p:cNvPr id="108776" name="Ink 108775">
                  <a:extLst>
                    <a:ext uri="{FF2B5EF4-FFF2-40B4-BE49-F238E27FC236}">
                      <a16:creationId xmlns:a16="http://schemas.microsoft.com/office/drawing/2014/main" id="{D444159F-CFF3-4FFE-83FB-AACA81852C03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7565667" y="4578494"/>
                  <a:ext cx="23292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08777" name="Ink 108776">
                  <a:extLst>
                    <a:ext uri="{FF2B5EF4-FFF2-40B4-BE49-F238E27FC236}">
                      <a16:creationId xmlns:a16="http://schemas.microsoft.com/office/drawing/2014/main" id="{D5F9F9C5-04AA-444B-847D-D0D702AB3936}"/>
                    </a:ext>
                  </a:extLst>
                </p14:cNvPr>
                <p14:cNvContentPartPr/>
                <p14:nvPr/>
              </p14:nvContentPartPr>
              <p14:xfrm>
                <a:off x="7941147" y="4722854"/>
                <a:ext cx="163080" cy="39960"/>
              </p14:xfrm>
            </p:contentPart>
          </mc:Choice>
          <mc:Fallback xmlns="">
            <p:pic>
              <p:nvPicPr>
                <p:cNvPr id="108777" name="Ink 108776">
                  <a:extLst>
                    <a:ext uri="{FF2B5EF4-FFF2-40B4-BE49-F238E27FC236}">
                      <a16:creationId xmlns:a16="http://schemas.microsoft.com/office/drawing/2014/main" id="{D5F9F9C5-04AA-444B-847D-D0D702AB3936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7932507" y="4713854"/>
                  <a:ext cx="18072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08778" name="Ink 108777">
                  <a:extLst>
                    <a:ext uri="{FF2B5EF4-FFF2-40B4-BE49-F238E27FC236}">
                      <a16:creationId xmlns:a16="http://schemas.microsoft.com/office/drawing/2014/main" id="{C0DFF86E-FE09-477F-B407-E9F7F767F12D}"/>
                    </a:ext>
                  </a:extLst>
                </p14:cNvPr>
                <p14:cNvContentPartPr/>
                <p14:nvPr/>
              </p14:nvContentPartPr>
              <p14:xfrm>
                <a:off x="8034747" y="4665974"/>
                <a:ext cx="40320" cy="149040"/>
              </p14:xfrm>
            </p:contentPart>
          </mc:Choice>
          <mc:Fallback xmlns="">
            <p:pic>
              <p:nvPicPr>
                <p:cNvPr id="108778" name="Ink 108777">
                  <a:extLst>
                    <a:ext uri="{FF2B5EF4-FFF2-40B4-BE49-F238E27FC236}">
                      <a16:creationId xmlns:a16="http://schemas.microsoft.com/office/drawing/2014/main" id="{C0DFF86E-FE09-477F-B407-E9F7F767F12D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8025747" y="4656974"/>
                  <a:ext cx="5796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08779" name="Ink 108778">
                  <a:extLst>
                    <a:ext uri="{FF2B5EF4-FFF2-40B4-BE49-F238E27FC236}">
                      <a16:creationId xmlns:a16="http://schemas.microsoft.com/office/drawing/2014/main" id="{02243F5F-19F2-4AC6-A1C7-347D1801A585}"/>
                    </a:ext>
                  </a:extLst>
                </p14:cNvPr>
                <p14:cNvContentPartPr/>
                <p14:nvPr/>
              </p14:nvContentPartPr>
              <p14:xfrm>
                <a:off x="8197107" y="4561214"/>
                <a:ext cx="141840" cy="231840"/>
              </p14:xfrm>
            </p:contentPart>
          </mc:Choice>
          <mc:Fallback xmlns="">
            <p:pic>
              <p:nvPicPr>
                <p:cNvPr id="108779" name="Ink 108778">
                  <a:extLst>
                    <a:ext uri="{FF2B5EF4-FFF2-40B4-BE49-F238E27FC236}">
                      <a16:creationId xmlns:a16="http://schemas.microsoft.com/office/drawing/2014/main" id="{02243F5F-19F2-4AC6-A1C7-347D1801A585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8188107" y="4552574"/>
                  <a:ext cx="15948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08780" name="Ink 108779">
                  <a:extLst>
                    <a:ext uri="{FF2B5EF4-FFF2-40B4-BE49-F238E27FC236}">
                      <a16:creationId xmlns:a16="http://schemas.microsoft.com/office/drawing/2014/main" id="{36037A3F-4BEE-4DEE-AEE8-9635DF16AE19}"/>
                    </a:ext>
                  </a:extLst>
                </p14:cNvPr>
                <p14:cNvContentPartPr/>
                <p14:nvPr/>
              </p14:nvContentPartPr>
              <p14:xfrm>
                <a:off x="8197467" y="4618094"/>
                <a:ext cx="129240" cy="132120"/>
              </p14:xfrm>
            </p:contentPart>
          </mc:Choice>
          <mc:Fallback xmlns="">
            <p:pic>
              <p:nvPicPr>
                <p:cNvPr id="108780" name="Ink 108779">
                  <a:extLst>
                    <a:ext uri="{FF2B5EF4-FFF2-40B4-BE49-F238E27FC236}">
                      <a16:creationId xmlns:a16="http://schemas.microsoft.com/office/drawing/2014/main" id="{36037A3F-4BEE-4DEE-AEE8-9635DF16AE19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8188827" y="4609454"/>
                  <a:ext cx="14688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108781" name="Ink 108780">
                  <a:extLst>
                    <a:ext uri="{FF2B5EF4-FFF2-40B4-BE49-F238E27FC236}">
                      <a16:creationId xmlns:a16="http://schemas.microsoft.com/office/drawing/2014/main" id="{A30B7EA0-4F83-4BEE-9FCB-DAD067881272}"/>
                    </a:ext>
                  </a:extLst>
                </p14:cNvPr>
                <p14:cNvContentPartPr/>
                <p14:nvPr/>
              </p14:nvContentPartPr>
              <p14:xfrm>
                <a:off x="8344707" y="4668134"/>
                <a:ext cx="145800" cy="113040"/>
              </p14:xfrm>
            </p:contentPart>
          </mc:Choice>
          <mc:Fallback xmlns="">
            <p:pic>
              <p:nvPicPr>
                <p:cNvPr id="108781" name="Ink 108780">
                  <a:extLst>
                    <a:ext uri="{FF2B5EF4-FFF2-40B4-BE49-F238E27FC236}">
                      <a16:creationId xmlns:a16="http://schemas.microsoft.com/office/drawing/2014/main" id="{A30B7EA0-4F83-4BEE-9FCB-DAD067881272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8336067" y="4659494"/>
                  <a:ext cx="16344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108782" name="Ink 108781">
                  <a:extLst>
                    <a:ext uri="{FF2B5EF4-FFF2-40B4-BE49-F238E27FC236}">
                      <a16:creationId xmlns:a16="http://schemas.microsoft.com/office/drawing/2014/main" id="{B1F72A88-9F92-4B82-84B0-6CC0E29466C2}"/>
                    </a:ext>
                  </a:extLst>
                </p14:cNvPr>
                <p14:cNvContentPartPr/>
                <p14:nvPr/>
              </p14:nvContentPartPr>
              <p14:xfrm>
                <a:off x="8497347" y="4478414"/>
                <a:ext cx="146880" cy="235080"/>
              </p14:xfrm>
            </p:contentPart>
          </mc:Choice>
          <mc:Fallback xmlns="">
            <p:pic>
              <p:nvPicPr>
                <p:cNvPr id="108782" name="Ink 108781">
                  <a:extLst>
                    <a:ext uri="{FF2B5EF4-FFF2-40B4-BE49-F238E27FC236}">
                      <a16:creationId xmlns:a16="http://schemas.microsoft.com/office/drawing/2014/main" id="{B1F72A88-9F92-4B82-84B0-6CC0E29466C2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8488347" y="4469774"/>
                  <a:ext cx="16452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108783" name="Ink 108782">
                  <a:extLst>
                    <a:ext uri="{FF2B5EF4-FFF2-40B4-BE49-F238E27FC236}">
                      <a16:creationId xmlns:a16="http://schemas.microsoft.com/office/drawing/2014/main" id="{B92F16B0-77F1-40EE-999B-AF2CBCB2E39F}"/>
                    </a:ext>
                  </a:extLst>
                </p14:cNvPr>
                <p14:cNvContentPartPr/>
                <p14:nvPr/>
              </p14:nvContentPartPr>
              <p14:xfrm>
                <a:off x="8503467" y="4553654"/>
                <a:ext cx="107640" cy="101880"/>
              </p14:xfrm>
            </p:contentPart>
          </mc:Choice>
          <mc:Fallback xmlns="">
            <p:pic>
              <p:nvPicPr>
                <p:cNvPr id="108783" name="Ink 108782">
                  <a:extLst>
                    <a:ext uri="{FF2B5EF4-FFF2-40B4-BE49-F238E27FC236}">
                      <a16:creationId xmlns:a16="http://schemas.microsoft.com/office/drawing/2014/main" id="{B92F16B0-77F1-40EE-999B-AF2CBCB2E39F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8494827" y="4545014"/>
                  <a:ext cx="125280" cy="11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108784" name="Ink 108783">
                  <a:extLst>
                    <a:ext uri="{FF2B5EF4-FFF2-40B4-BE49-F238E27FC236}">
                      <a16:creationId xmlns:a16="http://schemas.microsoft.com/office/drawing/2014/main" id="{B417344E-39A0-4768-9E00-928656783D25}"/>
                    </a:ext>
                  </a:extLst>
                </p14:cNvPr>
                <p14:cNvContentPartPr/>
                <p14:nvPr/>
              </p14:nvContentPartPr>
              <p14:xfrm>
                <a:off x="8626227" y="4587494"/>
                <a:ext cx="128520" cy="152280"/>
              </p14:xfrm>
            </p:contentPart>
          </mc:Choice>
          <mc:Fallback xmlns="">
            <p:pic>
              <p:nvPicPr>
                <p:cNvPr id="108784" name="Ink 108783">
                  <a:extLst>
                    <a:ext uri="{FF2B5EF4-FFF2-40B4-BE49-F238E27FC236}">
                      <a16:creationId xmlns:a16="http://schemas.microsoft.com/office/drawing/2014/main" id="{B417344E-39A0-4768-9E00-928656783D25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8617227" y="4578854"/>
                  <a:ext cx="14616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108786" name="Ink 108785">
                  <a:extLst>
                    <a:ext uri="{FF2B5EF4-FFF2-40B4-BE49-F238E27FC236}">
                      <a16:creationId xmlns:a16="http://schemas.microsoft.com/office/drawing/2014/main" id="{2A58D62F-E353-4C59-9586-85E3373B3A08}"/>
                    </a:ext>
                  </a:extLst>
                </p14:cNvPr>
                <p14:cNvContentPartPr/>
                <p14:nvPr/>
              </p14:nvContentPartPr>
              <p14:xfrm>
                <a:off x="8438667" y="4409654"/>
                <a:ext cx="252360" cy="71280"/>
              </p14:xfrm>
            </p:contentPart>
          </mc:Choice>
          <mc:Fallback xmlns="">
            <p:pic>
              <p:nvPicPr>
                <p:cNvPr id="108786" name="Ink 108785">
                  <a:extLst>
                    <a:ext uri="{FF2B5EF4-FFF2-40B4-BE49-F238E27FC236}">
                      <a16:creationId xmlns:a16="http://schemas.microsoft.com/office/drawing/2014/main" id="{2A58D62F-E353-4C59-9586-85E3373B3A08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8429667" y="4400654"/>
                  <a:ext cx="27000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108652" name="Ink 108651">
                  <a:extLst>
                    <a:ext uri="{FF2B5EF4-FFF2-40B4-BE49-F238E27FC236}">
                      <a16:creationId xmlns:a16="http://schemas.microsoft.com/office/drawing/2014/main" id="{C472F49F-36FD-4B76-92C3-53994D1D18FB}"/>
                    </a:ext>
                  </a:extLst>
                </p14:cNvPr>
                <p14:cNvContentPartPr/>
                <p14:nvPr/>
              </p14:nvContentPartPr>
              <p14:xfrm>
                <a:off x="2131373" y="3121377"/>
                <a:ext cx="117720" cy="193680"/>
              </p14:xfrm>
            </p:contentPart>
          </mc:Choice>
          <mc:Fallback xmlns="">
            <p:pic>
              <p:nvPicPr>
                <p:cNvPr id="108652" name="Ink 108651">
                  <a:extLst>
                    <a:ext uri="{FF2B5EF4-FFF2-40B4-BE49-F238E27FC236}">
                      <a16:creationId xmlns:a16="http://schemas.microsoft.com/office/drawing/2014/main" id="{C472F49F-36FD-4B76-92C3-53994D1D18FB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2122373" y="3112737"/>
                  <a:ext cx="13536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108653" name="Ink 108652">
                  <a:extLst>
                    <a:ext uri="{FF2B5EF4-FFF2-40B4-BE49-F238E27FC236}">
                      <a16:creationId xmlns:a16="http://schemas.microsoft.com/office/drawing/2014/main" id="{7B640B3D-26B7-426D-A9E3-7FCDCE906602}"/>
                    </a:ext>
                  </a:extLst>
                </p14:cNvPr>
                <p14:cNvContentPartPr/>
                <p14:nvPr/>
              </p14:nvContentPartPr>
              <p14:xfrm>
                <a:off x="2106893" y="3180777"/>
                <a:ext cx="122760" cy="110160"/>
              </p14:xfrm>
            </p:contentPart>
          </mc:Choice>
          <mc:Fallback xmlns="">
            <p:pic>
              <p:nvPicPr>
                <p:cNvPr id="108653" name="Ink 108652">
                  <a:extLst>
                    <a:ext uri="{FF2B5EF4-FFF2-40B4-BE49-F238E27FC236}">
                      <a16:creationId xmlns:a16="http://schemas.microsoft.com/office/drawing/2014/main" id="{7B640B3D-26B7-426D-A9E3-7FCDCE906602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2098253" y="3171777"/>
                  <a:ext cx="14040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108654" name="Ink 108653">
                  <a:extLst>
                    <a:ext uri="{FF2B5EF4-FFF2-40B4-BE49-F238E27FC236}">
                      <a16:creationId xmlns:a16="http://schemas.microsoft.com/office/drawing/2014/main" id="{AE1AA563-2033-49F7-89A2-8C32C14643E2}"/>
                    </a:ext>
                  </a:extLst>
                </p14:cNvPr>
                <p14:cNvContentPartPr/>
                <p14:nvPr/>
              </p14:nvContentPartPr>
              <p14:xfrm>
                <a:off x="2266013" y="3215337"/>
                <a:ext cx="124920" cy="203040"/>
              </p14:xfrm>
            </p:contentPart>
          </mc:Choice>
          <mc:Fallback xmlns="">
            <p:pic>
              <p:nvPicPr>
                <p:cNvPr id="108654" name="Ink 108653">
                  <a:extLst>
                    <a:ext uri="{FF2B5EF4-FFF2-40B4-BE49-F238E27FC236}">
                      <a16:creationId xmlns:a16="http://schemas.microsoft.com/office/drawing/2014/main" id="{AE1AA563-2033-49F7-89A2-8C32C14643E2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2257013" y="3206697"/>
                  <a:ext cx="14256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108788" name="Ink 108787">
                  <a:extLst>
                    <a:ext uri="{FF2B5EF4-FFF2-40B4-BE49-F238E27FC236}">
                      <a16:creationId xmlns:a16="http://schemas.microsoft.com/office/drawing/2014/main" id="{D8F6DF07-2DFA-49E8-A115-3C100B0D4C62}"/>
                    </a:ext>
                  </a:extLst>
                </p14:cNvPr>
                <p14:cNvContentPartPr/>
                <p14:nvPr/>
              </p14:nvContentPartPr>
              <p14:xfrm>
                <a:off x="2161267" y="3329444"/>
                <a:ext cx="61560" cy="246600"/>
              </p14:xfrm>
            </p:contentPart>
          </mc:Choice>
          <mc:Fallback xmlns="">
            <p:pic>
              <p:nvPicPr>
                <p:cNvPr id="108788" name="Ink 108787">
                  <a:extLst>
                    <a:ext uri="{FF2B5EF4-FFF2-40B4-BE49-F238E27FC236}">
                      <a16:creationId xmlns:a16="http://schemas.microsoft.com/office/drawing/2014/main" id="{D8F6DF07-2DFA-49E8-A115-3C100B0D4C62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2152627" y="3320444"/>
                  <a:ext cx="7920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108790" name="Ink 108789">
                  <a:extLst>
                    <a:ext uri="{FF2B5EF4-FFF2-40B4-BE49-F238E27FC236}">
                      <a16:creationId xmlns:a16="http://schemas.microsoft.com/office/drawing/2014/main" id="{2EB38DCE-CFE0-409A-814E-3BDC3F691896}"/>
                    </a:ext>
                  </a:extLst>
                </p14:cNvPr>
                <p14:cNvContentPartPr/>
                <p14:nvPr/>
              </p14:nvContentPartPr>
              <p14:xfrm>
                <a:off x="2179267" y="3550844"/>
                <a:ext cx="109800" cy="47880"/>
              </p14:xfrm>
            </p:contentPart>
          </mc:Choice>
          <mc:Fallback xmlns="">
            <p:pic>
              <p:nvPicPr>
                <p:cNvPr id="108790" name="Ink 108789">
                  <a:extLst>
                    <a:ext uri="{FF2B5EF4-FFF2-40B4-BE49-F238E27FC236}">
                      <a16:creationId xmlns:a16="http://schemas.microsoft.com/office/drawing/2014/main" id="{2EB38DCE-CFE0-409A-814E-3BDC3F691896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2170267" y="3542204"/>
                  <a:ext cx="12744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108794" name="Ink 108793">
                  <a:extLst>
                    <a:ext uri="{FF2B5EF4-FFF2-40B4-BE49-F238E27FC236}">
                      <a16:creationId xmlns:a16="http://schemas.microsoft.com/office/drawing/2014/main" id="{8AB07EDA-A076-48BD-BFDA-CBD4918BE014}"/>
                    </a:ext>
                  </a:extLst>
                </p14:cNvPr>
                <p14:cNvContentPartPr/>
                <p14:nvPr/>
              </p14:nvContentPartPr>
              <p14:xfrm>
                <a:off x="3123547" y="3313604"/>
                <a:ext cx="28800" cy="172800"/>
              </p14:xfrm>
            </p:contentPart>
          </mc:Choice>
          <mc:Fallback xmlns="">
            <p:pic>
              <p:nvPicPr>
                <p:cNvPr id="108794" name="Ink 108793">
                  <a:extLst>
                    <a:ext uri="{FF2B5EF4-FFF2-40B4-BE49-F238E27FC236}">
                      <a16:creationId xmlns:a16="http://schemas.microsoft.com/office/drawing/2014/main" id="{8AB07EDA-A076-48BD-BFDA-CBD4918BE014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3114907" y="3304604"/>
                  <a:ext cx="4644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108795" name="Ink 108794">
                  <a:extLst>
                    <a:ext uri="{FF2B5EF4-FFF2-40B4-BE49-F238E27FC236}">
                      <a16:creationId xmlns:a16="http://schemas.microsoft.com/office/drawing/2014/main" id="{AE2FF209-0661-4194-A4F7-D97E6030C7D8}"/>
                    </a:ext>
                  </a:extLst>
                </p14:cNvPr>
                <p14:cNvContentPartPr/>
                <p14:nvPr/>
              </p14:nvContentPartPr>
              <p14:xfrm>
                <a:off x="3144067" y="3470564"/>
                <a:ext cx="189000" cy="1713240"/>
              </p14:xfrm>
            </p:contentPart>
          </mc:Choice>
          <mc:Fallback xmlns="">
            <p:pic>
              <p:nvPicPr>
                <p:cNvPr id="108795" name="Ink 108794">
                  <a:extLst>
                    <a:ext uri="{FF2B5EF4-FFF2-40B4-BE49-F238E27FC236}">
                      <a16:creationId xmlns:a16="http://schemas.microsoft.com/office/drawing/2014/main" id="{AE2FF209-0661-4194-A4F7-D97E6030C7D8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3135067" y="3461924"/>
                  <a:ext cx="206640" cy="1730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7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7737D17-D3AA-4476-9981-AFAB11AB7B93}"/>
                  </a:ext>
                </a:extLst>
              </p14:cNvPr>
              <p14:cNvContentPartPr/>
              <p14:nvPr/>
            </p14:nvContentPartPr>
            <p14:xfrm>
              <a:off x="4744417" y="3269590"/>
              <a:ext cx="2674800" cy="2225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7737D17-D3AA-4476-9981-AFAB11AB7B93}"/>
                  </a:ext>
                </a:extLst>
              </p:cNvPr>
              <p:cNvPicPr/>
              <p:nvPr/>
            </p:nvPicPr>
            <p:blipFill>
              <a:blip r:embed="rId375"/>
              <a:stretch>
                <a:fillRect/>
              </a:stretch>
            </p:blipFill>
            <p:spPr>
              <a:xfrm>
                <a:off x="4726417" y="3251950"/>
                <a:ext cx="2710440" cy="22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40064B0-0388-481B-AD5B-6F08531DC8F1}"/>
                  </a:ext>
                </a:extLst>
              </p14:cNvPr>
              <p14:cNvContentPartPr/>
              <p14:nvPr/>
            </p14:nvContentPartPr>
            <p14:xfrm>
              <a:off x="4522297" y="658150"/>
              <a:ext cx="2774520" cy="36180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40064B0-0388-481B-AD5B-6F08531DC8F1}"/>
                  </a:ext>
                </a:extLst>
              </p:cNvPr>
              <p:cNvPicPr/>
              <p:nvPr/>
            </p:nvPicPr>
            <p:blipFill>
              <a:blip r:embed="rId377"/>
              <a:stretch>
                <a:fillRect/>
              </a:stretch>
            </p:blipFill>
            <p:spPr>
              <a:xfrm>
                <a:off x="4504297" y="640150"/>
                <a:ext cx="2810160" cy="3653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33236418"/>
      </p:ext>
    </p:extLst>
  </p:cSld>
  <p:clrMapOvr>
    <a:masterClrMapping/>
  </p:clrMapOvr>
  <p:transition/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5" name="Title 1">
            <a:extLst>
              <a:ext uri="{FF2B5EF4-FFF2-40B4-BE49-F238E27FC236}">
                <a16:creationId xmlns:a16="http://schemas.microsoft.com/office/drawing/2014/main" id="{62163E5B-9866-400A-A028-CA2A7C54442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71733"/>
            <a:ext cx="9144000" cy="537867"/>
          </a:xfrm>
        </p:spPr>
        <p:txBody>
          <a:bodyPr/>
          <a:lstStyle/>
          <a:p>
            <a:r>
              <a:rPr lang="en-US" altLang="en-US" sz="3200" dirty="0" err="1"/>
              <a:t>Lec</a:t>
            </a:r>
            <a:r>
              <a:rPr lang="en-US" altLang="en-US" sz="3200" dirty="0"/>
              <a:t> 11: Test Q1</a:t>
            </a:r>
          </a:p>
        </p:txBody>
      </p:sp>
      <p:sp>
        <p:nvSpPr>
          <p:cNvPr id="72706" name="TextBox 3">
            <a:extLst>
              <a:ext uri="{FF2B5EF4-FFF2-40B4-BE49-F238E27FC236}">
                <a16:creationId xmlns:a16="http://schemas.microsoft.com/office/drawing/2014/main" id="{3B8D8D81-38F2-4DE0-A22E-A49A592C7E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" y="609600"/>
            <a:ext cx="69942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latin typeface="Times" panose="02020603050405020304" pitchFamily="18" charset="0"/>
              </a:rPr>
              <a:t>f(x</a:t>
            </a:r>
            <a:r>
              <a:rPr lang="en-US" altLang="en-US" b="0" baseline="-25000" dirty="0">
                <a:latin typeface="Times" panose="02020603050405020304" pitchFamily="18" charset="0"/>
              </a:rPr>
              <a:t>3</a:t>
            </a:r>
            <a:r>
              <a:rPr lang="en-US" altLang="en-US" b="0" dirty="0">
                <a:latin typeface="Times" panose="02020603050405020304" pitchFamily="18" charset="0"/>
              </a:rPr>
              <a:t>, x</a:t>
            </a:r>
            <a:r>
              <a:rPr lang="en-US" altLang="en-US" b="0" baseline="-25000" dirty="0">
                <a:latin typeface="Times" panose="02020603050405020304" pitchFamily="18" charset="0"/>
              </a:rPr>
              <a:t>2</a:t>
            </a:r>
            <a:r>
              <a:rPr lang="en-US" altLang="en-US" b="0" dirty="0">
                <a:latin typeface="Times" panose="02020603050405020304" pitchFamily="18" charset="0"/>
              </a:rPr>
              <a:t>, x</a:t>
            </a:r>
            <a:r>
              <a:rPr lang="en-US" altLang="en-US" b="0" baseline="-25000" dirty="0">
                <a:latin typeface="Times" panose="02020603050405020304" pitchFamily="18" charset="0"/>
              </a:rPr>
              <a:t>1</a:t>
            </a:r>
            <a:r>
              <a:rPr lang="en-US" altLang="en-US" b="0" dirty="0">
                <a:latin typeface="Times" panose="02020603050405020304" pitchFamily="18" charset="0"/>
              </a:rPr>
              <a:t>, x</a:t>
            </a:r>
            <a:r>
              <a:rPr lang="en-US" altLang="en-US" b="0" baseline="-25000" dirty="0">
                <a:latin typeface="Times" panose="02020603050405020304" pitchFamily="18" charset="0"/>
              </a:rPr>
              <a:t>0</a:t>
            </a:r>
            <a:r>
              <a:rPr lang="en-US" altLang="en-US" b="0" dirty="0">
                <a:latin typeface="Times" panose="02020603050405020304" pitchFamily="18" charset="0"/>
              </a:rPr>
              <a:t>) = Σ m(2, 4, 10) + D(6, 7, 12, 13, 14, 15)</a:t>
            </a:r>
          </a:p>
        </p:txBody>
      </p:sp>
      <p:grpSp>
        <p:nvGrpSpPr>
          <p:cNvPr id="58" name="Group 65">
            <a:extLst>
              <a:ext uri="{FF2B5EF4-FFF2-40B4-BE49-F238E27FC236}">
                <a16:creationId xmlns:a16="http://schemas.microsoft.com/office/drawing/2014/main" id="{0E4CD062-5706-4CF1-AA2A-7E9B16FF8EDF}"/>
              </a:ext>
            </a:extLst>
          </p:cNvPr>
          <p:cNvGrpSpPr>
            <a:grpSpLocks/>
          </p:cNvGrpSpPr>
          <p:nvPr/>
        </p:nvGrpSpPr>
        <p:grpSpPr bwMode="auto">
          <a:xfrm>
            <a:off x="3632285" y="1009761"/>
            <a:ext cx="2742691" cy="2493614"/>
            <a:chOff x="5532437" y="2646362"/>
            <a:chExt cx="2508250" cy="2373313"/>
          </a:xfrm>
        </p:grpSpPr>
        <p:sp>
          <p:nvSpPr>
            <p:cNvPr id="59" name="Rectangle 379">
              <a:extLst>
                <a:ext uri="{FF2B5EF4-FFF2-40B4-BE49-F238E27FC236}">
                  <a16:creationId xmlns:a16="http://schemas.microsoft.com/office/drawing/2014/main" id="{8565C477-AD56-4BC9-8CDD-36C7B9C8F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227387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60" name="Line 380">
              <a:extLst>
                <a:ext uri="{FF2B5EF4-FFF2-40B4-BE49-F238E27FC236}">
                  <a16:creationId xmlns:a16="http://schemas.microsoft.com/office/drawing/2014/main" id="{04375B16-4EED-4784-9533-25A18DCE00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3670300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Line 381">
              <a:extLst>
                <a:ext uri="{FF2B5EF4-FFF2-40B4-BE49-F238E27FC236}">
                  <a16:creationId xmlns:a16="http://schemas.microsoft.com/office/drawing/2014/main" id="{74C5F92C-4D01-4C6B-8434-3102919DB3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Line 382">
              <a:extLst>
                <a:ext uri="{FF2B5EF4-FFF2-40B4-BE49-F238E27FC236}">
                  <a16:creationId xmlns:a16="http://schemas.microsoft.com/office/drawing/2014/main" id="{84564D73-2A15-4D46-A6F8-AC72ECE6CF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5487" y="2763837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Rectangle 383">
              <a:extLst>
                <a:ext uri="{FF2B5EF4-FFF2-40B4-BE49-F238E27FC236}">
                  <a16:creationId xmlns:a16="http://schemas.microsoft.com/office/drawing/2014/main" id="{9A38C994-3C8F-4194-A69F-427CB0E1A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1537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64" name="Rectangle 384">
              <a:extLst>
                <a:ext uri="{FF2B5EF4-FFF2-40B4-BE49-F238E27FC236}">
                  <a16:creationId xmlns:a16="http://schemas.microsoft.com/office/drawing/2014/main" id="{F38A6630-219F-4DBA-95AA-0C922B029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3612" y="274796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65" name="Rectangle 385">
              <a:extLst>
                <a:ext uri="{FF2B5EF4-FFF2-40B4-BE49-F238E27FC236}">
                  <a16:creationId xmlns:a16="http://schemas.microsoft.com/office/drawing/2014/main" id="{48434C78-9836-486D-B562-FD1E85484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212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66" name="Rectangle 386">
              <a:extLst>
                <a:ext uri="{FF2B5EF4-FFF2-40B4-BE49-F238E27FC236}">
                  <a16:creationId xmlns:a16="http://schemas.microsoft.com/office/drawing/2014/main" id="{15E118D1-4D3F-4EE6-AE4C-5E2C87938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287" y="2747962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67" name="Rectangle 387">
              <a:extLst>
                <a:ext uri="{FF2B5EF4-FFF2-40B4-BE49-F238E27FC236}">
                  <a16:creationId xmlns:a16="http://schemas.microsoft.com/office/drawing/2014/main" id="{BB5A3A84-4E18-4210-8FFD-93687273E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2437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68" name="Rectangle 388">
              <a:extLst>
                <a:ext uri="{FF2B5EF4-FFF2-40B4-BE49-F238E27FC236}">
                  <a16:creationId xmlns:a16="http://schemas.microsoft.com/office/drawing/2014/main" id="{5F89AB37-AC9E-4F5F-9CE0-5E50D3285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61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69" name="Rectangle 389">
              <a:extLst>
                <a:ext uri="{FF2B5EF4-FFF2-40B4-BE49-F238E27FC236}">
                  <a16:creationId xmlns:a16="http://schemas.microsoft.com/office/drawing/2014/main" id="{6EEDCF08-EE54-4645-A258-4AC315BC4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6112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0" name="Rectangle 390">
              <a:extLst>
                <a:ext uri="{FF2B5EF4-FFF2-40B4-BE49-F238E27FC236}">
                  <a16:creationId xmlns:a16="http://schemas.microsoft.com/office/drawing/2014/main" id="{D51F600F-7A1E-46C2-BDB2-324D6FA5B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66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1" name="Rectangle 391">
              <a:extLst>
                <a:ext uri="{FF2B5EF4-FFF2-40B4-BE49-F238E27FC236}">
                  <a16:creationId xmlns:a16="http://schemas.microsoft.com/office/drawing/2014/main" id="{F11E3F21-C56C-4D77-933D-D3278E3EE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3227387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72" name="Line 392">
              <a:extLst>
                <a:ext uri="{FF2B5EF4-FFF2-40B4-BE49-F238E27FC236}">
                  <a16:creationId xmlns:a16="http://schemas.microsoft.com/office/drawing/2014/main" id="{3EC32722-36DD-457F-ADC7-B676C6C8D4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3670300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" name="Line 393">
              <a:extLst>
                <a:ext uri="{FF2B5EF4-FFF2-40B4-BE49-F238E27FC236}">
                  <a16:creationId xmlns:a16="http://schemas.microsoft.com/office/drawing/2014/main" id="{50074B51-4FC5-404B-85BC-8FCA413A5C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Rectangle 394">
              <a:extLst>
                <a:ext uri="{FF2B5EF4-FFF2-40B4-BE49-F238E27FC236}">
                  <a16:creationId xmlns:a16="http://schemas.microsoft.com/office/drawing/2014/main" id="{1716B27F-CFDB-409F-899C-33DE3F043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5" name="Rectangle 395">
              <a:extLst>
                <a:ext uri="{FF2B5EF4-FFF2-40B4-BE49-F238E27FC236}">
                  <a16:creationId xmlns:a16="http://schemas.microsoft.com/office/drawing/2014/main" id="{8FB3609D-E37C-401E-A2C3-AD1BB6E01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6" name="Rectangle 396">
              <a:extLst>
                <a:ext uri="{FF2B5EF4-FFF2-40B4-BE49-F238E27FC236}">
                  <a16:creationId xmlns:a16="http://schemas.microsoft.com/office/drawing/2014/main" id="{7B75ECA4-4975-435D-8F6F-CBBCBFF4A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260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7" name="Rectangle 397">
              <a:extLst>
                <a:ext uri="{FF2B5EF4-FFF2-40B4-BE49-F238E27FC236}">
                  <a16:creationId xmlns:a16="http://schemas.microsoft.com/office/drawing/2014/main" id="{330A49F9-8C30-4BE7-8576-2538820AE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027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8" name="Rectangle 398">
              <a:extLst>
                <a:ext uri="{FF2B5EF4-FFF2-40B4-BE49-F238E27FC236}">
                  <a16:creationId xmlns:a16="http://schemas.microsoft.com/office/drawing/2014/main" id="{3D4CE2F1-9603-4B58-8461-8FEDD9447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9" name="Rectangle 399">
              <a:extLst>
                <a:ext uri="{FF2B5EF4-FFF2-40B4-BE49-F238E27FC236}">
                  <a16:creationId xmlns:a16="http://schemas.microsoft.com/office/drawing/2014/main" id="{75D49BF8-7FB7-401A-88AA-FED8B35AD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0" name="Rectangle 400">
              <a:extLst>
                <a:ext uri="{FF2B5EF4-FFF2-40B4-BE49-F238E27FC236}">
                  <a16:creationId xmlns:a16="http://schemas.microsoft.com/office/drawing/2014/main" id="{81B30A72-A91D-4BAC-9673-E8B2578C3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1" name="Rectangle 401">
              <a:extLst>
                <a:ext uri="{FF2B5EF4-FFF2-40B4-BE49-F238E27FC236}">
                  <a16:creationId xmlns:a16="http://schemas.microsoft.com/office/drawing/2014/main" id="{5C6DAD7C-D69E-4BFE-BF15-348339AF4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2" name="Rectangle 402">
              <a:extLst>
                <a:ext uri="{FF2B5EF4-FFF2-40B4-BE49-F238E27FC236}">
                  <a16:creationId xmlns:a16="http://schemas.microsoft.com/office/drawing/2014/main" id="{7A368E9B-C5B6-477C-92D6-14D944367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3" name="Rectangle 403">
              <a:extLst>
                <a:ext uri="{FF2B5EF4-FFF2-40B4-BE49-F238E27FC236}">
                  <a16:creationId xmlns:a16="http://schemas.microsoft.com/office/drawing/2014/main" id="{68F72E44-3C4A-40DC-9A44-8D4F5D72D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4" name="Rectangle 404">
              <a:extLst>
                <a:ext uri="{FF2B5EF4-FFF2-40B4-BE49-F238E27FC236}">
                  <a16:creationId xmlns:a16="http://schemas.microsoft.com/office/drawing/2014/main" id="{5B218E09-B457-4283-AADF-DC605EB52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5" name="Rectangle 405">
              <a:extLst>
                <a:ext uri="{FF2B5EF4-FFF2-40B4-BE49-F238E27FC236}">
                  <a16:creationId xmlns:a16="http://schemas.microsoft.com/office/drawing/2014/main" id="{C3B10515-F7C4-4241-B991-98C9F6556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4113212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86" name="Line 406">
              <a:extLst>
                <a:ext uri="{FF2B5EF4-FFF2-40B4-BE49-F238E27FC236}">
                  <a16:creationId xmlns:a16="http://schemas.microsoft.com/office/drawing/2014/main" id="{4CFA923C-07D5-488C-8964-C12D5E89A2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4556125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Line 407">
              <a:extLst>
                <a:ext uri="{FF2B5EF4-FFF2-40B4-BE49-F238E27FC236}">
                  <a16:creationId xmlns:a16="http://schemas.microsoft.com/office/drawing/2014/main" id="{A40FAE93-9245-4FDB-B613-8E0136BEB6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Rectangle 408">
              <a:extLst>
                <a:ext uri="{FF2B5EF4-FFF2-40B4-BE49-F238E27FC236}">
                  <a16:creationId xmlns:a16="http://schemas.microsoft.com/office/drawing/2014/main" id="{D44AAC2A-0721-4A57-821B-E739A57EA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9" name="Rectangle 409">
              <a:extLst>
                <a:ext uri="{FF2B5EF4-FFF2-40B4-BE49-F238E27FC236}">
                  <a16:creationId xmlns:a16="http://schemas.microsoft.com/office/drawing/2014/main" id="{7C16D6D6-9C38-47AE-B7A2-F73C88FF8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4113212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90" name="Line 410">
              <a:extLst>
                <a:ext uri="{FF2B5EF4-FFF2-40B4-BE49-F238E27FC236}">
                  <a16:creationId xmlns:a16="http://schemas.microsoft.com/office/drawing/2014/main" id="{1684A5E6-1242-4C8F-A523-ECC5E9D4BA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4556125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" name="Line 411">
              <a:extLst>
                <a:ext uri="{FF2B5EF4-FFF2-40B4-BE49-F238E27FC236}">
                  <a16:creationId xmlns:a16="http://schemas.microsoft.com/office/drawing/2014/main" id="{03A6EB77-277E-4CD0-B0A9-C78022C593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Rectangle 412">
              <a:extLst>
                <a:ext uri="{FF2B5EF4-FFF2-40B4-BE49-F238E27FC236}">
                  <a16:creationId xmlns:a16="http://schemas.microsoft.com/office/drawing/2014/main" id="{F2360C2F-31AD-4291-BB43-B7F46670A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3" name="Rectangle 413">
              <a:extLst>
                <a:ext uri="{FF2B5EF4-FFF2-40B4-BE49-F238E27FC236}">
                  <a16:creationId xmlns:a16="http://schemas.microsoft.com/office/drawing/2014/main" id="{BA431727-A12F-42AE-95CA-16E65FCCC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4" name="Rectangle 414">
              <a:extLst>
                <a:ext uri="{FF2B5EF4-FFF2-40B4-BE49-F238E27FC236}">
                  <a16:creationId xmlns:a16="http://schemas.microsoft.com/office/drawing/2014/main" id="{308B8D11-8B7E-4BBD-9AC7-2A8D8312B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5" name="Rectangle 415">
              <a:extLst>
                <a:ext uri="{FF2B5EF4-FFF2-40B4-BE49-F238E27FC236}">
                  <a16:creationId xmlns:a16="http://schemas.microsoft.com/office/drawing/2014/main" id="{B025A04B-66EC-4CDE-98A1-D11F3B0AD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6" name="Rectangle 416">
              <a:extLst>
                <a:ext uri="{FF2B5EF4-FFF2-40B4-BE49-F238E27FC236}">
                  <a16:creationId xmlns:a16="http://schemas.microsoft.com/office/drawing/2014/main" id="{2A40999A-C446-4FF0-9C72-55350C6EA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" name="Rectangle 417">
              <a:extLst>
                <a:ext uri="{FF2B5EF4-FFF2-40B4-BE49-F238E27FC236}">
                  <a16:creationId xmlns:a16="http://schemas.microsoft.com/office/drawing/2014/main" id="{B8945F47-1E02-4696-993D-F9454F058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8" name="Rectangle 418">
              <a:extLst>
                <a:ext uri="{FF2B5EF4-FFF2-40B4-BE49-F238E27FC236}">
                  <a16:creationId xmlns:a16="http://schemas.microsoft.com/office/drawing/2014/main" id="{357568FD-B7F4-4130-AF22-F6E6D17713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9" name="Rectangle 419">
              <a:extLst>
                <a:ext uri="{FF2B5EF4-FFF2-40B4-BE49-F238E27FC236}">
                  <a16:creationId xmlns:a16="http://schemas.microsoft.com/office/drawing/2014/main" id="{CDF987B8-9D32-4640-B29C-79D0FC3E5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00" name="Rectangle 420">
              <a:extLst>
                <a:ext uri="{FF2B5EF4-FFF2-40B4-BE49-F238E27FC236}">
                  <a16:creationId xmlns:a16="http://schemas.microsoft.com/office/drawing/2014/main" id="{25248EA4-C4A0-4D18-ACC3-F34EF8D79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34962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01" name="Rectangle 421">
              <a:extLst>
                <a:ext uri="{FF2B5EF4-FFF2-40B4-BE49-F238E27FC236}">
                  <a16:creationId xmlns:a16="http://schemas.microsoft.com/office/drawing/2014/main" id="{0A388CD1-8895-4AE2-A5A3-A0CB572BA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7973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02" name="Rectangle 422">
              <a:extLst>
                <a:ext uri="{FF2B5EF4-FFF2-40B4-BE49-F238E27FC236}">
                  <a16:creationId xmlns:a16="http://schemas.microsoft.com/office/drawing/2014/main" id="{F99727EF-A2BD-4FA2-ABBB-BCE090B7E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42449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03" name="Rectangle 425">
              <a:extLst>
                <a:ext uri="{FF2B5EF4-FFF2-40B4-BE49-F238E27FC236}">
                  <a16:creationId xmlns:a16="http://schemas.microsoft.com/office/drawing/2014/main" id="{3A4F6599-E4C7-4D9B-A046-4E41BB06D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300" y="46926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grpSp>
        <p:nvGrpSpPr>
          <p:cNvPr id="104" name="Group 65">
            <a:extLst>
              <a:ext uri="{FF2B5EF4-FFF2-40B4-BE49-F238E27FC236}">
                <a16:creationId xmlns:a16="http://schemas.microsoft.com/office/drawing/2014/main" id="{7658315C-FB10-48B7-94FB-B55B1E1E3358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3657600"/>
            <a:ext cx="2728824" cy="2511264"/>
            <a:chOff x="5532437" y="2646362"/>
            <a:chExt cx="2508250" cy="2373313"/>
          </a:xfrm>
        </p:grpSpPr>
        <p:sp>
          <p:nvSpPr>
            <p:cNvPr id="105" name="Rectangle 379">
              <a:extLst>
                <a:ext uri="{FF2B5EF4-FFF2-40B4-BE49-F238E27FC236}">
                  <a16:creationId xmlns:a16="http://schemas.microsoft.com/office/drawing/2014/main" id="{B71F2BD6-63AE-456B-B93F-017EE6A29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227387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106" name="Line 380">
              <a:extLst>
                <a:ext uri="{FF2B5EF4-FFF2-40B4-BE49-F238E27FC236}">
                  <a16:creationId xmlns:a16="http://schemas.microsoft.com/office/drawing/2014/main" id="{CDA802DD-3244-418F-ACD8-5B0094AC75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3670300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" name="Line 381">
              <a:extLst>
                <a:ext uri="{FF2B5EF4-FFF2-40B4-BE49-F238E27FC236}">
                  <a16:creationId xmlns:a16="http://schemas.microsoft.com/office/drawing/2014/main" id="{7D4074CF-B6B5-4826-AEF5-F182E3B4B2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" name="Line 382">
              <a:extLst>
                <a:ext uri="{FF2B5EF4-FFF2-40B4-BE49-F238E27FC236}">
                  <a16:creationId xmlns:a16="http://schemas.microsoft.com/office/drawing/2014/main" id="{1A46142E-555A-4E90-866D-B72553ADAD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5487" y="2763837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" name="Rectangle 383">
              <a:extLst>
                <a:ext uri="{FF2B5EF4-FFF2-40B4-BE49-F238E27FC236}">
                  <a16:creationId xmlns:a16="http://schemas.microsoft.com/office/drawing/2014/main" id="{0394CABB-0406-4A85-8313-259E55E3C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1537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0" name="Rectangle 384">
              <a:extLst>
                <a:ext uri="{FF2B5EF4-FFF2-40B4-BE49-F238E27FC236}">
                  <a16:creationId xmlns:a16="http://schemas.microsoft.com/office/drawing/2014/main" id="{A35F7BEA-83DC-4515-9D3A-12255A226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3612" y="274796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1" name="Rectangle 385">
              <a:extLst>
                <a:ext uri="{FF2B5EF4-FFF2-40B4-BE49-F238E27FC236}">
                  <a16:creationId xmlns:a16="http://schemas.microsoft.com/office/drawing/2014/main" id="{2680ECC6-E1C3-4E52-9505-B05CAF30C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212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2" name="Rectangle 386">
              <a:extLst>
                <a:ext uri="{FF2B5EF4-FFF2-40B4-BE49-F238E27FC236}">
                  <a16:creationId xmlns:a16="http://schemas.microsoft.com/office/drawing/2014/main" id="{340D964A-0B6A-46DC-8D87-980E07670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287" y="2747962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3" name="Rectangle 387">
              <a:extLst>
                <a:ext uri="{FF2B5EF4-FFF2-40B4-BE49-F238E27FC236}">
                  <a16:creationId xmlns:a16="http://schemas.microsoft.com/office/drawing/2014/main" id="{29F74490-8B51-4EC6-8EAF-813441333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2437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4" name="Rectangle 388">
              <a:extLst>
                <a:ext uri="{FF2B5EF4-FFF2-40B4-BE49-F238E27FC236}">
                  <a16:creationId xmlns:a16="http://schemas.microsoft.com/office/drawing/2014/main" id="{2F077393-5DAE-4671-9543-12997029C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61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5" name="Rectangle 389">
              <a:extLst>
                <a:ext uri="{FF2B5EF4-FFF2-40B4-BE49-F238E27FC236}">
                  <a16:creationId xmlns:a16="http://schemas.microsoft.com/office/drawing/2014/main" id="{E1E7B880-8D26-45D1-A8D3-123851F67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6112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6" name="Rectangle 390">
              <a:extLst>
                <a:ext uri="{FF2B5EF4-FFF2-40B4-BE49-F238E27FC236}">
                  <a16:creationId xmlns:a16="http://schemas.microsoft.com/office/drawing/2014/main" id="{98DC2091-33AB-498F-9F15-824DC71C5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66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7" name="Rectangle 391">
              <a:extLst>
                <a:ext uri="{FF2B5EF4-FFF2-40B4-BE49-F238E27FC236}">
                  <a16:creationId xmlns:a16="http://schemas.microsoft.com/office/drawing/2014/main" id="{FF2AA7AC-4CFB-4926-893E-F81BBDE15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3227387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118" name="Line 392">
              <a:extLst>
                <a:ext uri="{FF2B5EF4-FFF2-40B4-BE49-F238E27FC236}">
                  <a16:creationId xmlns:a16="http://schemas.microsoft.com/office/drawing/2014/main" id="{5CE01A63-0D73-47A1-A546-6145F2BA0C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3670300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" name="Line 393">
              <a:extLst>
                <a:ext uri="{FF2B5EF4-FFF2-40B4-BE49-F238E27FC236}">
                  <a16:creationId xmlns:a16="http://schemas.microsoft.com/office/drawing/2014/main" id="{AE151DDB-5E27-4427-96AB-154CD1B62B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" name="Rectangle 394">
              <a:extLst>
                <a:ext uri="{FF2B5EF4-FFF2-40B4-BE49-F238E27FC236}">
                  <a16:creationId xmlns:a16="http://schemas.microsoft.com/office/drawing/2014/main" id="{92E25CF4-B08F-4E51-A063-6EF0C5CF2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1" name="Rectangle 395">
              <a:extLst>
                <a:ext uri="{FF2B5EF4-FFF2-40B4-BE49-F238E27FC236}">
                  <a16:creationId xmlns:a16="http://schemas.microsoft.com/office/drawing/2014/main" id="{457540B1-6F61-416E-B8E1-52C9CAF03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2" name="Rectangle 396">
              <a:extLst>
                <a:ext uri="{FF2B5EF4-FFF2-40B4-BE49-F238E27FC236}">
                  <a16:creationId xmlns:a16="http://schemas.microsoft.com/office/drawing/2014/main" id="{8F66F361-4EFE-45EC-BF64-635459E12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260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3" name="Rectangle 397">
              <a:extLst>
                <a:ext uri="{FF2B5EF4-FFF2-40B4-BE49-F238E27FC236}">
                  <a16:creationId xmlns:a16="http://schemas.microsoft.com/office/drawing/2014/main" id="{750663E1-DCB6-41BD-AD06-190172896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027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dirty="0">
                  <a:solidFill>
                    <a:srgbClr val="000000"/>
                  </a:solidFill>
                  <a:latin typeface="Times-Roman" charset="0"/>
                </a:rPr>
                <a:t>11</a:t>
              </a:r>
              <a:endParaRPr lang="en-US" altLang="en-US" b="0" dirty="0">
                <a:latin typeface="Times" panose="02020603050405020304" pitchFamily="18" charset="0"/>
              </a:endParaRPr>
            </a:p>
          </p:txBody>
        </p:sp>
        <p:sp>
          <p:nvSpPr>
            <p:cNvPr id="124" name="Rectangle 398">
              <a:extLst>
                <a:ext uri="{FF2B5EF4-FFF2-40B4-BE49-F238E27FC236}">
                  <a16:creationId xmlns:a16="http://schemas.microsoft.com/office/drawing/2014/main" id="{FB7C9BC3-5DE8-4D93-8413-C7BC2C156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5" name="Rectangle 399">
              <a:extLst>
                <a:ext uri="{FF2B5EF4-FFF2-40B4-BE49-F238E27FC236}">
                  <a16:creationId xmlns:a16="http://schemas.microsoft.com/office/drawing/2014/main" id="{79BE71D9-8C54-4780-957B-81EBA0047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6" name="Rectangle 400">
              <a:extLst>
                <a:ext uri="{FF2B5EF4-FFF2-40B4-BE49-F238E27FC236}">
                  <a16:creationId xmlns:a16="http://schemas.microsoft.com/office/drawing/2014/main" id="{03084BD4-385B-4696-8B41-B834CA7EA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7" name="Rectangle 401">
              <a:extLst>
                <a:ext uri="{FF2B5EF4-FFF2-40B4-BE49-F238E27FC236}">
                  <a16:creationId xmlns:a16="http://schemas.microsoft.com/office/drawing/2014/main" id="{F03CC83E-2E5B-4914-9B26-8EE1C66BC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8" name="Rectangle 402">
              <a:extLst>
                <a:ext uri="{FF2B5EF4-FFF2-40B4-BE49-F238E27FC236}">
                  <a16:creationId xmlns:a16="http://schemas.microsoft.com/office/drawing/2014/main" id="{1B6E4524-E73D-417A-8321-6885B610D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9" name="Rectangle 403">
              <a:extLst>
                <a:ext uri="{FF2B5EF4-FFF2-40B4-BE49-F238E27FC236}">
                  <a16:creationId xmlns:a16="http://schemas.microsoft.com/office/drawing/2014/main" id="{E3498FC1-4B76-49C7-B1E3-EEF1C4DE8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0" name="Rectangle 404">
              <a:extLst>
                <a:ext uri="{FF2B5EF4-FFF2-40B4-BE49-F238E27FC236}">
                  <a16:creationId xmlns:a16="http://schemas.microsoft.com/office/drawing/2014/main" id="{7A1AC137-9662-4FFD-8AE3-C47B3FB6F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" name="Rectangle 405">
              <a:extLst>
                <a:ext uri="{FF2B5EF4-FFF2-40B4-BE49-F238E27FC236}">
                  <a16:creationId xmlns:a16="http://schemas.microsoft.com/office/drawing/2014/main" id="{29D52F61-5985-4CDC-B6D4-59D566624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4113212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132" name="Line 406">
              <a:extLst>
                <a:ext uri="{FF2B5EF4-FFF2-40B4-BE49-F238E27FC236}">
                  <a16:creationId xmlns:a16="http://schemas.microsoft.com/office/drawing/2014/main" id="{A7E4BE2E-5E3F-4FD1-A402-70F73BDEF5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4556125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" name="Line 407">
              <a:extLst>
                <a:ext uri="{FF2B5EF4-FFF2-40B4-BE49-F238E27FC236}">
                  <a16:creationId xmlns:a16="http://schemas.microsoft.com/office/drawing/2014/main" id="{0DA3ECE4-D27A-40A8-B7EB-619E46070D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" name="Rectangle 408">
              <a:extLst>
                <a:ext uri="{FF2B5EF4-FFF2-40B4-BE49-F238E27FC236}">
                  <a16:creationId xmlns:a16="http://schemas.microsoft.com/office/drawing/2014/main" id="{258C32BA-10ED-46EF-A459-E8DB44A88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" name="Rectangle 409">
              <a:extLst>
                <a:ext uri="{FF2B5EF4-FFF2-40B4-BE49-F238E27FC236}">
                  <a16:creationId xmlns:a16="http://schemas.microsoft.com/office/drawing/2014/main" id="{1B072B1E-F002-4CA6-8C88-19F18FC84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4113212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136" name="Line 410">
              <a:extLst>
                <a:ext uri="{FF2B5EF4-FFF2-40B4-BE49-F238E27FC236}">
                  <a16:creationId xmlns:a16="http://schemas.microsoft.com/office/drawing/2014/main" id="{21966678-A49C-4F9F-BD07-A85D871D1B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4556125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" name="Line 411">
              <a:extLst>
                <a:ext uri="{FF2B5EF4-FFF2-40B4-BE49-F238E27FC236}">
                  <a16:creationId xmlns:a16="http://schemas.microsoft.com/office/drawing/2014/main" id="{B27EDEED-8F46-41AF-9A4F-7F6AED6406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" name="Rectangle 412">
              <a:extLst>
                <a:ext uri="{FF2B5EF4-FFF2-40B4-BE49-F238E27FC236}">
                  <a16:creationId xmlns:a16="http://schemas.microsoft.com/office/drawing/2014/main" id="{561F29E7-768A-4EED-88F4-F9A4C67CE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" name="Rectangle 413">
              <a:extLst>
                <a:ext uri="{FF2B5EF4-FFF2-40B4-BE49-F238E27FC236}">
                  <a16:creationId xmlns:a16="http://schemas.microsoft.com/office/drawing/2014/main" id="{4616B31D-A4CC-479E-B6B2-6415368D3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" name="Rectangle 414">
              <a:extLst>
                <a:ext uri="{FF2B5EF4-FFF2-40B4-BE49-F238E27FC236}">
                  <a16:creationId xmlns:a16="http://schemas.microsoft.com/office/drawing/2014/main" id="{A2461540-E144-4583-9261-3F15CDF14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" name="Rectangle 415">
              <a:extLst>
                <a:ext uri="{FF2B5EF4-FFF2-40B4-BE49-F238E27FC236}">
                  <a16:creationId xmlns:a16="http://schemas.microsoft.com/office/drawing/2014/main" id="{C98F7EFC-3BA7-4117-923D-8EA5274B7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" name="Rectangle 416">
              <a:extLst>
                <a:ext uri="{FF2B5EF4-FFF2-40B4-BE49-F238E27FC236}">
                  <a16:creationId xmlns:a16="http://schemas.microsoft.com/office/drawing/2014/main" id="{307FF52F-8CC4-4C89-BA8E-8F7CF94AA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" name="Rectangle 417">
              <a:extLst>
                <a:ext uri="{FF2B5EF4-FFF2-40B4-BE49-F238E27FC236}">
                  <a16:creationId xmlns:a16="http://schemas.microsoft.com/office/drawing/2014/main" id="{047B3475-EC06-451B-A4E4-B43ED6AE4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4" name="Rectangle 418">
              <a:extLst>
                <a:ext uri="{FF2B5EF4-FFF2-40B4-BE49-F238E27FC236}">
                  <a16:creationId xmlns:a16="http://schemas.microsoft.com/office/drawing/2014/main" id="{04683A62-B3B5-4219-97F4-A0CDB31AC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5" name="Rectangle 419">
              <a:extLst>
                <a:ext uri="{FF2B5EF4-FFF2-40B4-BE49-F238E27FC236}">
                  <a16:creationId xmlns:a16="http://schemas.microsoft.com/office/drawing/2014/main" id="{27C0CD0D-499B-448D-AD0E-8B7790EEC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6" name="Rectangle 420">
              <a:extLst>
                <a:ext uri="{FF2B5EF4-FFF2-40B4-BE49-F238E27FC236}">
                  <a16:creationId xmlns:a16="http://schemas.microsoft.com/office/drawing/2014/main" id="{6193B481-3724-4DDC-830C-ADF65AF80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34962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7" name="Rectangle 421">
              <a:extLst>
                <a:ext uri="{FF2B5EF4-FFF2-40B4-BE49-F238E27FC236}">
                  <a16:creationId xmlns:a16="http://schemas.microsoft.com/office/drawing/2014/main" id="{69EC02E1-E822-4616-AFF3-296E25EDD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7973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" name="Rectangle 422">
              <a:extLst>
                <a:ext uri="{FF2B5EF4-FFF2-40B4-BE49-F238E27FC236}">
                  <a16:creationId xmlns:a16="http://schemas.microsoft.com/office/drawing/2014/main" id="{4FB1F8DC-2763-4E70-9AB0-705DDDB87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42449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" name="Rectangle 425">
              <a:extLst>
                <a:ext uri="{FF2B5EF4-FFF2-40B4-BE49-F238E27FC236}">
                  <a16:creationId xmlns:a16="http://schemas.microsoft.com/office/drawing/2014/main" id="{FBFC0BFE-9D7E-4AB1-A7DA-92D8A4BCD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300" y="46926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pic>
        <p:nvPicPr>
          <p:cNvPr id="5" name="Picture 4">
            <a:extLst>
              <a:ext uri="{FF2B5EF4-FFF2-40B4-BE49-F238E27FC236}">
                <a16:creationId xmlns:a16="http://schemas.microsoft.com/office/drawing/2014/main" id="{1FAF0361-F285-465A-9D34-5AC762368C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6199" y="1224548"/>
            <a:ext cx="3173683" cy="2963378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19EB9C4F-D639-43FF-B637-F35FDA0763AE}"/>
                  </a:ext>
                </a:extLst>
              </p14:cNvPr>
              <p14:cNvContentPartPr/>
              <p14:nvPr/>
            </p14:nvContentPartPr>
            <p14:xfrm>
              <a:off x="735840" y="1062000"/>
              <a:ext cx="5808600" cy="30542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19EB9C4F-D639-43FF-B637-F35FDA0763AE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26480" y="1052640"/>
                <a:ext cx="5827320" cy="3072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164355070"/>
      </p:ext>
    </p:extLst>
  </p:cSld>
  <p:clrMapOvr>
    <a:masterClrMapping/>
  </p:clrMapOvr>
  <p:transition/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5" name="Title 1">
            <a:extLst>
              <a:ext uri="{FF2B5EF4-FFF2-40B4-BE49-F238E27FC236}">
                <a16:creationId xmlns:a16="http://schemas.microsoft.com/office/drawing/2014/main" id="{62163E5B-9866-400A-A028-CA2A7C54442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71733"/>
            <a:ext cx="9144000" cy="537867"/>
          </a:xfrm>
        </p:spPr>
        <p:txBody>
          <a:bodyPr/>
          <a:lstStyle/>
          <a:p>
            <a:r>
              <a:rPr lang="en-US" altLang="en-US" sz="3200" dirty="0"/>
              <a:t>Incompletely Specified Function: SOP vs POS</a:t>
            </a:r>
          </a:p>
        </p:txBody>
      </p:sp>
      <p:sp>
        <p:nvSpPr>
          <p:cNvPr id="72706" name="TextBox 3">
            <a:extLst>
              <a:ext uri="{FF2B5EF4-FFF2-40B4-BE49-F238E27FC236}">
                <a16:creationId xmlns:a16="http://schemas.microsoft.com/office/drawing/2014/main" id="{3B8D8D81-38F2-4DE0-A22E-A49A592C7E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" y="609600"/>
            <a:ext cx="69942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latin typeface="Times" panose="02020603050405020304" pitchFamily="18" charset="0"/>
              </a:rPr>
              <a:t>f(x</a:t>
            </a:r>
            <a:r>
              <a:rPr lang="en-US" altLang="en-US" b="0" baseline="-25000" dirty="0">
                <a:latin typeface="Times" panose="02020603050405020304" pitchFamily="18" charset="0"/>
              </a:rPr>
              <a:t>3</a:t>
            </a:r>
            <a:r>
              <a:rPr lang="en-US" altLang="en-US" b="0" dirty="0">
                <a:latin typeface="Times" panose="02020603050405020304" pitchFamily="18" charset="0"/>
              </a:rPr>
              <a:t>, x</a:t>
            </a:r>
            <a:r>
              <a:rPr lang="en-US" altLang="en-US" b="0" baseline="-25000" dirty="0">
                <a:latin typeface="Times" panose="02020603050405020304" pitchFamily="18" charset="0"/>
              </a:rPr>
              <a:t>2</a:t>
            </a:r>
            <a:r>
              <a:rPr lang="en-US" altLang="en-US" b="0" dirty="0">
                <a:latin typeface="Times" panose="02020603050405020304" pitchFamily="18" charset="0"/>
              </a:rPr>
              <a:t>, x</a:t>
            </a:r>
            <a:r>
              <a:rPr lang="en-US" altLang="en-US" b="0" baseline="-25000" dirty="0">
                <a:latin typeface="Times" panose="02020603050405020304" pitchFamily="18" charset="0"/>
              </a:rPr>
              <a:t>1</a:t>
            </a:r>
            <a:r>
              <a:rPr lang="en-US" altLang="en-US" b="0" dirty="0">
                <a:latin typeface="Times" panose="02020603050405020304" pitchFamily="18" charset="0"/>
              </a:rPr>
              <a:t>, x</a:t>
            </a:r>
            <a:r>
              <a:rPr lang="en-US" altLang="en-US" b="0" baseline="-25000" dirty="0">
                <a:latin typeface="Times" panose="02020603050405020304" pitchFamily="18" charset="0"/>
              </a:rPr>
              <a:t>0</a:t>
            </a:r>
            <a:r>
              <a:rPr lang="en-US" altLang="en-US" b="0" dirty="0">
                <a:latin typeface="Times" panose="02020603050405020304" pitchFamily="18" charset="0"/>
              </a:rPr>
              <a:t>) = Σ m(2, 4, 10) + D(6, 7, 12, 13, 14, 15)</a:t>
            </a:r>
          </a:p>
        </p:txBody>
      </p:sp>
      <p:grpSp>
        <p:nvGrpSpPr>
          <p:cNvPr id="58" name="Group 65">
            <a:extLst>
              <a:ext uri="{FF2B5EF4-FFF2-40B4-BE49-F238E27FC236}">
                <a16:creationId xmlns:a16="http://schemas.microsoft.com/office/drawing/2014/main" id="{0E4CD062-5706-4CF1-AA2A-7E9B16FF8EDF}"/>
              </a:ext>
            </a:extLst>
          </p:cNvPr>
          <p:cNvGrpSpPr>
            <a:grpSpLocks/>
          </p:cNvGrpSpPr>
          <p:nvPr/>
        </p:nvGrpSpPr>
        <p:grpSpPr bwMode="auto">
          <a:xfrm>
            <a:off x="3632285" y="1009761"/>
            <a:ext cx="2742691" cy="2493614"/>
            <a:chOff x="5532437" y="2646362"/>
            <a:chExt cx="2508250" cy="2373313"/>
          </a:xfrm>
        </p:grpSpPr>
        <p:sp>
          <p:nvSpPr>
            <p:cNvPr id="59" name="Rectangle 379">
              <a:extLst>
                <a:ext uri="{FF2B5EF4-FFF2-40B4-BE49-F238E27FC236}">
                  <a16:creationId xmlns:a16="http://schemas.microsoft.com/office/drawing/2014/main" id="{8565C477-AD56-4BC9-8CDD-36C7B9C8F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227387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60" name="Line 380">
              <a:extLst>
                <a:ext uri="{FF2B5EF4-FFF2-40B4-BE49-F238E27FC236}">
                  <a16:creationId xmlns:a16="http://schemas.microsoft.com/office/drawing/2014/main" id="{04375B16-4EED-4784-9533-25A18DCE00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3670300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Line 381">
              <a:extLst>
                <a:ext uri="{FF2B5EF4-FFF2-40B4-BE49-F238E27FC236}">
                  <a16:creationId xmlns:a16="http://schemas.microsoft.com/office/drawing/2014/main" id="{74C5F92C-4D01-4C6B-8434-3102919DB3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Line 382">
              <a:extLst>
                <a:ext uri="{FF2B5EF4-FFF2-40B4-BE49-F238E27FC236}">
                  <a16:creationId xmlns:a16="http://schemas.microsoft.com/office/drawing/2014/main" id="{84564D73-2A15-4D46-A6F8-AC72ECE6CF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5487" y="2763837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Rectangle 383">
              <a:extLst>
                <a:ext uri="{FF2B5EF4-FFF2-40B4-BE49-F238E27FC236}">
                  <a16:creationId xmlns:a16="http://schemas.microsoft.com/office/drawing/2014/main" id="{9A38C994-3C8F-4194-A69F-427CB0E1A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1537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64" name="Rectangle 384">
              <a:extLst>
                <a:ext uri="{FF2B5EF4-FFF2-40B4-BE49-F238E27FC236}">
                  <a16:creationId xmlns:a16="http://schemas.microsoft.com/office/drawing/2014/main" id="{F38A6630-219F-4DBA-95AA-0C922B029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3612" y="274796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65" name="Rectangle 385">
              <a:extLst>
                <a:ext uri="{FF2B5EF4-FFF2-40B4-BE49-F238E27FC236}">
                  <a16:creationId xmlns:a16="http://schemas.microsoft.com/office/drawing/2014/main" id="{48434C78-9836-486D-B562-FD1E85484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212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66" name="Rectangle 386">
              <a:extLst>
                <a:ext uri="{FF2B5EF4-FFF2-40B4-BE49-F238E27FC236}">
                  <a16:creationId xmlns:a16="http://schemas.microsoft.com/office/drawing/2014/main" id="{15E118D1-4D3F-4EE6-AE4C-5E2C87938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287" y="2747962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67" name="Rectangle 387">
              <a:extLst>
                <a:ext uri="{FF2B5EF4-FFF2-40B4-BE49-F238E27FC236}">
                  <a16:creationId xmlns:a16="http://schemas.microsoft.com/office/drawing/2014/main" id="{BB5A3A84-4E18-4210-8FFD-93687273E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2437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68" name="Rectangle 388">
              <a:extLst>
                <a:ext uri="{FF2B5EF4-FFF2-40B4-BE49-F238E27FC236}">
                  <a16:creationId xmlns:a16="http://schemas.microsoft.com/office/drawing/2014/main" id="{5F89AB37-AC9E-4F5F-9CE0-5E50D3285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61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69" name="Rectangle 389">
              <a:extLst>
                <a:ext uri="{FF2B5EF4-FFF2-40B4-BE49-F238E27FC236}">
                  <a16:creationId xmlns:a16="http://schemas.microsoft.com/office/drawing/2014/main" id="{6EEDCF08-EE54-4645-A258-4AC315BC4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6112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0" name="Rectangle 390">
              <a:extLst>
                <a:ext uri="{FF2B5EF4-FFF2-40B4-BE49-F238E27FC236}">
                  <a16:creationId xmlns:a16="http://schemas.microsoft.com/office/drawing/2014/main" id="{D51F600F-7A1E-46C2-BDB2-324D6FA5B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66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1" name="Rectangle 391">
              <a:extLst>
                <a:ext uri="{FF2B5EF4-FFF2-40B4-BE49-F238E27FC236}">
                  <a16:creationId xmlns:a16="http://schemas.microsoft.com/office/drawing/2014/main" id="{F11E3F21-C56C-4D77-933D-D3278E3EE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3227387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72" name="Line 392">
              <a:extLst>
                <a:ext uri="{FF2B5EF4-FFF2-40B4-BE49-F238E27FC236}">
                  <a16:creationId xmlns:a16="http://schemas.microsoft.com/office/drawing/2014/main" id="{3EC32722-36DD-457F-ADC7-B676C6C8D4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3670300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" name="Line 393">
              <a:extLst>
                <a:ext uri="{FF2B5EF4-FFF2-40B4-BE49-F238E27FC236}">
                  <a16:creationId xmlns:a16="http://schemas.microsoft.com/office/drawing/2014/main" id="{50074B51-4FC5-404B-85BC-8FCA413A5C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Rectangle 394">
              <a:extLst>
                <a:ext uri="{FF2B5EF4-FFF2-40B4-BE49-F238E27FC236}">
                  <a16:creationId xmlns:a16="http://schemas.microsoft.com/office/drawing/2014/main" id="{1716B27F-CFDB-409F-899C-33DE3F043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5" name="Rectangle 395">
              <a:extLst>
                <a:ext uri="{FF2B5EF4-FFF2-40B4-BE49-F238E27FC236}">
                  <a16:creationId xmlns:a16="http://schemas.microsoft.com/office/drawing/2014/main" id="{8FB3609D-E37C-401E-A2C3-AD1BB6E01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6" name="Rectangle 396">
              <a:extLst>
                <a:ext uri="{FF2B5EF4-FFF2-40B4-BE49-F238E27FC236}">
                  <a16:creationId xmlns:a16="http://schemas.microsoft.com/office/drawing/2014/main" id="{7B75ECA4-4975-435D-8F6F-CBBCBFF4A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260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7" name="Rectangle 397">
              <a:extLst>
                <a:ext uri="{FF2B5EF4-FFF2-40B4-BE49-F238E27FC236}">
                  <a16:creationId xmlns:a16="http://schemas.microsoft.com/office/drawing/2014/main" id="{330A49F9-8C30-4BE7-8576-2538820AE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027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8" name="Rectangle 398">
              <a:extLst>
                <a:ext uri="{FF2B5EF4-FFF2-40B4-BE49-F238E27FC236}">
                  <a16:creationId xmlns:a16="http://schemas.microsoft.com/office/drawing/2014/main" id="{3D4CE2F1-9603-4B58-8461-8FEDD9447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9" name="Rectangle 399">
              <a:extLst>
                <a:ext uri="{FF2B5EF4-FFF2-40B4-BE49-F238E27FC236}">
                  <a16:creationId xmlns:a16="http://schemas.microsoft.com/office/drawing/2014/main" id="{75D49BF8-7FB7-401A-88AA-FED8B35AD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0" name="Rectangle 400">
              <a:extLst>
                <a:ext uri="{FF2B5EF4-FFF2-40B4-BE49-F238E27FC236}">
                  <a16:creationId xmlns:a16="http://schemas.microsoft.com/office/drawing/2014/main" id="{81B30A72-A91D-4BAC-9673-E8B2578C3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1" name="Rectangle 401">
              <a:extLst>
                <a:ext uri="{FF2B5EF4-FFF2-40B4-BE49-F238E27FC236}">
                  <a16:creationId xmlns:a16="http://schemas.microsoft.com/office/drawing/2014/main" id="{5C6DAD7C-D69E-4BFE-BF15-348339AF4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2" name="Rectangle 402">
              <a:extLst>
                <a:ext uri="{FF2B5EF4-FFF2-40B4-BE49-F238E27FC236}">
                  <a16:creationId xmlns:a16="http://schemas.microsoft.com/office/drawing/2014/main" id="{7A368E9B-C5B6-477C-92D6-14D944367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3" name="Rectangle 403">
              <a:extLst>
                <a:ext uri="{FF2B5EF4-FFF2-40B4-BE49-F238E27FC236}">
                  <a16:creationId xmlns:a16="http://schemas.microsoft.com/office/drawing/2014/main" id="{68F72E44-3C4A-40DC-9A44-8D4F5D72D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4" name="Rectangle 404">
              <a:extLst>
                <a:ext uri="{FF2B5EF4-FFF2-40B4-BE49-F238E27FC236}">
                  <a16:creationId xmlns:a16="http://schemas.microsoft.com/office/drawing/2014/main" id="{5B218E09-B457-4283-AADF-DC605EB52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5" name="Rectangle 405">
              <a:extLst>
                <a:ext uri="{FF2B5EF4-FFF2-40B4-BE49-F238E27FC236}">
                  <a16:creationId xmlns:a16="http://schemas.microsoft.com/office/drawing/2014/main" id="{C3B10515-F7C4-4241-B991-98C9F6556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4113212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86" name="Line 406">
              <a:extLst>
                <a:ext uri="{FF2B5EF4-FFF2-40B4-BE49-F238E27FC236}">
                  <a16:creationId xmlns:a16="http://schemas.microsoft.com/office/drawing/2014/main" id="{4CFA923C-07D5-488C-8964-C12D5E89A2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4556125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Line 407">
              <a:extLst>
                <a:ext uri="{FF2B5EF4-FFF2-40B4-BE49-F238E27FC236}">
                  <a16:creationId xmlns:a16="http://schemas.microsoft.com/office/drawing/2014/main" id="{A40FAE93-9245-4FDB-B613-8E0136BEB6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Rectangle 408">
              <a:extLst>
                <a:ext uri="{FF2B5EF4-FFF2-40B4-BE49-F238E27FC236}">
                  <a16:creationId xmlns:a16="http://schemas.microsoft.com/office/drawing/2014/main" id="{D44AAC2A-0721-4A57-821B-E739A57EA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9" name="Rectangle 409">
              <a:extLst>
                <a:ext uri="{FF2B5EF4-FFF2-40B4-BE49-F238E27FC236}">
                  <a16:creationId xmlns:a16="http://schemas.microsoft.com/office/drawing/2014/main" id="{7C16D6D6-9C38-47AE-B7A2-F73C88FF8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4113212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90" name="Line 410">
              <a:extLst>
                <a:ext uri="{FF2B5EF4-FFF2-40B4-BE49-F238E27FC236}">
                  <a16:creationId xmlns:a16="http://schemas.microsoft.com/office/drawing/2014/main" id="{1684A5E6-1242-4C8F-A523-ECC5E9D4BA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4556125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" name="Line 411">
              <a:extLst>
                <a:ext uri="{FF2B5EF4-FFF2-40B4-BE49-F238E27FC236}">
                  <a16:creationId xmlns:a16="http://schemas.microsoft.com/office/drawing/2014/main" id="{03A6EB77-277E-4CD0-B0A9-C78022C593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Rectangle 412">
              <a:extLst>
                <a:ext uri="{FF2B5EF4-FFF2-40B4-BE49-F238E27FC236}">
                  <a16:creationId xmlns:a16="http://schemas.microsoft.com/office/drawing/2014/main" id="{F2360C2F-31AD-4291-BB43-B7F46670A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3" name="Rectangle 413">
              <a:extLst>
                <a:ext uri="{FF2B5EF4-FFF2-40B4-BE49-F238E27FC236}">
                  <a16:creationId xmlns:a16="http://schemas.microsoft.com/office/drawing/2014/main" id="{BA431727-A12F-42AE-95CA-16E65FCCC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4" name="Rectangle 414">
              <a:extLst>
                <a:ext uri="{FF2B5EF4-FFF2-40B4-BE49-F238E27FC236}">
                  <a16:creationId xmlns:a16="http://schemas.microsoft.com/office/drawing/2014/main" id="{308B8D11-8B7E-4BBD-9AC7-2A8D8312B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5" name="Rectangle 415">
              <a:extLst>
                <a:ext uri="{FF2B5EF4-FFF2-40B4-BE49-F238E27FC236}">
                  <a16:creationId xmlns:a16="http://schemas.microsoft.com/office/drawing/2014/main" id="{B025A04B-66EC-4CDE-98A1-D11F3B0AD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6" name="Rectangle 416">
              <a:extLst>
                <a:ext uri="{FF2B5EF4-FFF2-40B4-BE49-F238E27FC236}">
                  <a16:creationId xmlns:a16="http://schemas.microsoft.com/office/drawing/2014/main" id="{2A40999A-C446-4FF0-9C72-55350C6EA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" name="Rectangle 417">
              <a:extLst>
                <a:ext uri="{FF2B5EF4-FFF2-40B4-BE49-F238E27FC236}">
                  <a16:creationId xmlns:a16="http://schemas.microsoft.com/office/drawing/2014/main" id="{B8945F47-1E02-4696-993D-F9454F058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8" name="Rectangle 418">
              <a:extLst>
                <a:ext uri="{FF2B5EF4-FFF2-40B4-BE49-F238E27FC236}">
                  <a16:creationId xmlns:a16="http://schemas.microsoft.com/office/drawing/2014/main" id="{357568FD-B7F4-4130-AF22-F6E6D17713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9" name="Rectangle 419">
              <a:extLst>
                <a:ext uri="{FF2B5EF4-FFF2-40B4-BE49-F238E27FC236}">
                  <a16:creationId xmlns:a16="http://schemas.microsoft.com/office/drawing/2014/main" id="{CDF987B8-9D32-4640-B29C-79D0FC3E5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00" name="Rectangle 420">
              <a:extLst>
                <a:ext uri="{FF2B5EF4-FFF2-40B4-BE49-F238E27FC236}">
                  <a16:creationId xmlns:a16="http://schemas.microsoft.com/office/drawing/2014/main" id="{25248EA4-C4A0-4D18-ACC3-F34EF8D79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34962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01" name="Rectangle 421">
              <a:extLst>
                <a:ext uri="{FF2B5EF4-FFF2-40B4-BE49-F238E27FC236}">
                  <a16:creationId xmlns:a16="http://schemas.microsoft.com/office/drawing/2014/main" id="{0A388CD1-8895-4AE2-A5A3-A0CB572BA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7973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02" name="Rectangle 422">
              <a:extLst>
                <a:ext uri="{FF2B5EF4-FFF2-40B4-BE49-F238E27FC236}">
                  <a16:creationId xmlns:a16="http://schemas.microsoft.com/office/drawing/2014/main" id="{F99727EF-A2BD-4FA2-ABBB-BCE090B7E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42449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03" name="Rectangle 425">
              <a:extLst>
                <a:ext uri="{FF2B5EF4-FFF2-40B4-BE49-F238E27FC236}">
                  <a16:creationId xmlns:a16="http://schemas.microsoft.com/office/drawing/2014/main" id="{3A4F6599-E4C7-4D9B-A046-4E41BB06D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300" y="46926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grpSp>
        <p:nvGrpSpPr>
          <p:cNvPr id="104" name="Group 65">
            <a:extLst>
              <a:ext uri="{FF2B5EF4-FFF2-40B4-BE49-F238E27FC236}">
                <a16:creationId xmlns:a16="http://schemas.microsoft.com/office/drawing/2014/main" id="{7658315C-FB10-48B7-94FB-B55B1E1E3358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3657600"/>
            <a:ext cx="2728824" cy="2511264"/>
            <a:chOff x="5532437" y="2646362"/>
            <a:chExt cx="2508250" cy="2373313"/>
          </a:xfrm>
        </p:grpSpPr>
        <p:sp>
          <p:nvSpPr>
            <p:cNvPr id="105" name="Rectangle 379">
              <a:extLst>
                <a:ext uri="{FF2B5EF4-FFF2-40B4-BE49-F238E27FC236}">
                  <a16:creationId xmlns:a16="http://schemas.microsoft.com/office/drawing/2014/main" id="{B71F2BD6-63AE-456B-B93F-017EE6A29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227387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106" name="Line 380">
              <a:extLst>
                <a:ext uri="{FF2B5EF4-FFF2-40B4-BE49-F238E27FC236}">
                  <a16:creationId xmlns:a16="http://schemas.microsoft.com/office/drawing/2014/main" id="{CDA802DD-3244-418F-ACD8-5B0094AC75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3670300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" name="Line 381">
              <a:extLst>
                <a:ext uri="{FF2B5EF4-FFF2-40B4-BE49-F238E27FC236}">
                  <a16:creationId xmlns:a16="http://schemas.microsoft.com/office/drawing/2014/main" id="{7D4074CF-B6B5-4826-AEF5-F182E3B4B2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" name="Line 382">
              <a:extLst>
                <a:ext uri="{FF2B5EF4-FFF2-40B4-BE49-F238E27FC236}">
                  <a16:creationId xmlns:a16="http://schemas.microsoft.com/office/drawing/2014/main" id="{1A46142E-555A-4E90-866D-B72553ADAD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5487" y="2763837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" name="Rectangle 383">
              <a:extLst>
                <a:ext uri="{FF2B5EF4-FFF2-40B4-BE49-F238E27FC236}">
                  <a16:creationId xmlns:a16="http://schemas.microsoft.com/office/drawing/2014/main" id="{0394CABB-0406-4A85-8313-259E55E3C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1537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0" name="Rectangle 384">
              <a:extLst>
                <a:ext uri="{FF2B5EF4-FFF2-40B4-BE49-F238E27FC236}">
                  <a16:creationId xmlns:a16="http://schemas.microsoft.com/office/drawing/2014/main" id="{A35F7BEA-83DC-4515-9D3A-12255A226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3612" y="274796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1" name="Rectangle 385">
              <a:extLst>
                <a:ext uri="{FF2B5EF4-FFF2-40B4-BE49-F238E27FC236}">
                  <a16:creationId xmlns:a16="http://schemas.microsoft.com/office/drawing/2014/main" id="{2680ECC6-E1C3-4E52-9505-B05CAF30C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212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2" name="Rectangle 386">
              <a:extLst>
                <a:ext uri="{FF2B5EF4-FFF2-40B4-BE49-F238E27FC236}">
                  <a16:creationId xmlns:a16="http://schemas.microsoft.com/office/drawing/2014/main" id="{340D964A-0B6A-46DC-8D87-980E07670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287" y="2747962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3" name="Rectangle 387">
              <a:extLst>
                <a:ext uri="{FF2B5EF4-FFF2-40B4-BE49-F238E27FC236}">
                  <a16:creationId xmlns:a16="http://schemas.microsoft.com/office/drawing/2014/main" id="{29F74490-8B51-4EC6-8EAF-813441333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2437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4" name="Rectangle 388">
              <a:extLst>
                <a:ext uri="{FF2B5EF4-FFF2-40B4-BE49-F238E27FC236}">
                  <a16:creationId xmlns:a16="http://schemas.microsoft.com/office/drawing/2014/main" id="{2F077393-5DAE-4671-9543-12997029C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61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5" name="Rectangle 389">
              <a:extLst>
                <a:ext uri="{FF2B5EF4-FFF2-40B4-BE49-F238E27FC236}">
                  <a16:creationId xmlns:a16="http://schemas.microsoft.com/office/drawing/2014/main" id="{E1E7B880-8D26-45D1-A8D3-123851F67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6112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6" name="Rectangle 390">
              <a:extLst>
                <a:ext uri="{FF2B5EF4-FFF2-40B4-BE49-F238E27FC236}">
                  <a16:creationId xmlns:a16="http://schemas.microsoft.com/office/drawing/2014/main" id="{98DC2091-33AB-498F-9F15-824DC71C5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66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7" name="Rectangle 391">
              <a:extLst>
                <a:ext uri="{FF2B5EF4-FFF2-40B4-BE49-F238E27FC236}">
                  <a16:creationId xmlns:a16="http://schemas.microsoft.com/office/drawing/2014/main" id="{FF2AA7AC-4CFB-4926-893E-F81BBDE15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3227387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118" name="Line 392">
              <a:extLst>
                <a:ext uri="{FF2B5EF4-FFF2-40B4-BE49-F238E27FC236}">
                  <a16:creationId xmlns:a16="http://schemas.microsoft.com/office/drawing/2014/main" id="{5CE01A63-0D73-47A1-A546-6145F2BA0C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3670300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" name="Line 393">
              <a:extLst>
                <a:ext uri="{FF2B5EF4-FFF2-40B4-BE49-F238E27FC236}">
                  <a16:creationId xmlns:a16="http://schemas.microsoft.com/office/drawing/2014/main" id="{AE151DDB-5E27-4427-96AB-154CD1B62B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" name="Rectangle 394">
              <a:extLst>
                <a:ext uri="{FF2B5EF4-FFF2-40B4-BE49-F238E27FC236}">
                  <a16:creationId xmlns:a16="http://schemas.microsoft.com/office/drawing/2014/main" id="{92E25CF4-B08F-4E51-A063-6EF0C5CF2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1" name="Rectangle 395">
              <a:extLst>
                <a:ext uri="{FF2B5EF4-FFF2-40B4-BE49-F238E27FC236}">
                  <a16:creationId xmlns:a16="http://schemas.microsoft.com/office/drawing/2014/main" id="{457540B1-6F61-416E-B8E1-52C9CAF03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2" name="Rectangle 396">
              <a:extLst>
                <a:ext uri="{FF2B5EF4-FFF2-40B4-BE49-F238E27FC236}">
                  <a16:creationId xmlns:a16="http://schemas.microsoft.com/office/drawing/2014/main" id="{8F66F361-4EFE-45EC-BF64-635459E12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260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3" name="Rectangle 397">
              <a:extLst>
                <a:ext uri="{FF2B5EF4-FFF2-40B4-BE49-F238E27FC236}">
                  <a16:creationId xmlns:a16="http://schemas.microsoft.com/office/drawing/2014/main" id="{750663E1-DCB6-41BD-AD06-190172896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027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dirty="0">
                  <a:solidFill>
                    <a:srgbClr val="000000"/>
                  </a:solidFill>
                  <a:latin typeface="Times-Roman" charset="0"/>
                </a:rPr>
                <a:t>11</a:t>
              </a:r>
              <a:endParaRPr lang="en-US" altLang="en-US" b="0" dirty="0">
                <a:latin typeface="Times" panose="02020603050405020304" pitchFamily="18" charset="0"/>
              </a:endParaRPr>
            </a:p>
          </p:txBody>
        </p:sp>
        <p:sp>
          <p:nvSpPr>
            <p:cNvPr id="124" name="Rectangle 398">
              <a:extLst>
                <a:ext uri="{FF2B5EF4-FFF2-40B4-BE49-F238E27FC236}">
                  <a16:creationId xmlns:a16="http://schemas.microsoft.com/office/drawing/2014/main" id="{FB7C9BC3-5DE8-4D93-8413-C7BC2C156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5" name="Rectangle 399">
              <a:extLst>
                <a:ext uri="{FF2B5EF4-FFF2-40B4-BE49-F238E27FC236}">
                  <a16:creationId xmlns:a16="http://schemas.microsoft.com/office/drawing/2014/main" id="{79BE71D9-8C54-4780-957B-81EBA0047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6" name="Rectangle 400">
              <a:extLst>
                <a:ext uri="{FF2B5EF4-FFF2-40B4-BE49-F238E27FC236}">
                  <a16:creationId xmlns:a16="http://schemas.microsoft.com/office/drawing/2014/main" id="{03084BD4-385B-4696-8B41-B834CA7EA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7" name="Rectangle 401">
              <a:extLst>
                <a:ext uri="{FF2B5EF4-FFF2-40B4-BE49-F238E27FC236}">
                  <a16:creationId xmlns:a16="http://schemas.microsoft.com/office/drawing/2014/main" id="{F03CC83E-2E5B-4914-9B26-8EE1C66BC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8" name="Rectangle 402">
              <a:extLst>
                <a:ext uri="{FF2B5EF4-FFF2-40B4-BE49-F238E27FC236}">
                  <a16:creationId xmlns:a16="http://schemas.microsoft.com/office/drawing/2014/main" id="{1B6E4524-E73D-417A-8321-6885B610D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9" name="Rectangle 403">
              <a:extLst>
                <a:ext uri="{FF2B5EF4-FFF2-40B4-BE49-F238E27FC236}">
                  <a16:creationId xmlns:a16="http://schemas.microsoft.com/office/drawing/2014/main" id="{E3498FC1-4B76-49C7-B1E3-EEF1C4DE8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0" name="Rectangle 404">
              <a:extLst>
                <a:ext uri="{FF2B5EF4-FFF2-40B4-BE49-F238E27FC236}">
                  <a16:creationId xmlns:a16="http://schemas.microsoft.com/office/drawing/2014/main" id="{7A1AC137-9662-4FFD-8AE3-C47B3FB6F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" name="Rectangle 405">
              <a:extLst>
                <a:ext uri="{FF2B5EF4-FFF2-40B4-BE49-F238E27FC236}">
                  <a16:creationId xmlns:a16="http://schemas.microsoft.com/office/drawing/2014/main" id="{29D52F61-5985-4CDC-B6D4-59D566624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4113212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132" name="Line 406">
              <a:extLst>
                <a:ext uri="{FF2B5EF4-FFF2-40B4-BE49-F238E27FC236}">
                  <a16:creationId xmlns:a16="http://schemas.microsoft.com/office/drawing/2014/main" id="{A7E4BE2E-5E3F-4FD1-A402-70F73BDEF5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4556125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" name="Line 407">
              <a:extLst>
                <a:ext uri="{FF2B5EF4-FFF2-40B4-BE49-F238E27FC236}">
                  <a16:creationId xmlns:a16="http://schemas.microsoft.com/office/drawing/2014/main" id="{0DA3ECE4-D27A-40A8-B7EB-619E46070D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" name="Rectangle 408">
              <a:extLst>
                <a:ext uri="{FF2B5EF4-FFF2-40B4-BE49-F238E27FC236}">
                  <a16:creationId xmlns:a16="http://schemas.microsoft.com/office/drawing/2014/main" id="{258C32BA-10ED-46EF-A459-E8DB44A88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" name="Rectangle 409">
              <a:extLst>
                <a:ext uri="{FF2B5EF4-FFF2-40B4-BE49-F238E27FC236}">
                  <a16:creationId xmlns:a16="http://schemas.microsoft.com/office/drawing/2014/main" id="{1B072B1E-F002-4CA6-8C88-19F18FC84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4113212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136" name="Line 410">
              <a:extLst>
                <a:ext uri="{FF2B5EF4-FFF2-40B4-BE49-F238E27FC236}">
                  <a16:creationId xmlns:a16="http://schemas.microsoft.com/office/drawing/2014/main" id="{21966678-A49C-4F9F-BD07-A85D871D1B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4556125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" name="Line 411">
              <a:extLst>
                <a:ext uri="{FF2B5EF4-FFF2-40B4-BE49-F238E27FC236}">
                  <a16:creationId xmlns:a16="http://schemas.microsoft.com/office/drawing/2014/main" id="{B27EDEED-8F46-41AF-9A4F-7F6AED6406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" name="Rectangle 412">
              <a:extLst>
                <a:ext uri="{FF2B5EF4-FFF2-40B4-BE49-F238E27FC236}">
                  <a16:creationId xmlns:a16="http://schemas.microsoft.com/office/drawing/2014/main" id="{561F29E7-768A-4EED-88F4-F9A4C67CE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" name="Rectangle 413">
              <a:extLst>
                <a:ext uri="{FF2B5EF4-FFF2-40B4-BE49-F238E27FC236}">
                  <a16:creationId xmlns:a16="http://schemas.microsoft.com/office/drawing/2014/main" id="{4616B31D-A4CC-479E-B6B2-6415368D3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" name="Rectangle 414">
              <a:extLst>
                <a:ext uri="{FF2B5EF4-FFF2-40B4-BE49-F238E27FC236}">
                  <a16:creationId xmlns:a16="http://schemas.microsoft.com/office/drawing/2014/main" id="{A2461540-E144-4583-9261-3F15CDF14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" name="Rectangle 415">
              <a:extLst>
                <a:ext uri="{FF2B5EF4-FFF2-40B4-BE49-F238E27FC236}">
                  <a16:creationId xmlns:a16="http://schemas.microsoft.com/office/drawing/2014/main" id="{C98F7EFC-3BA7-4117-923D-8EA5274B7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" name="Rectangle 416">
              <a:extLst>
                <a:ext uri="{FF2B5EF4-FFF2-40B4-BE49-F238E27FC236}">
                  <a16:creationId xmlns:a16="http://schemas.microsoft.com/office/drawing/2014/main" id="{307FF52F-8CC4-4C89-BA8E-8F7CF94AA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" name="Rectangle 417">
              <a:extLst>
                <a:ext uri="{FF2B5EF4-FFF2-40B4-BE49-F238E27FC236}">
                  <a16:creationId xmlns:a16="http://schemas.microsoft.com/office/drawing/2014/main" id="{047B3475-EC06-451B-A4E4-B43ED6AE4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4" name="Rectangle 418">
              <a:extLst>
                <a:ext uri="{FF2B5EF4-FFF2-40B4-BE49-F238E27FC236}">
                  <a16:creationId xmlns:a16="http://schemas.microsoft.com/office/drawing/2014/main" id="{04683A62-B3B5-4219-97F4-A0CDB31AC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5" name="Rectangle 419">
              <a:extLst>
                <a:ext uri="{FF2B5EF4-FFF2-40B4-BE49-F238E27FC236}">
                  <a16:creationId xmlns:a16="http://schemas.microsoft.com/office/drawing/2014/main" id="{27C0CD0D-499B-448D-AD0E-8B7790EEC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6" name="Rectangle 420">
              <a:extLst>
                <a:ext uri="{FF2B5EF4-FFF2-40B4-BE49-F238E27FC236}">
                  <a16:creationId xmlns:a16="http://schemas.microsoft.com/office/drawing/2014/main" id="{6193B481-3724-4DDC-830C-ADF65AF80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34962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7" name="Rectangle 421">
              <a:extLst>
                <a:ext uri="{FF2B5EF4-FFF2-40B4-BE49-F238E27FC236}">
                  <a16:creationId xmlns:a16="http://schemas.microsoft.com/office/drawing/2014/main" id="{69EC02E1-E822-4616-AFF3-296E25EDD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7973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" name="Rectangle 422">
              <a:extLst>
                <a:ext uri="{FF2B5EF4-FFF2-40B4-BE49-F238E27FC236}">
                  <a16:creationId xmlns:a16="http://schemas.microsoft.com/office/drawing/2014/main" id="{4FB1F8DC-2763-4E70-9AB0-705DDDB87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42449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" name="Rectangle 425">
              <a:extLst>
                <a:ext uri="{FF2B5EF4-FFF2-40B4-BE49-F238E27FC236}">
                  <a16:creationId xmlns:a16="http://schemas.microsoft.com/office/drawing/2014/main" id="{FBFC0BFE-9D7E-4AB1-A7DA-92D8A4BCD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300" y="46926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F4A2F57B-B65A-482F-AC30-6CC29E6B7CE4}"/>
                  </a:ext>
                </a:extLst>
              </p14:cNvPr>
              <p14:cNvContentPartPr/>
              <p14:nvPr/>
            </p14:nvContentPartPr>
            <p14:xfrm>
              <a:off x="5125087" y="1756221"/>
              <a:ext cx="16560" cy="1843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F4A2F57B-B65A-482F-AC30-6CC29E6B7CE4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116087" y="1747221"/>
                <a:ext cx="34200" cy="20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" name="Ink 4">
                <a:extLst>
                  <a:ext uri="{FF2B5EF4-FFF2-40B4-BE49-F238E27FC236}">
                    <a16:creationId xmlns:a16="http://schemas.microsoft.com/office/drawing/2014/main" id="{EB2826B3-6BA5-4596-9ACC-5A590131C41E}"/>
                  </a:ext>
                </a:extLst>
              </p14:cNvPr>
              <p14:cNvContentPartPr/>
              <p14:nvPr/>
            </p14:nvContentPartPr>
            <p14:xfrm>
              <a:off x="5562847" y="1698981"/>
              <a:ext cx="124200" cy="218880"/>
            </p14:xfrm>
          </p:contentPart>
        </mc:Choice>
        <mc:Fallback xmlns="">
          <p:pic>
            <p:nvPicPr>
              <p:cNvPr id="5" name="Ink 4">
                <a:extLst>
                  <a:ext uri="{FF2B5EF4-FFF2-40B4-BE49-F238E27FC236}">
                    <a16:creationId xmlns:a16="http://schemas.microsoft.com/office/drawing/2014/main" id="{EB2826B3-6BA5-4596-9ACC-5A590131C41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554207" y="1690341"/>
                <a:ext cx="141840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2704" name="Ink 72703">
                <a:extLst>
                  <a:ext uri="{FF2B5EF4-FFF2-40B4-BE49-F238E27FC236}">
                    <a16:creationId xmlns:a16="http://schemas.microsoft.com/office/drawing/2014/main" id="{7976CD5B-AAB0-422C-B9D6-40FD63909529}"/>
                  </a:ext>
                </a:extLst>
              </p14:cNvPr>
              <p14:cNvContentPartPr/>
              <p14:nvPr/>
            </p14:nvContentPartPr>
            <p14:xfrm>
              <a:off x="5581567" y="2198301"/>
              <a:ext cx="161640" cy="205200"/>
            </p14:xfrm>
          </p:contentPart>
        </mc:Choice>
        <mc:Fallback xmlns="">
          <p:pic>
            <p:nvPicPr>
              <p:cNvPr id="72704" name="Ink 72703">
                <a:extLst>
                  <a:ext uri="{FF2B5EF4-FFF2-40B4-BE49-F238E27FC236}">
                    <a16:creationId xmlns:a16="http://schemas.microsoft.com/office/drawing/2014/main" id="{7976CD5B-AAB0-422C-B9D6-40FD6390952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572567" y="2189301"/>
                <a:ext cx="17928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2707" name="Ink 72706">
                <a:extLst>
                  <a:ext uri="{FF2B5EF4-FFF2-40B4-BE49-F238E27FC236}">
                    <a16:creationId xmlns:a16="http://schemas.microsoft.com/office/drawing/2014/main" id="{91D9573B-CF28-412C-B87F-A28714E1EE8E}"/>
                  </a:ext>
                </a:extLst>
              </p14:cNvPr>
              <p14:cNvContentPartPr/>
              <p14:nvPr/>
            </p14:nvContentPartPr>
            <p14:xfrm>
              <a:off x="5098087" y="2206941"/>
              <a:ext cx="111240" cy="157320"/>
            </p14:xfrm>
          </p:contentPart>
        </mc:Choice>
        <mc:Fallback xmlns="">
          <p:pic>
            <p:nvPicPr>
              <p:cNvPr id="72707" name="Ink 72706">
                <a:extLst>
                  <a:ext uri="{FF2B5EF4-FFF2-40B4-BE49-F238E27FC236}">
                    <a16:creationId xmlns:a16="http://schemas.microsoft.com/office/drawing/2014/main" id="{91D9573B-CF28-412C-B87F-A28714E1EE8E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089087" y="2197941"/>
                <a:ext cx="12888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72709" name="Ink 72708">
                <a:extLst>
                  <a:ext uri="{FF2B5EF4-FFF2-40B4-BE49-F238E27FC236}">
                    <a16:creationId xmlns:a16="http://schemas.microsoft.com/office/drawing/2014/main" id="{211985E9-9288-4CBD-A98B-63AF41E290C0}"/>
                  </a:ext>
                </a:extLst>
              </p14:cNvPr>
              <p14:cNvContentPartPr/>
              <p14:nvPr/>
            </p14:nvContentPartPr>
            <p14:xfrm>
              <a:off x="5104927" y="2603661"/>
              <a:ext cx="135360" cy="215280"/>
            </p14:xfrm>
          </p:contentPart>
        </mc:Choice>
        <mc:Fallback xmlns="">
          <p:pic>
            <p:nvPicPr>
              <p:cNvPr id="72709" name="Ink 72708">
                <a:extLst>
                  <a:ext uri="{FF2B5EF4-FFF2-40B4-BE49-F238E27FC236}">
                    <a16:creationId xmlns:a16="http://schemas.microsoft.com/office/drawing/2014/main" id="{211985E9-9288-4CBD-A98B-63AF41E290C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095927" y="2595021"/>
                <a:ext cx="153000" cy="23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2710" name="Ink 72709">
                <a:extLst>
                  <a:ext uri="{FF2B5EF4-FFF2-40B4-BE49-F238E27FC236}">
                    <a16:creationId xmlns:a16="http://schemas.microsoft.com/office/drawing/2014/main" id="{B305BA5C-FF3A-4193-B022-19A3BD4A1494}"/>
                  </a:ext>
                </a:extLst>
              </p14:cNvPr>
              <p14:cNvContentPartPr/>
              <p14:nvPr/>
            </p14:nvContentPartPr>
            <p14:xfrm>
              <a:off x="5556007" y="2579541"/>
              <a:ext cx="147240" cy="236160"/>
            </p14:xfrm>
          </p:contentPart>
        </mc:Choice>
        <mc:Fallback xmlns="">
          <p:pic>
            <p:nvPicPr>
              <p:cNvPr id="72710" name="Ink 72709">
                <a:extLst>
                  <a:ext uri="{FF2B5EF4-FFF2-40B4-BE49-F238E27FC236}">
                    <a16:creationId xmlns:a16="http://schemas.microsoft.com/office/drawing/2014/main" id="{B305BA5C-FF3A-4193-B022-19A3BD4A149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547007" y="2570901"/>
                <a:ext cx="164880" cy="25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72711" name="Ink 72710">
                <a:extLst>
                  <a:ext uri="{FF2B5EF4-FFF2-40B4-BE49-F238E27FC236}">
                    <a16:creationId xmlns:a16="http://schemas.microsoft.com/office/drawing/2014/main" id="{3B3650D4-901E-49E9-8E09-32052A764F9F}"/>
                  </a:ext>
                </a:extLst>
              </p14:cNvPr>
              <p14:cNvContentPartPr/>
              <p14:nvPr/>
            </p14:nvContentPartPr>
            <p14:xfrm>
              <a:off x="5105647" y="3147621"/>
              <a:ext cx="183960" cy="179280"/>
            </p14:xfrm>
          </p:contentPart>
        </mc:Choice>
        <mc:Fallback xmlns="">
          <p:pic>
            <p:nvPicPr>
              <p:cNvPr id="72711" name="Ink 72710">
                <a:extLst>
                  <a:ext uri="{FF2B5EF4-FFF2-40B4-BE49-F238E27FC236}">
                    <a16:creationId xmlns:a16="http://schemas.microsoft.com/office/drawing/2014/main" id="{3B3650D4-901E-49E9-8E09-32052A764F9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096647" y="3138981"/>
                <a:ext cx="201600" cy="19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72712" name="Ink 72711">
                <a:extLst>
                  <a:ext uri="{FF2B5EF4-FFF2-40B4-BE49-F238E27FC236}">
                    <a16:creationId xmlns:a16="http://schemas.microsoft.com/office/drawing/2014/main" id="{FD4381D3-F14D-419E-B4C5-F4110EC84805}"/>
                  </a:ext>
                </a:extLst>
              </p14:cNvPr>
              <p14:cNvContentPartPr/>
              <p14:nvPr/>
            </p14:nvContentPartPr>
            <p14:xfrm>
              <a:off x="5491207" y="3083541"/>
              <a:ext cx="164160" cy="244800"/>
            </p14:xfrm>
          </p:contentPart>
        </mc:Choice>
        <mc:Fallback xmlns="">
          <p:pic>
            <p:nvPicPr>
              <p:cNvPr id="72712" name="Ink 72711">
                <a:extLst>
                  <a:ext uri="{FF2B5EF4-FFF2-40B4-BE49-F238E27FC236}">
                    <a16:creationId xmlns:a16="http://schemas.microsoft.com/office/drawing/2014/main" id="{FD4381D3-F14D-419E-B4C5-F4110EC84805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482567" y="3074541"/>
                <a:ext cx="181800" cy="26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2713" name="Ink 72712">
                <a:extLst>
                  <a:ext uri="{FF2B5EF4-FFF2-40B4-BE49-F238E27FC236}">
                    <a16:creationId xmlns:a16="http://schemas.microsoft.com/office/drawing/2014/main" id="{45C376A6-9B0A-4583-B03B-ECCD26B9E5AC}"/>
                  </a:ext>
                </a:extLst>
              </p14:cNvPr>
              <p14:cNvContentPartPr/>
              <p14:nvPr/>
            </p14:nvContentPartPr>
            <p14:xfrm>
              <a:off x="4663927" y="3141501"/>
              <a:ext cx="11160" cy="243000"/>
            </p14:xfrm>
          </p:contentPart>
        </mc:Choice>
        <mc:Fallback xmlns="">
          <p:pic>
            <p:nvPicPr>
              <p:cNvPr id="72713" name="Ink 72712">
                <a:extLst>
                  <a:ext uri="{FF2B5EF4-FFF2-40B4-BE49-F238E27FC236}">
                    <a16:creationId xmlns:a16="http://schemas.microsoft.com/office/drawing/2014/main" id="{45C376A6-9B0A-4583-B03B-ECCD26B9E5A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655287" y="3132501"/>
                <a:ext cx="28800" cy="26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72714" name="Ink 72713">
                <a:extLst>
                  <a:ext uri="{FF2B5EF4-FFF2-40B4-BE49-F238E27FC236}">
                    <a16:creationId xmlns:a16="http://schemas.microsoft.com/office/drawing/2014/main" id="{EA50D748-F2DB-4A96-9A0D-93D736A9E422}"/>
                  </a:ext>
                </a:extLst>
              </p14:cNvPr>
              <p14:cNvContentPartPr/>
              <p14:nvPr/>
            </p14:nvContentPartPr>
            <p14:xfrm>
              <a:off x="6098887" y="3145821"/>
              <a:ext cx="52920" cy="227880"/>
            </p14:xfrm>
          </p:contentPart>
        </mc:Choice>
        <mc:Fallback xmlns="">
          <p:pic>
            <p:nvPicPr>
              <p:cNvPr id="72714" name="Ink 72713">
                <a:extLst>
                  <a:ext uri="{FF2B5EF4-FFF2-40B4-BE49-F238E27FC236}">
                    <a16:creationId xmlns:a16="http://schemas.microsoft.com/office/drawing/2014/main" id="{EA50D748-F2DB-4A96-9A0D-93D736A9E422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089887" y="3136821"/>
                <a:ext cx="70560" cy="24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2715" name="Ink 72714">
                <a:extLst>
                  <a:ext uri="{FF2B5EF4-FFF2-40B4-BE49-F238E27FC236}">
                    <a16:creationId xmlns:a16="http://schemas.microsoft.com/office/drawing/2014/main" id="{D8C048A6-B9A6-4F8E-9518-335B850969A5}"/>
                  </a:ext>
                </a:extLst>
              </p14:cNvPr>
              <p14:cNvContentPartPr/>
              <p14:nvPr/>
            </p14:nvContentPartPr>
            <p14:xfrm>
              <a:off x="4608127" y="1805181"/>
              <a:ext cx="101160" cy="118080"/>
            </p14:xfrm>
          </p:contentPart>
        </mc:Choice>
        <mc:Fallback xmlns="">
          <p:pic>
            <p:nvPicPr>
              <p:cNvPr id="72715" name="Ink 72714">
                <a:extLst>
                  <a:ext uri="{FF2B5EF4-FFF2-40B4-BE49-F238E27FC236}">
                    <a16:creationId xmlns:a16="http://schemas.microsoft.com/office/drawing/2014/main" id="{D8C048A6-B9A6-4F8E-9518-335B850969A5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599127" y="1796181"/>
                <a:ext cx="118800" cy="13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2716" name="Ink 72715">
                <a:extLst>
                  <a:ext uri="{FF2B5EF4-FFF2-40B4-BE49-F238E27FC236}">
                    <a16:creationId xmlns:a16="http://schemas.microsoft.com/office/drawing/2014/main" id="{674C34E3-7449-436D-9545-015D5207BD57}"/>
                  </a:ext>
                </a:extLst>
              </p14:cNvPr>
              <p14:cNvContentPartPr/>
              <p14:nvPr/>
            </p14:nvContentPartPr>
            <p14:xfrm>
              <a:off x="4644847" y="2260581"/>
              <a:ext cx="83160" cy="116640"/>
            </p14:xfrm>
          </p:contentPart>
        </mc:Choice>
        <mc:Fallback xmlns="">
          <p:pic>
            <p:nvPicPr>
              <p:cNvPr id="72716" name="Ink 72715">
                <a:extLst>
                  <a:ext uri="{FF2B5EF4-FFF2-40B4-BE49-F238E27FC236}">
                    <a16:creationId xmlns:a16="http://schemas.microsoft.com/office/drawing/2014/main" id="{674C34E3-7449-436D-9545-015D5207BD5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635847" y="2251581"/>
                <a:ext cx="100800" cy="13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72717" name="Ink 72716">
                <a:extLst>
                  <a:ext uri="{FF2B5EF4-FFF2-40B4-BE49-F238E27FC236}">
                    <a16:creationId xmlns:a16="http://schemas.microsoft.com/office/drawing/2014/main" id="{AF35B792-4DD1-44BF-9A7F-E01F885A5116}"/>
                  </a:ext>
                </a:extLst>
              </p14:cNvPr>
              <p14:cNvContentPartPr/>
              <p14:nvPr/>
            </p14:nvContentPartPr>
            <p14:xfrm>
              <a:off x="4625407" y="2691861"/>
              <a:ext cx="74520" cy="141120"/>
            </p14:xfrm>
          </p:contentPart>
        </mc:Choice>
        <mc:Fallback xmlns="">
          <p:pic>
            <p:nvPicPr>
              <p:cNvPr id="72717" name="Ink 72716">
                <a:extLst>
                  <a:ext uri="{FF2B5EF4-FFF2-40B4-BE49-F238E27FC236}">
                    <a16:creationId xmlns:a16="http://schemas.microsoft.com/office/drawing/2014/main" id="{AF35B792-4DD1-44BF-9A7F-E01F885A511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616407" y="2682861"/>
                <a:ext cx="92160" cy="15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2718" name="Ink 72717">
                <a:extLst>
                  <a:ext uri="{FF2B5EF4-FFF2-40B4-BE49-F238E27FC236}">
                    <a16:creationId xmlns:a16="http://schemas.microsoft.com/office/drawing/2014/main" id="{CED0036C-EBA1-468C-BA09-FAEEF857FF1B}"/>
                  </a:ext>
                </a:extLst>
              </p14:cNvPr>
              <p14:cNvContentPartPr/>
              <p14:nvPr/>
            </p14:nvContentPartPr>
            <p14:xfrm>
              <a:off x="6119767" y="1772421"/>
              <a:ext cx="92160" cy="111600"/>
            </p14:xfrm>
          </p:contentPart>
        </mc:Choice>
        <mc:Fallback xmlns="">
          <p:pic>
            <p:nvPicPr>
              <p:cNvPr id="72718" name="Ink 72717">
                <a:extLst>
                  <a:ext uri="{FF2B5EF4-FFF2-40B4-BE49-F238E27FC236}">
                    <a16:creationId xmlns:a16="http://schemas.microsoft.com/office/drawing/2014/main" id="{CED0036C-EBA1-468C-BA09-FAEEF857FF1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110767" y="1763421"/>
                <a:ext cx="109800" cy="12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72719" name="Ink 72718">
                <a:extLst>
                  <a:ext uri="{FF2B5EF4-FFF2-40B4-BE49-F238E27FC236}">
                    <a16:creationId xmlns:a16="http://schemas.microsoft.com/office/drawing/2014/main" id="{15629FF6-F90B-4C70-B7DF-893D69248CAC}"/>
                  </a:ext>
                </a:extLst>
              </p14:cNvPr>
              <p14:cNvContentPartPr/>
              <p14:nvPr/>
            </p14:nvContentPartPr>
            <p14:xfrm>
              <a:off x="6053887" y="2268861"/>
              <a:ext cx="112680" cy="125640"/>
            </p14:xfrm>
          </p:contentPart>
        </mc:Choice>
        <mc:Fallback xmlns="">
          <p:pic>
            <p:nvPicPr>
              <p:cNvPr id="72719" name="Ink 72718">
                <a:extLst>
                  <a:ext uri="{FF2B5EF4-FFF2-40B4-BE49-F238E27FC236}">
                    <a16:creationId xmlns:a16="http://schemas.microsoft.com/office/drawing/2014/main" id="{15629FF6-F90B-4C70-B7DF-893D69248CA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6045247" y="2260221"/>
                <a:ext cx="130320" cy="14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2720" name="Ink 72719">
                <a:extLst>
                  <a:ext uri="{FF2B5EF4-FFF2-40B4-BE49-F238E27FC236}">
                    <a16:creationId xmlns:a16="http://schemas.microsoft.com/office/drawing/2014/main" id="{8DCF0626-CFED-4FCD-8AC5-A7B757CC458A}"/>
                  </a:ext>
                </a:extLst>
              </p14:cNvPr>
              <p14:cNvContentPartPr/>
              <p14:nvPr/>
            </p14:nvContentPartPr>
            <p14:xfrm>
              <a:off x="6069727" y="2709141"/>
              <a:ext cx="130320" cy="137520"/>
            </p14:xfrm>
          </p:contentPart>
        </mc:Choice>
        <mc:Fallback xmlns="">
          <p:pic>
            <p:nvPicPr>
              <p:cNvPr id="72720" name="Ink 72719">
                <a:extLst>
                  <a:ext uri="{FF2B5EF4-FFF2-40B4-BE49-F238E27FC236}">
                    <a16:creationId xmlns:a16="http://schemas.microsoft.com/office/drawing/2014/main" id="{8DCF0626-CFED-4FCD-8AC5-A7B757CC458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060727" y="2700141"/>
                <a:ext cx="147960" cy="15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72721" name="Ink 72720">
                <a:extLst>
                  <a:ext uri="{FF2B5EF4-FFF2-40B4-BE49-F238E27FC236}">
                    <a16:creationId xmlns:a16="http://schemas.microsoft.com/office/drawing/2014/main" id="{AFFB3226-0304-41A5-B432-7141C2080F1E}"/>
                  </a:ext>
                </a:extLst>
              </p14:cNvPr>
              <p14:cNvContentPartPr/>
              <p14:nvPr/>
            </p14:nvContentPartPr>
            <p14:xfrm>
              <a:off x="4661407" y="4425981"/>
              <a:ext cx="88560" cy="137520"/>
            </p14:xfrm>
          </p:contentPart>
        </mc:Choice>
        <mc:Fallback xmlns="">
          <p:pic>
            <p:nvPicPr>
              <p:cNvPr id="72721" name="Ink 72720">
                <a:extLst>
                  <a:ext uri="{FF2B5EF4-FFF2-40B4-BE49-F238E27FC236}">
                    <a16:creationId xmlns:a16="http://schemas.microsoft.com/office/drawing/2014/main" id="{AFFB3226-0304-41A5-B432-7141C2080F1E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652767" y="4416981"/>
                <a:ext cx="106200" cy="15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72722" name="Ink 72721">
                <a:extLst>
                  <a:ext uri="{FF2B5EF4-FFF2-40B4-BE49-F238E27FC236}">
                    <a16:creationId xmlns:a16="http://schemas.microsoft.com/office/drawing/2014/main" id="{E0C33D4C-24FE-45DC-B432-4436F3ABC878}"/>
                  </a:ext>
                </a:extLst>
              </p14:cNvPr>
              <p14:cNvContentPartPr/>
              <p14:nvPr/>
            </p14:nvContentPartPr>
            <p14:xfrm>
              <a:off x="4652767" y="4902621"/>
              <a:ext cx="96840" cy="145080"/>
            </p14:xfrm>
          </p:contentPart>
        </mc:Choice>
        <mc:Fallback xmlns="">
          <p:pic>
            <p:nvPicPr>
              <p:cNvPr id="72722" name="Ink 72721">
                <a:extLst>
                  <a:ext uri="{FF2B5EF4-FFF2-40B4-BE49-F238E27FC236}">
                    <a16:creationId xmlns:a16="http://schemas.microsoft.com/office/drawing/2014/main" id="{E0C33D4C-24FE-45DC-B432-4436F3ABC878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644127" y="4893981"/>
                <a:ext cx="11448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2723" name="Ink 72722">
                <a:extLst>
                  <a:ext uri="{FF2B5EF4-FFF2-40B4-BE49-F238E27FC236}">
                    <a16:creationId xmlns:a16="http://schemas.microsoft.com/office/drawing/2014/main" id="{420DC242-FEF1-4830-B003-BB809888903A}"/>
                  </a:ext>
                </a:extLst>
              </p14:cNvPr>
              <p14:cNvContentPartPr/>
              <p14:nvPr/>
            </p14:nvContentPartPr>
            <p14:xfrm>
              <a:off x="4659607" y="5388261"/>
              <a:ext cx="99000" cy="149040"/>
            </p14:xfrm>
          </p:contentPart>
        </mc:Choice>
        <mc:Fallback xmlns="">
          <p:pic>
            <p:nvPicPr>
              <p:cNvPr id="72723" name="Ink 72722">
                <a:extLst>
                  <a:ext uri="{FF2B5EF4-FFF2-40B4-BE49-F238E27FC236}">
                    <a16:creationId xmlns:a16="http://schemas.microsoft.com/office/drawing/2014/main" id="{420DC242-FEF1-4830-B003-BB809888903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650607" y="5379621"/>
                <a:ext cx="116640" cy="16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72724" name="Ink 72723">
                <a:extLst>
                  <a:ext uri="{FF2B5EF4-FFF2-40B4-BE49-F238E27FC236}">
                    <a16:creationId xmlns:a16="http://schemas.microsoft.com/office/drawing/2014/main" id="{680FB219-A16E-463D-9A60-FFE749CD7B07}"/>
                  </a:ext>
                </a:extLst>
              </p14:cNvPr>
              <p14:cNvContentPartPr/>
              <p14:nvPr/>
            </p14:nvContentPartPr>
            <p14:xfrm>
              <a:off x="4671847" y="5832861"/>
              <a:ext cx="11160" cy="205920"/>
            </p14:xfrm>
          </p:contentPart>
        </mc:Choice>
        <mc:Fallback xmlns="">
          <p:pic>
            <p:nvPicPr>
              <p:cNvPr id="72724" name="Ink 72723">
                <a:extLst>
                  <a:ext uri="{FF2B5EF4-FFF2-40B4-BE49-F238E27FC236}">
                    <a16:creationId xmlns:a16="http://schemas.microsoft.com/office/drawing/2014/main" id="{680FB219-A16E-463D-9A60-FFE749CD7B07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63207" y="5824221"/>
                <a:ext cx="28800" cy="22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2725" name="Ink 72724">
                <a:extLst>
                  <a:ext uri="{FF2B5EF4-FFF2-40B4-BE49-F238E27FC236}">
                    <a16:creationId xmlns:a16="http://schemas.microsoft.com/office/drawing/2014/main" id="{428CEF27-C2E9-4E78-9522-75F2C93C275E}"/>
                  </a:ext>
                </a:extLst>
              </p14:cNvPr>
              <p14:cNvContentPartPr/>
              <p14:nvPr/>
            </p14:nvContentPartPr>
            <p14:xfrm>
              <a:off x="5222647" y="4370541"/>
              <a:ext cx="3600" cy="264240"/>
            </p14:xfrm>
          </p:contentPart>
        </mc:Choice>
        <mc:Fallback xmlns="">
          <p:pic>
            <p:nvPicPr>
              <p:cNvPr id="72725" name="Ink 72724">
                <a:extLst>
                  <a:ext uri="{FF2B5EF4-FFF2-40B4-BE49-F238E27FC236}">
                    <a16:creationId xmlns:a16="http://schemas.microsoft.com/office/drawing/2014/main" id="{428CEF27-C2E9-4E78-9522-75F2C93C275E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214007" y="4361541"/>
                <a:ext cx="21240" cy="28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2726" name="Ink 72725">
                <a:extLst>
                  <a:ext uri="{FF2B5EF4-FFF2-40B4-BE49-F238E27FC236}">
                    <a16:creationId xmlns:a16="http://schemas.microsoft.com/office/drawing/2014/main" id="{703A4EED-8DD6-4756-8535-C9006C171E60}"/>
                  </a:ext>
                </a:extLst>
              </p14:cNvPr>
              <p14:cNvContentPartPr/>
              <p14:nvPr/>
            </p14:nvContentPartPr>
            <p14:xfrm>
              <a:off x="5124367" y="4905501"/>
              <a:ext cx="122040" cy="159480"/>
            </p14:xfrm>
          </p:contentPart>
        </mc:Choice>
        <mc:Fallback xmlns="">
          <p:pic>
            <p:nvPicPr>
              <p:cNvPr id="72726" name="Ink 72725">
                <a:extLst>
                  <a:ext uri="{FF2B5EF4-FFF2-40B4-BE49-F238E27FC236}">
                    <a16:creationId xmlns:a16="http://schemas.microsoft.com/office/drawing/2014/main" id="{703A4EED-8DD6-4756-8535-C9006C171E60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115367" y="4896501"/>
                <a:ext cx="139680" cy="17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2727" name="Ink 72726">
                <a:extLst>
                  <a:ext uri="{FF2B5EF4-FFF2-40B4-BE49-F238E27FC236}">
                    <a16:creationId xmlns:a16="http://schemas.microsoft.com/office/drawing/2014/main" id="{44A11A89-23FF-43BA-A5F3-FBD320F9E7D6}"/>
                  </a:ext>
                </a:extLst>
              </p14:cNvPr>
              <p14:cNvContentPartPr/>
              <p14:nvPr/>
            </p14:nvContentPartPr>
            <p14:xfrm>
              <a:off x="5112847" y="5347941"/>
              <a:ext cx="74520" cy="232920"/>
            </p14:xfrm>
          </p:contentPart>
        </mc:Choice>
        <mc:Fallback xmlns="">
          <p:pic>
            <p:nvPicPr>
              <p:cNvPr id="72727" name="Ink 72726">
                <a:extLst>
                  <a:ext uri="{FF2B5EF4-FFF2-40B4-BE49-F238E27FC236}">
                    <a16:creationId xmlns:a16="http://schemas.microsoft.com/office/drawing/2014/main" id="{44A11A89-23FF-43BA-A5F3-FBD320F9E7D6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104207" y="5339301"/>
                <a:ext cx="92160" cy="25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2728" name="Ink 72727">
                <a:extLst>
                  <a:ext uri="{FF2B5EF4-FFF2-40B4-BE49-F238E27FC236}">
                    <a16:creationId xmlns:a16="http://schemas.microsoft.com/office/drawing/2014/main" id="{B90DBD74-212A-4CF6-9D7D-7AF00E0DB4C5}"/>
                  </a:ext>
                </a:extLst>
              </p14:cNvPr>
              <p14:cNvContentPartPr/>
              <p14:nvPr/>
            </p14:nvContentPartPr>
            <p14:xfrm>
              <a:off x="5094487" y="5801901"/>
              <a:ext cx="102600" cy="234720"/>
            </p14:xfrm>
          </p:contentPart>
        </mc:Choice>
        <mc:Fallback xmlns="">
          <p:pic>
            <p:nvPicPr>
              <p:cNvPr id="72728" name="Ink 72727">
                <a:extLst>
                  <a:ext uri="{FF2B5EF4-FFF2-40B4-BE49-F238E27FC236}">
                    <a16:creationId xmlns:a16="http://schemas.microsoft.com/office/drawing/2014/main" id="{B90DBD74-212A-4CF6-9D7D-7AF00E0DB4C5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085847" y="5792901"/>
                <a:ext cx="120240" cy="25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2729" name="Ink 72728">
                <a:extLst>
                  <a:ext uri="{FF2B5EF4-FFF2-40B4-BE49-F238E27FC236}">
                    <a16:creationId xmlns:a16="http://schemas.microsoft.com/office/drawing/2014/main" id="{0EB839B3-442E-4427-B807-ED56CD5DAB96}"/>
                  </a:ext>
                </a:extLst>
              </p14:cNvPr>
              <p14:cNvContentPartPr/>
              <p14:nvPr/>
            </p14:nvContentPartPr>
            <p14:xfrm>
              <a:off x="5610367" y="4334901"/>
              <a:ext cx="138960" cy="257040"/>
            </p14:xfrm>
          </p:contentPart>
        </mc:Choice>
        <mc:Fallback xmlns="">
          <p:pic>
            <p:nvPicPr>
              <p:cNvPr id="72729" name="Ink 72728">
                <a:extLst>
                  <a:ext uri="{FF2B5EF4-FFF2-40B4-BE49-F238E27FC236}">
                    <a16:creationId xmlns:a16="http://schemas.microsoft.com/office/drawing/2014/main" id="{0EB839B3-442E-4427-B807-ED56CD5DAB96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601727" y="4326261"/>
                <a:ext cx="156600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72730" name="Ink 72729">
                <a:extLst>
                  <a:ext uri="{FF2B5EF4-FFF2-40B4-BE49-F238E27FC236}">
                    <a16:creationId xmlns:a16="http://schemas.microsoft.com/office/drawing/2014/main" id="{1F53B61A-2889-41F8-B513-91F9F1DD2B0E}"/>
                  </a:ext>
                </a:extLst>
              </p14:cNvPr>
              <p14:cNvContentPartPr/>
              <p14:nvPr/>
            </p14:nvContentPartPr>
            <p14:xfrm>
              <a:off x="5581927" y="4798941"/>
              <a:ext cx="129240" cy="275400"/>
            </p14:xfrm>
          </p:contentPart>
        </mc:Choice>
        <mc:Fallback xmlns="">
          <p:pic>
            <p:nvPicPr>
              <p:cNvPr id="72730" name="Ink 72729">
                <a:extLst>
                  <a:ext uri="{FF2B5EF4-FFF2-40B4-BE49-F238E27FC236}">
                    <a16:creationId xmlns:a16="http://schemas.microsoft.com/office/drawing/2014/main" id="{1F53B61A-2889-41F8-B513-91F9F1DD2B0E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573287" y="4790301"/>
                <a:ext cx="146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2731" name="Ink 72730">
                <a:extLst>
                  <a:ext uri="{FF2B5EF4-FFF2-40B4-BE49-F238E27FC236}">
                    <a16:creationId xmlns:a16="http://schemas.microsoft.com/office/drawing/2014/main" id="{2186D079-E6A9-4CDB-B51D-7D7487714136}"/>
                  </a:ext>
                </a:extLst>
              </p14:cNvPr>
              <p14:cNvContentPartPr/>
              <p14:nvPr/>
            </p14:nvContentPartPr>
            <p14:xfrm>
              <a:off x="5580847" y="5277021"/>
              <a:ext cx="138240" cy="239040"/>
            </p14:xfrm>
          </p:contentPart>
        </mc:Choice>
        <mc:Fallback xmlns="">
          <p:pic>
            <p:nvPicPr>
              <p:cNvPr id="72731" name="Ink 72730">
                <a:extLst>
                  <a:ext uri="{FF2B5EF4-FFF2-40B4-BE49-F238E27FC236}">
                    <a16:creationId xmlns:a16="http://schemas.microsoft.com/office/drawing/2014/main" id="{2186D079-E6A9-4CDB-B51D-7D7487714136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572207" y="5268381"/>
                <a:ext cx="15588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72732" name="Ink 72731">
                <a:extLst>
                  <a:ext uri="{FF2B5EF4-FFF2-40B4-BE49-F238E27FC236}">
                    <a16:creationId xmlns:a16="http://schemas.microsoft.com/office/drawing/2014/main" id="{C02FCA37-4FA2-433B-9AF9-A3BA92A61EFE}"/>
                  </a:ext>
                </a:extLst>
              </p14:cNvPr>
              <p14:cNvContentPartPr/>
              <p14:nvPr/>
            </p14:nvContentPartPr>
            <p14:xfrm>
              <a:off x="5542687" y="5782101"/>
              <a:ext cx="119160" cy="244080"/>
            </p14:xfrm>
          </p:contentPart>
        </mc:Choice>
        <mc:Fallback xmlns="">
          <p:pic>
            <p:nvPicPr>
              <p:cNvPr id="72732" name="Ink 72731">
                <a:extLst>
                  <a:ext uri="{FF2B5EF4-FFF2-40B4-BE49-F238E27FC236}">
                    <a16:creationId xmlns:a16="http://schemas.microsoft.com/office/drawing/2014/main" id="{C02FCA37-4FA2-433B-9AF9-A3BA92A61EF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533687" y="5773101"/>
                <a:ext cx="136800" cy="26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72733" name="Ink 72732">
                <a:extLst>
                  <a:ext uri="{FF2B5EF4-FFF2-40B4-BE49-F238E27FC236}">
                    <a16:creationId xmlns:a16="http://schemas.microsoft.com/office/drawing/2014/main" id="{714C6219-B95C-4BDE-9655-D821F4612E85}"/>
                  </a:ext>
                </a:extLst>
              </p14:cNvPr>
              <p14:cNvContentPartPr/>
              <p14:nvPr/>
            </p14:nvContentPartPr>
            <p14:xfrm>
              <a:off x="6123007" y="4424181"/>
              <a:ext cx="91800" cy="136440"/>
            </p14:xfrm>
          </p:contentPart>
        </mc:Choice>
        <mc:Fallback xmlns="">
          <p:pic>
            <p:nvPicPr>
              <p:cNvPr id="72733" name="Ink 72732">
                <a:extLst>
                  <a:ext uri="{FF2B5EF4-FFF2-40B4-BE49-F238E27FC236}">
                    <a16:creationId xmlns:a16="http://schemas.microsoft.com/office/drawing/2014/main" id="{714C6219-B95C-4BDE-9655-D821F4612E85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114007" y="4415181"/>
                <a:ext cx="109440" cy="15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72734" name="Ink 72733">
                <a:extLst>
                  <a:ext uri="{FF2B5EF4-FFF2-40B4-BE49-F238E27FC236}">
                    <a16:creationId xmlns:a16="http://schemas.microsoft.com/office/drawing/2014/main" id="{A19D8D94-C42A-4D30-8D02-3575524863A9}"/>
                  </a:ext>
                </a:extLst>
              </p14:cNvPr>
              <p14:cNvContentPartPr/>
              <p14:nvPr/>
            </p14:nvContentPartPr>
            <p14:xfrm>
              <a:off x="6091327" y="4916661"/>
              <a:ext cx="100080" cy="117360"/>
            </p14:xfrm>
          </p:contentPart>
        </mc:Choice>
        <mc:Fallback xmlns="">
          <p:pic>
            <p:nvPicPr>
              <p:cNvPr id="72734" name="Ink 72733">
                <a:extLst>
                  <a:ext uri="{FF2B5EF4-FFF2-40B4-BE49-F238E27FC236}">
                    <a16:creationId xmlns:a16="http://schemas.microsoft.com/office/drawing/2014/main" id="{A19D8D94-C42A-4D30-8D02-3575524863A9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082687" y="4907661"/>
                <a:ext cx="117720" cy="13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72735" name="Ink 72734">
                <a:extLst>
                  <a:ext uri="{FF2B5EF4-FFF2-40B4-BE49-F238E27FC236}">
                    <a16:creationId xmlns:a16="http://schemas.microsoft.com/office/drawing/2014/main" id="{BD885F75-3F5C-4920-8679-B0C94F0D11F5}"/>
                  </a:ext>
                </a:extLst>
              </p14:cNvPr>
              <p14:cNvContentPartPr/>
              <p14:nvPr/>
            </p14:nvContentPartPr>
            <p14:xfrm>
              <a:off x="6058567" y="5364501"/>
              <a:ext cx="117720" cy="126000"/>
            </p14:xfrm>
          </p:contentPart>
        </mc:Choice>
        <mc:Fallback xmlns="">
          <p:pic>
            <p:nvPicPr>
              <p:cNvPr id="72735" name="Ink 72734">
                <a:extLst>
                  <a:ext uri="{FF2B5EF4-FFF2-40B4-BE49-F238E27FC236}">
                    <a16:creationId xmlns:a16="http://schemas.microsoft.com/office/drawing/2014/main" id="{BD885F75-3F5C-4920-8679-B0C94F0D11F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049927" y="5355501"/>
                <a:ext cx="135360" cy="14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72736" name="Ink 72735">
                <a:extLst>
                  <a:ext uri="{FF2B5EF4-FFF2-40B4-BE49-F238E27FC236}">
                    <a16:creationId xmlns:a16="http://schemas.microsoft.com/office/drawing/2014/main" id="{6EFEB9CE-A5B4-4905-9CEB-C2A5151E1A06}"/>
                  </a:ext>
                </a:extLst>
              </p14:cNvPr>
              <p14:cNvContentPartPr/>
              <p14:nvPr/>
            </p14:nvContentPartPr>
            <p14:xfrm>
              <a:off x="6116527" y="5851221"/>
              <a:ext cx="41760" cy="208800"/>
            </p14:xfrm>
          </p:contentPart>
        </mc:Choice>
        <mc:Fallback xmlns="">
          <p:pic>
            <p:nvPicPr>
              <p:cNvPr id="72736" name="Ink 72735">
                <a:extLst>
                  <a:ext uri="{FF2B5EF4-FFF2-40B4-BE49-F238E27FC236}">
                    <a16:creationId xmlns:a16="http://schemas.microsoft.com/office/drawing/2014/main" id="{6EFEB9CE-A5B4-4905-9CEB-C2A5151E1A06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07527" y="5842581"/>
                <a:ext cx="59400" cy="22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4D52346A-DEB1-47A9-A4C0-6297B9B3DCB9}"/>
                  </a:ext>
                </a:extLst>
              </p14:cNvPr>
              <p14:cNvContentPartPr/>
              <p14:nvPr/>
            </p14:nvContentPartPr>
            <p14:xfrm>
              <a:off x="6422760" y="1172520"/>
              <a:ext cx="797760" cy="305136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4D52346A-DEB1-47A9-A4C0-6297B9B3DCB9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413400" y="1163160"/>
                <a:ext cx="816480" cy="3070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042522647"/>
      </p:ext>
    </p:extLst>
  </p:cSld>
  <p:clrMapOvr>
    <a:masterClrMapping/>
  </p:clrMapOvr>
  <p:transition/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5" name="Title 1">
            <a:extLst>
              <a:ext uri="{FF2B5EF4-FFF2-40B4-BE49-F238E27FC236}">
                <a16:creationId xmlns:a16="http://schemas.microsoft.com/office/drawing/2014/main" id="{62163E5B-9866-400A-A028-CA2A7C54442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71733"/>
            <a:ext cx="9144000" cy="537867"/>
          </a:xfrm>
        </p:spPr>
        <p:txBody>
          <a:bodyPr/>
          <a:lstStyle/>
          <a:p>
            <a:r>
              <a:rPr lang="en-US" altLang="en-US" sz="3200" dirty="0"/>
              <a:t>Incompletely Specified Function: SOP vs POS</a:t>
            </a:r>
          </a:p>
        </p:txBody>
      </p:sp>
      <p:sp>
        <p:nvSpPr>
          <p:cNvPr id="72706" name="TextBox 3">
            <a:extLst>
              <a:ext uri="{FF2B5EF4-FFF2-40B4-BE49-F238E27FC236}">
                <a16:creationId xmlns:a16="http://schemas.microsoft.com/office/drawing/2014/main" id="{3B8D8D81-38F2-4DE0-A22E-A49A592C7E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" y="609600"/>
            <a:ext cx="69942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latin typeface="Times" panose="02020603050405020304" pitchFamily="18" charset="0"/>
              </a:rPr>
              <a:t>f(x</a:t>
            </a:r>
            <a:r>
              <a:rPr lang="en-US" altLang="en-US" b="0" baseline="-25000" dirty="0">
                <a:latin typeface="Times" panose="02020603050405020304" pitchFamily="18" charset="0"/>
              </a:rPr>
              <a:t>3</a:t>
            </a:r>
            <a:r>
              <a:rPr lang="en-US" altLang="en-US" b="0" dirty="0">
                <a:latin typeface="Times" panose="02020603050405020304" pitchFamily="18" charset="0"/>
              </a:rPr>
              <a:t>, x</a:t>
            </a:r>
            <a:r>
              <a:rPr lang="en-US" altLang="en-US" b="0" baseline="-25000" dirty="0">
                <a:latin typeface="Times" panose="02020603050405020304" pitchFamily="18" charset="0"/>
              </a:rPr>
              <a:t>2</a:t>
            </a:r>
            <a:r>
              <a:rPr lang="en-US" altLang="en-US" b="0" dirty="0">
                <a:latin typeface="Times" panose="02020603050405020304" pitchFamily="18" charset="0"/>
              </a:rPr>
              <a:t>, x</a:t>
            </a:r>
            <a:r>
              <a:rPr lang="en-US" altLang="en-US" b="0" baseline="-25000" dirty="0">
                <a:latin typeface="Times" panose="02020603050405020304" pitchFamily="18" charset="0"/>
              </a:rPr>
              <a:t>1</a:t>
            </a:r>
            <a:r>
              <a:rPr lang="en-US" altLang="en-US" b="0" dirty="0">
                <a:latin typeface="Times" panose="02020603050405020304" pitchFamily="18" charset="0"/>
              </a:rPr>
              <a:t>, x</a:t>
            </a:r>
            <a:r>
              <a:rPr lang="en-US" altLang="en-US" b="0" baseline="-25000" dirty="0">
                <a:latin typeface="Times" panose="02020603050405020304" pitchFamily="18" charset="0"/>
              </a:rPr>
              <a:t>0</a:t>
            </a:r>
            <a:r>
              <a:rPr lang="en-US" altLang="en-US" b="0" dirty="0">
                <a:latin typeface="Times" panose="02020603050405020304" pitchFamily="18" charset="0"/>
              </a:rPr>
              <a:t>) = Σ m(2, 4, 10) + D(6, 7, 12, 13, 14, 15)</a:t>
            </a:r>
          </a:p>
        </p:txBody>
      </p:sp>
      <p:grpSp>
        <p:nvGrpSpPr>
          <p:cNvPr id="58" name="Group 65">
            <a:extLst>
              <a:ext uri="{FF2B5EF4-FFF2-40B4-BE49-F238E27FC236}">
                <a16:creationId xmlns:a16="http://schemas.microsoft.com/office/drawing/2014/main" id="{0E4CD062-5706-4CF1-AA2A-7E9B16FF8EDF}"/>
              </a:ext>
            </a:extLst>
          </p:cNvPr>
          <p:cNvGrpSpPr>
            <a:grpSpLocks/>
          </p:cNvGrpSpPr>
          <p:nvPr/>
        </p:nvGrpSpPr>
        <p:grpSpPr bwMode="auto">
          <a:xfrm>
            <a:off x="3632285" y="1009761"/>
            <a:ext cx="2742691" cy="2493614"/>
            <a:chOff x="5532437" y="2646362"/>
            <a:chExt cx="2508250" cy="2373313"/>
          </a:xfrm>
        </p:grpSpPr>
        <p:sp>
          <p:nvSpPr>
            <p:cNvPr id="59" name="Rectangle 379">
              <a:extLst>
                <a:ext uri="{FF2B5EF4-FFF2-40B4-BE49-F238E27FC236}">
                  <a16:creationId xmlns:a16="http://schemas.microsoft.com/office/drawing/2014/main" id="{8565C477-AD56-4BC9-8CDD-36C7B9C8F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227387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60" name="Line 380">
              <a:extLst>
                <a:ext uri="{FF2B5EF4-FFF2-40B4-BE49-F238E27FC236}">
                  <a16:creationId xmlns:a16="http://schemas.microsoft.com/office/drawing/2014/main" id="{04375B16-4EED-4784-9533-25A18DCE00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3670300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Line 381">
              <a:extLst>
                <a:ext uri="{FF2B5EF4-FFF2-40B4-BE49-F238E27FC236}">
                  <a16:creationId xmlns:a16="http://schemas.microsoft.com/office/drawing/2014/main" id="{74C5F92C-4D01-4C6B-8434-3102919DB3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Line 382">
              <a:extLst>
                <a:ext uri="{FF2B5EF4-FFF2-40B4-BE49-F238E27FC236}">
                  <a16:creationId xmlns:a16="http://schemas.microsoft.com/office/drawing/2014/main" id="{84564D73-2A15-4D46-A6F8-AC72ECE6CF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5487" y="2763837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Rectangle 383">
              <a:extLst>
                <a:ext uri="{FF2B5EF4-FFF2-40B4-BE49-F238E27FC236}">
                  <a16:creationId xmlns:a16="http://schemas.microsoft.com/office/drawing/2014/main" id="{9A38C994-3C8F-4194-A69F-427CB0E1A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1537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64" name="Rectangle 384">
              <a:extLst>
                <a:ext uri="{FF2B5EF4-FFF2-40B4-BE49-F238E27FC236}">
                  <a16:creationId xmlns:a16="http://schemas.microsoft.com/office/drawing/2014/main" id="{F38A6630-219F-4DBA-95AA-0C922B029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3612" y="274796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65" name="Rectangle 385">
              <a:extLst>
                <a:ext uri="{FF2B5EF4-FFF2-40B4-BE49-F238E27FC236}">
                  <a16:creationId xmlns:a16="http://schemas.microsoft.com/office/drawing/2014/main" id="{48434C78-9836-486D-B562-FD1E85484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212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66" name="Rectangle 386">
              <a:extLst>
                <a:ext uri="{FF2B5EF4-FFF2-40B4-BE49-F238E27FC236}">
                  <a16:creationId xmlns:a16="http://schemas.microsoft.com/office/drawing/2014/main" id="{15E118D1-4D3F-4EE6-AE4C-5E2C87938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287" y="2747962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67" name="Rectangle 387">
              <a:extLst>
                <a:ext uri="{FF2B5EF4-FFF2-40B4-BE49-F238E27FC236}">
                  <a16:creationId xmlns:a16="http://schemas.microsoft.com/office/drawing/2014/main" id="{BB5A3A84-4E18-4210-8FFD-93687273E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2437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68" name="Rectangle 388">
              <a:extLst>
                <a:ext uri="{FF2B5EF4-FFF2-40B4-BE49-F238E27FC236}">
                  <a16:creationId xmlns:a16="http://schemas.microsoft.com/office/drawing/2014/main" id="{5F89AB37-AC9E-4F5F-9CE0-5E50D3285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61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69" name="Rectangle 389">
              <a:extLst>
                <a:ext uri="{FF2B5EF4-FFF2-40B4-BE49-F238E27FC236}">
                  <a16:creationId xmlns:a16="http://schemas.microsoft.com/office/drawing/2014/main" id="{6EEDCF08-EE54-4645-A258-4AC315BC4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6112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0" name="Rectangle 390">
              <a:extLst>
                <a:ext uri="{FF2B5EF4-FFF2-40B4-BE49-F238E27FC236}">
                  <a16:creationId xmlns:a16="http://schemas.microsoft.com/office/drawing/2014/main" id="{D51F600F-7A1E-46C2-BDB2-324D6FA5B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66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1" name="Rectangle 391">
              <a:extLst>
                <a:ext uri="{FF2B5EF4-FFF2-40B4-BE49-F238E27FC236}">
                  <a16:creationId xmlns:a16="http://schemas.microsoft.com/office/drawing/2014/main" id="{F11E3F21-C56C-4D77-933D-D3278E3EE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3227387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72" name="Line 392">
              <a:extLst>
                <a:ext uri="{FF2B5EF4-FFF2-40B4-BE49-F238E27FC236}">
                  <a16:creationId xmlns:a16="http://schemas.microsoft.com/office/drawing/2014/main" id="{3EC32722-36DD-457F-ADC7-B676C6C8D4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3670300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" name="Line 393">
              <a:extLst>
                <a:ext uri="{FF2B5EF4-FFF2-40B4-BE49-F238E27FC236}">
                  <a16:creationId xmlns:a16="http://schemas.microsoft.com/office/drawing/2014/main" id="{50074B51-4FC5-404B-85BC-8FCA413A5C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Rectangle 394">
              <a:extLst>
                <a:ext uri="{FF2B5EF4-FFF2-40B4-BE49-F238E27FC236}">
                  <a16:creationId xmlns:a16="http://schemas.microsoft.com/office/drawing/2014/main" id="{1716B27F-CFDB-409F-899C-33DE3F043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5" name="Rectangle 395">
              <a:extLst>
                <a:ext uri="{FF2B5EF4-FFF2-40B4-BE49-F238E27FC236}">
                  <a16:creationId xmlns:a16="http://schemas.microsoft.com/office/drawing/2014/main" id="{8FB3609D-E37C-401E-A2C3-AD1BB6E01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6" name="Rectangle 396">
              <a:extLst>
                <a:ext uri="{FF2B5EF4-FFF2-40B4-BE49-F238E27FC236}">
                  <a16:creationId xmlns:a16="http://schemas.microsoft.com/office/drawing/2014/main" id="{7B75ECA4-4975-435D-8F6F-CBBCBFF4A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260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7" name="Rectangle 397">
              <a:extLst>
                <a:ext uri="{FF2B5EF4-FFF2-40B4-BE49-F238E27FC236}">
                  <a16:creationId xmlns:a16="http://schemas.microsoft.com/office/drawing/2014/main" id="{330A49F9-8C30-4BE7-8576-2538820AE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027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8" name="Rectangle 398">
              <a:extLst>
                <a:ext uri="{FF2B5EF4-FFF2-40B4-BE49-F238E27FC236}">
                  <a16:creationId xmlns:a16="http://schemas.microsoft.com/office/drawing/2014/main" id="{3D4CE2F1-9603-4B58-8461-8FEDD9447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79" name="Rectangle 399">
              <a:extLst>
                <a:ext uri="{FF2B5EF4-FFF2-40B4-BE49-F238E27FC236}">
                  <a16:creationId xmlns:a16="http://schemas.microsoft.com/office/drawing/2014/main" id="{75D49BF8-7FB7-401A-88AA-FED8B35AD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0" name="Rectangle 400">
              <a:extLst>
                <a:ext uri="{FF2B5EF4-FFF2-40B4-BE49-F238E27FC236}">
                  <a16:creationId xmlns:a16="http://schemas.microsoft.com/office/drawing/2014/main" id="{81B30A72-A91D-4BAC-9673-E8B2578C3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1" name="Rectangle 401">
              <a:extLst>
                <a:ext uri="{FF2B5EF4-FFF2-40B4-BE49-F238E27FC236}">
                  <a16:creationId xmlns:a16="http://schemas.microsoft.com/office/drawing/2014/main" id="{5C6DAD7C-D69E-4BFE-BF15-348339AF4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2" name="Rectangle 402">
              <a:extLst>
                <a:ext uri="{FF2B5EF4-FFF2-40B4-BE49-F238E27FC236}">
                  <a16:creationId xmlns:a16="http://schemas.microsoft.com/office/drawing/2014/main" id="{7A368E9B-C5B6-477C-92D6-14D944367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3" name="Rectangle 403">
              <a:extLst>
                <a:ext uri="{FF2B5EF4-FFF2-40B4-BE49-F238E27FC236}">
                  <a16:creationId xmlns:a16="http://schemas.microsoft.com/office/drawing/2014/main" id="{68F72E44-3C4A-40DC-9A44-8D4F5D72D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4" name="Rectangle 404">
              <a:extLst>
                <a:ext uri="{FF2B5EF4-FFF2-40B4-BE49-F238E27FC236}">
                  <a16:creationId xmlns:a16="http://schemas.microsoft.com/office/drawing/2014/main" id="{5B218E09-B457-4283-AADF-DC605EB52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5" name="Rectangle 405">
              <a:extLst>
                <a:ext uri="{FF2B5EF4-FFF2-40B4-BE49-F238E27FC236}">
                  <a16:creationId xmlns:a16="http://schemas.microsoft.com/office/drawing/2014/main" id="{C3B10515-F7C4-4241-B991-98C9F6556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4113212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86" name="Line 406">
              <a:extLst>
                <a:ext uri="{FF2B5EF4-FFF2-40B4-BE49-F238E27FC236}">
                  <a16:creationId xmlns:a16="http://schemas.microsoft.com/office/drawing/2014/main" id="{4CFA923C-07D5-488C-8964-C12D5E89A2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4556125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Line 407">
              <a:extLst>
                <a:ext uri="{FF2B5EF4-FFF2-40B4-BE49-F238E27FC236}">
                  <a16:creationId xmlns:a16="http://schemas.microsoft.com/office/drawing/2014/main" id="{A40FAE93-9245-4FDB-B613-8E0136BEB6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Rectangle 408">
              <a:extLst>
                <a:ext uri="{FF2B5EF4-FFF2-40B4-BE49-F238E27FC236}">
                  <a16:creationId xmlns:a16="http://schemas.microsoft.com/office/drawing/2014/main" id="{D44AAC2A-0721-4A57-821B-E739A57EA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89" name="Rectangle 409">
              <a:extLst>
                <a:ext uri="{FF2B5EF4-FFF2-40B4-BE49-F238E27FC236}">
                  <a16:creationId xmlns:a16="http://schemas.microsoft.com/office/drawing/2014/main" id="{7C16D6D6-9C38-47AE-B7A2-F73C88FF8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4113212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90" name="Line 410">
              <a:extLst>
                <a:ext uri="{FF2B5EF4-FFF2-40B4-BE49-F238E27FC236}">
                  <a16:creationId xmlns:a16="http://schemas.microsoft.com/office/drawing/2014/main" id="{1684A5E6-1242-4C8F-A523-ECC5E9D4BA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4556125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" name="Line 411">
              <a:extLst>
                <a:ext uri="{FF2B5EF4-FFF2-40B4-BE49-F238E27FC236}">
                  <a16:creationId xmlns:a16="http://schemas.microsoft.com/office/drawing/2014/main" id="{03A6EB77-277E-4CD0-B0A9-C78022C593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Rectangle 412">
              <a:extLst>
                <a:ext uri="{FF2B5EF4-FFF2-40B4-BE49-F238E27FC236}">
                  <a16:creationId xmlns:a16="http://schemas.microsoft.com/office/drawing/2014/main" id="{F2360C2F-31AD-4291-BB43-B7F46670A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3" name="Rectangle 413">
              <a:extLst>
                <a:ext uri="{FF2B5EF4-FFF2-40B4-BE49-F238E27FC236}">
                  <a16:creationId xmlns:a16="http://schemas.microsoft.com/office/drawing/2014/main" id="{BA431727-A12F-42AE-95CA-16E65FCCC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4" name="Rectangle 414">
              <a:extLst>
                <a:ext uri="{FF2B5EF4-FFF2-40B4-BE49-F238E27FC236}">
                  <a16:creationId xmlns:a16="http://schemas.microsoft.com/office/drawing/2014/main" id="{308B8D11-8B7E-4BBD-9AC7-2A8D8312B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5" name="Rectangle 415">
              <a:extLst>
                <a:ext uri="{FF2B5EF4-FFF2-40B4-BE49-F238E27FC236}">
                  <a16:creationId xmlns:a16="http://schemas.microsoft.com/office/drawing/2014/main" id="{B025A04B-66EC-4CDE-98A1-D11F3B0AD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6" name="Rectangle 416">
              <a:extLst>
                <a:ext uri="{FF2B5EF4-FFF2-40B4-BE49-F238E27FC236}">
                  <a16:creationId xmlns:a16="http://schemas.microsoft.com/office/drawing/2014/main" id="{2A40999A-C446-4FF0-9C72-55350C6EA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7" name="Rectangle 417">
              <a:extLst>
                <a:ext uri="{FF2B5EF4-FFF2-40B4-BE49-F238E27FC236}">
                  <a16:creationId xmlns:a16="http://schemas.microsoft.com/office/drawing/2014/main" id="{B8945F47-1E02-4696-993D-F9454F058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8" name="Rectangle 418">
              <a:extLst>
                <a:ext uri="{FF2B5EF4-FFF2-40B4-BE49-F238E27FC236}">
                  <a16:creationId xmlns:a16="http://schemas.microsoft.com/office/drawing/2014/main" id="{357568FD-B7F4-4130-AF22-F6E6D17713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99" name="Rectangle 419">
              <a:extLst>
                <a:ext uri="{FF2B5EF4-FFF2-40B4-BE49-F238E27FC236}">
                  <a16:creationId xmlns:a16="http://schemas.microsoft.com/office/drawing/2014/main" id="{CDF987B8-9D32-4640-B29C-79D0FC3E5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00" name="Rectangle 420">
              <a:extLst>
                <a:ext uri="{FF2B5EF4-FFF2-40B4-BE49-F238E27FC236}">
                  <a16:creationId xmlns:a16="http://schemas.microsoft.com/office/drawing/2014/main" id="{25248EA4-C4A0-4D18-ACC3-F34EF8D79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34962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01" name="Rectangle 421">
              <a:extLst>
                <a:ext uri="{FF2B5EF4-FFF2-40B4-BE49-F238E27FC236}">
                  <a16:creationId xmlns:a16="http://schemas.microsoft.com/office/drawing/2014/main" id="{0A388CD1-8895-4AE2-A5A3-A0CB572BA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7973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02" name="Rectangle 422">
              <a:extLst>
                <a:ext uri="{FF2B5EF4-FFF2-40B4-BE49-F238E27FC236}">
                  <a16:creationId xmlns:a16="http://schemas.microsoft.com/office/drawing/2014/main" id="{F99727EF-A2BD-4FA2-ABBB-BCE090B7E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42449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03" name="Rectangle 425">
              <a:extLst>
                <a:ext uri="{FF2B5EF4-FFF2-40B4-BE49-F238E27FC236}">
                  <a16:creationId xmlns:a16="http://schemas.microsoft.com/office/drawing/2014/main" id="{3A4F6599-E4C7-4D9B-A046-4E41BB06D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300" y="46926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p:grpSp>
        <p:nvGrpSpPr>
          <p:cNvPr id="104" name="Group 65">
            <a:extLst>
              <a:ext uri="{FF2B5EF4-FFF2-40B4-BE49-F238E27FC236}">
                <a16:creationId xmlns:a16="http://schemas.microsoft.com/office/drawing/2014/main" id="{7658315C-FB10-48B7-94FB-B55B1E1E3358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3657600"/>
            <a:ext cx="2728824" cy="2511264"/>
            <a:chOff x="5532437" y="2646362"/>
            <a:chExt cx="2508250" cy="2373313"/>
          </a:xfrm>
        </p:grpSpPr>
        <p:sp>
          <p:nvSpPr>
            <p:cNvPr id="105" name="Rectangle 379">
              <a:extLst>
                <a:ext uri="{FF2B5EF4-FFF2-40B4-BE49-F238E27FC236}">
                  <a16:creationId xmlns:a16="http://schemas.microsoft.com/office/drawing/2014/main" id="{B71F2BD6-63AE-456B-B93F-017EE6A29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3227387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106" name="Line 380">
              <a:extLst>
                <a:ext uri="{FF2B5EF4-FFF2-40B4-BE49-F238E27FC236}">
                  <a16:creationId xmlns:a16="http://schemas.microsoft.com/office/drawing/2014/main" id="{CDA802DD-3244-418F-ACD8-5B0094AC75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3670300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" name="Line 381">
              <a:extLst>
                <a:ext uri="{FF2B5EF4-FFF2-40B4-BE49-F238E27FC236}">
                  <a16:creationId xmlns:a16="http://schemas.microsoft.com/office/drawing/2014/main" id="{7D4074CF-B6B5-4826-AEF5-F182E3B4B2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" name="Line 382">
              <a:extLst>
                <a:ext uri="{FF2B5EF4-FFF2-40B4-BE49-F238E27FC236}">
                  <a16:creationId xmlns:a16="http://schemas.microsoft.com/office/drawing/2014/main" id="{1A46142E-555A-4E90-866D-B72553ADAD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5487" y="2763837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" name="Rectangle 383">
              <a:extLst>
                <a:ext uri="{FF2B5EF4-FFF2-40B4-BE49-F238E27FC236}">
                  <a16:creationId xmlns:a16="http://schemas.microsoft.com/office/drawing/2014/main" id="{0394CABB-0406-4A85-8313-259E55E3C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1537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0" name="Rectangle 384">
              <a:extLst>
                <a:ext uri="{FF2B5EF4-FFF2-40B4-BE49-F238E27FC236}">
                  <a16:creationId xmlns:a16="http://schemas.microsoft.com/office/drawing/2014/main" id="{A35F7BEA-83DC-4515-9D3A-12255A226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3612" y="274796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3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1" name="Rectangle 385">
              <a:extLst>
                <a:ext uri="{FF2B5EF4-FFF2-40B4-BE49-F238E27FC236}">
                  <a16:creationId xmlns:a16="http://schemas.microsoft.com/office/drawing/2014/main" id="{2680ECC6-E1C3-4E52-9505-B05CAF30C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212" y="264636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2" name="Rectangle 386">
              <a:extLst>
                <a:ext uri="{FF2B5EF4-FFF2-40B4-BE49-F238E27FC236}">
                  <a16:creationId xmlns:a16="http://schemas.microsoft.com/office/drawing/2014/main" id="{340D964A-0B6A-46DC-8D87-980E07670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287" y="2747962"/>
              <a:ext cx="133350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2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3" name="Rectangle 387">
              <a:extLst>
                <a:ext uri="{FF2B5EF4-FFF2-40B4-BE49-F238E27FC236}">
                  <a16:creationId xmlns:a16="http://schemas.microsoft.com/office/drawing/2014/main" id="{29F74490-8B51-4EC6-8EAF-813441333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2437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4" name="Rectangle 388">
              <a:extLst>
                <a:ext uri="{FF2B5EF4-FFF2-40B4-BE49-F238E27FC236}">
                  <a16:creationId xmlns:a16="http://schemas.microsoft.com/office/drawing/2014/main" id="{2F077393-5DAE-4671-9543-12997029C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61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1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5" name="Rectangle 389">
              <a:extLst>
                <a:ext uri="{FF2B5EF4-FFF2-40B4-BE49-F238E27FC236}">
                  <a16:creationId xmlns:a16="http://schemas.microsoft.com/office/drawing/2014/main" id="{E1E7B880-8D26-45D1-A8D3-123851F67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6112" y="2830512"/>
              <a:ext cx="13176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charset="0"/>
                </a:rPr>
                <a:t>x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6" name="Rectangle 390">
              <a:extLst>
                <a:ext uri="{FF2B5EF4-FFF2-40B4-BE49-F238E27FC236}">
                  <a16:creationId xmlns:a16="http://schemas.microsoft.com/office/drawing/2014/main" id="{98DC2091-33AB-498F-9F15-824DC71C5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6600" y="293211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charset="0"/>
                </a:rPr>
                <a:t>0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17" name="Rectangle 391">
              <a:extLst>
                <a:ext uri="{FF2B5EF4-FFF2-40B4-BE49-F238E27FC236}">
                  <a16:creationId xmlns:a16="http://schemas.microsoft.com/office/drawing/2014/main" id="{FF2AA7AC-4CFB-4926-893E-F81BBDE15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3227387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118" name="Line 392">
              <a:extLst>
                <a:ext uri="{FF2B5EF4-FFF2-40B4-BE49-F238E27FC236}">
                  <a16:creationId xmlns:a16="http://schemas.microsoft.com/office/drawing/2014/main" id="{5CE01A63-0D73-47A1-A546-6145F2BA0C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3670300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" name="Line 393">
              <a:extLst>
                <a:ext uri="{FF2B5EF4-FFF2-40B4-BE49-F238E27FC236}">
                  <a16:creationId xmlns:a16="http://schemas.microsoft.com/office/drawing/2014/main" id="{AE151DDB-5E27-4427-96AB-154CD1B62B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3227387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" name="Rectangle 394">
              <a:extLst>
                <a:ext uri="{FF2B5EF4-FFF2-40B4-BE49-F238E27FC236}">
                  <a16:creationId xmlns:a16="http://schemas.microsoft.com/office/drawing/2014/main" id="{92E25CF4-B08F-4E51-A063-6EF0C5CF2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1" name="Rectangle 395">
              <a:extLst>
                <a:ext uri="{FF2B5EF4-FFF2-40B4-BE49-F238E27FC236}">
                  <a16:creationId xmlns:a16="http://schemas.microsoft.com/office/drawing/2014/main" id="{457540B1-6F61-416E-B8E1-52C9CAF03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2" name="Rectangle 396">
              <a:extLst>
                <a:ext uri="{FF2B5EF4-FFF2-40B4-BE49-F238E27FC236}">
                  <a16:creationId xmlns:a16="http://schemas.microsoft.com/office/drawing/2014/main" id="{8F66F361-4EFE-45EC-BF64-635459E12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260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3" name="Rectangle 397">
              <a:extLst>
                <a:ext uri="{FF2B5EF4-FFF2-40B4-BE49-F238E27FC236}">
                  <a16:creationId xmlns:a16="http://schemas.microsoft.com/office/drawing/2014/main" id="{750663E1-DCB6-41BD-AD06-190172896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0275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dirty="0">
                  <a:solidFill>
                    <a:srgbClr val="000000"/>
                  </a:solidFill>
                  <a:latin typeface="Times-Roman" charset="0"/>
                </a:rPr>
                <a:t>11</a:t>
              </a:r>
              <a:endParaRPr lang="en-US" altLang="en-US" b="0" dirty="0">
                <a:latin typeface="Times" panose="02020603050405020304" pitchFamily="18" charset="0"/>
              </a:endParaRPr>
            </a:p>
          </p:txBody>
        </p:sp>
        <p:sp>
          <p:nvSpPr>
            <p:cNvPr id="124" name="Rectangle 398">
              <a:extLst>
                <a:ext uri="{FF2B5EF4-FFF2-40B4-BE49-F238E27FC236}">
                  <a16:creationId xmlns:a16="http://schemas.microsoft.com/office/drawing/2014/main" id="{FB7C9BC3-5DE8-4D93-8413-C7BC2C156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29654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5" name="Rectangle 399">
              <a:extLst>
                <a:ext uri="{FF2B5EF4-FFF2-40B4-BE49-F238E27FC236}">
                  <a16:creationId xmlns:a16="http://schemas.microsoft.com/office/drawing/2014/main" id="{79BE71D9-8C54-4780-957B-81EBA0047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6" name="Rectangle 400">
              <a:extLst>
                <a:ext uri="{FF2B5EF4-FFF2-40B4-BE49-F238E27FC236}">
                  <a16:creationId xmlns:a16="http://schemas.microsoft.com/office/drawing/2014/main" id="{03084BD4-385B-4696-8B41-B834CA7EA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7" name="Rectangle 401">
              <a:extLst>
                <a:ext uri="{FF2B5EF4-FFF2-40B4-BE49-F238E27FC236}">
                  <a16:creationId xmlns:a16="http://schemas.microsoft.com/office/drawing/2014/main" id="{F03CC83E-2E5B-4914-9B26-8EE1C66BC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34962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8" name="Rectangle 402">
              <a:extLst>
                <a:ext uri="{FF2B5EF4-FFF2-40B4-BE49-F238E27FC236}">
                  <a16:creationId xmlns:a16="http://schemas.microsoft.com/office/drawing/2014/main" id="{1B6E4524-E73D-417A-8321-6885B610D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29" name="Rectangle 403">
              <a:extLst>
                <a:ext uri="{FF2B5EF4-FFF2-40B4-BE49-F238E27FC236}">
                  <a16:creationId xmlns:a16="http://schemas.microsoft.com/office/drawing/2014/main" id="{E3498FC1-4B76-49C7-B1E3-EEF1C4DE8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0" name="Rectangle 404">
              <a:extLst>
                <a:ext uri="{FF2B5EF4-FFF2-40B4-BE49-F238E27FC236}">
                  <a16:creationId xmlns:a16="http://schemas.microsoft.com/office/drawing/2014/main" id="{7A1AC137-9662-4FFD-8AE3-C47B3FB6F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1" name="Rectangle 405">
              <a:extLst>
                <a:ext uri="{FF2B5EF4-FFF2-40B4-BE49-F238E27FC236}">
                  <a16:creationId xmlns:a16="http://schemas.microsoft.com/office/drawing/2014/main" id="{29D52F61-5985-4CDC-B6D4-59D566624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8400" y="4113212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132" name="Line 406">
              <a:extLst>
                <a:ext uri="{FF2B5EF4-FFF2-40B4-BE49-F238E27FC236}">
                  <a16:creationId xmlns:a16="http://schemas.microsoft.com/office/drawing/2014/main" id="{A7E4BE2E-5E3F-4FD1-A402-70F73BDEF5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8400" y="4556125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" name="Line 407">
              <a:extLst>
                <a:ext uri="{FF2B5EF4-FFF2-40B4-BE49-F238E27FC236}">
                  <a16:creationId xmlns:a16="http://schemas.microsoft.com/office/drawing/2014/main" id="{0DA3ECE4-D27A-40A8-B7EB-619E46070D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1950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" name="Rectangle 408">
              <a:extLst>
                <a:ext uri="{FF2B5EF4-FFF2-40B4-BE49-F238E27FC236}">
                  <a16:creationId xmlns:a16="http://schemas.microsoft.com/office/drawing/2014/main" id="{258C32BA-10ED-46EF-A459-E8DB44A88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379730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5" name="Rectangle 409">
              <a:extLst>
                <a:ext uri="{FF2B5EF4-FFF2-40B4-BE49-F238E27FC236}">
                  <a16:creationId xmlns:a16="http://schemas.microsoft.com/office/drawing/2014/main" id="{1B072B1E-F002-4CA6-8C88-19F18FC84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4862" y="4113212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CA" altLang="en-US" b="0">
                <a:latin typeface="Times" panose="02020603050405020304" pitchFamily="18" charset="0"/>
              </a:endParaRPr>
            </a:p>
          </p:txBody>
        </p:sp>
        <p:sp>
          <p:nvSpPr>
            <p:cNvPr id="136" name="Line 410">
              <a:extLst>
                <a:ext uri="{FF2B5EF4-FFF2-40B4-BE49-F238E27FC236}">
                  <a16:creationId xmlns:a16="http://schemas.microsoft.com/office/drawing/2014/main" id="{21966678-A49C-4F9F-BD07-A85D871D1B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54862" y="4556125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" name="Line 411">
              <a:extLst>
                <a:ext uri="{FF2B5EF4-FFF2-40B4-BE49-F238E27FC236}">
                  <a16:creationId xmlns:a16="http://schemas.microsoft.com/office/drawing/2014/main" id="{B27EDEED-8F46-41AF-9A4F-7F6AED6406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7775" y="4113212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" name="Rectangle 412">
              <a:extLst>
                <a:ext uri="{FF2B5EF4-FFF2-40B4-BE49-F238E27FC236}">
                  <a16:creationId xmlns:a16="http://schemas.microsoft.com/office/drawing/2014/main" id="{561F29E7-768A-4EED-88F4-F9A4C67CE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39" name="Rectangle 413">
              <a:extLst>
                <a:ext uri="{FF2B5EF4-FFF2-40B4-BE49-F238E27FC236}">
                  <a16:creationId xmlns:a16="http://schemas.microsoft.com/office/drawing/2014/main" id="{4616B31D-A4CC-479E-B6B2-6415368D3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0" name="Rectangle 414">
              <a:extLst>
                <a:ext uri="{FF2B5EF4-FFF2-40B4-BE49-F238E27FC236}">
                  <a16:creationId xmlns:a16="http://schemas.microsoft.com/office/drawing/2014/main" id="{A2461540-E144-4583-9261-3F15CDF14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1" name="Rectangle 415">
              <a:extLst>
                <a:ext uri="{FF2B5EF4-FFF2-40B4-BE49-F238E27FC236}">
                  <a16:creationId xmlns:a16="http://schemas.microsoft.com/office/drawing/2014/main" id="{C98F7EFC-3BA7-4117-923D-8EA5274B7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244975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2" name="Rectangle 416">
              <a:extLst>
                <a:ext uri="{FF2B5EF4-FFF2-40B4-BE49-F238E27FC236}">
                  <a16:creationId xmlns:a16="http://schemas.microsoft.com/office/drawing/2014/main" id="{307FF52F-8CC4-4C89-BA8E-8F7CF94AA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3" name="Rectangle 417">
              <a:extLst>
                <a:ext uri="{FF2B5EF4-FFF2-40B4-BE49-F238E27FC236}">
                  <a16:creationId xmlns:a16="http://schemas.microsoft.com/office/drawing/2014/main" id="{047B3475-EC06-451B-A4E4-B43ED6AE4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4" name="Rectangle 418">
              <a:extLst>
                <a:ext uri="{FF2B5EF4-FFF2-40B4-BE49-F238E27FC236}">
                  <a16:creationId xmlns:a16="http://schemas.microsoft.com/office/drawing/2014/main" id="{04683A62-B3B5-4219-97F4-A0CDB31AC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7900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5" name="Rectangle 419">
              <a:extLst>
                <a:ext uri="{FF2B5EF4-FFF2-40B4-BE49-F238E27FC236}">
                  <a16:creationId xmlns:a16="http://schemas.microsoft.com/office/drawing/2014/main" id="{27C0CD0D-499B-448D-AD0E-8B7790EEC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5575" y="4692650"/>
              <a:ext cx="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 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6" name="Rectangle 420">
              <a:extLst>
                <a:ext uri="{FF2B5EF4-FFF2-40B4-BE49-F238E27FC236}">
                  <a16:creationId xmlns:a16="http://schemas.microsoft.com/office/drawing/2014/main" id="{6193B481-3724-4DDC-830C-ADF65AF80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34962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7" name="Rectangle 421">
              <a:extLst>
                <a:ext uri="{FF2B5EF4-FFF2-40B4-BE49-F238E27FC236}">
                  <a16:creationId xmlns:a16="http://schemas.microsoft.com/office/drawing/2014/main" id="{69EC02E1-E822-4616-AFF3-296E25EDD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37973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01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8" name="Rectangle 422">
              <a:extLst>
                <a:ext uri="{FF2B5EF4-FFF2-40B4-BE49-F238E27FC236}">
                  <a16:creationId xmlns:a16="http://schemas.microsoft.com/office/drawing/2014/main" id="{4FB1F8DC-2763-4E70-9AB0-705DDDB87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7" y="4244975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11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  <p:sp>
          <p:nvSpPr>
            <p:cNvPr id="149" name="Rectangle 425">
              <a:extLst>
                <a:ext uri="{FF2B5EF4-FFF2-40B4-BE49-F238E27FC236}">
                  <a16:creationId xmlns:a16="http://schemas.microsoft.com/office/drawing/2014/main" id="{FBFC0BFE-9D7E-4AB1-A7DA-92D8A4BCD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300" y="46926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charset="0"/>
                </a:rPr>
                <a:t>10</a:t>
              </a:r>
              <a:endParaRPr lang="en-US" altLang="en-US" b="0">
                <a:latin typeface="Times" panose="02020603050405020304" pitchFamily="18" charset="0"/>
              </a:endParaRP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F4A2F57B-B65A-482F-AC30-6CC29E6B7CE4}"/>
                  </a:ext>
                </a:extLst>
              </p14:cNvPr>
              <p14:cNvContentPartPr/>
              <p14:nvPr/>
            </p14:nvContentPartPr>
            <p14:xfrm>
              <a:off x="5125087" y="1756221"/>
              <a:ext cx="16560" cy="1843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F4A2F57B-B65A-482F-AC30-6CC29E6B7CE4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116087" y="1747221"/>
                <a:ext cx="34200" cy="20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" name="Ink 4">
                <a:extLst>
                  <a:ext uri="{FF2B5EF4-FFF2-40B4-BE49-F238E27FC236}">
                    <a16:creationId xmlns:a16="http://schemas.microsoft.com/office/drawing/2014/main" id="{EB2826B3-6BA5-4596-9ACC-5A590131C41E}"/>
                  </a:ext>
                </a:extLst>
              </p14:cNvPr>
              <p14:cNvContentPartPr/>
              <p14:nvPr/>
            </p14:nvContentPartPr>
            <p14:xfrm>
              <a:off x="5562847" y="1698981"/>
              <a:ext cx="124200" cy="218880"/>
            </p14:xfrm>
          </p:contentPart>
        </mc:Choice>
        <mc:Fallback xmlns="">
          <p:pic>
            <p:nvPicPr>
              <p:cNvPr id="5" name="Ink 4">
                <a:extLst>
                  <a:ext uri="{FF2B5EF4-FFF2-40B4-BE49-F238E27FC236}">
                    <a16:creationId xmlns:a16="http://schemas.microsoft.com/office/drawing/2014/main" id="{EB2826B3-6BA5-4596-9ACC-5A590131C41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554207" y="1690341"/>
                <a:ext cx="141840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2704" name="Ink 72703">
                <a:extLst>
                  <a:ext uri="{FF2B5EF4-FFF2-40B4-BE49-F238E27FC236}">
                    <a16:creationId xmlns:a16="http://schemas.microsoft.com/office/drawing/2014/main" id="{7976CD5B-AAB0-422C-B9D6-40FD63909529}"/>
                  </a:ext>
                </a:extLst>
              </p14:cNvPr>
              <p14:cNvContentPartPr/>
              <p14:nvPr/>
            </p14:nvContentPartPr>
            <p14:xfrm>
              <a:off x="5581567" y="2198301"/>
              <a:ext cx="161640" cy="205200"/>
            </p14:xfrm>
          </p:contentPart>
        </mc:Choice>
        <mc:Fallback xmlns="">
          <p:pic>
            <p:nvPicPr>
              <p:cNvPr id="72704" name="Ink 72703">
                <a:extLst>
                  <a:ext uri="{FF2B5EF4-FFF2-40B4-BE49-F238E27FC236}">
                    <a16:creationId xmlns:a16="http://schemas.microsoft.com/office/drawing/2014/main" id="{7976CD5B-AAB0-422C-B9D6-40FD6390952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572567" y="2189301"/>
                <a:ext cx="17928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2707" name="Ink 72706">
                <a:extLst>
                  <a:ext uri="{FF2B5EF4-FFF2-40B4-BE49-F238E27FC236}">
                    <a16:creationId xmlns:a16="http://schemas.microsoft.com/office/drawing/2014/main" id="{91D9573B-CF28-412C-B87F-A28714E1EE8E}"/>
                  </a:ext>
                </a:extLst>
              </p14:cNvPr>
              <p14:cNvContentPartPr/>
              <p14:nvPr/>
            </p14:nvContentPartPr>
            <p14:xfrm>
              <a:off x="5098087" y="2206941"/>
              <a:ext cx="111240" cy="157320"/>
            </p14:xfrm>
          </p:contentPart>
        </mc:Choice>
        <mc:Fallback xmlns="">
          <p:pic>
            <p:nvPicPr>
              <p:cNvPr id="72707" name="Ink 72706">
                <a:extLst>
                  <a:ext uri="{FF2B5EF4-FFF2-40B4-BE49-F238E27FC236}">
                    <a16:creationId xmlns:a16="http://schemas.microsoft.com/office/drawing/2014/main" id="{91D9573B-CF28-412C-B87F-A28714E1EE8E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089087" y="2197941"/>
                <a:ext cx="12888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72709" name="Ink 72708">
                <a:extLst>
                  <a:ext uri="{FF2B5EF4-FFF2-40B4-BE49-F238E27FC236}">
                    <a16:creationId xmlns:a16="http://schemas.microsoft.com/office/drawing/2014/main" id="{211985E9-9288-4CBD-A98B-63AF41E290C0}"/>
                  </a:ext>
                </a:extLst>
              </p14:cNvPr>
              <p14:cNvContentPartPr/>
              <p14:nvPr/>
            </p14:nvContentPartPr>
            <p14:xfrm>
              <a:off x="5104927" y="2603661"/>
              <a:ext cx="135360" cy="215280"/>
            </p14:xfrm>
          </p:contentPart>
        </mc:Choice>
        <mc:Fallback xmlns="">
          <p:pic>
            <p:nvPicPr>
              <p:cNvPr id="72709" name="Ink 72708">
                <a:extLst>
                  <a:ext uri="{FF2B5EF4-FFF2-40B4-BE49-F238E27FC236}">
                    <a16:creationId xmlns:a16="http://schemas.microsoft.com/office/drawing/2014/main" id="{211985E9-9288-4CBD-A98B-63AF41E290C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095927" y="2595021"/>
                <a:ext cx="153000" cy="23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2710" name="Ink 72709">
                <a:extLst>
                  <a:ext uri="{FF2B5EF4-FFF2-40B4-BE49-F238E27FC236}">
                    <a16:creationId xmlns:a16="http://schemas.microsoft.com/office/drawing/2014/main" id="{B305BA5C-FF3A-4193-B022-19A3BD4A1494}"/>
                  </a:ext>
                </a:extLst>
              </p14:cNvPr>
              <p14:cNvContentPartPr/>
              <p14:nvPr/>
            </p14:nvContentPartPr>
            <p14:xfrm>
              <a:off x="5556007" y="2579541"/>
              <a:ext cx="147240" cy="236160"/>
            </p14:xfrm>
          </p:contentPart>
        </mc:Choice>
        <mc:Fallback xmlns="">
          <p:pic>
            <p:nvPicPr>
              <p:cNvPr id="72710" name="Ink 72709">
                <a:extLst>
                  <a:ext uri="{FF2B5EF4-FFF2-40B4-BE49-F238E27FC236}">
                    <a16:creationId xmlns:a16="http://schemas.microsoft.com/office/drawing/2014/main" id="{B305BA5C-FF3A-4193-B022-19A3BD4A149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547007" y="2570901"/>
                <a:ext cx="164880" cy="25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72711" name="Ink 72710">
                <a:extLst>
                  <a:ext uri="{FF2B5EF4-FFF2-40B4-BE49-F238E27FC236}">
                    <a16:creationId xmlns:a16="http://schemas.microsoft.com/office/drawing/2014/main" id="{3B3650D4-901E-49E9-8E09-32052A764F9F}"/>
                  </a:ext>
                </a:extLst>
              </p14:cNvPr>
              <p14:cNvContentPartPr/>
              <p14:nvPr/>
            </p14:nvContentPartPr>
            <p14:xfrm>
              <a:off x="5105647" y="3147621"/>
              <a:ext cx="183960" cy="179280"/>
            </p14:xfrm>
          </p:contentPart>
        </mc:Choice>
        <mc:Fallback xmlns="">
          <p:pic>
            <p:nvPicPr>
              <p:cNvPr id="72711" name="Ink 72710">
                <a:extLst>
                  <a:ext uri="{FF2B5EF4-FFF2-40B4-BE49-F238E27FC236}">
                    <a16:creationId xmlns:a16="http://schemas.microsoft.com/office/drawing/2014/main" id="{3B3650D4-901E-49E9-8E09-32052A764F9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096647" y="3138981"/>
                <a:ext cx="201600" cy="19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72712" name="Ink 72711">
                <a:extLst>
                  <a:ext uri="{FF2B5EF4-FFF2-40B4-BE49-F238E27FC236}">
                    <a16:creationId xmlns:a16="http://schemas.microsoft.com/office/drawing/2014/main" id="{FD4381D3-F14D-419E-B4C5-F4110EC84805}"/>
                  </a:ext>
                </a:extLst>
              </p14:cNvPr>
              <p14:cNvContentPartPr/>
              <p14:nvPr/>
            </p14:nvContentPartPr>
            <p14:xfrm>
              <a:off x="5491207" y="3083541"/>
              <a:ext cx="164160" cy="244800"/>
            </p14:xfrm>
          </p:contentPart>
        </mc:Choice>
        <mc:Fallback xmlns="">
          <p:pic>
            <p:nvPicPr>
              <p:cNvPr id="72712" name="Ink 72711">
                <a:extLst>
                  <a:ext uri="{FF2B5EF4-FFF2-40B4-BE49-F238E27FC236}">
                    <a16:creationId xmlns:a16="http://schemas.microsoft.com/office/drawing/2014/main" id="{FD4381D3-F14D-419E-B4C5-F4110EC84805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482567" y="3074541"/>
                <a:ext cx="181800" cy="26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2713" name="Ink 72712">
                <a:extLst>
                  <a:ext uri="{FF2B5EF4-FFF2-40B4-BE49-F238E27FC236}">
                    <a16:creationId xmlns:a16="http://schemas.microsoft.com/office/drawing/2014/main" id="{45C376A6-9B0A-4583-B03B-ECCD26B9E5AC}"/>
                  </a:ext>
                </a:extLst>
              </p14:cNvPr>
              <p14:cNvContentPartPr/>
              <p14:nvPr/>
            </p14:nvContentPartPr>
            <p14:xfrm>
              <a:off x="4663927" y="3141501"/>
              <a:ext cx="11160" cy="243000"/>
            </p14:xfrm>
          </p:contentPart>
        </mc:Choice>
        <mc:Fallback xmlns="">
          <p:pic>
            <p:nvPicPr>
              <p:cNvPr id="72713" name="Ink 72712">
                <a:extLst>
                  <a:ext uri="{FF2B5EF4-FFF2-40B4-BE49-F238E27FC236}">
                    <a16:creationId xmlns:a16="http://schemas.microsoft.com/office/drawing/2014/main" id="{45C376A6-9B0A-4583-B03B-ECCD26B9E5A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655287" y="3132501"/>
                <a:ext cx="28800" cy="26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72714" name="Ink 72713">
                <a:extLst>
                  <a:ext uri="{FF2B5EF4-FFF2-40B4-BE49-F238E27FC236}">
                    <a16:creationId xmlns:a16="http://schemas.microsoft.com/office/drawing/2014/main" id="{EA50D748-F2DB-4A96-9A0D-93D736A9E422}"/>
                  </a:ext>
                </a:extLst>
              </p14:cNvPr>
              <p14:cNvContentPartPr/>
              <p14:nvPr/>
            </p14:nvContentPartPr>
            <p14:xfrm>
              <a:off x="6098887" y="3145821"/>
              <a:ext cx="52920" cy="227880"/>
            </p14:xfrm>
          </p:contentPart>
        </mc:Choice>
        <mc:Fallback xmlns="">
          <p:pic>
            <p:nvPicPr>
              <p:cNvPr id="72714" name="Ink 72713">
                <a:extLst>
                  <a:ext uri="{FF2B5EF4-FFF2-40B4-BE49-F238E27FC236}">
                    <a16:creationId xmlns:a16="http://schemas.microsoft.com/office/drawing/2014/main" id="{EA50D748-F2DB-4A96-9A0D-93D736A9E422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089887" y="3136821"/>
                <a:ext cx="70560" cy="24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2715" name="Ink 72714">
                <a:extLst>
                  <a:ext uri="{FF2B5EF4-FFF2-40B4-BE49-F238E27FC236}">
                    <a16:creationId xmlns:a16="http://schemas.microsoft.com/office/drawing/2014/main" id="{D8C048A6-B9A6-4F8E-9518-335B850969A5}"/>
                  </a:ext>
                </a:extLst>
              </p14:cNvPr>
              <p14:cNvContentPartPr/>
              <p14:nvPr/>
            </p14:nvContentPartPr>
            <p14:xfrm>
              <a:off x="4608127" y="1805181"/>
              <a:ext cx="101160" cy="118080"/>
            </p14:xfrm>
          </p:contentPart>
        </mc:Choice>
        <mc:Fallback xmlns="">
          <p:pic>
            <p:nvPicPr>
              <p:cNvPr id="72715" name="Ink 72714">
                <a:extLst>
                  <a:ext uri="{FF2B5EF4-FFF2-40B4-BE49-F238E27FC236}">
                    <a16:creationId xmlns:a16="http://schemas.microsoft.com/office/drawing/2014/main" id="{D8C048A6-B9A6-4F8E-9518-335B850969A5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599127" y="1796181"/>
                <a:ext cx="118800" cy="13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2716" name="Ink 72715">
                <a:extLst>
                  <a:ext uri="{FF2B5EF4-FFF2-40B4-BE49-F238E27FC236}">
                    <a16:creationId xmlns:a16="http://schemas.microsoft.com/office/drawing/2014/main" id="{674C34E3-7449-436D-9545-015D5207BD57}"/>
                  </a:ext>
                </a:extLst>
              </p14:cNvPr>
              <p14:cNvContentPartPr/>
              <p14:nvPr/>
            </p14:nvContentPartPr>
            <p14:xfrm>
              <a:off x="4644847" y="2260581"/>
              <a:ext cx="83160" cy="116640"/>
            </p14:xfrm>
          </p:contentPart>
        </mc:Choice>
        <mc:Fallback xmlns="">
          <p:pic>
            <p:nvPicPr>
              <p:cNvPr id="72716" name="Ink 72715">
                <a:extLst>
                  <a:ext uri="{FF2B5EF4-FFF2-40B4-BE49-F238E27FC236}">
                    <a16:creationId xmlns:a16="http://schemas.microsoft.com/office/drawing/2014/main" id="{674C34E3-7449-436D-9545-015D5207BD5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635847" y="2251581"/>
                <a:ext cx="100800" cy="13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72717" name="Ink 72716">
                <a:extLst>
                  <a:ext uri="{FF2B5EF4-FFF2-40B4-BE49-F238E27FC236}">
                    <a16:creationId xmlns:a16="http://schemas.microsoft.com/office/drawing/2014/main" id="{AF35B792-4DD1-44BF-9A7F-E01F885A5116}"/>
                  </a:ext>
                </a:extLst>
              </p14:cNvPr>
              <p14:cNvContentPartPr/>
              <p14:nvPr/>
            </p14:nvContentPartPr>
            <p14:xfrm>
              <a:off x="4625407" y="2691861"/>
              <a:ext cx="74520" cy="141120"/>
            </p14:xfrm>
          </p:contentPart>
        </mc:Choice>
        <mc:Fallback xmlns="">
          <p:pic>
            <p:nvPicPr>
              <p:cNvPr id="72717" name="Ink 72716">
                <a:extLst>
                  <a:ext uri="{FF2B5EF4-FFF2-40B4-BE49-F238E27FC236}">
                    <a16:creationId xmlns:a16="http://schemas.microsoft.com/office/drawing/2014/main" id="{AF35B792-4DD1-44BF-9A7F-E01F885A511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616407" y="2682861"/>
                <a:ext cx="92160" cy="15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2718" name="Ink 72717">
                <a:extLst>
                  <a:ext uri="{FF2B5EF4-FFF2-40B4-BE49-F238E27FC236}">
                    <a16:creationId xmlns:a16="http://schemas.microsoft.com/office/drawing/2014/main" id="{CED0036C-EBA1-468C-BA09-FAEEF857FF1B}"/>
                  </a:ext>
                </a:extLst>
              </p14:cNvPr>
              <p14:cNvContentPartPr/>
              <p14:nvPr/>
            </p14:nvContentPartPr>
            <p14:xfrm>
              <a:off x="6119767" y="1772421"/>
              <a:ext cx="92160" cy="111600"/>
            </p14:xfrm>
          </p:contentPart>
        </mc:Choice>
        <mc:Fallback xmlns="">
          <p:pic>
            <p:nvPicPr>
              <p:cNvPr id="72718" name="Ink 72717">
                <a:extLst>
                  <a:ext uri="{FF2B5EF4-FFF2-40B4-BE49-F238E27FC236}">
                    <a16:creationId xmlns:a16="http://schemas.microsoft.com/office/drawing/2014/main" id="{CED0036C-EBA1-468C-BA09-FAEEF857FF1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110767" y="1763421"/>
                <a:ext cx="109800" cy="12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72719" name="Ink 72718">
                <a:extLst>
                  <a:ext uri="{FF2B5EF4-FFF2-40B4-BE49-F238E27FC236}">
                    <a16:creationId xmlns:a16="http://schemas.microsoft.com/office/drawing/2014/main" id="{15629FF6-F90B-4C70-B7DF-893D69248CAC}"/>
                  </a:ext>
                </a:extLst>
              </p14:cNvPr>
              <p14:cNvContentPartPr/>
              <p14:nvPr/>
            </p14:nvContentPartPr>
            <p14:xfrm>
              <a:off x="6053887" y="2268861"/>
              <a:ext cx="112680" cy="125640"/>
            </p14:xfrm>
          </p:contentPart>
        </mc:Choice>
        <mc:Fallback xmlns="">
          <p:pic>
            <p:nvPicPr>
              <p:cNvPr id="72719" name="Ink 72718">
                <a:extLst>
                  <a:ext uri="{FF2B5EF4-FFF2-40B4-BE49-F238E27FC236}">
                    <a16:creationId xmlns:a16="http://schemas.microsoft.com/office/drawing/2014/main" id="{15629FF6-F90B-4C70-B7DF-893D69248CA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6045247" y="2260221"/>
                <a:ext cx="130320" cy="14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2720" name="Ink 72719">
                <a:extLst>
                  <a:ext uri="{FF2B5EF4-FFF2-40B4-BE49-F238E27FC236}">
                    <a16:creationId xmlns:a16="http://schemas.microsoft.com/office/drawing/2014/main" id="{8DCF0626-CFED-4FCD-8AC5-A7B757CC458A}"/>
                  </a:ext>
                </a:extLst>
              </p14:cNvPr>
              <p14:cNvContentPartPr/>
              <p14:nvPr/>
            </p14:nvContentPartPr>
            <p14:xfrm>
              <a:off x="6069727" y="2709141"/>
              <a:ext cx="130320" cy="137520"/>
            </p14:xfrm>
          </p:contentPart>
        </mc:Choice>
        <mc:Fallback xmlns="">
          <p:pic>
            <p:nvPicPr>
              <p:cNvPr id="72720" name="Ink 72719">
                <a:extLst>
                  <a:ext uri="{FF2B5EF4-FFF2-40B4-BE49-F238E27FC236}">
                    <a16:creationId xmlns:a16="http://schemas.microsoft.com/office/drawing/2014/main" id="{8DCF0626-CFED-4FCD-8AC5-A7B757CC458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060727" y="2700141"/>
                <a:ext cx="147960" cy="15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72721" name="Ink 72720">
                <a:extLst>
                  <a:ext uri="{FF2B5EF4-FFF2-40B4-BE49-F238E27FC236}">
                    <a16:creationId xmlns:a16="http://schemas.microsoft.com/office/drawing/2014/main" id="{AFFB3226-0304-41A5-B432-7141C2080F1E}"/>
                  </a:ext>
                </a:extLst>
              </p14:cNvPr>
              <p14:cNvContentPartPr/>
              <p14:nvPr/>
            </p14:nvContentPartPr>
            <p14:xfrm>
              <a:off x="4661407" y="4425981"/>
              <a:ext cx="88560" cy="137520"/>
            </p14:xfrm>
          </p:contentPart>
        </mc:Choice>
        <mc:Fallback xmlns="">
          <p:pic>
            <p:nvPicPr>
              <p:cNvPr id="72721" name="Ink 72720">
                <a:extLst>
                  <a:ext uri="{FF2B5EF4-FFF2-40B4-BE49-F238E27FC236}">
                    <a16:creationId xmlns:a16="http://schemas.microsoft.com/office/drawing/2014/main" id="{AFFB3226-0304-41A5-B432-7141C2080F1E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652767" y="4416981"/>
                <a:ext cx="106200" cy="15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72722" name="Ink 72721">
                <a:extLst>
                  <a:ext uri="{FF2B5EF4-FFF2-40B4-BE49-F238E27FC236}">
                    <a16:creationId xmlns:a16="http://schemas.microsoft.com/office/drawing/2014/main" id="{E0C33D4C-24FE-45DC-B432-4436F3ABC878}"/>
                  </a:ext>
                </a:extLst>
              </p14:cNvPr>
              <p14:cNvContentPartPr/>
              <p14:nvPr/>
            </p14:nvContentPartPr>
            <p14:xfrm>
              <a:off x="4652767" y="4902621"/>
              <a:ext cx="96840" cy="145080"/>
            </p14:xfrm>
          </p:contentPart>
        </mc:Choice>
        <mc:Fallback xmlns="">
          <p:pic>
            <p:nvPicPr>
              <p:cNvPr id="72722" name="Ink 72721">
                <a:extLst>
                  <a:ext uri="{FF2B5EF4-FFF2-40B4-BE49-F238E27FC236}">
                    <a16:creationId xmlns:a16="http://schemas.microsoft.com/office/drawing/2014/main" id="{E0C33D4C-24FE-45DC-B432-4436F3ABC878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644127" y="4893981"/>
                <a:ext cx="11448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2723" name="Ink 72722">
                <a:extLst>
                  <a:ext uri="{FF2B5EF4-FFF2-40B4-BE49-F238E27FC236}">
                    <a16:creationId xmlns:a16="http://schemas.microsoft.com/office/drawing/2014/main" id="{420DC242-FEF1-4830-B003-BB809888903A}"/>
                  </a:ext>
                </a:extLst>
              </p14:cNvPr>
              <p14:cNvContentPartPr/>
              <p14:nvPr/>
            </p14:nvContentPartPr>
            <p14:xfrm>
              <a:off x="4659607" y="5388261"/>
              <a:ext cx="99000" cy="149040"/>
            </p14:xfrm>
          </p:contentPart>
        </mc:Choice>
        <mc:Fallback xmlns="">
          <p:pic>
            <p:nvPicPr>
              <p:cNvPr id="72723" name="Ink 72722">
                <a:extLst>
                  <a:ext uri="{FF2B5EF4-FFF2-40B4-BE49-F238E27FC236}">
                    <a16:creationId xmlns:a16="http://schemas.microsoft.com/office/drawing/2014/main" id="{420DC242-FEF1-4830-B003-BB809888903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650607" y="5379621"/>
                <a:ext cx="116640" cy="16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72724" name="Ink 72723">
                <a:extLst>
                  <a:ext uri="{FF2B5EF4-FFF2-40B4-BE49-F238E27FC236}">
                    <a16:creationId xmlns:a16="http://schemas.microsoft.com/office/drawing/2014/main" id="{680FB219-A16E-463D-9A60-FFE749CD7B07}"/>
                  </a:ext>
                </a:extLst>
              </p14:cNvPr>
              <p14:cNvContentPartPr/>
              <p14:nvPr/>
            </p14:nvContentPartPr>
            <p14:xfrm>
              <a:off x="4671847" y="5832861"/>
              <a:ext cx="11160" cy="205920"/>
            </p14:xfrm>
          </p:contentPart>
        </mc:Choice>
        <mc:Fallback xmlns="">
          <p:pic>
            <p:nvPicPr>
              <p:cNvPr id="72724" name="Ink 72723">
                <a:extLst>
                  <a:ext uri="{FF2B5EF4-FFF2-40B4-BE49-F238E27FC236}">
                    <a16:creationId xmlns:a16="http://schemas.microsoft.com/office/drawing/2014/main" id="{680FB219-A16E-463D-9A60-FFE749CD7B07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63207" y="5824221"/>
                <a:ext cx="28800" cy="22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2725" name="Ink 72724">
                <a:extLst>
                  <a:ext uri="{FF2B5EF4-FFF2-40B4-BE49-F238E27FC236}">
                    <a16:creationId xmlns:a16="http://schemas.microsoft.com/office/drawing/2014/main" id="{428CEF27-C2E9-4E78-9522-75F2C93C275E}"/>
                  </a:ext>
                </a:extLst>
              </p14:cNvPr>
              <p14:cNvContentPartPr/>
              <p14:nvPr/>
            </p14:nvContentPartPr>
            <p14:xfrm>
              <a:off x="5222647" y="4370541"/>
              <a:ext cx="3600" cy="264240"/>
            </p14:xfrm>
          </p:contentPart>
        </mc:Choice>
        <mc:Fallback xmlns="">
          <p:pic>
            <p:nvPicPr>
              <p:cNvPr id="72725" name="Ink 72724">
                <a:extLst>
                  <a:ext uri="{FF2B5EF4-FFF2-40B4-BE49-F238E27FC236}">
                    <a16:creationId xmlns:a16="http://schemas.microsoft.com/office/drawing/2014/main" id="{428CEF27-C2E9-4E78-9522-75F2C93C275E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214007" y="4361541"/>
                <a:ext cx="21240" cy="28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2726" name="Ink 72725">
                <a:extLst>
                  <a:ext uri="{FF2B5EF4-FFF2-40B4-BE49-F238E27FC236}">
                    <a16:creationId xmlns:a16="http://schemas.microsoft.com/office/drawing/2014/main" id="{703A4EED-8DD6-4756-8535-C9006C171E60}"/>
                  </a:ext>
                </a:extLst>
              </p14:cNvPr>
              <p14:cNvContentPartPr/>
              <p14:nvPr/>
            </p14:nvContentPartPr>
            <p14:xfrm>
              <a:off x="5124367" y="4905501"/>
              <a:ext cx="122040" cy="159480"/>
            </p14:xfrm>
          </p:contentPart>
        </mc:Choice>
        <mc:Fallback xmlns="">
          <p:pic>
            <p:nvPicPr>
              <p:cNvPr id="72726" name="Ink 72725">
                <a:extLst>
                  <a:ext uri="{FF2B5EF4-FFF2-40B4-BE49-F238E27FC236}">
                    <a16:creationId xmlns:a16="http://schemas.microsoft.com/office/drawing/2014/main" id="{703A4EED-8DD6-4756-8535-C9006C171E60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115367" y="4896501"/>
                <a:ext cx="139680" cy="17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2727" name="Ink 72726">
                <a:extLst>
                  <a:ext uri="{FF2B5EF4-FFF2-40B4-BE49-F238E27FC236}">
                    <a16:creationId xmlns:a16="http://schemas.microsoft.com/office/drawing/2014/main" id="{44A11A89-23FF-43BA-A5F3-FBD320F9E7D6}"/>
                  </a:ext>
                </a:extLst>
              </p14:cNvPr>
              <p14:cNvContentPartPr/>
              <p14:nvPr/>
            </p14:nvContentPartPr>
            <p14:xfrm>
              <a:off x="5112847" y="5347941"/>
              <a:ext cx="74520" cy="232920"/>
            </p14:xfrm>
          </p:contentPart>
        </mc:Choice>
        <mc:Fallback xmlns="">
          <p:pic>
            <p:nvPicPr>
              <p:cNvPr id="72727" name="Ink 72726">
                <a:extLst>
                  <a:ext uri="{FF2B5EF4-FFF2-40B4-BE49-F238E27FC236}">
                    <a16:creationId xmlns:a16="http://schemas.microsoft.com/office/drawing/2014/main" id="{44A11A89-23FF-43BA-A5F3-FBD320F9E7D6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104207" y="5339301"/>
                <a:ext cx="92160" cy="25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2728" name="Ink 72727">
                <a:extLst>
                  <a:ext uri="{FF2B5EF4-FFF2-40B4-BE49-F238E27FC236}">
                    <a16:creationId xmlns:a16="http://schemas.microsoft.com/office/drawing/2014/main" id="{B90DBD74-212A-4CF6-9D7D-7AF00E0DB4C5}"/>
                  </a:ext>
                </a:extLst>
              </p14:cNvPr>
              <p14:cNvContentPartPr/>
              <p14:nvPr/>
            </p14:nvContentPartPr>
            <p14:xfrm>
              <a:off x="5094487" y="5801901"/>
              <a:ext cx="102600" cy="234720"/>
            </p14:xfrm>
          </p:contentPart>
        </mc:Choice>
        <mc:Fallback xmlns="">
          <p:pic>
            <p:nvPicPr>
              <p:cNvPr id="72728" name="Ink 72727">
                <a:extLst>
                  <a:ext uri="{FF2B5EF4-FFF2-40B4-BE49-F238E27FC236}">
                    <a16:creationId xmlns:a16="http://schemas.microsoft.com/office/drawing/2014/main" id="{B90DBD74-212A-4CF6-9D7D-7AF00E0DB4C5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085847" y="5792901"/>
                <a:ext cx="120240" cy="25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2729" name="Ink 72728">
                <a:extLst>
                  <a:ext uri="{FF2B5EF4-FFF2-40B4-BE49-F238E27FC236}">
                    <a16:creationId xmlns:a16="http://schemas.microsoft.com/office/drawing/2014/main" id="{0EB839B3-442E-4427-B807-ED56CD5DAB96}"/>
                  </a:ext>
                </a:extLst>
              </p14:cNvPr>
              <p14:cNvContentPartPr/>
              <p14:nvPr/>
            </p14:nvContentPartPr>
            <p14:xfrm>
              <a:off x="5610367" y="4334901"/>
              <a:ext cx="138960" cy="257040"/>
            </p14:xfrm>
          </p:contentPart>
        </mc:Choice>
        <mc:Fallback xmlns="">
          <p:pic>
            <p:nvPicPr>
              <p:cNvPr id="72729" name="Ink 72728">
                <a:extLst>
                  <a:ext uri="{FF2B5EF4-FFF2-40B4-BE49-F238E27FC236}">
                    <a16:creationId xmlns:a16="http://schemas.microsoft.com/office/drawing/2014/main" id="{0EB839B3-442E-4427-B807-ED56CD5DAB96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601727" y="4326261"/>
                <a:ext cx="156600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72730" name="Ink 72729">
                <a:extLst>
                  <a:ext uri="{FF2B5EF4-FFF2-40B4-BE49-F238E27FC236}">
                    <a16:creationId xmlns:a16="http://schemas.microsoft.com/office/drawing/2014/main" id="{1F53B61A-2889-41F8-B513-91F9F1DD2B0E}"/>
                  </a:ext>
                </a:extLst>
              </p14:cNvPr>
              <p14:cNvContentPartPr/>
              <p14:nvPr/>
            </p14:nvContentPartPr>
            <p14:xfrm>
              <a:off x="5581927" y="4798941"/>
              <a:ext cx="129240" cy="275400"/>
            </p14:xfrm>
          </p:contentPart>
        </mc:Choice>
        <mc:Fallback xmlns="">
          <p:pic>
            <p:nvPicPr>
              <p:cNvPr id="72730" name="Ink 72729">
                <a:extLst>
                  <a:ext uri="{FF2B5EF4-FFF2-40B4-BE49-F238E27FC236}">
                    <a16:creationId xmlns:a16="http://schemas.microsoft.com/office/drawing/2014/main" id="{1F53B61A-2889-41F8-B513-91F9F1DD2B0E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573287" y="4790301"/>
                <a:ext cx="146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2731" name="Ink 72730">
                <a:extLst>
                  <a:ext uri="{FF2B5EF4-FFF2-40B4-BE49-F238E27FC236}">
                    <a16:creationId xmlns:a16="http://schemas.microsoft.com/office/drawing/2014/main" id="{2186D079-E6A9-4CDB-B51D-7D7487714136}"/>
                  </a:ext>
                </a:extLst>
              </p14:cNvPr>
              <p14:cNvContentPartPr/>
              <p14:nvPr/>
            </p14:nvContentPartPr>
            <p14:xfrm>
              <a:off x="5580847" y="5277021"/>
              <a:ext cx="138240" cy="239040"/>
            </p14:xfrm>
          </p:contentPart>
        </mc:Choice>
        <mc:Fallback xmlns="">
          <p:pic>
            <p:nvPicPr>
              <p:cNvPr id="72731" name="Ink 72730">
                <a:extLst>
                  <a:ext uri="{FF2B5EF4-FFF2-40B4-BE49-F238E27FC236}">
                    <a16:creationId xmlns:a16="http://schemas.microsoft.com/office/drawing/2014/main" id="{2186D079-E6A9-4CDB-B51D-7D7487714136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572207" y="5268381"/>
                <a:ext cx="15588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72732" name="Ink 72731">
                <a:extLst>
                  <a:ext uri="{FF2B5EF4-FFF2-40B4-BE49-F238E27FC236}">
                    <a16:creationId xmlns:a16="http://schemas.microsoft.com/office/drawing/2014/main" id="{C02FCA37-4FA2-433B-9AF9-A3BA92A61EFE}"/>
                  </a:ext>
                </a:extLst>
              </p14:cNvPr>
              <p14:cNvContentPartPr/>
              <p14:nvPr/>
            </p14:nvContentPartPr>
            <p14:xfrm>
              <a:off x="5542687" y="5782101"/>
              <a:ext cx="119160" cy="244080"/>
            </p14:xfrm>
          </p:contentPart>
        </mc:Choice>
        <mc:Fallback xmlns="">
          <p:pic>
            <p:nvPicPr>
              <p:cNvPr id="72732" name="Ink 72731">
                <a:extLst>
                  <a:ext uri="{FF2B5EF4-FFF2-40B4-BE49-F238E27FC236}">
                    <a16:creationId xmlns:a16="http://schemas.microsoft.com/office/drawing/2014/main" id="{C02FCA37-4FA2-433B-9AF9-A3BA92A61EF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533687" y="5773101"/>
                <a:ext cx="136800" cy="26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72733" name="Ink 72732">
                <a:extLst>
                  <a:ext uri="{FF2B5EF4-FFF2-40B4-BE49-F238E27FC236}">
                    <a16:creationId xmlns:a16="http://schemas.microsoft.com/office/drawing/2014/main" id="{714C6219-B95C-4BDE-9655-D821F4612E85}"/>
                  </a:ext>
                </a:extLst>
              </p14:cNvPr>
              <p14:cNvContentPartPr/>
              <p14:nvPr/>
            </p14:nvContentPartPr>
            <p14:xfrm>
              <a:off x="6123007" y="4424181"/>
              <a:ext cx="91800" cy="136440"/>
            </p14:xfrm>
          </p:contentPart>
        </mc:Choice>
        <mc:Fallback xmlns="">
          <p:pic>
            <p:nvPicPr>
              <p:cNvPr id="72733" name="Ink 72732">
                <a:extLst>
                  <a:ext uri="{FF2B5EF4-FFF2-40B4-BE49-F238E27FC236}">
                    <a16:creationId xmlns:a16="http://schemas.microsoft.com/office/drawing/2014/main" id="{714C6219-B95C-4BDE-9655-D821F4612E85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114007" y="4415181"/>
                <a:ext cx="109440" cy="15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72734" name="Ink 72733">
                <a:extLst>
                  <a:ext uri="{FF2B5EF4-FFF2-40B4-BE49-F238E27FC236}">
                    <a16:creationId xmlns:a16="http://schemas.microsoft.com/office/drawing/2014/main" id="{A19D8D94-C42A-4D30-8D02-3575524863A9}"/>
                  </a:ext>
                </a:extLst>
              </p14:cNvPr>
              <p14:cNvContentPartPr/>
              <p14:nvPr/>
            </p14:nvContentPartPr>
            <p14:xfrm>
              <a:off x="6091327" y="4916661"/>
              <a:ext cx="100080" cy="117360"/>
            </p14:xfrm>
          </p:contentPart>
        </mc:Choice>
        <mc:Fallback xmlns="">
          <p:pic>
            <p:nvPicPr>
              <p:cNvPr id="72734" name="Ink 72733">
                <a:extLst>
                  <a:ext uri="{FF2B5EF4-FFF2-40B4-BE49-F238E27FC236}">
                    <a16:creationId xmlns:a16="http://schemas.microsoft.com/office/drawing/2014/main" id="{A19D8D94-C42A-4D30-8D02-3575524863A9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082687" y="4907661"/>
                <a:ext cx="117720" cy="13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72735" name="Ink 72734">
                <a:extLst>
                  <a:ext uri="{FF2B5EF4-FFF2-40B4-BE49-F238E27FC236}">
                    <a16:creationId xmlns:a16="http://schemas.microsoft.com/office/drawing/2014/main" id="{BD885F75-3F5C-4920-8679-B0C94F0D11F5}"/>
                  </a:ext>
                </a:extLst>
              </p14:cNvPr>
              <p14:cNvContentPartPr/>
              <p14:nvPr/>
            </p14:nvContentPartPr>
            <p14:xfrm>
              <a:off x="6058567" y="5364501"/>
              <a:ext cx="117720" cy="126000"/>
            </p14:xfrm>
          </p:contentPart>
        </mc:Choice>
        <mc:Fallback xmlns="">
          <p:pic>
            <p:nvPicPr>
              <p:cNvPr id="72735" name="Ink 72734">
                <a:extLst>
                  <a:ext uri="{FF2B5EF4-FFF2-40B4-BE49-F238E27FC236}">
                    <a16:creationId xmlns:a16="http://schemas.microsoft.com/office/drawing/2014/main" id="{BD885F75-3F5C-4920-8679-B0C94F0D11F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049927" y="5355501"/>
                <a:ext cx="135360" cy="14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72736" name="Ink 72735">
                <a:extLst>
                  <a:ext uri="{FF2B5EF4-FFF2-40B4-BE49-F238E27FC236}">
                    <a16:creationId xmlns:a16="http://schemas.microsoft.com/office/drawing/2014/main" id="{6EFEB9CE-A5B4-4905-9CEB-C2A5151E1A06}"/>
                  </a:ext>
                </a:extLst>
              </p14:cNvPr>
              <p14:cNvContentPartPr/>
              <p14:nvPr/>
            </p14:nvContentPartPr>
            <p14:xfrm>
              <a:off x="6116527" y="5851221"/>
              <a:ext cx="41760" cy="208800"/>
            </p14:xfrm>
          </p:contentPart>
        </mc:Choice>
        <mc:Fallback xmlns="">
          <p:pic>
            <p:nvPicPr>
              <p:cNvPr id="72736" name="Ink 72735">
                <a:extLst>
                  <a:ext uri="{FF2B5EF4-FFF2-40B4-BE49-F238E27FC236}">
                    <a16:creationId xmlns:a16="http://schemas.microsoft.com/office/drawing/2014/main" id="{6EFEB9CE-A5B4-4905-9CEB-C2A5151E1A06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07527" y="5842581"/>
                <a:ext cx="59400" cy="22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D9D4E321-1FA5-4312-A66F-D7624167B92E}"/>
                  </a:ext>
                </a:extLst>
              </p14:cNvPr>
              <p14:cNvContentPartPr/>
              <p14:nvPr/>
            </p14:nvContentPartPr>
            <p14:xfrm>
              <a:off x="4971727" y="1224861"/>
              <a:ext cx="1335960" cy="7732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D9D4E321-1FA5-4312-A66F-D7624167B92E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963085" y="1215865"/>
                <a:ext cx="1353605" cy="79091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EBDA772-82EA-497E-8E90-91D14A9AC16D}"/>
                  </a:ext>
                </a:extLst>
              </p14:cNvPr>
              <p14:cNvContentPartPr/>
              <p14:nvPr/>
            </p14:nvContentPartPr>
            <p14:xfrm>
              <a:off x="6477247" y="1083021"/>
              <a:ext cx="505800" cy="2862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EBDA772-82EA-497E-8E90-91D14A9AC16D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6468247" y="1074381"/>
                <a:ext cx="523440" cy="30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0C677AD-5CB4-4669-806F-39E287AE6215}"/>
                  </a:ext>
                </a:extLst>
              </p14:cNvPr>
              <p14:cNvContentPartPr/>
              <p14:nvPr/>
            </p14:nvContentPartPr>
            <p14:xfrm>
              <a:off x="4547647" y="3025581"/>
              <a:ext cx="2611080" cy="6001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0C677AD-5CB4-4669-806F-39E287AE6215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538647" y="3016941"/>
                <a:ext cx="2628720" cy="61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588D9F2-35D9-47FC-B709-054DE25CD899}"/>
                  </a:ext>
                </a:extLst>
              </p14:cNvPr>
              <p14:cNvContentPartPr/>
              <p14:nvPr/>
            </p14:nvContentPartPr>
            <p14:xfrm>
              <a:off x="6888727" y="2203341"/>
              <a:ext cx="180720" cy="237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588D9F2-35D9-47FC-B709-054DE25CD899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880087" y="2194701"/>
                <a:ext cx="19836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F0A1431-7896-49CC-9C1F-CEAEC574C677}"/>
                  </a:ext>
                </a:extLst>
              </p14:cNvPr>
              <p14:cNvContentPartPr/>
              <p14:nvPr/>
            </p14:nvContentPartPr>
            <p14:xfrm>
              <a:off x="6954607" y="2283261"/>
              <a:ext cx="140400" cy="15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F0A1431-7896-49CC-9C1F-CEAEC574C67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945607" y="2274261"/>
                <a:ext cx="158040" cy="3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EB4EF287-E230-4EF8-A212-AC8A8F5EB126}"/>
                  </a:ext>
                </a:extLst>
              </p14:cNvPr>
              <p14:cNvContentPartPr/>
              <p14:nvPr/>
            </p14:nvContentPartPr>
            <p14:xfrm>
              <a:off x="6625567" y="1987701"/>
              <a:ext cx="100080" cy="4053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EB4EF287-E230-4EF8-A212-AC8A8F5EB126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616896" y="1979061"/>
                <a:ext cx="117784" cy="42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F61C9B3C-B0EA-461C-B188-53835182F9E2}"/>
                  </a:ext>
                </a:extLst>
              </p14:cNvPr>
              <p14:cNvContentPartPr/>
              <p14:nvPr/>
            </p14:nvContentPartPr>
            <p14:xfrm>
              <a:off x="7257727" y="2072301"/>
              <a:ext cx="1154160" cy="2955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F61C9B3C-B0EA-461C-B188-53835182F9E2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7249087" y="2063301"/>
                <a:ext cx="1171800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2741" name="Ink 72740">
                <a:extLst>
                  <a:ext uri="{FF2B5EF4-FFF2-40B4-BE49-F238E27FC236}">
                    <a16:creationId xmlns:a16="http://schemas.microsoft.com/office/drawing/2014/main" id="{923A8F28-58CC-4DF2-954E-D18ACDF81B10}"/>
                  </a:ext>
                </a:extLst>
              </p14:cNvPr>
              <p14:cNvContentPartPr/>
              <p14:nvPr/>
            </p14:nvContentPartPr>
            <p14:xfrm>
              <a:off x="8496487" y="2009301"/>
              <a:ext cx="262080" cy="259200"/>
            </p14:xfrm>
          </p:contentPart>
        </mc:Choice>
        <mc:Fallback xmlns="">
          <p:pic>
            <p:nvPicPr>
              <p:cNvPr id="72741" name="Ink 72740">
                <a:extLst>
                  <a:ext uri="{FF2B5EF4-FFF2-40B4-BE49-F238E27FC236}">
                    <a16:creationId xmlns:a16="http://schemas.microsoft.com/office/drawing/2014/main" id="{923A8F28-58CC-4DF2-954E-D18ACDF81B10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8487847" y="2000301"/>
                <a:ext cx="279720" cy="27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2757" name="Ink 72756">
                <a:extLst>
                  <a:ext uri="{FF2B5EF4-FFF2-40B4-BE49-F238E27FC236}">
                    <a16:creationId xmlns:a16="http://schemas.microsoft.com/office/drawing/2014/main" id="{47ED46F7-1891-4A02-B48F-E424F72D6A59}"/>
                  </a:ext>
                </a:extLst>
              </p14:cNvPr>
              <p14:cNvContentPartPr/>
              <p14:nvPr/>
            </p14:nvContentPartPr>
            <p14:xfrm>
              <a:off x="7091407" y="1439781"/>
              <a:ext cx="714240" cy="419400"/>
            </p14:xfrm>
          </p:contentPart>
        </mc:Choice>
        <mc:Fallback xmlns="">
          <p:pic>
            <p:nvPicPr>
              <p:cNvPr id="72757" name="Ink 72756">
                <a:extLst>
                  <a:ext uri="{FF2B5EF4-FFF2-40B4-BE49-F238E27FC236}">
                    <a16:creationId xmlns:a16="http://schemas.microsoft.com/office/drawing/2014/main" id="{47ED46F7-1891-4A02-B48F-E424F72D6A5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82407" y="1430781"/>
                <a:ext cx="731880" cy="43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72787" name="Ink 72786">
                <a:extLst>
                  <a:ext uri="{FF2B5EF4-FFF2-40B4-BE49-F238E27FC236}">
                    <a16:creationId xmlns:a16="http://schemas.microsoft.com/office/drawing/2014/main" id="{6A1441EB-BE76-4BDA-8474-9B38D35EBF73}"/>
                  </a:ext>
                </a:extLst>
              </p14:cNvPr>
              <p14:cNvContentPartPr/>
              <p14:nvPr/>
            </p14:nvContentPartPr>
            <p14:xfrm>
              <a:off x="4268287" y="3968781"/>
              <a:ext cx="4557240" cy="1834920"/>
            </p14:xfrm>
          </p:contentPart>
        </mc:Choice>
        <mc:Fallback xmlns="">
          <p:pic>
            <p:nvPicPr>
              <p:cNvPr id="72787" name="Ink 72786">
                <a:extLst>
                  <a:ext uri="{FF2B5EF4-FFF2-40B4-BE49-F238E27FC236}">
                    <a16:creationId xmlns:a16="http://schemas.microsoft.com/office/drawing/2014/main" id="{6A1441EB-BE76-4BDA-8474-9B38D35EBF73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4259288" y="3959783"/>
                <a:ext cx="4574879" cy="185255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FD4E7AB4-CB50-4929-B4A3-6F8A2053D461}"/>
                  </a:ext>
                </a:extLst>
              </p14:cNvPr>
              <p14:cNvContentPartPr/>
              <p14:nvPr/>
            </p14:nvContentPartPr>
            <p14:xfrm>
              <a:off x="5700600" y="1133640"/>
              <a:ext cx="126720" cy="1965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FD4E7AB4-CB50-4929-B4A3-6F8A2053D461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691240" y="1124280"/>
                <a:ext cx="145440" cy="2152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99577343"/>
      </p:ext>
    </p:extLst>
  </p:cSld>
  <p:clrMapOvr>
    <a:masterClrMapping/>
  </p:clrMapOvr>
  <p:transition/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A6A6597-0E44-4F9E-9167-9A8E3C2141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8600" y="228600"/>
            <a:ext cx="8686800" cy="609600"/>
          </a:xfrm>
        </p:spPr>
        <p:txBody>
          <a:bodyPr/>
          <a:lstStyle/>
          <a:p>
            <a:r>
              <a:rPr lang="en-US" sz="4800" dirty="0"/>
              <a:t>END Slide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90BAC1C-2592-44F2-852C-C27A9C18F2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5" name="Picture 2" descr="Q &amp; A – Mechatronics World">
            <a:extLst>
              <a:ext uri="{FF2B5EF4-FFF2-40B4-BE49-F238E27FC236}">
                <a16:creationId xmlns:a16="http://schemas.microsoft.com/office/drawing/2014/main" id="{B84F8481-55AC-4F48-B0CC-DA3B1C72777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934" y="1295400"/>
            <a:ext cx="7971420" cy="47828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61507520"/>
      </p:ext>
    </p:extLst>
  </p:cSld>
  <p:clrMapOvr>
    <a:masterClrMapping/>
  </p:clrMapOvr>
</p:sld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Blank">
  <a:themeElements>
    <a:clrScheme name="Blank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Blank">
      <a:majorFont>
        <a:latin typeface="Arial"/>
        <a:ea typeface="ＭＳ Ｐゴシック"/>
        <a:cs typeface=""/>
      </a:majorFont>
      <a:minorFont>
        <a:latin typeface="Arial"/>
        <a:ea typeface="ＭＳ Ｐゴシック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="" xmlns:a14="http://schemas.microsoft.com/office/drawing/2010/main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" charset="0"/>
            <a:ea typeface="ＭＳ Ｐゴシック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="" xmlns:a14="http://schemas.microsoft.com/office/drawing/2010/main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" charset="0"/>
            <a:ea typeface="ＭＳ Ｐゴシック" charset="0"/>
          </a:defRPr>
        </a:defPPr>
      </a:lstStyle>
    </a:lnDef>
  </a:objectDefaults>
  <a:extraClrSchemeLst>
    <a:extraClrScheme>
      <a:clrScheme name="Blank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713E39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BBAFAE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4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927F5C48263E44CA0E4BF48DA5842DF" ma:contentTypeVersion="10" ma:contentTypeDescription="Create a new document." ma:contentTypeScope="" ma:versionID="cc6a9fdc59c3920af0e32ab9cc6bc759">
  <xsd:schema xmlns:xsd="http://www.w3.org/2001/XMLSchema" xmlns:xs="http://www.w3.org/2001/XMLSchema" xmlns:p="http://schemas.microsoft.com/office/2006/metadata/properties" xmlns:ns3="2545ccdc-34fc-4cec-a48d-ba29d7877a97" targetNamespace="http://schemas.microsoft.com/office/2006/metadata/properties" ma:root="true" ma:fieldsID="7474bca7c2d6847eb37e3847f5421f7f" ns3:_="">
    <xsd:import namespace="2545ccdc-34fc-4cec-a48d-ba29d7877a97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  <xsd:element ref="ns3:MediaServiceDateTaken" minOccurs="0"/>
                <xsd:element ref="ns3:MediaServiceAutoTags" minOccurs="0"/>
                <xsd:element ref="ns3:MediaServiceGenerationTime" minOccurs="0"/>
                <xsd:element ref="ns3:MediaServiceEventHashCode" minOccurs="0"/>
                <xsd:element ref="ns3:MediaServiceOCR" minOccurs="0"/>
                <xsd:element ref="ns3:MediaServiceAutoKeyPoints" minOccurs="0"/>
                <xsd:element ref="ns3:MediaServiceKeyPoints" minOccurs="0"/>
                <xsd:element ref="ns3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545ccdc-34fc-4cec-a48d-ba29d7877a97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1" nillable="true" ma:displayName="Tags" ma:internalName="MediaServiceAutoTags" ma:readOnly="true">
      <xsd:simpleType>
        <xsd:restriction base="dms:Text"/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E956FE2E-B4F1-4025-B184-05238CA68BD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2545ccdc-34fc-4cec-a48d-ba29d7877a97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89D90360-3B21-4048-9E84-CD66033C6025}">
  <ds:schemaRefs>
    <ds:schemaRef ds:uri="http://purl.org/dc/dcmitype/"/>
    <ds:schemaRef ds:uri="http://schemas.microsoft.com/office/infopath/2007/PartnerControls"/>
    <ds:schemaRef ds:uri="http://schemas.openxmlformats.org/package/2006/metadata/core-properties"/>
    <ds:schemaRef ds:uri="http://schemas.microsoft.com/office/2006/documentManagement/types"/>
    <ds:schemaRef ds:uri="http://purl.org/dc/elements/1.1/"/>
    <ds:schemaRef ds:uri="http://www.w3.org/XML/1998/namespace"/>
    <ds:schemaRef ds:uri="2545ccdc-34fc-4cec-a48d-ba29d7877a97"/>
    <ds:schemaRef ds:uri="http://purl.org/dc/terms/"/>
    <ds:schemaRef ds:uri="http://schemas.microsoft.com/office/2006/metadata/properties"/>
  </ds:schemaRefs>
</ds:datastoreItem>
</file>

<file path=customXml/itemProps3.xml><?xml version="1.0" encoding="utf-8"?>
<ds:datastoreItem xmlns:ds="http://schemas.openxmlformats.org/officeDocument/2006/customXml" ds:itemID="{2C638D98-A44F-4A29-B2B9-D9FD8ACC44EE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7597</TotalTime>
  <Words>4062</Words>
  <Application>Microsoft Office PowerPoint</Application>
  <PresentationFormat>On-screen Show (4:3)</PresentationFormat>
  <Paragraphs>2337</Paragraphs>
  <Slides>59</Slides>
  <Notes>0</Notes>
  <HiddenSlides>0</HiddenSlides>
  <MMClips>0</MMClips>
  <ScaleCrop>false</ScaleCrop>
  <HeadingPairs>
    <vt:vector size="8" baseType="variant">
      <vt:variant>
        <vt:lpstr>Fonts Used</vt:lpstr>
      </vt:variant>
      <vt:variant>
        <vt:i4>10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59</vt:i4>
      </vt:variant>
    </vt:vector>
  </HeadingPairs>
  <TitlesOfParts>
    <vt:vector size="72" baseType="lpstr">
      <vt:lpstr>ＭＳ Ｐゴシック</vt:lpstr>
      <vt:lpstr>ＭＳ Ｐゴシック</vt:lpstr>
      <vt:lpstr>Arial</vt:lpstr>
      <vt:lpstr>Calibri</vt:lpstr>
      <vt:lpstr>Cambria Math</vt:lpstr>
      <vt:lpstr>Helvetica</vt:lpstr>
      <vt:lpstr>Times</vt:lpstr>
      <vt:lpstr>Times New Roman</vt:lpstr>
      <vt:lpstr>Times-Roman</vt:lpstr>
      <vt:lpstr>Wingdings</vt:lpstr>
      <vt:lpstr>Default Design</vt:lpstr>
      <vt:lpstr>Blank</vt:lpstr>
      <vt:lpstr>Document</vt:lpstr>
      <vt:lpstr>PowerPoint Presentation</vt:lpstr>
      <vt:lpstr>Administrative Stuff</vt:lpstr>
      <vt:lpstr>11–Functions and Circuits</vt:lpstr>
      <vt:lpstr>Midterm 1 - Syllabus</vt:lpstr>
      <vt:lpstr>Midterm 1 - Topics</vt:lpstr>
      <vt:lpstr>PowerPoint Presentation</vt:lpstr>
      <vt:lpstr>Review</vt:lpstr>
      <vt:lpstr>Terminology</vt:lpstr>
      <vt:lpstr>PowerPoint Presentation</vt:lpstr>
      <vt:lpstr>PowerPoint Presentation</vt:lpstr>
      <vt:lpstr>PowerPoint Presentation</vt:lpstr>
      <vt:lpstr>Example:  Incompletely Specified Function</vt:lpstr>
      <vt:lpstr>Example:  Incompletely Specified Function</vt:lpstr>
      <vt:lpstr>Three Ways to Specify the Function</vt:lpstr>
      <vt:lpstr>Three Ways to Specify the Function</vt:lpstr>
      <vt:lpstr>SOP vs POS implementation</vt:lpstr>
      <vt:lpstr>Example: Incompletely Specified Function</vt:lpstr>
      <vt:lpstr>Example:  A circuit with multiple outputs</vt:lpstr>
      <vt:lpstr>Seven-Segment Indicator</vt:lpstr>
      <vt:lpstr>Seven-Segment Indicator</vt:lpstr>
      <vt:lpstr>Seven-Segment Indicator</vt:lpstr>
      <vt:lpstr>Seven-Segment Indicator</vt:lpstr>
      <vt:lpstr>Seven-Segment Indicator</vt:lpstr>
      <vt:lpstr>Seven-Segment Indicator</vt:lpstr>
      <vt:lpstr>Seven-Segment Indicator</vt:lpstr>
      <vt:lpstr>Seven-Segment Indicator</vt:lpstr>
      <vt:lpstr>Seven-Segment Indicator</vt:lpstr>
      <vt:lpstr>Seven-Segment Indicator</vt:lpstr>
      <vt:lpstr>Seven-Segment Indicator</vt:lpstr>
      <vt:lpstr>Seven-Segment Indicator</vt:lpstr>
      <vt:lpstr>Seven-Segment Indicator</vt:lpstr>
      <vt:lpstr>Seven-Segment Indicator</vt:lpstr>
      <vt:lpstr>Another Example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Yet Another Example</vt:lpstr>
      <vt:lpstr>Individual vs Joint Optimization</vt:lpstr>
      <vt:lpstr>Individual vs Joint Optimization</vt:lpstr>
      <vt:lpstr>Individual vs Joint Optimization</vt:lpstr>
      <vt:lpstr>Individual vs Joint Optimization</vt:lpstr>
      <vt:lpstr>Individual vs Joint Optimization</vt:lpstr>
      <vt:lpstr>Individual vs Joint Optimization</vt:lpstr>
      <vt:lpstr>Yet Another Example</vt:lpstr>
      <vt:lpstr>Individual vs Joint Optimization</vt:lpstr>
      <vt:lpstr>Individual vs Joint Optimization</vt:lpstr>
      <vt:lpstr>Individual vs Joint Optimization</vt:lpstr>
      <vt:lpstr>Lec 11: Test Q1</vt:lpstr>
      <vt:lpstr>Incompletely Specified Function: SOP vs POS</vt:lpstr>
      <vt:lpstr>Incompletely Specified Function: SOP vs POS</vt:lpstr>
      <vt:lpstr>END Slide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Copyright 2004 Pearson Addison-Wesley</dc:creator>
  <cp:lastModifiedBy>Ahamed, Md Maruf [E CPE]</cp:lastModifiedBy>
  <cp:revision>225</cp:revision>
  <dcterms:created xsi:type="dcterms:W3CDTF">2003-05-23T15:49:24Z</dcterms:created>
  <dcterms:modified xsi:type="dcterms:W3CDTF">2022-02-11T23:28:43Z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0x010100D927F5C48263E44CA0E4BF48DA5842DF</vt:lpwstr>
  </property>
</Properties>
</file>